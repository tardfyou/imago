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071196b6cb41e2" /><Relationship Type="http://schemas.openxmlformats.org/officeDocument/2006/relationships/extended-properties" Target="/docProps/app.xml" Id="Red96f347d9c84459" /><Relationship Type="http://schemas.openxmlformats.org/officeDocument/2006/relationships/officeDocument" Target="/ppt/presentation.xml" Id="Rd974b1347a664c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4f9804fca14efd"/>
  </p:sldMasterIdLst>
  <p:notesMasterIdLst>
    <p:notesMasterId xmlns:r="http://schemas.openxmlformats.org/officeDocument/2006/relationships" r:id="R2f41521407c54850"/>
  </p:notesMasterIdLst>
  <p:sldIdLst>
    <p:sldId xmlns:r="http://schemas.openxmlformats.org/officeDocument/2006/relationships" id="256" r:id="Rfc83402a963f473a"/>
  </p:sldIdLst>
  <p:sldSz cx="6743700" cy="4914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a8b0fd8d8e4601" /><Relationship Type="http://schemas.openxmlformats.org/officeDocument/2006/relationships/slideMaster" Target="/ppt/slideMasters/slideMaster1.xml" Id="Rc24f9804fca14efd" /><Relationship Type="http://schemas.openxmlformats.org/officeDocument/2006/relationships/notesMaster" Target="/ppt/notesMasters/notesMaster1.xml" Id="R2f41521407c54850" /><Relationship Type="http://schemas.openxmlformats.org/officeDocument/2006/relationships/presProps" Target="/ppt/presProps.xml" Id="Rf8ae53c3ec314579" /><Relationship Type="http://schemas.openxmlformats.org/officeDocument/2006/relationships/tableStyles" Target="/ppt/tableStyles.xml" Id="R94750ad29b44473d" /><Relationship Type="http://schemas.openxmlformats.org/officeDocument/2006/relationships/slide" Target="/ppt/slides/slide1.xml" Id="Rfc83402a963f47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74a947eb3a43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bcec6d66184855" /><Relationship Type="http://schemas.openxmlformats.org/officeDocument/2006/relationships/notesMaster" Target="/ppt/notesMasters/notesMaster1.xml" Id="R48434050131b4c1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素材ID：SE-014</ns1:t>
            </ns1:r>
          </ns1:p>
          <ns1:p>
            <ns1:r>
              <ns1:t>论文：iKnow: an Intent-Guided Chatbot for Cloud Operations with Retrieval-Augmented Generation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6，PDF第7页</ns1:t>
            </ns1:r>
          </ns1:p>
          <ns1:p>
            <ns1:r>
              <ns1:t>类型：系统架构</ns1:t>
            </ns1:r>
          </ns1:p>
          <ns1:p>
            <ns1:r>
              <ns1:t>借鉴点：上下对照普通 RAG 与改进框架；以相同离线/在线分界使新增的意图、改写和知识缺失检测模块一目了然。</ns1:t>
            </ns1:r>
          </ns1:p>
          <ns1:p>
            <ns1:r>
              <ns1:t>论文URL：https://jun-jie-huang.github.io/assets/papers/ase25_iknow.pdf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cdb71221449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18beabac384fc3" /><Relationship Type="http://schemas.openxmlformats.org/officeDocument/2006/relationships/slideLayout" Target="/ppt/slideLayouts/slideLayout1.xml" Id="Rc0b40d67744546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b40d67744546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88689d92542e9" /><Relationship Type="http://schemas.openxmlformats.org/officeDocument/2006/relationships/image" Target="/ppt/media/image.png" Id="R6dc873e0e2db4f32" /><Relationship Type="http://schemas.openxmlformats.org/officeDocument/2006/relationships/image" Target="/ppt/media/image2.png" Id="R76c5bfcf910349c3" /><Relationship Type="http://schemas.openxmlformats.org/officeDocument/2006/relationships/image" Target="/ppt/media/image3.png" Id="Rfac905cad57b4aba" /><Relationship Type="http://schemas.openxmlformats.org/officeDocument/2006/relationships/image" Target="/ppt/media/image4.png" Id="R55eb53d51daa438c" /><Relationship Type="http://schemas.openxmlformats.org/officeDocument/2006/relationships/image" Target="/ppt/media/image5.png" Id="R9361b6e72e754ea7" /><Relationship Type="http://schemas.openxmlformats.org/officeDocument/2006/relationships/image" Target="/ppt/media/image6.png" Id="R01f85fac201a4d96" /><Relationship Type="http://schemas.openxmlformats.org/officeDocument/2006/relationships/image" Target="/ppt/media/image7.png" Id="R0358f175c641453b" /><Relationship Type="http://schemas.openxmlformats.org/officeDocument/2006/relationships/image" Target="/ppt/media/image8.png" Id="Rc823b8a323e84a84" /><Relationship Type="http://schemas.openxmlformats.org/officeDocument/2006/relationships/image" Target="/ppt/media/image9.png" Id="R82911f442b244476" /><Relationship Type="http://schemas.openxmlformats.org/officeDocument/2006/relationships/image" Target="/ppt/media/image10.png" Id="R860aed935a0748ce" /><Relationship Type="http://schemas.openxmlformats.org/officeDocument/2006/relationships/image" Target="/ppt/media/image11.png" Id="Rd0d58d88e03c4367" /><Relationship Type="http://schemas.openxmlformats.org/officeDocument/2006/relationships/image" Target="/ppt/media/image12.png" Id="Rb502a28591074720" /><Relationship Type="http://schemas.openxmlformats.org/officeDocument/2006/relationships/image" Target="/ppt/media/image13.png" Id="R97425b3f397e4281" /><Relationship Type="http://schemas.openxmlformats.org/officeDocument/2006/relationships/image" Target="/ppt/media/image14.png" Id="R5c2c1a6a0a794af9" /><Relationship Type="http://schemas.openxmlformats.org/officeDocument/2006/relationships/image" Target="/ppt/media/image15.png" Id="Rf6544566af3f4498" /><Relationship Type="http://schemas.openxmlformats.org/officeDocument/2006/relationships/notesSlide" Target="/ppt/notesSlides/notesSlide1.xml" Id="Rcbac0c199e3b42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43E7B-DD6C-4901-BC88-05A90DAE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9" y="44085"/>
            <a:ext cx="6671816" cy="4854728"/>
          </a:xfrm>
          <a:custGeom xmlns:a="http://schemas.openxmlformats.org/drawingml/2006/main">
            <a:pathLst>
              <a:path w="6671816" h="4854728">
                <a:moveTo>
                  <a:pt x="6671816" y="4854728"/>
                </a:moveTo>
                <a:lnTo>
                  <a:pt x="6671816" y="0"/>
                </a:lnTo>
                <a:lnTo>
                  <a:pt x="0" y="0"/>
                </a:lnTo>
                <a:lnTo>
                  <a:pt x="0" y="4854728"/>
                </a:lnTo>
                <a:lnTo>
                  <a:pt x="6671816" y="48547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77647-5CE2-481C-A556-A3CEEEA0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9" y="44085"/>
            <a:ext cx="6671816" cy="4854728"/>
          </a:xfrm>
          <a:custGeom xmlns:a="http://schemas.openxmlformats.org/drawingml/2006/main">
            <a:pathLst>
              <a:path w="6671816" h="4854728">
                <a:moveTo>
                  <a:pt x="6671816" y="4854728"/>
                </a:moveTo>
                <a:lnTo>
                  <a:pt x="6671816" y="0"/>
                </a:lnTo>
                <a:lnTo>
                  <a:pt x="0" y="0"/>
                </a:lnTo>
                <a:lnTo>
                  <a:pt x="0" y="4854728"/>
                </a:lnTo>
                <a:lnTo>
                  <a:pt x="6671816" y="48547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3BB03-4B3E-42E9-AFB8-B24708F9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9" y="2177832"/>
            <a:ext cx="6651712" cy="2719928"/>
          </a:xfrm>
          <a:custGeom xmlns:a="http://schemas.openxmlformats.org/drawingml/2006/main">
            <a:pathLst>
              <a:path w="6651712" h="2719928">
                <a:moveTo>
                  <a:pt x="6651712" y="2719928"/>
                </a:moveTo>
                <a:lnTo>
                  <a:pt x="6651712" y="0"/>
                </a:lnTo>
                <a:lnTo>
                  <a:pt x="0" y="0"/>
                </a:lnTo>
                <a:lnTo>
                  <a:pt x="0" y="2719928"/>
                </a:lnTo>
                <a:lnTo>
                  <a:pt x="6651712" y="2719928"/>
                </a:lnTo>
                <a:close/>
              </a:path>
            </a:pathLst>
          </a:custGeom>
          <a:solidFill xmlns:a="http://schemas.openxmlformats.org/drawingml/2006/main">
            <a:srgbClr val="FFFED6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6C14F-DECD-4B1A-90C7-C11F6896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9" y="44085"/>
            <a:ext cx="6651712" cy="2103862"/>
          </a:xfrm>
          <a:custGeom xmlns:a="http://schemas.openxmlformats.org/drawingml/2006/main">
            <a:pathLst>
              <a:path w="6651712" h="2103862">
                <a:moveTo>
                  <a:pt x="6651712" y="2103862"/>
                </a:moveTo>
                <a:lnTo>
                  <a:pt x="6651712" y="0"/>
                </a:lnTo>
                <a:lnTo>
                  <a:pt x="0" y="0"/>
                </a:lnTo>
                <a:lnTo>
                  <a:pt x="0" y="2103862"/>
                </a:lnTo>
                <a:lnTo>
                  <a:pt x="6651712" y="2103862"/>
                </a:lnTo>
                <a:close/>
              </a:path>
            </a:pathLst>
          </a:custGeom>
          <a:solidFill xmlns:a="http://schemas.openxmlformats.org/drawingml/2006/main">
            <a:srgbClr val="FFD7D6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17724-7777-4303-9E52-AE468BF4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756" y="1074650"/>
            <a:ext cx="1377336" cy="237964"/>
          </a:xfrm>
          <a:custGeom xmlns:a="http://schemas.openxmlformats.org/drawingml/2006/main">
            <a:pathLst>
              <a:path w="1377336" h="237964">
                <a:moveTo>
                  <a:pt x="0" y="0"/>
                </a:moveTo>
                <a:lnTo>
                  <a:pt x="1377336" y="0"/>
                </a:lnTo>
                <a:lnTo>
                  <a:pt x="1377336" y="237964"/>
                </a:lnTo>
                <a:lnTo>
                  <a:pt x="0" y="2379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GenerationPhase">
            <a:extLst xmlns:a="http://schemas.openxmlformats.org/drawingml/2006/main">
              <a:ext uri="{FF2B5EF4-FFF2-40B4-BE49-F238E27FC236}">
                <a16:creationId xmlns:a16="http://schemas.microsoft.com/office/drawing/2014/main" id="{22FF8487-CAE4-41A0-A53A-1D05DA7F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847" y="1135267"/>
            <a:ext cx="1163246" cy="118914"/>
          </a:xfrm>
          <a:custGeom xmlns:a="http://schemas.openxmlformats.org/drawingml/2006/main">
            <a:pathLst>
              <a:path w="1163246" h="118914">
                <a:moveTo>
                  <a:pt x="52480" y="118914"/>
                </a:moveTo>
                <a:cubicBezTo>
                  <a:pt x="41080" y="118914"/>
                  <a:pt x="31477" y="116468"/>
                  <a:pt x="23671" y="111577"/>
                </a:cubicBezTo>
                <a:cubicBezTo>
                  <a:pt x="15865" y="106685"/>
                  <a:pt x="9968" y="99868"/>
                  <a:pt x="5981" y="91125"/>
                </a:cubicBezTo>
                <a:cubicBezTo>
                  <a:pt x="1994" y="82382"/>
                  <a:pt x="0" y="72248"/>
                  <a:pt x="0" y="60722"/>
                </a:cubicBezTo>
                <a:cubicBezTo>
                  <a:pt x="0" y="49140"/>
                  <a:pt x="1994" y="38963"/>
                  <a:pt x="5981" y="30192"/>
                </a:cubicBezTo>
                <a:cubicBezTo>
                  <a:pt x="9968" y="21421"/>
                  <a:pt x="15865" y="14590"/>
                  <a:pt x="23671" y="9699"/>
                </a:cubicBezTo>
                <a:cubicBezTo>
                  <a:pt x="31477" y="4807"/>
                  <a:pt x="41080" y="2361"/>
                  <a:pt x="52480" y="2361"/>
                </a:cubicBezTo>
                <a:cubicBezTo>
                  <a:pt x="58040" y="2361"/>
                  <a:pt x="63403" y="3106"/>
                  <a:pt x="68569" y="4596"/>
                </a:cubicBezTo>
                <a:cubicBezTo>
                  <a:pt x="73736" y="6086"/>
                  <a:pt x="78411" y="8335"/>
                  <a:pt x="82595" y="11343"/>
                </a:cubicBezTo>
                <a:cubicBezTo>
                  <a:pt x="86779" y="14351"/>
                  <a:pt x="90204" y="18132"/>
                  <a:pt x="92872" y="22686"/>
                </a:cubicBezTo>
                <a:cubicBezTo>
                  <a:pt x="95540" y="27241"/>
                  <a:pt x="97182" y="32610"/>
                  <a:pt x="97800" y="38795"/>
                </a:cubicBezTo>
                <a:lnTo>
                  <a:pt x="82469" y="38795"/>
                </a:lnTo>
                <a:cubicBezTo>
                  <a:pt x="81963" y="34465"/>
                  <a:pt x="80447" y="30488"/>
                  <a:pt x="77920" y="26861"/>
                </a:cubicBezTo>
                <a:cubicBezTo>
                  <a:pt x="75393" y="23235"/>
                  <a:pt x="71981" y="20311"/>
                  <a:pt x="67685" y="18090"/>
                </a:cubicBezTo>
                <a:cubicBezTo>
                  <a:pt x="63389" y="15869"/>
                  <a:pt x="58264" y="14759"/>
                  <a:pt x="52312" y="14759"/>
                </a:cubicBezTo>
                <a:cubicBezTo>
                  <a:pt x="43607" y="14759"/>
                  <a:pt x="36545" y="16825"/>
                  <a:pt x="31126" y="20958"/>
                </a:cubicBezTo>
                <a:cubicBezTo>
                  <a:pt x="25707" y="25090"/>
                  <a:pt x="21719" y="30614"/>
                  <a:pt x="19164" y="37530"/>
                </a:cubicBezTo>
                <a:cubicBezTo>
                  <a:pt x="16609" y="44445"/>
                  <a:pt x="15331" y="52176"/>
                  <a:pt x="15331" y="60722"/>
                </a:cubicBezTo>
                <a:cubicBezTo>
                  <a:pt x="15331" y="69212"/>
                  <a:pt x="16609" y="76901"/>
                  <a:pt x="19164" y="83788"/>
                </a:cubicBezTo>
                <a:cubicBezTo>
                  <a:pt x="21719" y="90675"/>
                  <a:pt x="25721" y="96143"/>
                  <a:pt x="31168" y="100191"/>
                </a:cubicBezTo>
                <a:cubicBezTo>
                  <a:pt x="36615" y="104239"/>
                  <a:pt x="43719" y="106264"/>
                  <a:pt x="52480" y="106264"/>
                </a:cubicBezTo>
                <a:cubicBezTo>
                  <a:pt x="60005" y="106264"/>
                  <a:pt x="66183" y="104844"/>
                  <a:pt x="71012" y="102005"/>
                </a:cubicBezTo>
                <a:cubicBezTo>
                  <a:pt x="75842" y="99165"/>
                  <a:pt x="79450" y="95201"/>
                  <a:pt x="81837" y="90113"/>
                </a:cubicBezTo>
                <a:cubicBezTo>
                  <a:pt x="84224" y="85025"/>
                  <a:pt x="85473" y="79164"/>
                  <a:pt x="85585" y="72529"/>
                </a:cubicBezTo>
                <a:lnTo>
                  <a:pt x="54165" y="72529"/>
                </a:lnTo>
                <a:lnTo>
                  <a:pt x="54165" y="59963"/>
                </a:lnTo>
                <a:lnTo>
                  <a:pt x="100327" y="59963"/>
                </a:lnTo>
                <a:lnTo>
                  <a:pt x="100327" y="68818"/>
                </a:lnTo>
                <a:cubicBezTo>
                  <a:pt x="100327" y="78658"/>
                  <a:pt x="98544" y="87344"/>
                  <a:pt x="94978" y="94878"/>
                </a:cubicBezTo>
                <a:cubicBezTo>
                  <a:pt x="91412" y="102412"/>
                  <a:pt x="86091" y="108302"/>
                  <a:pt x="79015" y="112547"/>
                </a:cubicBezTo>
                <a:cubicBezTo>
                  <a:pt x="71939" y="116792"/>
                  <a:pt x="63094" y="118914"/>
                  <a:pt x="52480" y="118914"/>
                </a:cubicBezTo>
                <a:close/>
                <a:moveTo>
                  <a:pt x="146321" y="118914"/>
                </a:moveTo>
                <a:cubicBezTo>
                  <a:pt x="137784" y="118914"/>
                  <a:pt x="130737" y="116969"/>
                  <a:pt x="125177" y="113079"/>
                </a:cubicBezTo>
                <a:cubicBezTo>
                  <a:pt x="119617" y="109187"/>
                  <a:pt x="115475" y="103892"/>
                  <a:pt x="112752" y="97192"/>
                </a:cubicBezTo>
                <a:cubicBezTo>
                  <a:pt x="110028" y="90493"/>
                  <a:pt x="108666" y="82960"/>
                  <a:pt x="108666" y="74593"/>
                </a:cubicBezTo>
                <a:cubicBezTo>
                  <a:pt x="108666" y="65876"/>
                  <a:pt x="109986" y="58197"/>
                  <a:pt x="112625" y="51556"/>
                </a:cubicBezTo>
                <a:cubicBezTo>
                  <a:pt x="115265" y="44914"/>
                  <a:pt x="119266" y="39721"/>
                  <a:pt x="124629" y="35977"/>
                </a:cubicBezTo>
                <a:cubicBezTo>
                  <a:pt x="129992" y="32233"/>
                  <a:pt x="136717" y="30361"/>
                  <a:pt x="144804" y="30361"/>
                </a:cubicBezTo>
                <a:cubicBezTo>
                  <a:pt x="155643" y="30361"/>
                  <a:pt x="164123" y="33875"/>
                  <a:pt x="170244" y="40903"/>
                </a:cubicBezTo>
                <a:cubicBezTo>
                  <a:pt x="176365" y="47929"/>
                  <a:pt x="179426" y="58030"/>
                  <a:pt x="179426" y="71206"/>
                </a:cubicBezTo>
                <a:cubicBezTo>
                  <a:pt x="179426" y="72085"/>
                  <a:pt x="179412" y="73124"/>
                  <a:pt x="179384" y="74324"/>
                </a:cubicBezTo>
                <a:cubicBezTo>
                  <a:pt x="179356" y="75524"/>
                  <a:pt x="179285" y="76387"/>
                  <a:pt x="179173" y="76915"/>
                </a:cubicBezTo>
                <a:lnTo>
                  <a:pt x="122818" y="76915"/>
                </a:lnTo>
                <a:cubicBezTo>
                  <a:pt x="122874" y="82546"/>
                  <a:pt x="123689" y="87718"/>
                  <a:pt x="125261" y="92430"/>
                </a:cubicBezTo>
                <a:cubicBezTo>
                  <a:pt x="126834" y="97142"/>
                  <a:pt x="129347" y="100921"/>
                  <a:pt x="132800" y="103768"/>
                </a:cubicBezTo>
                <a:cubicBezTo>
                  <a:pt x="136254" y="106612"/>
                  <a:pt x="140761" y="108035"/>
                  <a:pt x="146321" y="108035"/>
                </a:cubicBezTo>
                <a:cubicBezTo>
                  <a:pt x="152329" y="108035"/>
                  <a:pt x="157005" y="106463"/>
                  <a:pt x="160346" y="103320"/>
                </a:cubicBezTo>
                <a:cubicBezTo>
                  <a:pt x="163687" y="100176"/>
                  <a:pt x="165442" y="95642"/>
                  <a:pt x="165611" y="89715"/>
                </a:cubicBezTo>
                <a:lnTo>
                  <a:pt x="179510" y="89715"/>
                </a:lnTo>
                <a:cubicBezTo>
                  <a:pt x="179342" y="95736"/>
                  <a:pt x="177896" y="100925"/>
                  <a:pt x="175172" y="105281"/>
                </a:cubicBezTo>
                <a:cubicBezTo>
                  <a:pt x="172448" y="109634"/>
                  <a:pt x="168643" y="112996"/>
                  <a:pt x="163758" y="115364"/>
                </a:cubicBezTo>
                <a:cubicBezTo>
                  <a:pt x="158872" y="117731"/>
                  <a:pt x="153060" y="118914"/>
                  <a:pt x="146321" y="118914"/>
                </a:cubicBezTo>
                <a:moveTo>
                  <a:pt x="122902" y="66626"/>
                </a:moveTo>
                <a:lnTo>
                  <a:pt x="165527" y="66626"/>
                </a:lnTo>
                <a:cubicBezTo>
                  <a:pt x="165358" y="58378"/>
                  <a:pt x="163477" y="52071"/>
                  <a:pt x="159883" y="47705"/>
                </a:cubicBezTo>
                <a:cubicBezTo>
                  <a:pt x="156289" y="43339"/>
                  <a:pt x="151262" y="41156"/>
                  <a:pt x="144804" y="41156"/>
                </a:cubicBezTo>
                <a:cubicBezTo>
                  <a:pt x="138234" y="41156"/>
                  <a:pt x="133109" y="43324"/>
                  <a:pt x="129431" y="47660"/>
                </a:cubicBezTo>
                <a:cubicBezTo>
                  <a:pt x="125752" y="51997"/>
                  <a:pt x="123576" y="58318"/>
                  <a:pt x="122902" y="66626"/>
                </a:cubicBezTo>
                <a:close/>
                <a:moveTo>
                  <a:pt x="192898" y="117396"/>
                </a:moveTo>
                <a:lnTo>
                  <a:pt x="192898" y="31879"/>
                </a:lnTo>
                <a:lnTo>
                  <a:pt x="206545" y="31879"/>
                </a:lnTo>
                <a:lnTo>
                  <a:pt x="206882" y="43770"/>
                </a:lnTo>
                <a:cubicBezTo>
                  <a:pt x="209297" y="40509"/>
                  <a:pt x="212750" y="37459"/>
                  <a:pt x="217243" y="34620"/>
                </a:cubicBezTo>
                <a:cubicBezTo>
                  <a:pt x="221736" y="31781"/>
                  <a:pt x="227352" y="30361"/>
                  <a:pt x="234091" y="30361"/>
                </a:cubicBezTo>
                <a:cubicBezTo>
                  <a:pt x="242851" y="30361"/>
                  <a:pt x="249113" y="33106"/>
                  <a:pt x="252876" y="38597"/>
                </a:cubicBezTo>
                <a:cubicBezTo>
                  <a:pt x="256638" y="44086"/>
                  <a:pt x="258519" y="51818"/>
                  <a:pt x="258519" y="61792"/>
                </a:cubicBezTo>
                <a:lnTo>
                  <a:pt x="258519" y="117396"/>
                </a:lnTo>
                <a:lnTo>
                  <a:pt x="244536" y="117396"/>
                </a:lnTo>
                <a:lnTo>
                  <a:pt x="244536" y="63408"/>
                </a:lnTo>
                <a:cubicBezTo>
                  <a:pt x="244536" y="59301"/>
                  <a:pt x="244157" y="55643"/>
                  <a:pt x="243399" y="52431"/>
                </a:cubicBezTo>
                <a:cubicBezTo>
                  <a:pt x="242641" y="49217"/>
                  <a:pt x="241265" y="46704"/>
                  <a:pt x="239271" y="44891"/>
                </a:cubicBezTo>
                <a:cubicBezTo>
                  <a:pt x="237278" y="43076"/>
                  <a:pt x="234427" y="42168"/>
                  <a:pt x="230721" y="42168"/>
                </a:cubicBezTo>
                <a:cubicBezTo>
                  <a:pt x="225049" y="42168"/>
                  <a:pt x="220262" y="43611"/>
                  <a:pt x="216359" y="46496"/>
                </a:cubicBezTo>
                <a:cubicBezTo>
                  <a:pt x="212456" y="49381"/>
                  <a:pt x="209325" y="52490"/>
                  <a:pt x="206966" y="55823"/>
                </a:cubicBezTo>
                <a:lnTo>
                  <a:pt x="206966" y="117396"/>
                </a:lnTo>
                <a:lnTo>
                  <a:pt x="192898" y="117396"/>
                </a:lnTo>
                <a:close/>
                <a:moveTo>
                  <a:pt x="310317" y="118914"/>
                </a:moveTo>
                <a:cubicBezTo>
                  <a:pt x="301781" y="118914"/>
                  <a:pt x="294733" y="116969"/>
                  <a:pt x="289173" y="113079"/>
                </a:cubicBezTo>
                <a:cubicBezTo>
                  <a:pt x="283614" y="109187"/>
                  <a:pt x="279472" y="103892"/>
                  <a:pt x="276748" y="97192"/>
                </a:cubicBezTo>
                <a:cubicBezTo>
                  <a:pt x="274025" y="90493"/>
                  <a:pt x="272663" y="82960"/>
                  <a:pt x="272663" y="74593"/>
                </a:cubicBezTo>
                <a:cubicBezTo>
                  <a:pt x="272663" y="65876"/>
                  <a:pt x="273982" y="58197"/>
                  <a:pt x="276622" y="51556"/>
                </a:cubicBezTo>
                <a:cubicBezTo>
                  <a:pt x="279261" y="44914"/>
                  <a:pt x="283263" y="39721"/>
                  <a:pt x="288626" y="35977"/>
                </a:cubicBezTo>
                <a:cubicBezTo>
                  <a:pt x="293989" y="32233"/>
                  <a:pt x="300714" y="30361"/>
                  <a:pt x="308801" y="30361"/>
                </a:cubicBezTo>
                <a:cubicBezTo>
                  <a:pt x="319639" y="30361"/>
                  <a:pt x="328119" y="33875"/>
                  <a:pt x="334240" y="40903"/>
                </a:cubicBezTo>
                <a:cubicBezTo>
                  <a:pt x="340362" y="47929"/>
                  <a:pt x="343422" y="58030"/>
                  <a:pt x="343422" y="71206"/>
                </a:cubicBezTo>
                <a:cubicBezTo>
                  <a:pt x="343422" y="72085"/>
                  <a:pt x="343408" y="73124"/>
                  <a:pt x="343380" y="74324"/>
                </a:cubicBezTo>
                <a:cubicBezTo>
                  <a:pt x="343352" y="75524"/>
                  <a:pt x="343282" y="76387"/>
                  <a:pt x="343170" y="76915"/>
                </a:cubicBezTo>
                <a:lnTo>
                  <a:pt x="286815" y="76915"/>
                </a:lnTo>
                <a:cubicBezTo>
                  <a:pt x="286871" y="82546"/>
                  <a:pt x="287685" y="87718"/>
                  <a:pt x="289258" y="92430"/>
                </a:cubicBezTo>
                <a:cubicBezTo>
                  <a:pt x="290830" y="97142"/>
                  <a:pt x="293343" y="100921"/>
                  <a:pt x="296797" y="103768"/>
                </a:cubicBezTo>
                <a:cubicBezTo>
                  <a:pt x="300251" y="106612"/>
                  <a:pt x="304757" y="108035"/>
                  <a:pt x="310317" y="108035"/>
                </a:cubicBezTo>
                <a:cubicBezTo>
                  <a:pt x="316326" y="108035"/>
                  <a:pt x="321001" y="106463"/>
                  <a:pt x="324343" y="103320"/>
                </a:cubicBezTo>
                <a:cubicBezTo>
                  <a:pt x="327684" y="100176"/>
                  <a:pt x="329439" y="95642"/>
                  <a:pt x="329607" y="89715"/>
                </a:cubicBezTo>
                <a:lnTo>
                  <a:pt x="343507" y="89715"/>
                </a:lnTo>
                <a:cubicBezTo>
                  <a:pt x="343338" y="95736"/>
                  <a:pt x="341892" y="100925"/>
                  <a:pt x="339168" y="105281"/>
                </a:cubicBezTo>
                <a:cubicBezTo>
                  <a:pt x="336445" y="109634"/>
                  <a:pt x="332640" y="112996"/>
                  <a:pt x="327754" y="115364"/>
                </a:cubicBezTo>
                <a:cubicBezTo>
                  <a:pt x="322868" y="117731"/>
                  <a:pt x="317056" y="118914"/>
                  <a:pt x="310317" y="118914"/>
                </a:cubicBezTo>
                <a:moveTo>
                  <a:pt x="286899" y="66626"/>
                </a:moveTo>
                <a:lnTo>
                  <a:pt x="329523" y="66626"/>
                </a:lnTo>
                <a:cubicBezTo>
                  <a:pt x="329355" y="58378"/>
                  <a:pt x="327473" y="52071"/>
                  <a:pt x="323879" y="47705"/>
                </a:cubicBezTo>
                <a:cubicBezTo>
                  <a:pt x="320285" y="43339"/>
                  <a:pt x="315259" y="41156"/>
                  <a:pt x="308801" y="41156"/>
                </a:cubicBezTo>
                <a:cubicBezTo>
                  <a:pt x="302230" y="41156"/>
                  <a:pt x="297106" y="43324"/>
                  <a:pt x="293427" y="47660"/>
                </a:cubicBezTo>
                <a:cubicBezTo>
                  <a:pt x="289749" y="51997"/>
                  <a:pt x="287573" y="58318"/>
                  <a:pt x="286899" y="66626"/>
                </a:cubicBezTo>
                <a:close/>
                <a:moveTo>
                  <a:pt x="356895" y="117396"/>
                </a:moveTo>
                <a:lnTo>
                  <a:pt x="356895" y="31879"/>
                </a:lnTo>
                <a:lnTo>
                  <a:pt x="370120" y="31879"/>
                </a:lnTo>
                <a:lnTo>
                  <a:pt x="370626" y="45289"/>
                </a:lnTo>
                <a:cubicBezTo>
                  <a:pt x="372984" y="41072"/>
                  <a:pt x="376213" y="37530"/>
                  <a:pt x="380313" y="34662"/>
                </a:cubicBezTo>
                <a:cubicBezTo>
                  <a:pt x="384412" y="31795"/>
                  <a:pt x="389719" y="30361"/>
                  <a:pt x="396234" y="30361"/>
                </a:cubicBezTo>
                <a:lnTo>
                  <a:pt x="397919" y="30361"/>
                </a:lnTo>
                <a:lnTo>
                  <a:pt x="397919" y="43264"/>
                </a:lnTo>
                <a:lnTo>
                  <a:pt x="395981" y="43264"/>
                </a:lnTo>
                <a:cubicBezTo>
                  <a:pt x="391882" y="43264"/>
                  <a:pt x="388287" y="43828"/>
                  <a:pt x="385199" y="44956"/>
                </a:cubicBezTo>
                <a:cubicBezTo>
                  <a:pt x="382110" y="46083"/>
                  <a:pt x="379428" y="47640"/>
                  <a:pt x="377154" y="49629"/>
                </a:cubicBezTo>
                <a:cubicBezTo>
                  <a:pt x="374880" y="51616"/>
                  <a:pt x="372816" y="53915"/>
                  <a:pt x="370963" y="56524"/>
                </a:cubicBezTo>
                <a:lnTo>
                  <a:pt x="370963" y="117396"/>
                </a:lnTo>
                <a:lnTo>
                  <a:pt x="356895" y="117396"/>
                </a:lnTo>
                <a:close/>
                <a:moveTo>
                  <a:pt x="424433" y="118914"/>
                </a:moveTo>
                <a:cubicBezTo>
                  <a:pt x="419997" y="118914"/>
                  <a:pt x="415954" y="118014"/>
                  <a:pt x="412303" y="116213"/>
                </a:cubicBezTo>
                <a:cubicBezTo>
                  <a:pt x="408653" y="114410"/>
                  <a:pt x="405733" y="111708"/>
                  <a:pt x="403543" y="108106"/>
                </a:cubicBezTo>
                <a:cubicBezTo>
                  <a:pt x="401352" y="104502"/>
                  <a:pt x="400257" y="100027"/>
                  <a:pt x="400257" y="94681"/>
                </a:cubicBezTo>
                <a:cubicBezTo>
                  <a:pt x="400257" y="87011"/>
                  <a:pt x="402433" y="81201"/>
                  <a:pt x="406786" y="77249"/>
                </a:cubicBezTo>
                <a:cubicBezTo>
                  <a:pt x="411138" y="73298"/>
                  <a:pt x="417301" y="70625"/>
                  <a:pt x="425276" y="69229"/>
                </a:cubicBezTo>
                <a:cubicBezTo>
                  <a:pt x="433250" y="67834"/>
                  <a:pt x="442573" y="67079"/>
                  <a:pt x="453243" y="66963"/>
                </a:cubicBezTo>
                <a:lnTo>
                  <a:pt x="453243" y="60540"/>
                </a:lnTo>
                <a:cubicBezTo>
                  <a:pt x="453243" y="53001"/>
                  <a:pt x="451642" y="47829"/>
                  <a:pt x="448441" y="45025"/>
                </a:cubicBezTo>
                <a:cubicBezTo>
                  <a:pt x="445240" y="42221"/>
                  <a:pt x="441225" y="40819"/>
                  <a:pt x="436395" y="40819"/>
                </a:cubicBezTo>
                <a:cubicBezTo>
                  <a:pt x="431116" y="40819"/>
                  <a:pt x="426680" y="42301"/>
                  <a:pt x="423086" y="45265"/>
                </a:cubicBezTo>
                <a:cubicBezTo>
                  <a:pt x="419492" y="48229"/>
                  <a:pt x="417694" y="52974"/>
                  <a:pt x="417694" y="59499"/>
                </a:cubicBezTo>
                <a:lnTo>
                  <a:pt x="404048" y="59499"/>
                </a:lnTo>
                <a:cubicBezTo>
                  <a:pt x="404048" y="52594"/>
                  <a:pt x="405438" y="46992"/>
                  <a:pt x="408218" y="42693"/>
                </a:cubicBezTo>
                <a:cubicBezTo>
                  <a:pt x="410998" y="38391"/>
                  <a:pt x="414830" y="35261"/>
                  <a:pt x="419716" y="33302"/>
                </a:cubicBezTo>
                <a:cubicBezTo>
                  <a:pt x="424602" y="31341"/>
                  <a:pt x="430162" y="30361"/>
                  <a:pt x="436395" y="30361"/>
                </a:cubicBezTo>
                <a:cubicBezTo>
                  <a:pt x="440326" y="30361"/>
                  <a:pt x="444117" y="30771"/>
                  <a:pt x="447767" y="31592"/>
                </a:cubicBezTo>
                <a:cubicBezTo>
                  <a:pt x="451418" y="32411"/>
                  <a:pt x="454703" y="33903"/>
                  <a:pt x="457623" y="36070"/>
                </a:cubicBezTo>
                <a:cubicBezTo>
                  <a:pt x="460543" y="38236"/>
                  <a:pt x="462846" y="41266"/>
                  <a:pt x="464531" y="45159"/>
                </a:cubicBezTo>
                <a:cubicBezTo>
                  <a:pt x="466215" y="49053"/>
                  <a:pt x="467058" y="54074"/>
                  <a:pt x="467058" y="60221"/>
                </a:cubicBezTo>
                <a:lnTo>
                  <a:pt x="467058" y="117396"/>
                </a:lnTo>
                <a:lnTo>
                  <a:pt x="454085" y="117396"/>
                </a:lnTo>
                <a:lnTo>
                  <a:pt x="453580" y="105420"/>
                </a:lnTo>
                <a:cubicBezTo>
                  <a:pt x="449986" y="109581"/>
                  <a:pt x="445802" y="112870"/>
                  <a:pt x="441028" y="115288"/>
                </a:cubicBezTo>
                <a:cubicBezTo>
                  <a:pt x="436255" y="117705"/>
                  <a:pt x="430723" y="118914"/>
                  <a:pt x="424433" y="118914"/>
                </a:cubicBezTo>
                <a:moveTo>
                  <a:pt x="428140" y="108119"/>
                </a:moveTo>
                <a:cubicBezTo>
                  <a:pt x="433475" y="108119"/>
                  <a:pt x="438248" y="106799"/>
                  <a:pt x="442460" y="104160"/>
                </a:cubicBezTo>
                <a:cubicBezTo>
                  <a:pt x="446672" y="101521"/>
                  <a:pt x="450238" y="98066"/>
                  <a:pt x="453159" y="93795"/>
                </a:cubicBezTo>
                <a:lnTo>
                  <a:pt x="453159" y="75734"/>
                </a:lnTo>
                <a:cubicBezTo>
                  <a:pt x="439287" y="75911"/>
                  <a:pt x="429347" y="77409"/>
                  <a:pt x="423338" y="80227"/>
                </a:cubicBezTo>
                <a:cubicBezTo>
                  <a:pt x="417329" y="83044"/>
                  <a:pt x="414325" y="87685"/>
                  <a:pt x="414325" y="94151"/>
                </a:cubicBezTo>
                <a:cubicBezTo>
                  <a:pt x="414325" y="98422"/>
                  <a:pt x="415476" y="101818"/>
                  <a:pt x="417779" y="104340"/>
                </a:cubicBezTo>
                <a:cubicBezTo>
                  <a:pt x="420081" y="106859"/>
                  <a:pt x="423535" y="108119"/>
                  <a:pt x="428140" y="108119"/>
                </a:cubicBezTo>
                <a:close/>
                <a:moveTo>
                  <a:pt x="511498" y="117396"/>
                </a:moveTo>
                <a:cubicBezTo>
                  <a:pt x="504927" y="117396"/>
                  <a:pt x="499859" y="116292"/>
                  <a:pt x="496293" y="114083"/>
                </a:cubicBezTo>
                <a:cubicBezTo>
                  <a:pt x="492727" y="111875"/>
                  <a:pt x="490284" y="108693"/>
                  <a:pt x="488964" y="104540"/>
                </a:cubicBezTo>
                <a:cubicBezTo>
                  <a:pt x="487644" y="100386"/>
                  <a:pt x="486984" y="95394"/>
                  <a:pt x="486984" y="89562"/>
                </a:cubicBezTo>
                <a:lnTo>
                  <a:pt x="486984" y="43264"/>
                </a:lnTo>
                <a:lnTo>
                  <a:pt x="473338" y="43264"/>
                </a:lnTo>
                <a:lnTo>
                  <a:pt x="473338" y="31879"/>
                </a:lnTo>
                <a:lnTo>
                  <a:pt x="486984" y="31879"/>
                </a:lnTo>
                <a:lnTo>
                  <a:pt x="486984" y="13072"/>
                </a:lnTo>
                <a:lnTo>
                  <a:pt x="501052" y="13072"/>
                </a:lnTo>
                <a:lnTo>
                  <a:pt x="501052" y="31879"/>
                </a:lnTo>
                <a:lnTo>
                  <a:pt x="521353" y="31879"/>
                </a:lnTo>
                <a:lnTo>
                  <a:pt x="521353" y="43264"/>
                </a:lnTo>
                <a:lnTo>
                  <a:pt x="501052" y="43264"/>
                </a:lnTo>
                <a:lnTo>
                  <a:pt x="501052" y="89259"/>
                </a:lnTo>
                <a:cubicBezTo>
                  <a:pt x="501052" y="94666"/>
                  <a:pt x="501712" y="98795"/>
                  <a:pt x="503032" y="101649"/>
                </a:cubicBezTo>
                <a:cubicBezTo>
                  <a:pt x="504351" y="104500"/>
                  <a:pt x="507482" y="105926"/>
                  <a:pt x="512424" y="105926"/>
                </a:cubicBezTo>
                <a:lnTo>
                  <a:pt x="521353" y="105926"/>
                </a:lnTo>
                <a:lnTo>
                  <a:pt x="521353" y="117396"/>
                </a:lnTo>
                <a:lnTo>
                  <a:pt x="511498" y="117396"/>
                </a:lnTo>
                <a:close/>
                <a:moveTo>
                  <a:pt x="532674" y="117396"/>
                </a:moveTo>
                <a:lnTo>
                  <a:pt x="532674" y="31879"/>
                </a:lnTo>
                <a:lnTo>
                  <a:pt x="546742" y="31879"/>
                </a:lnTo>
                <a:lnTo>
                  <a:pt x="546742" y="117396"/>
                </a:lnTo>
                <a:lnTo>
                  <a:pt x="532674" y="117396"/>
                </a:lnTo>
                <a:moveTo>
                  <a:pt x="539750" y="16361"/>
                </a:moveTo>
                <a:cubicBezTo>
                  <a:pt x="537054" y="16361"/>
                  <a:pt x="534920" y="15588"/>
                  <a:pt x="533348" y="14042"/>
                </a:cubicBezTo>
                <a:cubicBezTo>
                  <a:pt x="531775" y="12496"/>
                  <a:pt x="530989" y="10542"/>
                  <a:pt x="530989" y="8181"/>
                </a:cubicBezTo>
                <a:cubicBezTo>
                  <a:pt x="530989" y="5819"/>
                  <a:pt x="531775" y="3865"/>
                  <a:pt x="533348" y="2319"/>
                </a:cubicBezTo>
                <a:cubicBezTo>
                  <a:pt x="534920" y="773"/>
                  <a:pt x="537054" y="0"/>
                  <a:pt x="539750" y="0"/>
                </a:cubicBezTo>
                <a:cubicBezTo>
                  <a:pt x="542389" y="0"/>
                  <a:pt x="544523" y="773"/>
                  <a:pt x="546152" y="2319"/>
                </a:cubicBezTo>
                <a:cubicBezTo>
                  <a:pt x="547781" y="3865"/>
                  <a:pt x="548595" y="5819"/>
                  <a:pt x="548595" y="8181"/>
                </a:cubicBezTo>
                <a:cubicBezTo>
                  <a:pt x="548595" y="10542"/>
                  <a:pt x="547781" y="12496"/>
                  <a:pt x="546152" y="14042"/>
                </a:cubicBezTo>
                <a:cubicBezTo>
                  <a:pt x="544523" y="15588"/>
                  <a:pt x="542389" y="16361"/>
                  <a:pt x="539750" y="16361"/>
                </a:cubicBezTo>
                <a:close/>
                <a:moveTo>
                  <a:pt x="599484" y="118914"/>
                </a:moveTo>
                <a:cubicBezTo>
                  <a:pt x="591791" y="118914"/>
                  <a:pt x="585220" y="117157"/>
                  <a:pt x="579773" y="113643"/>
                </a:cubicBezTo>
                <a:cubicBezTo>
                  <a:pt x="574325" y="110129"/>
                  <a:pt x="570156" y="105078"/>
                  <a:pt x="567264" y="98489"/>
                </a:cubicBezTo>
                <a:cubicBezTo>
                  <a:pt x="564371" y="91900"/>
                  <a:pt x="562925" y="84037"/>
                  <a:pt x="562925" y="74901"/>
                </a:cubicBezTo>
                <a:cubicBezTo>
                  <a:pt x="562925" y="65647"/>
                  <a:pt x="564371" y="57696"/>
                  <a:pt x="567264" y="51050"/>
                </a:cubicBezTo>
                <a:cubicBezTo>
                  <a:pt x="570156" y="44403"/>
                  <a:pt x="574325" y="39294"/>
                  <a:pt x="579773" y="35722"/>
                </a:cubicBezTo>
                <a:cubicBezTo>
                  <a:pt x="585220" y="32148"/>
                  <a:pt x="591791" y="30361"/>
                  <a:pt x="599484" y="30361"/>
                </a:cubicBezTo>
                <a:cubicBezTo>
                  <a:pt x="607347" y="30361"/>
                  <a:pt x="614086" y="32148"/>
                  <a:pt x="619702" y="35722"/>
                </a:cubicBezTo>
                <a:cubicBezTo>
                  <a:pt x="625317" y="39294"/>
                  <a:pt x="629613" y="44403"/>
                  <a:pt x="632590" y="51050"/>
                </a:cubicBezTo>
                <a:cubicBezTo>
                  <a:pt x="635566" y="57696"/>
                  <a:pt x="637054" y="65647"/>
                  <a:pt x="637054" y="74901"/>
                </a:cubicBezTo>
                <a:cubicBezTo>
                  <a:pt x="637054" y="84037"/>
                  <a:pt x="635566" y="91900"/>
                  <a:pt x="632590" y="98489"/>
                </a:cubicBezTo>
                <a:cubicBezTo>
                  <a:pt x="629613" y="105078"/>
                  <a:pt x="625317" y="110129"/>
                  <a:pt x="619702" y="113643"/>
                </a:cubicBezTo>
                <a:cubicBezTo>
                  <a:pt x="614086" y="117157"/>
                  <a:pt x="607347" y="118914"/>
                  <a:pt x="599484" y="118914"/>
                </a:cubicBezTo>
                <a:moveTo>
                  <a:pt x="599484" y="107782"/>
                </a:moveTo>
                <a:cubicBezTo>
                  <a:pt x="605156" y="107782"/>
                  <a:pt x="609663" y="106356"/>
                  <a:pt x="613005" y="103504"/>
                </a:cubicBezTo>
                <a:cubicBezTo>
                  <a:pt x="616346" y="100653"/>
                  <a:pt x="618761" y="96762"/>
                  <a:pt x="620249" y="91832"/>
                </a:cubicBezTo>
                <a:cubicBezTo>
                  <a:pt x="621737" y="86900"/>
                  <a:pt x="622481" y="81255"/>
                  <a:pt x="622481" y="74898"/>
                </a:cubicBezTo>
                <a:cubicBezTo>
                  <a:pt x="622481" y="68542"/>
                  <a:pt x="621737" y="62868"/>
                  <a:pt x="620249" y="57878"/>
                </a:cubicBezTo>
                <a:cubicBezTo>
                  <a:pt x="618761" y="52887"/>
                  <a:pt x="616346" y="48950"/>
                  <a:pt x="613005" y="46069"/>
                </a:cubicBezTo>
                <a:cubicBezTo>
                  <a:pt x="609663" y="43187"/>
                  <a:pt x="605156" y="41746"/>
                  <a:pt x="599484" y="41746"/>
                </a:cubicBezTo>
                <a:cubicBezTo>
                  <a:pt x="594149" y="41746"/>
                  <a:pt x="589853" y="43187"/>
                  <a:pt x="586596" y="46069"/>
                </a:cubicBezTo>
                <a:cubicBezTo>
                  <a:pt x="583339" y="48950"/>
                  <a:pt x="580994" y="52887"/>
                  <a:pt x="579562" y="57878"/>
                </a:cubicBezTo>
                <a:cubicBezTo>
                  <a:pt x="578130" y="62868"/>
                  <a:pt x="577414" y="68571"/>
                  <a:pt x="577414" y="74988"/>
                </a:cubicBezTo>
                <a:cubicBezTo>
                  <a:pt x="577414" y="81285"/>
                  <a:pt x="578130" y="86900"/>
                  <a:pt x="579562" y="91832"/>
                </a:cubicBezTo>
                <a:cubicBezTo>
                  <a:pt x="580994" y="96762"/>
                  <a:pt x="583339" y="100653"/>
                  <a:pt x="586596" y="103504"/>
                </a:cubicBezTo>
                <a:cubicBezTo>
                  <a:pt x="589853" y="106356"/>
                  <a:pt x="594149" y="107782"/>
                  <a:pt x="599484" y="107782"/>
                </a:cubicBezTo>
                <a:close/>
                <a:moveTo>
                  <a:pt x="650608" y="117396"/>
                </a:moveTo>
                <a:lnTo>
                  <a:pt x="650608" y="31879"/>
                </a:lnTo>
                <a:lnTo>
                  <a:pt x="664254" y="31879"/>
                </a:lnTo>
                <a:lnTo>
                  <a:pt x="664591" y="43770"/>
                </a:lnTo>
                <a:cubicBezTo>
                  <a:pt x="667006" y="40509"/>
                  <a:pt x="670460" y="37459"/>
                  <a:pt x="674953" y="34620"/>
                </a:cubicBezTo>
                <a:cubicBezTo>
                  <a:pt x="679445" y="31781"/>
                  <a:pt x="685061" y="30361"/>
                  <a:pt x="691800" y="30361"/>
                </a:cubicBezTo>
                <a:cubicBezTo>
                  <a:pt x="700561" y="30361"/>
                  <a:pt x="706822" y="33106"/>
                  <a:pt x="710585" y="38597"/>
                </a:cubicBezTo>
                <a:cubicBezTo>
                  <a:pt x="714348" y="44086"/>
                  <a:pt x="716229" y="51818"/>
                  <a:pt x="716229" y="61792"/>
                </a:cubicBezTo>
                <a:lnTo>
                  <a:pt x="716229" y="117396"/>
                </a:lnTo>
                <a:lnTo>
                  <a:pt x="702246" y="117396"/>
                </a:lnTo>
                <a:lnTo>
                  <a:pt x="702246" y="63408"/>
                </a:lnTo>
                <a:cubicBezTo>
                  <a:pt x="702246" y="59301"/>
                  <a:pt x="701866" y="55643"/>
                  <a:pt x="701108" y="52431"/>
                </a:cubicBezTo>
                <a:cubicBezTo>
                  <a:pt x="700350" y="49217"/>
                  <a:pt x="698974" y="46704"/>
                  <a:pt x="696981" y="44891"/>
                </a:cubicBezTo>
                <a:cubicBezTo>
                  <a:pt x="694987" y="43076"/>
                  <a:pt x="692137" y="42168"/>
                  <a:pt x="688431" y="42168"/>
                </a:cubicBezTo>
                <a:cubicBezTo>
                  <a:pt x="682759" y="42168"/>
                  <a:pt x="677971" y="43611"/>
                  <a:pt x="674068" y="46496"/>
                </a:cubicBezTo>
                <a:cubicBezTo>
                  <a:pt x="670165" y="49381"/>
                  <a:pt x="667034" y="52490"/>
                  <a:pt x="664676" y="55823"/>
                </a:cubicBezTo>
                <a:lnTo>
                  <a:pt x="664676" y="117396"/>
                </a:lnTo>
                <a:lnTo>
                  <a:pt x="650608" y="117396"/>
                </a:lnTo>
                <a:close/>
                <a:moveTo>
                  <a:pt x="768417" y="117396"/>
                </a:moveTo>
                <a:lnTo>
                  <a:pt x="768417" y="3879"/>
                </a:lnTo>
                <a:lnTo>
                  <a:pt x="809356" y="3879"/>
                </a:lnTo>
                <a:cubicBezTo>
                  <a:pt x="816376" y="3879"/>
                  <a:pt x="822680" y="5213"/>
                  <a:pt x="828268" y="7880"/>
                </a:cubicBezTo>
                <a:cubicBezTo>
                  <a:pt x="833855" y="10547"/>
                  <a:pt x="838278" y="14479"/>
                  <a:pt x="841535" y="19674"/>
                </a:cubicBezTo>
                <a:cubicBezTo>
                  <a:pt x="844792" y="24868"/>
                  <a:pt x="846421" y="31227"/>
                  <a:pt x="846421" y="38752"/>
                </a:cubicBezTo>
                <a:cubicBezTo>
                  <a:pt x="846421" y="46109"/>
                  <a:pt x="844792" y="52287"/>
                  <a:pt x="841535" y="57285"/>
                </a:cubicBezTo>
                <a:cubicBezTo>
                  <a:pt x="838278" y="62282"/>
                  <a:pt x="833855" y="66072"/>
                  <a:pt x="828268" y="68655"/>
                </a:cubicBezTo>
                <a:cubicBezTo>
                  <a:pt x="822680" y="71238"/>
                  <a:pt x="816376" y="72529"/>
                  <a:pt x="809356" y="72529"/>
                </a:cubicBezTo>
                <a:lnTo>
                  <a:pt x="783580" y="72529"/>
                </a:lnTo>
                <a:lnTo>
                  <a:pt x="783580" y="117396"/>
                </a:lnTo>
                <a:lnTo>
                  <a:pt x="768417" y="117396"/>
                </a:lnTo>
                <a:moveTo>
                  <a:pt x="783580" y="59963"/>
                </a:moveTo>
                <a:lnTo>
                  <a:pt x="808177" y="59963"/>
                </a:lnTo>
                <a:cubicBezTo>
                  <a:pt x="814972" y="59963"/>
                  <a:pt x="820504" y="58210"/>
                  <a:pt x="824772" y="54703"/>
                </a:cubicBezTo>
                <a:cubicBezTo>
                  <a:pt x="829040" y="51196"/>
                  <a:pt x="831174" y="45879"/>
                  <a:pt x="831174" y="38752"/>
                </a:cubicBezTo>
                <a:cubicBezTo>
                  <a:pt x="831174" y="31120"/>
                  <a:pt x="829040" y="25480"/>
                  <a:pt x="824772" y="21833"/>
                </a:cubicBezTo>
                <a:cubicBezTo>
                  <a:pt x="820504" y="18185"/>
                  <a:pt x="814972" y="16361"/>
                  <a:pt x="808177" y="16361"/>
                </a:cubicBezTo>
                <a:lnTo>
                  <a:pt x="783580" y="16361"/>
                </a:lnTo>
                <a:lnTo>
                  <a:pt x="783580" y="59963"/>
                </a:lnTo>
                <a:close/>
                <a:moveTo>
                  <a:pt x="857268" y="117396"/>
                </a:moveTo>
                <a:lnTo>
                  <a:pt x="857268" y="3879"/>
                </a:lnTo>
                <a:lnTo>
                  <a:pt x="871251" y="3879"/>
                </a:lnTo>
                <a:lnTo>
                  <a:pt x="871251" y="43770"/>
                </a:lnTo>
                <a:cubicBezTo>
                  <a:pt x="873722" y="40509"/>
                  <a:pt x="877190" y="37459"/>
                  <a:pt x="881654" y="34620"/>
                </a:cubicBezTo>
                <a:cubicBezTo>
                  <a:pt x="886119" y="31781"/>
                  <a:pt x="891805" y="30361"/>
                  <a:pt x="898713" y="30361"/>
                </a:cubicBezTo>
                <a:cubicBezTo>
                  <a:pt x="907305" y="30361"/>
                  <a:pt x="913482" y="33091"/>
                  <a:pt x="917245" y="38552"/>
                </a:cubicBezTo>
                <a:cubicBezTo>
                  <a:pt x="921007" y="44011"/>
                  <a:pt x="922889" y="51758"/>
                  <a:pt x="922889" y="61792"/>
                </a:cubicBezTo>
                <a:lnTo>
                  <a:pt x="922889" y="117396"/>
                </a:lnTo>
                <a:lnTo>
                  <a:pt x="908905" y="117396"/>
                </a:lnTo>
                <a:lnTo>
                  <a:pt x="908905" y="63408"/>
                </a:lnTo>
                <a:cubicBezTo>
                  <a:pt x="908905" y="59301"/>
                  <a:pt x="908540" y="55643"/>
                  <a:pt x="907810" y="52431"/>
                </a:cubicBezTo>
                <a:cubicBezTo>
                  <a:pt x="907080" y="49217"/>
                  <a:pt x="905746" y="46704"/>
                  <a:pt x="903809" y="44891"/>
                </a:cubicBezTo>
                <a:cubicBezTo>
                  <a:pt x="901871" y="43076"/>
                  <a:pt x="899021" y="42168"/>
                  <a:pt x="895259" y="42168"/>
                </a:cubicBezTo>
                <a:cubicBezTo>
                  <a:pt x="889531" y="42168"/>
                  <a:pt x="884701" y="43611"/>
                  <a:pt x="880770" y="46496"/>
                </a:cubicBezTo>
                <a:cubicBezTo>
                  <a:pt x="876839" y="49381"/>
                  <a:pt x="873694" y="52490"/>
                  <a:pt x="871335" y="55823"/>
                </a:cubicBezTo>
                <a:lnTo>
                  <a:pt x="871335" y="117396"/>
                </a:lnTo>
                <a:lnTo>
                  <a:pt x="857268" y="117396"/>
                </a:lnTo>
                <a:close/>
                <a:moveTo>
                  <a:pt x="961209" y="118914"/>
                </a:moveTo>
                <a:cubicBezTo>
                  <a:pt x="956772" y="118914"/>
                  <a:pt x="952729" y="118014"/>
                  <a:pt x="949078" y="116213"/>
                </a:cubicBezTo>
                <a:cubicBezTo>
                  <a:pt x="945428" y="114410"/>
                  <a:pt x="942508" y="111708"/>
                  <a:pt x="940318" y="108106"/>
                </a:cubicBezTo>
                <a:cubicBezTo>
                  <a:pt x="938127" y="104502"/>
                  <a:pt x="937032" y="100027"/>
                  <a:pt x="937032" y="94681"/>
                </a:cubicBezTo>
                <a:cubicBezTo>
                  <a:pt x="937032" y="87011"/>
                  <a:pt x="939209" y="81201"/>
                  <a:pt x="943561" y="77249"/>
                </a:cubicBezTo>
                <a:cubicBezTo>
                  <a:pt x="947913" y="73298"/>
                  <a:pt x="954076" y="70625"/>
                  <a:pt x="962051" y="69229"/>
                </a:cubicBezTo>
                <a:cubicBezTo>
                  <a:pt x="970025" y="67834"/>
                  <a:pt x="979348" y="67079"/>
                  <a:pt x="990018" y="66963"/>
                </a:cubicBezTo>
                <a:lnTo>
                  <a:pt x="990018" y="60540"/>
                </a:lnTo>
                <a:cubicBezTo>
                  <a:pt x="990018" y="53001"/>
                  <a:pt x="988417" y="47829"/>
                  <a:pt x="985216" y="45025"/>
                </a:cubicBezTo>
                <a:cubicBezTo>
                  <a:pt x="982015" y="42221"/>
                  <a:pt x="978000" y="40819"/>
                  <a:pt x="973170" y="40819"/>
                </a:cubicBezTo>
                <a:cubicBezTo>
                  <a:pt x="967891" y="40819"/>
                  <a:pt x="963455" y="42301"/>
                  <a:pt x="959861" y="45265"/>
                </a:cubicBezTo>
                <a:cubicBezTo>
                  <a:pt x="956267" y="48229"/>
                  <a:pt x="954470" y="52974"/>
                  <a:pt x="954470" y="59499"/>
                </a:cubicBezTo>
                <a:lnTo>
                  <a:pt x="940823" y="59499"/>
                </a:lnTo>
                <a:cubicBezTo>
                  <a:pt x="940823" y="52594"/>
                  <a:pt x="942213" y="46992"/>
                  <a:pt x="944993" y="42693"/>
                </a:cubicBezTo>
                <a:cubicBezTo>
                  <a:pt x="947773" y="38391"/>
                  <a:pt x="951605" y="35261"/>
                  <a:pt x="956491" y="33302"/>
                </a:cubicBezTo>
                <a:cubicBezTo>
                  <a:pt x="961377" y="31341"/>
                  <a:pt x="966937" y="30361"/>
                  <a:pt x="973170" y="30361"/>
                </a:cubicBezTo>
                <a:cubicBezTo>
                  <a:pt x="977101" y="30361"/>
                  <a:pt x="980892" y="30771"/>
                  <a:pt x="984542" y="31592"/>
                </a:cubicBezTo>
                <a:cubicBezTo>
                  <a:pt x="988193" y="32411"/>
                  <a:pt x="991478" y="33903"/>
                  <a:pt x="994398" y="36070"/>
                </a:cubicBezTo>
                <a:cubicBezTo>
                  <a:pt x="997318" y="38236"/>
                  <a:pt x="999621" y="41266"/>
                  <a:pt x="1001306" y="45159"/>
                </a:cubicBezTo>
                <a:cubicBezTo>
                  <a:pt x="1002990" y="49053"/>
                  <a:pt x="1003833" y="54074"/>
                  <a:pt x="1003833" y="60221"/>
                </a:cubicBezTo>
                <a:lnTo>
                  <a:pt x="1003833" y="117396"/>
                </a:lnTo>
                <a:lnTo>
                  <a:pt x="990860" y="117396"/>
                </a:lnTo>
                <a:lnTo>
                  <a:pt x="990355" y="105420"/>
                </a:lnTo>
                <a:cubicBezTo>
                  <a:pt x="986761" y="109581"/>
                  <a:pt x="982577" y="112870"/>
                  <a:pt x="977803" y="115288"/>
                </a:cubicBezTo>
                <a:cubicBezTo>
                  <a:pt x="973030" y="117705"/>
                  <a:pt x="967498" y="118914"/>
                  <a:pt x="961209" y="118914"/>
                </a:cubicBezTo>
                <a:moveTo>
                  <a:pt x="964915" y="108119"/>
                </a:moveTo>
                <a:cubicBezTo>
                  <a:pt x="970250" y="108119"/>
                  <a:pt x="975024" y="106799"/>
                  <a:pt x="979235" y="104160"/>
                </a:cubicBezTo>
                <a:cubicBezTo>
                  <a:pt x="983447" y="101521"/>
                  <a:pt x="987013" y="98066"/>
                  <a:pt x="989934" y="93795"/>
                </a:cubicBezTo>
                <a:lnTo>
                  <a:pt x="989934" y="75734"/>
                </a:lnTo>
                <a:cubicBezTo>
                  <a:pt x="976062" y="75911"/>
                  <a:pt x="966122" y="77409"/>
                  <a:pt x="960113" y="80227"/>
                </a:cubicBezTo>
                <a:cubicBezTo>
                  <a:pt x="954105" y="83044"/>
                  <a:pt x="951100" y="87685"/>
                  <a:pt x="951100" y="94151"/>
                </a:cubicBezTo>
                <a:cubicBezTo>
                  <a:pt x="951100" y="98422"/>
                  <a:pt x="952251" y="101818"/>
                  <a:pt x="954554" y="104340"/>
                </a:cubicBezTo>
                <a:cubicBezTo>
                  <a:pt x="956856" y="106859"/>
                  <a:pt x="960310" y="108119"/>
                  <a:pt x="964915" y="108119"/>
                </a:cubicBezTo>
                <a:close/>
                <a:moveTo>
                  <a:pt x="1050747" y="118914"/>
                </a:moveTo>
                <a:cubicBezTo>
                  <a:pt x="1046086" y="118914"/>
                  <a:pt x="1041692" y="118397"/>
                  <a:pt x="1037564" y="117364"/>
                </a:cubicBezTo>
                <a:cubicBezTo>
                  <a:pt x="1033436" y="116331"/>
                  <a:pt x="1029800" y="114664"/>
                  <a:pt x="1026655" y="112362"/>
                </a:cubicBezTo>
                <a:cubicBezTo>
                  <a:pt x="1023510" y="110059"/>
                  <a:pt x="1021054" y="107077"/>
                  <a:pt x="1019285" y="103417"/>
                </a:cubicBezTo>
                <a:cubicBezTo>
                  <a:pt x="1017516" y="99757"/>
                  <a:pt x="1016631" y="95300"/>
                  <a:pt x="1016631" y="90045"/>
                </a:cubicBezTo>
                <a:lnTo>
                  <a:pt x="1030193" y="90045"/>
                </a:lnTo>
                <a:cubicBezTo>
                  <a:pt x="1030193" y="96850"/>
                  <a:pt x="1032187" y="101620"/>
                  <a:pt x="1036174" y="104355"/>
                </a:cubicBezTo>
                <a:cubicBezTo>
                  <a:pt x="1040161" y="107089"/>
                  <a:pt x="1045131" y="108456"/>
                  <a:pt x="1051084" y="108456"/>
                </a:cubicBezTo>
                <a:cubicBezTo>
                  <a:pt x="1056419" y="108456"/>
                  <a:pt x="1060814" y="107368"/>
                  <a:pt x="1064267" y="105191"/>
                </a:cubicBezTo>
                <a:cubicBezTo>
                  <a:pt x="1067721" y="103014"/>
                  <a:pt x="1069448" y="99441"/>
                  <a:pt x="1069448" y="94472"/>
                </a:cubicBezTo>
                <a:cubicBezTo>
                  <a:pt x="1069448" y="90222"/>
                  <a:pt x="1067890" y="87094"/>
                  <a:pt x="1064773" y="85087"/>
                </a:cubicBezTo>
                <a:cubicBezTo>
                  <a:pt x="1061656" y="83079"/>
                  <a:pt x="1056139" y="81042"/>
                  <a:pt x="1048220" y="78976"/>
                </a:cubicBezTo>
                <a:cubicBezTo>
                  <a:pt x="1041818" y="77382"/>
                  <a:pt x="1036455" y="75537"/>
                  <a:pt x="1032131" y="73441"/>
                </a:cubicBezTo>
                <a:cubicBezTo>
                  <a:pt x="1027807" y="71345"/>
                  <a:pt x="1024549" y="68688"/>
                  <a:pt x="1022359" y="65471"/>
                </a:cubicBezTo>
                <a:cubicBezTo>
                  <a:pt x="1020169" y="62254"/>
                  <a:pt x="1019074" y="58195"/>
                  <a:pt x="1019074" y="53295"/>
                </a:cubicBezTo>
                <a:cubicBezTo>
                  <a:pt x="1019074" y="49518"/>
                  <a:pt x="1019846" y="46198"/>
                  <a:pt x="1021391" y="43336"/>
                </a:cubicBezTo>
                <a:cubicBezTo>
                  <a:pt x="1022935" y="40472"/>
                  <a:pt x="1025097" y="38080"/>
                  <a:pt x="1027877" y="36162"/>
                </a:cubicBezTo>
                <a:cubicBezTo>
                  <a:pt x="1030657" y="34243"/>
                  <a:pt x="1033914" y="32797"/>
                  <a:pt x="1037648" y="31824"/>
                </a:cubicBezTo>
                <a:cubicBezTo>
                  <a:pt x="1041383" y="30849"/>
                  <a:pt x="1045440" y="30361"/>
                  <a:pt x="1049821" y="30361"/>
                </a:cubicBezTo>
                <a:cubicBezTo>
                  <a:pt x="1054145" y="30361"/>
                  <a:pt x="1058202" y="30893"/>
                  <a:pt x="1061993" y="31955"/>
                </a:cubicBezTo>
                <a:cubicBezTo>
                  <a:pt x="1065784" y="33018"/>
                  <a:pt x="1069139" y="34657"/>
                  <a:pt x="1072059" y="36871"/>
                </a:cubicBezTo>
                <a:cubicBezTo>
                  <a:pt x="1074980" y="39085"/>
                  <a:pt x="1077268" y="41948"/>
                  <a:pt x="1078925" y="45460"/>
                </a:cubicBezTo>
                <a:cubicBezTo>
                  <a:pt x="1080581" y="48972"/>
                  <a:pt x="1081410" y="53148"/>
                  <a:pt x="1081410" y="57989"/>
                </a:cubicBezTo>
                <a:lnTo>
                  <a:pt x="1067763" y="57989"/>
                </a:lnTo>
                <a:cubicBezTo>
                  <a:pt x="1067763" y="51834"/>
                  <a:pt x="1066036" y="47462"/>
                  <a:pt x="1062583" y="44872"/>
                </a:cubicBezTo>
                <a:cubicBezTo>
                  <a:pt x="1059129" y="42282"/>
                  <a:pt x="1054875" y="40987"/>
                  <a:pt x="1049821" y="40987"/>
                </a:cubicBezTo>
                <a:cubicBezTo>
                  <a:pt x="1044766" y="40987"/>
                  <a:pt x="1040667" y="41946"/>
                  <a:pt x="1037522" y="43863"/>
                </a:cubicBezTo>
                <a:cubicBezTo>
                  <a:pt x="1034377" y="45778"/>
                  <a:pt x="1032805" y="48774"/>
                  <a:pt x="1032805" y="52852"/>
                </a:cubicBezTo>
                <a:cubicBezTo>
                  <a:pt x="1032805" y="55154"/>
                  <a:pt x="1033507" y="57103"/>
                  <a:pt x="1034911" y="58698"/>
                </a:cubicBezTo>
                <a:cubicBezTo>
                  <a:pt x="1036315" y="60292"/>
                  <a:pt x="1038673" y="61724"/>
                  <a:pt x="1041987" y="62994"/>
                </a:cubicBezTo>
                <a:cubicBezTo>
                  <a:pt x="1045300" y="64262"/>
                  <a:pt x="1049736" y="65605"/>
                  <a:pt x="1055296" y="67021"/>
                </a:cubicBezTo>
                <a:cubicBezTo>
                  <a:pt x="1061474" y="68557"/>
                  <a:pt x="1066626" y="70387"/>
                  <a:pt x="1070754" y="72513"/>
                </a:cubicBezTo>
                <a:cubicBezTo>
                  <a:pt x="1074881" y="74638"/>
                  <a:pt x="1077998" y="77383"/>
                  <a:pt x="1080104" y="80749"/>
                </a:cubicBezTo>
                <a:cubicBezTo>
                  <a:pt x="1082210" y="84114"/>
                  <a:pt x="1083263" y="88453"/>
                  <a:pt x="1083263" y="93766"/>
                </a:cubicBezTo>
                <a:cubicBezTo>
                  <a:pt x="1083263" y="98134"/>
                  <a:pt x="1082449" y="101912"/>
                  <a:pt x="1080820" y="105101"/>
                </a:cubicBezTo>
                <a:cubicBezTo>
                  <a:pt x="1079192" y="108289"/>
                  <a:pt x="1076903" y="110900"/>
                  <a:pt x="1073955" y="112937"/>
                </a:cubicBezTo>
                <a:cubicBezTo>
                  <a:pt x="1071006" y="114973"/>
                  <a:pt x="1067553" y="116478"/>
                  <a:pt x="1063594" y="117451"/>
                </a:cubicBezTo>
                <a:cubicBezTo>
                  <a:pt x="1059634" y="118426"/>
                  <a:pt x="1055352" y="118914"/>
                  <a:pt x="1050747" y="118914"/>
                </a:cubicBezTo>
                <a:close/>
                <a:moveTo>
                  <a:pt x="1130057" y="118914"/>
                </a:moveTo>
                <a:cubicBezTo>
                  <a:pt x="1121521" y="118914"/>
                  <a:pt x="1114473" y="116969"/>
                  <a:pt x="1108913" y="113079"/>
                </a:cubicBezTo>
                <a:cubicBezTo>
                  <a:pt x="1103353" y="109187"/>
                  <a:pt x="1099212" y="103892"/>
                  <a:pt x="1096488" y="97192"/>
                </a:cubicBezTo>
                <a:cubicBezTo>
                  <a:pt x="1093764" y="90493"/>
                  <a:pt x="1092402" y="82960"/>
                  <a:pt x="1092402" y="74593"/>
                </a:cubicBezTo>
                <a:cubicBezTo>
                  <a:pt x="1092402" y="65876"/>
                  <a:pt x="1093722" y="58197"/>
                  <a:pt x="1096362" y="51556"/>
                </a:cubicBezTo>
                <a:cubicBezTo>
                  <a:pt x="1099001" y="44914"/>
                  <a:pt x="1103002" y="39721"/>
                  <a:pt x="1108365" y="35977"/>
                </a:cubicBezTo>
                <a:cubicBezTo>
                  <a:pt x="1113729" y="32233"/>
                  <a:pt x="1120454" y="30361"/>
                  <a:pt x="1128540" y="30361"/>
                </a:cubicBezTo>
                <a:cubicBezTo>
                  <a:pt x="1139379" y="30361"/>
                  <a:pt x="1147859" y="33875"/>
                  <a:pt x="1153980" y="40903"/>
                </a:cubicBezTo>
                <a:cubicBezTo>
                  <a:pt x="1160101" y="47929"/>
                  <a:pt x="1163162" y="58030"/>
                  <a:pt x="1163162" y="71206"/>
                </a:cubicBezTo>
                <a:cubicBezTo>
                  <a:pt x="1163162" y="72085"/>
                  <a:pt x="1163148" y="73124"/>
                  <a:pt x="1163120" y="74324"/>
                </a:cubicBezTo>
                <a:cubicBezTo>
                  <a:pt x="1163092" y="75524"/>
                  <a:pt x="1163022" y="76387"/>
                  <a:pt x="1162909" y="76915"/>
                </a:cubicBezTo>
                <a:lnTo>
                  <a:pt x="1106554" y="76915"/>
                </a:lnTo>
                <a:cubicBezTo>
                  <a:pt x="1106610" y="82546"/>
                  <a:pt x="1107425" y="87718"/>
                  <a:pt x="1108997" y="92430"/>
                </a:cubicBezTo>
                <a:cubicBezTo>
                  <a:pt x="1110570" y="97142"/>
                  <a:pt x="1113083" y="100921"/>
                  <a:pt x="1116536" y="103768"/>
                </a:cubicBezTo>
                <a:cubicBezTo>
                  <a:pt x="1119990" y="106612"/>
                  <a:pt x="1124497" y="108035"/>
                  <a:pt x="1130057" y="108035"/>
                </a:cubicBezTo>
                <a:cubicBezTo>
                  <a:pt x="1136066" y="108035"/>
                  <a:pt x="1140741" y="106463"/>
                  <a:pt x="1144082" y="103320"/>
                </a:cubicBezTo>
                <a:cubicBezTo>
                  <a:pt x="1147424" y="100176"/>
                  <a:pt x="1149179" y="95642"/>
                  <a:pt x="1149347" y="89715"/>
                </a:cubicBezTo>
                <a:lnTo>
                  <a:pt x="1163246" y="89715"/>
                </a:lnTo>
                <a:cubicBezTo>
                  <a:pt x="1163078" y="95736"/>
                  <a:pt x="1161632" y="100925"/>
                  <a:pt x="1158908" y="105281"/>
                </a:cubicBezTo>
                <a:cubicBezTo>
                  <a:pt x="1156184" y="109634"/>
                  <a:pt x="1152380" y="112996"/>
                  <a:pt x="1147494" y="115364"/>
                </a:cubicBezTo>
                <a:cubicBezTo>
                  <a:pt x="1142608" y="117731"/>
                  <a:pt x="1136796" y="118914"/>
                  <a:pt x="1130057" y="118914"/>
                </a:cubicBezTo>
                <a:moveTo>
                  <a:pt x="1106639" y="66626"/>
                </a:moveTo>
                <a:lnTo>
                  <a:pt x="1149263" y="66626"/>
                </a:lnTo>
                <a:cubicBezTo>
                  <a:pt x="1149094" y="58378"/>
                  <a:pt x="1147213" y="52071"/>
                  <a:pt x="1143619" y="47705"/>
                </a:cubicBezTo>
                <a:cubicBezTo>
                  <a:pt x="1140025" y="43339"/>
                  <a:pt x="1134999" y="41156"/>
                  <a:pt x="1128540" y="41156"/>
                </a:cubicBezTo>
                <a:cubicBezTo>
                  <a:pt x="1121970" y="41156"/>
                  <a:pt x="1116845" y="43324"/>
                  <a:pt x="1113167" y="47660"/>
                </a:cubicBezTo>
                <a:cubicBezTo>
                  <a:pt x="1109489" y="51997"/>
                  <a:pt x="1107312" y="58318"/>
                  <a:pt x="1106639" y="666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BED17-EAB2-43B6-9D8A-8EEA93D7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137" y="1068384"/>
            <a:ext cx="1230476" cy="237964"/>
          </a:xfrm>
          <a:custGeom xmlns:a="http://schemas.openxmlformats.org/drawingml/2006/main">
            <a:pathLst>
              <a:path w="1230476" h="237964">
                <a:moveTo>
                  <a:pt x="0" y="0"/>
                </a:moveTo>
                <a:lnTo>
                  <a:pt x="1230476" y="0"/>
                </a:lnTo>
                <a:lnTo>
                  <a:pt x="1230476" y="237964"/>
                </a:lnTo>
                <a:lnTo>
                  <a:pt x="0" y="2379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RetrievalPhase">
            <a:extLst xmlns:a="http://schemas.openxmlformats.org/drawingml/2006/main">
              <a:ext uri="{FF2B5EF4-FFF2-40B4-BE49-F238E27FC236}">
                <a16:creationId xmlns:a16="http://schemas.microsoft.com/office/drawing/2014/main" id="{BA05E7A0-5B6E-4E04-99E8-8FDE4247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418" y="1126987"/>
            <a:ext cx="1010410" cy="118914"/>
          </a:xfrm>
          <a:custGeom xmlns:a="http://schemas.openxmlformats.org/drawingml/2006/main">
            <a:pathLst>
              <a:path w="1010410" h="118914">
                <a:moveTo>
                  <a:pt x="0" y="117396"/>
                </a:moveTo>
                <a:lnTo>
                  <a:pt x="0" y="3879"/>
                </a:lnTo>
                <a:lnTo>
                  <a:pt x="42877" y="3879"/>
                </a:lnTo>
                <a:cubicBezTo>
                  <a:pt x="49391" y="3879"/>
                  <a:pt x="55330" y="4920"/>
                  <a:pt x="60693" y="7000"/>
                </a:cubicBezTo>
                <a:cubicBezTo>
                  <a:pt x="66056" y="9080"/>
                  <a:pt x="70367" y="12341"/>
                  <a:pt x="73624" y="16783"/>
                </a:cubicBezTo>
                <a:cubicBezTo>
                  <a:pt x="76881" y="21225"/>
                  <a:pt x="78509" y="26988"/>
                  <a:pt x="78509" y="34072"/>
                </a:cubicBezTo>
                <a:cubicBezTo>
                  <a:pt x="78509" y="41268"/>
                  <a:pt x="76502" y="47397"/>
                  <a:pt x="72486" y="52457"/>
                </a:cubicBezTo>
                <a:cubicBezTo>
                  <a:pt x="68471" y="57517"/>
                  <a:pt x="62532" y="60947"/>
                  <a:pt x="54670" y="62746"/>
                </a:cubicBezTo>
                <a:cubicBezTo>
                  <a:pt x="58770" y="63365"/>
                  <a:pt x="62195" y="64672"/>
                  <a:pt x="64947" y="66668"/>
                </a:cubicBezTo>
                <a:cubicBezTo>
                  <a:pt x="67699" y="68664"/>
                  <a:pt x="70016" y="71489"/>
                  <a:pt x="71897" y="75144"/>
                </a:cubicBezTo>
                <a:cubicBezTo>
                  <a:pt x="73778" y="78798"/>
                  <a:pt x="75421" y="83408"/>
                  <a:pt x="76825" y="88975"/>
                </a:cubicBezTo>
                <a:lnTo>
                  <a:pt x="84238" y="117396"/>
                </a:lnTo>
                <a:lnTo>
                  <a:pt x="68822" y="117396"/>
                </a:lnTo>
                <a:lnTo>
                  <a:pt x="62252" y="91336"/>
                </a:lnTo>
                <a:cubicBezTo>
                  <a:pt x="60960" y="86107"/>
                  <a:pt x="59444" y="81876"/>
                  <a:pt x="57703" y="78643"/>
                </a:cubicBezTo>
                <a:cubicBezTo>
                  <a:pt x="55962" y="75411"/>
                  <a:pt x="53828" y="73049"/>
                  <a:pt x="51301" y="71559"/>
                </a:cubicBezTo>
                <a:cubicBezTo>
                  <a:pt x="48774" y="70069"/>
                  <a:pt x="45601" y="69324"/>
                  <a:pt x="41782" y="69324"/>
                </a:cubicBezTo>
                <a:lnTo>
                  <a:pt x="15163" y="69324"/>
                </a:lnTo>
                <a:lnTo>
                  <a:pt x="15163" y="117396"/>
                </a:lnTo>
                <a:lnTo>
                  <a:pt x="0" y="117396"/>
                </a:lnTo>
                <a:moveTo>
                  <a:pt x="15163" y="56674"/>
                </a:moveTo>
                <a:lnTo>
                  <a:pt x="40939" y="56674"/>
                </a:lnTo>
                <a:cubicBezTo>
                  <a:pt x="45095" y="56674"/>
                  <a:pt x="48858" y="55887"/>
                  <a:pt x="52227" y="54312"/>
                </a:cubicBezTo>
                <a:cubicBezTo>
                  <a:pt x="55597" y="52738"/>
                  <a:pt x="58278" y="50461"/>
                  <a:pt x="60272" y="47481"/>
                </a:cubicBezTo>
                <a:cubicBezTo>
                  <a:pt x="62266" y="44501"/>
                  <a:pt x="63262" y="40903"/>
                  <a:pt x="63262" y="36686"/>
                </a:cubicBezTo>
                <a:cubicBezTo>
                  <a:pt x="63262" y="30333"/>
                  <a:pt x="61395" y="25385"/>
                  <a:pt x="57661" y="21843"/>
                </a:cubicBezTo>
                <a:cubicBezTo>
                  <a:pt x="53926" y="18301"/>
                  <a:pt x="48521" y="16530"/>
                  <a:pt x="41445" y="16530"/>
                </a:cubicBezTo>
                <a:lnTo>
                  <a:pt x="15163" y="16530"/>
                </a:lnTo>
                <a:lnTo>
                  <a:pt x="15163" y="56674"/>
                </a:lnTo>
                <a:close/>
                <a:moveTo>
                  <a:pt x="129412" y="118914"/>
                </a:moveTo>
                <a:cubicBezTo>
                  <a:pt x="120876" y="118914"/>
                  <a:pt x="113828" y="116969"/>
                  <a:pt x="108269" y="113079"/>
                </a:cubicBezTo>
                <a:cubicBezTo>
                  <a:pt x="102709" y="109187"/>
                  <a:pt x="98567" y="103892"/>
                  <a:pt x="95844" y="97192"/>
                </a:cubicBezTo>
                <a:cubicBezTo>
                  <a:pt x="93120" y="90493"/>
                  <a:pt x="91758" y="82960"/>
                  <a:pt x="91758" y="74593"/>
                </a:cubicBezTo>
                <a:cubicBezTo>
                  <a:pt x="91758" y="65876"/>
                  <a:pt x="93078" y="58197"/>
                  <a:pt x="95717" y="51556"/>
                </a:cubicBezTo>
                <a:cubicBezTo>
                  <a:pt x="98357" y="44914"/>
                  <a:pt x="102358" y="39721"/>
                  <a:pt x="107721" y="35977"/>
                </a:cubicBezTo>
                <a:cubicBezTo>
                  <a:pt x="113084" y="32233"/>
                  <a:pt x="119809" y="30361"/>
                  <a:pt x="127896" y="30361"/>
                </a:cubicBezTo>
                <a:cubicBezTo>
                  <a:pt x="138735" y="30361"/>
                  <a:pt x="147215" y="33875"/>
                  <a:pt x="153336" y="40903"/>
                </a:cubicBezTo>
                <a:cubicBezTo>
                  <a:pt x="159457" y="47929"/>
                  <a:pt x="162518" y="58030"/>
                  <a:pt x="162518" y="71206"/>
                </a:cubicBezTo>
                <a:cubicBezTo>
                  <a:pt x="162518" y="72085"/>
                  <a:pt x="162504" y="73124"/>
                  <a:pt x="162476" y="74324"/>
                </a:cubicBezTo>
                <a:cubicBezTo>
                  <a:pt x="162448" y="75524"/>
                  <a:pt x="162377" y="76387"/>
                  <a:pt x="162265" y="76915"/>
                </a:cubicBezTo>
                <a:lnTo>
                  <a:pt x="105910" y="76915"/>
                </a:lnTo>
                <a:cubicBezTo>
                  <a:pt x="105966" y="82546"/>
                  <a:pt x="106780" y="87718"/>
                  <a:pt x="108353" y="92430"/>
                </a:cubicBezTo>
                <a:cubicBezTo>
                  <a:pt x="109925" y="97142"/>
                  <a:pt x="112438" y="100921"/>
                  <a:pt x="115892" y="103768"/>
                </a:cubicBezTo>
                <a:cubicBezTo>
                  <a:pt x="119346" y="106612"/>
                  <a:pt x="123853" y="108035"/>
                  <a:pt x="129412" y="108035"/>
                </a:cubicBezTo>
                <a:cubicBezTo>
                  <a:pt x="135421" y="108035"/>
                  <a:pt x="140096" y="106463"/>
                  <a:pt x="143438" y="103320"/>
                </a:cubicBezTo>
                <a:cubicBezTo>
                  <a:pt x="146779" y="100176"/>
                  <a:pt x="148534" y="95642"/>
                  <a:pt x="148703" y="89715"/>
                </a:cubicBezTo>
                <a:lnTo>
                  <a:pt x="162602" y="89715"/>
                </a:lnTo>
                <a:cubicBezTo>
                  <a:pt x="162433" y="95736"/>
                  <a:pt x="160987" y="100925"/>
                  <a:pt x="158264" y="105281"/>
                </a:cubicBezTo>
                <a:cubicBezTo>
                  <a:pt x="155540" y="109634"/>
                  <a:pt x="151735" y="112996"/>
                  <a:pt x="146850" y="115364"/>
                </a:cubicBezTo>
                <a:cubicBezTo>
                  <a:pt x="141964" y="117731"/>
                  <a:pt x="136151" y="118914"/>
                  <a:pt x="129412" y="118914"/>
                </a:cubicBezTo>
                <a:moveTo>
                  <a:pt x="105994" y="66626"/>
                </a:moveTo>
                <a:lnTo>
                  <a:pt x="148619" y="66626"/>
                </a:lnTo>
                <a:cubicBezTo>
                  <a:pt x="148450" y="58378"/>
                  <a:pt x="146569" y="52071"/>
                  <a:pt x="142975" y="47705"/>
                </a:cubicBezTo>
                <a:cubicBezTo>
                  <a:pt x="139380" y="43339"/>
                  <a:pt x="134354" y="41156"/>
                  <a:pt x="127896" y="41156"/>
                </a:cubicBezTo>
                <a:cubicBezTo>
                  <a:pt x="121326" y="41156"/>
                  <a:pt x="116201" y="43324"/>
                  <a:pt x="112523" y="47660"/>
                </a:cubicBezTo>
                <a:cubicBezTo>
                  <a:pt x="108844" y="51997"/>
                  <a:pt x="106668" y="58318"/>
                  <a:pt x="105994" y="66626"/>
                </a:cubicBezTo>
                <a:close/>
                <a:moveTo>
                  <a:pt x="204344" y="117396"/>
                </a:moveTo>
                <a:cubicBezTo>
                  <a:pt x="197773" y="117396"/>
                  <a:pt x="192705" y="116292"/>
                  <a:pt x="189139" y="114083"/>
                </a:cubicBezTo>
                <a:cubicBezTo>
                  <a:pt x="185573" y="111875"/>
                  <a:pt x="183130" y="108693"/>
                  <a:pt x="181810" y="104540"/>
                </a:cubicBezTo>
                <a:cubicBezTo>
                  <a:pt x="180491" y="100386"/>
                  <a:pt x="179831" y="95394"/>
                  <a:pt x="179831" y="89562"/>
                </a:cubicBezTo>
                <a:lnTo>
                  <a:pt x="179831" y="43264"/>
                </a:lnTo>
                <a:lnTo>
                  <a:pt x="166184" y="43264"/>
                </a:lnTo>
                <a:lnTo>
                  <a:pt x="166184" y="31879"/>
                </a:lnTo>
                <a:lnTo>
                  <a:pt x="179831" y="31879"/>
                </a:lnTo>
                <a:lnTo>
                  <a:pt x="179831" y="13072"/>
                </a:lnTo>
                <a:lnTo>
                  <a:pt x="193898" y="13072"/>
                </a:lnTo>
                <a:lnTo>
                  <a:pt x="193898" y="31879"/>
                </a:lnTo>
                <a:lnTo>
                  <a:pt x="214200" y="31879"/>
                </a:lnTo>
                <a:lnTo>
                  <a:pt x="214200" y="43264"/>
                </a:lnTo>
                <a:lnTo>
                  <a:pt x="193898" y="43264"/>
                </a:lnTo>
                <a:lnTo>
                  <a:pt x="193898" y="89259"/>
                </a:lnTo>
                <a:cubicBezTo>
                  <a:pt x="193898" y="94666"/>
                  <a:pt x="194558" y="98795"/>
                  <a:pt x="195878" y="101649"/>
                </a:cubicBezTo>
                <a:cubicBezTo>
                  <a:pt x="197198" y="104500"/>
                  <a:pt x="200328" y="105926"/>
                  <a:pt x="205270" y="105926"/>
                </a:cubicBezTo>
                <a:lnTo>
                  <a:pt x="214200" y="105926"/>
                </a:lnTo>
                <a:lnTo>
                  <a:pt x="214200" y="117396"/>
                </a:lnTo>
                <a:lnTo>
                  <a:pt x="204344" y="117396"/>
                </a:lnTo>
                <a:close/>
                <a:moveTo>
                  <a:pt x="225486" y="117396"/>
                </a:moveTo>
                <a:lnTo>
                  <a:pt x="225486" y="31879"/>
                </a:lnTo>
                <a:lnTo>
                  <a:pt x="238711" y="31879"/>
                </a:lnTo>
                <a:lnTo>
                  <a:pt x="239217" y="45289"/>
                </a:lnTo>
                <a:cubicBezTo>
                  <a:pt x="241575" y="41072"/>
                  <a:pt x="244804" y="37530"/>
                  <a:pt x="248904" y="34662"/>
                </a:cubicBezTo>
                <a:cubicBezTo>
                  <a:pt x="253003" y="31795"/>
                  <a:pt x="258310" y="30361"/>
                  <a:pt x="264825" y="30361"/>
                </a:cubicBezTo>
                <a:lnTo>
                  <a:pt x="266510" y="30361"/>
                </a:lnTo>
                <a:lnTo>
                  <a:pt x="266510" y="43264"/>
                </a:lnTo>
                <a:lnTo>
                  <a:pt x="264572" y="43264"/>
                </a:lnTo>
                <a:cubicBezTo>
                  <a:pt x="260473" y="43264"/>
                  <a:pt x="256878" y="43828"/>
                  <a:pt x="253790" y="44956"/>
                </a:cubicBezTo>
                <a:cubicBezTo>
                  <a:pt x="250701" y="46083"/>
                  <a:pt x="248019" y="47640"/>
                  <a:pt x="245745" y="49629"/>
                </a:cubicBezTo>
                <a:cubicBezTo>
                  <a:pt x="243471" y="51616"/>
                  <a:pt x="241407" y="53915"/>
                  <a:pt x="239554" y="56524"/>
                </a:cubicBezTo>
                <a:lnTo>
                  <a:pt x="239554" y="117396"/>
                </a:lnTo>
                <a:lnTo>
                  <a:pt x="225486" y="117396"/>
                </a:lnTo>
                <a:close/>
                <a:moveTo>
                  <a:pt x="276741" y="117396"/>
                </a:moveTo>
                <a:lnTo>
                  <a:pt x="276741" y="31879"/>
                </a:lnTo>
                <a:lnTo>
                  <a:pt x="290809" y="31879"/>
                </a:lnTo>
                <a:lnTo>
                  <a:pt x="290809" y="117396"/>
                </a:lnTo>
                <a:lnTo>
                  <a:pt x="276741" y="117396"/>
                </a:lnTo>
                <a:moveTo>
                  <a:pt x="283817" y="16361"/>
                </a:moveTo>
                <a:cubicBezTo>
                  <a:pt x="281121" y="16361"/>
                  <a:pt x="278987" y="15588"/>
                  <a:pt x="277415" y="14042"/>
                </a:cubicBezTo>
                <a:cubicBezTo>
                  <a:pt x="275843" y="12496"/>
                  <a:pt x="275056" y="10542"/>
                  <a:pt x="275056" y="8181"/>
                </a:cubicBezTo>
                <a:cubicBezTo>
                  <a:pt x="275056" y="5819"/>
                  <a:pt x="275843" y="3865"/>
                  <a:pt x="277415" y="2319"/>
                </a:cubicBezTo>
                <a:cubicBezTo>
                  <a:pt x="278987" y="773"/>
                  <a:pt x="281121" y="0"/>
                  <a:pt x="283817" y="0"/>
                </a:cubicBezTo>
                <a:cubicBezTo>
                  <a:pt x="286456" y="0"/>
                  <a:pt x="288591" y="773"/>
                  <a:pt x="290219" y="2319"/>
                </a:cubicBezTo>
                <a:cubicBezTo>
                  <a:pt x="291848" y="3865"/>
                  <a:pt x="292662" y="5819"/>
                  <a:pt x="292662" y="8181"/>
                </a:cubicBezTo>
                <a:cubicBezTo>
                  <a:pt x="292662" y="10542"/>
                  <a:pt x="291848" y="12496"/>
                  <a:pt x="290219" y="14042"/>
                </a:cubicBezTo>
                <a:cubicBezTo>
                  <a:pt x="288591" y="15588"/>
                  <a:pt x="286456" y="16361"/>
                  <a:pt x="283817" y="16361"/>
                </a:cubicBezTo>
                <a:close/>
                <a:moveTo>
                  <a:pt x="344612" y="118914"/>
                </a:moveTo>
                <a:cubicBezTo>
                  <a:pt x="336076" y="118914"/>
                  <a:pt x="329028" y="116969"/>
                  <a:pt x="323468" y="113079"/>
                </a:cubicBezTo>
                <a:cubicBezTo>
                  <a:pt x="317909" y="109187"/>
                  <a:pt x="313767" y="103892"/>
                  <a:pt x="311043" y="97192"/>
                </a:cubicBezTo>
                <a:cubicBezTo>
                  <a:pt x="308320" y="90493"/>
                  <a:pt x="306958" y="82960"/>
                  <a:pt x="306958" y="74593"/>
                </a:cubicBezTo>
                <a:cubicBezTo>
                  <a:pt x="306958" y="65876"/>
                  <a:pt x="308278" y="58197"/>
                  <a:pt x="310917" y="51556"/>
                </a:cubicBezTo>
                <a:cubicBezTo>
                  <a:pt x="313557" y="44914"/>
                  <a:pt x="317558" y="39721"/>
                  <a:pt x="322921" y="35977"/>
                </a:cubicBezTo>
                <a:cubicBezTo>
                  <a:pt x="328284" y="32233"/>
                  <a:pt x="335009" y="30361"/>
                  <a:pt x="343096" y="30361"/>
                </a:cubicBezTo>
                <a:cubicBezTo>
                  <a:pt x="353934" y="30361"/>
                  <a:pt x="362414" y="33875"/>
                  <a:pt x="368536" y="40903"/>
                </a:cubicBezTo>
                <a:cubicBezTo>
                  <a:pt x="374657" y="47929"/>
                  <a:pt x="377718" y="58030"/>
                  <a:pt x="377718" y="71206"/>
                </a:cubicBezTo>
                <a:cubicBezTo>
                  <a:pt x="377718" y="72085"/>
                  <a:pt x="377703" y="73124"/>
                  <a:pt x="377675" y="74324"/>
                </a:cubicBezTo>
                <a:cubicBezTo>
                  <a:pt x="377647" y="75524"/>
                  <a:pt x="377577" y="76387"/>
                  <a:pt x="377465" y="76915"/>
                </a:cubicBezTo>
                <a:lnTo>
                  <a:pt x="321110" y="76915"/>
                </a:lnTo>
                <a:cubicBezTo>
                  <a:pt x="321166" y="82546"/>
                  <a:pt x="321980" y="87718"/>
                  <a:pt x="323553" y="92430"/>
                </a:cubicBezTo>
                <a:cubicBezTo>
                  <a:pt x="325125" y="97142"/>
                  <a:pt x="327638" y="100921"/>
                  <a:pt x="331092" y="103768"/>
                </a:cubicBezTo>
                <a:cubicBezTo>
                  <a:pt x="334546" y="106612"/>
                  <a:pt x="339052" y="108035"/>
                  <a:pt x="344612" y="108035"/>
                </a:cubicBezTo>
                <a:cubicBezTo>
                  <a:pt x="350621" y="108035"/>
                  <a:pt x="355296" y="106463"/>
                  <a:pt x="358638" y="103320"/>
                </a:cubicBezTo>
                <a:cubicBezTo>
                  <a:pt x="361979" y="100176"/>
                  <a:pt x="363734" y="95642"/>
                  <a:pt x="363903" y="89715"/>
                </a:cubicBezTo>
                <a:lnTo>
                  <a:pt x="377802" y="89715"/>
                </a:lnTo>
                <a:cubicBezTo>
                  <a:pt x="377633" y="95736"/>
                  <a:pt x="376187" y="100925"/>
                  <a:pt x="373464" y="105281"/>
                </a:cubicBezTo>
                <a:cubicBezTo>
                  <a:pt x="370740" y="109634"/>
                  <a:pt x="366935" y="112996"/>
                  <a:pt x="362049" y="115364"/>
                </a:cubicBezTo>
                <a:cubicBezTo>
                  <a:pt x="357164" y="117731"/>
                  <a:pt x="351351" y="118914"/>
                  <a:pt x="344612" y="118914"/>
                </a:cubicBezTo>
                <a:moveTo>
                  <a:pt x="321194" y="66626"/>
                </a:moveTo>
                <a:lnTo>
                  <a:pt x="363818" y="66626"/>
                </a:lnTo>
                <a:cubicBezTo>
                  <a:pt x="363650" y="58378"/>
                  <a:pt x="361769" y="52071"/>
                  <a:pt x="358174" y="47705"/>
                </a:cubicBezTo>
                <a:cubicBezTo>
                  <a:pt x="354580" y="43339"/>
                  <a:pt x="349554" y="41156"/>
                  <a:pt x="343096" y="41156"/>
                </a:cubicBezTo>
                <a:cubicBezTo>
                  <a:pt x="336525" y="41156"/>
                  <a:pt x="331401" y="43324"/>
                  <a:pt x="327722" y="47660"/>
                </a:cubicBezTo>
                <a:cubicBezTo>
                  <a:pt x="324044" y="51997"/>
                  <a:pt x="321868" y="58318"/>
                  <a:pt x="321194" y="66626"/>
                </a:cubicBezTo>
                <a:close/>
                <a:moveTo>
                  <a:pt x="409599" y="117396"/>
                </a:moveTo>
                <a:lnTo>
                  <a:pt x="379527" y="31879"/>
                </a:lnTo>
                <a:lnTo>
                  <a:pt x="394352" y="31879"/>
                </a:lnTo>
                <a:lnTo>
                  <a:pt x="417349" y="102996"/>
                </a:lnTo>
                <a:lnTo>
                  <a:pt x="440515" y="31879"/>
                </a:lnTo>
                <a:lnTo>
                  <a:pt x="454835" y="31879"/>
                </a:lnTo>
                <a:lnTo>
                  <a:pt x="425099" y="117396"/>
                </a:lnTo>
                <a:lnTo>
                  <a:pt x="409599" y="117396"/>
                </a:lnTo>
                <a:close/>
                <a:moveTo>
                  <a:pt x="482295" y="118914"/>
                </a:moveTo>
                <a:cubicBezTo>
                  <a:pt x="477859" y="118914"/>
                  <a:pt x="473815" y="118014"/>
                  <a:pt x="470165" y="116213"/>
                </a:cubicBezTo>
                <a:cubicBezTo>
                  <a:pt x="466515" y="114410"/>
                  <a:pt x="463594" y="111708"/>
                  <a:pt x="461404" y="108106"/>
                </a:cubicBezTo>
                <a:cubicBezTo>
                  <a:pt x="459214" y="104502"/>
                  <a:pt x="458119" y="100027"/>
                  <a:pt x="458119" y="94681"/>
                </a:cubicBezTo>
                <a:cubicBezTo>
                  <a:pt x="458119" y="87011"/>
                  <a:pt x="460295" y="81201"/>
                  <a:pt x="464647" y="77249"/>
                </a:cubicBezTo>
                <a:cubicBezTo>
                  <a:pt x="469000" y="73298"/>
                  <a:pt x="475163" y="70625"/>
                  <a:pt x="483137" y="69229"/>
                </a:cubicBezTo>
                <a:cubicBezTo>
                  <a:pt x="491112" y="67834"/>
                  <a:pt x="500434" y="67079"/>
                  <a:pt x="511104" y="66963"/>
                </a:cubicBezTo>
                <a:lnTo>
                  <a:pt x="511104" y="60540"/>
                </a:lnTo>
                <a:cubicBezTo>
                  <a:pt x="511104" y="53001"/>
                  <a:pt x="509504" y="47829"/>
                  <a:pt x="506303" y="45025"/>
                </a:cubicBezTo>
                <a:cubicBezTo>
                  <a:pt x="503102" y="42221"/>
                  <a:pt x="499086" y="40819"/>
                  <a:pt x="494257" y="40819"/>
                </a:cubicBezTo>
                <a:cubicBezTo>
                  <a:pt x="488978" y="40819"/>
                  <a:pt x="484541" y="42301"/>
                  <a:pt x="480947" y="45265"/>
                </a:cubicBezTo>
                <a:cubicBezTo>
                  <a:pt x="477353" y="48229"/>
                  <a:pt x="475556" y="52974"/>
                  <a:pt x="475556" y="59499"/>
                </a:cubicBezTo>
                <a:lnTo>
                  <a:pt x="461910" y="59499"/>
                </a:lnTo>
                <a:cubicBezTo>
                  <a:pt x="461910" y="52594"/>
                  <a:pt x="463299" y="46992"/>
                  <a:pt x="466079" y="42693"/>
                </a:cubicBezTo>
                <a:cubicBezTo>
                  <a:pt x="468859" y="38391"/>
                  <a:pt x="472692" y="35261"/>
                  <a:pt x="477578" y="33302"/>
                </a:cubicBezTo>
                <a:cubicBezTo>
                  <a:pt x="482464" y="31341"/>
                  <a:pt x="488023" y="30361"/>
                  <a:pt x="494257" y="30361"/>
                </a:cubicBezTo>
                <a:cubicBezTo>
                  <a:pt x="498188" y="30361"/>
                  <a:pt x="501979" y="30771"/>
                  <a:pt x="505629" y="31592"/>
                </a:cubicBezTo>
                <a:cubicBezTo>
                  <a:pt x="509279" y="32411"/>
                  <a:pt x="512564" y="33903"/>
                  <a:pt x="515485" y="36070"/>
                </a:cubicBezTo>
                <a:cubicBezTo>
                  <a:pt x="518405" y="38236"/>
                  <a:pt x="520707" y="41266"/>
                  <a:pt x="522392" y="45159"/>
                </a:cubicBezTo>
                <a:cubicBezTo>
                  <a:pt x="524077" y="49053"/>
                  <a:pt x="524919" y="54074"/>
                  <a:pt x="524919" y="60221"/>
                </a:cubicBezTo>
                <a:lnTo>
                  <a:pt x="524919" y="117396"/>
                </a:lnTo>
                <a:lnTo>
                  <a:pt x="511947" y="117396"/>
                </a:lnTo>
                <a:lnTo>
                  <a:pt x="511441" y="105420"/>
                </a:lnTo>
                <a:cubicBezTo>
                  <a:pt x="507847" y="109581"/>
                  <a:pt x="503663" y="112870"/>
                  <a:pt x="498890" y="115288"/>
                </a:cubicBezTo>
                <a:cubicBezTo>
                  <a:pt x="494116" y="117705"/>
                  <a:pt x="488585" y="118914"/>
                  <a:pt x="482295" y="118914"/>
                </a:cubicBezTo>
                <a:moveTo>
                  <a:pt x="486002" y="108119"/>
                </a:moveTo>
                <a:cubicBezTo>
                  <a:pt x="491337" y="108119"/>
                  <a:pt x="496110" y="106799"/>
                  <a:pt x="500322" y="104160"/>
                </a:cubicBezTo>
                <a:cubicBezTo>
                  <a:pt x="504534" y="101521"/>
                  <a:pt x="508100" y="98066"/>
                  <a:pt x="511020" y="93795"/>
                </a:cubicBezTo>
                <a:lnTo>
                  <a:pt x="511020" y="75734"/>
                </a:lnTo>
                <a:cubicBezTo>
                  <a:pt x="497149" y="75911"/>
                  <a:pt x="487209" y="77409"/>
                  <a:pt x="481200" y="80227"/>
                </a:cubicBezTo>
                <a:cubicBezTo>
                  <a:pt x="475191" y="83044"/>
                  <a:pt x="472187" y="87685"/>
                  <a:pt x="472187" y="94151"/>
                </a:cubicBezTo>
                <a:cubicBezTo>
                  <a:pt x="472187" y="98422"/>
                  <a:pt x="473338" y="101818"/>
                  <a:pt x="475640" y="104340"/>
                </a:cubicBezTo>
                <a:cubicBezTo>
                  <a:pt x="477943" y="106859"/>
                  <a:pt x="481397" y="108119"/>
                  <a:pt x="486002" y="108119"/>
                </a:cubicBezTo>
                <a:close/>
                <a:moveTo>
                  <a:pt x="566156" y="117396"/>
                </a:moveTo>
                <a:cubicBezTo>
                  <a:pt x="559529" y="117396"/>
                  <a:pt x="554447" y="116342"/>
                  <a:pt x="550909" y="114233"/>
                </a:cubicBezTo>
                <a:cubicBezTo>
                  <a:pt x="547371" y="112125"/>
                  <a:pt x="544942" y="109089"/>
                  <a:pt x="543622" y="105125"/>
                </a:cubicBezTo>
                <a:cubicBezTo>
                  <a:pt x="542302" y="101161"/>
                  <a:pt x="541642" y="96396"/>
                  <a:pt x="541642" y="90830"/>
                </a:cubicBezTo>
                <a:lnTo>
                  <a:pt x="541642" y="3879"/>
                </a:lnTo>
                <a:lnTo>
                  <a:pt x="555710" y="3879"/>
                </a:lnTo>
                <a:lnTo>
                  <a:pt x="555710" y="90155"/>
                </a:lnTo>
                <a:cubicBezTo>
                  <a:pt x="555710" y="95272"/>
                  <a:pt x="556370" y="99179"/>
                  <a:pt x="557690" y="101878"/>
                </a:cubicBezTo>
                <a:cubicBezTo>
                  <a:pt x="559009" y="104577"/>
                  <a:pt x="562140" y="105926"/>
                  <a:pt x="567082" y="105926"/>
                </a:cubicBezTo>
                <a:lnTo>
                  <a:pt x="570873" y="105926"/>
                </a:lnTo>
                <a:lnTo>
                  <a:pt x="570873" y="117396"/>
                </a:lnTo>
                <a:lnTo>
                  <a:pt x="566156" y="117396"/>
                </a:lnTo>
                <a:close/>
                <a:moveTo>
                  <a:pt x="615719" y="117396"/>
                </a:moveTo>
                <a:lnTo>
                  <a:pt x="615719" y="3879"/>
                </a:lnTo>
                <a:lnTo>
                  <a:pt x="656659" y="3879"/>
                </a:lnTo>
                <a:cubicBezTo>
                  <a:pt x="663678" y="3879"/>
                  <a:pt x="669982" y="5213"/>
                  <a:pt x="675570" y="7880"/>
                </a:cubicBezTo>
                <a:cubicBezTo>
                  <a:pt x="681158" y="10547"/>
                  <a:pt x="685580" y="14479"/>
                  <a:pt x="688837" y="19674"/>
                </a:cubicBezTo>
                <a:cubicBezTo>
                  <a:pt x="692094" y="24868"/>
                  <a:pt x="693723" y="31227"/>
                  <a:pt x="693723" y="38752"/>
                </a:cubicBezTo>
                <a:cubicBezTo>
                  <a:pt x="693723" y="46109"/>
                  <a:pt x="692094" y="52287"/>
                  <a:pt x="688837" y="57285"/>
                </a:cubicBezTo>
                <a:cubicBezTo>
                  <a:pt x="685580" y="62282"/>
                  <a:pt x="681158" y="66072"/>
                  <a:pt x="675570" y="68655"/>
                </a:cubicBezTo>
                <a:cubicBezTo>
                  <a:pt x="669982" y="71238"/>
                  <a:pt x="663678" y="72529"/>
                  <a:pt x="656659" y="72529"/>
                </a:cubicBezTo>
                <a:lnTo>
                  <a:pt x="630882" y="72529"/>
                </a:lnTo>
                <a:lnTo>
                  <a:pt x="630882" y="117396"/>
                </a:lnTo>
                <a:lnTo>
                  <a:pt x="615719" y="117396"/>
                </a:lnTo>
                <a:moveTo>
                  <a:pt x="630882" y="59963"/>
                </a:moveTo>
                <a:lnTo>
                  <a:pt x="655479" y="59963"/>
                </a:lnTo>
                <a:cubicBezTo>
                  <a:pt x="662274" y="59963"/>
                  <a:pt x="667806" y="58210"/>
                  <a:pt x="672074" y="54703"/>
                </a:cubicBezTo>
                <a:cubicBezTo>
                  <a:pt x="676342" y="51196"/>
                  <a:pt x="678476" y="45879"/>
                  <a:pt x="678476" y="38752"/>
                </a:cubicBezTo>
                <a:cubicBezTo>
                  <a:pt x="678476" y="31120"/>
                  <a:pt x="676342" y="25480"/>
                  <a:pt x="672074" y="21833"/>
                </a:cubicBezTo>
                <a:cubicBezTo>
                  <a:pt x="667806" y="18185"/>
                  <a:pt x="662274" y="16361"/>
                  <a:pt x="655479" y="16361"/>
                </a:cubicBezTo>
                <a:lnTo>
                  <a:pt x="630882" y="16361"/>
                </a:lnTo>
                <a:lnTo>
                  <a:pt x="630882" y="59963"/>
                </a:lnTo>
                <a:close/>
                <a:moveTo>
                  <a:pt x="704536" y="117396"/>
                </a:moveTo>
                <a:lnTo>
                  <a:pt x="704536" y="3879"/>
                </a:lnTo>
                <a:lnTo>
                  <a:pt x="718519" y="3879"/>
                </a:lnTo>
                <a:lnTo>
                  <a:pt x="718519" y="43770"/>
                </a:lnTo>
                <a:cubicBezTo>
                  <a:pt x="720990" y="40509"/>
                  <a:pt x="724458" y="37459"/>
                  <a:pt x="728922" y="34620"/>
                </a:cubicBezTo>
                <a:cubicBezTo>
                  <a:pt x="733387" y="31781"/>
                  <a:pt x="739073" y="30361"/>
                  <a:pt x="745980" y="30361"/>
                </a:cubicBezTo>
                <a:cubicBezTo>
                  <a:pt x="754573" y="30361"/>
                  <a:pt x="760750" y="33091"/>
                  <a:pt x="764513" y="38552"/>
                </a:cubicBezTo>
                <a:cubicBezTo>
                  <a:pt x="768275" y="44011"/>
                  <a:pt x="770157" y="51758"/>
                  <a:pt x="770157" y="61792"/>
                </a:cubicBezTo>
                <a:lnTo>
                  <a:pt x="770157" y="117396"/>
                </a:lnTo>
                <a:lnTo>
                  <a:pt x="756173" y="117396"/>
                </a:lnTo>
                <a:lnTo>
                  <a:pt x="756173" y="63408"/>
                </a:lnTo>
                <a:cubicBezTo>
                  <a:pt x="756173" y="59301"/>
                  <a:pt x="755808" y="55643"/>
                  <a:pt x="755078" y="52431"/>
                </a:cubicBezTo>
                <a:cubicBezTo>
                  <a:pt x="754348" y="49217"/>
                  <a:pt x="753014" y="46704"/>
                  <a:pt x="751077" y="44891"/>
                </a:cubicBezTo>
                <a:cubicBezTo>
                  <a:pt x="749139" y="43076"/>
                  <a:pt x="746289" y="42168"/>
                  <a:pt x="742527" y="42168"/>
                </a:cubicBezTo>
                <a:cubicBezTo>
                  <a:pt x="736799" y="42168"/>
                  <a:pt x="731969" y="43611"/>
                  <a:pt x="728038" y="46496"/>
                </a:cubicBezTo>
                <a:cubicBezTo>
                  <a:pt x="724107" y="49381"/>
                  <a:pt x="720962" y="52490"/>
                  <a:pt x="718603" y="55823"/>
                </a:cubicBezTo>
                <a:lnTo>
                  <a:pt x="718603" y="117396"/>
                </a:lnTo>
                <a:lnTo>
                  <a:pt x="704536" y="117396"/>
                </a:lnTo>
                <a:close/>
                <a:moveTo>
                  <a:pt x="808441" y="118914"/>
                </a:moveTo>
                <a:cubicBezTo>
                  <a:pt x="804005" y="118914"/>
                  <a:pt x="799961" y="118014"/>
                  <a:pt x="796311" y="116213"/>
                </a:cubicBezTo>
                <a:cubicBezTo>
                  <a:pt x="792661" y="114410"/>
                  <a:pt x="789741" y="111708"/>
                  <a:pt x="787550" y="108106"/>
                </a:cubicBezTo>
                <a:cubicBezTo>
                  <a:pt x="785360" y="104502"/>
                  <a:pt x="784265" y="100027"/>
                  <a:pt x="784265" y="94681"/>
                </a:cubicBezTo>
                <a:cubicBezTo>
                  <a:pt x="784265" y="87011"/>
                  <a:pt x="786441" y="81201"/>
                  <a:pt x="790794" y="77249"/>
                </a:cubicBezTo>
                <a:cubicBezTo>
                  <a:pt x="795146" y="73298"/>
                  <a:pt x="801309" y="70625"/>
                  <a:pt x="809284" y="69229"/>
                </a:cubicBezTo>
                <a:cubicBezTo>
                  <a:pt x="817258" y="67834"/>
                  <a:pt x="826580" y="67079"/>
                  <a:pt x="837251" y="66963"/>
                </a:cubicBezTo>
                <a:lnTo>
                  <a:pt x="837251" y="60540"/>
                </a:lnTo>
                <a:cubicBezTo>
                  <a:pt x="837251" y="53001"/>
                  <a:pt x="835650" y="47829"/>
                  <a:pt x="832449" y="45025"/>
                </a:cubicBezTo>
                <a:cubicBezTo>
                  <a:pt x="829248" y="42221"/>
                  <a:pt x="825233" y="40819"/>
                  <a:pt x="820403" y="40819"/>
                </a:cubicBezTo>
                <a:cubicBezTo>
                  <a:pt x="815124" y="40819"/>
                  <a:pt x="810688" y="42301"/>
                  <a:pt x="807093" y="45265"/>
                </a:cubicBezTo>
                <a:cubicBezTo>
                  <a:pt x="803499" y="48229"/>
                  <a:pt x="801702" y="52974"/>
                  <a:pt x="801702" y="59499"/>
                </a:cubicBezTo>
                <a:lnTo>
                  <a:pt x="788056" y="59499"/>
                </a:lnTo>
                <a:cubicBezTo>
                  <a:pt x="788056" y="52594"/>
                  <a:pt x="789446" y="46992"/>
                  <a:pt x="792226" y="42693"/>
                </a:cubicBezTo>
                <a:cubicBezTo>
                  <a:pt x="795005" y="38391"/>
                  <a:pt x="798838" y="35261"/>
                  <a:pt x="803724" y="33302"/>
                </a:cubicBezTo>
                <a:cubicBezTo>
                  <a:pt x="808610" y="31341"/>
                  <a:pt x="814169" y="30361"/>
                  <a:pt x="820403" y="30361"/>
                </a:cubicBezTo>
                <a:cubicBezTo>
                  <a:pt x="824334" y="30361"/>
                  <a:pt x="828125" y="30771"/>
                  <a:pt x="831775" y="31592"/>
                </a:cubicBezTo>
                <a:cubicBezTo>
                  <a:pt x="835425" y="32411"/>
                  <a:pt x="838711" y="33903"/>
                  <a:pt x="841631" y="36070"/>
                </a:cubicBezTo>
                <a:cubicBezTo>
                  <a:pt x="844551" y="38236"/>
                  <a:pt x="846854" y="41266"/>
                  <a:pt x="848538" y="45159"/>
                </a:cubicBezTo>
                <a:cubicBezTo>
                  <a:pt x="850223" y="49053"/>
                  <a:pt x="851066" y="54074"/>
                  <a:pt x="851066" y="60221"/>
                </a:cubicBezTo>
                <a:lnTo>
                  <a:pt x="851066" y="117396"/>
                </a:lnTo>
                <a:lnTo>
                  <a:pt x="838093" y="117396"/>
                </a:lnTo>
                <a:lnTo>
                  <a:pt x="837588" y="105420"/>
                </a:lnTo>
                <a:cubicBezTo>
                  <a:pt x="833993" y="109581"/>
                  <a:pt x="829810" y="112870"/>
                  <a:pt x="825036" y="115288"/>
                </a:cubicBezTo>
                <a:cubicBezTo>
                  <a:pt x="820263" y="117705"/>
                  <a:pt x="814731" y="118914"/>
                  <a:pt x="808441" y="118914"/>
                </a:cubicBezTo>
                <a:moveTo>
                  <a:pt x="812148" y="108119"/>
                </a:moveTo>
                <a:cubicBezTo>
                  <a:pt x="817483" y="108119"/>
                  <a:pt x="822256" y="106799"/>
                  <a:pt x="826468" y="104160"/>
                </a:cubicBezTo>
                <a:cubicBezTo>
                  <a:pt x="830680" y="101521"/>
                  <a:pt x="834246" y="98066"/>
                  <a:pt x="837166" y="93795"/>
                </a:cubicBezTo>
                <a:lnTo>
                  <a:pt x="837166" y="75734"/>
                </a:lnTo>
                <a:cubicBezTo>
                  <a:pt x="823295" y="75911"/>
                  <a:pt x="813355" y="77409"/>
                  <a:pt x="807346" y="80227"/>
                </a:cubicBezTo>
                <a:cubicBezTo>
                  <a:pt x="801337" y="83044"/>
                  <a:pt x="798333" y="87685"/>
                  <a:pt x="798333" y="94151"/>
                </a:cubicBezTo>
                <a:cubicBezTo>
                  <a:pt x="798333" y="98422"/>
                  <a:pt x="799484" y="101818"/>
                  <a:pt x="801787" y="104340"/>
                </a:cubicBezTo>
                <a:cubicBezTo>
                  <a:pt x="804089" y="106859"/>
                  <a:pt x="807543" y="108119"/>
                  <a:pt x="812148" y="108119"/>
                </a:cubicBezTo>
                <a:close/>
                <a:moveTo>
                  <a:pt x="897946" y="118914"/>
                </a:moveTo>
                <a:cubicBezTo>
                  <a:pt x="893285" y="118914"/>
                  <a:pt x="888890" y="118397"/>
                  <a:pt x="884763" y="117364"/>
                </a:cubicBezTo>
                <a:cubicBezTo>
                  <a:pt x="880635" y="116331"/>
                  <a:pt x="876999" y="114664"/>
                  <a:pt x="873854" y="112362"/>
                </a:cubicBezTo>
                <a:cubicBezTo>
                  <a:pt x="870709" y="110059"/>
                  <a:pt x="868252" y="107077"/>
                  <a:pt x="866483" y="103417"/>
                </a:cubicBezTo>
                <a:cubicBezTo>
                  <a:pt x="864714" y="99757"/>
                  <a:pt x="863830" y="95300"/>
                  <a:pt x="863830" y="90045"/>
                </a:cubicBezTo>
                <a:lnTo>
                  <a:pt x="877392" y="90045"/>
                </a:lnTo>
                <a:cubicBezTo>
                  <a:pt x="877392" y="96850"/>
                  <a:pt x="879386" y="101620"/>
                  <a:pt x="883373" y="104355"/>
                </a:cubicBezTo>
                <a:cubicBezTo>
                  <a:pt x="887360" y="107089"/>
                  <a:pt x="892330" y="108456"/>
                  <a:pt x="898283" y="108456"/>
                </a:cubicBezTo>
                <a:cubicBezTo>
                  <a:pt x="903618" y="108456"/>
                  <a:pt x="908012" y="107368"/>
                  <a:pt x="911466" y="105191"/>
                </a:cubicBezTo>
                <a:cubicBezTo>
                  <a:pt x="914920" y="103014"/>
                  <a:pt x="916647" y="99441"/>
                  <a:pt x="916647" y="94472"/>
                </a:cubicBezTo>
                <a:cubicBezTo>
                  <a:pt x="916647" y="90222"/>
                  <a:pt x="915088" y="87094"/>
                  <a:pt x="911972" y="85087"/>
                </a:cubicBezTo>
                <a:cubicBezTo>
                  <a:pt x="908855" y="83079"/>
                  <a:pt x="903337" y="81042"/>
                  <a:pt x="895419" y="78976"/>
                </a:cubicBezTo>
                <a:cubicBezTo>
                  <a:pt x="889017" y="77382"/>
                  <a:pt x="883654" y="75537"/>
                  <a:pt x="879330" y="73441"/>
                </a:cubicBezTo>
                <a:cubicBezTo>
                  <a:pt x="875005" y="71345"/>
                  <a:pt x="871748" y="68688"/>
                  <a:pt x="869558" y="65471"/>
                </a:cubicBezTo>
                <a:cubicBezTo>
                  <a:pt x="867368" y="62254"/>
                  <a:pt x="866273" y="58195"/>
                  <a:pt x="866273" y="53295"/>
                </a:cubicBezTo>
                <a:cubicBezTo>
                  <a:pt x="866273" y="49518"/>
                  <a:pt x="867045" y="46198"/>
                  <a:pt x="868589" y="43336"/>
                </a:cubicBezTo>
                <a:cubicBezTo>
                  <a:pt x="870134" y="40472"/>
                  <a:pt x="872296" y="38080"/>
                  <a:pt x="875076" y="36162"/>
                </a:cubicBezTo>
                <a:cubicBezTo>
                  <a:pt x="877855" y="34243"/>
                  <a:pt x="881113" y="32797"/>
                  <a:pt x="884847" y="31824"/>
                </a:cubicBezTo>
                <a:cubicBezTo>
                  <a:pt x="888582" y="30849"/>
                  <a:pt x="892639" y="30361"/>
                  <a:pt x="897019" y="30361"/>
                </a:cubicBezTo>
                <a:cubicBezTo>
                  <a:pt x="901344" y="30361"/>
                  <a:pt x="905401" y="30893"/>
                  <a:pt x="909192" y="31955"/>
                </a:cubicBezTo>
                <a:cubicBezTo>
                  <a:pt x="912982" y="33018"/>
                  <a:pt x="916338" y="34657"/>
                  <a:pt x="919258" y="36871"/>
                </a:cubicBezTo>
                <a:cubicBezTo>
                  <a:pt x="922178" y="39085"/>
                  <a:pt x="924467" y="41948"/>
                  <a:pt x="926124" y="45460"/>
                </a:cubicBezTo>
                <a:cubicBezTo>
                  <a:pt x="927780" y="48972"/>
                  <a:pt x="928609" y="53148"/>
                  <a:pt x="928609" y="57989"/>
                </a:cubicBezTo>
                <a:lnTo>
                  <a:pt x="914962" y="57989"/>
                </a:lnTo>
                <a:cubicBezTo>
                  <a:pt x="914962" y="51834"/>
                  <a:pt x="913235" y="47462"/>
                  <a:pt x="909781" y="44872"/>
                </a:cubicBezTo>
                <a:cubicBezTo>
                  <a:pt x="906328" y="42282"/>
                  <a:pt x="902074" y="40987"/>
                  <a:pt x="897019" y="40987"/>
                </a:cubicBezTo>
                <a:cubicBezTo>
                  <a:pt x="891965" y="40987"/>
                  <a:pt x="887866" y="41946"/>
                  <a:pt x="884721" y="43863"/>
                </a:cubicBezTo>
                <a:cubicBezTo>
                  <a:pt x="881576" y="45778"/>
                  <a:pt x="880003" y="48774"/>
                  <a:pt x="880003" y="52852"/>
                </a:cubicBezTo>
                <a:cubicBezTo>
                  <a:pt x="880003" y="55154"/>
                  <a:pt x="880705" y="57103"/>
                  <a:pt x="882109" y="58698"/>
                </a:cubicBezTo>
                <a:cubicBezTo>
                  <a:pt x="883513" y="60292"/>
                  <a:pt x="885872" y="61724"/>
                  <a:pt x="889185" y="62994"/>
                </a:cubicBezTo>
                <a:cubicBezTo>
                  <a:pt x="892499" y="64262"/>
                  <a:pt x="896935" y="65605"/>
                  <a:pt x="902495" y="67021"/>
                </a:cubicBezTo>
                <a:cubicBezTo>
                  <a:pt x="908672" y="68557"/>
                  <a:pt x="913825" y="70387"/>
                  <a:pt x="917952" y="72513"/>
                </a:cubicBezTo>
                <a:cubicBezTo>
                  <a:pt x="922080" y="74638"/>
                  <a:pt x="925197" y="77383"/>
                  <a:pt x="927303" y="80749"/>
                </a:cubicBezTo>
                <a:cubicBezTo>
                  <a:pt x="929409" y="84114"/>
                  <a:pt x="930462" y="88453"/>
                  <a:pt x="930462" y="93766"/>
                </a:cubicBezTo>
                <a:cubicBezTo>
                  <a:pt x="930462" y="98134"/>
                  <a:pt x="929647" y="101912"/>
                  <a:pt x="928019" y="105101"/>
                </a:cubicBezTo>
                <a:cubicBezTo>
                  <a:pt x="926390" y="108289"/>
                  <a:pt x="924102" y="110900"/>
                  <a:pt x="921154" y="112937"/>
                </a:cubicBezTo>
                <a:cubicBezTo>
                  <a:pt x="918205" y="114973"/>
                  <a:pt x="914751" y="116478"/>
                  <a:pt x="910792" y="117451"/>
                </a:cubicBezTo>
                <a:cubicBezTo>
                  <a:pt x="906833" y="118426"/>
                  <a:pt x="902551" y="118914"/>
                  <a:pt x="897946" y="118914"/>
                </a:cubicBezTo>
                <a:close/>
                <a:moveTo>
                  <a:pt x="977221" y="118914"/>
                </a:moveTo>
                <a:cubicBezTo>
                  <a:pt x="968685" y="118914"/>
                  <a:pt x="961637" y="116969"/>
                  <a:pt x="956077" y="113079"/>
                </a:cubicBezTo>
                <a:cubicBezTo>
                  <a:pt x="950517" y="109187"/>
                  <a:pt x="946376" y="103892"/>
                  <a:pt x="943652" y="97192"/>
                </a:cubicBezTo>
                <a:cubicBezTo>
                  <a:pt x="940928" y="90493"/>
                  <a:pt x="939566" y="82960"/>
                  <a:pt x="939566" y="74593"/>
                </a:cubicBezTo>
                <a:cubicBezTo>
                  <a:pt x="939566" y="65876"/>
                  <a:pt x="940886" y="58197"/>
                  <a:pt x="943526" y="51556"/>
                </a:cubicBezTo>
                <a:cubicBezTo>
                  <a:pt x="946165" y="44914"/>
                  <a:pt x="950166" y="39721"/>
                  <a:pt x="955530" y="35977"/>
                </a:cubicBezTo>
                <a:cubicBezTo>
                  <a:pt x="960893" y="32233"/>
                  <a:pt x="967618" y="30361"/>
                  <a:pt x="975704" y="30361"/>
                </a:cubicBezTo>
                <a:cubicBezTo>
                  <a:pt x="986543" y="30361"/>
                  <a:pt x="995023" y="33875"/>
                  <a:pt x="1001144" y="40903"/>
                </a:cubicBezTo>
                <a:cubicBezTo>
                  <a:pt x="1007265" y="47929"/>
                  <a:pt x="1010326" y="58030"/>
                  <a:pt x="1010326" y="71206"/>
                </a:cubicBezTo>
                <a:cubicBezTo>
                  <a:pt x="1010326" y="72085"/>
                  <a:pt x="1010312" y="73124"/>
                  <a:pt x="1010284" y="74324"/>
                </a:cubicBezTo>
                <a:cubicBezTo>
                  <a:pt x="1010256" y="75524"/>
                  <a:pt x="1010186" y="76387"/>
                  <a:pt x="1010073" y="76915"/>
                </a:cubicBezTo>
                <a:lnTo>
                  <a:pt x="953718" y="76915"/>
                </a:lnTo>
                <a:cubicBezTo>
                  <a:pt x="953775" y="82546"/>
                  <a:pt x="954589" y="87718"/>
                  <a:pt x="956161" y="92430"/>
                </a:cubicBezTo>
                <a:cubicBezTo>
                  <a:pt x="957734" y="97142"/>
                  <a:pt x="960247" y="100921"/>
                  <a:pt x="963701" y="103768"/>
                </a:cubicBezTo>
                <a:cubicBezTo>
                  <a:pt x="967154" y="106612"/>
                  <a:pt x="971661" y="108035"/>
                  <a:pt x="977221" y="108035"/>
                </a:cubicBezTo>
                <a:cubicBezTo>
                  <a:pt x="983230" y="108035"/>
                  <a:pt x="987905" y="106463"/>
                  <a:pt x="991246" y="103320"/>
                </a:cubicBezTo>
                <a:cubicBezTo>
                  <a:pt x="994588" y="100176"/>
                  <a:pt x="996343" y="95642"/>
                  <a:pt x="996511" y="89715"/>
                </a:cubicBezTo>
                <a:lnTo>
                  <a:pt x="1010410" y="89715"/>
                </a:lnTo>
                <a:cubicBezTo>
                  <a:pt x="1010242" y="95736"/>
                  <a:pt x="1008796" y="100925"/>
                  <a:pt x="1006072" y="105281"/>
                </a:cubicBezTo>
                <a:cubicBezTo>
                  <a:pt x="1003348" y="109634"/>
                  <a:pt x="999544" y="112996"/>
                  <a:pt x="994658" y="115364"/>
                </a:cubicBezTo>
                <a:cubicBezTo>
                  <a:pt x="989772" y="117731"/>
                  <a:pt x="983960" y="118914"/>
                  <a:pt x="977221" y="118914"/>
                </a:cubicBezTo>
                <a:moveTo>
                  <a:pt x="953803" y="66626"/>
                </a:moveTo>
                <a:lnTo>
                  <a:pt x="996427" y="66626"/>
                </a:lnTo>
                <a:cubicBezTo>
                  <a:pt x="996258" y="58378"/>
                  <a:pt x="994377" y="52071"/>
                  <a:pt x="990783" y="47705"/>
                </a:cubicBezTo>
                <a:cubicBezTo>
                  <a:pt x="987189" y="43339"/>
                  <a:pt x="982163" y="41156"/>
                  <a:pt x="975704" y="41156"/>
                </a:cubicBezTo>
                <a:cubicBezTo>
                  <a:pt x="969134" y="41156"/>
                  <a:pt x="964009" y="43324"/>
                  <a:pt x="960331" y="47660"/>
                </a:cubicBezTo>
                <a:cubicBezTo>
                  <a:pt x="956653" y="51997"/>
                  <a:pt x="954477" y="58318"/>
                  <a:pt x="953803" y="666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92E4E-BDC6-4B08-8E41-2CACE4E7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86" y="3717022"/>
            <a:ext cx="777559" cy="617523"/>
          </a:xfrm>
          <a:custGeom xmlns:a="http://schemas.openxmlformats.org/drawingml/2006/main">
            <a:pathLst>
              <a:path w="777559" h="617523" fill="none">
                <a:moveTo>
                  <a:pt x="0" y="0"/>
                </a:moveTo>
                <a:lnTo>
                  <a:pt x="777559" y="0"/>
                </a:lnTo>
                <a:lnTo>
                  <a:pt x="777559" y="617523"/>
                </a:lnTo>
                <a:lnTo>
                  <a:pt x="0" y="617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10" name="Text Intent">
            <a:extLst xmlns:a="http://schemas.openxmlformats.org/drawingml/2006/main">
              <a:ext uri="{FF2B5EF4-FFF2-40B4-BE49-F238E27FC236}">
                <a16:creationId xmlns:a16="http://schemas.microsoft.com/office/drawing/2014/main" id="{EA1C167C-C62B-4C42-BE8E-27AF4574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80" y="3875984"/>
            <a:ext cx="372020" cy="115035"/>
          </a:xfrm>
          <a:custGeom xmlns:a="http://schemas.openxmlformats.org/drawingml/2006/main">
            <a:pathLst>
              <a:path w="372020" h="115035">
                <a:moveTo>
                  <a:pt x="0" y="113516"/>
                </a:moveTo>
                <a:lnTo>
                  <a:pt x="0" y="0"/>
                </a:lnTo>
                <a:lnTo>
                  <a:pt x="15163" y="0"/>
                </a:lnTo>
                <a:lnTo>
                  <a:pt x="15163" y="113516"/>
                </a:lnTo>
                <a:lnTo>
                  <a:pt x="0" y="113516"/>
                </a:lnTo>
                <a:close/>
                <a:moveTo>
                  <a:pt x="37665" y="113516"/>
                </a:moveTo>
                <a:lnTo>
                  <a:pt x="37665" y="28000"/>
                </a:lnTo>
                <a:lnTo>
                  <a:pt x="51311" y="28000"/>
                </a:lnTo>
                <a:lnTo>
                  <a:pt x="51648" y="39891"/>
                </a:lnTo>
                <a:cubicBezTo>
                  <a:pt x="54063" y="36630"/>
                  <a:pt x="57517" y="33580"/>
                  <a:pt x="62009" y="30741"/>
                </a:cubicBezTo>
                <a:cubicBezTo>
                  <a:pt x="66502" y="27901"/>
                  <a:pt x="72118" y="26482"/>
                  <a:pt x="78857" y="26482"/>
                </a:cubicBezTo>
                <a:cubicBezTo>
                  <a:pt x="87618" y="26482"/>
                  <a:pt x="93879" y="29227"/>
                  <a:pt x="97642" y="34718"/>
                </a:cubicBezTo>
                <a:cubicBezTo>
                  <a:pt x="101405" y="40206"/>
                  <a:pt x="103286" y="47938"/>
                  <a:pt x="103286" y="57913"/>
                </a:cubicBezTo>
                <a:lnTo>
                  <a:pt x="103286" y="113516"/>
                </a:lnTo>
                <a:lnTo>
                  <a:pt x="89302" y="113516"/>
                </a:lnTo>
                <a:lnTo>
                  <a:pt x="89302" y="59528"/>
                </a:lnTo>
                <a:cubicBezTo>
                  <a:pt x="89302" y="55422"/>
                  <a:pt x="88923" y="51763"/>
                  <a:pt x="88165" y="48551"/>
                </a:cubicBezTo>
                <a:cubicBezTo>
                  <a:pt x="87407" y="45338"/>
                  <a:pt x="86031" y="42824"/>
                  <a:pt x="84038" y="41011"/>
                </a:cubicBezTo>
                <a:cubicBezTo>
                  <a:pt x="82044" y="39196"/>
                  <a:pt x="79194" y="38289"/>
                  <a:pt x="75487" y="38289"/>
                </a:cubicBezTo>
                <a:cubicBezTo>
                  <a:pt x="69815" y="38289"/>
                  <a:pt x="65028" y="39731"/>
                  <a:pt x="61125" y="42616"/>
                </a:cubicBezTo>
                <a:cubicBezTo>
                  <a:pt x="57222" y="45501"/>
                  <a:pt x="54091" y="48610"/>
                  <a:pt x="51732" y="51943"/>
                </a:cubicBezTo>
                <a:lnTo>
                  <a:pt x="51732" y="113516"/>
                </a:lnTo>
                <a:lnTo>
                  <a:pt x="37665" y="113516"/>
                </a:lnTo>
                <a:close/>
                <a:moveTo>
                  <a:pt x="149655" y="113516"/>
                </a:moveTo>
                <a:cubicBezTo>
                  <a:pt x="143085" y="113516"/>
                  <a:pt x="138016" y="112412"/>
                  <a:pt x="134450" y="110204"/>
                </a:cubicBezTo>
                <a:cubicBezTo>
                  <a:pt x="130884" y="107995"/>
                  <a:pt x="128441" y="104814"/>
                  <a:pt x="127122" y="100660"/>
                </a:cubicBezTo>
                <a:cubicBezTo>
                  <a:pt x="125802" y="96507"/>
                  <a:pt x="125142" y="91514"/>
                  <a:pt x="125142" y="85683"/>
                </a:cubicBezTo>
                <a:lnTo>
                  <a:pt x="125142" y="39385"/>
                </a:lnTo>
                <a:lnTo>
                  <a:pt x="111496" y="39385"/>
                </a:lnTo>
                <a:lnTo>
                  <a:pt x="111496" y="28000"/>
                </a:lnTo>
                <a:lnTo>
                  <a:pt x="125142" y="28000"/>
                </a:lnTo>
                <a:lnTo>
                  <a:pt x="125142" y="9193"/>
                </a:lnTo>
                <a:lnTo>
                  <a:pt x="139210" y="9193"/>
                </a:lnTo>
                <a:lnTo>
                  <a:pt x="139210" y="28000"/>
                </a:lnTo>
                <a:lnTo>
                  <a:pt x="159511" y="28000"/>
                </a:lnTo>
                <a:lnTo>
                  <a:pt x="159511" y="39385"/>
                </a:lnTo>
                <a:lnTo>
                  <a:pt x="139210" y="39385"/>
                </a:lnTo>
                <a:lnTo>
                  <a:pt x="139210" y="85380"/>
                </a:lnTo>
                <a:cubicBezTo>
                  <a:pt x="139210" y="90786"/>
                  <a:pt x="139870" y="94916"/>
                  <a:pt x="141189" y="97769"/>
                </a:cubicBezTo>
                <a:cubicBezTo>
                  <a:pt x="142509" y="100621"/>
                  <a:pt x="145640" y="102047"/>
                  <a:pt x="150582" y="102047"/>
                </a:cubicBezTo>
                <a:lnTo>
                  <a:pt x="159511" y="102047"/>
                </a:lnTo>
                <a:lnTo>
                  <a:pt x="159511" y="113516"/>
                </a:lnTo>
                <a:lnTo>
                  <a:pt x="149655" y="113516"/>
                </a:lnTo>
                <a:close/>
                <a:moveTo>
                  <a:pt x="203716" y="115035"/>
                </a:moveTo>
                <a:cubicBezTo>
                  <a:pt x="195180" y="115035"/>
                  <a:pt x="188132" y="113090"/>
                  <a:pt x="182572" y="109200"/>
                </a:cubicBezTo>
                <a:cubicBezTo>
                  <a:pt x="177013" y="105308"/>
                  <a:pt x="172871" y="100012"/>
                  <a:pt x="170147" y="93313"/>
                </a:cubicBezTo>
                <a:cubicBezTo>
                  <a:pt x="167424" y="86613"/>
                  <a:pt x="166062" y="79080"/>
                  <a:pt x="166062" y="70713"/>
                </a:cubicBezTo>
                <a:cubicBezTo>
                  <a:pt x="166062" y="61997"/>
                  <a:pt x="167382" y="54318"/>
                  <a:pt x="170021" y="47676"/>
                </a:cubicBezTo>
                <a:cubicBezTo>
                  <a:pt x="172660" y="41035"/>
                  <a:pt x="176662" y="35842"/>
                  <a:pt x="182025" y="32098"/>
                </a:cubicBezTo>
                <a:cubicBezTo>
                  <a:pt x="187388" y="28354"/>
                  <a:pt x="194113" y="26482"/>
                  <a:pt x="202200" y="26482"/>
                </a:cubicBezTo>
                <a:cubicBezTo>
                  <a:pt x="213038" y="26482"/>
                  <a:pt x="221518" y="29996"/>
                  <a:pt x="227640" y="37024"/>
                </a:cubicBezTo>
                <a:cubicBezTo>
                  <a:pt x="233761" y="44050"/>
                  <a:pt x="236821" y="54151"/>
                  <a:pt x="236821" y="67327"/>
                </a:cubicBezTo>
                <a:cubicBezTo>
                  <a:pt x="236821" y="68205"/>
                  <a:pt x="236807" y="69244"/>
                  <a:pt x="236779" y="70444"/>
                </a:cubicBezTo>
                <a:cubicBezTo>
                  <a:pt x="236751" y="71644"/>
                  <a:pt x="236681" y="72508"/>
                  <a:pt x="236569" y="73035"/>
                </a:cubicBezTo>
                <a:lnTo>
                  <a:pt x="180214" y="73035"/>
                </a:lnTo>
                <a:cubicBezTo>
                  <a:pt x="180270" y="78666"/>
                  <a:pt x="181084" y="83838"/>
                  <a:pt x="182657" y="88550"/>
                </a:cubicBezTo>
                <a:cubicBezTo>
                  <a:pt x="184229" y="93263"/>
                  <a:pt x="186742" y="97042"/>
                  <a:pt x="190196" y="99888"/>
                </a:cubicBezTo>
                <a:cubicBezTo>
                  <a:pt x="193650" y="102733"/>
                  <a:pt x="198156" y="104155"/>
                  <a:pt x="203716" y="104155"/>
                </a:cubicBezTo>
                <a:cubicBezTo>
                  <a:pt x="209725" y="104155"/>
                  <a:pt x="214400" y="102584"/>
                  <a:pt x="217742" y="99440"/>
                </a:cubicBezTo>
                <a:cubicBezTo>
                  <a:pt x="221083" y="96297"/>
                  <a:pt x="222838" y="91762"/>
                  <a:pt x="223007" y="85836"/>
                </a:cubicBezTo>
                <a:lnTo>
                  <a:pt x="236906" y="85836"/>
                </a:lnTo>
                <a:cubicBezTo>
                  <a:pt x="236737" y="91857"/>
                  <a:pt x="235291" y="97045"/>
                  <a:pt x="232567" y="101401"/>
                </a:cubicBezTo>
                <a:cubicBezTo>
                  <a:pt x="229844" y="105755"/>
                  <a:pt x="226039" y="109116"/>
                  <a:pt x="221153" y="111485"/>
                </a:cubicBezTo>
                <a:cubicBezTo>
                  <a:pt x="216268" y="113851"/>
                  <a:pt x="210455" y="115035"/>
                  <a:pt x="203716" y="115035"/>
                </a:cubicBezTo>
                <a:moveTo>
                  <a:pt x="180298" y="62746"/>
                </a:moveTo>
                <a:lnTo>
                  <a:pt x="222922" y="62746"/>
                </a:lnTo>
                <a:cubicBezTo>
                  <a:pt x="222754" y="54499"/>
                  <a:pt x="220873" y="48192"/>
                  <a:pt x="217278" y="43826"/>
                </a:cubicBezTo>
                <a:cubicBezTo>
                  <a:pt x="213684" y="39460"/>
                  <a:pt x="208658" y="37277"/>
                  <a:pt x="202200" y="37277"/>
                </a:cubicBezTo>
                <a:cubicBezTo>
                  <a:pt x="195629" y="37277"/>
                  <a:pt x="190505" y="39445"/>
                  <a:pt x="186826" y="43781"/>
                </a:cubicBezTo>
                <a:cubicBezTo>
                  <a:pt x="183148" y="48117"/>
                  <a:pt x="180972" y="54439"/>
                  <a:pt x="180298" y="62746"/>
                </a:cubicBezTo>
                <a:close/>
                <a:moveTo>
                  <a:pt x="250173" y="113516"/>
                </a:moveTo>
                <a:lnTo>
                  <a:pt x="250173" y="28000"/>
                </a:lnTo>
                <a:lnTo>
                  <a:pt x="263820" y="28000"/>
                </a:lnTo>
                <a:lnTo>
                  <a:pt x="264157" y="39891"/>
                </a:lnTo>
                <a:cubicBezTo>
                  <a:pt x="266571" y="36630"/>
                  <a:pt x="270025" y="33580"/>
                  <a:pt x="274518" y="30741"/>
                </a:cubicBezTo>
                <a:cubicBezTo>
                  <a:pt x="279011" y="27901"/>
                  <a:pt x="284626" y="26482"/>
                  <a:pt x="291365" y="26482"/>
                </a:cubicBezTo>
                <a:cubicBezTo>
                  <a:pt x="300126" y="26482"/>
                  <a:pt x="306388" y="29227"/>
                  <a:pt x="310150" y="34718"/>
                </a:cubicBezTo>
                <a:cubicBezTo>
                  <a:pt x="313913" y="40206"/>
                  <a:pt x="315794" y="47938"/>
                  <a:pt x="315794" y="57913"/>
                </a:cubicBezTo>
                <a:lnTo>
                  <a:pt x="315794" y="113516"/>
                </a:lnTo>
                <a:lnTo>
                  <a:pt x="301811" y="113516"/>
                </a:lnTo>
                <a:lnTo>
                  <a:pt x="301811" y="59528"/>
                </a:lnTo>
                <a:cubicBezTo>
                  <a:pt x="301811" y="55422"/>
                  <a:pt x="301432" y="51763"/>
                  <a:pt x="300674" y="48551"/>
                </a:cubicBezTo>
                <a:cubicBezTo>
                  <a:pt x="299916" y="45338"/>
                  <a:pt x="298540" y="42824"/>
                  <a:pt x="296546" y="41011"/>
                </a:cubicBezTo>
                <a:cubicBezTo>
                  <a:pt x="294552" y="39196"/>
                  <a:pt x="291702" y="38289"/>
                  <a:pt x="287996" y="38289"/>
                </a:cubicBezTo>
                <a:cubicBezTo>
                  <a:pt x="282324" y="38289"/>
                  <a:pt x="277536" y="39731"/>
                  <a:pt x="273633" y="42616"/>
                </a:cubicBezTo>
                <a:cubicBezTo>
                  <a:pt x="269730" y="45501"/>
                  <a:pt x="266600" y="48610"/>
                  <a:pt x="264241" y="51943"/>
                </a:cubicBezTo>
                <a:lnTo>
                  <a:pt x="264241" y="113516"/>
                </a:lnTo>
                <a:lnTo>
                  <a:pt x="250173" y="113516"/>
                </a:lnTo>
                <a:close/>
                <a:moveTo>
                  <a:pt x="362164" y="113516"/>
                </a:moveTo>
                <a:cubicBezTo>
                  <a:pt x="355593" y="113516"/>
                  <a:pt x="350525" y="112412"/>
                  <a:pt x="346959" y="110204"/>
                </a:cubicBezTo>
                <a:cubicBezTo>
                  <a:pt x="343393" y="107995"/>
                  <a:pt x="340950" y="104814"/>
                  <a:pt x="339630" y="100660"/>
                </a:cubicBezTo>
                <a:cubicBezTo>
                  <a:pt x="338311" y="96507"/>
                  <a:pt x="337651" y="91514"/>
                  <a:pt x="337651" y="85683"/>
                </a:cubicBezTo>
                <a:lnTo>
                  <a:pt x="337651" y="39385"/>
                </a:lnTo>
                <a:lnTo>
                  <a:pt x="324004" y="39385"/>
                </a:lnTo>
                <a:lnTo>
                  <a:pt x="324004" y="28000"/>
                </a:lnTo>
                <a:lnTo>
                  <a:pt x="337651" y="28000"/>
                </a:lnTo>
                <a:lnTo>
                  <a:pt x="337651" y="9193"/>
                </a:lnTo>
                <a:lnTo>
                  <a:pt x="351718" y="9193"/>
                </a:lnTo>
                <a:lnTo>
                  <a:pt x="351718" y="28000"/>
                </a:lnTo>
                <a:lnTo>
                  <a:pt x="372020" y="28000"/>
                </a:lnTo>
                <a:lnTo>
                  <a:pt x="372020" y="39385"/>
                </a:lnTo>
                <a:lnTo>
                  <a:pt x="351718" y="39385"/>
                </a:lnTo>
                <a:lnTo>
                  <a:pt x="351718" y="85380"/>
                </a:lnTo>
                <a:cubicBezTo>
                  <a:pt x="351718" y="90786"/>
                  <a:pt x="352378" y="94916"/>
                  <a:pt x="353698" y="97769"/>
                </a:cubicBezTo>
                <a:cubicBezTo>
                  <a:pt x="355018" y="100621"/>
                  <a:pt x="358149" y="102047"/>
                  <a:pt x="363090" y="102047"/>
                </a:cubicBezTo>
                <a:lnTo>
                  <a:pt x="372020" y="102047"/>
                </a:lnTo>
                <a:lnTo>
                  <a:pt x="372020" y="113516"/>
                </a:lnTo>
                <a:lnTo>
                  <a:pt x="362164" y="1135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Detection">
            <a:extLst xmlns:a="http://schemas.openxmlformats.org/drawingml/2006/main">
              <a:ext uri="{FF2B5EF4-FFF2-40B4-BE49-F238E27FC236}">
                <a16:creationId xmlns:a16="http://schemas.microsoft.com/office/drawing/2014/main" id="{C35CB0DB-547E-4DFB-AF24-92F6C420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24" y="4062565"/>
            <a:ext cx="628709" cy="118914"/>
          </a:xfrm>
          <a:custGeom xmlns:a="http://schemas.openxmlformats.org/drawingml/2006/main">
            <a:pathLst>
              <a:path w="628709" h="118914">
                <a:moveTo>
                  <a:pt x="0" y="117396"/>
                </a:moveTo>
                <a:lnTo>
                  <a:pt x="0" y="3879"/>
                </a:lnTo>
                <a:lnTo>
                  <a:pt x="36391" y="3879"/>
                </a:lnTo>
                <a:cubicBezTo>
                  <a:pt x="48240" y="3879"/>
                  <a:pt x="58349" y="6114"/>
                  <a:pt x="66716" y="10584"/>
                </a:cubicBezTo>
                <a:cubicBezTo>
                  <a:pt x="75084" y="15054"/>
                  <a:pt x="81472" y="21534"/>
                  <a:pt x="85880" y="30024"/>
                </a:cubicBezTo>
                <a:cubicBezTo>
                  <a:pt x="90289" y="38514"/>
                  <a:pt x="92493" y="48718"/>
                  <a:pt x="92493" y="60638"/>
                </a:cubicBezTo>
                <a:cubicBezTo>
                  <a:pt x="92493" y="72613"/>
                  <a:pt x="90275" y="82846"/>
                  <a:pt x="85838" y="91336"/>
                </a:cubicBezTo>
                <a:cubicBezTo>
                  <a:pt x="81402" y="99826"/>
                  <a:pt x="75014" y="106292"/>
                  <a:pt x="66674" y="110733"/>
                </a:cubicBezTo>
                <a:cubicBezTo>
                  <a:pt x="58335" y="115175"/>
                  <a:pt x="48240" y="117396"/>
                  <a:pt x="36391" y="117396"/>
                </a:cubicBezTo>
                <a:lnTo>
                  <a:pt x="0" y="117396"/>
                </a:lnTo>
                <a:moveTo>
                  <a:pt x="15163" y="104661"/>
                </a:moveTo>
                <a:lnTo>
                  <a:pt x="33021" y="104661"/>
                </a:lnTo>
                <a:cubicBezTo>
                  <a:pt x="42961" y="104661"/>
                  <a:pt x="51160" y="103073"/>
                  <a:pt x="57619" y="99896"/>
                </a:cubicBezTo>
                <a:cubicBezTo>
                  <a:pt x="64077" y="96720"/>
                  <a:pt x="68906" y="91856"/>
                  <a:pt x="72107" y="85306"/>
                </a:cubicBezTo>
                <a:cubicBezTo>
                  <a:pt x="75308" y="78756"/>
                  <a:pt x="76909" y="70505"/>
                  <a:pt x="76909" y="60553"/>
                </a:cubicBezTo>
                <a:cubicBezTo>
                  <a:pt x="76909" y="50658"/>
                  <a:pt x="75280" y="42463"/>
                  <a:pt x="72023" y="35969"/>
                </a:cubicBezTo>
                <a:cubicBezTo>
                  <a:pt x="68766" y="29475"/>
                  <a:pt x="63894" y="24626"/>
                  <a:pt x="57408" y="21421"/>
                </a:cubicBezTo>
                <a:cubicBezTo>
                  <a:pt x="50922" y="18217"/>
                  <a:pt x="42793" y="16614"/>
                  <a:pt x="33021" y="16614"/>
                </a:cubicBezTo>
                <a:lnTo>
                  <a:pt x="15163" y="16614"/>
                </a:lnTo>
                <a:lnTo>
                  <a:pt x="15163" y="104661"/>
                </a:lnTo>
                <a:close/>
                <a:moveTo>
                  <a:pt x="139643" y="118914"/>
                </a:moveTo>
                <a:cubicBezTo>
                  <a:pt x="131107" y="118914"/>
                  <a:pt x="124059" y="116969"/>
                  <a:pt x="118499" y="113079"/>
                </a:cubicBezTo>
                <a:cubicBezTo>
                  <a:pt x="112939" y="109187"/>
                  <a:pt x="108798" y="103892"/>
                  <a:pt x="106074" y="97192"/>
                </a:cubicBezTo>
                <a:cubicBezTo>
                  <a:pt x="103350" y="90493"/>
                  <a:pt x="101988" y="82960"/>
                  <a:pt x="101988" y="74593"/>
                </a:cubicBezTo>
                <a:cubicBezTo>
                  <a:pt x="101988" y="65876"/>
                  <a:pt x="103308" y="58197"/>
                  <a:pt x="105948" y="51556"/>
                </a:cubicBezTo>
                <a:cubicBezTo>
                  <a:pt x="108587" y="44914"/>
                  <a:pt x="112588" y="39721"/>
                  <a:pt x="117951" y="35977"/>
                </a:cubicBezTo>
                <a:cubicBezTo>
                  <a:pt x="123315" y="32233"/>
                  <a:pt x="130040" y="30361"/>
                  <a:pt x="138126" y="30361"/>
                </a:cubicBezTo>
                <a:cubicBezTo>
                  <a:pt x="148965" y="30361"/>
                  <a:pt x="157445" y="33875"/>
                  <a:pt x="163566" y="40903"/>
                </a:cubicBezTo>
                <a:cubicBezTo>
                  <a:pt x="169687" y="47929"/>
                  <a:pt x="172748" y="58030"/>
                  <a:pt x="172748" y="71206"/>
                </a:cubicBezTo>
                <a:cubicBezTo>
                  <a:pt x="172748" y="72085"/>
                  <a:pt x="172734" y="73124"/>
                  <a:pt x="172706" y="74324"/>
                </a:cubicBezTo>
                <a:cubicBezTo>
                  <a:pt x="172678" y="75524"/>
                  <a:pt x="172608" y="76387"/>
                  <a:pt x="172495" y="76915"/>
                </a:cubicBezTo>
                <a:lnTo>
                  <a:pt x="116140" y="76915"/>
                </a:lnTo>
                <a:cubicBezTo>
                  <a:pt x="116197" y="82546"/>
                  <a:pt x="117011" y="87718"/>
                  <a:pt x="118583" y="92430"/>
                </a:cubicBezTo>
                <a:cubicBezTo>
                  <a:pt x="120156" y="97142"/>
                  <a:pt x="122669" y="100921"/>
                  <a:pt x="126123" y="103768"/>
                </a:cubicBezTo>
                <a:cubicBezTo>
                  <a:pt x="129576" y="106612"/>
                  <a:pt x="134083" y="108035"/>
                  <a:pt x="139643" y="108035"/>
                </a:cubicBezTo>
                <a:cubicBezTo>
                  <a:pt x="145652" y="108035"/>
                  <a:pt x="150327" y="106463"/>
                  <a:pt x="153668" y="103320"/>
                </a:cubicBezTo>
                <a:cubicBezTo>
                  <a:pt x="157010" y="100176"/>
                  <a:pt x="158765" y="95642"/>
                  <a:pt x="158933" y="89715"/>
                </a:cubicBezTo>
                <a:lnTo>
                  <a:pt x="172832" y="89715"/>
                </a:lnTo>
                <a:cubicBezTo>
                  <a:pt x="172664" y="95736"/>
                  <a:pt x="171218" y="100925"/>
                  <a:pt x="168494" y="105281"/>
                </a:cubicBezTo>
                <a:cubicBezTo>
                  <a:pt x="165770" y="109634"/>
                  <a:pt x="161966" y="112996"/>
                  <a:pt x="157080" y="115364"/>
                </a:cubicBezTo>
                <a:cubicBezTo>
                  <a:pt x="152194" y="117731"/>
                  <a:pt x="146382" y="118914"/>
                  <a:pt x="139643" y="118914"/>
                </a:cubicBezTo>
                <a:moveTo>
                  <a:pt x="116225" y="66626"/>
                </a:moveTo>
                <a:lnTo>
                  <a:pt x="158849" y="66626"/>
                </a:lnTo>
                <a:cubicBezTo>
                  <a:pt x="158680" y="58378"/>
                  <a:pt x="156799" y="52071"/>
                  <a:pt x="153205" y="47705"/>
                </a:cubicBezTo>
                <a:cubicBezTo>
                  <a:pt x="149611" y="43339"/>
                  <a:pt x="144585" y="41156"/>
                  <a:pt x="138126" y="41156"/>
                </a:cubicBezTo>
                <a:cubicBezTo>
                  <a:pt x="131556" y="41156"/>
                  <a:pt x="126431" y="43324"/>
                  <a:pt x="122753" y="47660"/>
                </a:cubicBezTo>
                <a:cubicBezTo>
                  <a:pt x="119075" y="51997"/>
                  <a:pt x="116899" y="58318"/>
                  <a:pt x="116225" y="66626"/>
                </a:cubicBezTo>
                <a:close/>
                <a:moveTo>
                  <a:pt x="214626" y="117396"/>
                </a:moveTo>
                <a:cubicBezTo>
                  <a:pt x="208055" y="117396"/>
                  <a:pt x="202987" y="116292"/>
                  <a:pt x="199421" y="114083"/>
                </a:cubicBezTo>
                <a:cubicBezTo>
                  <a:pt x="195855" y="111875"/>
                  <a:pt x="193412" y="108693"/>
                  <a:pt x="192092" y="104540"/>
                </a:cubicBezTo>
                <a:cubicBezTo>
                  <a:pt x="190773" y="100386"/>
                  <a:pt x="190113" y="95394"/>
                  <a:pt x="190113" y="89562"/>
                </a:cubicBezTo>
                <a:lnTo>
                  <a:pt x="190113" y="43264"/>
                </a:lnTo>
                <a:lnTo>
                  <a:pt x="176466" y="43264"/>
                </a:lnTo>
                <a:lnTo>
                  <a:pt x="176466" y="31879"/>
                </a:lnTo>
                <a:lnTo>
                  <a:pt x="190113" y="31879"/>
                </a:lnTo>
                <a:lnTo>
                  <a:pt x="190113" y="13072"/>
                </a:lnTo>
                <a:lnTo>
                  <a:pt x="204180" y="13072"/>
                </a:lnTo>
                <a:lnTo>
                  <a:pt x="204180" y="31879"/>
                </a:lnTo>
                <a:lnTo>
                  <a:pt x="224482" y="31879"/>
                </a:lnTo>
                <a:lnTo>
                  <a:pt x="224482" y="43264"/>
                </a:lnTo>
                <a:lnTo>
                  <a:pt x="204180" y="43264"/>
                </a:lnTo>
                <a:lnTo>
                  <a:pt x="204180" y="89259"/>
                </a:lnTo>
                <a:cubicBezTo>
                  <a:pt x="204180" y="94666"/>
                  <a:pt x="204840" y="98795"/>
                  <a:pt x="206160" y="101649"/>
                </a:cubicBezTo>
                <a:cubicBezTo>
                  <a:pt x="207480" y="104500"/>
                  <a:pt x="210611" y="105926"/>
                  <a:pt x="215553" y="105926"/>
                </a:cubicBezTo>
                <a:lnTo>
                  <a:pt x="224482" y="105926"/>
                </a:lnTo>
                <a:lnTo>
                  <a:pt x="224482" y="117396"/>
                </a:lnTo>
                <a:lnTo>
                  <a:pt x="214626" y="117396"/>
                </a:lnTo>
                <a:close/>
                <a:moveTo>
                  <a:pt x="268652" y="118914"/>
                </a:moveTo>
                <a:cubicBezTo>
                  <a:pt x="260116" y="118914"/>
                  <a:pt x="253068" y="116969"/>
                  <a:pt x="247508" y="113079"/>
                </a:cubicBezTo>
                <a:cubicBezTo>
                  <a:pt x="241949" y="109187"/>
                  <a:pt x="237807" y="103892"/>
                  <a:pt x="235083" y="97192"/>
                </a:cubicBezTo>
                <a:cubicBezTo>
                  <a:pt x="232360" y="90493"/>
                  <a:pt x="230998" y="82960"/>
                  <a:pt x="230998" y="74593"/>
                </a:cubicBezTo>
                <a:cubicBezTo>
                  <a:pt x="230998" y="65876"/>
                  <a:pt x="232318" y="58197"/>
                  <a:pt x="234957" y="51556"/>
                </a:cubicBezTo>
                <a:cubicBezTo>
                  <a:pt x="237597" y="44914"/>
                  <a:pt x="241598" y="39721"/>
                  <a:pt x="246961" y="35977"/>
                </a:cubicBezTo>
                <a:cubicBezTo>
                  <a:pt x="252324" y="32233"/>
                  <a:pt x="259049" y="30361"/>
                  <a:pt x="267136" y="30361"/>
                </a:cubicBezTo>
                <a:cubicBezTo>
                  <a:pt x="277974" y="30361"/>
                  <a:pt x="286454" y="33875"/>
                  <a:pt x="292576" y="40903"/>
                </a:cubicBezTo>
                <a:cubicBezTo>
                  <a:pt x="298697" y="47929"/>
                  <a:pt x="301758" y="58030"/>
                  <a:pt x="301758" y="71206"/>
                </a:cubicBezTo>
                <a:cubicBezTo>
                  <a:pt x="301758" y="72085"/>
                  <a:pt x="301743" y="73124"/>
                  <a:pt x="301715" y="74324"/>
                </a:cubicBezTo>
                <a:cubicBezTo>
                  <a:pt x="301687" y="75524"/>
                  <a:pt x="301617" y="76387"/>
                  <a:pt x="301505" y="76915"/>
                </a:cubicBezTo>
                <a:lnTo>
                  <a:pt x="245150" y="76915"/>
                </a:lnTo>
                <a:cubicBezTo>
                  <a:pt x="245206" y="82546"/>
                  <a:pt x="246020" y="87718"/>
                  <a:pt x="247593" y="92430"/>
                </a:cubicBezTo>
                <a:cubicBezTo>
                  <a:pt x="249165" y="97142"/>
                  <a:pt x="251678" y="100921"/>
                  <a:pt x="255132" y="103768"/>
                </a:cubicBezTo>
                <a:cubicBezTo>
                  <a:pt x="258586" y="106612"/>
                  <a:pt x="263092" y="108035"/>
                  <a:pt x="268652" y="108035"/>
                </a:cubicBezTo>
                <a:cubicBezTo>
                  <a:pt x="274661" y="108035"/>
                  <a:pt x="279336" y="106463"/>
                  <a:pt x="282678" y="103320"/>
                </a:cubicBezTo>
                <a:cubicBezTo>
                  <a:pt x="286019" y="100176"/>
                  <a:pt x="287774" y="95642"/>
                  <a:pt x="287943" y="89715"/>
                </a:cubicBezTo>
                <a:lnTo>
                  <a:pt x="301842" y="89715"/>
                </a:lnTo>
                <a:cubicBezTo>
                  <a:pt x="301673" y="95736"/>
                  <a:pt x="300227" y="100925"/>
                  <a:pt x="297504" y="105281"/>
                </a:cubicBezTo>
                <a:cubicBezTo>
                  <a:pt x="294780" y="109634"/>
                  <a:pt x="290975" y="112996"/>
                  <a:pt x="286089" y="115364"/>
                </a:cubicBezTo>
                <a:cubicBezTo>
                  <a:pt x="281204" y="117731"/>
                  <a:pt x="275391" y="118914"/>
                  <a:pt x="268652" y="118914"/>
                </a:cubicBezTo>
                <a:moveTo>
                  <a:pt x="245234" y="66626"/>
                </a:moveTo>
                <a:lnTo>
                  <a:pt x="287858" y="66626"/>
                </a:lnTo>
                <a:cubicBezTo>
                  <a:pt x="287690" y="58378"/>
                  <a:pt x="285809" y="52071"/>
                  <a:pt x="282214" y="47705"/>
                </a:cubicBezTo>
                <a:cubicBezTo>
                  <a:pt x="278620" y="43339"/>
                  <a:pt x="273594" y="41156"/>
                  <a:pt x="267136" y="41156"/>
                </a:cubicBezTo>
                <a:cubicBezTo>
                  <a:pt x="260565" y="41156"/>
                  <a:pt x="255441" y="43324"/>
                  <a:pt x="251762" y="47660"/>
                </a:cubicBezTo>
                <a:cubicBezTo>
                  <a:pt x="248084" y="51997"/>
                  <a:pt x="245908" y="58318"/>
                  <a:pt x="245234" y="66626"/>
                </a:cubicBezTo>
                <a:close/>
                <a:moveTo>
                  <a:pt x="348184" y="118914"/>
                </a:moveTo>
                <a:cubicBezTo>
                  <a:pt x="340996" y="118914"/>
                  <a:pt x="334622" y="117273"/>
                  <a:pt x="329062" y="113991"/>
                </a:cubicBezTo>
                <a:cubicBezTo>
                  <a:pt x="323503" y="110707"/>
                  <a:pt x="319150" y="105797"/>
                  <a:pt x="316005" y="99261"/>
                </a:cubicBezTo>
                <a:cubicBezTo>
                  <a:pt x="312861" y="92723"/>
                  <a:pt x="311288" y="84588"/>
                  <a:pt x="311288" y="74856"/>
                </a:cubicBezTo>
                <a:cubicBezTo>
                  <a:pt x="311288" y="65126"/>
                  <a:pt x="312833" y="56949"/>
                  <a:pt x="315921" y="50325"/>
                </a:cubicBezTo>
                <a:cubicBezTo>
                  <a:pt x="319010" y="43699"/>
                  <a:pt x="323320" y="38716"/>
                  <a:pt x="328852" y="35374"/>
                </a:cubicBezTo>
                <a:cubicBezTo>
                  <a:pt x="334383" y="32032"/>
                  <a:pt x="340827" y="30361"/>
                  <a:pt x="348184" y="30361"/>
                </a:cubicBezTo>
                <a:cubicBezTo>
                  <a:pt x="354362" y="30361"/>
                  <a:pt x="359907" y="31448"/>
                  <a:pt x="364821" y="33621"/>
                </a:cubicBezTo>
                <a:cubicBezTo>
                  <a:pt x="369735" y="35793"/>
                  <a:pt x="373666" y="39067"/>
                  <a:pt x="376614" y="43444"/>
                </a:cubicBezTo>
                <a:cubicBezTo>
                  <a:pt x="379563" y="47819"/>
                  <a:pt x="381149" y="53353"/>
                  <a:pt x="381374" y="60047"/>
                </a:cubicBezTo>
                <a:lnTo>
                  <a:pt x="367475" y="60047"/>
                </a:lnTo>
                <a:cubicBezTo>
                  <a:pt x="367082" y="54370"/>
                  <a:pt x="365186" y="49902"/>
                  <a:pt x="361789" y="46641"/>
                </a:cubicBezTo>
                <a:cubicBezTo>
                  <a:pt x="358391" y="43378"/>
                  <a:pt x="353940" y="41746"/>
                  <a:pt x="348437" y="41746"/>
                </a:cubicBezTo>
                <a:cubicBezTo>
                  <a:pt x="340968" y="41746"/>
                  <a:pt x="335324" y="44647"/>
                  <a:pt x="331505" y="50449"/>
                </a:cubicBezTo>
                <a:cubicBezTo>
                  <a:pt x="327686" y="56250"/>
                  <a:pt x="325777" y="64388"/>
                  <a:pt x="325777" y="74862"/>
                </a:cubicBezTo>
                <a:cubicBezTo>
                  <a:pt x="325777" y="81763"/>
                  <a:pt x="326619" y="87653"/>
                  <a:pt x="328304" y="92533"/>
                </a:cubicBezTo>
                <a:cubicBezTo>
                  <a:pt x="329989" y="97412"/>
                  <a:pt x="332516" y="101131"/>
                  <a:pt x="335886" y="103691"/>
                </a:cubicBezTo>
                <a:cubicBezTo>
                  <a:pt x="339255" y="106250"/>
                  <a:pt x="343439" y="107529"/>
                  <a:pt x="348437" y="107529"/>
                </a:cubicBezTo>
                <a:cubicBezTo>
                  <a:pt x="354053" y="107529"/>
                  <a:pt x="358686" y="105868"/>
                  <a:pt x="362336" y="102548"/>
                </a:cubicBezTo>
                <a:cubicBezTo>
                  <a:pt x="365986" y="99227"/>
                  <a:pt x="367896" y="94337"/>
                  <a:pt x="368064" y="87878"/>
                </a:cubicBezTo>
                <a:lnTo>
                  <a:pt x="381879" y="87878"/>
                </a:lnTo>
                <a:cubicBezTo>
                  <a:pt x="381767" y="94755"/>
                  <a:pt x="380209" y="100501"/>
                  <a:pt x="377204" y="105117"/>
                </a:cubicBezTo>
                <a:cubicBezTo>
                  <a:pt x="374200" y="109731"/>
                  <a:pt x="370184" y="113184"/>
                  <a:pt x="365158" y="115477"/>
                </a:cubicBezTo>
                <a:cubicBezTo>
                  <a:pt x="360132" y="117768"/>
                  <a:pt x="354474" y="118914"/>
                  <a:pt x="348184" y="118914"/>
                </a:cubicBezTo>
                <a:close/>
                <a:moveTo>
                  <a:pt x="423926" y="117396"/>
                </a:moveTo>
                <a:cubicBezTo>
                  <a:pt x="417355" y="117396"/>
                  <a:pt x="412287" y="116292"/>
                  <a:pt x="408721" y="114083"/>
                </a:cubicBezTo>
                <a:cubicBezTo>
                  <a:pt x="405155" y="111875"/>
                  <a:pt x="402712" y="108693"/>
                  <a:pt x="401392" y="104540"/>
                </a:cubicBezTo>
                <a:cubicBezTo>
                  <a:pt x="400072" y="100386"/>
                  <a:pt x="399412" y="95394"/>
                  <a:pt x="399412" y="89562"/>
                </a:cubicBezTo>
                <a:lnTo>
                  <a:pt x="399412" y="43264"/>
                </a:lnTo>
                <a:lnTo>
                  <a:pt x="385766" y="43264"/>
                </a:lnTo>
                <a:lnTo>
                  <a:pt x="385766" y="31879"/>
                </a:lnTo>
                <a:lnTo>
                  <a:pt x="399412" y="31879"/>
                </a:lnTo>
                <a:lnTo>
                  <a:pt x="399412" y="13072"/>
                </a:lnTo>
                <a:lnTo>
                  <a:pt x="413480" y="13072"/>
                </a:lnTo>
                <a:lnTo>
                  <a:pt x="413480" y="31879"/>
                </a:lnTo>
                <a:lnTo>
                  <a:pt x="433781" y="31879"/>
                </a:lnTo>
                <a:lnTo>
                  <a:pt x="433781" y="43264"/>
                </a:lnTo>
                <a:lnTo>
                  <a:pt x="413480" y="43264"/>
                </a:lnTo>
                <a:lnTo>
                  <a:pt x="413480" y="89259"/>
                </a:lnTo>
                <a:cubicBezTo>
                  <a:pt x="413480" y="94666"/>
                  <a:pt x="414140" y="98795"/>
                  <a:pt x="415460" y="101649"/>
                </a:cubicBezTo>
                <a:cubicBezTo>
                  <a:pt x="416779" y="104500"/>
                  <a:pt x="419910" y="105926"/>
                  <a:pt x="424852" y="105926"/>
                </a:cubicBezTo>
                <a:lnTo>
                  <a:pt x="433781" y="105926"/>
                </a:lnTo>
                <a:lnTo>
                  <a:pt x="433781" y="117396"/>
                </a:lnTo>
                <a:lnTo>
                  <a:pt x="423926" y="117396"/>
                </a:lnTo>
                <a:close/>
                <a:moveTo>
                  <a:pt x="445119" y="117396"/>
                </a:moveTo>
                <a:lnTo>
                  <a:pt x="445119" y="31879"/>
                </a:lnTo>
                <a:lnTo>
                  <a:pt x="459187" y="31879"/>
                </a:lnTo>
                <a:lnTo>
                  <a:pt x="459187" y="117396"/>
                </a:lnTo>
                <a:lnTo>
                  <a:pt x="445119" y="117396"/>
                </a:lnTo>
                <a:moveTo>
                  <a:pt x="452195" y="16361"/>
                </a:moveTo>
                <a:cubicBezTo>
                  <a:pt x="449500" y="16361"/>
                  <a:pt x="447366" y="15588"/>
                  <a:pt x="445793" y="14042"/>
                </a:cubicBezTo>
                <a:cubicBezTo>
                  <a:pt x="444221" y="12496"/>
                  <a:pt x="443435" y="10542"/>
                  <a:pt x="443435" y="8181"/>
                </a:cubicBezTo>
                <a:cubicBezTo>
                  <a:pt x="443435" y="5819"/>
                  <a:pt x="444221" y="3865"/>
                  <a:pt x="445793" y="2319"/>
                </a:cubicBezTo>
                <a:cubicBezTo>
                  <a:pt x="447366" y="773"/>
                  <a:pt x="449500" y="0"/>
                  <a:pt x="452195" y="0"/>
                </a:cubicBezTo>
                <a:cubicBezTo>
                  <a:pt x="454835" y="0"/>
                  <a:pt x="456969" y="773"/>
                  <a:pt x="458597" y="2319"/>
                </a:cubicBezTo>
                <a:cubicBezTo>
                  <a:pt x="460226" y="3865"/>
                  <a:pt x="461040" y="5819"/>
                  <a:pt x="461040" y="8181"/>
                </a:cubicBezTo>
                <a:cubicBezTo>
                  <a:pt x="461040" y="10542"/>
                  <a:pt x="460226" y="12496"/>
                  <a:pt x="458597" y="14042"/>
                </a:cubicBezTo>
                <a:cubicBezTo>
                  <a:pt x="456969" y="15588"/>
                  <a:pt x="454835" y="16361"/>
                  <a:pt x="452195" y="16361"/>
                </a:cubicBezTo>
                <a:close/>
                <a:moveTo>
                  <a:pt x="511947" y="118914"/>
                </a:moveTo>
                <a:cubicBezTo>
                  <a:pt x="504253" y="118914"/>
                  <a:pt x="497683" y="117157"/>
                  <a:pt x="492235" y="113643"/>
                </a:cubicBezTo>
                <a:cubicBezTo>
                  <a:pt x="486788" y="110129"/>
                  <a:pt x="482618" y="105078"/>
                  <a:pt x="479726" y="98489"/>
                </a:cubicBezTo>
                <a:cubicBezTo>
                  <a:pt x="476834" y="91900"/>
                  <a:pt x="475388" y="84037"/>
                  <a:pt x="475388" y="74901"/>
                </a:cubicBezTo>
                <a:cubicBezTo>
                  <a:pt x="475388" y="65647"/>
                  <a:pt x="476834" y="57696"/>
                  <a:pt x="479726" y="51050"/>
                </a:cubicBezTo>
                <a:cubicBezTo>
                  <a:pt x="482618" y="44403"/>
                  <a:pt x="486788" y="39294"/>
                  <a:pt x="492235" y="35722"/>
                </a:cubicBezTo>
                <a:cubicBezTo>
                  <a:pt x="497683" y="32148"/>
                  <a:pt x="504253" y="30361"/>
                  <a:pt x="511947" y="30361"/>
                </a:cubicBezTo>
                <a:cubicBezTo>
                  <a:pt x="519809" y="30361"/>
                  <a:pt x="526548" y="32148"/>
                  <a:pt x="532164" y="35722"/>
                </a:cubicBezTo>
                <a:cubicBezTo>
                  <a:pt x="537780" y="39294"/>
                  <a:pt x="542076" y="44403"/>
                  <a:pt x="545052" y="51050"/>
                </a:cubicBezTo>
                <a:cubicBezTo>
                  <a:pt x="548029" y="57696"/>
                  <a:pt x="549517" y="65647"/>
                  <a:pt x="549517" y="74901"/>
                </a:cubicBezTo>
                <a:cubicBezTo>
                  <a:pt x="549517" y="84037"/>
                  <a:pt x="548029" y="91900"/>
                  <a:pt x="545052" y="98489"/>
                </a:cubicBezTo>
                <a:cubicBezTo>
                  <a:pt x="542076" y="105078"/>
                  <a:pt x="537780" y="110129"/>
                  <a:pt x="532164" y="113643"/>
                </a:cubicBezTo>
                <a:cubicBezTo>
                  <a:pt x="526548" y="117157"/>
                  <a:pt x="519809" y="118914"/>
                  <a:pt x="511947" y="118914"/>
                </a:cubicBezTo>
                <a:moveTo>
                  <a:pt x="511947" y="107782"/>
                </a:moveTo>
                <a:cubicBezTo>
                  <a:pt x="517619" y="107782"/>
                  <a:pt x="522126" y="106356"/>
                  <a:pt x="525467" y="103504"/>
                </a:cubicBezTo>
                <a:cubicBezTo>
                  <a:pt x="528809" y="100653"/>
                  <a:pt x="531223" y="96762"/>
                  <a:pt x="532712" y="91832"/>
                </a:cubicBezTo>
                <a:cubicBezTo>
                  <a:pt x="534200" y="86900"/>
                  <a:pt x="534944" y="81255"/>
                  <a:pt x="534944" y="74898"/>
                </a:cubicBezTo>
                <a:cubicBezTo>
                  <a:pt x="534944" y="68542"/>
                  <a:pt x="534200" y="62868"/>
                  <a:pt x="532712" y="57878"/>
                </a:cubicBezTo>
                <a:cubicBezTo>
                  <a:pt x="531223" y="52887"/>
                  <a:pt x="528809" y="48950"/>
                  <a:pt x="525467" y="46069"/>
                </a:cubicBezTo>
                <a:cubicBezTo>
                  <a:pt x="522126" y="43187"/>
                  <a:pt x="517619" y="41746"/>
                  <a:pt x="511947" y="41746"/>
                </a:cubicBezTo>
                <a:cubicBezTo>
                  <a:pt x="506612" y="41746"/>
                  <a:pt x="502316" y="43187"/>
                  <a:pt x="499059" y="46069"/>
                </a:cubicBezTo>
                <a:cubicBezTo>
                  <a:pt x="495802" y="48950"/>
                  <a:pt x="493457" y="52887"/>
                  <a:pt x="492025" y="57878"/>
                </a:cubicBezTo>
                <a:cubicBezTo>
                  <a:pt x="490593" y="62868"/>
                  <a:pt x="489877" y="68571"/>
                  <a:pt x="489877" y="74988"/>
                </a:cubicBezTo>
                <a:cubicBezTo>
                  <a:pt x="489877" y="81285"/>
                  <a:pt x="490593" y="86900"/>
                  <a:pt x="492025" y="91832"/>
                </a:cubicBezTo>
                <a:cubicBezTo>
                  <a:pt x="493457" y="96762"/>
                  <a:pt x="495802" y="100653"/>
                  <a:pt x="499059" y="103504"/>
                </a:cubicBezTo>
                <a:cubicBezTo>
                  <a:pt x="502316" y="106356"/>
                  <a:pt x="506612" y="107782"/>
                  <a:pt x="511947" y="107782"/>
                </a:cubicBezTo>
                <a:close/>
                <a:moveTo>
                  <a:pt x="563088" y="117396"/>
                </a:moveTo>
                <a:lnTo>
                  <a:pt x="563088" y="31879"/>
                </a:lnTo>
                <a:lnTo>
                  <a:pt x="576734" y="31879"/>
                </a:lnTo>
                <a:lnTo>
                  <a:pt x="577071" y="43770"/>
                </a:lnTo>
                <a:cubicBezTo>
                  <a:pt x="579486" y="40509"/>
                  <a:pt x="582940" y="37459"/>
                  <a:pt x="587432" y="34620"/>
                </a:cubicBezTo>
                <a:cubicBezTo>
                  <a:pt x="591925" y="31781"/>
                  <a:pt x="597541" y="30361"/>
                  <a:pt x="604280" y="30361"/>
                </a:cubicBezTo>
                <a:cubicBezTo>
                  <a:pt x="613041" y="30361"/>
                  <a:pt x="619302" y="33106"/>
                  <a:pt x="623065" y="38597"/>
                </a:cubicBezTo>
                <a:cubicBezTo>
                  <a:pt x="626827" y="44086"/>
                  <a:pt x="628709" y="51818"/>
                  <a:pt x="628709" y="61792"/>
                </a:cubicBezTo>
                <a:lnTo>
                  <a:pt x="628709" y="117396"/>
                </a:lnTo>
                <a:lnTo>
                  <a:pt x="614725" y="117396"/>
                </a:lnTo>
                <a:lnTo>
                  <a:pt x="614725" y="63408"/>
                </a:lnTo>
                <a:cubicBezTo>
                  <a:pt x="614725" y="59301"/>
                  <a:pt x="614346" y="55643"/>
                  <a:pt x="613588" y="52431"/>
                </a:cubicBezTo>
                <a:cubicBezTo>
                  <a:pt x="612830" y="49217"/>
                  <a:pt x="611454" y="46704"/>
                  <a:pt x="609460" y="44891"/>
                </a:cubicBezTo>
                <a:cubicBezTo>
                  <a:pt x="607467" y="43076"/>
                  <a:pt x="604617" y="42168"/>
                  <a:pt x="600910" y="42168"/>
                </a:cubicBezTo>
                <a:cubicBezTo>
                  <a:pt x="595238" y="42168"/>
                  <a:pt x="590451" y="43611"/>
                  <a:pt x="586548" y="46496"/>
                </a:cubicBezTo>
                <a:cubicBezTo>
                  <a:pt x="582645" y="49381"/>
                  <a:pt x="579514" y="52490"/>
                  <a:pt x="577155" y="55823"/>
                </a:cubicBezTo>
                <a:lnTo>
                  <a:pt x="577155" y="117396"/>
                </a:lnTo>
                <a:lnTo>
                  <a:pt x="563088" y="11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19EFA-C42E-41CD-9603-FC2657EB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625" y="3717022"/>
            <a:ext cx="777559" cy="617523"/>
          </a:xfrm>
          <a:custGeom xmlns:a="http://schemas.openxmlformats.org/drawingml/2006/main">
            <a:pathLst>
              <a:path w="777559" h="617523" fill="none">
                <a:moveTo>
                  <a:pt x="0" y="0"/>
                </a:moveTo>
                <a:lnTo>
                  <a:pt x="777559" y="0"/>
                </a:lnTo>
                <a:lnTo>
                  <a:pt x="777559" y="617523"/>
                </a:lnTo>
                <a:lnTo>
                  <a:pt x="0" y="617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13" name="Text Query">
            <a:extLst xmlns:a="http://schemas.openxmlformats.org/drawingml/2006/main">
              <a:ext uri="{FF2B5EF4-FFF2-40B4-BE49-F238E27FC236}">
                <a16:creationId xmlns:a16="http://schemas.microsoft.com/office/drawing/2014/main" id="{6264B0B4-501E-4076-B355-AE95AF7C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327" y="3874466"/>
            <a:ext cx="399147" cy="145227"/>
          </a:xfrm>
          <a:custGeom xmlns:a="http://schemas.openxmlformats.org/drawingml/2006/main">
            <a:pathLst>
              <a:path w="399147" h="145227">
                <a:moveTo>
                  <a:pt x="71688" y="113654"/>
                </a:moveTo>
                <a:lnTo>
                  <a:pt x="72819" y="113254"/>
                </a:lnTo>
                <a:lnTo>
                  <a:pt x="73930" y="112829"/>
                </a:lnTo>
                <a:lnTo>
                  <a:pt x="75022" y="112378"/>
                </a:lnTo>
                <a:lnTo>
                  <a:pt x="76094" y="111901"/>
                </a:lnTo>
                <a:lnTo>
                  <a:pt x="77146" y="111399"/>
                </a:lnTo>
                <a:lnTo>
                  <a:pt x="78180" y="110870"/>
                </a:lnTo>
                <a:lnTo>
                  <a:pt x="79194" y="110316"/>
                </a:lnTo>
                <a:lnTo>
                  <a:pt x="80188" y="109737"/>
                </a:lnTo>
                <a:lnTo>
                  <a:pt x="81163" y="109131"/>
                </a:lnTo>
                <a:lnTo>
                  <a:pt x="82118" y="108503"/>
                </a:lnTo>
                <a:lnTo>
                  <a:pt x="83054" y="107855"/>
                </a:lnTo>
                <a:lnTo>
                  <a:pt x="83970" y="107187"/>
                </a:lnTo>
                <a:lnTo>
                  <a:pt x="84866" y="106500"/>
                </a:lnTo>
                <a:lnTo>
                  <a:pt x="85742" y="105793"/>
                </a:lnTo>
                <a:lnTo>
                  <a:pt x="86599" y="105067"/>
                </a:lnTo>
                <a:lnTo>
                  <a:pt x="87436" y="104321"/>
                </a:lnTo>
                <a:lnTo>
                  <a:pt x="88253" y="103555"/>
                </a:lnTo>
                <a:lnTo>
                  <a:pt x="89050" y="102770"/>
                </a:lnTo>
                <a:lnTo>
                  <a:pt x="89828" y="101965"/>
                </a:lnTo>
                <a:lnTo>
                  <a:pt x="90586" y="101141"/>
                </a:lnTo>
                <a:lnTo>
                  <a:pt x="91324" y="100297"/>
                </a:lnTo>
                <a:lnTo>
                  <a:pt x="92043" y="99433"/>
                </a:lnTo>
                <a:lnTo>
                  <a:pt x="92741" y="98550"/>
                </a:lnTo>
                <a:lnTo>
                  <a:pt x="93420" y="97647"/>
                </a:lnTo>
                <a:lnTo>
                  <a:pt x="94079" y="96724"/>
                </a:lnTo>
                <a:lnTo>
                  <a:pt x="94719" y="95782"/>
                </a:lnTo>
                <a:lnTo>
                  <a:pt x="95339" y="94820"/>
                </a:lnTo>
                <a:lnTo>
                  <a:pt x="95939" y="93839"/>
                </a:lnTo>
                <a:lnTo>
                  <a:pt x="96519" y="92838"/>
                </a:lnTo>
                <a:lnTo>
                  <a:pt x="97079" y="91817"/>
                </a:lnTo>
                <a:lnTo>
                  <a:pt x="97620" y="90777"/>
                </a:lnTo>
                <a:lnTo>
                  <a:pt x="98141" y="89717"/>
                </a:lnTo>
                <a:lnTo>
                  <a:pt x="98642" y="88637"/>
                </a:lnTo>
                <a:lnTo>
                  <a:pt x="99123" y="87541"/>
                </a:lnTo>
                <a:lnTo>
                  <a:pt x="99584" y="86430"/>
                </a:lnTo>
                <a:lnTo>
                  <a:pt x="100024" y="85305"/>
                </a:lnTo>
                <a:lnTo>
                  <a:pt x="100444" y="84165"/>
                </a:lnTo>
                <a:lnTo>
                  <a:pt x="100843" y="83011"/>
                </a:lnTo>
                <a:lnTo>
                  <a:pt x="101222" y="81843"/>
                </a:lnTo>
                <a:lnTo>
                  <a:pt x="101580" y="80660"/>
                </a:lnTo>
                <a:lnTo>
                  <a:pt x="101918" y="79463"/>
                </a:lnTo>
                <a:lnTo>
                  <a:pt x="102236" y="78252"/>
                </a:lnTo>
                <a:lnTo>
                  <a:pt x="102532" y="77026"/>
                </a:lnTo>
                <a:lnTo>
                  <a:pt x="102809" y="75786"/>
                </a:lnTo>
                <a:lnTo>
                  <a:pt x="103065" y="74532"/>
                </a:lnTo>
                <a:lnTo>
                  <a:pt x="103300" y="73263"/>
                </a:lnTo>
                <a:lnTo>
                  <a:pt x="103515" y="71980"/>
                </a:lnTo>
                <a:lnTo>
                  <a:pt x="103710" y="70683"/>
                </a:lnTo>
                <a:lnTo>
                  <a:pt x="103884" y="69371"/>
                </a:lnTo>
                <a:lnTo>
                  <a:pt x="104037" y="68045"/>
                </a:lnTo>
                <a:lnTo>
                  <a:pt x="104170" y="66705"/>
                </a:lnTo>
                <a:lnTo>
                  <a:pt x="104283" y="65350"/>
                </a:lnTo>
                <a:lnTo>
                  <a:pt x="104375" y="63981"/>
                </a:lnTo>
                <a:lnTo>
                  <a:pt x="104447" y="62597"/>
                </a:lnTo>
                <a:lnTo>
                  <a:pt x="104498" y="61199"/>
                </a:lnTo>
                <a:lnTo>
                  <a:pt x="104529" y="59787"/>
                </a:lnTo>
                <a:lnTo>
                  <a:pt x="104539" y="58361"/>
                </a:lnTo>
                <a:lnTo>
                  <a:pt x="104529" y="56934"/>
                </a:lnTo>
                <a:lnTo>
                  <a:pt x="104498" y="55521"/>
                </a:lnTo>
                <a:lnTo>
                  <a:pt x="104447" y="54123"/>
                </a:lnTo>
                <a:lnTo>
                  <a:pt x="104375" y="52738"/>
                </a:lnTo>
                <a:lnTo>
                  <a:pt x="104283" y="51368"/>
                </a:lnTo>
                <a:lnTo>
                  <a:pt x="104170" y="50011"/>
                </a:lnTo>
                <a:lnTo>
                  <a:pt x="104037" y="48669"/>
                </a:lnTo>
                <a:lnTo>
                  <a:pt x="103884" y="47341"/>
                </a:lnTo>
                <a:lnTo>
                  <a:pt x="103710" y="46026"/>
                </a:lnTo>
                <a:lnTo>
                  <a:pt x="103515" y="44726"/>
                </a:lnTo>
                <a:lnTo>
                  <a:pt x="103300" y="43440"/>
                </a:lnTo>
                <a:lnTo>
                  <a:pt x="103065" y="42168"/>
                </a:lnTo>
                <a:lnTo>
                  <a:pt x="102809" y="40910"/>
                </a:lnTo>
                <a:lnTo>
                  <a:pt x="102532" y="39666"/>
                </a:lnTo>
                <a:lnTo>
                  <a:pt x="102236" y="38436"/>
                </a:lnTo>
                <a:lnTo>
                  <a:pt x="101918" y="37220"/>
                </a:lnTo>
                <a:lnTo>
                  <a:pt x="101580" y="36019"/>
                </a:lnTo>
                <a:lnTo>
                  <a:pt x="101222" y="34831"/>
                </a:lnTo>
                <a:lnTo>
                  <a:pt x="100843" y="33657"/>
                </a:lnTo>
                <a:lnTo>
                  <a:pt x="100444" y="32498"/>
                </a:lnTo>
                <a:lnTo>
                  <a:pt x="100024" y="31352"/>
                </a:lnTo>
                <a:lnTo>
                  <a:pt x="99584" y="30220"/>
                </a:lnTo>
                <a:lnTo>
                  <a:pt x="99123" y="29103"/>
                </a:lnTo>
                <a:lnTo>
                  <a:pt x="98642" y="28000"/>
                </a:lnTo>
                <a:lnTo>
                  <a:pt x="98141" y="26913"/>
                </a:lnTo>
                <a:lnTo>
                  <a:pt x="97620" y="25847"/>
                </a:lnTo>
                <a:lnTo>
                  <a:pt x="97079" y="24800"/>
                </a:lnTo>
                <a:lnTo>
                  <a:pt x="96519" y="23773"/>
                </a:lnTo>
                <a:lnTo>
                  <a:pt x="95939" y="22767"/>
                </a:lnTo>
                <a:lnTo>
                  <a:pt x="95339" y="21780"/>
                </a:lnTo>
                <a:lnTo>
                  <a:pt x="94719" y="20813"/>
                </a:lnTo>
                <a:lnTo>
                  <a:pt x="94079" y="19866"/>
                </a:lnTo>
                <a:lnTo>
                  <a:pt x="93420" y="18939"/>
                </a:lnTo>
                <a:lnTo>
                  <a:pt x="92741" y="18032"/>
                </a:lnTo>
                <a:lnTo>
                  <a:pt x="92043" y="17144"/>
                </a:lnTo>
                <a:lnTo>
                  <a:pt x="91324" y="16277"/>
                </a:lnTo>
                <a:lnTo>
                  <a:pt x="90586" y="15429"/>
                </a:lnTo>
                <a:lnTo>
                  <a:pt x="89828" y="14602"/>
                </a:lnTo>
                <a:lnTo>
                  <a:pt x="89050" y="13794"/>
                </a:lnTo>
                <a:lnTo>
                  <a:pt x="88253" y="13007"/>
                </a:lnTo>
                <a:lnTo>
                  <a:pt x="87436" y="12239"/>
                </a:lnTo>
                <a:lnTo>
                  <a:pt x="86599" y="11491"/>
                </a:lnTo>
                <a:lnTo>
                  <a:pt x="85742" y="10763"/>
                </a:lnTo>
                <a:lnTo>
                  <a:pt x="84866" y="10055"/>
                </a:lnTo>
                <a:lnTo>
                  <a:pt x="83970" y="9367"/>
                </a:lnTo>
                <a:lnTo>
                  <a:pt x="83054" y="8698"/>
                </a:lnTo>
                <a:lnTo>
                  <a:pt x="82118" y="8050"/>
                </a:lnTo>
                <a:lnTo>
                  <a:pt x="81163" y="7422"/>
                </a:lnTo>
                <a:lnTo>
                  <a:pt x="80188" y="6816"/>
                </a:lnTo>
                <a:lnTo>
                  <a:pt x="79194" y="6236"/>
                </a:lnTo>
                <a:lnTo>
                  <a:pt x="78180" y="5682"/>
                </a:lnTo>
                <a:lnTo>
                  <a:pt x="77146" y="5154"/>
                </a:lnTo>
                <a:lnTo>
                  <a:pt x="76094" y="4651"/>
                </a:lnTo>
                <a:lnTo>
                  <a:pt x="75022" y="4175"/>
                </a:lnTo>
                <a:lnTo>
                  <a:pt x="73930" y="3724"/>
                </a:lnTo>
                <a:lnTo>
                  <a:pt x="72819" y="3298"/>
                </a:lnTo>
                <a:lnTo>
                  <a:pt x="71688" y="2899"/>
                </a:lnTo>
                <a:lnTo>
                  <a:pt x="70538" y="2525"/>
                </a:lnTo>
                <a:lnTo>
                  <a:pt x="69369" y="2178"/>
                </a:lnTo>
                <a:lnTo>
                  <a:pt x="68180" y="1855"/>
                </a:lnTo>
                <a:lnTo>
                  <a:pt x="66971" y="1559"/>
                </a:lnTo>
                <a:lnTo>
                  <a:pt x="65744" y="1288"/>
                </a:lnTo>
                <a:lnTo>
                  <a:pt x="64496" y="1044"/>
                </a:lnTo>
                <a:lnTo>
                  <a:pt x="63230" y="825"/>
                </a:lnTo>
                <a:lnTo>
                  <a:pt x="61944" y="631"/>
                </a:lnTo>
                <a:lnTo>
                  <a:pt x="60638" y="464"/>
                </a:lnTo>
                <a:lnTo>
                  <a:pt x="59313" y="322"/>
                </a:lnTo>
                <a:lnTo>
                  <a:pt x="57968" y="206"/>
                </a:lnTo>
                <a:lnTo>
                  <a:pt x="56604" y="116"/>
                </a:lnTo>
                <a:lnTo>
                  <a:pt x="55221" y="52"/>
                </a:lnTo>
                <a:lnTo>
                  <a:pt x="53818" y="13"/>
                </a:lnTo>
                <a:lnTo>
                  <a:pt x="52396" y="0"/>
                </a:lnTo>
                <a:lnTo>
                  <a:pt x="50960" y="13"/>
                </a:lnTo>
                <a:lnTo>
                  <a:pt x="49543" y="52"/>
                </a:lnTo>
                <a:lnTo>
                  <a:pt x="48147" y="116"/>
                </a:lnTo>
                <a:lnTo>
                  <a:pt x="46771" y="206"/>
                </a:lnTo>
                <a:lnTo>
                  <a:pt x="45414" y="322"/>
                </a:lnTo>
                <a:lnTo>
                  <a:pt x="44077" y="464"/>
                </a:lnTo>
                <a:lnTo>
                  <a:pt x="42761" y="631"/>
                </a:lnTo>
                <a:lnTo>
                  <a:pt x="41464" y="825"/>
                </a:lnTo>
                <a:lnTo>
                  <a:pt x="40187" y="1044"/>
                </a:lnTo>
                <a:lnTo>
                  <a:pt x="38929" y="1288"/>
                </a:lnTo>
                <a:lnTo>
                  <a:pt x="37692" y="1559"/>
                </a:lnTo>
                <a:lnTo>
                  <a:pt x="36475" y="1855"/>
                </a:lnTo>
                <a:lnTo>
                  <a:pt x="35277" y="2178"/>
                </a:lnTo>
                <a:lnTo>
                  <a:pt x="34100" y="2525"/>
                </a:lnTo>
                <a:lnTo>
                  <a:pt x="32942" y="2899"/>
                </a:lnTo>
                <a:lnTo>
                  <a:pt x="31804" y="3298"/>
                </a:lnTo>
                <a:lnTo>
                  <a:pt x="30686" y="3724"/>
                </a:lnTo>
                <a:lnTo>
                  <a:pt x="29588" y="4175"/>
                </a:lnTo>
                <a:lnTo>
                  <a:pt x="28510" y="4651"/>
                </a:lnTo>
                <a:lnTo>
                  <a:pt x="27452" y="5154"/>
                </a:lnTo>
                <a:lnTo>
                  <a:pt x="26414" y="5682"/>
                </a:lnTo>
                <a:lnTo>
                  <a:pt x="25395" y="6236"/>
                </a:lnTo>
                <a:lnTo>
                  <a:pt x="24397" y="6816"/>
                </a:lnTo>
                <a:lnTo>
                  <a:pt x="23418" y="7422"/>
                </a:lnTo>
                <a:lnTo>
                  <a:pt x="22459" y="8050"/>
                </a:lnTo>
                <a:lnTo>
                  <a:pt x="21520" y="8698"/>
                </a:lnTo>
                <a:lnTo>
                  <a:pt x="20601" y="9367"/>
                </a:lnTo>
                <a:lnTo>
                  <a:pt x="19702" y="10055"/>
                </a:lnTo>
                <a:lnTo>
                  <a:pt x="18823" y="10763"/>
                </a:lnTo>
                <a:lnTo>
                  <a:pt x="17964" y="11491"/>
                </a:lnTo>
                <a:lnTo>
                  <a:pt x="17124" y="12239"/>
                </a:lnTo>
                <a:lnTo>
                  <a:pt x="16305" y="13007"/>
                </a:lnTo>
                <a:lnTo>
                  <a:pt x="15505" y="13794"/>
                </a:lnTo>
                <a:lnTo>
                  <a:pt x="14725" y="14602"/>
                </a:lnTo>
                <a:lnTo>
                  <a:pt x="13965" y="15429"/>
                </a:lnTo>
                <a:lnTo>
                  <a:pt x="13225" y="16277"/>
                </a:lnTo>
                <a:lnTo>
                  <a:pt x="12505" y="17144"/>
                </a:lnTo>
                <a:lnTo>
                  <a:pt x="11805" y="18032"/>
                </a:lnTo>
                <a:lnTo>
                  <a:pt x="11125" y="18939"/>
                </a:lnTo>
                <a:lnTo>
                  <a:pt x="10464" y="19866"/>
                </a:lnTo>
                <a:lnTo>
                  <a:pt x="9824" y="20813"/>
                </a:lnTo>
                <a:lnTo>
                  <a:pt x="9203" y="21780"/>
                </a:lnTo>
                <a:lnTo>
                  <a:pt x="8602" y="22767"/>
                </a:lnTo>
                <a:lnTo>
                  <a:pt x="8021" y="23773"/>
                </a:lnTo>
                <a:lnTo>
                  <a:pt x="7460" y="24800"/>
                </a:lnTo>
                <a:lnTo>
                  <a:pt x="6919" y="25847"/>
                </a:lnTo>
                <a:lnTo>
                  <a:pt x="6398" y="26913"/>
                </a:lnTo>
                <a:lnTo>
                  <a:pt x="5897" y="28000"/>
                </a:lnTo>
                <a:lnTo>
                  <a:pt x="5415" y="29103"/>
                </a:lnTo>
                <a:lnTo>
                  <a:pt x="4955" y="30220"/>
                </a:lnTo>
                <a:lnTo>
                  <a:pt x="4515" y="31352"/>
                </a:lnTo>
                <a:lnTo>
                  <a:pt x="4095" y="32498"/>
                </a:lnTo>
                <a:lnTo>
                  <a:pt x="3696" y="33657"/>
                </a:lnTo>
                <a:lnTo>
                  <a:pt x="3317" y="34831"/>
                </a:lnTo>
                <a:lnTo>
                  <a:pt x="2959" y="36019"/>
                </a:lnTo>
                <a:lnTo>
                  <a:pt x="2621" y="37220"/>
                </a:lnTo>
                <a:lnTo>
                  <a:pt x="2303" y="38436"/>
                </a:lnTo>
                <a:lnTo>
                  <a:pt x="2006" y="39666"/>
                </a:lnTo>
                <a:lnTo>
                  <a:pt x="1730" y="40910"/>
                </a:lnTo>
                <a:lnTo>
                  <a:pt x="1474" y="42168"/>
                </a:lnTo>
                <a:lnTo>
                  <a:pt x="1239" y="43440"/>
                </a:lnTo>
                <a:lnTo>
                  <a:pt x="1024" y="44726"/>
                </a:lnTo>
                <a:lnTo>
                  <a:pt x="829" y="46026"/>
                </a:lnTo>
                <a:lnTo>
                  <a:pt x="655" y="47341"/>
                </a:lnTo>
                <a:lnTo>
                  <a:pt x="502" y="48669"/>
                </a:lnTo>
                <a:lnTo>
                  <a:pt x="369" y="50011"/>
                </a:lnTo>
                <a:lnTo>
                  <a:pt x="256" y="51368"/>
                </a:lnTo>
                <a:lnTo>
                  <a:pt x="164" y="52738"/>
                </a:lnTo>
                <a:lnTo>
                  <a:pt x="92" y="54123"/>
                </a:lnTo>
                <a:lnTo>
                  <a:pt x="41" y="55521"/>
                </a:lnTo>
                <a:lnTo>
                  <a:pt x="10" y="56934"/>
                </a:lnTo>
                <a:lnTo>
                  <a:pt x="0" y="58361"/>
                </a:lnTo>
                <a:lnTo>
                  <a:pt x="10" y="59787"/>
                </a:lnTo>
                <a:lnTo>
                  <a:pt x="41" y="61199"/>
                </a:lnTo>
                <a:lnTo>
                  <a:pt x="92" y="62597"/>
                </a:lnTo>
                <a:lnTo>
                  <a:pt x="164" y="63981"/>
                </a:lnTo>
                <a:lnTo>
                  <a:pt x="256" y="65350"/>
                </a:lnTo>
                <a:lnTo>
                  <a:pt x="369" y="66705"/>
                </a:lnTo>
                <a:lnTo>
                  <a:pt x="502" y="68045"/>
                </a:lnTo>
                <a:lnTo>
                  <a:pt x="655" y="69371"/>
                </a:lnTo>
                <a:lnTo>
                  <a:pt x="829" y="70683"/>
                </a:lnTo>
                <a:lnTo>
                  <a:pt x="1024" y="71980"/>
                </a:lnTo>
                <a:lnTo>
                  <a:pt x="1239" y="73263"/>
                </a:lnTo>
                <a:lnTo>
                  <a:pt x="1474" y="74532"/>
                </a:lnTo>
                <a:lnTo>
                  <a:pt x="1730" y="75786"/>
                </a:lnTo>
                <a:lnTo>
                  <a:pt x="2006" y="77026"/>
                </a:lnTo>
                <a:lnTo>
                  <a:pt x="2303" y="78252"/>
                </a:lnTo>
                <a:lnTo>
                  <a:pt x="2621" y="79463"/>
                </a:lnTo>
                <a:lnTo>
                  <a:pt x="2959" y="80660"/>
                </a:lnTo>
                <a:lnTo>
                  <a:pt x="3317" y="81843"/>
                </a:lnTo>
                <a:lnTo>
                  <a:pt x="3696" y="83011"/>
                </a:lnTo>
                <a:lnTo>
                  <a:pt x="4095" y="84165"/>
                </a:lnTo>
                <a:lnTo>
                  <a:pt x="4515" y="85305"/>
                </a:lnTo>
                <a:lnTo>
                  <a:pt x="4955" y="86430"/>
                </a:lnTo>
                <a:lnTo>
                  <a:pt x="5415" y="87541"/>
                </a:lnTo>
                <a:lnTo>
                  <a:pt x="5897" y="88637"/>
                </a:lnTo>
                <a:lnTo>
                  <a:pt x="6398" y="89717"/>
                </a:lnTo>
                <a:lnTo>
                  <a:pt x="6919" y="90777"/>
                </a:lnTo>
                <a:lnTo>
                  <a:pt x="7460" y="91817"/>
                </a:lnTo>
                <a:lnTo>
                  <a:pt x="8021" y="92838"/>
                </a:lnTo>
                <a:lnTo>
                  <a:pt x="8602" y="93839"/>
                </a:lnTo>
                <a:lnTo>
                  <a:pt x="9203" y="94820"/>
                </a:lnTo>
                <a:lnTo>
                  <a:pt x="9824" y="95782"/>
                </a:lnTo>
                <a:lnTo>
                  <a:pt x="10464" y="96724"/>
                </a:lnTo>
                <a:lnTo>
                  <a:pt x="11125" y="97647"/>
                </a:lnTo>
                <a:lnTo>
                  <a:pt x="11805" y="98550"/>
                </a:lnTo>
                <a:lnTo>
                  <a:pt x="12505" y="99433"/>
                </a:lnTo>
                <a:lnTo>
                  <a:pt x="13225" y="100297"/>
                </a:lnTo>
                <a:lnTo>
                  <a:pt x="13965" y="101141"/>
                </a:lnTo>
                <a:lnTo>
                  <a:pt x="14725" y="101965"/>
                </a:lnTo>
                <a:lnTo>
                  <a:pt x="15505" y="102770"/>
                </a:lnTo>
                <a:lnTo>
                  <a:pt x="16305" y="103555"/>
                </a:lnTo>
                <a:lnTo>
                  <a:pt x="17124" y="104321"/>
                </a:lnTo>
                <a:lnTo>
                  <a:pt x="17964" y="105067"/>
                </a:lnTo>
                <a:lnTo>
                  <a:pt x="18823" y="105793"/>
                </a:lnTo>
                <a:lnTo>
                  <a:pt x="19702" y="106500"/>
                </a:lnTo>
                <a:lnTo>
                  <a:pt x="20601" y="107187"/>
                </a:lnTo>
                <a:lnTo>
                  <a:pt x="21520" y="107855"/>
                </a:lnTo>
                <a:lnTo>
                  <a:pt x="22459" y="108503"/>
                </a:lnTo>
                <a:lnTo>
                  <a:pt x="23418" y="109131"/>
                </a:lnTo>
                <a:lnTo>
                  <a:pt x="24397" y="109737"/>
                </a:lnTo>
                <a:lnTo>
                  <a:pt x="25395" y="110316"/>
                </a:lnTo>
                <a:lnTo>
                  <a:pt x="26414" y="110870"/>
                </a:lnTo>
                <a:lnTo>
                  <a:pt x="27452" y="111399"/>
                </a:lnTo>
                <a:lnTo>
                  <a:pt x="28510" y="111901"/>
                </a:lnTo>
                <a:lnTo>
                  <a:pt x="29588" y="112378"/>
                </a:lnTo>
                <a:lnTo>
                  <a:pt x="30686" y="112829"/>
                </a:lnTo>
                <a:lnTo>
                  <a:pt x="31804" y="113254"/>
                </a:lnTo>
                <a:lnTo>
                  <a:pt x="32942" y="113654"/>
                </a:lnTo>
                <a:lnTo>
                  <a:pt x="34100" y="114027"/>
                </a:lnTo>
                <a:lnTo>
                  <a:pt x="35277" y="114375"/>
                </a:lnTo>
                <a:lnTo>
                  <a:pt x="36475" y="114697"/>
                </a:lnTo>
                <a:lnTo>
                  <a:pt x="37692" y="114994"/>
                </a:lnTo>
                <a:lnTo>
                  <a:pt x="38929" y="115264"/>
                </a:lnTo>
                <a:lnTo>
                  <a:pt x="40187" y="115509"/>
                </a:lnTo>
                <a:lnTo>
                  <a:pt x="41464" y="115728"/>
                </a:lnTo>
                <a:lnTo>
                  <a:pt x="42761" y="115921"/>
                </a:lnTo>
                <a:lnTo>
                  <a:pt x="44077" y="116089"/>
                </a:lnTo>
                <a:lnTo>
                  <a:pt x="45414" y="116230"/>
                </a:lnTo>
                <a:lnTo>
                  <a:pt x="46771" y="116346"/>
                </a:lnTo>
                <a:lnTo>
                  <a:pt x="48147" y="116437"/>
                </a:lnTo>
                <a:lnTo>
                  <a:pt x="49543" y="116501"/>
                </a:lnTo>
                <a:lnTo>
                  <a:pt x="50960" y="116540"/>
                </a:lnTo>
                <a:lnTo>
                  <a:pt x="52396" y="116553"/>
                </a:lnTo>
                <a:lnTo>
                  <a:pt x="53818" y="116540"/>
                </a:lnTo>
                <a:lnTo>
                  <a:pt x="55221" y="116501"/>
                </a:lnTo>
                <a:lnTo>
                  <a:pt x="56604" y="116437"/>
                </a:lnTo>
                <a:lnTo>
                  <a:pt x="57968" y="116346"/>
                </a:lnTo>
                <a:lnTo>
                  <a:pt x="58274" y="116320"/>
                </a:lnTo>
                <a:lnTo>
                  <a:pt x="58302" y="116377"/>
                </a:lnTo>
                <a:lnTo>
                  <a:pt x="58529" y="116833"/>
                </a:lnTo>
                <a:lnTo>
                  <a:pt x="58758" y="117286"/>
                </a:lnTo>
                <a:lnTo>
                  <a:pt x="58988" y="117735"/>
                </a:lnTo>
                <a:lnTo>
                  <a:pt x="59219" y="118181"/>
                </a:lnTo>
                <a:lnTo>
                  <a:pt x="59451" y="118623"/>
                </a:lnTo>
                <a:lnTo>
                  <a:pt x="59685" y="119062"/>
                </a:lnTo>
                <a:lnTo>
                  <a:pt x="59919" y="119497"/>
                </a:lnTo>
                <a:lnTo>
                  <a:pt x="60155" y="119928"/>
                </a:lnTo>
                <a:lnTo>
                  <a:pt x="60392" y="120356"/>
                </a:lnTo>
                <a:lnTo>
                  <a:pt x="60630" y="120781"/>
                </a:lnTo>
                <a:lnTo>
                  <a:pt x="60869" y="121202"/>
                </a:lnTo>
                <a:lnTo>
                  <a:pt x="61110" y="121620"/>
                </a:lnTo>
                <a:lnTo>
                  <a:pt x="61351" y="122034"/>
                </a:lnTo>
                <a:lnTo>
                  <a:pt x="61594" y="122444"/>
                </a:lnTo>
                <a:lnTo>
                  <a:pt x="61838" y="122851"/>
                </a:lnTo>
                <a:lnTo>
                  <a:pt x="62083" y="123255"/>
                </a:lnTo>
                <a:lnTo>
                  <a:pt x="62331" y="123654"/>
                </a:lnTo>
                <a:lnTo>
                  <a:pt x="62585" y="124049"/>
                </a:lnTo>
                <a:lnTo>
                  <a:pt x="62844" y="124440"/>
                </a:lnTo>
                <a:lnTo>
                  <a:pt x="63108" y="124826"/>
                </a:lnTo>
                <a:lnTo>
                  <a:pt x="63377" y="125208"/>
                </a:lnTo>
                <a:lnTo>
                  <a:pt x="63652" y="125586"/>
                </a:lnTo>
                <a:lnTo>
                  <a:pt x="63932" y="125959"/>
                </a:lnTo>
                <a:lnTo>
                  <a:pt x="64217" y="126327"/>
                </a:lnTo>
                <a:lnTo>
                  <a:pt x="64508" y="126692"/>
                </a:lnTo>
                <a:lnTo>
                  <a:pt x="64803" y="127052"/>
                </a:lnTo>
                <a:lnTo>
                  <a:pt x="65104" y="127407"/>
                </a:lnTo>
                <a:lnTo>
                  <a:pt x="65411" y="127758"/>
                </a:lnTo>
                <a:lnTo>
                  <a:pt x="65722" y="128105"/>
                </a:lnTo>
                <a:lnTo>
                  <a:pt x="66039" y="128447"/>
                </a:lnTo>
                <a:lnTo>
                  <a:pt x="66361" y="128785"/>
                </a:lnTo>
                <a:lnTo>
                  <a:pt x="66688" y="129118"/>
                </a:lnTo>
                <a:lnTo>
                  <a:pt x="67021" y="129447"/>
                </a:lnTo>
                <a:lnTo>
                  <a:pt x="67359" y="129772"/>
                </a:lnTo>
                <a:lnTo>
                  <a:pt x="67702" y="130092"/>
                </a:lnTo>
                <a:lnTo>
                  <a:pt x="68050" y="130408"/>
                </a:lnTo>
                <a:lnTo>
                  <a:pt x="68404" y="130720"/>
                </a:lnTo>
                <a:lnTo>
                  <a:pt x="68762" y="131027"/>
                </a:lnTo>
                <a:lnTo>
                  <a:pt x="69127" y="131329"/>
                </a:lnTo>
                <a:lnTo>
                  <a:pt x="69496" y="131628"/>
                </a:lnTo>
                <a:lnTo>
                  <a:pt x="69872" y="131921"/>
                </a:lnTo>
                <a:lnTo>
                  <a:pt x="70257" y="132208"/>
                </a:lnTo>
                <a:lnTo>
                  <a:pt x="70651" y="132490"/>
                </a:lnTo>
                <a:lnTo>
                  <a:pt x="71053" y="132766"/>
                </a:lnTo>
                <a:lnTo>
                  <a:pt x="71464" y="133036"/>
                </a:lnTo>
                <a:lnTo>
                  <a:pt x="71884" y="133301"/>
                </a:lnTo>
                <a:lnTo>
                  <a:pt x="72312" y="133560"/>
                </a:lnTo>
                <a:lnTo>
                  <a:pt x="72749" y="133813"/>
                </a:lnTo>
                <a:lnTo>
                  <a:pt x="73194" y="134060"/>
                </a:lnTo>
                <a:lnTo>
                  <a:pt x="73648" y="134302"/>
                </a:lnTo>
                <a:lnTo>
                  <a:pt x="74111" y="134538"/>
                </a:lnTo>
                <a:lnTo>
                  <a:pt x="74582" y="134768"/>
                </a:lnTo>
                <a:lnTo>
                  <a:pt x="75062" y="134992"/>
                </a:lnTo>
                <a:lnTo>
                  <a:pt x="75550" y="135211"/>
                </a:lnTo>
                <a:lnTo>
                  <a:pt x="76047" y="135424"/>
                </a:lnTo>
                <a:lnTo>
                  <a:pt x="76553" y="135631"/>
                </a:lnTo>
                <a:lnTo>
                  <a:pt x="77068" y="135833"/>
                </a:lnTo>
                <a:lnTo>
                  <a:pt x="77591" y="136029"/>
                </a:lnTo>
                <a:lnTo>
                  <a:pt x="78122" y="136219"/>
                </a:lnTo>
                <a:lnTo>
                  <a:pt x="78663" y="136403"/>
                </a:lnTo>
                <a:lnTo>
                  <a:pt x="79212" y="136582"/>
                </a:lnTo>
                <a:lnTo>
                  <a:pt x="79769" y="136755"/>
                </a:lnTo>
                <a:lnTo>
                  <a:pt x="80335" y="136922"/>
                </a:lnTo>
                <a:lnTo>
                  <a:pt x="80910" y="137083"/>
                </a:lnTo>
                <a:lnTo>
                  <a:pt x="81495" y="137238"/>
                </a:lnTo>
                <a:lnTo>
                  <a:pt x="82093" y="137387"/>
                </a:lnTo>
                <a:lnTo>
                  <a:pt x="82702" y="137529"/>
                </a:lnTo>
                <a:lnTo>
                  <a:pt x="83324" y="137665"/>
                </a:lnTo>
                <a:lnTo>
                  <a:pt x="83958" y="137793"/>
                </a:lnTo>
                <a:lnTo>
                  <a:pt x="84604" y="137916"/>
                </a:lnTo>
                <a:lnTo>
                  <a:pt x="85262" y="138031"/>
                </a:lnTo>
                <a:lnTo>
                  <a:pt x="85932" y="138140"/>
                </a:lnTo>
                <a:lnTo>
                  <a:pt x="86614" y="138243"/>
                </a:lnTo>
                <a:lnTo>
                  <a:pt x="87309" y="138338"/>
                </a:lnTo>
                <a:lnTo>
                  <a:pt x="88015" y="138428"/>
                </a:lnTo>
                <a:lnTo>
                  <a:pt x="88734" y="138510"/>
                </a:lnTo>
                <a:lnTo>
                  <a:pt x="89465" y="138586"/>
                </a:lnTo>
                <a:lnTo>
                  <a:pt x="90208" y="138656"/>
                </a:lnTo>
                <a:lnTo>
                  <a:pt x="90963" y="138718"/>
                </a:lnTo>
                <a:lnTo>
                  <a:pt x="91730" y="138775"/>
                </a:lnTo>
                <a:lnTo>
                  <a:pt x="92510" y="138824"/>
                </a:lnTo>
                <a:lnTo>
                  <a:pt x="93301" y="138867"/>
                </a:lnTo>
                <a:lnTo>
                  <a:pt x="94105" y="138903"/>
                </a:lnTo>
                <a:lnTo>
                  <a:pt x="94921" y="138933"/>
                </a:lnTo>
                <a:lnTo>
                  <a:pt x="95749" y="138956"/>
                </a:lnTo>
                <a:lnTo>
                  <a:pt x="96589" y="138973"/>
                </a:lnTo>
                <a:lnTo>
                  <a:pt x="97441" y="138983"/>
                </a:lnTo>
                <a:lnTo>
                  <a:pt x="98305" y="138986"/>
                </a:lnTo>
                <a:lnTo>
                  <a:pt x="104033" y="138986"/>
                </a:lnTo>
                <a:lnTo>
                  <a:pt x="104033" y="125661"/>
                </a:lnTo>
                <a:lnTo>
                  <a:pt x="99485" y="125661"/>
                </a:lnTo>
                <a:lnTo>
                  <a:pt x="98823" y="125659"/>
                </a:lnTo>
                <a:lnTo>
                  <a:pt x="98172" y="125654"/>
                </a:lnTo>
                <a:lnTo>
                  <a:pt x="97531" y="125646"/>
                </a:lnTo>
                <a:lnTo>
                  <a:pt x="96900" y="125634"/>
                </a:lnTo>
                <a:lnTo>
                  <a:pt x="96280" y="125619"/>
                </a:lnTo>
                <a:lnTo>
                  <a:pt x="95670" y="125600"/>
                </a:lnTo>
                <a:lnTo>
                  <a:pt x="95071" y="125578"/>
                </a:lnTo>
                <a:lnTo>
                  <a:pt x="94482" y="125553"/>
                </a:lnTo>
                <a:lnTo>
                  <a:pt x="93903" y="125524"/>
                </a:lnTo>
                <a:lnTo>
                  <a:pt x="93335" y="125492"/>
                </a:lnTo>
                <a:lnTo>
                  <a:pt x="92777" y="125456"/>
                </a:lnTo>
                <a:lnTo>
                  <a:pt x="92230" y="125417"/>
                </a:lnTo>
                <a:lnTo>
                  <a:pt x="91693" y="125375"/>
                </a:lnTo>
                <a:lnTo>
                  <a:pt x="91166" y="125329"/>
                </a:lnTo>
                <a:lnTo>
                  <a:pt x="90650" y="125280"/>
                </a:lnTo>
                <a:lnTo>
                  <a:pt x="90144" y="125227"/>
                </a:lnTo>
                <a:lnTo>
                  <a:pt x="89648" y="125172"/>
                </a:lnTo>
                <a:lnTo>
                  <a:pt x="89163" y="125112"/>
                </a:lnTo>
                <a:lnTo>
                  <a:pt x="88688" y="125050"/>
                </a:lnTo>
                <a:lnTo>
                  <a:pt x="88224" y="124984"/>
                </a:lnTo>
                <a:lnTo>
                  <a:pt x="87770" y="124914"/>
                </a:lnTo>
                <a:lnTo>
                  <a:pt x="87326" y="124841"/>
                </a:lnTo>
                <a:lnTo>
                  <a:pt x="86893" y="124765"/>
                </a:lnTo>
                <a:lnTo>
                  <a:pt x="86470" y="124686"/>
                </a:lnTo>
                <a:lnTo>
                  <a:pt x="86055" y="124603"/>
                </a:lnTo>
                <a:lnTo>
                  <a:pt x="85647" y="124516"/>
                </a:lnTo>
                <a:lnTo>
                  <a:pt x="85246" y="124427"/>
                </a:lnTo>
                <a:lnTo>
                  <a:pt x="84851" y="124334"/>
                </a:lnTo>
                <a:lnTo>
                  <a:pt x="84462" y="124237"/>
                </a:lnTo>
                <a:lnTo>
                  <a:pt x="84080" y="124137"/>
                </a:lnTo>
                <a:lnTo>
                  <a:pt x="83704" y="124034"/>
                </a:lnTo>
                <a:lnTo>
                  <a:pt x="83334" y="123927"/>
                </a:lnTo>
                <a:lnTo>
                  <a:pt x="82971" y="123817"/>
                </a:lnTo>
                <a:lnTo>
                  <a:pt x="82615" y="123704"/>
                </a:lnTo>
                <a:lnTo>
                  <a:pt x="82265" y="123587"/>
                </a:lnTo>
                <a:lnTo>
                  <a:pt x="81921" y="123467"/>
                </a:lnTo>
                <a:lnTo>
                  <a:pt x="81584" y="123343"/>
                </a:lnTo>
                <a:lnTo>
                  <a:pt x="81253" y="123216"/>
                </a:lnTo>
                <a:lnTo>
                  <a:pt x="80929" y="123086"/>
                </a:lnTo>
                <a:lnTo>
                  <a:pt x="80611" y="122952"/>
                </a:lnTo>
                <a:lnTo>
                  <a:pt x="80299" y="122815"/>
                </a:lnTo>
                <a:lnTo>
                  <a:pt x="79994" y="122675"/>
                </a:lnTo>
                <a:lnTo>
                  <a:pt x="79696" y="122531"/>
                </a:lnTo>
                <a:lnTo>
                  <a:pt x="79403" y="122383"/>
                </a:lnTo>
                <a:lnTo>
                  <a:pt x="79118" y="122233"/>
                </a:lnTo>
                <a:lnTo>
                  <a:pt x="78838" y="122079"/>
                </a:lnTo>
                <a:lnTo>
                  <a:pt x="78565" y="121921"/>
                </a:lnTo>
                <a:lnTo>
                  <a:pt x="78299" y="121760"/>
                </a:lnTo>
                <a:lnTo>
                  <a:pt x="78037" y="121596"/>
                </a:lnTo>
                <a:lnTo>
                  <a:pt x="77779" y="121427"/>
                </a:lnTo>
                <a:lnTo>
                  <a:pt x="77523" y="121255"/>
                </a:lnTo>
                <a:lnTo>
                  <a:pt x="77270" y="121078"/>
                </a:lnTo>
                <a:lnTo>
                  <a:pt x="77021" y="120897"/>
                </a:lnTo>
                <a:lnTo>
                  <a:pt x="76775" y="120712"/>
                </a:lnTo>
                <a:lnTo>
                  <a:pt x="76531" y="120523"/>
                </a:lnTo>
                <a:lnTo>
                  <a:pt x="76291" y="120330"/>
                </a:lnTo>
                <a:lnTo>
                  <a:pt x="76054" y="120132"/>
                </a:lnTo>
                <a:lnTo>
                  <a:pt x="75820" y="119930"/>
                </a:lnTo>
                <a:lnTo>
                  <a:pt x="75589" y="119725"/>
                </a:lnTo>
                <a:lnTo>
                  <a:pt x="75361" y="119515"/>
                </a:lnTo>
                <a:lnTo>
                  <a:pt x="75136" y="119301"/>
                </a:lnTo>
                <a:lnTo>
                  <a:pt x="74914" y="119083"/>
                </a:lnTo>
                <a:lnTo>
                  <a:pt x="74696" y="118860"/>
                </a:lnTo>
                <a:lnTo>
                  <a:pt x="74480" y="118634"/>
                </a:lnTo>
                <a:lnTo>
                  <a:pt x="74268" y="118403"/>
                </a:lnTo>
                <a:lnTo>
                  <a:pt x="74058" y="118169"/>
                </a:lnTo>
                <a:lnTo>
                  <a:pt x="73852" y="117930"/>
                </a:lnTo>
                <a:lnTo>
                  <a:pt x="73648" y="117687"/>
                </a:lnTo>
                <a:lnTo>
                  <a:pt x="73448" y="117440"/>
                </a:lnTo>
                <a:lnTo>
                  <a:pt x="73251" y="117189"/>
                </a:lnTo>
                <a:lnTo>
                  <a:pt x="73057" y="116933"/>
                </a:lnTo>
                <a:lnTo>
                  <a:pt x="72866" y="116674"/>
                </a:lnTo>
                <a:lnTo>
                  <a:pt x="72676" y="116410"/>
                </a:lnTo>
                <a:lnTo>
                  <a:pt x="72485" y="116143"/>
                </a:lnTo>
                <a:lnTo>
                  <a:pt x="72293" y="115871"/>
                </a:lnTo>
                <a:lnTo>
                  <a:pt x="72100" y="115595"/>
                </a:lnTo>
                <a:lnTo>
                  <a:pt x="71907" y="115316"/>
                </a:lnTo>
                <a:lnTo>
                  <a:pt x="71713" y="115032"/>
                </a:lnTo>
                <a:lnTo>
                  <a:pt x="71517" y="114743"/>
                </a:lnTo>
                <a:lnTo>
                  <a:pt x="71321" y="114451"/>
                </a:lnTo>
                <a:lnTo>
                  <a:pt x="71124" y="114155"/>
                </a:lnTo>
                <a:lnTo>
                  <a:pt x="70952" y="113893"/>
                </a:lnTo>
                <a:lnTo>
                  <a:pt x="71688" y="113654"/>
                </a:lnTo>
                <a:close/>
                <a:moveTo>
                  <a:pt x="50170" y="104112"/>
                </a:moveTo>
                <a:lnTo>
                  <a:pt x="49125" y="104059"/>
                </a:lnTo>
                <a:lnTo>
                  <a:pt x="48097" y="103984"/>
                </a:lnTo>
                <a:lnTo>
                  <a:pt x="47087" y="103888"/>
                </a:lnTo>
                <a:lnTo>
                  <a:pt x="46094" y="103770"/>
                </a:lnTo>
                <a:lnTo>
                  <a:pt x="45118" y="103631"/>
                </a:lnTo>
                <a:lnTo>
                  <a:pt x="44159" y="103471"/>
                </a:lnTo>
                <a:lnTo>
                  <a:pt x="43218" y="103289"/>
                </a:lnTo>
                <a:lnTo>
                  <a:pt x="42294" y="103086"/>
                </a:lnTo>
                <a:lnTo>
                  <a:pt x="41387" y="102862"/>
                </a:lnTo>
                <a:lnTo>
                  <a:pt x="40497" y="102616"/>
                </a:lnTo>
                <a:lnTo>
                  <a:pt x="39625" y="102349"/>
                </a:lnTo>
                <a:lnTo>
                  <a:pt x="38770" y="102060"/>
                </a:lnTo>
                <a:lnTo>
                  <a:pt x="37932" y="101750"/>
                </a:lnTo>
                <a:lnTo>
                  <a:pt x="37111" y="101419"/>
                </a:lnTo>
                <a:lnTo>
                  <a:pt x="36308" y="101066"/>
                </a:lnTo>
                <a:lnTo>
                  <a:pt x="35522" y="100692"/>
                </a:lnTo>
                <a:lnTo>
                  <a:pt x="34753" y="100297"/>
                </a:lnTo>
                <a:lnTo>
                  <a:pt x="34002" y="99880"/>
                </a:lnTo>
                <a:lnTo>
                  <a:pt x="33267" y="99442"/>
                </a:lnTo>
                <a:lnTo>
                  <a:pt x="32550" y="98982"/>
                </a:lnTo>
                <a:lnTo>
                  <a:pt x="31850" y="98501"/>
                </a:lnTo>
                <a:lnTo>
                  <a:pt x="31168" y="97999"/>
                </a:lnTo>
                <a:lnTo>
                  <a:pt x="30502" y="97478"/>
                </a:lnTo>
                <a:lnTo>
                  <a:pt x="29850" y="96943"/>
                </a:lnTo>
                <a:lnTo>
                  <a:pt x="29214" y="96393"/>
                </a:lnTo>
                <a:lnTo>
                  <a:pt x="28593" y="95828"/>
                </a:lnTo>
                <a:lnTo>
                  <a:pt x="27987" y="95249"/>
                </a:lnTo>
                <a:lnTo>
                  <a:pt x="27396" y="94654"/>
                </a:lnTo>
                <a:lnTo>
                  <a:pt x="26820" y="94045"/>
                </a:lnTo>
                <a:lnTo>
                  <a:pt x="26259" y="93421"/>
                </a:lnTo>
                <a:lnTo>
                  <a:pt x="25713" y="92782"/>
                </a:lnTo>
                <a:lnTo>
                  <a:pt x="25182" y="92129"/>
                </a:lnTo>
                <a:lnTo>
                  <a:pt x="24666" y="91460"/>
                </a:lnTo>
                <a:lnTo>
                  <a:pt x="24166" y="90777"/>
                </a:lnTo>
                <a:lnTo>
                  <a:pt x="23680" y="90079"/>
                </a:lnTo>
                <a:lnTo>
                  <a:pt x="23210" y="89367"/>
                </a:lnTo>
                <a:lnTo>
                  <a:pt x="22754" y="88639"/>
                </a:lnTo>
                <a:lnTo>
                  <a:pt x="22314" y="87897"/>
                </a:lnTo>
                <a:lnTo>
                  <a:pt x="21888" y="87140"/>
                </a:lnTo>
                <a:lnTo>
                  <a:pt x="21478" y="86368"/>
                </a:lnTo>
                <a:lnTo>
                  <a:pt x="21083" y="85582"/>
                </a:lnTo>
                <a:lnTo>
                  <a:pt x="20703" y="84780"/>
                </a:lnTo>
                <a:lnTo>
                  <a:pt x="20337" y="83964"/>
                </a:lnTo>
                <a:lnTo>
                  <a:pt x="19987" y="83133"/>
                </a:lnTo>
                <a:lnTo>
                  <a:pt x="19652" y="82287"/>
                </a:lnTo>
                <a:lnTo>
                  <a:pt x="19333" y="81427"/>
                </a:lnTo>
                <a:lnTo>
                  <a:pt x="19027" y="80555"/>
                </a:lnTo>
                <a:lnTo>
                  <a:pt x="18734" y="79675"/>
                </a:lnTo>
                <a:lnTo>
                  <a:pt x="18454" y="78788"/>
                </a:lnTo>
                <a:lnTo>
                  <a:pt x="18187" y="77893"/>
                </a:lnTo>
                <a:lnTo>
                  <a:pt x="17933" y="76990"/>
                </a:lnTo>
                <a:lnTo>
                  <a:pt x="17693" y="76079"/>
                </a:lnTo>
                <a:lnTo>
                  <a:pt x="17465" y="75161"/>
                </a:lnTo>
                <a:lnTo>
                  <a:pt x="17250" y="74235"/>
                </a:lnTo>
                <a:lnTo>
                  <a:pt x="17048" y="73301"/>
                </a:lnTo>
                <a:lnTo>
                  <a:pt x="16860" y="72359"/>
                </a:lnTo>
                <a:lnTo>
                  <a:pt x="16684" y="71410"/>
                </a:lnTo>
                <a:lnTo>
                  <a:pt x="16521" y="70452"/>
                </a:lnTo>
                <a:lnTo>
                  <a:pt x="16371" y="69487"/>
                </a:lnTo>
                <a:lnTo>
                  <a:pt x="16235" y="68515"/>
                </a:lnTo>
                <a:lnTo>
                  <a:pt x="16111" y="67534"/>
                </a:lnTo>
                <a:lnTo>
                  <a:pt x="16000" y="66546"/>
                </a:lnTo>
                <a:lnTo>
                  <a:pt x="15903" y="65550"/>
                </a:lnTo>
                <a:lnTo>
                  <a:pt x="15818" y="64546"/>
                </a:lnTo>
                <a:lnTo>
                  <a:pt x="15747" y="63535"/>
                </a:lnTo>
                <a:lnTo>
                  <a:pt x="15688" y="62515"/>
                </a:lnTo>
                <a:lnTo>
                  <a:pt x="15643" y="61488"/>
                </a:lnTo>
                <a:lnTo>
                  <a:pt x="15610" y="60454"/>
                </a:lnTo>
                <a:lnTo>
                  <a:pt x="15590" y="59411"/>
                </a:lnTo>
                <a:lnTo>
                  <a:pt x="15584" y="58361"/>
                </a:lnTo>
                <a:lnTo>
                  <a:pt x="15590" y="57303"/>
                </a:lnTo>
                <a:lnTo>
                  <a:pt x="15610" y="56254"/>
                </a:lnTo>
                <a:lnTo>
                  <a:pt x="15643" y="55213"/>
                </a:lnTo>
                <a:lnTo>
                  <a:pt x="15688" y="54180"/>
                </a:lnTo>
                <a:lnTo>
                  <a:pt x="15747" y="53155"/>
                </a:lnTo>
                <a:lnTo>
                  <a:pt x="15818" y="52138"/>
                </a:lnTo>
                <a:lnTo>
                  <a:pt x="15903" y="51129"/>
                </a:lnTo>
                <a:lnTo>
                  <a:pt x="16000" y="50128"/>
                </a:lnTo>
                <a:lnTo>
                  <a:pt x="16111" y="49136"/>
                </a:lnTo>
                <a:lnTo>
                  <a:pt x="16235" y="48151"/>
                </a:lnTo>
                <a:lnTo>
                  <a:pt x="16371" y="47174"/>
                </a:lnTo>
                <a:lnTo>
                  <a:pt x="16521" y="46206"/>
                </a:lnTo>
                <a:lnTo>
                  <a:pt x="16684" y="45245"/>
                </a:lnTo>
                <a:lnTo>
                  <a:pt x="16860" y="44293"/>
                </a:lnTo>
                <a:lnTo>
                  <a:pt x="17048" y="43348"/>
                </a:lnTo>
                <a:lnTo>
                  <a:pt x="17250" y="42412"/>
                </a:lnTo>
                <a:lnTo>
                  <a:pt x="17465" y="41483"/>
                </a:lnTo>
                <a:lnTo>
                  <a:pt x="17693" y="40563"/>
                </a:lnTo>
                <a:lnTo>
                  <a:pt x="17933" y="39651"/>
                </a:lnTo>
                <a:lnTo>
                  <a:pt x="18187" y="38747"/>
                </a:lnTo>
                <a:lnTo>
                  <a:pt x="18454" y="37850"/>
                </a:lnTo>
                <a:lnTo>
                  <a:pt x="18734" y="36962"/>
                </a:lnTo>
                <a:lnTo>
                  <a:pt x="19027" y="36082"/>
                </a:lnTo>
                <a:lnTo>
                  <a:pt x="19333" y="35210"/>
                </a:lnTo>
                <a:lnTo>
                  <a:pt x="19652" y="34350"/>
                </a:lnTo>
                <a:lnTo>
                  <a:pt x="19987" y="33504"/>
                </a:lnTo>
                <a:lnTo>
                  <a:pt x="20337" y="32672"/>
                </a:lnTo>
                <a:lnTo>
                  <a:pt x="20703" y="31856"/>
                </a:lnTo>
                <a:lnTo>
                  <a:pt x="21083" y="31054"/>
                </a:lnTo>
                <a:lnTo>
                  <a:pt x="21478" y="30266"/>
                </a:lnTo>
                <a:lnTo>
                  <a:pt x="21888" y="29493"/>
                </a:lnTo>
                <a:lnTo>
                  <a:pt x="22314" y="28735"/>
                </a:lnTo>
                <a:lnTo>
                  <a:pt x="22754" y="27992"/>
                </a:lnTo>
                <a:lnTo>
                  <a:pt x="23210" y="27263"/>
                </a:lnTo>
                <a:lnTo>
                  <a:pt x="23680" y="26549"/>
                </a:lnTo>
                <a:lnTo>
                  <a:pt x="24166" y="25849"/>
                </a:lnTo>
                <a:lnTo>
                  <a:pt x="24666" y="25164"/>
                </a:lnTo>
                <a:lnTo>
                  <a:pt x="25182" y="24494"/>
                </a:lnTo>
                <a:lnTo>
                  <a:pt x="25713" y="23838"/>
                </a:lnTo>
                <a:lnTo>
                  <a:pt x="26259" y="23197"/>
                </a:lnTo>
                <a:lnTo>
                  <a:pt x="26820" y="22571"/>
                </a:lnTo>
                <a:lnTo>
                  <a:pt x="27396" y="21959"/>
                </a:lnTo>
                <a:lnTo>
                  <a:pt x="27987" y="21362"/>
                </a:lnTo>
                <a:lnTo>
                  <a:pt x="28593" y="20779"/>
                </a:lnTo>
                <a:lnTo>
                  <a:pt x="29214" y="20212"/>
                </a:lnTo>
                <a:lnTo>
                  <a:pt x="29850" y="19659"/>
                </a:lnTo>
                <a:lnTo>
                  <a:pt x="30502" y="19120"/>
                </a:lnTo>
                <a:lnTo>
                  <a:pt x="31168" y="18596"/>
                </a:lnTo>
                <a:lnTo>
                  <a:pt x="31850" y="18090"/>
                </a:lnTo>
                <a:lnTo>
                  <a:pt x="32550" y="17606"/>
                </a:lnTo>
                <a:lnTo>
                  <a:pt x="33267" y="17143"/>
                </a:lnTo>
                <a:lnTo>
                  <a:pt x="34002" y="16702"/>
                </a:lnTo>
                <a:lnTo>
                  <a:pt x="34753" y="16282"/>
                </a:lnTo>
                <a:lnTo>
                  <a:pt x="35522" y="15884"/>
                </a:lnTo>
                <a:lnTo>
                  <a:pt x="36308" y="15508"/>
                </a:lnTo>
                <a:lnTo>
                  <a:pt x="37111" y="15152"/>
                </a:lnTo>
                <a:lnTo>
                  <a:pt x="37932" y="14819"/>
                </a:lnTo>
                <a:lnTo>
                  <a:pt x="38770" y="14507"/>
                </a:lnTo>
                <a:lnTo>
                  <a:pt x="39625" y="14216"/>
                </a:lnTo>
                <a:lnTo>
                  <a:pt x="40497" y="13947"/>
                </a:lnTo>
                <a:lnTo>
                  <a:pt x="41387" y="13700"/>
                </a:lnTo>
                <a:lnTo>
                  <a:pt x="42294" y="13474"/>
                </a:lnTo>
                <a:lnTo>
                  <a:pt x="43218" y="13269"/>
                </a:lnTo>
                <a:lnTo>
                  <a:pt x="44159" y="13086"/>
                </a:lnTo>
                <a:lnTo>
                  <a:pt x="45118" y="12925"/>
                </a:lnTo>
                <a:lnTo>
                  <a:pt x="46094" y="12785"/>
                </a:lnTo>
                <a:lnTo>
                  <a:pt x="47087" y="12666"/>
                </a:lnTo>
                <a:lnTo>
                  <a:pt x="48097" y="12570"/>
                </a:lnTo>
                <a:lnTo>
                  <a:pt x="49125" y="12494"/>
                </a:lnTo>
                <a:lnTo>
                  <a:pt x="50170" y="12440"/>
                </a:lnTo>
                <a:lnTo>
                  <a:pt x="51232" y="12408"/>
                </a:lnTo>
                <a:lnTo>
                  <a:pt x="52312" y="12397"/>
                </a:lnTo>
                <a:lnTo>
                  <a:pt x="53391" y="12408"/>
                </a:lnTo>
                <a:lnTo>
                  <a:pt x="54453" y="12440"/>
                </a:lnTo>
                <a:lnTo>
                  <a:pt x="55497" y="12494"/>
                </a:lnTo>
                <a:lnTo>
                  <a:pt x="56525" y="12570"/>
                </a:lnTo>
                <a:lnTo>
                  <a:pt x="57534" y="12666"/>
                </a:lnTo>
                <a:lnTo>
                  <a:pt x="58527" y="12785"/>
                </a:lnTo>
                <a:lnTo>
                  <a:pt x="59502" y="12925"/>
                </a:lnTo>
                <a:lnTo>
                  <a:pt x="60459" y="13086"/>
                </a:lnTo>
                <a:lnTo>
                  <a:pt x="61399" y="13269"/>
                </a:lnTo>
                <a:lnTo>
                  <a:pt x="62322" y="13474"/>
                </a:lnTo>
                <a:lnTo>
                  <a:pt x="63227" y="13700"/>
                </a:lnTo>
                <a:lnTo>
                  <a:pt x="64115" y="13947"/>
                </a:lnTo>
                <a:lnTo>
                  <a:pt x="64986" y="14216"/>
                </a:lnTo>
                <a:lnTo>
                  <a:pt x="65839" y="14507"/>
                </a:lnTo>
                <a:lnTo>
                  <a:pt x="66675" y="14819"/>
                </a:lnTo>
                <a:lnTo>
                  <a:pt x="67493" y="15152"/>
                </a:lnTo>
                <a:lnTo>
                  <a:pt x="68294" y="15508"/>
                </a:lnTo>
                <a:lnTo>
                  <a:pt x="69077" y="15884"/>
                </a:lnTo>
                <a:lnTo>
                  <a:pt x="69844" y="16282"/>
                </a:lnTo>
                <a:lnTo>
                  <a:pt x="70592" y="16702"/>
                </a:lnTo>
                <a:lnTo>
                  <a:pt x="71324" y="17143"/>
                </a:lnTo>
                <a:lnTo>
                  <a:pt x="72038" y="17606"/>
                </a:lnTo>
                <a:lnTo>
                  <a:pt x="72734" y="18090"/>
                </a:lnTo>
                <a:lnTo>
                  <a:pt x="73413" y="18596"/>
                </a:lnTo>
                <a:lnTo>
                  <a:pt x="74076" y="19120"/>
                </a:lnTo>
                <a:lnTo>
                  <a:pt x="74724" y="19659"/>
                </a:lnTo>
                <a:lnTo>
                  <a:pt x="75357" y="20212"/>
                </a:lnTo>
                <a:lnTo>
                  <a:pt x="75975" y="20779"/>
                </a:lnTo>
                <a:lnTo>
                  <a:pt x="76579" y="21362"/>
                </a:lnTo>
                <a:lnTo>
                  <a:pt x="77167" y="21959"/>
                </a:lnTo>
                <a:lnTo>
                  <a:pt x="77740" y="22571"/>
                </a:lnTo>
                <a:lnTo>
                  <a:pt x="78299" y="23197"/>
                </a:lnTo>
                <a:lnTo>
                  <a:pt x="78842" y="23838"/>
                </a:lnTo>
                <a:lnTo>
                  <a:pt x="79371" y="24494"/>
                </a:lnTo>
                <a:lnTo>
                  <a:pt x="79885" y="25164"/>
                </a:lnTo>
                <a:lnTo>
                  <a:pt x="80384" y="25849"/>
                </a:lnTo>
                <a:lnTo>
                  <a:pt x="80868" y="26549"/>
                </a:lnTo>
                <a:lnTo>
                  <a:pt x="81337" y="27263"/>
                </a:lnTo>
                <a:lnTo>
                  <a:pt x="81791" y="27992"/>
                </a:lnTo>
                <a:lnTo>
                  <a:pt x="82230" y="28735"/>
                </a:lnTo>
                <a:lnTo>
                  <a:pt x="82654" y="29493"/>
                </a:lnTo>
                <a:lnTo>
                  <a:pt x="83064" y="30266"/>
                </a:lnTo>
                <a:lnTo>
                  <a:pt x="83458" y="31054"/>
                </a:lnTo>
                <a:lnTo>
                  <a:pt x="83838" y="31856"/>
                </a:lnTo>
                <a:lnTo>
                  <a:pt x="84202" y="32672"/>
                </a:lnTo>
                <a:lnTo>
                  <a:pt x="84552" y="33504"/>
                </a:lnTo>
                <a:lnTo>
                  <a:pt x="84887" y="34350"/>
                </a:lnTo>
                <a:lnTo>
                  <a:pt x="85206" y="35210"/>
                </a:lnTo>
                <a:lnTo>
                  <a:pt x="85512" y="36082"/>
                </a:lnTo>
                <a:lnTo>
                  <a:pt x="85805" y="36962"/>
                </a:lnTo>
                <a:lnTo>
                  <a:pt x="86085" y="37850"/>
                </a:lnTo>
                <a:lnTo>
                  <a:pt x="86352" y="38747"/>
                </a:lnTo>
                <a:lnTo>
                  <a:pt x="86606" y="39651"/>
                </a:lnTo>
                <a:lnTo>
                  <a:pt x="86846" y="40563"/>
                </a:lnTo>
                <a:lnTo>
                  <a:pt x="87074" y="41483"/>
                </a:lnTo>
                <a:lnTo>
                  <a:pt x="87289" y="42412"/>
                </a:lnTo>
                <a:lnTo>
                  <a:pt x="87491" y="43348"/>
                </a:lnTo>
                <a:lnTo>
                  <a:pt x="87679" y="44293"/>
                </a:lnTo>
                <a:lnTo>
                  <a:pt x="87855" y="45245"/>
                </a:lnTo>
                <a:lnTo>
                  <a:pt x="88018" y="46206"/>
                </a:lnTo>
                <a:lnTo>
                  <a:pt x="88167" y="47174"/>
                </a:lnTo>
                <a:lnTo>
                  <a:pt x="88304" y="48151"/>
                </a:lnTo>
                <a:lnTo>
                  <a:pt x="88428" y="49136"/>
                </a:lnTo>
                <a:lnTo>
                  <a:pt x="88538" y="50128"/>
                </a:lnTo>
                <a:lnTo>
                  <a:pt x="88636" y="51129"/>
                </a:lnTo>
                <a:lnTo>
                  <a:pt x="88721" y="52138"/>
                </a:lnTo>
                <a:lnTo>
                  <a:pt x="88792" y="53155"/>
                </a:lnTo>
                <a:lnTo>
                  <a:pt x="88851" y="54180"/>
                </a:lnTo>
                <a:lnTo>
                  <a:pt x="88896" y="55213"/>
                </a:lnTo>
                <a:lnTo>
                  <a:pt x="88929" y="56254"/>
                </a:lnTo>
                <a:lnTo>
                  <a:pt x="88948" y="57303"/>
                </a:lnTo>
                <a:lnTo>
                  <a:pt x="88955" y="58361"/>
                </a:lnTo>
                <a:lnTo>
                  <a:pt x="88948" y="59411"/>
                </a:lnTo>
                <a:lnTo>
                  <a:pt x="88929" y="60454"/>
                </a:lnTo>
                <a:lnTo>
                  <a:pt x="88896" y="61488"/>
                </a:lnTo>
                <a:lnTo>
                  <a:pt x="88851" y="62515"/>
                </a:lnTo>
                <a:lnTo>
                  <a:pt x="88792" y="63535"/>
                </a:lnTo>
                <a:lnTo>
                  <a:pt x="88721" y="64546"/>
                </a:lnTo>
                <a:lnTo>
                  <a:pt x="88636" y="65550"/>
                </a:lnTo>
                <a:lnTo>
                  <a:pt x="88538" y="66546"/>
                </a:lnTo>
                <a:lnTo>
                  <a:pt x="88428" y="67534"/>
                </a:lnTo>
                <a:lnTo>
                  <a:pt x="88304" y="68515"/>
                </a:lnTo>
                <a:lnTo>
                  <a:pt x="88167" y="69487"/>
                </a:lnTo>
                <a:lnTo>
                  <a:pt x="88018" y="70452"/>
                </a:lnTo>
                <a:lnTo>
                  <a:pt x="87855" y="71410"/>
                </a:lnTo>
                <a:lnTo>
                  <a:pt x="87679" y="72359"/>
                </a:lnTo>
                <a:lnTo>
                  <a:pt x="87491" y="73301"/>
                </a:lnTo>
                <a:lnTo>
                  <a:pt x="87289" y="74235"/>
                </a:lnTo>
                <a:lnTo>
                  <a:pt x="87074" y="75161"/>
                </a:lnTo>
                <a:lnTo>
                  <a:pt x="86846" y="76079"/>
                </a:lnTo>
                <a:lnTo>
                  <a:pt x="86606" y="76990"/>
                </a:lnTo>
                <a:lnTo>
                  <a:pt x="86352" y="77893"/>
                </a:lnTo>
                <a:lnTo>
                  <a:pt x="86085" y="78788"/>
                </a:lnTo>
                <a:lnTo>
                  <a:pt x="85805" y="79675"/>
                </a:lnTo>
                <a:lnTo>
                  <a:pt x="85512" y="80555"/>
                </a:lnTo>
                <a:lnTo>
                  <a:pt x="85206" y="81427"/>
                </a:lnTo>
                <a:lnTo>
                  <a:pt x="84887" y="82287"/>
                </a:lnTo>
                <a:lnTo>
                  <a:pt x="84552" y="83133"/>
                </a:lnTo>
                <a:lnTo>
                  <a:pt x="84202" y="83964"/>
                </a:lnTo>
                <a:lnTo>
                  <a:pt x="83838" y="84780"/>
                </a:lnTo>
                <a:lnTo>
                  <a:pt x="83458" y="85582"/>
                </a:lnTo>
                <a:lnTo>
                  <a:pt x="83064" y="86368"/>
                </a:lnTo>
                <a:lnTo>
                  <a:pt x="82654" y="87140"/>
                </a:lnTo>
                <a:lnTo>
                  <a:pt x="82230" y="87897"/>
                </a:lnTo>
                <a:lnTo>
                  <a:pt x="81791" y="88639"/>
                </a:lnTo>
                <a:lnTo>
                  <a:pt x="81337" y="89367"/>
                </a:lnTo>
                <a:lnTo>
                  <a:pt x="80868" y="90079"/>
                </a:lnTo>
                <a:lnTo>
                  <a:pt x="80384" y="90777"/>
                </a:lnTo>
                <a:lnTo>
                  <a:pt x="79885" y="91460"/>
                </a:lnTo>
                <a:lnTo>
                  <a:pt x="79371" y="92129"/>
                </a:lnTo>
                <a:lnTo>
                  <a:pt x="78842" y="92782"/>
                </a:lnTo>
                <a:lnTo>
                  <a:pt x="78299" y="93421"/>
                </a:lnTo>
                <a:lnTo>
                  <a:pt x="77740" y="94045"/>
                </a:lnTo>
                <a:lnTo>
                  <a:pt x="77167" y="94654"/>
                </a:lnTo>
                <a:lnTo>
                  <a:pt x="76579" y="95249"/>
                </a:lnTo>
                <a:lnTo>
                  <a:pt x="75975" y="95828"/>
                </a:lnTo>
                <a:lnTo>
                  <a:pt x="75357" y="96393"/>
                </a:lnTo>
                <a:lnTo>
                  <a:pt x="74724" y="96943"/>
                </a:lnTo>
                <a:lnTo>
                  <a:pt x="74076" y="97478"/>
                </a:lnTo>
                <a:lnTo>
                  <a:pt x="73413" y="97999"/>
                </a:lnTo>
                <a:lnTo>
                  <a:pt x="72734" y="98501"/>
                </a:lnTo>
                <a:lnTo>
                  <a:pt x="72038" y="98982"/>
                </a:lnTo>
                <a:lnTo>
                  <a:pt x="71324" y="99442"/>
                </a:lnTo>
                <a:lnTo>
                  <a:pt x="70592" y="99880"/>
                </a:lnTo>
                <a:lnTo>
                  <a:pt x="69844" y="100297"/>
                </a:lnTo>
                <a:lnTo>
                  <a:pt x="69077" y="100692"/>
                </a:lnTo>
                <a:lnTo>
                  <a:pt x="68294" y="101066"/>
                </a:lnTo>
                <a:lnTo>
                  <a:pt x="67493" y="101419"/>
                </a:lnTo>
                <a:lnTo>
                  <a:pt x="66675" y="101750"/>
                </a:lnTo>
                <a:lnTo>
                  <a:pt x="65839" y="102060"/>
                </a:lnTo>
                <a:lnTo>
                  <a:pt x="64986" y="102349"/>
                </a:lnTo>
                <a:lnTo>
                  <a:pt x="64115" y="102616"/>
                </a:lnTo>
                <a:lnTo>
                  <a:pt x="63227" y="102862"/>
                </a:lnTo>
                <a:lnTo>
                  <a:pt x="62322" y="103086"/>
                </a:lnTo>
                <a:lnTo>
                  <a:pt x="61399" y="103289"/>
                </a:lnTo>
                <a:lnTo>
                  <a:pt x="60459" y="103471"/>
                </a:lnTo>
                <a:lnTo>
                  <a:pt x="59502" y="103631"/>
                </a:lnTo>
                <a:lnTo>
                  <a:pt x="58527" y="103770"/>
                </a:lnTo>
                <a:lnTo>
                  <a:pt x="57534" y="103888"/>
                </a:lnTo>
                <a:lnTo>
                  <a:pt x="56525" y="103984"/>
                </a:lnTo>
                <a:lnTo>
                  <a:pt x="55497" y="104059"/>
                </a:lnTo>
                <a:lnTo>
                  <a:pt x="54453" y="104112"/>
                </a:lnTo>
                <a:lnTo>
                  <a:pt x="53391" y="104144"/>
                </a:lnTo>
                <a:lnTo>
                  <a:pt x="52312" y="104155"/>
                </a:lnTo>
                <a:lnTo>
                  <a:pt x="51232" y="104144"/>
                </a:lnTo>
                <a:lnTo>
                  <a:pt x="50170" y="104112"/>
                </a:lnTo>
                <a:close/>
                <a:moveTo>
                  <a:pt x="295942" y="53838"/>
                </a:moveTo>
                <a:lnTo>
                  <a:pt x="296177" y="53516"/>
                </a:lnTo>
                <a:lnTo>
                  <a:pt x="296415" y="53198"/>
                </a:lnTo>
                <a:lnTo>
                  <a:pt x="296654" y="52884"/>
                </a:lnTo>
                <a:lnTo>
                  <a:pt x="296895" y="52572"/>
                </a:lnTo>
                <a:lnTo>
                  <a:pt x="297139" y="52264"/>
                </a:lnTo>
                <a:lnTo>
                  <a:pt x="297385" y="51959"/>
                </a:lnTo>
                <a:lnTo>
                  <a:pt x="297633" y="51657"/>
                </a:lnTo>
                <a:lnTo>
                  <a:pt x="297883" y="51358"/>
                </a:lnTo>
                <a:lnTo>
                  <a:pt x="298136" y="51063"/>
                </a:lnTo>
                <a:lnTo>
                  <a:pt x="298391" y="50771"/>
                </a:lnTo>
                <a:lnTo>
                  <a:pt x="298648" y="50482"/>
                </a:lnTo>
                <a:lnTo>
                  <a:pt x="298907" y="50196"/>
                </a:lnTo>
                <a:lnTo>
                  <a:pt x="299168" y="49914"/>
                </a:lnTo>
                <a:lnTo>
                  <a:pt x="299431" y="49635"/>
                </a:lnTo>
                <a:lnTo>
                  <a:pt x="299697" y="49359"/>
                </a:lnTo>
                <a:lnTo>
                  <a:pt x="299965" y="49086"/>
                </a:lnTo>
                <a:lnTo>
                  <a:pt x="300235" y="48816"/>
                </a:lnTo>
                <a:lnTo>
                  <a:pt x="300507" y="48550"/>
                </a:lnTo>
                <a:lnTo>
                  <a:pt x="300782" y="48287"/>
                </a:lnTo>
                <a:lnTo>
                  <a:pt x="301058" y="48028"/>
                </a:lnTo>
                <a:lnTo>
                  <a:pt x="301337" y="47771"/>
                </a:lnTo>
                <a:lnTo>
                  <a:pt x="301618" y="47518"/>
                </a:lnTo>
                <a:lnTo>
                  <a:pt x="301901" y="47268"/>
                </a:lnTo>
                <a:lnTo>
                  <a:pt x="302188" y="47021"/>
                </a:lnTo>
                <a:lnTo>
                  <a:pt x="302478" y="46780"/>
                </a:lnTo>
                <a:lnTo>
                  <a:pt x="302773" y="46542"/>
                </a:lnTo>
                <a:lnTo>
                  <a:pt x="303072" y="46309"/>
                </a:lnTo>
                <a:lnTo>
                  <a:pt x="303376" y="46081"/>
                </a:lnTo>
                <a:lnTo>
                  <a:pt x="303683" y="45857"/>
                </a:lnTo>
                <a:lnTo>
                  <a:pt x="303995" y="45638"/>
                </a:lnTo>
                <a:lnTo>
                  <a:pt x="304311" y="45423"/>
                </a:lnTo>
                <a:lnTo>
                  <a:pt x="304632" y="45212"/>
                </a:lnTo>
                <a:lnTo>
                  <a:pt x="304956" y="45006"/>
                </a:lnTo>
                <a:lnTo>
                  <a:pt x="305285" y="44805"/>
                </a:lnTo>
                <a:lnTo>
                  <a:pt x="305618" y="44608"/>
                </a:lnTo>
                <a:lnTo>
                  <a:pt x="305956" y="44415"/>
                </a:lnTo>
                <a:lnTo>
                  <a:pt x="306297" y="44227"/>
                </a:lnTo>
                <a:lnTo>
                  <a:pt x="306643" y="44044"/>
                </a:lnTo>
                <a:lnTo>
                  <a:pt x="306993" y="43865"/>
                </a:lnTo>
                <a:lnTo>
                  <a:pt x="307347" y="43691"/>
                </a:lnTo>
                <a:lnTo>
                  <a:pt x="307706" y="43521"/>
                </a:lnTo>
                <a:lnTo>
                  <a:pt x="308068" y="43355"/>
                </a:lnTo>
                <a:lnTo>
                  <a:pt x="308435" y="43194"/>
                </a:lnTo>
                <a:lnTo>
                  <a:pt x="308807" y="43038"/>
                </a:lnTo>
                <a:lnTo>
                  <a:pt x="309182" y="42886"/>
                </a:lnTo>
                <a:lnTo>
                  <a:pt x="309562" y="42738"/>
                </a:lnTo>
                <a:lnTo>
                  <a:pt x="309946" y="42595"/>
                </a:lnTo>
                <a:lnTo>
                  <a:pt x="310335" y="42457"/>
                </a:lnTo>
                <a:lnTo>
                  <a:pt x="310729" y="42325"/>
                </a:lnTo>
                <a:lnTo>
                  <a:pt x="311128" y="42198"/>
                </a:lnTo>
                <a:lnTo>
                  <a:pt x="311532" y="42078"/>
                </a:lnTo>
                <a:lnTo>
                  <a:pt x="311942" y="41963"/>
                </a:lnTo>
                <a:lnTo>
                  <a:pt x="312357" y="41855"/>
                </a:lnTo>
                <a:lnTo>
                  <a:pt x="312778" y="41752"/>
                </a:lnTo>
                <a:lnTo>
                  <a:pt x="313203" y="41655"/>
                </a:lnTo>
                <a:lnTo>
                  <a:pt x="313634" y="41564"/>
                </a:lnTo>
                <a:lnTo>
                  <a:pt x="314070" y="41479"/>
                </a:lnTo>
                <a:lnTo>
                  <a:pt x="314511" y="41399"/>
                </a:lnTo>
                <a:lnTo>
                  <a:pt x="314958" y="41326"/>
                </a:lnTo>
                <a:lnTo>
                  <a:pt x="315410" y="41258"/>
                </a:lnTo>
                <a:lnTo>
                  <a:pt x="315867" y="41197"/>
                </a:lnTo>
                <a:lnTo>
                  <a:pt x="316330" y="41141"/>
                </a:lnTo>
                <a:lnTo>
                  <a:pt x="316797" y="41091"/>
                </a:lnTo>
                <a:lnTo>
                  <a:pt x="317270" y="41047"/>
                </a:lnTo>
                <a:lnTo>
                  <a:pt x="317748" y="41009"/>
                </a:lnTo>
                <a:lnTo>
                  <a:pt x="318232" y="40976"/>
                </a:lnTo>
                <a:lnTo>
                  <a:pt x="318721" y="40950"/>
                </a:lnTo>
                <a:lnTo>
                  <a:pt x="319215" y="40929"/>
                </a:lnTo>
                <a:lnTo>
                  <a:pt x="319714" y="40915"/>
                </a:lnTo>
                <a:lnTo>
                  <a:pt x="320219" y="40906"/>
                </a:lnTo>
                <a:lnTo>
                  <a:pt x="320728" y="40903"/>
                </a:lnTo>
                <a:lnTo>
                  <a:pt x="322666" y="40903"/>
                </a:lnTo>
                <a:lnTo>
                  <a:pt x="322666" y="28000"/>
                </a:lnTo>
                <a:lnTo>
                  <a:pt x="320981" y="28000"/>
                </a:lnTo>
                <a:lnTo>
                  <a:pt x="320173" y="28007"/>
                </a:lnTo>
                <a:lnTo>
                  <a:pt x="319378" y="28029"/>
                </a:lnTo>
                <a:lnTo>
                  <a:pt x="318595" y="28067"/>
                </a:lnTo>
                <a:lnTo>
                  <a:pt x="317824" y="28119"/>
                </a:lnTo>
                <a:lnTo>
                  <a:pt x="317067" y="28186"/>
                </a:lnTo>
                <a:lnTo>
                  <a:pt x="316322" y="28268"/>
                </a:lnTo>
                <a:lnTo>
                  <a:pt x="315589" y="28365"/>
                </a:lnTo>
                <a:lnTo>
                  <a:pt x="314869" y="28478"/>
                </a:lnTo>
                <a:lnTo>
                  <a:pt x="314162" y="28604"/>
                </a:lnTo>
                <a:lnTo>
                  <a:pt x="313467" y="28746"/>
                </a:lnTo>
                <a:lnTo>
                  <a:pt x="312785" y="28903"/>
                </a:lnTo>
                <a:lnTo>
                  <a:pt x="312115" y="29075"/>
                </a:lnTo>
                <a:lnTo>
                  <a:pt x="311458" y="29262"/>
                </a:lnTo>
                <a:lnTo>
                  <a:pt x="310813" y="29463"/>
                </a:lnTo>
                <a:lnTo>
                  <a:pt x="310182" y="29680"/>
                </a:lnTo>
                <a:lnTo>
                  <a:pt x="309562" y="29911"/>
                </a:lnTo>
                <a:lnTo>
                  <a:pt x="308955" y="30158"/>
                </a:lnTo>
                <a:lnTo>
                  <a:pt x="308361" y="30419"/>
                </a:lnTo>
                <a:lnTo>
                  <a:pt x="307780" y="30695"/>
                </a:lnTo>
                <a:lnTo>
                  <a:pt x="307211" y="30987"/>
                </a:lnTo>
                <a:lnTo>
                  <a:pt x="306654" y="31293"/>
                </a:lnTo>
                <a:lnTo>
                  <a:pt x="306110" y="31614"/>
                </a:lnTo>
                <a:lnTo>
                  <a:pt x="305579" y="31950"/>
                </a:lnTo>
                <a:lnTo>
                  <a:pt x="305060" y="32301"/>
                </a:lnTo>
                <a:lnTo>
                  <a:pt x="304552" y="32663"/>
                </a:lnTo>
                <a:lnTo>
                  <a:pt x="304053" y="33032"/>
                </a:lnTo>
                <a:lnTo>
                  <a:pt x="303564" y="33408"/>
                </a:lnTo>
                <a:lnTo>
                  <a:pt x="303083" y="33791"/>
                </a:lnTo>
                <a:lnTo>
                  <a:pt x="302611" y="34181"/>
                </a:lnTo>
                <a:lnTo>
                  <a:pt x="302149" y="34578"/>
                </a:lnTo>
                <a:lnTo>
                  <a:pt x="301695" y="34982"/>
                </a:lnTo>
                <a:lnTo>
                  <a:pt x="301251" y="35393"/>
                </a:lnTo>
                <a:lnTo>
                  <a:pt x="300815" y="35811"/>
                </a:lnTo>
                <a:lnTo>
                  <a:pt x="300389" y="36236"/>
                </a:lnTo>
                <a:lnTo>
                  <a:pt x="299972" y="36669"/>
                </a:lnTo>
                <a:lnTo>
                  <a:pt x="299564" y="37108"/>
                </a:lnTo>
                <a:lnTo>
                  <a:pt x="299165" y="37554"/>
                </a:lnTo>
                <a:lnTo>
                  <a:pt x="298774" y="38007"/>
                </a:lnTo>
                <a:lnTo>
                  <a:pt x="298394" y="38468"/>
                </a:lnTo>
                <a:lnTo>
                  <a:pt x="298022" y="38935"/>
                </a:lnTo>
                <a:lnTo>
                  <a:pt x="297659" y="39410"/>
                </a:lnTo>
                <a:lnTo>
                  <a:pt x="297305" y="39891"/>
                </a:lnTo>
                <a:lnTo>
                  <a:pt x="296960" y="40379"/>
                </a:lnTo>
                <a:lnTo>
                  <a:pt x="296625" y="40875"/>
                </a:lnTo>
                <a:lnTo>
                  <a:pt x="296298" y="41377"/>
                </a:lnTo>
                <a:lnTo>
                  <a:pt x="295981" y="41887"/>
                </a:lnTo>
                <a:lnTo>
                  <a:pt x="295672" y="42404"/>
                </a:lnTo>
                <a:lnTo>
                  <a:pt x="295373" y="42927"/>
                </a:lnTo>
                <a:lnTo>
                  <a:pt x="294867" y="29518"/>
                </a:lnTo>
                <a:lnTo>
                  <a:pt x="281642" y="29518"/>
                </a:lnTo>
                <a:lnTo>
                  <a:pt x="281642" y="115035"/>
                </a:lnTo>
                <a:lnTo>
                  <a:pt x="295710" y="115035"/>
                </a:lnTo>
                <a:lnTo>
                  <a:pt x="295710" y="54162"/>
                </a:lnTo>
                <a:lnTo>
                  <a:pt x="295942" y="53838"/>
                </a:lnTo>
                <a:close/>
                <a:moveTo>
                  <a:pt x="237600" y="116497"/>
                </a:moveTo>
                <a:lnTo>
                  <a:pt x="238408" y="116454"/>
                </a:lnTo>
                <a:lnTo>
                  <a:pt x="239207" y="116398"/>
                </a:lnTo>
                <a:lnTo>
                  <a:pt x="239996" y="116331"/>
                </a:lnTo>
                <a:lnTo>
                  <a:pt x="240776" y="116251"/>
                </a:lnTo>
                <a:lnTo>
                  <a:pt x="241546" y="116158"/>
                </a:lnTo>
                <a:lnTo>
                  <a:pt x="242306" y="116053"/>
                </a:lnTo>
                <a:lnTo>
                  <a:pt x="243057" y="115936"/>
                </a:lnTo>
                <a:lnTo>
                  <a:pt x="243798" y="115807"/>
                </a:lnTo>
                <a:lnTo>
                  <a:pt x="244529" y="115665"/>
                </a:lnTo>
                <a:lnTo>
                  <a:pt x="245251" y="115511"/>
                </a:lnTo>
                <a:lnTo>
                  <a:pt x="245963" y="115345"/>
                </a:lnTo>
                <a:lnTo>
                  <a:pt x="246666" y="115166"/>
                </a:lnTo>
                <a:lnTo>
                  <a:pt x="247358" y="114975"/>
                </a:lnTo>
                <a:lnTo>
                  <a:pt x="248042" y="114771"/>
                </a:lnTo>
                <a:lnTo>
                  <a:pt x="248715" y="114556"/>
                </a:lnTo>
                <a:lnTo>
                  <a:pt x="249379" y="114328"/>
                </a:lnTo>
                <a:lnTo>
                  <a:pt x="250033" y="114087"/>
                </a:lnTo>
                <a:lnTo>
                  <a:pt x="250678" y="113835"/>
                </a:lnTo>
                <a:lnTo>
                  <a:pt x="251312" y="113570"/>
                </a:lnTo>
                <a:lnTo>
                  <a:pt x="251938" y="113292"/>
                </a:lnTo>
                <a:lnTo>
                  <a:pt x="252553" y="113003"/>
                </a:lnTo>
                <a:lnTo>
                  <a:pt x="253158" y="112701"/>
                </a:lnTo>
                <a:lnTo>
                  <a:pt x="253752" y="112390"/>
                </a:lnTo>
                <a:lnTo>
                  <a:pt x="254335" y="112068"/>
                </a:lnTo>
                <a:lnTo>
                  <a:pt x="254906" y="111736"/>
                </a:lnTo>
                <a:lnTo>
                  <a:pt x="255466" y="111393"/>
                </a:lnTo>
                <a:lnTo>
                  <a:pt x="256015" y="111040"/>
                </a:lnTo>
                <a:lnTo>
                  <a:pt x="256552" y="110677"/>
                </a:lnTo>
                <a:lnTo>
                  <a:pt x="257079" y="110303"/>
                </a:lnTo>
                <a:lnTo>
                  <a:pt x="257594" y="109919"/>
                </a:lnTo>
                <a:lnTo>
                  <a:pt x="258097" y="109525"/>
                </a:lnTo>
                <a:lnTo>
                  <a:pt x="258590" y="109120"/>
                </a:lnTo>
                <a:lnTo>
                  <a:pt x="259071" y="108705"/>
                </a:lnTo>
                <a:lnTo>
                  <a:pt x="259541" y="108280"/>
                </a:lnTo>
                <a:lnTo>
                  <a:pt x="260000" y="107844"/>
                </a:lnTo>
                <a:lnTo>
                  <a:pt x="260447" y="107398"/>
                </a:lnTo>
                <a:lnTo>
                  <a:pt x="260883" y="106942"/>
                </a:lnTo>
                <a:lnTo>
                  <a:pt x="261308" y="106475"/>
                </a:lnTo>
                <a:lnTo>
                  <a:pt x="261722" y="105998"/>
                </a:lnTo>
                <a:lnTo>
                  <a:pt x="262124" y="105511"/>
                </a:lnTo>
                <a:lnTo>
                  <a:pt x="262515" y="105013"/>
                </a:lnTo>
                <a:lnTo>
                  <a:pt x="262895" y="104505"/>
                </a:lnTo>
                <a:lnTo>
                  <a:pt x="263264" y="103987"/>
                </a:lnTo>
                <a:lnTo>
                  <a:pt x="263621" y="103458"/>
                </a:lnTo>
                <a:lnTo>
                  <a:pt x="263967" y="102919"/>
                </a:lnTo>
                <a:lnTo>
                  <a:pt x="264301" y="102370"/>
                </a:lnTo>
                <a:lnTo>
                  <a:pt x="264622" y="101813"/>
                </a:lnTo>
                <a:lnTo>
                  <a:pt x="264929" y="101247"/>
                </a:lnTo>
                <a:lnTo>
                  <a:pt x="265223" y="100672"/>
                </a:lnTo>
                <a:lnTo>
                  <a:pt x="265503" y="100088"/>
                </a:lnTo>
                <a:lnTo>
                  <a:pt x="265771" y="99496"/>
                </a:lnTo>
                <a:lnTo>
                  <a:pt x="266024" y="98895"/>
                </a:lnTo>
                <a:lnTo>
                  <a:pt x="266265" y="98286"/>
                </a:lnTo>
                <a:lnTo>
                  <a:pt x="266492" y="97668"/>
                </a:lnTo>
                <a:lnTo>
                  <a:pt x="266706" y="97041"/>
                </a:lnTo>
                <a:lnTo>
                  <a:pt x="266907" y="96405"/>
                </a:lnTo>
                <a:lnTo>
                  <a:pt x="267095" y="95761"/>
                </a:lnTo>
                <a:lnTo>
                  <a:pt x="267269" y="95108"/>
                </a:lnTo>
                <a:lnTo>
                  <a:pt x="267430" y="94447"/>
                </a:lnTo>
                <a:lnTo>
                  <a:pt x="267577" y="93776"/>
                </a:lnTo>
                <a:lnTo>
                  <a:pt x="267711" y="93097"/>
                </a:lnTo>
                <a:lnTo>
                  <a:pt x="267832" y="92410"/>
                </a:lnTo>
                <a:lnTo>
                  <a:pt x="267940" y="91714"/>
                </a:lnTo>
                <a:lnTo>
                  <a:pt x="268034" y="91009"/>
                </a:lnTo>
                <a:lnTo>
                  <a:pt x="268115" y="90295"/>
                </a:lnTo>
                <a:lnTo>
                  <a:pt x="268182" y="89573"/>
                </a:lnTo>
                <a:lnTo>
                  <a:pt x="268237" y="88842"/>
                </a:lnTo>
                <a:lnTo>
                  <a:pt x="268278" y="88102"/>
                </a:lnTo>
                <a:lnTo>
                  <a:pt x="268306" y="87354"/>
                </a:lnTo>
                <a:lnTo>
                  <a:pt x="254406" y="87354"/>
                </a:lnTo>
                <a:lnTo>
                  <a:pt x="254377" y="88087"/>
                </a:lnTo>
                <a:lnTo>
                  <a:pt x="254331" y="88806"/>
                </a:lnTo>
                <a:lnTo>
                  <a:pt x="254269" y="89511"/>
                </a:lnTo>
                <a:lnTo>
                  <a:pt x="254190" y="90201"/>
                </a:lnTo>
                <a:lnTo>
                  <a:pt x="254094" y="90877"/>
                </a:lnTo>
                <a:lnTo>
                  <a:pt x="253983" y="91538"/>
                </a:lnTo>
                <a:lnTo>
                  <a:pt x="253854" y="92184"/>
                </a:lnTo>
                <a:lnTo>
                  <a:pt x="253709" y="92816"/>
                </a:lnTo>
                <a:lnTo>
                  <a:pt x="253548" y="93434"/>
                </a:lnTo>
                <a:lnTo>
                  <a:pt x="253369" y="94037"/>
                </a:lnTo>
                <a:lnTo>
                  <a:pt x="253175" y="94626"/>
                </a:lnTo>
                <a:lnTo>
                  <a:pt x="252964" y="95200"/>
                </a:lnTo>
                <a:lnTo>
                  <a:pt x="252736" y="95759"/>
                </a:lnTo>
                <a:lnTo>
                  <a:pt x="252492" y="96304"/>
                </a:lnTo>
                <a:lnTo>
                  <a:pt x="252231" y="96835"/>
                </a:lnTo>
                <a:lnTo>
                  <a:pt x="251954" y="97351"/>
                </a:lnTo>
                <a:lnTo>
                  <a:pt x="251660" y="97853"/>
                </a:lnTo>
                <a:lnTo>
                  <a:pt x="251350" y="98340"/>
                </a:lnTo>
                <a:lnTo>
                  <a:pt x="251023" y="98813"/>
                </a:lnTo>
                <a:lnTo>
                  <a:pt x="250680" y="99271"/>
                </a:lnTo>
                <a:lnTo>
                  <a:pt x="250320" y="99714"/>
                </a:lnTo>
                <a:lnTo>
                  <a:pt x="249944" y="100143"/>
                </a:lnTo>
                <a:lnTo>
                  <a:pt x="249551" y="100558"/>
                </a:lnTo>
                <a:lnTo>
                  <a:pt x="249141" y="100958"/>
                </a:lnTo>
                <a:lnTo>
                  <a:pt x="248717" y="101343"/>
                </a:lnTo>
                <a:lnTo>
                  <a:pt x="248278" y="101711"/>
                </a:lnTo>
                <a:lnTo>
                  <a:pt x="247826" y="102063"/>
                </a:lnTo>
                <a:lnTo>
                  <a:pt x="247360" y="102399"/>
                </a:lnTo>
                <a:lnTo>
                  <a:pt x="246879" y="102718"/>
                </a:lnTo>
                <a:lnTo>
                  <a:pt x="246385" y="103021"/>
                </a:lnTo>
                <a:lnTo>
                  <a:pt x="245877" y="103308"/>
                </a:lnTo>
                <a:lnTo>
                  <a:pt x="245355" y="103578"/>
                </a:lnTo>
                <a:lnTo>
                  <a:pt x="244820" y="103831"/>
                </a:lnTo>
                <a:lnTo>
                  <a:pt x="244270" y="104069"/>
                </a:lnTo>
                <a:lnTo>
                  <a:pt x="243706" y="104290"/>
                </a:lnTo>
                <a:lnTo>
                  <a:pt x="243129" y="104494"/>
                </a:lnTo>
                <a:lnTo>
                  <a:pt x="242538" y="104683"/>
                </a:lnTo>
                <a:lnTo>
                  <a:pt x="241932" y="104855"/>
                </a:lnTo>
                <a:lnTo>
                  <a:pt x="241313" y="105010"/>
                </a:lnTo>
                <a:lnTo>
                  <a:pt x="240680" y="105149"/>
                </a:lnTo>
                <a:lnTo>
                  <a:pt x="240033" y="105272"/>
                </a:lnTo>
                <a:lnTo>
                  <a:pt x="239373" y="105379"/>
                </a:lnTo>
                <a:lnTo>
                  <a:pt x="238698" y="105469"/>
                </a:lnTo>
                <a:lnTo>
                  <a:pt x="238009" y="105542"/>
                </a:lnTo>
                <a:lnTo>
                  <a:pt x="237307" y="105600"/>
                </a:lnTo>
                <a:lnTo>
                  <a:pt x="236590" y="105640"/>
                </a:lnTo>
                <a:lnTo>
                  <a:pt x="235860" y="105665"/>
                </a:lnTo>
                <a:lnTo>
                  <a:pt x="235116" y="105673"/>
                </a:lnTo>
                <a:lnTo>
                  <a:pt x="234426" y="105666"/>
                </a:lnTo>
                <a:lnTo>
                  <a:pt x="233748" y="105644"/>
                </a:lnTo>
                <a:lnTo>
                  <a:pt x="233080" y="105607"/>
                </a:lnTo>
                <a:lnTo>
                  <a:pt x="232424" y="105555"/>
                </a:lnTo>
                <a:lnTo>
                  <a:pt x="231778" y="105488"/>
                </a:lnTo>
                <a:lnTo>
                  <a:pt x="231144" y="105407"/>
                </a:lnTo>
                <a:lnTo>
                  <a:pt x="230520" y="105310"/>
                </a:lnTo>
                <a:lnTo>
                  <a:pt x="229907" y="105199"/>
                </a:lnTo>
                <a:lnTo>
                  <a:pt x="229305" y="105073"/>
                </a:lnTo>
                <a:lnTo>
                  <a:pt x="228715" y="104932"/>
                </a:lnTo>
                <a:lnTo>
                  <a:pt x="228135" y="104777"/>
                </a:lnTo>
                <a:lnTo>
                  <a:pt x="227566" y="104606"/>
                </a:lnTo>
                <a:lnTo>
                  <a:pt x="227008" y="104421"/>
                </a:lnTo>
                <a:lnTo>
                  <a:pt x="226461" y="104221"/>
                </a:lnTo>
                <a:lnTo>
                  <a:pt x="225925" y="104006"/>
                </a:lnTo>
                <a:lnTo>
                  <a:pt x="225401" y="103777"/>
                </a:lnTo>
                <a:lnTo>
                  <a:pt x="224887" y="103532"/>
                </a:lnTo>
                <a:lnTo>
                  <a:pt x="224384" y="103273"/>
                </a:lnTo>
                <a:lnTo>
                  <a:pt x="223891" y="102999"/>
                </a:lnTo>
                <a:lnTo>
                  <a:pt x="223410" y="102710"/>
                </a:lnTo>
                <a:lnTo>
                  <a:pt x="222940" y="102406"/>
                </a:lnTo>
                <a:lnTo>
                  <a:pt x="222481" y="102088"/>
                </a:lnTo>
                <a:lnTo>
                  <a:pt x="222033" y="101754"/>
                </a:lnTo>
                <a:lnTo>
                  <a:pt x="221596" y="101406"/>
                </a:lnTo>
                <a:lnTo>
                  <a:pt x="221169" y="101046"/>
                </a:lnTo>
                <a:lnTo>
                  <a:pt x="220752" y="100675"/>
                </a:lnTo>
                <a:lnTo>
                  <a:pt x="220345" y="100295"/>
                </a:lnTo>
                <a:lnTo>
                  <a:pt x="219947" y="99905"/>
                </a:lnTo>
                <a:lnTo>
                  <a:pt x="219560" y="99506"/>
                </a:lnTo>
                <a:lnTo>
                  <a:pt x="219182" y="99097"/>
                </a:lnTo>
                <a:lnTo>
                  <a:pt x="218814" y="98678"/>
                </a:lnTo>
                <a:lnTo>
                  <a:pt x="218456" y="98249"/>
                </a:lnTo>
                <a:lnTo>
                  <a:pt x="218107" y="97811"/>
                </a:lnTo>
                <a:lnTo>
                  <a:pt x="217769" y="97362"/>
                </a:lnTo>
                <a:lnTo>
                  <a:pt x="217440" y="96905"/>
                </a:lnTo>
                <a:lnTo>
                  <a:pt x="217121" y="96437"/>
                </a:lnTo>
                <a:lnTo>
                  <a:pt x="216811" y="95960"/>
                </a:lnTo>
                <a:lnTo>
                  <a:pt x="216512" y="95473"/>
                </a:lnTo>
                <a:lnTo>
                  <a:pt x="216222" y="94976"/>
                </a:lnTo>
                <a:lnTo>
                  <a:pt x="215942" y="94470"/>
                </a:lnTo>
                <a:lnTo>
                  <a:pt x="215672" y="93954"/>
                </a:lnTo>
                <a:lnTo>
                  <a:pt x="215412" y="93428"/>
                </a:lnTo>
                <a:lnTo>
                  <a:pt x="215162" y="92892"/>
                </a:lnTo>
                <a:lnTo>
                  <a:pt x="214921" y="92347"/>
                </a:lnTo>
                <a:lnTo>
                  <a:pt x="214690" y="91792"/>
                </a:lnTo>
                <a:lnTo>
                  <a:pt x="214469" y="91227"/>
                </a:lnTo>
                <a:lnTo>
                  <a:pt x="214258" y="90653"/>
                </a:lnTo>
                <a:lnTo>
                  <a:pt x="214057" y="90068"/>
                </a:lnTo>
                <a:lnTo>
                  <a:pt x="213864" y="89477"/>
                </a:lnTo>
                <a:lnTo>
                  <a:pt x="213679" y="88881"/>
                </a:lnTo>
                <a:lnTo>
                  <a:pt x="213502" y="88280"/>
                </a:lnTo>
                <a:lnTo>
                  <a:pt x="213333" y="87674"/>
                </a:lnTo>
                <a:lnTo>
                  <a:pt x="213172" y="87063"/>
                </a:lnTo>
                <a:lnTo>
                  <a:pt x="213019" y="86448"/>
                </a:lnTo>
                <a:lnTo>
                  <a:pt x="212874" y="85828"/>
                </a:lnTo>
                <a:lnTo>
                  <a:pt x="212737" y="85203"/>
                </a:lnTo>
                <a:lnTo>
                  <a:pt x="212607" y="84573"/>
                </a:lnTo>
                <a:lnTo>
                  <a:pt x="212486" y="83939"/>
                </a:lnTo>
                <a:lnTo>
                  <a:pt x="212372" y="83299"/>
                </a:lnTo>
                <a:lnTo>
                  <a:pt x="212266" y="82655"/>
                </a:lnTo>
                <a:lnTo>
                  <a:pt x="212169" y="82007"/>
                </a:lnTo>
                <a:lnTo>
                  <a:pt x="212079" y="81353"/>
                </a:lnTo>
                <a:lnTo>
                  <a:pt x="211997" y="80694"/>
                </a:lnTo>
                <a:lnTo>
                  <a:pt x="211922" y="80031"/>
                </a:lnTo>
                <a:lnTo>
                  <a:pt x="211856" y="79363"/>
                </a:lnTo>
                <a:lnTo>
                  <a:pt x="211798" y="78690"/>
                </a:lnTo>
                <a:lnTo>
                  <a:pt x="211747" y="78013"/>
                </a:lnTo>
                <a:lnTo>
                  <a:pt x="211705" y="77330"/>
                </a:lnTo>
                <a:lnTo>
                  <a:pt x="211670" y="76643"/>
                </a:lnTo>
                <a:lnTo>
                  <a:pt x="211643" y="75951"/>
                </a:lnTo>
                <a:lnTo>
                  <a:pt x="211625" y="75255"/>
                </a:lnTo>
                <a:lnTo>
                  <a:pt x="211614" y="74553"/>
                </a:lnTo>
                <a:lnTo>
                  <a:pt x="267969" y="74553"/>
                </a:lnTo>
                <a:lnTo>
                  <a:pt x="267982" y="74486"/>
                </a:lnTo>
                <a:lnTo>
                  <a:pt x="267996" y="74414"/>
                </a:lnTo>
                <a:lnTo>
                  <a:pt x="268009" y="74340"/>
                </a:lnTo>
                <a:lnTo>
                  <a:pt x="268021" y="74262"/>
                </a:lnTo>
                <a:lnTo>
                  <a:pt x="268033" y="74180"/>
                </a:lnTo>
                <a:lnTo>
                  <a:pt x="268045" y="74095"/>
                </a:lnTo>
                <a:lnTo>
                  <a:pt x="268056" y="74006"/>
                </a:lnTo>
                <a:lnTo>
                  <a:pt x="268067" y="73914"/>
                </a:lnTo>
                <a:lnTo>
                  <a:pt x="268077" y="73818"/>
                </a:lnTo>
                <a:lnTo>
                  <a:pt x="268087" y="73719"/>
                </a:lnTo>
                <a:lnTo>
                  <a:pt x="268096" y="73616"/>
                </a:lnTo>
                <a:lnTo>
                  <a:pt x="268105" y="73510"/>
                </a:lnTo>
                <a:lnTo>
                  <a:pt x="268114" y="73400"/>
                </a:lnTo>
                <a:lnTo>
                  <a:pt x="268122" y="73287"/>
                </a:lnTo>
                <a:lnTo>
                  <a:pt x="268130" y="73171"/>
                </a:lnTo>
                <a:lnTo>
                  <a:pt x="268137" y="73050"/>
                </a:lnTo>
                <a:lnTo>
                  <a:pt x="268144" y="72927"/>
                </a:lnTo>
                <a:lnTo>
                  <a:pt x="268150" y="72799"/>
                </a:lnTo>
                <a:lnTo>
                  <a:pt x="268156" y="72669"/>
                </a:lnTo>
                <a:lnTo>
                  <a:pt x="268162" y="72534"/>
                </a:lnTo>
                <a:lnTo>
                  <a:pt x="268167" y="72397"/>
                </a:lnTo>
                <a:lnTo>
                  <a:pt x="268171" y="72255"/>
                </a:lnTo>
                <a:lnTo>
                  <a:pt x="268175" y="72111"/>
                </a:lnTo>
                <a:lnTo>
                  <a:pt x="268179" y="71962"/>
                </a:lnTo>
                <a:lnTo>
                  <a:pt x="268183" y="71813"/>
                </a:lnTo>
                <a:lnTo>
                  <a:pt x="268186" y="71666"/>
                </a:lnTo>
                <a:lnTo>
                  <a:pt x="268189" y="71520"/>
                </a:lnTo>
                <a:lnTo>
                  <a:pt x="268192" y="71376"/>
                </a:lnTo>
                <a:lnTo>
                  <a:pt x="268195" y="71233"/>
                </a:lnTo>
                <a:lnTo>
                  <a:pt x="268198" y="71093"/>
                </a:lnTo>
                <a:lnTo>
                  <a:pt x="268200" y="70953"/>
                </a:lnTo>
                <a:lnTo>
                  <a:pt x="268203" y="70816"/>
                </a:lnTo>
                <a:lnTo>
                  <a:pt x="268205" y="70680"/>
                </a:lnTo>
                <a:lnTo>
                  <a:pt x="268207" y="70546"/>
                </a:lnTo>
                <a:lnTo>
                  <a:pt x="268209" y="70414"/>
                </a:lnTo>
                <a:lnTo>
                  <a:pt x="268211" y="70283"/>
                </a:lnTo>
                <a:lnTo>
                  <a:pt x="268212" y="70154"/>
                </a:lnTo>
                <a:lnTo>
                  <a:pt x="268214" y="70027"/>
                </a:lnTo>
                <a:lnTo>
                  <a:pt x="268215" y="69901"/>
                </a:lnTo>
                <a:lnTo>
                  <a:pt x="268217" y="69777"/>
                </a:lnTo>
                <a:lnTo>
                  <a:pt x="268218" y="69654"/>
                </a:lnTo>
                <a:lnTo>
                  <a:pt x="268219" y="69534"/>
                </a:lnTo>
                <a:lnTo>
                  <a:pt x="268219" y="69415"/>
                </a:lnTo>
                <a:lnTo>
                  <a:pt x="268220" y="69297"/>
                </a:lnTo>
                <a:lnTo>
                  <a:pt x="268221" y="69182"/>
                </a:lnTo>
                <a:lnTo>
                  <a:pt x="268221" y="69068"/>
                </a:lnTo>
                <a:lnTo>
                  <a:pt x="268221" y="68955"/>
                </a:lnTo>
                <a:lnTo>
                  <a:pt x="268221" y="68845"/>
                </a:lnTo>
                <a:lnTo>
                  <a:pt x="268205" y="67214"/>
                </a:lnTo>
                <a:lnTo>
                  <a:pt x="268158" y="65615"/>
                </a:lnTo>
                <a:lnTo>
                  <a:pt x="268078" y="64048"/>
                </a:lnTo>
                <a:lnTo>
                  <a:pt x="267966" y="62513"/>
                </a:lnTo>
                <a:lnTo>
                  <a:pt x="267823" y="61010"/>
                </a:lnTo>
                <a:lnTo>
                  <a:pt x="267647" y="59539"/>
                </a:lnTo>
                <a:lnTo>
                  <a:pt x="267440" y="58101"/>
                </a:lnTo>
                <a:lnTo>
                  <a:pt x="267201" y="56694"/>
                </a:lnTo>
                <a:lnTo>
                  <a:pt x="266930" y="55319"/>
                </a:lnTo>
                <a:lnTo>
                  <a:pt x="266627" y="53976"/>
                </a:lnTo>
                <a:lnTo>
                  <a:pt x="266292" y="52666"/>
                </a:lnTo>
                <a:lnTo>
                  <a:pt x="265926" y="51387"/>
                </a:lnTo>
                <a:lnTo>
                  <a:pt x="265527" y="50140"/>
                </a:lnTo>
                <a:lnTo>
                  <a:pt x="265097" y="48926"/>
                </a:lnTo>
                <a:lnTo>
                  <a:pt x="264635" y="47743"/>
                </a:lnTo>
                <a:lnTo>
                  <a:pt x="264140" y="46593"/>
                </a:lnTo>
                <a:lnTo>
                  <a:pt x="263614" y="45474"/>
                </a:lnTo>
                <a:lnTo>
                  <a:pt x="263056" y="44388"/>
                </a:lnTo>
                <a:lnTo>
                  <a:pt x="262467" y="43333"/>
                </a:lnTo>
                <a:lnTo>
                  <a:pt x="261845" y="42311"/>
                </a:lnTo>
                <a:lnTo>
                  <a:pt x="261191" y="41321"/>
                </a:lnTo>
                <a:lnTo>
                  <a:pt x="260506" y="40362"/>
                </a:lnTo>
                <a:lnTo>
                  <a:pt x="259789" y="39436"/>
                </a:lnTo>
                <a:lnTo>
                  <a:pt x="259039" y="38542"/>
                </a:lnTo>
                <a:lnTo>
                  <a:pt x="258262" y="37681"/>
                </a:lnTo>
                <a:lnTo>
                  <a:pt x="257460" y="36858"/>
                </a:lnTo>
                <a:lnTo>
                  <a:pt x="256633" y="36071"/>
                </a:lnTo>
                <a:lnTo>
                  <a:pt x="255782" y="35320"/>
                </a:lnTo>
                <a:lnTo>
                  <a:pt x="254906" y="34607"/>
                </a:lnTo>
                <a:lnTo>
                  <a:pt x="254006" y="33929"/>
                </a:lnTo>
                <a:lnTo>
                  <a:pt x="253081" y="33289"/>
                </a:lnTo>
                <a:lnTo>
                  <a:pt x="252132" y="32685"/>
                </a:lnTo>
                <a:lnTo>
                  <a:pt x="251158" y="32118"/>
                </a:lnTo>
                <a:lnTo>
                  <a:pt x="250159" y="31587"/>
                </a:lnTo>
                <a:lnTo>
                  <a:pt x="249136" y="31093"/>
                </a:lnTo>
                <a:lnTo>
                  <a:pt x="248089" y="30635"/>
                </a:lnTo>
                <a:lnTo>
                  <a:pt x="247016" y="30214"/>
                </a:lnTo>
                <a:lnTo>
                  <a:pt x="245919" y="29830"/>
                </a:lnTo>
                <a:lnTo>
                  <a:pt x="244798" y="29482"/>
                </a:lnTo>
                <a:lnTo>
                  <a:pt x="243652" y="29171"/>
                </a:lnTo>
                <a:lnTo>
                  <a:pt x="242481" y="28896"/>
                </a:lnTo>
                <a:lnTo>
                  <a:pt x="241286" y="28658"/>
                </a:lnTo>
                <a:lnTo>
                  <a:pt x="240067" y="28457"/>
                </a:lnTo>
                <a:lnTo>
                  <a:pt x="238822" y="28292"/>
                </a:lnTo>
                <a:lnTo>
                  <a:pt x="237554" y="28164"/>
                </a:lnTo>
                <a:lnTo>
                  <a:pt x="236260" y="28073"/>
                </a:lnTo>
                <a:lnTo>
                  <a:pt x="234942" y="28018"/>
                </a:lnTo>
                <a:lnTo>
                  <a:pt x="233600" y="28000"/>
                </a:lnTo>
                <a:lnTo>
                  <a:pt x="232596" y="28009"/>
                </a:lnTo>
                <a:lnTo>
                  <a:pt x="231606" y="28039"/>
                </a:lnTo>
                <a:lnTo>
                  <a:pt x="230631" y="28087"/>
                </a:lnTo>
                <a:lnTo>
                  <a:pt x="229670" y="28156"/>
                </a:lnTo>
                <a:lnTo>
                  <a:pt x="228723" y="28243"/>
                </a:lnTo>
                <a:lnTo>
                  <a:pt x="227790" y="28351"/>
                </a:lnTo>
                <a:lnTo>
                  <a:pt x="226871" y="28477"/>
                </a:lnTo>
                <a:lnTo>
                  <a:pt x="225967" y="28624"/>
                </a:lnTo>
                <a:lnTo>
                  <a:pt x="225076" y="28789"/>
                </a:lnTo>
                <a:lnTo>
                  <a:pt x="224200" y="28975"/>
                </a:lnTo>
                <a:lnTo>
                  <a:pt x="223339" y="29179"/>
                </a:lnTo>
                <a:lnTo>
                  <a:pt x="222491" y="29404"/>
                </a:lnTo>
                <a:lnTo>
                  <a:pt x="221657" y="29647"/>
                </a:lnTo>
                <a:lnTo>
                  <a:pt x="220838" y="29911"/>
                </a:lnTo>
                <a:lnTo>
                  <a:pt x="220033" y="30193"/>
                </a:lnTo>
                <a:lnTo>
                  <a:pt x="219242" y="30496"/>
                </a:lnTo>
                <a:lnTo>
                  <a:pt x="218465" y="30817"/>
                </a:lnTo>
                <a:lnTo>
                  <a:pt x="217702" y="31159"/>
                </a:lnTo>
                <a:lnTo>
                  <a:pt x="216954" y="31520"/>
                </a:lnTo>
                <a:lnTo>
                  <a:pt x="216220" y="31900"/>
                </a:lnTo>
                <a:lnTo>
                  <a:pt x="215500" y="32300"/>
                </a:lnTo>
                <a:lnTo>
                  <a:pt x="214794" y="32719"/>
                </a:lnTo>
                <a:lnTo>
                  <a:pt x="214102" y="33158"/>
                </a:lnTo>
                <a:lnTo>
                  <a:pt x="213425" y="33616"/>
                </a:lnTo>
                <a:lnTo>
                  <a:pt x="212761" y="34091"/>
                </a:lnTo>
                <a:lnTo>
                  <a:pt x="212112" y="34582"/>
                </a:lnTo>
                <a:lnTo>
                  <a:pt x="211477" y="35088"/>
                </a:lnTo>
                <a:lnTo>
                  <a:pt x="210857" y="35609"/>
                </a:lnTo>
                <a:lnTo>
                  <a:pt x="210250" y="36145"/>
                </a:lnTo>
                <a:lnTo>
                  <a:pt x="209658" y="36696"/>
                </a:lnTo>
                <a:lnTo>
                  <a:pt x="209080" y="37262"/>
                </a:lnTo>
                <a:lnTo>
                  <a:pt x="208516" y="37843"/>
                </a:lnTo>
                <a:lnTo>
                  <a:pt x="207966" y="38439"/>
                </a:lnTo>
                <a:lnTo>
                  <a:pt x="207430" y="39051"/>
                </a:lnTo>
                <a:lnTo>
                  <a:pt x="206909" y="39677"/>
                </a:lnTo>
                <a:lnTo>
                  <a:pt x="206401" y="40319"/>
                </a:lnTo>
                <a:lnTo>
                  <a:pt x="205908" y="40975"/>
                </a:lnTo>
                <a:lnTo>
                  <a:pt x="205429" y="41647"/>
                </a:lnTo>
                <a:lnTo>
                  <a:pt x="204965" y="42334"/>
                </a:lnTo>
                <a:lnTo>
                  <a:pt x="204514" y="43036"/>
                </a:lnTo>
                <a:lnTo>
                  <a:pt x="204078" y="43753"/>
                </a:lnTo>
                <a:lnTo>
                  <a:pt x="203656" y="44485"/>
                </a:lnTo>
                <a:lnTo>
                  <a:pt x="203248" y="45232"/>
                </a:lnTo>
                <a:lnTo>
                  <a:pt x="202854" y="45994"/>
                </a:lnTo>
                <a:lnTo>
                  <a:pt x="202474" y="46772"/>
                </a:lnTo>
                <a:lnTo>
                  <a:pt x="202109" y="47564"/>
                </a:lnTo>
                <a:lnTo>
                  <a:pt x="201758" y="48372"/>
                </a:lnTo>
                <a:lnTo>
                  <a:pt x="201421" y="49194"/>
                </a:lnTo>
                <a:lnTo>
                  <a:pt x="201098" y="50030"/>
                </a:lnTo>
                <a:lnTo>
                  <a:pt x="200788" y="50876"/>
                </a:lnTo>
                <a:lnTo>
                  <a:pt x="200493" y="51734"/>
                </a:lnTo>
                <a:lnTo>
                  <a:pt x="200211" y="52602"/>
                </a:lnTo>
                <a:lnTo>
                  <a:pt x="199943" y="53480"/>
                </a:lnTo>
                <a:lnTo>
                  <a:pt x="199689" y="54370"/>
                </a:lnTo>
                <a:lnTo>
                  <a:pt x="199448" y="55270"/>
                </a:lnTo>
                <a:lnTo>
                  <a:pt x="199221" y="56182"/>
                </a:lnTo>
                <a:lnTo>
                  <a:pt x="199008" y="57104"/>
                </a:lnTo>
                <a:lnTo>
                  <a:pt x="198809" y="58037"/>
                </a:lnTo>
                <a:lnTo>
                  <a:pt x="198623" y="58980"/>
                </a:lnTo>
                <a:lnTo>
                  <a:pt x="198451" y="59935"/>
                </a:lnTo>
                <a:lnTo>
                  <a:pt x="198293" y="60900"/>
                </a:lnTo>
                <a:lnTo>
                  <a:pt x="198149" y="61876"/>
                </a:lnTo>
                <a:lnTo>
                  <a:pt x="198018" y="62863"/>
                </a:lnTo>
                <a:lnTo>
                  <a:pt x="197902" y="63861"/>
                </a:lnTo>
                <a:lnTo>
                  <a:pt x="197798" y="64869"/>
                </a:lnTo>
                <a:lnTo>
                  <a:pt x="197709" y="65888"/>
                </a:lnTo>
                <a:lnTo>
                  <a:pt x="197634" y="66919"/>
                </a:lnTo>
                <a:lnTo>
                  <a:pt x="197572" y="67959"/>
                </a:lnTo>
                <a:lnTo>
                  <a:pt x="197524" y="69011"/>
                </a:lnTo>
                <a:lnTo>
                  <a:pt x="197489" y="70074"/>
                </a:lnTo>
                <a:lnTo>
                  <a:pt x="197469" y="71147"/>
                </a:lnTo>
                <a:lnTo>
                  <a:pt x="197462" y="72231"/>
                </a:lnTo>
                <a:lnTo>
                  <a:pt x="197469" y="73273"/>
                </a:lnTo>
                <a:lnTo>
                  <a:pt x="197490" y="74306"/>
                </a:lnTo>
                <a:lnTo>
                  <a:pt x="197526" y="75330"/>
                </a:lnTo>
                <a:lnTo>
                  <a:pt x="197575" y="76345"/>
                </a:lnTo>
                <a:lnTo>
                  <a:pt x="197639" y="77352"/>
                </a:lnTo>
                <a:lnTo>
                  <a:pt x="197717" y="78350"/>
                </a:lnTo>
                <a:lnTo>
                  <a:pt x="197809" y="79340"/>
                </a:lnTo>
                <a:lnTo>
                  <a:pt x="197916" y="80320"/>
                </a:lnTo>
                <a:lnTo>
                  <a:pt x="198036" y="81292"/>
                </a:lnTo>
                <a:lnTo>
                  <a:pt x="198171" y="82256"/>
                </a:lnTo>
                <a:lnTo>
                  <a:pt x="198320" y="83210"/>
                </a:lnTo>
                <a:lnTo>
                  <a:pt x="198483" y="84156"/>
                </a:lnTo>
                <a:lnTo>
                  <a:pt x="198660" y="85094"/>
                </a:lnTo>
                <a:lnTo>
                  <a:pt x="198852" y="86022"/>
                </a:lnTo>
                <a:lnTo>
                  <a:pt x="199058" y="86942"/>
                </a:lnTo>
                <a:lnTo>
                  <a:pt x="199277" y="87853"/>
                </a:lnTo>
                <a:lnTo>
                  <a:pt x="199512" y="88756"/>
                </a:lnTo>
                <a:lnTo>
                  <a:pt x="199760" y="89650"/>
                </a:lnTo>
                <a:lnTo>
                  <a:pt x="200022" y="90535"/>
                </a:lnTo>
                <a:lnTo>
                  <a:pt x="200299" y="91412"/>
                </a:lnTo>
                <a:lnTo>
                  <a:pt x="200590" y="92279"/>
                </a:lnTo>
                <a:lnTo>
                  <a:pt x="200895" y="93139"/>
                </a:lnTo>
                <a:lnTo>
                  <a:pt x="201214" y="93989"/>
                </a:lnTo>
                <a:lnTo>
                  <a:pt x="201547" y="94831"/>
                </a:lnTo>
                <a:lnTo>
                  <a:pt x="201895" y="95661"/>
                </a:lnTo>
                <a:lnTo>
                  <a:pt x="202258" y="96476"/>
                </a:lnTo>
                <a:lnTo>
                  <a:pt x="202635" y="97277"/>
                </a:lnTo>
                <a:lnTo>
                  <a:pt x="203027" y="98063"/>
                </a:lnTo>
                <a:lnTo>
                  <a:pt x="203434" y="98835"/>
                </a:lnTo>
                <a:lnTo>
                  <a:pt x="203856" y="99592"/>
                </a:lnTo>
                <a:lnTo>
                  <a:pt x="204292" y="100334"/>
                </a:lnTo>
                <a:lnTo>
                  <a:pt x="204744" y="101062"/>
                </a:lnTo>
                <a:lnTo>
                  <a:pt x="205210" y="101775"/>
                </a:lnTo>
                <a:lnTo>
                  <a:pt x="205690" y="102474"/>
                </a:lnTo>
                <a:lnTo>
                  <a:pt x="206186" y="103158"/>
                </a:lnTo>
                <a:lnTo>
                  <a:pt x="206696" y="103827"/>
                </a:lnTo>
                <a:lnTo>
                  <a:pt x="207221" y="104482"/>
                </a:lnTo>
                <a:lnTo>
                  <a:pt x="207761" y="105122"/>
                </a:lnTo>
                <a:lnTo>
                  <a:pt x="208316" y="105747"/>
                </a:lnTo>
                <a:lnTo>
                  <a:pt x="208885" y="106358"/>
                </a:lnTo>
                <a:lnTo>
                  <a:pt x="209469" y="106954"/>
                </a:lnTo>
                <a:lnTo>
                  <a:pt x="210068" y="107536"/>
                </a:lnTo>
                <a:lnTo>
                  <a:pt x="210682" y="108102"/>
                </a:lnTo>
                <a:lnTo>
                  <a:pt x="211311" y="108655"/>
                </a:lnTo>
                <a:lnTo>
                  <a:pt x="211954" y="109192"/>
                </a:lnTo>
                <a:lnTo>
                  <a:pt x="212612" y="109715"/>
                </a:lnTo>
                <a:lnTo>
                  <a:pt x="213285" y="110224"/>
                </a:lnTo>
                <a:lnTo>
                  <a:pt x="213972" y="110718"/>
                </a:lnTo>
                <a:lnTo>
                  <a:pt x="214675" y="111194"/>
                </a:lnTo>
                <a:lnTo>
                  <a:pt x="215393" y="111650"/>
                </a:lnTo>
                <a:lnTo>
                  <a:pt x="216127" y="112085"/>
                </a:lnTo>
                <a:lnTo>
                  <a:pt x="216876" y="112500"/>
                </a:lnTo>
                <a:lnTo>
                  <a:pt x="217641" y="112896"/>
                </a:lnTo>
                <a:lnTo>
                  <a:pt x="218421" y="113270"/>
                </a:lnTo>
                <a:lnTo>
                  <a:pt x="219217" y="113625"/>
                </a:lnTo>
                <a:lnTo>
                  <a:pt x="220028" y="113959"/>
                </a:lnTo>
                <a:lnTo>
                  <a:pt x="220855" y="114273"/>
                </a:lnTo>
                <a:lnTo>
                  <a:pt x="221697" y="114567"/>
                </a:lnTo>
                <a:lnTo>
                  <a:pt x="222555" y="114841"/>
                </a:lnTo>
                <a:lnTo>
                  <a:pt x="223428" y="115094"/>
                </a:lnTo>
                <a:lnTo>
                  <a:pt x="224317" y="115327"/>
                </a:lnTo>
                <a:lnTo>
                  <a:pt x="225221" y="115540"/>
                </a:lnTo>
                <a:lnTo>
                  <a:pt x="226141" y="115732"/>
                </a:lnTo>
                <a:lnTo>
                  <a:pt x="227076" y="115904"/>
                </a:lnTo>
                <a:lnTo>
                  <a:pt x="228027" y="116056"/>
                </a:lnTo>
                <a:lnTo>
                  <a:pt x="228993" y="116188"/>
                </a:lnTo>
                <a:lnTo>
                  <a:pt x="229975" y="116299"/>
                </a:lnTo>
                <a:lnTo>
                  <a:pt x="230972" y="116390"/>
                </a:lnTo>
                <a:lnTo>
                  <a:pt x="231985" y="116461"/>
                </a:lnTo>
                <a:lnTo>
                  <a:pt x="233013" y="116512"/>
                </a:lnTo>
                <a:lnTo>
                  <a:pt x="234057" y="116542"/>
                </a:lnTo>
                <a:lnTo>
                  <a:pt x="235116" y="116553"/>
                </a:lnTo>
                <a:lnTo>
                  <a:pt x="235953" y="116546"/>
                </a:lnTo>
                <a:lnTo>
                  <a:pt x="236781" y="116528"/>
                </a:lnTo>
                <a:lnTo>
                  <a:pt x="237600" y="116497"/>
                </a:lnTo>
                <a:close/>
                <a:moveTo>
                  <a:pt x="212021" y="61242"/>
                </a:moveTo>
                <a:lnTo>
                  <a:pt x="212160" y="60276"/>
                </a:lnTo>
                <a:lnTo>
                  <a:pt x="212315" y="59331"/>
                </a:lnTo>
                <a:lnTo>
                  <a:pt x="212485" y="58406"/>
                </a:lnTo>
                <a:lnTo>
                  <a:pt x="212671" y="57502"/>
                </a:lnTo>
                <a:lnTo>
                  <a:pt x="212872" y="56619"/>
                </a:lnTo>
                <a:lnTo>
                  <a:pt x="213090" y="55756"/>
                </a:lnTo>
                <a:lnTo>
                  <a:pt x="213323" y="54914"/>
                </a:lnTo>
                <a:lnTo>
                  <a:pt x="213571" y="54093"/>
                </a:lnTo>
                <a:lnTo>
                  <a:pt x="213835" y="53293"/>
                </a:lnTo>
                <a:lnTo>
                  <a:pt x="214115" y="52513"/>
                </a:lnTo>
                <a:lnTo>
                  <a:pt x="214411" y="51753"/>
                </a:lnTo>
                <a:lnTo>
                  <a:pt x="214722" y="51015"/>
                </a:lnTo>
                <a:lnTo>
                  <a:pt x="215049" y="50297"/>
                </a:lnTo>
                <a:lnTo>
                  <a:pt x="215391" y="49600"/>
                </a:lnTo>
                <a:lnTo>
                  <a:pt x="215749" y="48924"/>
                </a:lnTo>
                <a:lnTo>
                  <a:pt x="216123" y="48268"/>
                </a:lnTo>
                <a:lnTo>
                  <a:pt x="216512" y="47633"/>
                </a:lnTo>
                <a:lnTo>
                  <a:pt x="216917" y="47018"/>
                </a:lnTo>
                <a:lnTo>
                  <a:pt x="217338" y="46424"/>
                </a:lnTo>
                <a:lnTo>
                  <a:pt x="217774" y="45851"/>
                </a:lnTo>
                <a:lnTo>
                  <a:pt x="218226" y="45299"/>
                </a:lnTo>
                <a:lnTo>
                  <a:pt x="218694" y="44768"/>
                </a:lnTo>
                <a:lnTo>
                  <a:pt x="219176" y="44260"/>
                </a:lnTo>
                <a:lnTo>
                  <a:pt x="219673" y="43775"/>
                </a:lnTo>
                <a:lnTo>
                  <a:pt x="220186" y="43312"/>
                </a:lnTo>
                <a:lnTo>
                  <a:pt x="220714" y="42871"/>
                </a:lnTo>
                <a:lnTo>
                  <a:pt x="221256" y="42453"/>
                </a:lnTo>
                <a:lnTo>
                  <a:pt x="221814" y="42058"/>
                </a:lnTo>
                <a:lnTo>
                  <a:pt x="222387" y="41685"/>
                </a:lnTo>
                <a:lnTo>
                  <a:pt x="222975" y="41335"/>
                </a:lnTo>
                <a:lnTo>
                  <a:pt x="223577" y="41008"/>
                </a:lnTo>
                <a:lnTo>
                  <a:pt x="224195" y="40703"/>
                </a:lnTo>
                <a:lnTo>
                  <a:pt x="224828" y="40421"/>
                </a:lnTo>
                <a:lnTo>
                  <a:pt x="225476" y="40161"/>
                </a:lnTo>
                <a:lnTo>
                  <a:pt x="226140" y="39924"/>
                </a:lnTo>
                <a:lnTo>
                  <a:pt x="226818" y="39709"/>
                </a:lnTo>
                <a:lnTo>
                  <a:pt x="227511" y="39517"/>
                </a:lnTo>
                <a:lnTo>
                  <a:pt x="228219" y="39348"/>
                </a:lnTo>
                <a:lnTo>
                  <a:pt x="228943" y="39201"/>
                </a:lnTo>
                <a:lnTo>
                  <a:pt x="229681" y="39077"/>
                </a:lnTo>
                <a:lnTo>
                  <a:pt x="230435" y="38975"/>
                </a:lnTo>
                <a:lnTo>
                  <a:pt x="231203" y="38896"/>
                </a:lnTo>
                <a:lnTo>
                  <a:pt x="231987" y="38840"/>
                </a:lnTo>
                <a:lnTo>
                  <a:pt x="232786" y="38806"/>
                </a:lnTo>
                <a:lnTo>
                  <a:pt x="233600" y="38795"/>
                </a:lnTo>
                <a:lnTo>
                  <a:pt x="234399" y="38806"/>
                </a:lnTo>
                <a:lnTo>
                  <a:pt x="235184" y="38840"/>
                </a:lnTo>
                <a:lnTo>
                  <a:pt x="235954" y="38897"/>
                </a:lnTo>
                <a:lnTo>
                  <a:pt x="236709" y="38977"/>
                </a:lnTo>
                <a:lnTo>
                  <a:pt x="237450" y="39079"/>
                </a:lnTo>
                <a:lnTo>
                  <a:pt x="238175" y="39204"/>
                </a:lnTo>
                <a:lnTo>
                  <a:pt x="238885" y="39352"/>
                </a:lnTo>
                <a:lnTo>
                  <a:pt x="239581" y="39522"/>
                </a:lnTo>
                <a:lnTo>
                  <a:pt x="240261" y="39716"/>
                </a:lnTo>
                <a:lnTo>
                  <a:pt x="240927" y="39932"/>
                </a:lnTo>
                <a:lnTo>
                  <a:pt x="241577" y="40170"/>
                </a:lnTo>
                <a:lnTo>
                  <a:pt x="242213" y="40432"/>
                </a:lnTo>
                <a:lnTo>
                  <a:pt x="242834" y="40716"/>
                </a:lnTo>
                <a:lnTo>
                  <a:pt x="243440" y="41023"/>
                </a:lnTo>
                <a:lnTo>
                  <a:pt x="244031" y="41353"/>
                </a:lnTo>
                <a:lnTo>
                  <a:pt x="244607" y="41705"/>
                </a:lnTo>
                <a:lnTo>
                  <a:pt x="245168" y="42081"/>
                </a:lnTo>
                <a:lnTo>
                  <a:pt x="245714" y="42479"/>
                </a:lnTo>
                <a:lnTo>
                  <a:pt x="246245" y="42899"/>
                </a:lnTo>
                <a:lnTo>
                  <a:pt x="246762" y="43343"/>
                </a:lnTo>
                <a:lnTo>
                  <a:pt x="247263" y="43809"/>
                </a:lnTo>
                <a:lnTo>
                  <a:pt x="247750" y="44298"/>
                </a:lnTo>
                <a:lnTo>
                  <a:pt x="248221" y="44809"/>
                </a:lnTo>
                <a:lnTo>
                  <a:pt x="248678" y="45344"/>
                </a:lnTo>
                <a:lnTo>
                  <a:pt x="249119" y="45900"/>
                </a:lnTo>
                <a:lnTo>
                  <a:pt x="249541" y="46476"/>
                </a:lnTo>
                <a:lnTo>
                  <a:pt x="249946" y="47072"/>
                </a:lnTo>
                <a:lnTo>
                  <a:pt x="250333" y="47689"/>
                </a:lnTo>
                <a:lnTo>
                  <a:pt x="250701" y="48325"/>
                </a:lnTo>
                <a:lnTo>
                  <a:pt x="251053" y="48982"/>
                </a:lnTo>
                <a:lnTo>
                  <a:pt x="251386" y="49660"/>
                </a:lnTo>
                <a:lnTo>
                  <a:pt x="251701" y="50357"/>
                </a:lnTo>
                <a:lnTo>
                  <a:pt x="251999" y="51074"/>
                </a:lnTo>
                <a:lnTo>
                  <a:pt x="252279" y="51812"/>
                </a:lnTo>
                <a:lnTo>
                  <a:pt x="252541" y="52570"/>
                </a:lnTo>
                <a:lnTo>
                  <a:pt x="252785" y="53349"/>
                </a:lnTo>
                <a:lnTo>
                  <a:pt x="253011" y="54147"/>
                </a:lnTo>
                <a:lnTo>
                  <a:pt x="253219" y="54966"/>
                </a:lnTo>
                <a:lnTo>
                  <a:pt x="253410" y="55805"/>
                </a:lnTo>
                <a:lnTo>
                  <a:pt x="253583" y="56664"/>
                </a:lnTo>
                <a:lnTo>
                  <a:pt x="253738" y="57543"/>
                </a:lnTo>
                <a:lnTo>
                  <a:pt x="253875" y="58442"/>
                </a:lnTo>
                <a:lnTo>
                  <a:pt x="253994" y="59362"/>
                </a:lnTo>
                <a:lnTo>
                  <a:pt x="254095" y="60302"/>
                </a:lnTo>
                <a:lnTo>
                  <a:pt x="254179" y="61262"/>
                </a:lnTo>
                <a:lnTo>
                  <a:pt x="254244" y="62243"/>
                </a:lnTo>
                <a:lnTo>
                  <a:pt x="254292" y="63243"/>
                </a:lnTo>
                <a:lnTo>
                  <a:pt x="254322" y="64264"/>
                </a:lnTo>
                <a:lnTo>
                  <a:pt x="211698" y="64264"/>
                </a:lnTo>
                <a:lnTo>
                  <a:pt x="211790" y="63236"/>
                </a:lnTo>
                <a:lnTo>
                  <a:pt x="211898" y="62229"/>
                </a:lnTo>
                <a:lnTo>
                  <a:pt x="212021" y="61242"/>
                </a:lnTo>
                <a:close/>
                <a:moveTo>
                  <a:pt x="144527" y="116485"/>
                </a:moveTo>
                <a:lnTo>
                  <a:pt x="145315" y="116432"/>
                </a:lnTo>
                <a:lnTo>
                  <a:pt x="146091" y="116364"/>
                </a:lnTo>
                <a:lnTo>
                  <a:pt x="146856" y="116281"/>
                </a:lnTo>
                <a:lnTo>
                  <a:pt x="147609" y="116183"/>
                </a:lnTo>
                <a:lnTo>
                  <a:pt x="148351" y="116070"/>
                </a:lnTo>
                <a:lnTo>
                  <a:pt x="149081" y="115942"/>
                </a:lnTo>
                <a:lnTo>
                  <a:pt x="149800" y="115799"/>
                </a:lnTo>
                <a:lnTo>
                  <a:pt x="150507" y="115640"/>
                </a:lnTo>
                <a:lnTo>
                  <a:pt x="151202" y="115467"/>
                </a:lnTo>
                <a:lnTo>
                  <a:pt x="151886" y="115278"/>
                </a:lnTo>
                <a:lnTo>
                  <a:pt x="152558" y="115075"/>
                </a:lnTo>
                <a:lnTo>
                  <a:pt x="153219" y="114856"/>
                </a:lnTo>
                <a:lnTo>
                  <a:pt x="153869" y="114622"/>
                </a:lnTo>
                <a:lnTo>
                  <a:pt x="154506" y="114373"/>
                </a:lnTo>
                <a:lnTo>
                  <a:pt x="155132" y="114109"/>
                </a:lnTo>
                <a:lnTo>
                  <a:pt x="155747" y="113830"/>
                </a:lnTo>
                <a:lnTo>
                  <a:pt x="156350" y="113536"/>
                </a:lnTo>
                <a:lnTo>
                  <a:pt x="156942" y="113227"/>
                </a:lnTo>
                <a:lnTo>
                  <a:pt x="157521" y="112903"/>
                </a:lnTo>
                <a:lnTo>
                  <a:pt x="158090" y="112564"/>
                </a:lnTo>
                <a:lnTo>
                  <a:pt x="158647" y="112209"/>
                </a:lnTo>
                <a:lnTo>
                  <a:pt x="159193" y="111847"/>
                </a:lnTo>
                <a:lnTo>
                  <a:pt x="159728" y="111482"/>
                </a:lnTo>
                <a:lnTo>
                  <a:pt x="160253" y="111116"/>
                </a:lnTo>
                <a:lnTo>
                  <a:pt x="160768" y="110749"/>
                </a:lnTo>
                <a:lnTo>
                  <a:pt x="161272" y="110379"/>
                </a:lnTo>
                <a:lnTo>
                  <a:pt x="161766" y="110009"/>
                </a:lnTo>
                <a:lnTo>
                  <a:pt x="162250" y="109636"/>
                </a:lnTo>
                <a:lnTo>
                  <a:pt x="162723" y="109262"/>
                </a:lnTo>
                <a:lnTo>
                  <a:pt x="163186" y="108887"/>
                </a:lnTo>
                <a:lnTo>
                  <a:pt x="163638" y="108509"/>
                </a:lnTo>
                <a:lnTo>
                  <a:pt x="164080" y="108130"/>
                </a:lnTo>
                <a:lnTo>
                  <a:pt x="164512" y="107750"/>
                </a:lnTo>
                <a:lnTo>
                  <a:pt x="164933" y="107368"/>
                </a:lnTo>
                <a:lnTo>
                  <a:pt x="165344" y="106984"/>
                </a:lnTo>
                <a:lnTo>
                  <a:pt x="165744" y="106599"/>
                </a:lnTo>
                <a:lnTo>
                  <a:pt x="166134" y="106212"/>
                </a:lnTo>
                <a:lnTo>
                  <a:pt x="166514" y="105824"/>
                </a:lnTo>
                <a:lnTo>
                  <a:pt x="166884" y="105433"/>
                </a:lnTo>
                <a:lnTo>
                  <a:pt x="167242" y="105042"/>
                </a:lnTo>
                <a:lnTo>
                  <a:pt x="167591" y="104648"/>
                </a:lnTo>
                <a:lnTo>
                  <a:pt x="167929" y="104253"/>
                </a:lnTo>
                <a:lnTo>
                  <a:pt x="168257" y="103857"/>
                </a:lnTo>
                <a:lnTo>
                  <a:pt x="168574" y="103459"/>
                </a:lnTo>
                <a:lnTo>
                  <a:pt x="168882" y="103059"/>
                </a:lnTo>
                <a:lnTo>
                  <a:pt x="169218" y="115035"/>
                </a:lnTo>
                <a:lnTo>
                  <a:pt x="182781" y="115035"/>
                </a:lnTo>
                <a:lnTo>
                  <a:pt x="182781" y="29518"/>
                </a:lnTo>
                <a:lnTo>
                  <a:pt x="168713" y="29518"/>
                </a:lnTo>
                <a:lnTo>
                  <a:pt x="168713" y="91046"/>
                </a:lnTo>
                <a:lnTo>
                  <a:pt x="168421" y="91468"/>
                </a:lnTo>
                <a:lnTo>
                  <a:pt x="168122" y="91886"/>
                </a:lnTo>
                <a:lnTo>
                  <a:pt x="167815" y="92300"/>
                </a:lnTo>
                <a:lnTo>
                  <a:pt x="167501" y="92711"/>
                </a:lnTo>
                <a:lnTo>
                  <a:pt x="167179" y="93118"/>
                </a:lnTo>
                <a:lnTo>
                  <a:pt x="166849" y="93521"/>
                </a:lnTo>
                <a:lnTo>
                  <a:pt x="166512" y="93921"/>
                </a:lnTo>
                <a:lnTo>
                  <a:pt x="166167" y="94317"/>
                </a:lnTo>
                <a:lnTo>
                  <a:pt x="165815" y="94709"/>
                </a:lnTo>
                <a:lnTo>
                  <a:pt x="165455" y="95097"/>
                </a:lnTo>
                <a:lnTo>
                  <a:pt x="165087" y="95482"/>
                </a:lnTo>
                <a:lnTo>
                  <a:pt x="164712" y="95863"/>
                </a:lnTo>
                <a:lnTo>
                  <a:pt x="164329" y="96240"/>
                </a:lnTo>
                <a:lnTo>
                  <a:pt x="163938" y="96613"/>
                </a:lnTo>
                <a:lnTo>
                  <a:pt x="163540" y="96983"/>
                </a:lnTo>
                <a:lnTo>
                  <a:pt x="163135" y="97349"/>
                </a:lnTo>
                <a:lnTo>
                  <a:pt x="162721" y="97711"/>
                </a:lnTo>
                <a:lnTo>
                  <a:pt x="162300" y="98070"/>
                </a:lnTo>
                <a:lnTo>
                  <a:pt x="161872" y="98425"/>
                </a:lnTo>
                <a:lnTo>
                  <a:pt x="161436" y="98776"/>
                </a:lnTo>
                <a:lnTo>
                  <a:pt x="160992" y="99124"/>
                </a:lnTo>
                <a:lnTo>
                  <a:pt x="160541" y="99468"/>
                </a:lnTo>
                <a:lnTo>
                  <a:pt x="160082" y="99808"/>
                </a:lnTo>
                <a:lnTo>
                  <a:pt x="159615" y="100144"/>
                </a:lnTo>
                <a:lnTo>
                  <a:pt x="159140" y="100471"/>
                </a:lnTo>
                <a:lnTo>
                  <a:pt x="158655" y="100785"/>
                </a:lnTo>
                <a:lnTo>
                  <a:pt x="158161" y="101084"/>
                </a:lnTo>
                <a:lnTo>
                  <a:pt x="157657" y="101370"/>
                </a:lnTo>
                <a:lnTo>
                  <a:pt x="157143" y="101641"/>
                </a:lnTo>
                <a:lnTo>
                  <a:pt x="156620" y="101899"/>
                </a:lnTo>
                <a:lnTo>
                  <a:pt x="156087" y="102143"/>
                </a:lnTo>
                <a:lnTo>
                  <a:pt x="155544" y="102372"/>
                </a:lnTo>
                <a:lnTo>
                  <a:pt x="154992" y="102588"/>
                </a:lnTo>
                <a:lnTo>
                  <a:pt x="154430" y="102790"/>
                </a:lnTo>
                <a:lnTo>
                  <a:pt x="153858" y="102978"/>
                </a:lnTo>
                <a:lnTo>
                  <a:pt x="153277" y="103152"/>
                </a:lnTo>
                <a:lnTo>
                  <a:pt x="152686" y="103313"/>
                </a:lnTo>
                <a:lnTo>
                  <a:pt x="152085" y="103459"/>
                </a:lnTo>
                <a:lnTo>
                  <a:pt x="151475" y="103591"/>
                </a:lnTo>
                <a:lnTo>
                  <a:pt x="150855" y="103709"/>
                </a:lnTo>
                <a:lnTo>
                  <a:pt x="150225" y="103814"/>
                </a:lnTo>
                <a:lnTo>
                  <a:pt x="149586" y="103904"/>
                </a:lnTo>
                <a:lnTo>
                  <a:pt x="148937" y="103981"/>
                </a:lnTo>
                <a:lnTo>
                  <a:pt x="148278" y="104044"/>
                </a:lnTo>
                <a:lnTo>
                  <a:pt x="147610" y="104092"/>
                </a:lnTo>
                <a:lnTo>
                  <a:pt x="146932" y="104127"/>
                </a:lnTo>
                <a:lnTo>
                  <a:pt x="146245" y="104148"/>
                </a:lnTo>
                <a:lnTo>
                  <a:pt x="145548" y="104155"/>
                </a:lnTo>
                <a:lnTo>
                  <a:pt x="145068" y="104151"/>
                </a:lnTo>
                <a:lnTo>
                  <a:pt x="144598" y="104137"/>
                </a:lnTo>
                <a:lnTo>
                  <a:pt x="144137" y="104114"/>
                </a:lnTo>
                <a:lnTo>
                  <a:pt x="143685" y="104082"/>
                </a:lnTo>
                <a:lnTo>
                  <a:pt x="143243" y="104041"/>
                </a:lnTo>
                <a:lnTo>
                  <a:pt x="142810" y="103991"/>
                </a:lnTo>
                <a:lnTo>
                  <a:pt x="142386" y="103931"/>
                </a:lnTo>
                <a:lnTo>
                  <a:pt x="141972" y="103863"/>
                </a:lnTo>
                <a:lnTo>
                  <a:pt x="141567" y="103785"/>
                </a:lnTo>
                <a:lnTo>
                  <a:pt x="141172" y="103699"/>
                </a:lnTo>
                <a:lnTo>
                  <a:pt x="140786" y="103603"/>
                </a:lnTo>
                <a:lnTo>
                  <a:pt x="140409" y="103498"/>
                </a:lnTo>
                <a:lnTo>
                  <a:pt x="140042" y="103383"/>
                </a:lnTo>
                <a:lnTo>
                  <a:pt x="139684" y="103260"/>
                </a:lnTo>
                <a:lnTo>
                  <a:pt x="139335" y="103128"/>
                </a:lnTo>
                <a:lnTo>
                  <a:pt x="138996" y="102986"/>
                </a:lnTo>
                <a:lnTo>
                  <a:pt x="138666" y="102835"/>
                </a:lnTo>
                <a:lnTo>
                  <a:pt x="138345" y="102676"/>
                </a:lnTo>
                <a:lnTo>
                  <a:pt x="138034" y="102507"/>
                </a:lnTo>
                <a:lnTo>
                  <a:pt x="137732" y="102329"/>
                </a:lnTo>
                <a:lnTo>
                  <a:pt x="137440" y="102141"/>
                </a:lnTo>
                <a:lnTo>
                  <a:pt x="137157" y="101945"/>
                </a:lnTo>
                <a:lnTo>
                  <a:pt x="136883" y="101740"/>
                </a:lnTo>
                <a:lnTo>
                  <a:pt x="136619" y="101525"/>
                </a:lnTo>
                <a:lnTo>
                  <a:pt x="136362" y="101302"/>
                </a:lnTo>
                <a:lnTo>
                  <a:pt x="136113" y="101073"/>
                </a:lnTo>
                <a:lnTo>
                  <a:pt x="135870" y="100836"/>
                </a:lnTo>
                <a:lnTo>
                  <a:pt x="135635" y="100592"/>
                </a:lnTo>
                <a:lnTo>
                  <a:pt x="135406" y="100342"/>
                </a:lnTo>
                <a:lnTo>
                  <a:pt x="135184" y="100084"/>
                </a:lnTo>
                <a:lnTo>
                  <a:pt x="134969" y="99820"/>
                </a:lnTo>
                <a:lnTo>
                  <a:pt x="134761" y="99549"/>
                </a:lnTo>
                <a:lnTo>
                  <a:pt x="134559" y="99270"/>
                </a:lnTo>
                <a:lnTo>
                  <a:pt x="134365" y="98985"/>
                </a:lnTo>
                <a:lnTo>
                  <a:pt x="134177" y="98693"/>
                </a:lnTo>
                <a:lnTo>
                  <a:pt x="133997" y="98393"/>
                </a:lnTo>
                <a:lnTo>
                  <a:pt x="133823" y="98087"/>
                </a:lnTo>
                <a:lnTo>
                  <a:pt x="133656" y="97774"/>
                </a:lnTo>
                <a:lnTo>
                  <a:pt x="133496" y="97454"/>
                </a:lnTo>
                <a:lnTo>
                  <a:pt x="133343" y="97127"/>
                </a:lnTo>
                <a:lnTo>
                  <a:pt x="133196" y="96792"/>
                </a:lnTo>
                <a:lnTo>
                  <a:pt x="133057" y="96451"/>
                </a:lnTo>
                <a:lnTo>
                  <a:pt x="132924" y="96103"/>
                </a:lnTo>
                <a:lnTo>
                  <a:pt x="132799" y="95748"/>
                </a:lnTo>
                <a:lnTo>
                  <a:pt x="132680" y="95386"/>
                </a:lnTo>
                <a:lnTo>
                  <a:pt x="132568" y="95018"/>
                </a:lnTo>
                <a:lnTo>
                  <a:pt x="132463" y="94642"/>
                </a:lnTo>
                <a:lnTo>
                  <a:pt x="132365" y="94259"/>
                </a:lnTo>
                <a:lnTo>
                  <a:pt x="132272" y="93870"/>
                </a:lnTo>
                <a:lnTo>
                  <a:pt x="132183" y="93476"/>
                </a:lnTo>
                <a:lnTo>
                  <a:pt x="132098" y="93077"/>
                </a:lnTo>
                <a:lnTo>
                  <a:pt x="132017" y="92673"/>
                </a:lnTo>
                <a:lnTo>
                  <a:pt x="131940" y="92264"/>
                </a:lnTo>
                <a:lnTo>
                  <a:pt x="131867" y="91850"/>
                </a:lnTo>
                <a:lnTo>
                  <a:pt x="131798" y="91432"/>
                </a:lnTo>
                <a:lnTo>
                  <a:pt x="131733" y="91008"/>
                </a:lnTo>
                <a:lnTo>
                  <a:pt x="131672" y="90579"/>
                </a:lnTo>
                <a:lnTo>
                  <a:pt x="131614" y="90146"/>
                </a:lnTo>
                <a:lnTo>
                  <a:pt x="131561" y="89707"/>
                </a:lnTo>
                <a:lnTo>
                  <a:pt x="131512" y="89264"/>
                </a:lnTo>
                <a:lnTo>
                  <a:pt x="131466" y="88815"/>
                </a:lnTo>
                <a:lnTo>
                  <a:pt x="131425" y="88362"/>
                </a:lnTo>
                <a:lnTo>
                  <a:pt x="131387" y="87904"/>
                </a:lnTo>
                <a:lnTo>
                  <a:pt x="131354" y="87440"/>
                </a:lnTo>
                <a:lnTo>
                  <a:pt x="131324" y="86972"/>
                </a:lnTo>
                <a:lnTo>
                  <a:pt x="131298" y="86499"/>
                </a:lnTo>
                <a:lnTo>
                  <a:pt x="131277" y="86021"/>
                </a:lnTo>
                <a:lnTo>
                  <a:pt x="131259" y="85538"/>
                </a:lnTo>
                <a:lnTo>
                  <a:pt x="131245" y="85050"/>
                </a:lnTo>
                <a:lnTo>
                  <a:pt x="131235" y="84557"/>
                </a:lnTo>
                <a:lnTo>
                  <a:pt x="131229" y="84059"/>
                </a:lnTo>
                <a:lnTo>
                  <a:pt x="131227" y="83556"/>
                </a:lnTo>
                <a:lnTo>
                  <a:pt x="131227" y="29518"/>
                </a:lnTo>
                <a:lnTo>
                  <a:pt x="117075" y="29518"/>
                </a:lnTo>
                <a:lnTo>
                  <a:pt x="117075" y="85153"/>
                </a:lnTo>
                <a:lnTo>
                  <a:pt x="117086" y="86366"/>
                </a:lnTo>
                <a:lnTo>
                  <a:pt x="117116" y="87556"/>
                </a:lnTo>
                <a:lnTo>
                  <a:pt x="117167" y="88725"/>
                </a:lnTo>
                <a:lnTo>
                  <a:pt x="117238" y="89872"/>
                </a:lnTo>
                <a:lnTo>
                  <a:pt x="117329" y="90996"/>
                </a:lnTo>
                <a:lnTo>
                  <a:pt x="117441" y="92099"/>
                </a:lnTo>
                <a:lnTo>
                  <a:pt x="117573" y="93180"/>
                </a:lnTo>
                <a:lnTo>
                  <a:pt x="117726" y="94239"/>
                </a:lnTo>
                <a:lnTo>
                  <a:pt x="117899" y="95276"/>
                </a:lnTo>
                <a:lnTo>
                  <a:pt x="118092" y="96291"/>
                </a:lnTo>
                <a:lnTo>
                  <a:pt x="118305" y="97284"/>
                </a:lnTo>
                <a:lnTo>
                  <a:pt x="118539" y="98255"/>
                </a:lnTo>
                <a:lnTo>
                  <a:pt x="118793" y="99204"/>
                </a:lnTo>
                <a:lnTo>
                  <a:pt x="119068" y="100131"/>
                </a:lnTo>
                <a:lnTo>
                  <a:pt x="119362" y="101036"/>
                </a:lnTo>
                <a:lnTo>
                  <a:pt x="119677" y="101920"/>
                </a:lnTo>
                <a:lnTo>
                  <a:pt x="120013" y="102781"/>
                </a:lnTo>
                <a:lnTo>
                  <a:pt x="120369" y="103620"/>
                </a:lnTo>
                <a:lnTo>
                  <a:pt x="120745" y="104438"/>
                </a:lnTo>
                <a:lnTo>
                  <a:pt x="121141" y="105233"/>
                </a:lnTo>
                <a:lnTo>
                  <a:pt x="121558" y="106007"/>
                </a:lnTo>
                <a:lnTo>
                  <a:pt x="121995" y="106758"/>
                </a:lnTo>
                <a:lnTo>
                  <a:pt x="122452" y="107488"/>
                </a:lnTo>
                <a:lnTo>
                  <a:pt x="122930" y="108195"/>
                </a:lnTo>
                <a:lnTo>
                  <a:pt x="123431" y="108877"/>
                </a:lnTo>
                <a:lnTo>
                  <a:pt x="123957" y="109530"/>
                </a:lnTo>
                <a:lnTo>
                  <a:pt x="124510" y="110154"/>
                </a:lnTo>
                <a:lnTo>
                  <a:pt x="125088" y="110749"/>
                </a:lnTo>
                <a:lnTo>
                  <a:pt x="125693" y="111315"/>
                </a:lnTo>
                <a:lnTo>
                  <a:pt x="126323" y="111852"/>
                </a:lnTo>
                <a:lnTo>
                  <a:pt x="126979" y="112359"/>
                </a:lnTo>
                <a:lnTo>
                  <a:pt x="127661" y="112838"/>
                </a:lnTo>
                <a:lnTo>
                  <a:pt x="128369" y="113288"/>
                </a:lnTo>
                <a:lnTo>
                  <a:pt x="129103" y="113709"/>
                </a:lnTo>
                <a:lnTo>
                  <a:pt x="129863" y="114101"/>
                </a:lnTo>
                <a:lnTo>
                  <a:pt x="130648" y="114463"/>
                </a:lnTo>
                <a:lnTo>
                  <a:pt x="131460" y="114797"/>
                </a:lnTo>
                <a:lnTo>
                  <a:pt x="132297" y="115102"/>
                </a:lnTo>
                <a:lnTo>
                  <a:pt x="133160" y="115377"/>
                </a:lnTo>
                <a:lnTo>
                  <a:pt x="134049" y="115624"/>
                </a:lnTo>
                <a:lnTo>
                  <a:pt x="134964" y="115842"/>
                </a:lnTo>
                <a:lnTo>
                  <a:pt x="135905" y="116030"/>
                </a:lnTo>
                <a:lnTo>
                  <a:pt x="136872" y="116190"/>
                </a:lnTo>
                <a:lnTo>
                  <a:pt x="137865" y="116320"/>
                </a:lnTo>
                <a:lnTo>
                  <a:pt x="138883" y="116422"/>
                </a:lnTo>
                <a:lnTo>
                  <a:pt x="139927" y="116495"/>
                </a:lnTo>
                <a:lnTo>
                  <a:pt x="140998" y="116538"/>
                </a:lnTo>
                <a:lnTo>
                  <a:pt x="142094" y="116553"/>
                </a:lnTo>
                <a:lnTo>
                  <a:pt x="142917" y="116545"/>
                </a:lnTo>
                <a:lnTo>
                  <a:pt x="143728" y="116522"/>
                </a:lnTo>
                <a:lnTo>
                  <a:pt x="144527" y="116485"/>
                </a:lnTo>
                <a:close/>
                <a:moveTo>
                  <a:pt x="340909" y="145213"/>
                </a:moveTo>
                <a:lnTo>
                  <a:pt x="341472" y="145196"/>
                </a:lnTo>
                <a:lnTo>
                  <a:pt x="342027" y="145171"/>
                </a:lnTo>
                <a:lnTo>
                  <a:pt x="342574" y="145140"/>
                </a:lnTo>
                <a:lnTo>
                  <a:pt x="343114" y="145102"/>
                </a:lnTo>
                <a:lnTo>
                  <a:pt x="343645" y="145057"/>
                </a:lnTo>
                <a:lnTo>
                  <a:pt x="344168" y="145005"/>
                </a:lnTo>
                <a:lnTo>
                  <a:pt x="344684" y="144946"/>
                </a:lnTo>
                <a:lnTo>
                  <a:pt x="345192" y="144880"/>
                </a:lnTo>
                <a:lnTo>
                  <a:pt x="345691" y="144808"/>
                </a:lnTo>
                <a:lnTo>
                  <a:pt x="346183" y="144728"/>
                </a:lnTo>
                <a:lnTo>
                  <a:pt x="346667" y="144642"/>
                </a:lnTo>
                <a:lnTo>
                  <a:pt x="347143" y="144548"/>
                </a:lnTo>
                <a:lnTo>
                  <a:pt x="347611" y="144448"/>
                </a:lnTo>
                <a:lnTo>
                  <a:pt x="348071" y="144340"/>
                </a:lnTo>
                <a:lnTo>
                  <a:pt x="348524" y="144226"/>
                </a:lnTo>
                <a:lnTo>
                  <a:pt x="348968" y="144105"/>
                </a:lnTo>
                <a:lnTo>
                  <a:pt x="349405" y="143976"/>
                </a:lnTo>
                <a:lnTo>
                  <a:pt x="349833" y="143841"/>
                </a:lnTo>
                <a:lnTo>
                  <a:pt x="350254" y="143699"/>
                </a:lnTo>
                <a:lnTo>
                  <a:pt x="350667" y="143550"/>
                </a:lnTo>
                <a:lnTo>
                  <a:pt x="351072" y="143395"/>
                </a:lnTo>
                <a:lnTo>
                  <a:pt x="351469" y="143232"/>
                </a:lnTo>
                <a:lnTo>
                  <a:pt x="351860" y="143061"/>
                </a:lnTo>
                <a:lnTo>
                  <a:pt x="352246" y="142881"/>
                </a:lnTo>
                <a:lnTo>
                  <a:pt x="352628" y="142692"/>
                </a:lnTo>
                <a:lnTo>
                  <a:pt x="353005" y="142493"/>
                </a:lnTo>
                <a:lnTo>
                  <a:pt x="353378" y="142285"/>
                </a:lnTo>
                <a:lnTo>
                  <a:pt x="353746" y="142068"/>
                </a:lnTo>
                <a:lnTo>
                  <a:pt x="354110" y="141841"/>
                </a:lnTo>
                <a:lnTo>
                  <a:pt x="354469" y="141605"/>
                </a:lnTo>
                <a:lnTo>
                  <a:pt x="354823" y="141359"/>
                </a:lnTo>
                <a:lnTo>
                  <a:pt x="355173" y="141105"/>
                </a:lnTo>
                <a:lnTo>
                  <a:pt x="355519" y="140841"/>
                </a:lnTo>
                <a:lnTo>
                  <a:pt x="355860" y="140567"/>
                </a:lnTo>
                <a:lnTo>
                  <a:pt x="356196" y="140285"/>
                </a:lnTo>
                <a:lnTo>
                  <a:pt x="356528" y="139993"/>
                </a:lnTo>
                <a:lnTo>
                  <a:pt x="356856" y="139691"/>
                </a:lnTo>
                <a:lnTo>
                  <a:pt x="357178" y="139380"/>
                </a:lnTo>
                <a:lnTo>
                  <a:pt x="357497" y="139060"/>
                </a:lnTo>
                <a:lnTo>
                  <a:pt x="357810" y="138731"/>
                </a:lnTo>
                <a:lnTo>
                  <a:pt x="358120" y="138392"/>
                </a:lnTo>
                <a:lnTo>
                  <a:pt x="358424" y="138044"/>
                </a:lnTo>
                <a:lnTo>
                  <a:pt x="358725" y="137687"/>
                </a:lnTo>
                <a:lnTo>
                  <a:pt x="359020" y="137320"/>
                </a:lnTo>
                <a:lnTo>
                  <a:pt x="359311" y="136944"/>
                </a:lnTo>
                <a:lnTo>
                  <a:pt x="359598" y="136559"/>
                </a:lnTo>
                <a:lnTo>
                  <a:pt x="359881" y="136163"/>
                </a:lnTo>
                <a:lnTo>
                  <a:pt x="360163" y="135755"/>
                </a:lnTo>
                <a:lnTo>
                  <a:pt x="360444" y="135336"/>
                </a:lnTo>
                <a:lnTo>
                  <a:pt x="360722" y="134905"/>
                </a:lnTo>
                <a:lnTo>
                  <a:pt x="360999" y="134462"/>
                </a:lnTo>
                <a:lnTo>
                  <a:pt x="361275" y="134007"/>
                </a:lnTo>
                <a:lnTo>
                  <a:pt x="361549" y="133541"/>
                </a:lnTo>
                <a:lnTo>
                  <a:pt x="361821" y="133063"/>
                </a:lnTo>
                <a:lnTo>
                  <a:pt x="362091" y="132573"/>
                </a:lnTo>
                <a:lnTo>
                  <a:pt x="362360" y="132072"/>
                </a:lnTo>
                <a:lnTo>
                  <a:pt x="362628" y="131558"/>
                </a:lnTo>
                <a:lnTo>
                  <a:pt x="362894" y="131033"/>
                </a:lnTo>
                <a:lnTo>
                  <a:pt x="363158" y="130497"/>
                </a:lnTo>
                <a:lnTo>
                  <a:pt x="363420" y="129948"/>
                </a:lnTo>
                <a:lnTo>
                  <a:pt x="363681" y="129388"/>
                </a:lnTo>
                <a:lnTo>
                  <a:pt x="363941" y="128816"/>
                </a:lnTo>
                <a:lnTo>
                  <a:pt x="364199" y="128233"/>
                </a:lnTo>
                <a:lnTo>
                  <a:pt x="364455" y="127637"/>
                </a:lnTo>
                <a:lnTo>
                  <a:pt x="364709" y="127030"/>
                </a:lnTo>
                <a:lnTo>
                  <a:pt x="364962" y="126411"/>
                </a:lnTo>
                <a:lnTo>
                  <a:pt x="365214" y="125781"/>
                </a:lnTo>
                <a:lnTo>
                  <a:pt x="365463" y="125138"/>
                </a:lnTo>
                <a:lnTo>
                  <a:pt x="365711" y="124484"/>
                </a:lnTo>
                <a:lnTo>
                  <a:pt x="365958" y="123819"/>
                </a:lnTo>
                <a:lnTo>
                  <a:pt x="369664" y="113938"/>
                </a:lnTo>
                <a:lnTo>
                  <a:pt x="399147" y="29518"/>
                </a:lnTo>
                <a:lnTo>
                  <a:pt x="384827" y="29518"/>
                </a:lnTo>
                <a:lnTo>
                  <a:pt x="362673" y="99493"/>
                </a:lnTo>
                <a:lnTo>
                  <a:pt x="338665" y="29518"/>
                </a:lnTo>
                <a:lnTo>
                  <a:pt x="323839" y="29518"/>
                </a:lnTo>
                <a:lnTo>
                  <a:pt x="355260" y="115035"/>
                </a:lnTo>
                <a:lnTo>
                  <a:pt x="352143" y="122356"/>
                </a:lnTo>
                <a:lnTo>
                  <a:pt x="351938" y="122849"/>
                </a:lnTo>
                <a:lnTo>
                  <a:pt x="351731" y="123331"/>
                </a:lnTo>
                <a:lnTo>
                  <a:pt x="351522" y="123801"/>
                </a:lnTo>
                <a:lnTo>
                  <a:pt x="351310" y="124259"/>
                </a:lnTo>
                <a:lnTo>
                  <a:pt x="351096" y="124706"/>
                </a:lnTo>
                <a:lnTo>
                  <a:pt x="350879" y="125141"/>
                </a:lnTo>
                <a:lnTo>
                  <a:pt x="350661" y="125564"/>
                </a:lnTo>
                <a:lnTo>
                  <a:pt x="350439" y="125975"/>
                </a:lnTo>
                <a:lnTo>
                  <a:pt x="350216" y="126375"/>
                </a:lnTo>
                <a:lnTo>
                  <a:pt x="349990" y="126763"/>
                </a:lnTo>
                <a:lnTo>
                  <a:pt x="349762" y="127139"/>
                </a:lnTo>
                <a:lnTo>
                  <a:pt x="349531" y="127504"/>
                </a:lnTo>
                <a:lnTo>
                  <a:pt x="349299" y="127857"/>
                </a:lnTo>
                <a:lnTo>
                  <a:pt x="349064" y="128198"/>
                </a:lnTo>
                <a:lnTo>
                  <a:pt x="348826" y="128527"/>
                </a:lnTo>
                <a:lnTo>
                  <a:pt x="348586" y="128845"/>
                </a:lnTo>
                <a:lnTo>
                  <a:pt x="348344" y="129151"/>
                </a:lnTo>
                <a:lnTo>
                  <a:pt x="348099" y="129446"/>
                </a:lnTo>
                <a:lnTo>
                  <a:pt x="347853" y="129728"/>
                </a:lnTo>
                <a:lnTo>
                  <a:pt x="347603" y="129999"/>
                </a:lnTo>
                <a:lnTo>
                  <a:pt x="347352" y="130259"/>
                </a:lnTo>
                <a:lnTo>
                  <a:pt x="347098" y="130506"/>
                </a:lnTo>
                <a:lnTo>
                  <a:pt x="346842" y="130742"/>
                </a:lnTo>
                <a:lnTo>
                  <a:pt x="346583" y="130966"/>
                </a:lnTo>
                <a:lnTo>
                  <a:pt x="346320" y="131180"/>
                </a:lnTo>
                <a:lnTo>
                  <a:pt x="346050" y="131385"/>
                </a:lnTo>
                <a:lnTo>
                  <a:pt x="345772" y="131581"/>
                </a:lnTo>
                <a:lnTo>
                  <a:pt x="345488" y="131767"/>
                </a:lnTo>
                <a:lnTo>
                  <a:pt x="345197" y="131945"/>
                </a:lnTo>
                <a:lnTo>
                  <a:pt x="344898" y="132113"/>
                </a:lnTo>
                <a:lnTo>
                  <a:pt x="344593" y="132273"/>
                </a:lnTo>
                <a:lnTo>
                  <a:pt x="344281" y="132423"/>
                </a:lnTo>
                <a:lnTo>
                  <a:pt x="343961" y="132564"/>
                </a:lnTo>
                <a:lnTo>
                  <a:pt x="343635" y="132696"/>
                </a:lnTo>
                <a:lnTo>
                  <a:pt x="343301" y="132819"/>
                </a:lnTo>
                <a:lnTo>
                  <a:pt x="342961" y="132933"/>
                </a:lnTo>
                <a:lnTo>
                  <a:pt x="342613" y="133038"/>
                </a:lnTo>
                <a:lnTo>
                  <a:pt x="342259" y="133133"/>
                </a:lnTo>
                <a:lnTo>
                  <a:pt x="341897" y="133220"/>
                </a:lnTo>
                <a:lnTo>
                  <a:pt x="341529" y="133297"/>
                </a:lnTo>
                <a:lnTo>
                  <a:pt x="341153" y="133365"/>
                </a:lnTo>
                <a:lnTo>
                  <a:pt x="340771" y="133425"/>
                </a:lnTo>
                <a:lnTo>
                  <a:pt x="340381" y="133475"/>
                </a:lnTo>
                <a:lnTo>
                  <a:pt x="339985" y="133516"/>
                </a:lnTo>
                <a:lnTo>
                  <a:pt x="339581" y="133548"/>
                </a:lnTo>
                <a:lnTo>
                  <a:pt x="339170" y="133570"/>
                </a:lnTo>
                <a:lnTo>
                  <a:pt x="338753" y="133584"/>
                </a:lnTo>
                <a:lnTo>
                  <a:pt x="338328" y="133588"/>
                </a:lnTo>
                <a:lnTo>
                  <a:pt x="331336" y="133588"/>
                </a:lnTo>
                <a:lnTo>
                  <a:pt x="331336" y="145227"/>
                </a:lnTo>
                <a:lnTo>
                  <a:pt x="339760" y="145227"/>
                </a:lnTo>
                <a:lnTo>
                  <a:pt x="340339" y="145223"/>
                </a:lnTo>
                <a:lnTo>
                  <a:pt x="340909" y="1452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Rewriting">
            <a:extLst xmlns:a="http://schemas.openxmlformats.org/drawingml/2006/main">
              <a:ext uri="{FF2B5EF4-FFF2-40B4-BE49-F238E27FC236}">
                <a16:creationId xmlns:a16="http://schemas.microsoft.com/office/drawing/2014/main" id="{DB3F1381-3144-4C45-A5B7-1678579C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333" y="4062565"/>
            <a:ext cx="610646" cy="149191"/>
          </a:xfrm>
          <a:custGeom xmlns:a="http://schemas.openxmlformats.org/drawingml/2006/main">
            <a:pathLst>
              <a:path w="610646" h="149191">
                <a:moveTo>
                  <a:pt x="353240" y="16297"/>
                </a:moveTo>
                <a:lnTo>
                  <a:pt x="353546" y="16261"/>
                </a:lnTo>
                <a:lnTo>
                  <a:pt x="353847" y="16216"/>
                </a:lnTo>
                <a:lnTo>
                  <a:pt x="354142" y="16164"/>
                </a:lnTo>
                <a:lnTo>
                  <a:pt x="354433" y="16104"/>
                </a:lnTo>
                <a:lnTo>
                  <a:pt x="354718" y="16035"/>
                </a:lnTo>
                <a:lnTo>
                  <a:pt x="354998" y="15959"/>
                </a:lnTo>
                <a:lnTo>
                  <a:pt x="355273" y="15874"/>
                </a:lnTo>
                <a:lnTo>
                  <a:pt x="355542" y="15781"/>
                </a:lnTo>
                <a:lnTo>
                  <a:pt x="355806" y="15681"/>
                </a:lnTo>
                <a:lnTo>
                  <a:pt x="356065" y="15572"/>
                </a:lnTo>
                <a:lnTo>
                  <a:pt x="356319" y="15455"/>
                </a:lnTo>
                <a:lnTo>
                  <a:pt x="356567" y="15330"/>
                </a:lnTo>
                <a:lnTo>
                  <a:pt x="356810" y="15198"/>
                </a:lnTo>
                <a:lnTo>
                  <a:pt x="357048" y="15057"/>
                </a:lnTo>
                <a:lnTo>
                  <a:pt x="357280" y="14908"/>
                </a:lnTo>
                <a:lnTo>
                  <a:pt x="357508" y="14751"/>
                </a:lnTo>
                <a:lnTo>
                  <a:pt x="357730" y="14586"/>
                </a:lnTo>
                <a:lnTo>
                  <a:pt x="357946" y="14412"/>
                </a:lnTo>
                <a:lnTo>
                  <a:pt x="358158" y="14231"/>
                </a:lnTo>
                <a:lnTo>
                  <a:pt x="358364" y="14042"/>
                </a:lnTo>
                <a:lnTo>
                  <a:pt x="358563" y="13847"/>
                </a:lnTo>
                <a:lnTo>
                  <a:pt x="358754" y="13647"/>
                </a:lnTo>
                <a:lnTo>
                  <a:pt x="358937" y="13443"/>
                </a:lnTo>
                <a:lnTo>
                  <a:pt x="359110" y="13235"/>
                </a:lnTo>
                <a:lnTo>
                  <a:pt x="359276" y="13023"/>
                </a:lnTo>
                <a:lnTo>
                  <a:pt x="359433" y="12806"/>
                </a:lnTo>
                <a:lnTo>
                  <a:pt x="359581" y="12585"/>
                </a:lnTo>
                <a:lnTo>
                  <a:pt x="359721" y="12360"/>
                </a:lnTo>
                <a:lnTo>
                  <a:pt x="359853" y="12131"/>
                </a:lnTo>
                <a:lnTo>
                  <a:pt x="359976" y="11897"/>
                </a:lnTo>
                <a:lnTo>
                  <a:pt x="360090" y="11659"/>
                </a:lnTo>
                <a:lnTo>
                  <a:pt x="360196" y="11417"/>
                </a:lnTo>
                <a:lnTo>
                  <a:pt x="360294" y="11171"/>
                </a:lnTo>
                <a:lnTo>
                  <a:pt x="360383" y="10920"/>
                </a:lnTo>
                <a:lnTo>
                  <a:pt x="360463" y="10665"/>
                </a:lnTo>
                <a:lnTo>
                  <a:pt x="360535" y="10406"/>
                </a:lnTo>
                <a:lnTo>
                  <a:pt x="360599" y="10143"/>
                </a:lnTo>
                <a:lnTo>
                  <a:pt x="360654" y="9875"/>
                </a:lnTo>
                <a:lnTo>
                  <a:pt x="360701" y="9603"/>
                </a:lnTo>
                <a:lnTo>
                  <a:pt x="360739" y="9327"/>
                </a:lnTo>
                <a:lnTo>
                  <a:pt x="360769" y="9047"/>
                </a:lnTo>
                <a:lnTo>
                  <a:pt x="360790" y="8762"/>
                </a:lnTo>
                <a:lnTo>
                  <a:pt x="360803" y="8474"/>
                </a:lnTo>
                <a:lnTo>
                  <a:pt x="360807" y="8181"/>
                </a:lnTo>
                <a:lnTo>
                  <a:pt x="360803" y="7888"/>
                </a:lnTo>
                <a:lnTo>
                  <a:pt x="360790" y="7599"/>
                </a:lnTo>
                <a:lnTo>
                  <a:pt x="360769" y="7314"/>
                </a:lnTo>
                <a:lnTo>
                  <a:pt x="360739" y="7034"/>
                </a:lnTo>
                <a:lnTo>
                  <a:pt x="360701" y="6758"/>
                </a:lnTo>
                <a:lnTo>
                  <a:pt x="360654" y="6486"/>
                </a:lnTo>
                <a:lnTo>
                  <a:pt x="360599" y="6218"/>
                </a:lnTo>
                <a:lnTo>
                  <a:pt x="360535" y="5955"/>
                </a:lnTo>
                <a:lnTo>
                  <a:pt x="360463" y="5696"/>
                </a:lnTo>
                <a:lnTo>
                  <a:pt x="360383" y="5441"/>
                </a:lnTo>
                <a:lnTo>
                  <a:pt x="360294" y="5191"/>
                </a:lnTo>
                <a:lnTo>
                  <a:pt x="360196" y="4944"/>
                </a:lnTo>
                <a:lnTo>
                  <a:pt x="360090" y="4702"/>
                </a:lnTo>
                <a:lnTo>
                  <a:pt x="359976" y="4464"/>
                </a:lnTo>
                <a:lnTo>
                  <a:pt x="359853" y="4231"/>
                </a:lnTo>
                <a:lnTo>
                  <a:pt x="359721" y="4001"/>
                </a:lnTo>
                <a:lnTo>
                  <a:pt x="359581" y="3776"/>
                </a:lnTo>
                <a:lnTo>
                  <a:pt x="359433" y="3555"/>
                </a:lnTo>
                <a:lnTo>
                  <a:pt x="359276" y="3339"/>
                </a:lnTo>
                <a:lnTo>
                  <a:pt x="359110" y="3126"/>
                </a:lnTo>
                <a:lnTo>
                  <a:pt x="358937" y="2918"/>
                </a:lnTo>
                <a:lnTo>
                  <a:pt x="358754" y="2714"/>
                </a:lnTo>
                <a:lnTo>
                  <a:pt x="358563" y="2515"/>
                </a:lnTo>
                <a:lnTo>
                  <a:pt x="358364" y="2319"/>
                </a:lnTo>
                <a:lnTo>
                  <a:pt x="358158" y="2130"/>
                </a:lnTo>
                <a:lnTo>
                  <a:pt x="357946" y="1949"/>
                </a:lnTo>
                <a:lnTo>
                  <a:pt x="357730" y="1776"/>
                </a:lnTo>
                <a:lnTo>
                  <a:pt x="357508" y="1611"/>
                </a:lnTo>
                <a:lnTo>
                  <a:pt x="357280" y="1454"/>
                </a:lnTo>
                <a:lnTo>
                  <a:pt x="357048" y="1305"/>
                </a:lnTo>
                <a:lnTo>
                  <a:pt x="356810" y="1164"/>
                </a:lnTo>
                <a:lnTo>
                  <a:pt x="356567" y="1031"/>
                </a:lnTo>
                <a:lnTo>
                  <a:pt x="356319" y="906"/>
                </a:lnTo>
                <a:lnTo>
                  <a:pt x="356065" y="789"/>
                </a:lnTo>
                <a:lnTo>
                  <a:pt x="355806" y="680"/>
                </a:lnTo>
                <a:lnTo>
                  <a:pt x="355542" y="580"/>
                </a:lnTo>
                <a:lnTo>
                  <a:pt x="355273" y="487"/>
                </a:lnTo>
                <a:lnTo>
                  <a:pt x="354998" y="403"/>
                </a:lnTo>
                <a:lnTo>
                  <a:pt x="354718" y="326"/>
                </a:lnTo>
                <a:lnTo>
                  <a:pt x="354433" y="258"/>
                </a:lnTo>
                <a:lnTo>
                  <a:pt x="354142" y="197"/>
                </a:lnTo>
                <a:lnTo>
                  <a:pt x="353847" y="145"/>
                </a:lnTo>
                <a:lnTo>
                  <a:pt x="353546" y="101"/>
                </a:lnTo>
                <a:lnTo>
                  <a:pt x="353240" y="64"/>
                </a:lnTo>
                <a:lnTo>
                  <a:pt x="352928" y="36"/>
                </a:lnTo>
                <a:lnTo>
                  <a:pt x="352611" y="16"/>
                </a:lnTo>
                <a:lnTo>
                  <a:pt x="352289" y="4"/>
                </a:lnTo>
                <a:lnTo>
                  <a:pt x="351962" y="0"/>
                </a:lnTo>
                <a:lnTo>
                  <a:pt x="351628" y="4"/>
                </a:lnTo>
                <a:lnTo>
                  <a:pt x="351300" y="16"/>
                </a:lnTo>
                <a:lnTo>
                  <a:pt x="350977" y="36"/>
                </a:lnTo>
                <a:lnTo>
                  <a:pt x="350661" y="64"/>
                </a:lnTo>
                <a:lnTo>
                  <a:pt x="350350" y="101"/>
                </a:lnTo>
                <a:lnTo>
                  <a:pt x="350046" y="145"/>
                </a:lnTo>
                <a:lnTo>
                  <a:pt x="349747" y="197"/>
                </a:lnTo>
                <a:lnTo>
                  <a:pt x="349454" y="258"/>
                </a:lnTo>
                <a:lnTo>
                  <a:pt x="349166" y="326"/>
                </a:lnTo>
                <a:lnTo>
                  <a:pt x="348885" y="403"/>
                </a:lnTo>
                <a:lnTo>
                  <a:pt x="348609" y="487"/>
                </a:lnTo>
                <a:lnTo>
                  <a:pt x="348340" y="580"/>
                </a:lnTo>
                <a:lnTo>
                  <a:pt x="348076" y="680"/>
                </a:lnTo>
                <a:lnTo>
                  <a:pt x="347818" y="789"/>
                </a:lnTo>
                <a:lnTo>
                  <a:pt x="347566" y="906"/>
                </a:lnTo>
                <a:lnTo>
                  <a:pt x="347319" y="1031"/>
                </a:lnTo>
                <a:lnTo>
                  <a:pt x="347079" y="1164"/>
                </a:lnTo>
                <a:lnTo>
                  <a:pt x="346844" y="1305"/>
                </a:lnTo>
                <a:lnTo>
                  <a:pt x="346616" y="1454"/>
                </a:lnTo>
                <a:lnTo>
                  <a:pt x="346393" y="1611"/>
                </a:lnTo>
                <a:lnTo>
                  <a:pt x="346176" y="1776"/>
                </a:lnTo>
                <a:lnTo>
                  <a:pt x="345965" y="1949"/>
                </a:lnTo>
                <a:lnTo>
                  <a:pt x="345759" y="2130"/>
                </a:lnTo>
                <a:lnTo>
                  <a:pt x="345560" y="2319"/>
                </a:lnTo>
                <a:lnTo>
                  <a:pt x="345367" y="2515"/>
                </a:lnTo>
                <a:lnTo>
                  <a:pt x="345183" y="2714"/>
                </a:lnTo>
                <a:lnTo>
                  <a:pt x="345007" y="2918"/>
                </a:lnTo>
                <a:lnTo>
                  <a:pt x="344839" y="3126"/>
                </a:lnTo>
                <a:lnTo>
                  <a:pt x="344679" y="3339"/>
                </a:lnTo>
                <a:lnTo>
                  <a:pt x="344528" y="3555"/>
                </a:lnTo>
                <a:lnTo>
                  <a:pt x="344385" y="3776"/>
                </a:lnTo>
                <a:lnTo>
                  <a:pt x="344249" y="4001"/>
                </a:lnTo>
                <a:lnTo>
                  <a:pt x="344123" y="4231"/>
                </a:lnTo>
                <a:lnTo>
                  <a:pt x="344004" y="4464"/>
                </a:lnTo>
                <a:lnTo>
                  <a:pt x="343893" y="4702"/>
                </a:lnTo>
                <a:lnTo>
                  <a:pt x="343791" y="4944"/>
                </a:lnTo>
                <a:lnTo>
                  <a:pt x="343697" y="5191"/>
                </a:lnTo>
                <a:lnTo>
                  <a:pt x="343611" y="5441"/>
                </a:lnTo>
                <a:lnTo>
                  <a:pt x="343533" y="5696"/>
                </a:lnTo>
                <a:lnTo>
                  <a:pt x="343463" y="5955"/>
                </a:lnTo>
                <a:lnTo>
                  <a:pt x="343402" y="6218"/>
                </a:lnTo>
                <a:lnTo>
                  <a:pt x="343349" y="6486"/>
                </a:lnTo>
                <a:lnTo>
                  <a:pt x="343304" y="6758"/>
                </a:lnTo>
                <a:lnTo>
                  <a:pt x="343267" y="7034"/>
                </a:lnTo>
                <a:lnTo>
                  <a:pt x="343238" y="7314"/>
                </a:lnTo>
                <a:lnTo>
                  <a:pt x="343218" y="7599"/>
                </a:lnTo>
                <a:lnTo>
                  <a:pt x="343205" y="7888"/>
                </a:lnTo>
                <a:lnTo>
                  <a:pt x="343201" y="8181"/>
                </a:lnTo>
                <a:lnTo>
                  <a:pt x="343205" y="8474"/>
                </a:lnTo>
                <a:lnTo>
                  <a:pt x="343218" y="8762"/>
                </a:lnTo>
                <a:lnTo>
                  <a:pt x="343238" y="9047"/>
                </a:lnTo>
                <a:lnTo>
                  <a:pt x="343267" y="9327"/>
                </a:lnTo>
                <a:lnTo>
                  <a:pt x="343304" y="9603"/>
                </a:lnTo>
                <a:lnTo>
                  <a:pt x="343349" y="9875"/>
                </a:lnTo>
                <a:lnTo>
                  <a:pt x="343402" y="10143"/>
                </a:lnTo>
                <a:lnTo>
                  <a:pt x="343463" y="10406"/>
                </a:lnTo>
                <a:lnTo>
                  <a:pt x="343533" y="10665"/>
                </a:lnTo>
                <a:lnTo>
                  <a:pt x="343611" y="10920"/>
                </a:lnTo>
                <a:lnTo>
                  <a:pt x="343697" y="11171"/>
                </a:lnTo>
                <a:lnTo>
                  <a:pt x="343791" y="11417"/>
                </a:lnTo>
                <a:lnTo>
                  <a:pt x="343893" y="11659"/>
                </a:lnTo>
                <a:lnTo>
                  <a:pt x="344004" y="11897"/>
                </a:lnTo>
                <a:lnTo>
                  <a:pt x="344123" y="12131"/>
                </a:lnTo>
                <a:lnTo>
                  <a:pt x="344249" y="12360"/>
                </a:lnTo>
                <a:lnTo>
                  <a:pt x="344385" y="12585"/>
                </a:lnTo>
                <a:lnTo>
                  <a:pt x="344528" y="12806"/>
                </a:lnTo>
                <a:lnTo>
                  <a:pt x="344679" y="13023"/>
                </a:lnTo>
                <a:lnTo>
                  <a:pt x="344839" y="13235"/>
                </a:lnTo>
                <a:lnTo>
                  <a:pt x="345007" y="13443"/>
                </a:lnTo>
                <a:lnTo>
                  <a:pt x="345183" y="13647"/>
                </a:lnTo>
                <a:lnTo>
                  <a:pt x="345367" y="13847"/>
                </a:lnTo>
                <a:lnTo>
                  <a:pt x="345560" y="14042"/>
                </a:lnTo>
                <a:lnTo>
                  <a:pt x="345759" y="14231"/>
                </a:lnTo>
                <a:lnTo>
                  <a:pt x="345965" y="14412"/>
                </a:lnTo>
                <a:lnTo>
                  <a:pt x="346176" y="14586"/>
                </a:lnTo>
                <a:lnTo>
                  <a:pt x="346393" y="14751"/>
                </a:lnTo>
                <a:lnTo>
                  <a:pt x="346616" y="14908"/>
                </a:lnTo>
                <a:lnTo>
                  <a:pt x="346844" y="15057"/>
                </a:lnTo>
                <a:lnTo>
                  <a:pt x="347079" y="15198"/>
                </a:lnTo>
                <a:lnTo>
                  <a:pt x="347319" y="15330"/>
                </a:lnTo>
                <a:lnTo>
                  <a:pt x="347566" y="15455"/>
                </a:lnTo>
                <a:lnTo>
                  <a:pt x="347818" y="15572"/>
                </a:lnTo>
                <a:lnTo>
                  <a:pt x="348076" y="15681"/>
                </a:lnTo>
                <a:lnTo>
                  <a:pt x="348340" y="15781"/>
                </a:lnTo>
                <a:lnTo>
                  <a:pt x="348609" y="15874"/>
                </a:lnTo>
                <a:lnTo>
                  <a:pt x="348885" y="15959"/>
                </a:lnTo>
                <a:lnTo>
                  <a:pt x="349166" y="16035"/>
                </a:lnTo>
                <a:lnTo>
                  <a:pt x="349454" y="16104"/>
                </a:lnTo>
                <a:lnTo>
                  <a:pt x="349747" y="16164"/>
                </a:lnTo>
                <a:lnTo>
                  <a:pt x="350046" y="16216"/>
                </a:lnTo>
                <a:lnTo>
                  <a:pt x="350350" y="16261"/>
                </a:lnTo>
                <a:lnTo>
                  <a:pt x="350661" y="16297"/>
                </a:lnTo>
                <a:lnTo>
                  <a:pt x="350977" y="16325"/>
                </a:lnTo>
                <a:lnTo>
                  <a:pt x="351300" y="16345"/>
                </a:lnTo>
                <a:lnTo>
                  <a:pt x="351628" y="16357"/>
                </a:lnTo>
                <a:lnTo>
                  <a:pt x="351962" y="16361"/>
                </a:lnTo>
                <a:lnTo>
                  <a:pt x="352289" y="16357"/>
                </a:lnTo>
                <a:lnTo>
                  <a:pt x="352611" y="16345"/>
                </a:lnTo>
                <a:lnTo>
                  <a:pt x="352928" y="16325"/>
                </a:lnTo>
                <a:lnTo>
                  <a:pt x="353240" y="16297"/>
                </a:lnTo>
                <a:close/>
                <a:moveTo>
                  <a:pt x="436945" y="16297"/>
                </a:moveTo>
                <a:lnTo>
                  <a:pt x="437252" y="16261"/>
                </a:lnTo>
                <a:lnTo>
                  <a:pt x="437553" y="16216"/>
                </a:lnTo>
                <a:lnTo>
                  <a:pt x="437848" y="16164"/>
                </a:lnTo>
                <a:lnTo>
                  <a:pt x="438139" y="16104"/>
                </a:lnTo>
                <a:lnTo>
                  <a:pt x="438424" y="16035"/>
                </a:lnTo>
                <a:lnTo>
                  <a:pt x="438704" y="15959"/>
                </a:lnTo>
                <a:lnTo>
                  <a:pt x="438979" y="15874"/>
                </a:lnTo>
                <a:lnTo>
                  <a:pt x="439248" y="15781"/>
                </a:lnTo>
                <a:lnTo>
                  <a:pt x="439512" y="15681"/>
                </a:lnTo>
                <a:lnTo>
                  <a:pt x="439771" y="15572"/>
                </a:lnTo>
                <a:lnTo>
                  <a:pt x="440024" y="15455"/>
                </a:lnTo>
                <a:lnTo>
                  <a:pt x="440273" y="15330"/>
                </a:lnTo>
                <a:lnTo>
                  <a:pt x="440516" y="15198"/>
                </a:lnTo>
                <a:lnTo>
                  <a:pt x="440754" y="15057"/>
                </a:lnTo>
                <a:lnTo>
                  <a:pt x="440986" y="14908"/>
                </a:lnTo>
                <a:lnTo>
                  <a:pt x="441213" y="14751"/>
                </a:lnTo>
                <a:lnTo>
                  <a:pt x="441435" y="14586"/>
                </a:lnTo>
                <a:lnTo>
                  <a:pt x="441652" y="14412"/>
                </a:lnTo>
                <a:lnTo>
                  <a:pt x="441864" y="14231"/>
                </a:lnTo>
                <a:lnTo>
                  <a:pt x="442070" y="14042"/>
                </a:lnTo>
                <a:lnTo>
                  <a:pt x="442269" y="13847"/>
                </a:lnTo>
                <a:lnTo>
                  <a:pt x="442460" y="13647"/>
                </a:lnTo>
                <a:lnTo>
                  <a:pt x="442642" y="13443"/>
                </a:lnTo>
                <a:lnTo>
                  <a:pt x="442816" y="13235"/>
                </a:lnTo>
                <a:lnTo>
                  <a:pt x="442982" y="13023"/>
                </a:lnTo>
                <a:lnTo>
                  <a:pt x="443139" y="12806"/>
                </a:lnTo>
                <a:lnTo>
                  <a:pt x="443287" y="12585"/>
                </a:lnTo>
                <a:lnTo>
                  <a:pt x="443427" y="12360"/>
                </a:lnTo>
                <a:lnTo>
                  <a:pt x="443559" y="12131"/>
                </a:lnTo>
                <a:lnTo>
                  <a:pt x="443682" y="11897"/>
                </a:lnTo>
                <a:lnTo>
                  <a:pt x="443796" y="11659"/>
                </a:lnTo>
                <a:lnTo>
                  <a:pt x="443902" y="11417"/>
                </a:lnTo>
                <a:lnTo>
                  <a:pt x="444000" y="11171"/>
                </a:lnTo>
                <a:lnTo>
                  <a:pt x="444089" y="10920"/>
                </a:lnTo>
                <a:lnTo>
                  <a:pt x="444169" y="10665"/>
                </a:lnTo>
                <a:lnTo>
                  <a:pt x="444241" y="10406"/>
                </a:lnTo>
                <a:lnTo>
                  <a:pt x="444305" y="10143"/>
                </a:lnTo>
                <a:lnTo>
                  <a:pt x="444360" y="9875"/>
                </a:lnTo>
                <a:lnTo>
                  <a:pt x="444407" y="9603"/>
                </a:lnTo>
                <a:lnTo>
                  <a:pt x="444445" y="9327"/>
                </a:lnTo>
                <a:lnTo>
                  <a:pt x="444475" y="9047"/>
                </a:lnTo>
                <a:lnTo>
                  <a:pt x="444496" y="8762"/>
                </a:lnTo>
                <a:lnTo>
                  <a:pt x="444509" y="8474"/>
                </a:lnTo>
                <a:lnTo>
                  <a:pt x="444513" y="8181"/>
                </a:lnTo>
                <a:lnTo>
                  <a:pt x="444509" y="7888"/>
                </a:lnTo>
                <a:lnTo>
                  <a:pt x="444496" y="7599"/>
                </a:lnTo>
                <a:lnTo>
                  <a:pt x="444475" y="7314"/>
                </a:lnTo>
                <a:lnTo>
                  <a:pt x="444445" y="7034"/>
                </a:lnTo>
                <a:lnTo>
                  <a:pt x="444407" y="6758"/>
                </a:lnTo>
                <a:lnTo>
                  <a:pt x="444360" y="6486"/>
                </a:lnTo>
                <a:lnTo>
                  <a:pt x="444305" y="6218"/>
                </a:lnTo>
                <a:lnTo>
                  <a:pt x="444241" y="5955"/>
                </a:lnTo>
                <a:lnTo>
                  <a:pt x="444169" y="5696"/>
                </a:lnTo>
                <a:lnTo>
                  <a:pt x="444089" y="5441"/>
                </a:lnTo>
                <a:lnTo>
                  <a:pt x="444000" y="5191"/>
                </a:lnTo>
                <a:lnTo>
                  <a:pt x="443902" y="4944"/>
                </a:lnTo>
                <a:lnTo>
                  <a:pt x="443796" y="4702"/>
                </a:lnTo>
                <a:lnTo>
                  <a:pt x="443682" y="4464"/>
                </a:lnTo>
                <a:lnTo>
                  <a:pt x="443559" y="4231"/>
                </a:lnTo>
                <a:lnTo>
                  <a:pt x="443427" y="4001"/>
                </a:lnTo>
                <a:lnTo>
                  <a:pt x="443287" y="3776"/>
                </a:lnTo>
                <a:lnTo>
                  <a:pt x="443139" y="3555"/>
                </a:lnTo>
                <a:lnTo>
                  <a:pt x="442982" y="3339"/>
                </a:lnTo>
                <a:lnTo>
                  <a:pt x="442816" y="3126"/>
                </a:lnTo>
                <a:lnTo>
                  <a:pt x="442642" y="2918"/>
                </a:lnTo>
                <a:lnTo>
                  <a:pt x="442460" y="2714"/>
                </a:lnTo>
                <a:lnTo>
                  <a:pt x="442269" y="2515"/>
                </a:lnTo>
                <a:lnTo>
                  <a:pt x="442070" y="2319"/>
                </a:lnTo>
                <a:lnTo>
                  <a:pt x="441864" y="2130"/>
                </a:lnTo>
                <a:lnTo>
                  <a:pt x="441652" y="1949"/>
                </a:lnTo>
                <a:lnTo>
                  <a:pt x="441435" y="1776"/>
                </a:lnTo>
                <a:lnTo>
                  <a:pt x="441213" y="1611"/>
                </a:lnTo>
                <a:lnTo>
                  <a:pt x="440986" y="1454"/>
                </a:lnTo>
                <a:lnTo>
                  <a:pt x="440754" y="1305"/>
                </a:lnTo>
                <a:lnTo>
                  <a:pt x="440516" y="1164"/>
                </a:lnTo>
                <a:lnTo>
                  <a:pt x="440273" y="1031"/>
                </a:lnTo>
                <a:lnTo>
                  <a:pt x="440024" y="906"/>
                </a:lnTo>
                <a:lnTo>
                  <a:pt x="439771" y="789"/>
                </a:lnTo>
                <a:lnTo>
                  <a:pt x="439512" y="680"/>
                </a:lnTo>
                <a:lnTo>
                  <a:pt x="439248" y="580"/>
                </a:lnTo>
                <a:lnTo>
                  <a:pt x="438979" y="487"/>
                </a:lnTo>
                <a:lnTo>
                  <a:pt x="438704" y="403"/>
                </a:lnTo>
                <a:lnTo>
                  <a:pt x="438424" y="326"/>
                </a:lnTo>
                <a:lnTo>
                  <a:pt x="438139" y="258"/>
                </a:lnTo>
                <a:lnTo>
                  <a:pt x="437848" y="197"/>
                </a:lnTo>
                <a:lnTo>
                  <a:pt x="437553" y="145"/>
                </a:lnTo>
                <a:lnTo>
                  <a:pt x="437252" y="101"/>
                </a:lnTo>
                <a:lnTo>
                  <a:pt x="436945" y="64"/>
                </a:lnTo>
                <a:lnTo>
                  <a:pt x="436634" y="36"/>
                </a:lnTo>
                <a:lnTo>
                  <a:pt x="436317" y="16"/>
                </a:lnTo>
                <a:lnTo>
                  <a:pt x="435995" y="4"/>
                </a:lnTo>
                <a:lnTo>
                  <a:pt x="435668" y="0"/>
                </a:lnTo>
                <a:lnTo>
                  <a:pt x="435334" y="4"/>
                </a:lnTo>
                <a:lnTo>
                  <a:pt x="435006" y="16"/>
                </a:lnTo>
                <a:lnTo>
                  <a:pt x="434683" y="36"/>
                </a:lnTo>
                <a:lnTo>
                  <a:pt x="434367" y="64"/>
                </a:lnTo>
                <a:lnTo>
                  <a:pt x="434056" y="101"/>
                </a:lnTo>
                <a:lnTo>
                  <a:pt x="433751" y="145"/>
                </a:lnTo>
                <a:lnTo>
                  <a:pt x="433452" y="197"/>
                </a:lnTo>
                <a:lnTo>
                  <a:pt x="433159" y="258"/>
                </a:lnTo>
                <a:lnTo>
                  <a:pt x="432872" y="326"/>
                </a:lnTo>
                <a:lnTo>
                  <a:pt x="432591" y="403"/>
                </a:lnTo>
                <a:lnTo>
                  <a:pt x="432315" y="487"/>
                </a:lnTo>
                <a:lnTo>
                  <a:pt x="432046" y="580"/>
                </a:lnTo>
                <a:lnTo>
                  <a:pt x="431782" y="680"/>
                </a:lnTo>
                <a:lnTo>
                  <a:pt x="431524" y="789"/>
                </a:lnTo>
                <a:lnTo>
                  <a:pt x="431272" y="906"/>
                </a:lnTo>
                <a:lnTo>
                  <a:pt x="431025" y="1031"/>
                </a:lnTo>
                <a:lnTo>
                  <a:pt x="430785" y="1164"/>
                </a:lnTo>
                <a:lnTo>
                  <a:pt x="430550" y="1305"/>
                </a:lnTo>
                <a:lnTo>
                  <a:pt x="430322" y="1454"/>
                </a:lnTo>
                <a:lnTo>
                  <a:pt x="430099" y="1611"/>
                </a:lnTo>
                <a:lnTo>
                  <a:pt x="429882" y="1776"/>
                </a:lnTo>
                <a:lnTo>
                  <a:pt x="429671" y="1949"/>
                </a:lnTo>
                <a:lnTo>
                  <a:pt x="429465" y="2130"/>
                </a:lnTo>
                <a:lnTo>
                  <a:pt x="429266" y="2319"/>
                </a:lnTo>
                <a:lnTo>
                  <a:pt x="429073" y="2515"/>
                </a:lnTo>
                <a:lnTo>
                  <a:pt x="428889" y="2714"/>
                </a:lnTo>
                <a:lnTo>
                  <a:pt x="428713" y="2918"/>
                </a:lnTo>
                <a:lnTo>
                  <a:pt x="428545" y="3126"/>
                </a:lnTo>
                <a:lnTo>
                  <a:pt x="428385" y="3339"/>
                </a:lnTo>
                <a:lnTo>
                  <a:pt x="428234" y="3555"/>
                </a:lnTo>
                <a:lnTo>
                  <a:pt x="428091" y="3776"/>
                </a:lnTo>
                <a:lnTo>
                  <a:pt x="427955" y="4001"/>
                </a:lnTo>
                <a:lnTo>
                  <a:pt x="427828" y="4231"/>
                </a:lnTo>
                <a:lnTo>
                  <a:pt x="427710" y="4464"/>
                </a:lnTo>
                <a:lnTo>
                  <a:pt x="427599" y="4702"/>
                </a:lnTo>
                <a:lnTo>
                  <a:pt x="427497" y="4944"/>
                </a:lnTo>
                <a:lnTo>
                  <a:pt x="427403" y="5191"/>
                </a:lnTo>
                <a:lnTo>
                  <a:pt x="427317" y="5441"/>
                </a:lnTo>
                <a:lnTo>
                  <a:pt x="427239" y="5696"/>
                </a:lnTo>
                <a:lnTo>
                  <a:pt x="427169" y="5955"/>
                </a:lnTo>
                <a:lnTo>
                  <a:pt x="427108" y="6218"/>
                </a:lnTo>
                <a:lnTo>
                  <a:pt x="427055" y="6486"/>
                </a:lnTo>
                <a:lnTo>
                  <a:pt x="427009" y="6758"/>
                </a:lnTo>
                <a:lnTo>
                  <a:pt x="426973" y="7034"/>
                </a:lnTo>
                <a:lnTo>
                  <a:pt x="426944" y="7314"/>
                </a:lnTo>
                <a:lnTo>
                  <a:pt x="426923" y="7599"/>
                </a:lnTo>
                <a:lnTo>
                  <a:pt x="426911" y="7888"/>
                </a:lnTo>
                <a:lnTo>
                  <a:pt x="426907" y="8181"/>
                </a:lnTo>
                <a:lnTo>
                  <a:pt x="426911" y="8474"/>
                </a:lnTo>
                <a:lnTo>
                  <a:pt x="426923" y="8762"/>
                </a:lnTo>
                <a:lnTo>
                  <a:pt x="426944" y="9047"/>
                </a:lnTo>
                <a:lnTo>
                  <a:pt x="426973" y="9327"/>
                </a:lnTo>
                <a:lnTo>
                  <a:pt x="427009" y="9603"/>
                </a:lnTo>
                <a:lnTo>
                  <a:pt x="427055" y="9875"/>
                </a:lnTo>
                <a:lnTo>
                  <a:pt x="427108" y="10143"/>
                </a:lnTo>
                <a:lnTo>
                  <a:pt x="427169" y="10406"/>
                </a:lnTo>
                <a:lnTo>
                  <a:pt x="427239" y="10665"/>
                </a:lnTo>
                <a:lnTo>
                  <a:pt x="427317" y="10920"/>
                </a:lnTo>
                <a:lnTo>
                  <a:pt x="427403" y="11171"/>
                </a:lnTo>
                <a:lnTo>
                  <a:pt x="427497" y="11417"/>
                </a:lnTo>
                <a:lnTo>
                  <a:pt x="427599" y="11659"/>
                </a:lnTo>
                <a:lnTo>
                  <a:pt x="427710" y="11897"/>
                </a:lnTo>
                <a:lnTo>
                  <a:pt x="427828" y="12131"/>
                </a:lnTo>
                <a:lnTo>
                  <a:pt x="427955" y="12360"/>
                </a:lnTo>
                <a:lnTo>
                  <a:pt x="428091" y="12585"/>
                </a:lnTo>
                <a:lnTo>
                  <a:pt x="428234" y="12806"/>
                </a:lnTo>
                <a:lnTo>
                  <a:pt x="428385" y="13023"/>
                </a:lnTo>
                <a:lnTo>
                  <a:pt x="428545" y="13235"/>
                </a:lnTo>
                <a:lnTo>
                  <a:pt x="428713" y="13443"/>
                </a:lnTo>
                <a:lnTo>
                  <a:pt x="428889" y="13647"/>
                </a:lnTo>
                <a:lnTo>
                  <a:pt x="429073" y="13847"/>
                </a:lnTo>
                <a:lnTo>
                  <a:pt x="429266" y="14042"/>
                </a:lnTo>
                <a:lnTo>
                  <a:pt x="429465" y="14231"/>
                </a:lnTo>
                <a:lnTo>
                  <a:pt x="429671" y="14412"/>
                </a:lnTo>
                <a:lnTo>
                  <a:pt x="429882" y="14586"/>
                </a:lnTo>
                <a:lnTo>
                  <a:pt x="430099" y="14751"/>
                </a:lnTo>
                <a:lnTo>
                  <a:pt x="430322" y="14908"/>
                </a:lnTo>
                <a:lnTo>
                  <a:pt x="430550" y="15057"/>
                </a:lnTo>
                <a:lnTo>
                  <a:pt x="430785" y="15198"/>
                </a:lnTo>
                <a:lnTo>
                  <a:pt x="431025" y="15330"/>
                </a:lnTo>
                <a:lnTo>
                  <a:pt x="431272" y="15455"/>
                </a:lnTo>
                <a:lnTo>
                  <a:pt x="431524" y="15572"/>
                </a:lnTo>
                <a:lnTo>
                  <a:pt x="431782" y="15681"/>
                </a:lnTo>
                <a:lnTo>
                  <a:pt x="432046" y="15781"/>
                </a:lnTo>
                <a:lnTo>
                  <a:pt x="432315" y="15874"/>
                </a:lnTo>
                <a:lnTo>
                  <a:pt x="432591" y="15959"/>
                </a:lnTo>
                <a:lnTo>
                  <a:pt x="432872" y="16035"/>
                </a:lnTo>
                <a:lnTo>
                  <a:pt x="433159" y="16104"/>
                </a:lnTo>
                <a:lnTo>
                  <a:pt x="433452" y="16164"/>
                </a:lnTo>
                <a:lnTo>
                  <a:pt x="433751" y="16216"/>
                </a:lnTo>
                <a:lnTo>
                  <a:pt x="434056" y="16261"/>
                </a:lnTo>
                <a:lnTo>
                  <a:pt x="434367" y="16297"/>
                </a:lnTo>
                <a:lnTo>
                  <a:pt x="434683" y="16325"/>
                </a:lnTo>
                <a:lnTo>
                  <a:pt x="435006" y="16345"/>
                </a:lnTo>
                <a:lnTo>
                  <a:pt x="435334" y="16357"/>
                </a:lnTo>
                <a:lnTo>
                  <a:pt x="435668" y="16361"/>
                </a:lnTo>
                <a:lnTo>
                  <a:pt x="435995" y="16357"/>
                </a:lnTo>
                <a:lnTo>
                  <a:pt x="436317" y="16345"/>
                </a:lnTo>
                <a:lnTo>
                  <a:pt x="436634" y="16325"/>
                </a:lnTo>
                <a:lnTo>
                  <a:pt x="436945" y="16297"/>
                </a:lnTo>
                <a:close/>
                <a:moveTo>
                  <a:pt x="42256" y="69328"/>
                </a:moveTo>
                <a:lnTo>
                  <a:pt x="42723" y="69340"/>
                </a:lnTo>
                <a:lnTo>
                  <a:pt x="43184" y="69359"/>
                </a:lnTo>
                <a:lnTo>
                  <a:pt x="43637" y="69386"/>
                </a:lnTo>
                <a:lnTo>
                  <a:pt x="44085" y="69421"/>
                </a:lnTo>
                <a:lnTo>
                  <a:pt x="44525" y="69464"/>
                </a:lnTo>
                <a:lnTo>
                  <a:pt x="44958" y="69514"/>
                </a:lnTo>
                <a:lnTo>
                  <a:pt x="45385" y="69573"/>
                </a:lnTo>
                <a:lnTo>
                  <a:pt x="45806" y="69639"/>
                </a:lnTo>
                <a:lnTo>
                  <a:pt x="46219" y="69712"/>
                </a:lnTo>
                <a:lnTo>
                  <a:pt x="46626" y="69794"/>
                </a:lnTo>
                <a:lnTo>
                  <a:pt x="47026" y="69883"/>
                </a:lnTo>
                <a:lnTo>
                  <a:pt x="47419" y="69980"/>
                </a:lnTo>
                <a:lnTo>
                  <a:pt x="47805" y="70085"/>
                </a:lnTo>
                <a:lnTo>
                  <a:pt x="48185" y="70197"/>
                </a:lnTo>
                <a:lnTo>
                  <a:pt x="48558" y="70318"/>
                </a:lnTo>
                <a:lnTo>
                  <a:pt x="48925" y="70446"/>
                </a:lnTo>
                <a:lnTo>
                  <a:pt x="49284" y="70581"/>
                </a:lnTo>
                <a:lnTo>
                  <a:pt x="49637" y="70725"/>
                </a:lnTo>
                <a:lnTo>
                  <a:pt x="49983" y="70876"/>
                </a:lnTo>
                <a:lnTo>
                  <a:pt x="50323" y="71035"/>
                </a:lnTo>
                <a:lnTo>
                  <a:pt x="50655" y="71202"/>
                </a:lnTo>
                <a:lnTo>
                  <a:pt x="50981" y="71377"/>
                </a:lnTo>
                <a:lnTo>
                  <a:pt x="51301" y="71559"/>
                </a:lnTo>
                <a:lnTo>
                  <a:pt x="51615" y="71750"/>
                </a:lnTo>
                <a:lnTo>
                  <a:pt x="51924" y="71950"/>
                </a:lnTo>
                <a:lnTo>
                  <a:pt x="52230" y="72159"/>
                </a:lnTo>
                <a:lnTo>
                  <a:pt x="52532" y="72377"/>
                </a:lnTo>
                <a:lnTo>
                  <a:pt x="52829" y="72604"/>
                </a:lnTo>
                <a:lnTo>
                  <a:pt x="53122" y="72840"/>
                </a:lnTo>
                <a:lnTo>
                  <a:pt x="53412" y="73085"/>
                </a:lnTo>
                <a:lnTo>
                  <a:pt x="53697" y="73340"/>
                </a:lnTo>
                <a:lnTo>
                  <a:pt x="53978" y="73603"/>
                </a:lnTo>
                <a:lnTo>
                  <a:pt x="54255" y="73876"/>
                </a:lnTo>
                <a:lnTo>
                  <a:pt x="54528" y="74157"/>
                </a:lnTo>
                <a:lnTo>
                  <a:pt x="54797" y="74448"/>
                </a:lnTo>
                <a:lnTo>
                  <a:pt x="55061" y="74747"/>
                </a:lnTo>
                <a:lnTo>
                  <a:pt x="55322" y="75056"/>
                </a:lnTo>
                <a:lnTo>
                  <a:pt x="55578" y="75374"/>
                </a:lnTo>
                <a:lnTo>
                  <a:pt x="55831" y="75701"/>
                </a:lnTo>
                <a:lnTo>
                  <a:pt x="56079" y="76037"/>
                </a:lnTo>
                <a:lnTo>
                  <a:pt x="56323" y="76382"/>
                </a:lnTo>
                <a:lnTo>
                  <a:pt x="56564" y="76736"/>
                </a:lnTo>
                <a:lnTo>
                  <a:pt x="56800" y="77100"/>
                </a:lnTo>
                <a:lnTo>
                  <a:pt x="57032" y="77472"/>
                </a:lnTo>
                <a:lnTo>
                  <a:pt x="57259" y="77853"/>
                </a:lnTo>
                <a:lnTo>
                  <a:pt x="57483" y="78244"/>
                </a:lnTo>
                <a:lnTo>
                  <a:pt x="57703" y="78643"/>
                </a:lnTo>
                <a:lnTo>
                  <a:pt x="57919" y="79053"/>
                </a:lnTo>
                <a:lnTo>
                  <a:pt x="58133" y="79472"/>
                </a:lnTo>
                <a:lnTo>
                  <a:pt x="58345" y="79903"/>
                </a:lnTo>
                <a:lnTo>
                  <a:pt x="58555" y="80343"/>
                </a:lnTo>
                <a:lnTo>
                  <a:pt x="58762" y="80794"/>
                </a:lnTo>
                <a:lnTo>
                  <a:pt x="58966" y="81255"/>
                </a:lnTo>
                <a:lnTo>
                  <a:pt x="59169" y="81727"/>
                </a:lnTo>
                <a:lnTo>
                  <a:pt x="59369" y="82209"/>
                </a:lnTo>
                <a:lnTo>
                  <a:pt x="59567" y="82701"/>
                </a:lnTo>
                <a:lnTo>
                  <a:pt x="59762" y="83204"/>
                </a:lnTo>
                <a:lnTo>
                  <a:pt x="59955" y="83718"/>
                </a:lnTo>
                <a:lnTo>
                  <a:pt x="60146" y="84241"/>
                </a:lnTo>
                <a:lnTo>
                  <a:pt x="60334" y="84775"/>
                </a:lnTo>
                <a:lnTo>
                  <a:pt x="60520" y="85320"/>
                </a:lnTo>
                <a:lnTo>
                  <a:pt x="60704" y="85875"/>
                </a:lnTo>
                <a:lnTo>
                  <a:pt x="60885" y="86440"/>
                </a:lnTo>
                <a:lnTo>
                  <a:pt x="61064" y="87016"/>
                </a:lnTo>
                <a:lnTo>
                  <a:pt x="61241" y="87602"/>
                </a:lnTo>
                <a:lnTo>
                  <a:pt x="61415" y="88198"/>
                </a:lnTo>
                <a:lnTo>
                  <a:pt x="61587" y="88805"/>
                </a:lnTo>
                <a:lnTo>
                  <a:pt x="61757" y="89422"/>
                </a:lnTo>
                <a:lnTo>
                  <a:pt x="61924" y="90050"/>
                </a:lnTo>
                <a:lnTo>
                  <a:pt x="62089" y="90688"/>
                </a:lnTo>
                <a:lnTo>
                  <a:pt x="62252" y="91336"/>
                </a:lnTo>
                <a:lnTo>
                  <a:pt x="68822" y="117396"/>
                </a:lnTo>
                <a:lnTo>
                  <a:pt x="84238" y="117396"/>
                </a:lnTo>
                <a:lnTo>
                  <a:pt x="76825" y="88975"/>
                </a:lnTo>
                <a:lnTo>
                  <a:pt x="76648" y="88284"/>
                </a:lnTo>
                <a:lnTo>
                  <a:pt x="76469" y="87603"/>
                </a:lnTo>
                <a:lnTo>
                  <a:pt x="76287" y="86932"/>
                </a:lnTo>
                <a:lnTo>
                  <a:pt x="76103" y="86271"/>
                </a:lnTo>
                <a:lnTo>
                  <a:pt x="75916" y="85620"/>
                </a:lnTo>
                <a:lnTo>
                  <a:pt x="75727" y="84979"/>
                </a:lnTo>
                <a:lnTo>
                  <a:pt x="75535" y="84348"/>
                </a:lnTo>
                <a:lnTo>
                  <a:pt x="75341" y="83727"/>
                </a:lnTo>
                <a:lnTo>
                  <a:pt x="75145" y="83116"/>
                </a:lnTo>
                <a:lnTo>
                  <a:pt x="74945" y="82515"/>
                </a:lnTo>
                <a:lnTo>
                  <a:pt x="74744" y="81924"/>
                </a:lnTo>
                <a:lnTo>
                  <a:pt x="74540" y="81342"/>
                </a:lnTo>
                <a:lnTo>
                  <a:pt x="74333" y="80771"/>
                </a:lnTo>
                <a:lnTo>
                  <a:pt x="74124" y="80210"/>
                </a:lnTo>
                <a:lnTo>
                  <a:pt x="73913" y="79658"/>
                </a:lnTo>
                <a:lnTo>
                  <a:pt x="73699" y="79117"/>
                </a:lnTo>
                <a:lnTo>
                  <a:pt x="73482" y="78585"/>
                </a:lnTo>
                <a:lnTo>
                  <a:pt x="73263" y="78064"/>
                </a:lnTo>
                <a:lnTo>
                  <a:pt x="73042" y="77552"/>
                </a:lnTo>
                <a:lnTo>
                  <a:pt x="72818" y="77050"/>
                </a:lnTo>
                <a:lnTo>
                  <a:pt x="72591" y="76559"/>
                </a:lnTo>
                <a:lnTo>
                  <a:pt x="72362" y="76077"/>
                </a:lnTo>
                <a:lnTo>
                  <a:pt x="72131" y="75605"/>
                </a:lnTo>
                <a:lnTo>
                  <a:pt x="71897" y="75144"/>
                </a:lnTo>
                <a:lnTo>
                  <a:pt x="71659" y="74691"/>
                </a:lnTo>
                <a:lnTo>
                  <a:pt x="71417" y="74247"/>
                </a:lnTo>
                <a:lnTo>
                  <a:pt x="71171" y="73812"/>
                </a:lnTo>
                <a:lnTo>
                  <a:pt x="70920" y="73385"/>
                </a:lnTo>
                <a:lnTo>
                  <a:pt x="70664" y="72967"/>
                </a:lnTo>
                <a:lnTo>
                  <a:pt x="70404" y="72558"/>
                </a:lnTo>
                <a:lnTo>
                  <a:pt x="70140" y="72157"/>
                </a:lnTo>
                <a:lnTo>
                  <a:pt x="69870" y="71765"/>
                </a:lnTo>
                <a:lnTo>
                  <a:pt x="69597" y="71382"/>
                </a:lnTo>
                <a:lnTo>
                  <a:pt x="69319" y="71007"/>
                </a:lnTo>
                <a:lnTo>
                  <a:pt x="69036" y="70641"/>
                </a:lnTo>
                <a:lnTo>
                  <a:pt x="68748" y="70284"/>
                </a:lnTo>
                <a:lnTo>
                  <a:pt x="68457" y="69935"/>
                </a:lnTo>
                <a:lnTo>
                  <a:pt x="68160" y="69595"/>
                </a:lnTo>
                <a:lnTo>
                  <a:pt x="67859" y="69263"/>
                </a:lnTo>
                <a:lnTo>
                  <a:pt x="67554" y="68940"/>
                </a:lnTo>
                <a:lnTo>
                  <a:pt x="67244" y="68626"/>
                </a:lnTo>
                <a:lnTo>
                  <a:pt x="66929" y="68320"/>
                </a:lnTo>
                <a:lnTo>
                  <a:pt x="66610" y="68023"/>
                </a:lnTo>
                <a:lnTo>
                  <a:pt x="66287" y="67735"/>
                </a:lnTo>
                <a:lnTo>
                  <a:pt x="65959" y="67455"/>
                </a:lnTo>
                <a:lnTo>
                  <a:pt x="65626" y="67184"/>
                </a:lnTo>
                <a:lnTo>
                  <a:pt x="65289" y="66922"/>
                </a:lnTo>
                <a:lnTo>
                  <a:pt x="64947" y="66668"/>
                </a:lnTo>
                <a:lnTo>
                  <a:pt x="64600" y="66422"/>
                </a:lnTo>
                <a:lnTo>
                  <a:pt x="64245" y="66183"/>
                </a:lnTo>
                <a:lnTo>
                  <a:pt x="63884" y="65952"/>
                </a:lnTo>
                <a:lnTo>
                  <a:pt x="63515" y="65727"/>
                </a:lnTo>
                <a:lnTo>
                  <a:pt x="63140" y="65510"/>
                </a:lnTo>
                <a:lnTo>
                  <a:pt x="62757" y="65300"/>
                </a:lnTo>
                <a:lnTo>
                  <a:pt x="62367" y="65097"/>
                </a:lnTo>
                <a:lnTo>
                  <a:pt x="61971" y="64901"/>
                </a:lnTo>
                <a:lnTo>
                  <a:pt x="61567" y="64713"/>
                </a:lnTo>
                <a:lnTo>
                  <a:pt x="61157" y="64532"/>
                </a:lnTo>
                <a:lnTo>
                  <a:pt x="60739" y="64357"/>
                </a:lnTo>
                <a:lnTo>
                  <a:pt x="60314" y="64190"/>
                </a:lnTo>
                <a:lnTo>
                  <a:pt x="59882" y="64031"/>
                </a:lnTo>
                <a:lnTo>
                  <a:pt x="59444" y="63878"/>
                </a:lnTo>
                <a:lnTo>
                  <a:pt x="58998" y="63732"/>
                </a:lnTo>
                <a:lnTo>
                  <a:pt x="58545" y="63594"/>
                </a:lnTo>
                <a:lnTo>
                  <a:pt x="58085" y="63463"/>
                </a:lnTo>
                <a:lnTo>
                  <a:pt x="57619" y="63339"/>
                </a:lnTo>
                <a:lnTo>
                  <a:pt x="57145" y="63222"/>
                </a:lnTo>
                <a:lnTo>
                  <a:pt x="56664" y="63113"/>
                </a:lnTo>
                <a:lnTo>
                  <a:pt x="56176" y="63010"/>
                </a:lnTo>
                <a:lnTo>
                  <a:pt x="55681" y="62915"/>
                </a:lnTo>
                <a:lnTo>
                  <a:pt x="55179" y="62827"/>
                </a:lnTo>
                <a:lnTo>
                  <a:pt x="54670" y="62746"/>
                </a:lnTo>
                <a:lnTo>
                  <a:pt x="55643" y="62513"/>
                </a:lnTo>
                <a:lnTo>
                  <a:pt x="56596" y="62262"/>
                </a:lnTo>
                <a:lnTo>
                  <a:pt x="57528" y="61995"/>
                </a:lnTo>
                <a:lnTo>
                  <a:pt x="58441" y="61711"/>
                </a:lnTo>
                <a:lnTo>
                  <a:pt x="59334" y="61409"/>
                </a:lnTo>
                <a:lnTo>
                  <a:pt x="60206" y="61091"/>
                </a:lnTo>
                <a:lnTo>
                  <a:pt x="61059" y="60756"/>
                </a:lnTo>
                <a:lnTo>
                  <a:pt x="61891" y="60403"/>
                </a:lnTo>
                <a:lnTo>
                  <a:pt x="62704" y="60034"/>
                </a:lnTo>
                <a:lnTo>
                  <a:pt x="63496" y="59648"/>
                </a:lnTo>
                <a:lnTo>
                  <a:pt x="64269" y="59245"/>
                </a:lnTo>
                <a:lnTo>
                  <a:pt x="65021" y="58824"/>
                </a:lnTo>
                <a:lnTo>
                  <a:pt x="65753" y="58387"/>
                </a:lnTo>
                <a:lnTo>
                  <a:pt x="66466" y="57933"/>
                </a:lnTo>
                <a:lnTo>
                  <a:pt x="67158" y="57462"/>
                </a:lnTo>
                <a:lnTo>
                  <a:pt x="67830" y="56974"/>
                </a:lnTo>
                <a:lnTo>
                  <a:pt x="68482" y="56469"/>
                </a:lnTo>
                <a:lnTo>
                  <a:pt x="69114" y="55947"/>
                </a:lnTo>
                <a:lnTo>
                  <a:pt x="69726" y="55407"/>
                </a:lnTo>
                <a:lnTo>
                  <a:pt x="70319" y="54851"/>
                </a:lnTo>
                <a:lnTo>
                  <a:pt x="70891" y="54278"/>
                </a:lnTo>
                <a:lnTo>
                  <a:pt x="71443" y="53688"/>
                </a:lnTo>
                <a:lnTo>
                  <a:pt x="71975" y="53081"/>
                </a:lnTo>
                <a:lnTo>
                  <a:pt x="72486" y="52457"/>
                </a:lnTo>
                <a:lnTo>
                  <a:pt x="72978" y="51819"/>
                </a:lnTo>
                <a:lnTo>
                  <a:pt x="73448" y="51170"/>
                </a:lnTo>
                <a:lnTo>
                  <a:pt x="73898" y="50509"/>
                </a:lnTo>
                <a:lnTo>
                  <a:pt x="74327" y="49838"/>
                </a:lnTo>
                <a:lnTo>
                  <a:pt x="74735" y="49155"/>
                </a:lnTo>
                <a:lnTo>
                  <a:pt x="75122" y="48462"/>
                </a:lnTo>
                <a:lnTo>
                  <a:pt x="75488" y="47757"/>
                </a:lnTo>
                <a:lnTo>
                  <a:pt x="75833" y="47041"/>
                </a:lnTo>
                <a:lnTo>
                  <a:pt x="76157" y="46314"/>
                </a:lnTo>
                <a:lnTo>
                  <a:pt x="76460" y="45575"/>
                </a:lnTo>
                <a:lnTo>
                  <a:pt x="76742" y="44826"/>
                </a:lnTo>
                <a:lnTo>
                  <a:pt x="77004" y="44066"/>
                </a:lnTo>
                <a:lnTo>
                  <a:pt x="77244" y="43294"/>
                </a:lnTo>
                <a:lnTo>
                  <a:pt x="77464" y="42511"/>
                </a:lnTo>
                <a:lnTo>
                  <a:pt x="77662" y="41717"/>
                </a:lnTo>
                <a:lnTo>
                  <a:pt x="77840" y="40912"/>
                </a:lnTo>
                <a:lnTo>
                  <a:pt x="77997" y="40096"/>
                </a:lnTo>
                <a:lnTo>
                  <a:pt x="78133" y="39269"/>
                </a:lnTo>
                <a:lnTo>
                  <a:pt x="78248" y="38431"/>
                </a:lnTo>
                <a:lnTo>
                  <a:pt x="78342" y="37581"/>
                </a:lnTo>
                <a:lnTo>
                  <a:pt x="78415" y="36720"/>
                </a:lnTo>
                <a:lnTo>
                  <a:pt x="78468" y="35849"/>
                </a:lnTo>
                <a:lnTo>
                  <a:pt x="78499" y="34966"/>
                </a:lnTo>
                <a:lnTo>
                  <a:pt x="78509" y="34072"/>
                </a:lnTo>
                <a:lnTo>
                  <a:pt x="78501" y="33193"/>
                </a:lnTo>
                <a:lnTo>
                  <a:pt x="78476" y="32328"/>
                </a:lnTo>
                <a:lnTo>
                  <a:pt x="78433" y="31477"/>
                </a:lnTo>
                <a:lnTo>
                  <a:pt x="78374" y="30640"/>
                </a:lnTo>
                <a:lnTo>
                  <a:pt x="78297" y="29816"/>
                </a:lnTo>
                <a:lnTo>
                  <a:pt x="78204" y="29006"/>
                </a:lnTo>
                <a:lnTo>
                  <a:pt x="78094" y="28210"/>
                </a:lnTo>
                <a:lnTo>
                  <a:pt x="77967" y="27428"/>
                </a:lnTo>
                <a:lnTo>
                  <a:pt x="77822" y="26659"/>
                </a:lnTo>
                <a:lnTo>
                  <a:pt x="77661" y="25905"/>
                </a:lnTo>
                <a:lnTo>
                  <a:pt x="77483" y="25164"/>
                </a:lnTo>
                <a:lnTo>
                  <a:pt x="77288" y="24436"/>
                </a:lnTo>
                <a:lnTo>
                  <a:pt x="77076" y="23723"/>
                </a:lnTo>
                <a:lnTo>
                  <a:pt x="76847" y="23023"/>
                </a:lnTo>
                <a:lnTo>
                  <a:pt x="76601" y="22337"/>
                </a:lnTo>
                <a:lnTo>
                  <a:pt x="76338" y="21665"/>
                </a:lnTo>
                <a:lnTo>
                  <a:pt x="76058" y="21007"/>
                </a:lnTo>
                <a:lnTo>
                  <a:pt x="75761" y="20362"/>
                </a:lnTo>
                <a:lnTo>
                  <a:pt x="75447" y="19731"/>
                </a:lnTo>
                <a:lnTo>
                  <a:pt x="75117" y="19114"/>
                </a:lnTo>
                <a:lnTo>
                  <a:pt x="74769" y="18510"/>
                </a:lnTo>
                <a:lnTo>
                  <a:pt x="74404" y="17921"/>
                </a:lnTo>
                <a:lnTo>
                  <a:pt x="74022" y="17345"/>
                </a:lnTo>
                <a:lnTo>
                  <a:pt x="73624" y="16783"/>
                </a:lnTo>
                <a:lnTo>
                  <a:pt x="73211" y="16234"/>
                </a:lnTo>
                <a:lnTo>
                  <a:pt x="72787" y="15697"/>
                </a:lnTo>
                <a:lnTo>
                  <a:pt x="72353" y="15173"/>
                </a:lnTo>
                <a:lnTo>
                  <a:pt x="71907" y="14660"/>
                </a:lnTo>
                <a:lnTo>
                  <a:pt x="71451" y="14161"/>
                </a:lnTo>
                <a:lnTo>
                  <a:pt x="70983" y="13673"/>
                </a:lnTo>
                <a:lnTo>
                  <a:pt x="70505" y="13198"/>
                </a:lnTo>
                <a:lnTo>
                  <a:pt x="70016" y="12735"/>
                </a:lnTo>
                <a:lnTo>
                  <a:pt x="69515" y="12284"/>
                </a:lnTo>
                <a:lnTo>
                  <a:pt x="69004" y="11846"/>
                </a:lnTo>
                <a:lnTo>
                  <a:pt x="68481" y="11420"/>
                </a:lnTo>
                <a:lnTo>
                  <a:pt x="67948" y="11006"/>
                </a:lnTo>
                <a:lnTo>
                  <a:pt x="67404" y="10604"/>
                </a:lnTo>
                <a:lnTo>
                  <a:pt x="66849" y="10215"/>
                </a:lnTo>
                <a:lnTo>
                  <a:pt x="66283" y="9838"/>
                </a:lnTo>
                <a:lnTo>
                  <a:pt x="65705" y="9474"/>
                </a:lnTo>
                <a:lnTo>
                  <a:pt x="65117" y="9121"/>
                </a:lnTo>
                <a:lnTo>
                  <a:pt x="64518" y="8781"/>
                </a:lnTo>
                <a:lnTo>
                  <a:pt x="63908" y="8454"/>
                </a:lnTo>
                <a:lnTo>
                  <a:pt x="63287" y="8138"/>
                </a:lnTo>
                <a:lnTo>
                  <a:pt x="62655" y="7835"/>
                </a:lnTo>
                <a:lnTo>
                  <a:pt x="62012" y="7545"/>
                </a:lnTo>
                <a:lnTo>
                  <a:pt x="61358" y="7266"/>
                </a:lnTo>
                <a:lnTo>
                  <a:pt x="60693" y="7000"/>
                </a:lnTo>
                <a:lnTo>
                  <a:pt x="60020" y="6745"/>
                </a:lnTo>
                <a:lnTo>
                  <a:pt x="59340" y="6501"/>
                </a:lnTo>
                <a:lnTo>
                  <a:pt x="58655" y="6269"/>
                </a:lnTo>
                <a:lnTo>
                  <a:pt x="57964" y="6046"/>
                </a:lnTo>
                <a:lnTo>
                  <a:pt x="57266" y="5835"/>
                </a:lnTo>
                <a:lnTo>
                  <a:pt x="56563" y="5635"/>
                </a:lnTo>
                <a:lnTo>
                  <a:pt x="55854" y="5445"/>
                </a:lnTo>
                <a:lnTo>
                  <a:pt x="55138" y="5266"/>
                </a:lnTo>
                <a:lnTo>
                  <a:pt x="54417" y="5098"/>
                </a:lnTo>
                <a:lnTo>
                  <a:pt x="53689" y="4941"/>
                </a:lnTo>
                <a:lnTo>
                  <a:pt x="52956" y="4795"/>
                </a:lnTo>
                <a:lnTo>
                  <a:pt x="52217" y="4660"/>
                </a:lnTo>
                <a:lnTo>
                  <a:pt x="51471" y="4535"/>
                </a:lnTo>
                <a:lnTo>
                  <a:pt x="50720" y="4421"/>
                </a:lnTo>
                <a:lnTo>
                  <a:pt x="49963" y="4318"/>
                </a:lnTo>
                <a:lnTo>
                  <a:pt x="49199" y="4226"/>
                </a:lnTo>
                <a:lnTo>
                  <a:pt x="48430" y="4145"/>
                </a:lnTo>
                <a:lnTo>
                  <a:pt x="47655" y="4074"/>
                </a:lnTo>
                <a:lnTo>
                  <a:pt x="46873" y="4015"/>
                </a:lnTo>
                <a:lnTo>
                  <a:pt x="46086" y="3966"/>
                </a:lnTo>
                <a:lnTo>
                  <a:pt x="45293" y="3928"/>
                </a:lnTo>
                <a:lnTo>
                  <a:pt x="44494" y="3901"/>
                </a:lnTo>
                <a:lnTo>
                  <a:pt x="43688" y="3885"/>
                </a:lnTo>
                <a:lnTo>
                  <a:pt x="42877" y="3879"/>
                </a:lnTo>
                <a:lnTo>
                  <a:pt x="0" y="3879"/>
                </a:lnTo>
                <a:lnTo>
                  <a:pt x="0" y="117396"/>
                </a:lnTo>
                <a:lnTo>
                  <a:pt x="15163" y="117396"/>
                </a:lnTo>
                <a:lnTo>
                  <a:pt x="15163" y="69324"/>
                </a:lnTo>
                <a:lnTo>
                  <a:pt x="41782" y="69324"/>
                </a:lnTo>
                <a:lnTo>
                  <a:pt x="42256" y="69328"/>
                </a:lnTo>
                <a:close/>
                <a:moveTo>
                  <a:pt x="43179" y="16567"/>
                </a:moveTo>
                <a:lnTo>
                  <a:pt x="44020" y="16613"/>
                </a:lnTo>
                <a:lnTo>
                  <a:pt x="44844" y="16677"/>
                </a:lnTo>
                <a:lnTo>
                  <a:pt x="45650" y="16760"/>
                </a:lnTo>
                <a:lnTo>
                  <a:pt x="46439" y="16862"/>
                </a:lnTo>
                <a:lnTo>
                  <a:pt x="47210" y="16982"/>
                </a:lnTo>
                <a:lnTo>
                  <a:pt x="47964" y="17120"/>
                </a:lnTo>
                <a:lnTo>
                  <a:pt x="48701" y="17277"/>
                </a:lnTo>
                <a:lnTo>
                  <a:pt x="49420" y="17452"/>
                </a:lnTo>
                <a:lnTo>
                  <a:pt x="50121" y="17646"/>
                </a:lnTo>
                <a:lnTo>
                  <a:pt x="50806" y="17858"/>
                </a:lnTo>
                <a:lnTo>
                  <a:pt x="51473" y="18089"/>
                </a:lnTo>
                <a:lnTo>
                  <a:pt x="52122" y="18338"/>
                </a:lnTo>
                <a:lnTo>
                  <a:pt x="52754" y="18605"/>
                </a:lnTo>
                <a:lnTo>
                  <a:pt x="53369" y="18891"/>
                </a:lnTo>
                <a:lnTo>
                  <a:pt x="53967" y="19196"/>
                </a:lnTo>
                <a:lnTo>
                  <a:pt x="54547" y="19519"/>
                </a:lnTo>
                <a:lnTo>
                  <a:pt x="55109" y="19860"/>
                </a:lnTo>
                <a:lnTo>
                  <a:pt x="55654" y="20220"/>
                </a:lnTo>
                <a:lnTo>
                  <a:pt x="56182" y="20598"/>
                </a:lnTo>
                <a:lnTo>
                  <a:pt x="56692" y="20994"/>
                </a:lnTo>
                <a:lnTo>
                  <a:pt x="57185" y="21410"/>
                </a:lnTo>
                <a:lnTo>
                  <a:pt x="57661" y="21843"/>
                </a:lnTo>
                <a:lnTo>
                  <a:pt x="58118" y="22293"/>
                </a:lnTo>
                <a:lnTo>
                  <a:pt x="58555" y="22758"/>
                </a:lnTo>
                <a:lnTo>
                  <a:pt x="58974" y="23237"/>
                </a:lnTo>
                <a:lnTo>
                  <a:pt x="59372" y="23731"/>
                </a:lnTo>
                <a:lnTo>
                  <a:pt x="59752" y="24240"/>
                </a:lnTo>
                <a:lnTo>
                  <a:pt x="60111" y="24763"/>
                </a:lnTo>
                <a:lnTo>
                  <a:pt x="60452" y="25301"/>
                </a:lnTo>
                <a:lnTo>
                  <a:pt x="60773" y="25854"/>
                </a:lnTo>
                <a:lnTo>
                  <a:pt x="61074" y="26421"/>
                </a:lnTo>
                <a:lnTo>
                  <a:pt x="61356" y="27003"/>
                </a:lnTo>
                <a:lnTo>
                  <a:pt x="61619" y="27599"/>
                </a:lnTo>
                <a:lnTo>
                  <a:pt x="61862" y="28210"/>
                </a:lnTo>
                <a:lnTo>
                  <a:pt x="62086" y="28836"/>
                </a:lnTo>
                <a:lnTo>
                  <a:pt x="62290" y="29477"/>
                </a:lnTo>
                <a:lnTo>
                  <a:pt x="62475" y="30132"/>
                </a:lnTo>
                <a:lnTo>
                  <a:pt x="62640" y="30801"/>
                </a:lnTo>
                <a:lnTo>
                  <a:pt x="62786" y="31486"/>
                </a:lnTo>
                <a:lnTo>
                  <a:pt x="62912" y="32185"/>
                </a:lnTo>
                <a:lnTo>
                  <a:pt x="63019" y="32898"/>
                </a:lnTo>
                <a:lnTo>
                  <a:pt x="63107" y="33627"/>
                </a:lnTo>
                <a:lnTo>
                  <a:pt x="63175" y="34370"/>
                </a:lnTo>
                <a:lnTo>
                  <a:pt x="63224" y="35127"/>
                </a:lnTo>
                <a:lnTo>
                  <a:pt x="63253" y="35899"/>
                </a:lnTo>
                <a:lnTo>
                  <a:pt x="63262" y="36686"/>
                </a:lnTo>
                <a:lnTo>
                  <a:pt x="63257" y="37210"/>
                </a:lnTo>
                <a:lnTo>
                  <a:pt x="63242" y="37728"/>
                </a:lnTo>
                <a:lnTo>
                  <a:pt x="63216" y="38239"/>
                </a:lnTo>
                <a:lnTo>
                  <a:pt x="63179" y="38743"/>
                </a:lnTo>
                <a:lnTo>
                  <a:pt x="63133" y="39241"/>
                </a:lnTo>
                <a:lnTo>
                  <a:pt x="63076" y="39733"/>
                </a:lnTo>
                <a:lnTo>
                  <a:pt x="63008" y="40218"/>
                </a:lnTo>
                <a:lnTo>
                  <a:pt x="62930" y="40697"/>
                </a:lnTo>
                <a:lnTo>
                  <a:pt x="62842" y="41169"/>
                </a:lnTo>
                <a:lnTo>
                  <a:pt x="62743" y="41635"/>
                </a:lnTo>
                <a:lnTo>
                  <a:pt x="62634" y="42095"/>
                </a:lnTo>
                <a:lnTo>
                  <a:pt x="62515" y="42548"/>
                </a:lnTo>
                <a:lnTo>
                  <a:pt x="62385" y="42994"/>
                </a:lnTo>
                <a:lnTo>
                  <a:pt x="62245" y="43434"/>
                </a:lnTo>
                <a:lnTo>
                  <a:pt x="62094" y="43868"/>
                </a:lnTo>
                <a:lnTo>
                  <a:pt x="61933" y="44295"/>
                </a:lnTo>
                <a:lnTo>
                  <a:pt x="61762" y="44716"/>
                </a:lnTo>
                <a:lnTo>
                  <a:pt x="61580" y="45130"/>
                </a:lnTo>
                <a:lnTo>
                  <a:pt x="61388" y="45538"/>
                </a:lnTo>
                <a:lnTo>
                  <a:pt x="61186" y="45940"/>
                </a:lnTo>
                <a:lnTo>
                  <a:pt x="60973" y="46335"/>
                </a:lnTo>
                <a:lnTo>
                  <a:pt x="60750" y="46723"/>
                </a:lnTo>
                <a:lnTo>
                  <a:pt x="60516" y="47106"/>
                </a:lnTo>
                <a:lnTo>
                  <a:pt x="60272" y="47481"/>
                </a:lnTo>
                <a:lnTo>
                  <a:pt x="60019" y="47850"/>
                </a:lnTo>
                <a:lnTo>
                  <a:pt x="59759" y="48212"/>
                </a:lnTo>
                <a:lnTo>
                  <a:pt x="59492" y="48566"/>
                </a:lnTo>
                <a:lnTo>
                  <a:pt x="59218" y="48913"/>
                </a:lnTo>
                <a:lnTo>
                  <a:pt x="58936" y="49252"/>
                </a:lnTo>
                <a:lnTo>
                  <a:pt x="58648" y="49584"/>
                </a:lnTo>
                <a:lnTo>
                  <a:pt x="58352" y="49909"/>
                </a:lnTo>
                <a:lnTo>
                  <a:pt x="58049" y="50227"/>
                </a:lnTo>
                <a:lnTo>
                  <a:pt x="57739" y="50537"/>
                </a:lnTo>
                <a:lnTo>
                  <a:pt x="57422" y="50840"/>
                </a:lnTo>
                <a:lnTo>
                  <a:pt x="57097" y="51136"/>
                </a:lnTo>
                <a:lnTo>
                  <a:pt x="56766" y="51424"/>
                </a:lnTo>
                <a:lnTo>
                  <a:pt x="56427" y="51705"/>
                </a:lnTo>
                <a:lnTo>
                  <a:pt x="56081" y="51979"/>
                </a:lnTo>
                <a:lnTo>
                  <a:pt x="55728" y="52245"/>
                </a:lnTo>
                <a:lnTo>
                  <a:pt x="55368" y="52504"/>
                </a:lnTo>
                <a:lnTo>
                  <a:pt x="55000" y="52756"/>
                </a:lnTo>
                <a:lnTo>
                  <a:pt x="54625" y="53000"/>
                </a:lnTo>
                <a:lnTo>
                  <a:pt x="54244" y="53237"/>
                </a:lnTo>
                <a:lnTo>
                  <a:pt x="53855" y="53467"/>
                </a:lnTo>
                <a:lnTo>
                  <a:pt x="53459" y="53689"/>
                </a:lnTo>
                <a:lnTo>
                  <a:pt x="53055" y="53904"/>
                </a:lnTo>
                <a:lnTo>
                  <a:pt x="52645" y="54112"/>
                </a:lnTo>
                <a:lnTo>
                  <a:pt x="52227" y="54312"/>
                </a:lnTo>
                <a:lnTo>
                  <a:pt x="51804" y="54505"/>
                </a:lnTo>
                <a:lnTo>
                  <a:pt x="51377" y="54690"/>
                </a:lnTo>
                <a:lnTo>
                  <a:pt x="50945" y="54866"/>
                </a:lnTo>
                <a:lnTo>
                  <a:pt x="50510" y="55034"/>
                </a:lnTo>
                <a:lnTo>
                  <a:pt x="50070" y="55194"/>
                </a:lnTo>
                <a:lnTo>
                  <a:pt x="49626" y="55346"/>
                </a:lnTo>
                <a:lnTo>
                  <a:pt x="49179" y="55489"/>
                </a:lnTo>
                <a:lnTo>
                  <a:pt x="48727" y="55624"/>
                </a:lnTo>
                <a:lnTo>
                  <a:pt x="48271" y="55751"/>
                </a:lnTo>
                <a:lnTo>
                  <a:pt x="47811" y="55870"/>
                </a:lnTo>
                <a:lnTo>
                  <a:pt x="47347" y="55981"/>
                </a:lnTo>
                <a:lnTo>
                  <a:pt x="46878" y="56084"/>
                </a:lnTo>
                <a:lnTo>
                  <a:pt x="46406" y="56178"/>
                </a:lnTo>
                <a:lnTo>
                  <a:pt x="45929" y="56264"/>
                </a:lnTo>
                <a:lnTo>
                  <a:pt x="45449" y="56342"/>
                </a:lnTo>
                <a:lnTo>
                  <a:pt x="44964" y="56412"/>
                </a:lnTo>
                <a:lnTo>
                  <a:pt x="44475" y="56473"/>
                </a:lnTo>
                <a:lnTo>
                  <a:pt x="43983" y="56526"/>
                </a:lnTo>
                <a:lnTo>
                  <a:pt x="43486" y="56571"/>
                </a:lnTo>
                <a:lnTo>
                  <a:pt x="42985" y="56608"/>
                </a:lnTo>
                <a:lnTo>
                  <a:pt x="42479" y="56637"/>
                </a:lnTo>
                <a:lnTo>
                  <a:pt x="41970" y="56658"/>
                </a:lnTo>
                <a:lnTo>
                  <a:pt x="41457" y="56670"/>
                </a:lnTo>
                <a:lnTo>
                  <a:pt x="40939" y="56674"/>
                </a:lnTo>
                <a:lnTo>
                  <a:pt x="15163" y="56674"/>
                </a:lnTo>
                <a:lnTo>
                  <a:pt x="15163" y="16530"/>
                </a:lnTo>
                <a:lnTo>
                  <a:pt x="41445" y="16530"/>
                </a:lnTo>
                <a:lnTo>
                  <a:pt x="42321" y="16539"/>
                </a:lnTo>
                <a:lnTo>
                  <a:pt x="43179" y="16567"/>
                </a:lnTo>
                <a:close/>
                <a:moveTo>
                  <a:pt x="407768" y="105919"/>
                </a:moveTo>
                <a:lnTo>
                  <a:pt x="407179" y="105897"/>
                </a:lnTo>
                <a:lnTo>
                  <a:pt x="406608" y="105859"/>
                </a:lnTo>
                <a:lnTo>
                  <a:pt x="406056" y="105807"/>
                </a:lnTo>
                <a:lnTo>
                  <a:pt x="405523" y="105741"/>
                </a:lnTo>
                <a:lnTo>
                  <a:pt x="405009" y="105659"/>
                </a:lnTo>
                <a:lnTo>
                  <a:pt x="404514" y="105562"/>
                </a:lnTo>
                <a:lnTo>
                  <a:pt x="404038" y="105451"/>
                </a:lnTo>
                <a:lnTo>
                  <a:pt x="403581" y="105325"/>
                </a:lnTo>
                <a:lnTo>
                  <a:pt x="403142" y="105184"/>
                </a:lnTo>
                <a:lnTo>
                  <a:pt x="402723" y="105028"/>
                </a:lnTo>
                <a:lnTo>
                  <a:pt x="402322" y="104857"/>
                </a:lnTo>
                <a:lnTo>
                  <a:pt x="401940" y="104671"/>
                </a:lnTo>
                <a:lnTo>
                  <a:pt x="401577" y="104471"/>
                </a:lnTo>
                <a:lnTo>
                  <a:pt x="401233" y="104255"/>
                </a:lnTo>
                <a:lnTo>
                  <a:pt x="400907" y="104025"/>
                </a:lnTo>
                <a:lnTo>
                  <a:pt x="400601" y="103780"/>
                </a:lnTo>
                <a:lnTo>
                  <a:pt x="400313" y="103520"/>
                </a:lnTo>
                <a:lnTo>
                  <a:pt x="400045" y="103245"/>
                </a:lnTo>
                <a:lnTo>
                  <a:pt x="399795" y="102956"/>
                </a:lnTo>
                <a:lnTo>
                  <a:pt x="399564" y="102651"/>
                </a:lnTo>
                <a:lnTo>
                  <a:pt x="399352" y="102332"/>
                </a:lnTo>
                <a:lnTo>
                  <a:pt x="399158" y="101998"/>
                </a:lnTo>
                <a:lnTo>
                  <a:pt x="398984" y="101649"/>
                </a:lnTo>
                <a:lnTo>
                  <a:pt x="398822" y="101285"/>
                </a:lnTo>
                <a:lnTo>
                  <a:pt x="398668" y="100909"/>
                </a:lnTo>
                <a:lnTo>
                  <a:pt x="398520" y="100519"/>
                </a:lnTo>
                <a:lnTo>
                  <a:pt x="398379" y="100116"/>
                </a:lnTo>
                <a:lnTo>
                  <a:pt x="398245" y="99699"/>
                </a:lnTo>
                <a:lnTo>
                  <a:pt x="398118" y="99269"/>
                </a:lnTo>
                <a:lnTo>
                  <a:pt x="397998" y="98826"/>
                </a:lnTo>
                <a:lnTo>
                  <a:pt x="397884" y="98370"/>
                </a:lnTo>
                <a:lnTo>
                  <a:pt x="397778" y="97900"/>
                </a:lnTo>
                <a:lnTo>
                  <a:pt x="397678" y="97417"/>
                </a:lnTo>
                <a:lnTo>
                  <a:pt x="397585" y="96921"/>
                </a:lnTo>
                <a:lnTo>
                  <a:pt x="397499" y="96411"/>
                </a:lnTo>
                <a:lnTo>
                  <a:pt x="397420" y="95889"/>
                </a:lnTo>
                <a:lnTo>
                  <a:pt x="397348" y="95352"/>
                </a:lnTo>
                <a:lnTo>
                  <a:pt x="397283" y="94803"/>
                </a:lnTo>
                <a:lnTo>
                  <a:pt x="397224" y="94240"/>
                </a:lnTo>
                <a:lnTo>
                  <a:pt x="397173" y="93664"/>
                </a:lnTo>
                <a:lnTo>
                  <a:pt x="397128" y="93075"/>
                </a:lnTo>
                <a:lnTo>
                  <a:pt x="397090" y="92472"/>
                </a:lnTo>
                <a:lnTo>
                  <a:pt x="397059" y="91856"/>
                </a:lnTo>
                <a:lnTo>
                  <a:pt x="397035" y="91227"/>
                </a:lnTo>
                <a:lnTo>
                  <a:pt x="397018" y="90584"/>
                </a:lnTo>
                <a:lnTo>
                  <a:pt x="397008" y="89928"/>
                </a:lnTo>
                <a:lnTo>
                  <a:pt x="397004" y="89259"/>
                </a:lnTo>
                <a:lnTo>
                  <a:pt x="397004" y="43264"/>
                </a:lnTo>
                <a:lnTo>
                  <a:pt x="417306" y="43264"/>
                </a:lnTo>
                <a:lnTo>
                  <a:pt x="417306" y="31879"/>
                </a:lnTo>
                <a:lnTo>
                  <a:pt x="397004" y="31879"/>
                </a:lnTo>
                <a:lnTo>
                  <a:pt x="397004" y="13072"/>
                </a:lnTo>
                <a:lnTo>
                  <a:pt x="382937" y="13072"/>
                </a:lnTo>
                <a:lnTo>
                  <a:pt x="382937" y="31879"/>
                </a:lnTo>
                <a:lnTo>
                  <a:pt x="369290" y="31879"/>
                </a:lnTo>
                <a:lnTo>
                  <a:pt x="369290" y="43264"/>
                </a:lnTo>
                <a:lnTo>
                  <a:pt x="382937" y="43264"/>
                </a:lnTo>
                <a:lnTo>
                  <a:pt x="382937" y="89562"/>
                </a:lnTo>
                <a:lnTo>
                  <a:pt x="382940" y="90287"/>
                </a:lnTo>
                <a:lnTo>
                  <a:pt x="382950" y="91003"/>
                </a:lnTo>
                <a:lnTo>
                  <a:pt x="382968" y="91710"/>
                </a:lnTo>
                <a:lnTo>
                  <a:pt x="382992" y="92408"/>
                </a:lnTo>
                <a:lnTo>
                  <a:pt x="383023" y="93098"/>
                </a:lnTo>
                <a:lnTo>
                  <a:pt x="383060" y="93779"/>
                </a:lnTo>
                <a:lnTo>
                  <a:pt x="383105" y="94451"/>
                </a:lnTo>
                <a:lnTo>
                  <a:pt x="383157" y="95114"/>
                </a:lnTo>
                <a:lnTo>
                  <a:pt x="383215" y="95769"/>
                </a:lnTo>
                <a:lnTo>
                  <a:pt x="383280" y="96415"/>
                </a:lnTo>
                <a:lnTo>
                  <a:pt x="383352" y="97052"/>
                </a:lnTo>
                <a:lnTo>
                  <a:pt x="383431" y="97680"/>
                </a:lnTo>
                <a:lnTo>
                  <a:pt x="383517" y="98300"/>
                </a:lnTo>
                <a:lnTo>
                  <a:pt x="383610" y="98911"/>
                </a:lnTo>
                <a:lnTo>
                  <a:pt x="383710" y="99513"/>
                </a:lnTo>
                <a:lnTo>
                  <a:pt x="383816" y="100107"/>
                </a:lnTo>
                <a:lnTo>
                  <a:pt x="383930" y="100691"/>
                </a:lnTo>
                <a:lnTo>
                  <a:pt x="384050" y="101267"/>
                </a:lnTo>
                <a:lnTo>
                  <a:pt x="384177" y="101835"/>
                </a:lnTo>
                <a:lnTo>
                  <a:pt x="384311" y="102393"/>
                </a:lnTo>
                <a:lnTo>
                  <a:pt x="384452" y="102943"/>
                </a:lnTo>
                <a:lnTo>
                  <a:pt x="384600" y="103484"/>
                </a:lnTo>
                <a:lnTo>
                  <a:pt x="384755" y="104016"/>
                </a:lnTo>
                <a:lnTo>
                  <a:pt x="384916" y="104540"/>
                </a:lnTo>
                <a:lnTo>
                  <a:pt x="385087" y="105054"/>
                </a:lnTo>
                <a:lnTo>
                  <a:pt x="385270" y="105558"/>
                </a:lnTo>
                <a:lnTo>
                  <a:pt x="385464" y="106052"/>
                </a:lnTo>
                <a:lnTo>
                  <a:pt x="385670" y="106536"/>
                </a:lnTo>
                <a:lnTo>
                  <a:pt x="385887" y="107009"/>
                </a:lnTo>
                <a:lnTo>
                  <a:pt x="386117" y="107473"/>
                </a:lnTo>
                <a:lnTo>
                  <a:pt x="386358" y="107926"/>
                </a:lnTo>
                <a:lnTo>
                  <a:pt x="386610" y="108369"/>
                </a:lnTo>
                <a:lnTo>
                  <a:pt x="386875" y="108802"/>
                </a:lnTo>
                <a:lnTo>
                  <a:pt x="387151" y="109225"/>
                </a:lnTo>
                <a:lnTo>
                  <a:pt x="387439" y="109638"/>
                </a:lnTo>
                <a:lnTo>
                  <a:pt x="387738" y="110041"/>
                </a:lnTo>
                <a:lnTo>
                  <a:pt x="388049" y="110433"/>
                </a:lnTo>
                <a:lnTo>
                  <a:pt x="388372" y="110816"/>
                </a:lnTo>
                <a:lnTo>
                  <a:pt x="388707" y="111188"/>
                </a:lnTo>
                <a:lnTo>
                  <a:pt x="389053" y="111550"/>
                </a:lnTo>
                <a:lnTo>
                  <a:pt x="389411" y="111902"/>
                </a:lnTo>
                <a:lnTo>
                  <a:pt x="389781" y="112244"/>
                </a:lnTo>
                <a:lnTo>
                  <a:pt x="390162" y="112576"/>
                </a:lnTo>
                <a:lnTo>
                  <a:pt x="390555" y="112898"/>
                </a:lnTo>
                <a:lnTo>
                  <a:pt x="390960" y="113209"/>
                </a:lnTo>
                <a:lnTo>
                  <a:pt x="391377" y="113511"/>
                </a:lnTo>
                <a:lnTo>
                  <a:pt x="391805" y="113802"/>
                </a:lnTo>
                <a:lnTo>
                  <a:pt x="392245" y="114083"/>
                </a:lnTo>
                <a:lnTo>
                  <a:pt x="392698" y="114353"/>
                </a:lnTo>
                <a:lnTo>
                  <a:pt x="393168" y="114612"/>
                </a:lnTo>
                <a:lnTo>
                  <a:pt x="393653" y="114860"/>
                </a:lnTo>
                <a:lnTo>
                  <a:pt x="394153" y="115095"/>
                </a:lnTo>
                <a:lnTo>
                  <a:pt x="394669" y="115320"/>
                </a:lnTo>
                <a:lnTo>
                  <a:pt x="395201" y="115532"/>
                </a:lnTo>
                <a:lnTo>
                  <a:pt x="395749" y="115734"/>
                </a:lnTo>
                <a:lnTo>
                  <a:pt x="396312" y="115924"/>
                </a:lnTo>
                <a:lnTo>
                  <a:pt x="396890" y="116102"/>
                </a:lnTo>
                <a:lnTo>
                  <a:pt x="397485" y="116269"/>
                </a:lnTo>
                <a:lnTo>
                  <a:pt x="398095" y="116424"/>
                </a:lnTo>
                <a:lnTo>
                  <a:pt x="398721" y="116568"/>
                </a:lnTo>
                <a:lnTo>
                  <a:pt x="399362" y="116700"/>
                </a:lnTo>
                <a:lnTo>
                  <a:pt x="400019" y="116821"/>
                </a:lnTo>
                <a:lnTo>
                  <a:pt x="400692" y="116930"/>
                </a:lnTo>
                <a:lnTo>
                  <a:pt x="401380" y="117028"/>
                </a:lnTo>
                <a:lnTo>
                  <a:pt x="402084" y="117114"/>
                </a:lnTo>
                <a:lnTo>
                  <a:pt x="402804" y="117189"/>
                </a:lnTo>
                <a:lnTo>
                  <a:pt x="403539" y="117252"/>
                </a:lnTo>
                <a:lnTo>
                  <a:pt x="404290" y="117304"/>
                </a:lnTo>
                <a:lnTo>
                  <a:pt x="405056" y="117344"/>
                </a:lnTo>
                <a:lnTo>
                  <a:pt x="405838" y="117373"/>
                </a:lnTo>
                <a:lnTo>
                  <a:pt x="406636" y="117390"/>
                </a:lnTo>
                <a:lnTo>
                  <a:pt x="407450" y="117396"/>
                </a:lnTo>
                <a:lnTo>
                  <a:pt x="417306" y="117396"/>
                </a:lnTo>
                <a:lnTo>
                  <a:pt x="417306" y="105926"/>
                </a:lnTo>
                <a:lnTo>
                  <a:pt x="408376" y="105926"/>
                </a:lnTo>
                <a:lnTo>
                  <a:pt x="407768" y="105919"/>
                </a:lnTo>
                <a:close/>
                <a:moveTo>
                  <a:pt x="308166" y="55878"/>
                </a:moveTo>
                <a:lnTo>
                  <a:pt x="308403" y="55560"/>
                </a:lnTo>
                <a:lnTo>
                  <a:pt x="308643" y="55245"/>
                </a:lnTo>
                <a:lnTo>
                  <a:pt x="308884" y="54933"/>
                </a:lnTo>
                <a:lnTo>
                  <a:pt x="309128" y="54625"/>
                </a:lnTo>
                <a:lnTo>
                  <a:pt x="309374" y="54320"/>
                </a:lnTo>
                <a:lnTo>
                  <a:pt x="309622" y="54018"/>
                </a:lnTo>
                <a:lnTo>
                  <a:pt x="309872" y="53720"/>
                </a:lnTo>
                <a:lnTo>
                  <a:pt x="310125" y="53424"/>
                </a:lnTo>
                <a:lnTo>
                  <a:pt x="310379" y="53132"/>
                </a:lnTo>
                <a:lnTo>
                  <a:pt x="310636" y="52843"/>
                </a:lnTo>
                <a:lnTo>
                  <a:pt x="310895" y="52558"/>
                </a:lnTo>
                <a:lnTo>
                  <a:pt x="311157" y="52275"/>
                </a:lnTo>
                <a:lnTo>
                  <a:pt x="311420" y="51996"/>
                </a:lnTo>
                <a:lnTo>
                  <a:pt x="311686" y="51720"/>
                </a:lnTo>
                <a:lnTo>
                  <a:pt x="311953" y="51447"/>
                </a:lnTo>
                <a:lnTo>
                  <a:pt x="312224" y="51178"/>
                </a:lnTo>
                <a:lnTo>
                  <a:pt x="312496" y="50912"/>
                </a:lnTo>
                <a:lnTo>
                  <a:pt x="312770" y="50649"/>
                </a:lnTo>
                <a:lnTo>
                  <a:pt x="313047" y="50389"/>
                </a:lnTo>
                <a:lnTo>
                  <a:pt x="313326" y="50132"/>
                </a:lnTo>
                <a:lnTo>
                  <a:pt x="313607" y="49879"/>
                </a:lnTo>
                <a:lnTo>
                  <a:pt x="313890" y="49629"/>
                </a:lnTo>
                <a:lnTo>
                  <a:pt x="314176" y="49383"/>
                </a:lnTo>
                <a:lnTo>
                  <a:pt x="314467" y="49141"/>
                </a:lnTo>
                <a:lnTo>
                  <a:pt x="314762" y="48904"/>
                </a:lnTo>
                <a:lnTo>
                  <a:pt x="315061" y="48671"/>
                </a:lnTo>
                <a:lnTo>
                  <a:pt x="315364" y="48442"/>
                </a:lnTo>
                <a:lnTo>
                  <a:pt x="315672" y="48218"/>
                </a:lnTo>
                <a:lnTo>
                  <a:pt x="315984" y="47999"/>
                </a:lnTo>
                <a:lnTo>
                  <a:pt x="316300" y="47784"/>
                </a:lnTo>
                <a:lnTo>
                  <a:pt x="316620" y="47574"/>
                </a:lnTo>
                <a:lnTo>
                  <a:pt x="316945" y="47368"/>
                </a:lnTo>
                <a:lnTo>
                  <a:pt x="317274" y="47166"/>
                </a:lnTo>
                <a:lnTo>
                  <a:pt x="317607" y="46969"/>
                </a:lnTo>
                <a:lnTo>
                  <a:pt x="317944" y="46777"/>
                </a:lnTo>
                <a:lnTo>
                  <a:pt x="318286" y="46589"/>
                </a:lnTo>
                <a:lnTo>
                  <a:pt x="318632" y="46405"/>
                </a:lnTo>
                <a:lnTo>
                  <a:pt x="318982" y="46226"/>
                </a:lnTo>
                <a:lnTo>
                  <a:pt x="319336" y="46052"/>
                </a:lnTo>
                <a:lnTo>
                  <a:pt x="319694" y="45882"/>
                </a:lnTo>
                <a:lnTo>
                  <a:pt x="320057" y="45717"/>
                </a:lnTo>
                <a:lnTo>
                  <a:pt x="320424" y="45556"/>
                </a:lnTo>
                <a:lnTo>
                  <a:pt x="320795" y="45399"/>
                </a:lnTo>
                <a:lnTo>
                  <a:pt x="321171" y="45247"/>
                </a:lnTo>
                <a:lnTo>
                  <a:pt x="321551" y="45099"/>
                </a:lnTo>
                <a:lnTo>
                  <a:pt x="321935" y="44956"/>
                </a:lnTo>
                <a:lnTo>
                  <a:pt x="322323" y="44818"/>
                </a:lnTo>
                <a:lnTo>
                  <a:pt x="322717" y="44686"/>
                </a:lnTo>
                <a:lnTo>
                  <a:pt x="323117" y="44560"/>
                </a:lnTo>
                <a:lnTo>
                  <a:pt x="323521" y="44439"/>
                </a:lnTo>
                <a:lnTo>
                  <a:pt x="323931" y="44325"/>
                </a:lnTo>
                <a:lnTo>
                  <a:pt x="324346" y="44216"/>
                </a:lnTo>
                <a:lnTo>
                  <a:pt x="324766" y="44113"/>
                </a:lnTo>
                <a:lnTo>
                  <a:pt x="325192" y="44016"/>
                </a:lnTo>
                <a:lnTo>
                  <a:pt x="325623" y="43925"/>
                </a:lnTo>
                <a:lnTo>
                  <a:pt x="326059" y="43840"/>
                </a:lnTo>
                <a:lnTo>
                  <a:pt x="326500" y="43761"/>
                </a:lnTo>
                <a:lnTo>
                  <a:pt x="326947" y="43687"/>
                </a:lnTo>
                <a:lnTo>
                  <a:pt x="327399" y="43620"/>
                </a:lnTo>
                <a:lnTo>
                  <a:pt x="327856" y="43558"/>
                </a:lnTo>
                <a:lnTo>
                  <a:pt x="328318" y="43502"/>
                </a:lnTo>
                <a:lnTo>
                  <a:pt x="328786" y="43452"/>
                </a:lnTo>
                <a:lnTo>
                  <a:pt x="329259" y="43408"/>
                </a:lnTo>
                <a:lnTo>
                  <a:pt x="329737" y="43370"/>
                </a:lnTo>
                <a:lnTo>
                  <a:pt x="330221" y="43338"/>
                </a:lnTo>
                <a:lnTo>
                  <a:pt x="330709" y="43311"/>
                </a:lnTo>
                <a:lnTo>
                  <a:pt x="331203" y="43291"/>
                </a:lnTo>
                <a:lnTo>
                  <a:pt x="331703" y="43276"/>
                </a:lnTo>
                <a:lnTo>
                  <a:pt x="332207" y="43267"/>
                </a:lnTo>
                <a:lnTo>
                  <a:pt x="332717" y="43264"/>
                </a:lnTo>
                <a:lnTo>
                  <a:pt x="334654" y="43264"/>
                </a:lnTo>
                <a:lnTo>
                  <a:pt x="334654" y="30361"/>
                </a:lnTo>
                <a:lnTo>
                  <a:pt x="332970" y="30361"/>
                </a:lnTo>
                <a:lnTo>
                  <a:pt x="332162" y="30368"/>
                </a:lnTo>
                <a:lnTo>
                  <a:pt x="331366" y="30391"/>
                </a:lnTo>
                <a:lnTo>
                  <a:pt x="330583" y="30428"/>
                </a:lnTo>
                <a:lnTo>
                  <a:pt x="329813" y="30480"/>
                </a:lnTo>
                <a:lnTo>
                  <a:pt x="329055" y="30548"/>
                </a:lnTo>
                <a:lnTo>
                  <a:pt x="328310" y="30630"/>
                </a:lnTo>
                <a:lnTo>
                  <a:pt x="327578" y="30727"/>
                </a:lnTo>
                <a:lnTo>
                  <a:pt x="326858" y="30839"/>
                </a:lnTo>
                <a:lnTo>
                  <a:pt x="326150" y="30966"/>
                </a:lnTo>
                <a:lnTo>
                  <a:pt x="325456" y="31108"/>
                </a:lnTo>
                <a:lnTo>
                  <a:pt x="324773" y="31265"/>
                </a:lnTo>
                <a:lnTo>
                  <a:pt x="324104" y="31436"/>
                </a:lnTo>
                <a:lnTo>
                  <a:pt x="323447" y="31623"/>
                </a:lnTo>
                <a:lnTo>
                  <a:pt x="322802" y="31825"/>
                </a:lnTo>
                <a:lnTo>
                  <a:pt x="322170" y="32041"/>
                </a:lnTo>
                <a:lnTo>
                  <a:pt x="321551" y="32273"/>
                </a:lnTo>
                <a:lnTo>
                  <a:pt x="320944" y="32519"/>
                </a:lnTo>
                <a:lnTo>
                  <a:pt x="320350" y="32780"/>
                </a:lnTo>
                <a:lnTo>
                  <a:pt x="319768" y="33057"/>
                </a:lnTo>
                <a:lnTo>
                  <a:pt x="319199" y="33348"/>
                </a:lnTo>
                <a:lnTo>
                  <a:pt x="318643" y="33654"/>
                </a:lnTo>
                <a:lnTo>
                  <a:pt x="318099" y="33975"/>
                </a:lnTo>
                <a:lnTo>
                  <a:pt x="317567" y="34311"/>
                </a:lnTo>
                <a:lnTo>
                  <a:pt x="317049" y="34662"/>
                </a:lnTo>
                <a:lnTo>
                  <a:pt x="316541" y="35024"/>
                </a:lnTo>
                <a:lnTo>
                  <a:pt x="316042" y="35393"/>
                </a:lnTo>
                <a:lnTo>
                  <a:pt x="315552" y="35769"/>
                </a:lnTo>
                <a:lnTo>
                  <a:pt x="315072" y="36152"/>
                </a:lnTo>
                <a:lnTo>
                  <a:pt x="314600" y="36542"/>
                </a:lnTo>
                <a:lnTo>
                  <a:pt x="314137" y="36939"/>
                </a:lnTo>
                <a:lnTo>
                  <a:pt x="313684" y="37343"/>
                </a:lnTo>
                <a:lnTo>
                  <a:pt x="313239" y="37754"/>
                </a:lnTo>
                <a:lnTo>
                  <a:pt x="312804" y="38173"/>
                </a:lnTo>
                <a:lnTo>
                  <a:pt x="312378" y="38598"/>
                </a:lnTo>
                <a:lnTo>
                  <a:pt x="311960" y="39030"/>
                </a:lnTo>
                <a:lnTo>
                  <a:pt x="311552" y="39469"/>
                </a:lnTo>
                <a:lnTo>
                  <a:pt x="311153" y="39916"/>
                </a:lnTo>
                <a:lnTo>
                  <a:pt x="310763" y="40369"/>
                </a:lnTo>
                <a:lnTo>
                  <a:pt x="310382" y="40829"/>
                </a:lnTo>
                <a:lnTo>
                  <a:pt x="310010" y="41297"/>
                </a:lnTo>
                <a:lnTo>
                  <a:pt x="309647" y="41771"/>
                </a:lnTo>
                <a:lnTo>
                  <a:pt x="309294" y="42252"/>
                </a:lnTo>
                <a:lnTo>
                  <a:pt x="308949" y="42741"/>
                </a:lnTo>
                <a:lnTo>
                  <a:pt x="308613" y="43236"/>
                </a:lnTo>
                <a:lnTo>
                  <a:pt x="308287" y="43739"/>
                </a:lnTo>
                <a:lnTo>
                  <a:pt x="307969" y="44248"/>
                </a:lnTo>
                <a:lnTo>
                  <a:pt x="307661" y="44765"/>
                </a:lnTo>
                <a:lnTo>
                  <a:pt x="307361" y="45289"/>
                </a:lnTo>
                <a:lnTo>
                  <a:pt x="306856" y="31879"/>
                </a:lnTo>
                <a:lnTo>
                  <a:pt x="293631" y="31879"/>
                </a:lnTo>
                <a:lnTo>
                  <a:pt x="293631" y="117396"/>
                </a:lnTo>
                <a:lnTo>
                  <a:pt x="307698" y="117396"/>
                </a:lnTo>
                <a:lnTo>
                  <a:pt x="307698" y="56524"/>
                </a:lnTo>
                <a:lnTo>
                  <a:pt x="307931" y="56199"/>
                </a:lnTo>
                <a:lnTo>
                  <a:pt x="308166" y="55878"/>
                </a:lnTo>
                <a:close/>
                <a:moveTo>
                  <a:pt x="132705" y="118815"/>
                </a:moveTo>
                <a:lnTo>
                  <a:pt x="133504" y="118760"/>
                </a:lnTo>
                <a:lnTo>
                  <a:pt x="134293" y="118692"/>
                </a:lnTo>
                <a:lnTo>
                  <a:pt x="135073" y="118612"/>
                </a:lnTo>
                <a:lnTo>
                  <a:pt x="135843" y="118520"/>
                </a:lnTo>
                <a:lnTo>
                  <a:pt x="136603" y="118415"/>
                </a:lnTo>
                <a:lnTo>
                  <a:pt x="137354" y="118298"/>
                </a:lnTo>
                <a:lnTo>
                  <a:pt x="138095" y="118168"/>
                </a:lnTo>
                <a:lnTo>
                  <a:pt x="138826" y="118026"/>
                </a:lnTo>
                <a:lnTo>
                  <a:pt x="139548" y="117872"/>
                </a:lnTo>
                <a:lnTo>
                  <a:pt x="140260" y="117706"/>
                </a:lnTo>
                <a:lnTo>
                  <a:pt x="140962" y="117527"/>
                </a:lnTo>
                <a:lnTo>
                  <a:pt x="141655" y="117336"/>
                </a:lnTo>
                <a:lnTo>
                  <a:pt x="142338" y="117133"/>
                </a:lnTo>
                <a:lnTo>
                  <a:pt x="143012" y="116917"/>
                </a:lnTo>
                <a:lnTo>
                  <a:pt x="143675" y="116689"/>
                </a:lnTo>
                <a:lnTo>
                  <a:pt x="144330" y="116449"/>
                </a:lnTo>
                <a:lnTo>
                  <a:pt x="144974" y="116196"/>
                </a:lnTo>
                <a:lnTo>
                  <a:pt x="145609" y="115931"/>
                </a:lnTo>
                <a:lnTo>
                  <a:pt x="146234" y="115654"/>
                </a:lnTo>
                <a:lnTo>
                  <a:pt x="146850" y="115364"/>
                </a:lnTo>
                <a:lnTo>
                  <a:pt x="147455" y="115063"/>
                </a:lnTo>
                <a:lnTo>
                  <a:pt x="148049" y="114751"/>
                </a:lnTo>
                <a:lnTo>
                  <a:pt x="148631" y="114429"/>
                </a:lnTo>
                <a:lnTo>
                  <a:pt x="149202" y="114097"/>
                </a:lnTo>
                <a:lnTo>
                  <a:pt x="149762" y="113754"/>
                </a:lnTo>
                <a:lnTo>
                  <a:pt x="150311" y="113401"/>
                </a:lnTo>
                <a:lnTo>
                  <a:pt x="150849" y="113038"/>
                </a:lnTo>
                <a:lnTo>
                  <a:pt x="151375" y="112665"/>
                </a:lnTo>
                <a:lnTo>
                  <a:pt x="151890" y="112281"/>
                </a:lnTo>
                <a:lnTo>
                  <a:pt x="152394" y="111886"/>
                </a:lnTo>
                <a:lnTo>
                  <a:pt x="152886" y="111482"/>
                </a:lnTo>
                <a:lnTo>
                  <a:pt x="153368" y="111067"/>
                </a:lnTo>
                <a:lnTo>
                  <a:pt x="153837" y="110641"/>
                </a:lnTo>
                <a:lnTo>
                  <a:pt x="154296" y="110206"/>
                </a:lnTo>
                <a:lnTo>
                  <a:pt x="154744" y="109760"/>
                </a:lnTo>
                <a:lnTo>
                  <a:pt x="155180" y="109303"/>
                </a:lnTo>
                <a:lnTo>
                  <a:pt x="155605" y="108837"/>
                </a:lnTo>
                <a:lnTo>
                  <a:pt x="156018" y="108360"/>
                </a:lnTo>
                <a:lnTo>
                  <a:pt x="156421" y="107872"/>
                </a:lnTo>
                <a:lnTo>
                  <a:pt x="156812" y="107375"/>
                </a:lnTo>
                <a:lnTo>
                  <a:pt x="157192" y="106867"/>
                </a:lnTo>
                <a:lnTo>
                  <a:pt x="157560" y="106348"/>
                </a:lnTo>
                <a:lnTo>
                  <a:pt x="157918" y="105820"/>
                </a:lnTo>
                <a:lnTo>
                  <a:pt x="158264" y="105281"/>
                </a:lnTo>
                <a:lnTo>
                  <a:pt x="158598" y="104732"/>
                </a:lnTo>
                <a:lnTo>
                  <a:pt x="158918" y="104174"/>
                </a:lnTo>
                <a:lnTo>
                  <a:pt x="159225" y="103608"/>
                </a:lnTo>
                <a:lnTo>
                  <a:pt x="159519" y="103033"/>
                </a:lnTo>
                <a:lnTo>
                  <a:pt x="159800" y="102450"/>
                </a:lnTo>
                <a:lnTo>
                  <a:pt x="160067" y="101858"/>
                </a:lnTo>
                <a:lnTo>
                  <a:pt x="160321" y="101257"/>
                </a:lnTo>
                <a:lnTo>
                  <a:pt x="160562" y="100647"/>
                </a:lnTo>
                <a:lnTo>
                  <a:pt x="160789" y="100029"/>
                </a:lnTo>
                <a:lnTo>
                  <a:pt x="161003" y="99402"/>
                </a:lnTo>
                <a:lnTo>
                  <a:pt x="161204" y="98767"/>
                </a:lnTo>
                <a:lnTo>
                  <a:pt x="161391" y="98122"/>
                </a:lnTo>
                <a:lnTo>
                  <a:pt x="161565" y="97470"/>
                </a:lnTo>
                <a:lnTo>
                  <a:pt x="161726" y="96808"/>
                </a:lnTo>
                <a:lnTo>
                  <a:pt x="161874" y="96138"/>
                </a:lnTo>
                <a:lnTo>
                  <a:pt x="162008" y="95459"/>
                </a:lnTo>
                <a:lnTo>
                  <a:pt x="162129" y="94771"/>
                </a:lnTo>
                <a:lnTo>
                  <a:pt x="162236" y="94075"/>
                </a:lnTo>
                <a:lnTo>
                  <a:pt x="162330" y="93370"/>
                </a:lnTo>
                <a:lnTo>
                  <a:pt x="162411" y="92656"/>
                </a:lnTo>
                <a:lnTo>
                  <a:pt x="162479" y="91934"/>
                </a:lnTo>
                <a:lnTo>
                  <a:pt x="162533" y="91203"/>
                </a:lnTo>
                <a:lnTo>
                  <a:pt x="162574" y="90464"/>
                </a:lnTo>
                <a:lnTo>
                  <a:pt x="162602" y="89715"/>
                </a:lnTo>
                <a:lnTo>
                  <a:pt x="148703" y="89715"/>
                </a:lnTo>
                <a:lnTo>
                  <a:pt x="148674" y="90449"/>
                </a:lnTo>
                <a:lnTo>
                  <a:pt x="148628" y="91168"/>
                </a:lnTo>
                <a:lnTo>
                  <a:pt x="148565" y="91872"/>
                </a:lnTo>
                <a:lnTo>
                  <a:pt x="148486" y="92562"/>
                </a:lnTo>
                <a:lnTo>
                  <a:pt x="148391" y="93238"/>
                </a:lnTo>
                <a:lnTo>
                  <a:pt x="148279" y="93899"/>
                </a:lnTo>
                <a:lnTo>
                  <a:pt x="148151" y="94546"/>
                </a:lnTo>
                <a:lnTo>
                  <a:pt x="148006" y="95178"/>
                </a:lnTo>
                <a:lnTo>
                  <a:pt x="147844" y="95795"/>
                </a:lnTo>
                <a:lnTo>
                  <a:pt x="147666" y="96398"/>
                </a:lnTo>
                <a:lnTo>
                  <a:pt x="147471" y="96987"/>
                </a:lnTo>
                <a:lnTo>
                  <a:pt x="147260" y="97561"/>
                </a:lnTo>
                <a:lnTo>
                  <a:pt x="147033" y="98121"/>
                </a:lnTo>
                <a:lnTo>
                  <a:pt x="146789" y="98666"/>
                </a:lnTo>
                <a:lnTo>
                  <a:pt x="146528" y="99196"/>
                </a:lnTo>
                <a:lnTo>
                  <a:pt x="146251" y="99713"/>
                </a:lnTo>
                <a:lnTo>
                  <a:pt x="145957" y="100214"/>
                </a:lnTo>
                <a:lnTo>
                  <a:pt x="145647" y="100701"/>
                </a:lnTo>
                <a:lnTo>
                  <a:pt x="145320" y="101174"/>
                </a:lnTo>
                <a:lnTo>
                  <a:pt x="144977" y="101632"/>
                </a:lnTo>
                <a:lnTo>
                  <a:pt x="144617" y="102076"/>
                </a:lnTo>
                <a:lnTo>
                  <a:pt x="144240" y="102505"/>
                </a:lnTo>
                <a:lnTo>
                  <a:pt x="143847" y="102920"/>
                </a:lnTo>
                <a:lnTo>
                  <a:pt x="143438" y="103320"/>
                </a:lnTo>
                <a:lnTo>
                  <a:pt x="143013" y="103704"/>
                </a:lnTo>
                <a:lnTo>
                  <a:pt x="142575" y="104073"/>
                </a:lnTo>
                <a:lnTo>
                  <a:pt x="142122" y="104425"/>
                </a:lnTo>
                <a:lnTo>
                  <a:pt x="141656" y="104760"/>
                </a:lnTo>
                <a:lnTo>
                  <a:pt x="141176" y="105080"/>
                </a:lnTo>
                <a:lnTo>
                  <a:pt x="140682" y="105382"/>
                </a:lnTo>
                <a:lnTo>
                  <a:pt x="140174" y="105669"/>
                </a:lnTo>
                <a:lnTo>
                  <a:pt x="139652" y="105939"/>
                </a:lnTo>
                <a:lnTo>
                  <a:pt x="139116" y="106193"/>
                </a:lnTo>
                <a:lnTo>
                  <a:pt x="138567" y="106430"/>
                </a:lnTo>
                <a:lnTo>
                  <a:pt x="138003" y="106651"/>
                </a:lnTo>
                <a:lnTo>
                  <a:pt x="137426" y="106856"/>
                </a:lnTo>
                <a:lnTo>
                  <a:pt x="136834" y="107044"/>
                </a:lnTo>
                <a:lnTo>
                  <a:pt x="136229" y="107216"/>
                </a:lnTo>
                <a:lnTo>
                  <a:pt x="135610" y="107372"/>
                </a:lnTo>
                <a:lnTo>
                  <a:pt x="134977" y="107511"/>
                </a:lnTo>
                <a:lnTo>
                  <a:pt x="134330" y="107634"/>
                </a:lnTo>
                <a:lnTo>
                  <a:pt x="133669" y="107740"/>
                </a:lnTo>
                <a:lnTo>
                  <a:pt x="132994" y="107830"/>
                </a:lnTo>
                <a:lnTo>
                  <a:pt x="132306" y="107904"/>
                </a:lnTo>
                <a:lnTo>
                  <a:pt x="131603" y="107961"/>
                </a:lnTo>
                <a:lnTo>
                  <a:pt x="130887" y="108002"/>
                </a:lnTo>
                <a:lnTo>
                  <a:pt x="130157" y="108026"/>
                </a:lnTo>
                <a:lnTo>
                  <a:pt x="129412" y="108035"/>
                </a:lnTo>
                <a:lnTo>
                  <a:pt x="128723" y="108027"/>
                </a:lnTo>
                <a:lnTo>
                  <a:pt x="128044" y="108005"/>
                </a:lnTo>
                <a:lnTo>
                  <a:pt x="127377" y="107968"/>
                </a:lnTo>
                <a:lnTo>
                  <a:pt x="126720" y="107916"/>
                </a:lnTo>
                <a:lnTo>
                  <a:pt x="126075" y="107849"/>
                </a:lnTo>
                <a:lnTo>
                  <a:pt x="125440" y="107768"/>
                </a:lnTo>
                <a:lnTo>
                  <a:pt x="124816" y="107672"/>
                </a:lnTo>
                <a:lnTo>
                  <a:pt x="124204" y="107561"/>
                </a:lnTo>
                <a:lnTo>
                  <a:pt x="123602" y="107435"/>
                </a:lnTo>
                <a:lnTo>
                  <a:pt x="123011" y="107294"/>
                </a:lnTo>
                <a:lnTo>
                  <a:pt x="122431" y="107138"/>
                </a:lnTo>
                <a:lnTo>
                  <a:pt x="121863" y="106968"/>
                </a:lnTo>
                <a:lnTo>
                  <a:pt x="121305" y="106783"/>
                </a:lnTo>
                <a:lnTo>
                  <a:pt x="120758" y="106583"/>
                </a:lnTo>
                <a:lnTo>
                  <a:pt x="120222" y="106368"/>
                </a:lnTo>
                <a:lnTo>
                  <a:pt x="119697" y="106138"/>
                </a:lnTo>
                <a:lnTo>
                  <a:pt x="119183" y="105894"/>
                </a:lnTo>
                <a:lnTo>
                  <a:pt x="118680" y="105635"/>
                </a:lnTo>
                <a:lnTo>
                  <a:pt x="118188" y="105360"/>
                </a:lnTo>
                <a:lnTo>
                  <a:pt x="117707" y="105072"/>
                </a:lnTo>
                <a:lnTo>
                  <a:pt x="117237" y="104768"/>
                </a:lnTo>
                <a:lnTo>
                  <a:pt x="116778" y="104449"/>
                </a:lnTo>
                <a:lnTo>
                  <a:pt x="116330" y="104116"/>
                </a:lnTo>
                <a:lnTo>
                  <a:pt x="115892" y="103768"/>
                </a:lnTo>
                <a:lnTo>
                  <a:pt x="115465" y="103407"/>
                </a:lnTo>
                <a:lnTo>
                  <a:pt x="115048" y="103037"/>
                </a:lnTo>
                <a:lnTo>
                  <a:pt x="114641" y="102657"/>
                </a:lnTo>
                <a:lnTo>
                  <a:pt x="114244" y="102267"/>
                </a:lnTo>
                <a:lnTo>
                  <a:pt x="113856" y="101867"/>
                </a:lnTo>
                <a:lnTo>
                  <a:pt x="113478" y="101458"/>
                </a:lnTo>
                <a:lnTo>
                  <a:pt x="113110" y="101039"/>
                </a:lnTo>
                <a:lnTo>
                  <a:pt x="112752" y="100610"/>
                </a:lnTo>
                <a:lnTo>
                  <a:pt x="112404" y="100172"/>
                </a:lnTo>
                <a:lnTo>
                  <a:pt x="112065" y="99724"/>
                </a:lnTo>
                <a:lnTo>
                  <a:pt x="111736" y="99266"/>
                </a:lnTo>
                <a:lnTo>
                  <a:pt x="111417" y="98798"/>
                </a:lnTo>
                <a:lnTo>
                  <a:pt x="111108" y="98321"/>
                </a:lnTo>
                <a:lnTo>
                  <a:pt x="110809" y="97834"/>
                </a:lnTo>
                <a:lnTo>
                  <a:pt x="110519" y="97338"/>
                </a:lnTo>
                <a:lnTo>
                  <a:pt x="110239" y="96831"/>
                </a:lnTo>
                <a:lnTo>
                  <a:pt x="109969" y="96315"/>
                </a:lnTo>
                <a:lnTo>
                  <a:pt x="109709" y="95789"/>
                </a:lnTo>
                <a:lnTo>
                  <a:pt x="109458" y="95253"/>
                </a:lnTo>
                <a:lnTo>
                  <a:pt x="109218" y="94708"/>
                </a:lnTo>
                <a:lnTo>
                  <a:pt x="108987" y="94153"/>
                </a:lnTo>
                <a:lnTo>
                  <a:pt x="108766" y="93588"/>
                </a:lnTo>
                <a:lnTo>
                  <a:pt x="108554" y="93014"/>
                </a:lnTo>
                <a:lnTo>
                  <a:pt x="108353" y="92430"/>
                </a:lnTo>
                <a:lnTo>
                  <a:pt x="108160" y="91838"/>
                </a:lnTo>
                <a:lnTo>
                  <a:pt x="107976" y="91242"/>
                </a:lnTo>
                <a:lnTo>
                  <a:pt x="107799" y="90641"/>
                </a:lnTo>
                <a:lnTo>
                  <a:pt x="107630" y="90035"/>
                </a:lnTo>
                <a:lnTo>
                  <a:pt x="107469" y="89425"/>
                </a:lnTo>
                <a:lnTo>
                  <a:pt x="107316" y="88809"/>
                </a:lnTo>
                <a:lnTo>
                  <a:pt x="107171" y="88189"/>
                </a:lnTo>
                <a:lnTo>
                  <a:pt x="107033" y="87564"/>
                </a:lnTo>
                <a:lnTo>
                  <a:pt x="106904" y="86935"/>
                </a:lnTo>
                <a:lnTo>
                  <a:pt x="106782" y="86300"/>
                </a:lnTo>
                <a:lnTo>
                  <a:pt x="106669" y="85661"/>
                </a:lnTo>
                <a:lnTo>
                  <a:pt x="106563" y="85017"/>
                </a:lnTo>
                <a:lnTo>
                  <a:pt x="106465" y="84368"/>
                </a:lnTo>
                <a:lnTo>
                  <a:pt x="106375" y="83714"/>
                </a:lnTo>
                <a:lnTo>
                  <a:pt x="106293" y="83056"/>
                </a:lnTo>
                <a:lnTo>
                  <a:pt x="106219" y="82393"/>
                </a:lnTo>
                <a:lnTo>
                  <a:pt x="106153" y="81725"/>
                </a:lnTo>
                <a:lnTo>
                  <a:pt x="106094" y="81052"/>
                </a:lnTo>
                <a:lnTo>
                  <a:pt x="106044" y="80374"/>
                </a:lnTo>
                <a:lnTo>
                  <a:pt x="106001" y="79692"/>
                </a:lnTo>
                <a:lnTo>
                  <a:pt x="105967" y="79005"/>
                </a:lnTo>
                <a:lnTo>
                  <a:pt x="105940" y="78313"/>
                </a:lnTo>
                <a:lnTo>
                  <a:pt x="105921" y="77616"/>
                </a:lnTo>
                <a:lnTo>
                  <a:pt x="105910" y="76915"/>
                </a:lnTo>
                <a:lnTo>
                  <a:pt x="162265" y="76915"/>
                </a:lnTo>
                <a:lnTo>
                  <a:pt x="162279" y="76847"/>
                </a:lnTo>
                <a:lnTo>
                  <a:pt x="162292" y="76776"/>
                </a:lnTo>
                <a:lnTo>
                  <a:pt x="162305" y="76701"/>
                </a:lnTo>
                <a:lnTo>
                  <a:pt x="162318" y="76623"/>
                </a:lnTo>
                <a:lnTo>
                  <a:pt x="162330" y="76541"/>
                </a:lnTo>
                <a:lnTo>
                  <a:pt x="162341" y="76456"/>
                </a:lnTo>
                <a:lnTo>
                  <a:pt x="162353" y="76367"/>
                </a:lnTo>
                <a:lnTo>
                  <a:pt x="162363" y="76275"/>
                </a:lnTo>
                <a:lnTo>
                  <a:pt x="162374" y="76180"/>
                </a:lnTo>
                <a:lnTo>
                  <a:pt x="162384" y="76080"/>
                </a:lnTo>
                <a:lnTo>
                  <a:pt x="162393" y="75978"/>
                </a:lnTo>
                <a:lnTo>
                  <a:pt x="162402" y="75872"/>
                </a:lnTo>
                <a:lnTo>
                  <a:pt x="162411" y="75762"/>
                </a:lnTo>
                <a:lnTo>
                  <a:pt x="162419" y="75649"/>
                </a:lnTo>
                <a:lnTo>
                  <a:pt x="162426" y="75532"/>
                </a:lnTo>
                <a:lnTo>
                  <a:pt x="162434" y="75412"/>
                </a:lnTo>
                <a:lnTo>
                  <a:pt x="162440" y="75288"/>
                </a:lnTo>
                <a:lnTo>
                  <a:pt x="162447" y="75161"/>
                </a:lnTo>
                <a:lnTo>
                  <a:pt x="162453" y="75030"/>
                </a:lnTo>
                <a:lnTo>
                  <a:pt x="162458" y="74896"/>
                </a:lnTo>
                <a:lnTo>
                  <a:pt x="162463" y="74758"/>
                </a:lnTo>
                <a:lnTo>
                  <a:pt x="162468" y="74617"/>
                </a:lnTo>
                <a:lnTo>
                  <a:pt x="162472" y="74472"/>
                </a:lnTo>
                <a:lnTo>
                  <a:pt x="162476" y="74324"/>
                </a:lnTo>
                <a:lnTo>
                  <a:pt x="162479" y="74175"/>
                </a:lnTo>
                <a:lnTo>
                  <a:pt x="162482" y="74027"/>
                </a:lnTo>
                <a:lnTo>
                  <a:pt x="162486" y="73881"/>
                </a:lnTo>
                <a:lnTo>
                  <a:pt x="162489" y="73737"/>
                </a:lnTo>
                <a:lnTo>
                  <a:pt x="162491" y="73595"/>
                </a:lnTo>
                <a:lnTo>
                  <a:pt x="162494" y="73454"/>
                </a:lnTo>
                <a:lnTo>
                  <a:pt x="162497" y="73315"/>
                </a:lnTo>
                <a:lnTo>
                  <a:pt x="162499" y="73177"/>
                </a:lnTo>
                <a:lnTo>
                  <a:pt x="162501" y="73042"/>
                </a:lnTo>
                <a:lnTo>
                  <a:pt x="162504" y="72908"/>
                </a:lnTo>
                <a:lnTo>
                  <a:pt x="162505" y="72775"/>
                </a:lnTo>
                <a:lnTo>
                  <a:pt x="162507" y="72644"/>
                </a:lnTo>
                <a:lnTo>
                  <a:pt x="162509" y="72515"/>
                </a:lnTo>
                <a:lnTo>
                  <a:pt x="162511" y="72388"/>
                </a:lnTo>
                <a:lnTo>
                  <a:pt x="162512" y="72262"/>
                </a:lnTo>
                <a:lnTo>
                  <a:pt x="162513" y="72138"/>
                </a:lnTo>
                <a:lnTo>
                  <a:pt x="162514" y="72016"/>
                </a:lnTo>
                <a:lnTo>
                  <a:pt x="162515" y="71895"/>
                </a:lnTo>
                <a:lnTo>
                  <a:pt x="162516" y="71776"/>
                </a:lnTo>
                <a:lnTo>
                  <a:pt x="162517" y="71659"/>
                </a:lnTo>
                <a:lnTo>
                  <a:pt x="162517" y="71543"/>
                </a:lnTo>
                <a:lnTo>
                  <a:pt x="162518" y="71429"/>
                </a:lnTo>
                <a:lnTo>
                  <a:pt x="162518" y="71317"/>
                </a:lnTo>
                <a:lnTo>
                  <a:pt x="162518" y="71206"/>
                </a:lnTo>
                <a:lnTo>
                  <a:pt x="162502" y="69575"/>
                </a:lnTo>
                <a:lnTo>
                  <a:pt x="162454" y="67976"/>
                </a:lnTo>
                <a:lnTo>
                  <a:pt x="162374" y="66409"/>
                </a:lnTo>
                <a:lnTo>
                  <a:pt x="162263" y="64874"/>
                </a:lnTo>
                <a:lnTo>
                  <a:pt x="162119" y="63372"/>
                </a:lnTo>
                <a:lnTo>
                  <a:pt x="161944" y="61901"/>
                </a:lnTo>
                <a:lnTo>
                  <a:pt x="161737" y="60462"/>
                </a:lnTo>
                <a:lnTo>
                  <a:pt x="161498" y="59055"/>
                </a:lnTo>
                <a:lnTo>
                  <a:pt x="161227" y="57680"/>
                </a:lnTo>
                <a:lnTo>
                  <a:pt x="160924" y="56338"/>
                </a:lnTo>
                <a:lnTo>
                  <a:pt x="160589" y="55027"/>
                </a:lnTo>
                <a:lnTo>
                  <a:pt x="160222" y="53748"/>
                </a:lnTo>
                <a:lnTo>
                  <a:pt x="159824" y="52502"/>
                </a:lnTo>
                <a:lnTo>
                  <a:pt x="159393" y="51287"/>
                </a:lnTo>
                <a:lnTo>
                  <a:pt x="158931" y="50105"/>
                </a:lnTo>
                <a:lnTo>
                  <a:pt x="158437" y="48954"/>
                </a:lnTo>
                <a:lnTo>
                  <a:pt x="157911" y="47836"/>
                </a:lnTo>
                <a:lnTo>
                  <a:pt x="157353" y="46749"/>
                </a:lnTo>
                <a:lnTo>
                  <a:pt x="156763" y="45695"/>
                </a:lnTo>
                <a:lnTo>
                  <a:pt x="156142" y="44672"/>
                </a:lnTo>
                <a:lnTo>
                  <a:pt x="155488" y="43682"/>
                </a:lnTo>
                <a:lnTo>
                  <a:pt x="154802" y="42724"/>
                </a:lnTo>
                <a:lnTo>
                  <a:pt x="154085" y="41797"/>
                </a:lnTo>
                <a:lnTo>
                  <a:pt x="153336" y="40903"/>
                </a:lnTo>
                <a:lnTo>
                  <a:pt x="152558" y="40043"/>
                </a:lnTo>
                <a:lnTo>
                  <a:pt x="151756" y="39219"/>
                </a:lnTo>
                <a:lnTo>
                  <a:pt x="150930" y="38432"/>
                </a:lnTo>
                <a:lnTo>
                  <a:pt x="150079" y="37682"/>
                </a:lnTo>
                <a:lnTo>
                  <a:pt x="149203" y="36968"/>
                </a:lnTo>
                <a:lnTo>
                  <a:pt x="148303" y="36291"/>
                </a:lnTo>
                <a:lnTo>
                  <a:pt x="147378" y="35650"/>
                </a:lnTo>
                <a:lnTo>
                  <a:pt x="146428" y="35046"/>
                </a:lnTo>
                <a:lnTo>
                  <a:pt x="145454" y="34479"/>
                </a:lnTo>
                <a:lnTo>
                  <a:pt x="144456" y="33948"/>
                </a:lnTo>
                <a:lnTo>
                  <a:pt x="143433" y="33454"/>
                </a:lnTo>
                <a:lnTo>
                  <a:pt x="142385" y="32997"/>
                </a:lnTo>
                <a:lnTo>
                  <a:pt x="141313" y="32576"/>
                </a:lnTo>
                <a:lnTo>
                  <a:pt x="140216" y="32191"/>
                </a:lnTo>
                <a:lnTo>
                  <a:pt x="139095" y="31843"/>
                </a:lnTo>
                <a:lnTo>
                  <a:pt x="137949" y="31532"/>
                </a:lnTo>
                <a:lnTo>
                  <a:pt x="136778" y="31258"/>
                </a:lnTo>
                <a:lnTo>
                  <a:pt x="135583" y="31020"/>
                </a:lnTo>
                <a:lnTo>
                  <a:pt x="134363" y="30819"/>
                </a:lnTo>
                <a:lnTo>
                  <a:pt x="133119" y="30654"/>
                </a:lnTo>
                <a:lnTo>
                  <a:pt x="131850" y="30526"/>
                </a:lnTo>
                <a:lnTo>
                  <a:pt x="130557" y="30434"/>
                </a:lnTo>
                <a:lnTo>
                  <a:pt x="129239" y="30379"/>
                </a:lnTo>
                <a:lnTo>
                  <a:pt x="127896" y="30361"/>
                </a:lnTo>
                <a:lnTo>
                  <a:pt x="126892" y="30371"/>
                </a:lnTo>
                <a:lnTo>
                  <a:pt x="125903" y="30400"/>
                </a:lnTo>
                <a:lnTo>
                  <a:pt x="124927" y="30449"/>
                </a:lnTo>
                <a:lnTo>
                  <a:pt x="123966" y="30517"/>
                </a:lnTo>
                <a:lnTo>
                  <a:pt x="123019" y="30605"/>
                </a:lnTo>
                <a:lnTo>
                  <a:pt x="122086" y="30712"/>
                </a:lnTo>
                <a:lnTo>
                  <a:pt x="121168" y="30839"/>
                </a:lnTo>
                <a:lnTo>
                  <a:pt x="120263" y="30985"/>
                </a:lnTo>
                <a:lnTo>
                  <a:pt x="119373" y="31151"/>
                </a:lnTo>
                <a:lnTo>
                  <a:pt x="118497" y="31336"/>
                </a:lnTo>
                <a:lnTo>
                  <a:pt x="117635" y="31541"/>
                </a:lnTo>
                <a:lnTo>
                  <a:pt x="116787" y="31765"/>
                </a:lnTo>
                <a:lnTo>
                  <a:pt x="115954" y="32009"/>
                </a:lnTo>
                <a:lnTo>
                  <a:pt x="115134" y="32272"/>
                </a:lnTo>
                <a:lnTo>
                  <a:pt x="114329" y="32555"/>
                </a:lnTo>
                <a:lnTo>
                  <a:pt x="113538" y="32857"/>
                </a:lnTo>
                <a:lnTo>
                  <a:pt x="112762" y="33179"/>
                </a:lnTo>
                <a:lnTo>
                  <a:pt x="111999" y="33520"/>
                </a:lnTo>
                <a:lnTo>
                  <a:pt x="111251" y="33881"/>
                </a:lnTo>
                <a:lnTo>
                  <a:pt x="110516" y="34261"/>
                </a:lnTo>
                <a:lnTo>
                  <a:pt x="109796" y="34661"/>
                </a:lnTo>
                <a:lnTo>
                  <a:pt x="109090" y="35080"/>
                </a:lnTo>
                <a:lnTo>
                  <a:pt x="108399" y="35519"/>
                </a:lnTo>
                <a:lnTo>
                  <a:pt x="107721" y="35977"/>
                </a:lnTo>
                <a:lnTo>
                  <a:pt x="107058" y="36453"/>
                </a:lnTo>
                <a:lnTo>
                  <a:pt x="106409" y="36944"/>
                </a:lnTo>
                <a:lnTo>
                  <a:pt x="105774" y="37449"/>
                </a:lnTo>
                <a:lnTo>
                  <a:pt x="105153" y="37970"/>
                </a:lnTo>
                <a:lnTo>
                  <a:pt x="104547" y="38506"/>
                </a:lnTo>
                <a:lnTo>
                  <a:pt x="103954" y="39057"/>
                </a:lnTo>
                <a:lnTo>
                  <a:pt x="103376" y="39623"/>
                </a:lnTo>
                <a:lnTo>
                  <a:pt x="102812" y="40204"/>
                </a:lnTo>
                <a:lnTo>
                  <a:pt x="102262" y="40801"/>
                </a:lnTo>
                <a:lnTo>
                  <a:pt x="101727" y="41412"/>
                </a:lnTo>
                <a:lnTo>
                  <a:pt x="101205" y="42038"/>
                </a:lnTo>
                <a:lnTo>
                  <a:pt x="100698" y="42680"/>
                </a:lnTo>
                <a:lnTo>
                  <a:pt x="100205" y="43337"/>
                </a:lnTo>
                <a:lnTo>
                  <a:pt x="99726" y="44008"/>
                </a:lnTo>
                <a:lnTo>
                  <a:pt x="99261" y="44695"/>
                </a:lnTo>
                <a:lnTo>
                  <a:pt x="98811" y="45397"/>
                </a:lnTo>
                <a:lnTo>
                  <a:pt x="98374" y="46114"/>
                </a:lnTo>
                <a:lnTo>
                  <a:pt x="97952" y="46846"/>
                </a:lnTo>
                <a:lnTo>
                  <a:pt x="97544" y="47593"/>
                </a:lnTo>
                <a:lnTo>
                  <a:pt x="97151" y="48356"/>
                </a:lnTo>
                <a:lnTo>
                  <a:pt x="96771" y="49133"/>
                </a:lnTo>
                <a:lnTo>
                  <a:pt x="96406" y="49926"/>
                </a:lnTo>
                <a:lnTo>
                  <a:pt x="96054" y="50733"/>
                </a:lnTo>
                <a:lnTo>
                  <a:pt x="95717" y="51556"/>
                </a:lnTo>
                <a:lnTo>
                  <a:pt x="95394" y="52391"/>
                </a:lnTo>
                <a:lnTo>
                  <a:pt x="95085" y="53238"/>
                </a:lnTo>
                <a:lnTo>
                  <a:pt x="94789" y="54095"/>
                </a:lnTo>
                <a:lnTo>
                  <a:pt x="94508" y="54963"/>
                </a:lnTo>
                <a:lnTo>
                  <a:pt x="94240" y="55842"/>
                </a:lnTo>
                <a:lnTo>
                  <a:pt x="93985" y="56731"/>
                </a:lnTo>
                <a:lnTo>
                  <a:pt x="93745" y="57632"/>
                </a:lnTo>
                <a:lnTo>
                  <a:pt x="93518" y="58543"/>
                </a:lnTo>
                <a:lnTo>
                  <a:pt x="93305" y="59465"/>
                </a:lnTo>
                <a:lnTo>
                  <a:pt x="93105" y="60398"/>
                </a:lnTo>
                <a:lnTo>
                  <a:pt x="92920" y="61342"/>
                </a:lnTo>
                <a:lnTo>
                  <a:pt x="92748" y="62296"/>
                </a:lnTo>
                <a:lnTo>
                  <a:pt x="92590" y="63261"/>
                </a:lnTo>
                <a:lnTo>
                  <a:pt x="92446" y="64237"/>
                </a:lnTo>
                <a:lnTo>
                  <a:pt x="92315" y="65224"/>
                </a:lnTo>
                <a:lnTo>
                  <a:pt x="92198" y="66222"/>
                </a:lnTo>
                <a:lnTo>
                  <a:pt x="92095" y="67231"/>
                </a:lnTo>
                <a:lnTo>
                  <a:pt x="92006" y="68250"/>
                </a:lnTo>
                <a:lnTo>
                  <a:pt x="91930" y="69280"/>
                </a:lnTo>
                <a:lnTo>
                  <a:pt x="91868" y="70321"/>
                </a:lnTo>
                <a:lnTo>
                  <a:pt x="91820" y="71373"/>
                </a:lnTo>
                <a:lnTo>
                  <a:pt x="91786" y="72435"/>
                </a:lnTo>
                <a:lnTo>
                  <a:pt x="91765" y="73509"/>
                </a:lnTo>
                <a:lnTo>
                  <a:pt x="91758" y="74593"/>
                </a:lnTo>
                <a:lnTo>
                  <a:pt x="91765" y="75634"/>
                </a:lnTo>
                <a:lnTo>
                  <a:pt x="91787" y="76667"/>
                </a:lnTo>
                <a:lnTo>
                  <a:pt x="91822" y="77691"/>
                </a:lnTo>
                <a:lnTo>
                  <a:pt x="91872" y="78707"/>
                </a:lnTo>
                <a:lnTo>
                  <a:pt x="91936" y="79713"/>
                </a:lnTo>
                <a:lnTo>
                  <a:pt x="92014" y="80712"/>
                </a:lnTo>
                <a:lnTo>
                  <a:pt x="92106" y="81701"/>
                </a:lnTo>
                <a:lnTo>
                  <a:pt x="92212" y="82682"/>
                </a:lnTo>
                <a:lnTo>
                  <a:pt x="92333" y="83654"/>
                </a:lnTo>
                <a:lnTo>
                  <a:pt x="92468" y="84617"/>
                </a:lnTo>
                <a:lnTo>
                  <a:pt x="92616" y="85572"/>
                </a:lnTo>
                <a:lnTo>
                  <a:pt x="92780" y="86518"/>
                </a:lnTo>
                <a:lnTo>
                  <a:pt x="92957" y="87455"/>
                </a:lnTo>
                <a:lnTo>
                  <a:pt x="93148" y="88384"/>
                </a:lnTo>
                <a:lnTo>
                  <a:pt x="93354" y="89304"/>
                </a:lnTo>
                <a:lnTo>
                  <a:pt x="93574" y="90215"/>
                </a:lnTo>
                <a:lnTo>
                  <a:pt x="93808" y="91117"/>
                </a:lnTo>
                <a:lnTo>
                  <a:pt x="94056" y="92011"/>
                </a:lnTo>
                <a:lnTo>
                  <a:pt x="94319" y="92896"/>
                </a:lnTo>
                <a:lnTo>
                  <a:pt x="94595" y="93773"/>
                </a:lnTo>
                <a:lnTo>
                  <a:pt x="94886" y="94641"/>
                </a:lnTo>
                <a:lnTo>
                  <a:pt x="95191" y="95500"/>
                </a:lnTo>
                <a:lnTo>
                  <a:pt x="95510" y="96350"/>
                </a:lnTo>
                <a:lnTo>
                  <a:pt x="95844" y="97192"/>
                </a:lnTo>
                <a:lnTo>
                  <a:pt x="96192" y="98022"/>
                </a:lnTo>
                <a:lnTo>
                  <a:pt x="96554" y="98838"/>
                </a:lnTo>
                <a:lnTo>
                  <a:pt x="96932" y="99639"/>
                </a:lnTo>
                <a:lnTo>
                  <a:pt x="97324" y="100425"/>
                </a:lnTo>
                <a:lnTo>
                  <a:pt x="97731" y="101197"/>
                </a:lnTo>
                <a:lnTo>
                  <a:pt x="98152" y="101954"/>
                </a:lnTo>
                <a:lnTo>
                  <a:pt x="98589" y="102696"/>
                </a:lnTo>
                <a:lnTo>
                  <a:pt x="99040" y="103424"/>
                </a:lnTo>
                <a:lnTo>
                  <a:pt x="99506" y="104137"/>
                </a:lnTo>
                <a:lnTo>
                  <a:pt x="99987" y="104835"/>
                </a:lnTo>
                <a:lnTo>
                  <a:pt x="100482" y="105519"/>
                </a:lnTo>
                <a:lnTo>
                  <a:pt x="100993" y="106188"/>
                </a:lnTo>
                <a:lnTo>
                  <a:pt x="101518" y="106843"/>
                </a:lnTo>
                <a:lnTo>
                  <a:pt x="102058" y="107483"/>
                </a:lnTo>
                <a:lnTo>
                  <a:pt x="102612" y="108108"/>
                </a:lnTo>
                <a:lnTo>
                  <a:pt x="103182" y="108719"/>
                </a:lnTo>
                <a:lnTo>
                  <a:pt x="103766" y="109315"/>
                </a:lnTo>
                <a:lnTo>
                  <a:pt x="104365" y="109897"/>
                </a:lnTo>
                <a:lnTo>
                  <a:pt x="104979" y="110464"/>
                </a:lnTo>
                <a:lnTo>
                  <a:pt x="105607" y="111016"/>
                </a:lnTo>
                <a:lnTo>
                  <a:pt x="106250" y="111554"/>
                </a:lnTo>
                <a:lnTo>
                  <a:pt x="106908" y="112077"/>
                </a:lnTo>
                <a:lnTo>
                  <a:pt x="107581" y="112585"/>
                </a:lnTo>
                <a:lnTo>
                  <a:pt x="108269" y="113079"/>
                </a:lnTo>
                <a:lnTo>
                  <a:pt x="108972" y="113555"/>
                </a:lnTo>
                <a:lnTo>
                  <a:pt x="109690" y="114011"/>
                </a:lnTo>
                <a:lnTo>
                  <a:pt x="110423" y="114447"/>
                </a:lnTo>
                <a:lnTo>
                  <a:pt x="111173" y="114862"/>
                </a:lnTo>
                <a:lnTo>
                  <a:pt x="111937" y="115257"/>
                </a:lnTo>
                <a:lnTo>
                  <a:pt x="112718" y="115632"/>
                </a:lnTo>
                <a:lnTo>
                  <a:pt x="113513" y="115986"/>
                </a:lnTo>
                <a:lnTo>
                  <a:pt x="114325" y="116321"/>
                </a:lnTo>
                <a:lnTo>
                  <a:pt x="115151" y="116635"/>
                </a:lnTo>
                <a:lnTo>
                  <a:pt x="115994" y="116928"/>
                </a:lnTo>
                <a:lnTo>
                  <a:pt x="116851" y="117202"/>
                </a:lnTo>
                <a:lnTo>
                  <a:pt x="117724" y="117455"/>
                </a:lnTo>
                <a:lnTo>
                  <a:pt x="118613" y="117688"/>
                </a:lnTo>
                <a:lnTo>
                  <a:pt x="119517" y="117901"/>
                </a:lnTo>
                <a:lnTo>
                  <a:pt x="120437" y="118093"/>
                </a:lnTo>
                <a:lnTo>
                  <a:pt x="121372" y="118266"/>
                </a:lnTo>
                <a:lnTo>
                  <a:pt x="122323" y="118418"/>
                </a:lnTo>
                <a:lnTo>
                  <a:pt x="123289" y="118549"/>
                </a:lnTo>
                <a:lnTo>
                  <a:pt x="124271" y="118661"/>
                </a:lnTo>
                <a:lnTo>
                  <a:pt x="125268" y="118752"/>
                </a:lnTo>
                <a:lnTo>
                  <a:pt x="126281" y="118823"/>
                </a:lnTo>
                <a:lnTo>
                  <a:pt x="127309" y="118873"/>
                </a:lnTo>
                <a:lnTo>
                  <a:pt x="128353" y="118904"/>
                </a:lnTo>
                <a:lnTo>
                  <a:pt x="129412" y="118914"/>
                </a:lnTo>
                <a:lnTo>
                  <a:pt x="130250" y="118908"/>
                </a:lnTo>
                <a:lnTo>
                  <a:pt x="131078" y="118889"/>
                </a:lnTo>
                <a:lnTo>
                  <a:pt x="131896" y="118859"/>
                </a:lnTo>
                <a:lnTo>
                  <a:pt x="132705" y="118815"/>
                </a:lnTo>
                <a:close/>
                <a:moveTo>
                  <a:pt x="106457" y="62637"/>
                </a:moveTo>
                <a:lnTo>
                  <a:pt x="106611" y="61692"/>
                </a:lnTo>
                <a:lnTo>
                  <a:pt x="106781" y="60767"/>
                </a:lnTo>
                <a:lnTo>
                  <a:pt x="106967" y="59864"/>
                </a:lnTo>
                <a:lnTo>
                  <a:pt x="107169" y="58980"/>
                </a:lnTo>
                <a:lnTo>
                  <a:pt x="107386" y="58118"/>
                </a:lnTo>
                <a:lnTo>
                  <a:pt x="107619" y="57276"/>
                </a:lnTo>
                <a:lnTo>
                  <a:pt x="107868" y="56455"/>
                </a:lnTo>
                <a:lnTo>
                  <a:pt x="108132" y="55654"/>
                </a:lnTo>
                <a:lnTo>
                  <a:pt x="108412" y="54874"/>
                </a:lnTo>
                <a:lnTo>
                  <a:pt x="108707" y="54115"/>
                </a:lnTo>
                <a:lnTo>
                  <a:pt x="109018" y="53376"/>
                </a:lnTo>
                <a:lnTo>
                  <a:pt x="109345" y="52659"/>
                </a:lnTo>
                <a:lnTo>
                  <a:pt x="109688" y="51961"/>
                </a:lnTo>
                <a:lnTo>
                  <a:pt x="110046" y="51285"/>
                </a:lnTo>
                <a:lnTo>
                  <a:pt x="110419" y="50629"/>
                </a:lnTo>
                <a:lnTo>
                  <a:pt x="110809" y="49994"/>
                </a:lnTo>
                <a:lnTo>
                  <a:pt x="111214" y="49380"/>
                </a:lnTo>
                <a:lnTo>
                  <a:pt x="111635" y="48786"/>
                </a:lnTo>
                <a:lnTo>
                  <a:pt x="112071" y="48213"/>
                </a:lnTo>
                <a:lnTo>
                  <a:pt x="112523" y="47660"/>
                </a:lnTo>
                <a:lnTo>
                  <a:pt x="112990" y="47130"/>
                </a:lnTo>
                <a:lnTo>
                  <a:pt x="113473" y="46622"/>
                </a:lnTo>
                <a:lnTo>
                  <a:pt x="113970" y="46136"/>
                </a:lnTo>
                <a:lnTo>
                  <a:pt x="114482" y="45673"/>
                </a:lnTo>
                <a:lnTo>
                  <a:pt x="115010" y="45233"/>
                </a:lnTo>
                <a:lnTo>
                  <a:pt x="115553" y="44815"/>
                </a:lnTo>
                <a:lnTo>
                  <a:pt x="116110" y="44420"/>
                </a:lnTo>
                <a:lnTo>
                  <a:pt x="116683" y="44047"/>
                </a:lnTo>
                <a:lnTo>
                  <a:pt x="117271" y="43697"/>
                </a:lnTo>
                <a:lnTo>
                  <a:pt x="117874" y="43369"/>
                </a:lnTo>
                <a:lnTo>
                  <a:pt x="118492" y="43064"/>
                </a:lnTo>
                <a:lnTo>
                  <a:pt x="119125" y="42782"/>
                </a:lnTo>
                <a:lnTo>
                  <a:pt x="119773" y="42522"/>
                </a:lnTo>
                <a:lnTo>
                  <a:pt x="120436" y="42285"/>
                </a:lnTo>
                <a:lnTo>
                  <a:pt x="121114" y="42071"/>
                </a:lnTo>
                <a:lnTo>
                  <a:pt x="121808" y="41879"/>
                </a:lnTo>
                <a:lnTo>
                  <a:pt x="122516" y="41709"/>
                </a:lnTo>
                <a:lnTo>
                  <a:pt x="123239" y="41563"/>
                </a:lnTo>
                <a:lnTo>
                  <a:pt x="123978" y="41438"/>
                </a:lnTo>
                <a:lnTo>
                  <a:pt x="124731" y="41337"/>
                </a:lnTo>
                <a:lnTo>
                  <a:pt x="125500" y="41258"/>
                </a:lnTo>
                <a:lnTo>
                  <a:pt x="126284" y="41201"/>
                </a:lnTo>
                <a:lnTo>
                  <a:pt x="127082" y="41167"/>
                </a:lnTo>
                <a:lnTo>
                  <a:pt x="127896" y="41156"/>
                </a:lnTo>
                <a:lnTo>
                  <a:pt x="128696" y="41167"/>
                </a:lnTo>
                <a:lnTo>
                  <a:pt x="129481" y="41202"/>
                </a:lnTo>
                <a:lnTo>
                  <a:pt x="130251" y="41258"/>
                </a:lnTo>
                <a:lnTo>
                  <a:pt x="131006" y="41338"/>
                </a:lnTo>
                <a:lnTo>
                  <a:pt x="131746" y="41440"/>
                </a:lnTo>
                <a:lnTo>
                  <a:pt x="132471" y="41565"/>
                </a:lnTo>
                <a:lnTo>
                  <a:pt x="133182" y="41713"/>
                </a:lnTo>
                <a:lnTo>
                  <a:pt x="133877" y="41884"/>
                </a:lnTo>
                <a:lnTo>
                  <a:pt x="134558" y="42077"/>
                </a:lnTo>
                <a:lnTo>
                  <a:pt x="135223" y="42293"/>
                </a:lnTo>
                <a:lnTo>
                  <a:pt x="135874" y="42532"/>
                </a:lnTo>
                <a:lnTo>
                  <a:pt x="136509" y="42793"/>
                </a:lnTo>
                <a:lnTo>
                  <a:pt x="137130" y="43078"/>
                </a:lnTo>
                <a:lnTo>
                  <a:pt x="137736" y="43385"/>
                </a:lnTo>
                <a:lnTo>
                  <a:pt x="138327" y="43714"/>
                </a:lnTo>
                <a:lnTo>
                  <a:pt x="138903" y="44067"/>
                </a:lnTo>
                <a:lnTo>
                  <a:pt x="139464" y="44442"/>
                </a:lnTo>
                <a:lnTo>
                  <a:pt x="140011" y="44840"/>
                </a:lnTo>
                <a:lnTo>
                  <a:pt x="140542" y="45261"/>
                </a:lnTo>
                <a:lnTo>
                  <a:pt x="141058" y="45704"/>
                </a:lnTo>
                <a:lnTo>
                  <a:pt x="141560" y="46170"/>
                </a:lnTo>
                <a:lnTo>
                  <a:pt x="142046" y="46659"/>
                </a:lnTo>
                <a:lnTo>
                  <a:pt x="142518" y="47171"/>
                </a:lnTo>
                <a:lnTo>
                  <a:pt x="142975" y="47705"/>
                </a:lnTo>
                <a:lnTo>
                  <a:pt x="143415" y="48261"/>
                </a:lnTo>
                <a:lnTo>
                  <a:pt x="143838" y="48837"/>
                </a:lnTo>
                <a:lnTo>
                  <a:pt x="144242" y="49434"/>
                </a:lnTo>
                <a:lnTo>
                  <a:pt x="144629" y="50050"/>
                </a:lnTo>
                <a:lnTo>
                  <a:pt x="144998" y="50687"/>
                </a:lnTo>
                <a:lnTo>
                  <a:pt x="145349" y="51344"/>
                </a:lnTo>
                <a:lnTo>
                  <a:pt x="145682" y="52021"/>
                </a:lnTo>
                <a:lnTo>
                  <a:pt x="145998" y="52718"/>
                </a:lnTo>
                <a:lnTo>
                  <a:pt x="146296" y="53436"/>
                </a:lnTo>
                <a:lnTo>
                  <a:pt x="146575" y="54174"/>
                </a:lnTo>
                <a:lnTo>
                  <a:pt x="146837" y="54932"/>
                </a:lnTo>
                <a:lnTo>
                  <a:pt x="147081" y="55710"/>
                </a:lnTo>
                <a:lnTo>
                  <a:pt x="147308" y="56508"/>
                </a:lnTo>
                <a:lnTo>
                  <a:pt x="147516" y="57327"/>
                </a:lnTo>
                <a:lnTo>
                  <a:pt x="147706" y="58166"/>
                </a:lnTo>
                <a:lnTo>
                  <a:pt x="147879" y="59025"/>
                </a:lnTo>
                <a:lnTo>
                  <a:pt x="148034" y="59904"/>
                </a:lnTo>
                <a:lnTo>
                  <a:pt x="148171" y="60804"/>
                </a:lnTo>
                <a:lnTo>
                  <a:pt x="148290" y="61724"/>
                </a:lnTo>
                <a:lnTo>
                  <a:pt x="148392" y="62664"/>
                </a:lnTo>
                <a:lnTo>
                  <a:pt x="148475" y="63624"/>
                </a:lnTo>
                <a:lnTo>
                  <a:pt x="148541" y="64604"/>
                </a:lnTo>
                <a:lnTo>
                  <a:pt x="148589" y="65605"/>
                </a:lnTo>
                <a:lnTo>
                  <a:pt x="148619" y="66626"/>
                </a:lnTo>
                <a:lnTo>
                  <a:pt x="105994" y="66626"/>
                </a:lnTo>
                <a:lnTo>
                  <a:pt x="106086" y="65598"/>
                </a:lnTo>
                <a:lnTo>
                  <a:pt x="106194" y="64590"/>
                </a:lnTo>
                <a:lnTo>
                  <a:pt x="106318" y="63603"/>
                </a:lnTo>
                <a:lnTo>
                  <a:pt x="106457" y="62637"/>
                </a:lnTo>
                <a:close/>
                <a:moveTo>
                  <a:pt x="261453" y="117396"/>
                </a:moveTo>
                <a:lnTo>
                  <a:pt x="287651" y="31879"/>
                </a:lnTo>
                <a:lnTo>
                  <a:pt x="273836" y="31879"/>
                </a:lnTo>
                <a:lnTo>
                  <a:pt x="254545" y="100803"/>
                </a:lnTo>
                <a:lnTo>
                  <a:pt x="234581" y="31879"/>
                </a:lnTo>
                <a:lnTo>
                  <a:pt x="218997" y="31879"/>
                </a:lnTo>
                <a:lnTo>
                  <a:pt x="199285" y="100890"/>
                </a:lnTo>
                <a:lnTo>
                  <a:pt x="179827" y="31879"/>
                </a:lnTo>
                <a:lnTo>
                  <a:pt x="165169" y="31879"/>
                </a:lnTo>
                <a:lnTo>
                  <a:pt x="191451" y="117396"/>
                </a:lnTo>
                <a:lnTo>
                  <a:pt x="206361" y="117396"/>
                </a:lnTo>
                <a:lnTo>
                  <a:pt x="226494" y="47771"/>
                </a:lnTo>
                <a:lnTo>
                  <a:pt x="246543" y="117396"/>
                </a:lnTo>
                <a:lnTo>
                  <a:pt x="261453" y="117396"/>
                </a:lnTo>
                <a:close/>
                <a:moveTo>
                  <a:pt x="344886" y="117396"/>
                </a:moveTo>
                <a:lnTo>
                  <a:pt x="358954" y="117396"/>
                </a:lnTo>
                <a:lnTo>
                  <a:pt x="358954" y="31879"/>
                </a:lnTo>
                <a:lnTo>
                  <a:pt x="344886" y="31879"/>
                </a:lnTo>
                <a:lnTo>
                  <a:pt x="344886" y="117396"/>
                </a:lnTo>
                <a:close/>
                <a:moveTo>
                  <a:pt x="428592" y="117396"/>
                </a:moveTo>
                <a:lnTo>
                  <a:pt x="442660" y="117396"/>
                </a:lnTo>
                <a:lnTo>
                  <a:pt x="442660" y="31879"/>
                </a:lnTo>
                <a:lnTo>
                  <a:pt x="428592" y="31879"/>
                </a:lnTo>
                <a:lnTo>
                  <a:pt x="428592" y="117396"/>
                </a:lnTo>
                <a:close/>
                <a:moveTo>
                  <a:pt x="594404" y="38687"/>
                </a:moveTo>
                <a:lnTo>
                  <a:pt x="594693" y="38362"/>
                </a:lnTo>
                <a:lnTo>
                  <a:pt x="594987" y="38050"/>
                </a:lnTo>
                <a:lnTo>
                  <a:pt x="595287" y="37750"/>
                </a:lnTo>
                <a:lnTo>
                  <a:pt x="595593" y="37464"/>
                </a:lnTo>
                <a:lnTo>
                  <a:pt x="595904" y="37190"/>
                </a:lnTo>
                <a:lnTo>
                  <a:pt x="596220" y="36929"/>
                </a:lnTo>
                <a:lnTo>
                  <a:pt x="596542" y="36680"/>
                </a:lnTo>
                <a:lnTo>
                  <a:pt x="596870" y="36445"/>
                </a:lnTo>
                <a:lnTo>
                  <a:pt x="597203" y="36222"/>
                </a:lnTo>
                <a:lnTo>
                  <a:pt x="597542" y="36012"/>
                </a:lnTo>
                <a:lnTo>
                  <a:pt x="597887" y="35814"/>
                </a:lnTo>
                <a:lnTo>
                  <a:pt x="598237" y="35629"/>
                </a:lnTo>
                <a:lnTo>
                  <a:pt x="598592" y="35457"/>
                </a:lnTo>
                <a:lnTo>
                  <a:pt x="598953" y="35298"/>
                </a:lnTo>
                <a:lnTo>
                  <a:pt x="599320" y="35152"/>
                </a:lnTo>
                <a:lnTo>
                  <a:pt x="599692" y="35018"/>
                </a:lnTo>
                <a:lnTo>
                  <a:pt x="600070" y="34897"/>
                </a:lnTo>
                <a:lnTo>
                  <a:pt x="600453" y="34789"/>
                </a:lnTo>
                <a:lnTo>
                  <a:pt x="600841" y="34689"/>
                </a:lnTo>
                <a:lnTo>
                  <a:pt x="601232" y="34593"/>
                </a:lnTo>
                <a:lnTo>
                  <a:pt x="601626" y="34502"/>
                </a:lnTo>
                <a:lnTo>
                  <a:pt x="602023" y="34415"/>
                </a:lnTo>
                <a:lnTo>
                  <a:pt x="602424" y="34332"/>
                </a:lnTo>
                <a:lnTo>
                  <a:pt x="602828" y="34254"/>
                </a:lnTo>
                <a:lnTo>
                  <a:pt x="603235" y="34179"/>
                </a:lnTo>
                <a:lnTo>
                  <a:pt x="603645" y="34109"/>
                </a:lnTo>
                <a:lnTo>
                  <a:pt x="604058" y="34043"/>
                </a:lnTo>
                <a:lnTo>
                  <a:pt x="604475" y="33982"/>
                </a:lnTo>
                <a:lnTo>
                  <a:pt x="604895" y="33925"/>
                </a:lnTo>
                <a:lnTo>
                  <a:pt x="605318" y="33872"/>
                </a:lnTo>
                <a:lnTo>
                  <a:pt x="605744" y="33823"/>
                </a:lnTo>
                <a:lnTo>
                  <a:pt x="606174" y="33778"/>
                </a:lnTo>
                <a:lnTo>
                  <a:pt x="606606" y="33738"/>
                </a:lnTo>
                <a:lnTo>
                  <a:pt x="607042" y="33702"/>
                </a:lnTo>
                <a:lnTo>
                  <a:pt x="607482" y="33670"/>
                </a:lnTo>
                <a:lnTo>
                  <a:pt x="607924" y="33642"/>
                </a:lnTo>
                <a:lnTo>
                  <a:pt x="608370" y="33619"/>
                </a:lnTo>
                <a:lnTo>
                  <a:pt x="608818" y="33600"/>
                </a:lnTo>
                <a:lnTo>
                  <a:pt x="609271" y="33585"/>
                </a:lnTo>
                <a:lnTo>
                  <a:pt x="609726" y="33574"/>
                </a:lnTo>
                <a:lnTo>
                  <a:pt x="610184" y="33568"/>
                </a:lnTo>
                <a:lnTo>
                  <a:pt x="610646" y="33566"/>
                </a:lnTo>
                <a:lnTo>
                  <a:pt x="610646" y="21674"/>
                </a:lnTo>
                <a:lnTo>
                  <a:pt x="609914" y="21700"/>
                </a:lnTo>
                <a:lnTo>
                  <a:pt x="609193" y="21735"/>
                </a:lnTo>
                <a:lnTo>
                  <a:pt x="608483" y="21778"/>
                </a:lnTo>
                <a:lnTo>
                  <a:pt x="607783" y="21831"/>
                </a:lnTo>
                <a:lnTo>
                  <a:pt x="607094" y="21893"/>
                </a:lnTo>
                <a:lnTo>
                  <a:pt x="606416" y="21964"/>
                </a:lnTo>
                <a:lnTo>
                  <a:pt x="605748" y="22044"/>
                </a:lnTo>
                <a:lnTo>
                  <a:pt x="605091" y="22134"/>
                </a:lnTo>
                <a:lnTo>
                  <a:pt x="604445" y="22232"/>
                </a:lnTo>
                <a:lnTo>
                  <a:pt x="603809" y="22339"/>
                </a:lnTo>
                <a:lnTo>
                  <a:pt x="603184" y="22456"/>
                </a:lnTo>
                <a:lnTo>
                  <a:pt x="602570" y="22581"/>
                </a:lnTo>
                <a:lnTo>
                  <a:pt x="601966" y="22716"/>
                </a:lnTo>
                <a:lnTo>
                  <a:pt x="601373" y="22859"/>
                </a:lnTo>
                <a:lnTo>
                  <a:pt x="600791" y="23012"/>
                </a:lnTo>
                <a:lnTo>
                  <a:pt x="600219" y="23174"/>
                </a:lnTo>
                <a:lnTo>
                  <a:pt x="599658" y="23345"/>
                </a:lnTo>
                <a:lnTo>
                  <a:pt x="599108" y="23525"/>
                </a:lnTo>
                <a:lnTo>
                  <a:pt x="598568" y="23714"/>
                </a:lnTo>
                <a:lnTo>
                  <a:pt x="598040" y="23912"/>
                </a:lnTo>
                <a:lnTo>
                  <a:pt x="597521" y="24119"/>
                </a:lnTo>
                <a:lnTo>
                  <a:pt x="597014" y="24335"/>
                </a:lnTo>
                <a:lnTo>
                  <a:pt x="596517" y="24560"/>
                </a:lnTo>
                <a:lnTo>
                  <a:pt x="596031" y="24795"/>
                </a:lnTo>
                <a:lnTo>
                  <a:pt x="595554" y="25043"/>
                </a:lnTo>
                <a:lnTo>
                  <a:pt x="595087" y="25308"/>
                </a:lnTo>
                <a:lnTo>
                  <a:pt x="594630" y="25591"/>
                </a:lnTo>
                <a:lnTo>
                  <a:pt x="594181" y="25891"/>
                </a:lnTo>
                <a:lnTo>
                  <a:pt x="593742" y="26209"/>
                </a:lnTo>
                <a:lnTo>
                  <a:pt x="593311" y="26545"/>
                </a:lnTo>
                <a:lnTo>
                  <a:pt x="592890" y="26898"/>
                </a:lnTo>
                <a:lnTo>
                  <a:pt x="592479" y="27269"/>
                </a:lnTo>
                <a:lnTo>
                  <a:pt x="592076" y="27657"/>
                </a:lnTo>
                <a:lnTo>
                  <a:pt x="591683" y="28063"/>
                </a:lnTo>
                <a:lnTo>
                  <a:pt x="591299" y="28486"/>
                </a:lnTo>
                <a:lnTo>
                  <a:pt x="590924" y="28927"/>
                </a:lnTo>
                <a:lnTo>
                  <a:pt x="590558" y="29386"/>
                </a:lnTo>
                <a:lnTo>
                  <a:pt x="590202" y="29862"/>
                </a:lnTo>
                <a:lnTo>
                  <a:pt x="589854" y="30356"/>
                </a:lnTo>
                <a:lnTo>
                  <a:pt x="589516" y="30867"/>
                </a:lnTo>
                <a:lnTo>
                  <a:pt x="589188" y="31396"/>
                </a:lnTo>
                <a:lnTo>
                  <a:pt x="588868" y="31942"/>
                </a:lnTo>
                <a:lnTo>
                  <a:pt x="588557" y="32506"/>
                </a:lnTo>
                <a:lnTo>
                  <a:pt x="588256" y="33088"/>
                </a:lnTo>
                <a:lnTo>
                  <a:pt x="587964" y="33687"/>
                </a:lnTo>
                <a:lnTo>
                  <a:pt x="587682" y="34304"/>
                </a:lnTo>
                <a:lnTo>
                  <a:pt x="587408" y="34938"/>
                </a:lnTo>
                <a:lnTo>
                  <a:pt x="587382" y="35002"/>
                </a:lnTo>
                <a:lnTo>
                  <a:pt x="587080" y="34851"/>
                </a:lnTo>
                <a:lnTo>
                  <a:pt x="586487" y="34575"/>
                </a:lnTo>
                <a:lnTo>
                  <a:pt x="585883" y="34312"/>
                </a:lnTo>
                <a:lnTo>
                  <a:pt x="585267" y="34063"/>
                </a:lnTo>
                <a:lnTo>
                  <a:pt x="584639" y="33827"/>
                </a:lnTo>
                <a:lnTo>
                  <a:pt x="583999" y="33604"/>
                </a:lnTo>
                <a:lnTo>
                  <a:pt x="583347" y="33396"/>
                </a:lnTo>
                <a:lnTo>
                  <a:pt x="582683" y="33200"/>
                </a:lnTo>
                <a:lnTo>
                  <a:pt x="582008" y="33018"/>
                </a:lnTo>
                <a:lnTo>
                  <a:pt x="581321" y="32850"/>
                </a:lnTo>
                <a:lnTo>
                  <a:pt x="580622" y="32695"/>
                </a:lnTo>
                <a:lnTo>
                  <a:pt x="579911" y="32553"/>
                </a:lnTo>
                <a:lnTo>
                  <a:pt x="579188" y="32425"/>
                </a:lnTo>
                <a:lnTo>
                  <a:pt x="578453" y="32310"/>
                </a:lnTo>
                <a:lnTo>
                  <a:pt x="577707" y="32209"/>
                </a:lnTo>
                <a:lnTo>
                  <a:pt x="576948" y="32122"/>
                </a:lnTo>
                <a:lnTo>
                  <a:pt x="576178" y="32048"/>
                </a:lnTo>
                <a:lnTo>
                  <a:pt x="575396" y="31987"/>
                </a:lnTo>
                <a:lnTo>
                  <a:pt x="574602" y="31940"/>
                </a:lnTo>
                <a:lnTo>
                  <a:pt x="573796" y="31906"/>
                </a:lnTo>
                <a:lnTo>
                  <a:pt x="572979" y="31886"/>
                </a:lnTo>
                <a:lnTo>
                  <a:pt x="572149" y="31879"/>
                </a:lnTo>
                <a:lnTo>
                  <a:pt x="571340" y="31886"/>
                </a:lnTo>
                <a:lnTo>
                  <a:pt x="570542" y="31906"/>
                </a:lnTo>
                <a:lnTo>
                  <a:pt x="569754" y="31940"/>
                </a:lnTo>
                <a:lnTo>
                  <a:pt x="568978" y="31987"/>
                </a:lnTo>
                <a:lnTo>
                  <a:pt x="568211" y="32048"/>
                </a:lnTo>
                <a:lnTo>
                  <a:pt x="567456" y="32122"/>
                </a:lnTo>
                <a:lnTo>
                  <a:pt x="566711" y="32209"/>
                </a:lnTo>
                <a:lnTo>
                  <a:pt x="565977" y="32310"/>
                </a:lnTo>
                <a:lnTo>
                  <a:pt x="565253" y="32425"/>
                </a:lnTo>
                <a:lnTo>
                  <a:pt x="564540" y="32553"/>
                </a:lnTo>
                <a:lnTo>
                  <a:pt x="563838" y="32695"/>
                </a:lnTo>
                <a:lnTo>
                  <a:pt x="563146" y="32850"/>
                </a:lnTo>
                <a:lnTo>
                  <a:pt x="562466" y="33018"/>
                </a:lnTo>
                <a:lnTo>
                  <a:pt x="561795" y="33200"/>
                </a:lnTo>
                <a:lnTo>
                  <a:pt x="561136" y="33396"/>
                </a:lnTo>
                <a:lnTo>
                  <a:pt x="560487" y="33604"/>
                </a:lnTo>
                <a:lnTo>
                  <a:pt x="559849" y="33827"/>
                </a:lnTo>
                <a:lnTo>
                  <a:pt x="559222" y="34063"/>
                </a:lnTo>
                <a:lnTo>
                  <a:pt x="558605" y="34312"/>
                </a:lnTo>
                <a:lnTo>
                  <a:pt x="557999" y="34575"/>
                </a:lnTo>
                <a:lnTo>
                  <a:pt x="557403" y="34851"/>
                </a:lnTo>
                <a:lnTo>
                  <a:pt x="556818" y="35141"/>
                </a:lnTo>
                <a:lnTo>
                  <a:pt x="556244" y="35444"/>
                </a:lnTo>
                <a:lnTo>
                  <a:pt x="555681" y="35761"/>
                </a:lnTo>
                <a:lnTo>
                  <a:pt x="555128" y="36089"/>
                </a:lnTo>
                <a:lnTo>
                  <a:pt x="554587" y="36426"/>
                </a:lnTo>
                <a:lnTo>
                  <a:pt x="554057" y="36773"/>
                </a:lnTo>
                <a:lnTo>
                  <a:pt x="553538" y="37129"/>
                </a:lnTo>
                <a:lnTo>
                  <a:pt x="553029" y="37494"/>
                </a:lnTo>
                <a:lnTo>
                  <a:pt x="552533" y="37868"/>
                </a:lnTo>
                <a:lnTo>
                  <a:pt x="552047" y="38252"/>
                </a:lnTo>
                <a:lnTo>
                  <a:pt x="551572" y="38645"/>
                </a:lnTo>
                <a:lnTo>
                  <a:pt x="551108" y="39047"/>
                </a:lnTo>
                <a:lnTo>
                  <a:pt x="550656" y="39458"/>
                </a:lnTo>
                <a:lnTo>
                  <a:pt x="550215" y="39879"/>
                </a:lnTo>
                <a:lnTo>
                  <a:pt x="549784" y="40309"/>
                </a:lnTo>
                <a:lnTo>
                  <a:pt x="549365" y="40749"/>
                </a:lnTo>
                <a:lnTo>
                  <a:pt x="548957" y="41197"/>
                </a:lnTo>
                <a:lnTo>
                  <a:pt x="548560" y="41655"/>
                </a:lnTo>
                <a:lnTo>
                  <a:pt x="548174" y="42123"/>
                </a:lnTo>
                <a:lnTo>
                  <a:pt x="547800" y="42599"/>
                </a:lnTo>
                <a:lnTo>
                  <a:pt x="547436" y="43085"/>
                </a:lnTo>
                <a:lnTo>
                  <a:pt x="547084" y="43580"/>
                </a:lnTo>
                <a:lnTo>
                  <a:pt x="546742" y="44085"/>
                </a:lnTo>
                <a:lnTo>
                  <a:pt x="546412" y="44598"/>
                </a:lnTo>
                <a:lnTo>
                  <a:pt x="546093" y="45121"/>
                </a:lnTo>
                <a:lnTo>
                  <a:pt x="545785" y="45654"/>
                </a:lnTo>
                <a:lnTo>
                  <a:pt x="545488" y="46195"/>
                </a:lnTo>
                <a:lnTo>
                  <a:pt x="545203" y="46744"/>
                </a:lnTo>
                <a:lnTo>
                  <a:pt x="544930" y="47297"/>
                </a:lnTo>
                <a:lnTo>
                  <a:pt x="544669" y="47856"/>
                </a:lnTo>
                <a:lnTo>
                  <a:pt x="544420" y="48420"/>
                </a:lnTo>
                <a:lnTo>
                  <a:pt x="544183" y="48989"/>
                </a:lnTo>
                <a:lnTo>
                  <a:pt x="543959" y="49563"/>
                </a:lnTo>
                <a:lnTo>
                  <a:pt x="543746" y="50142"/>
                </a:lnTo>
                <a:lnTo>
                  <a:pt x="543546" y="50726"/>
                </a:lnTo>
                <a:lnTo>
                  <a:pt x="543358" y="51315"/>
                </a:lnTo>
                <a:lnTo>
                  <a:pt x="543182" y="51910"/>
                </a:lnTo>
                <a:lnTo>
                  <a:pt x="543018" y="52509"/>
                </a:lnTo>
                <a:lnTo>
                  <a:pt x="542866" y="53114"/>
                </a:lnTo>
                <a:lnTo>
                  <a:pt x="542727" y="53724"/>
                </a:lnTo>
                <a:lnTo>
                  <a:pt x="542599" y="54338"/>
                </a:lnTo>
                <a:lnTo>
                  <a:pt x="542484" y="54958"/>
                </a:lnTo>
                <a:lnTo>
                  <a:pt x="542381" y="55583"/>
                </a:lnTo>
                <a:lnTo>
                  <a:pt x="542290" y="56213"/>
                </a:lnTo>
                <a:lnTo>
                  <a:pt x="542211" y="56849"/>
                </a:lnTo>
                <a:lnTo>
                  <a:pt x="542144" y="57489"/>
                </a:lnTo>
                <a:lnTo>
                  <a:pt x="542089" y="58134"/>
                </a:lnTo>
                <a:lnTo>
                  <a:pt x="542047" y="58785"/>
                </a:lnTo>
                <a:lnTo>
                  <a:pt x="542017" y="59440"/>
                </a:lnTo>
                <a:lnTo>
                  <a:pt x="541998" y="60101"/>
                </a:lnTo>
                <a:lnTo>
                  <a:pt x="541992" y="60767"/>
                </a:lnTo>
                <a:lnTo>
                  <a:pt x="541998" y="61397"/>
                </a:lnTo>
                <a:lnTo>
                  <a:pt x="542016" y="62024"/>
                </a:lnTo>
                <a:lnTo>
                  <a:pt x="542046" y="62648"/>
                </a:lnTo>
                <a:lnTo>
                  <a:pt x="542088" y="63267"/>
                </a:lnTo>
                <a:lnTo>
                  <a:pt x="542142" y="63884"/>
                </a:lnTo>
                <a:lnTo>
                  <a:pt x="542208" y="64496"/>
                </a:lnTo>
                <a:lnTo>
                  <a:pt x="542286" y="65105"/>
                </a:lnTo>
                <a:lnTo>
                  <a:pt x="542376" y="65710"/>
                </a:lnTo>
                <a:lnTo>
                  <a:pt x="542478" y="66312"/>
                </a:lnTo>
                <a:lnTo>
                  <a:pt x="542592" y="66910"/>
                </a:lnTo>
                <a:lnTo>
                  <a:pt x="542718" y="67505"/>
                </a:lnTo>
                <a:lnTo>
                  <a:pt x="542856" y="68096"/>
                </a:lnTo>
                <a:lnTo>
                  <a:pt x="543006" y="68684"/>
                </a:lnTo>
                <a:lnTo>
                  <a:pt x="543168" y="69268"/>
                </a:lnTo>
                <a:lnTo>
                  <a:pt x="543341" y="69848"/>
                </a:lnTo>
                <a:lnTo>
                  <a:pt x="543527" y="70425"/>
                </a:lnTo>
                <a:lnTo>
                  <a:pt x="543725" y="70998"/>
                </a:lnTo>
                <a:lnTo>
                  <a:pt x="543935" y="71567"/>
                </a:lnTo>
                <a:lnTo>
                  <a:pt x="544157" y="72133"/>
                </a:lnTo>
                <a:lnTo>
                  <a:pt x="544391" y="72695"/>
                </a:lnTo>
                <a:lnTo>
                  <a:pt x="544637" y="73254"/>
                </a:lnTo>
                <a:lnTo>
                  <a:pt x="544894" y="73809"/>
                </a:lnTo>
                <a:lnTo>
                  <a:pt x="545164" y="74361"/>
                </a:lnTo>
                <a:lnTo>
                  <a:pt x="545446" y="74909"/>
                </a:lnTo>
                <a:lnTo>
                  <a:pt x="545740" y="75451"/>
                </a:lnTo>
                <a:lnTo>
                  <a:pt x="546044" y="75983"/>
                </a:lnTo>
                <a:lnTo>
                  <a:pt x="546361" y="76507"/>
                </a:lnTo>
                <a:lnTo>
                  <a:pt x="546689" y="77022"/>
                </a:lnTo>
                <a:lnTo>
                  <a:pt x="547028" y="77528"/>
                </a:lnTo>
                <a:lnTo>
                  <a:pt x="547378" y="78024"/>
                </a:lnTo>
                <a:lnTo>
                  <a:pt x="547740" y="78512"/>
                </a:lnTo>
                <a:lnTo>
                  <a:pt x="548114" y="78991"/>
                </a:lnTo>
                <a:lnTo>
                  <a:pt x="548498" y="79461"/>
                </a:lnTo>
                <a:lnTo>
                  <a:pt x="548894" y="79922"/>
                </a:lnTo>
                <a:lnTo>
                  <a:pt x="549302" y="80374"/>
                </a:lnTo>
                <a:lnTo>
                  <a:pt x="549721" y="80816"/>
                </a:lnTo>
                <a:lnTo>
                  <a:pt x="550151" y="81250"/>
                </a:lnTo>
                <a:lnTo>
                  <a:pt x="550593" y="81675"/>
                </a:lnTo>
                <a:lnTo>
                  <a:pt x="551047" y="82091"/>
                </a:lnTo>
                <a:lnTo>
                  <a:pt x="551511" y="82498"/>
                </a:lnTo>
                <a:lnTo>
                  <a:pt x="551987" y="82896"/>
                </a:lnTo>
                <a:lnTo>
                  <a:pt x="552475" y="83285"/>
                </a:lnTo>
                <a:lnTo>
                  <a:pt x="552945" y="83643"/>
                </a:lnTo>
                <a:lnTo>
                  <a:pt x="552611" y="83782"/>
                </a:lnTo>
                <a:lnTo>
                  <a:pt x="552073" y="84018"/>
                </a:lnTo>
                <a:lnTo>
                  <a:pt x="551549" y="84259"/>
                </a:lnTo>
                <a:lnTo>
                  <a:pt x="551039" y="84505"/>
                </a:lnTo>
                <a:lnTo>
                  <a:pt x="550543" y="84757"/>
                </a:lnTo>
                <a:lnTo>
                  <a:pt x="550062" y="85014"/>
                </a:lnTo>
                <a:lnTo>
                  <a:pt x="549595" y="85277"/>
                </a:lnTo>
                <a:lnTo>
                  <a:pt x="549142" y="85545"/>
                </a:lnTo>
                <a:lnTo>
                  <a:pt x="548704" y="85818"/>
                </a:lnTo>
                <a:lnTo>
                  <a:pt x="548280" y="86097"/>
                </a:lnTo>
                <a:lnTo>
                  <a:pt x="547870" y="86381"/>
                </a:lnTo>
                <a:lnTo>
                  <a:pt x="547475" y="86671"/>
                </a:lnTo>
                <a:lnTo>
                  <a:pt x="547094" y="86966"/>
                </a:lnTo>
                <a:lnTo>
                  <a:pt x="546727" y="87266"/>
                </a:lnTo>
                <a:lnTo>
                  <a:pt x="546375" y="87572"/>
                </a:lnTo>
                <a:lnTo>
                  <a:pt x="546037" y="87883"/>
                </a:lnTo>
                <a:lnTo>
                  <a:pt x="545713" y="88199"/>
                </a:lnTo>
                <a:lnTo>
                  <a:pt x="545404" y="88521"/>
                </a:lnTo>
                <a:lnTo>
                  <a:pt x="545109" y="88848"/>
                </a:lnTo>
                <a:lnTo>
                  <a:pt x="544827" y="89178"/>
                </a:lnTo>
                <a:lnTo>
                  <a:pt x="544557" y="89507"/>
                </a:lnTo>
                <a:lnTo>
                  <a:pt x="544300" y="89837"/>
                </a:lnTo>
                <a:lnTo>
                  <a:pt x="544054" y="90167"/>
                </a:lnTo>
                <a:lnTo>
                  <a:pt x="543820" y="90496"/>
                </a:lnTo>
                <a:lnTo>
                  <a:pt x="543598" y="90826"/>
                </a:lnTo>
                <a:lnTo>
                  <a:pt x="543388" y="91156"/>
                </a:lnTo>
                <a:lnTo>
                  <a:pt x="543190" y="91485"/>
                </a:lnTo>
                <a:lnTo>
                  <a:pt x="543004" y="91815"/>
                </a:lnTo>
                <a:lnTo>
                  <a:pt x="542831" y="92145"/>
                </a:lnTo>
                <a:lnTo>
                  <a:pt x="542669" y="92474"/>
                </a:lnTo>
                <a:lnTo>
                  <a:pt x="542519" y="92804"/>
                </a:lnTo>
                <a:lnTo>
                  <a:pt x="542381" y="93134"/>
                </a:lnTo>
                <a:lnTo>
                  <a:pt x="542255" y="93463"/>
                </a:lnTo>
                <a:lnTo>
                  <a:pt x="542141" y="93793"/>
                </a:lnTo>
                <a:lnTo>
                  <a:pt x="542039" y="94123"/>
                </a:lnTo>
                <a:lnTo>
                  <a:pt x="541949" y="94452"/>
                </a:lnTo>
                <a:lnTo>
                  <a:pt x="541871" y="94782"/>
                </a:lnTo>
                <a:lnTo>
                  <a:pt x="541805" y="95112"/>
                </a:lnTo>
                <a:lnTo>
                  <a:pt x="541751" y="95441"/>
                </a:lnTo>
                <a:lnTo>
                  <a:pt x="541709" y="95771"/>
                </a:lnTo>
                <a:lnTo>
                  <a:pt x="541679" y="96101"/>
                </a:lnTo>
                <a:lnTo>
                  <a:pt x="541661" y="96430"/>
                </a:lnTo>
                <a:lnTo>
                  <a:pt x="541655" y="96760"/>
                </a:lnTo>
                <a:lnTo>
                  <a:pt x="541659" y="96983"/>
                </a:lnTo>
                <a:lnTo>
                  <a:pt x="541669" y="97208"/>
                </a:lnTo>
                <a:lnTo>
                  <a:pt x="541686" y="97434"/>
                </a:lnTo>
                <a:lnTo>
                  <a:pt x="541709" y="97662"/>
                </a:lnTo>
                <a:lnTo>
                  <a:pt x="541739" y="97892"/>
                </a:lnTo>
                <a:lnTo>
                  <a:pt x="541776" y="98123"/>
                </a:lnTo>
                <a:lnTo>
                  <a:pt x="541820" y="98356"/>
                </a:lnTo>
                <a:lnTo>
                  <a:pt x="541871" y="98591"/>
                </a:lnTo>
                <a:lnTo>
                  <a:pt x="541928" y="98827"/>
                </a:lnTo>
                <a:lnTo>
                  <a:pt x="541992" y="99065"/>
                </a:lnTo>
                <a:lnTo>
                  <a:pt x="542062" y="99304"/>
                </a:lnTo>
                <a:lnTo>
                  <a:pt x="542140" y="99546"/>
                </a:lnTo>
                <a:lnTo>
                  <a:pt x="542224" y="99789"/>
                </a:lnTo>
                <a:lnTo>
                  <a:pt x="542315" y="100033"/>
                </a:lnTo>
                <a:lnTo>
                  <a:pt x="542412" y="100279"/>
                </a:lnTo>
                <a:lnTo>
                  <a:pt x="542516" y="100527"/>
                </a:lnTo>
                <a:lnTo>
                  <a:pt x="542627" y="100776"/>
                </a:lnTo>
                <a:lnTo>
                  <a:pt x="542745" y="101027"/>
                </a:lnTo>
                <a:lnTo>
                  <a:pt x="542870" y="101280"/>
                </a:lnTo>
                <a:lnTo>
                  <a:pt x="543001" y="101535"/>
                </a:lnTo>
                <a:lnTo>
                  <a:pt x="543139" y="101791"/>
                </a:lnTo>
                <a:lnTo>
                  <a:pt x="543283" y="102048"/>
                </a:lnTo>
                <a:lnTo>
                  <a:pt x="543435" y="102308"/>
                </a:lnTo>
                <a:lnTo>
                  <a:pt x="543593" y="102569"/>
                </a:lnTo>
                <a:lnTo>
                  <a:pt x="543759" y="102829"/>
                </a:lnTo>
                <a:lnTo>
                  <a:pt x="543934" y="103086"/>
                </a:lnTo>
                <a:lnTo>
                  <a:pt x="544119" y="103341"/>
                </a:lnTo>
                <a:lnTo>
                  <a:pt x="544313" y="103592"/>
                </a:lnTo>
                <a:lnTo>
                  <a:pt x="544517" y="103841"/>
                </a:lnTo>
                <a:lnTo>
                  <a:pt x="544730" y="104087"/>
                </a:lnTo>
                <a:lnTo>
                  <a:pt x="544952" y="104330"/>
                </a:lnTo>
                <a:lnTo>
                  <a:pt x="545184" y="104570"/>
                </a:lnTo>
                <a:lnTo>
                  <a:pt x="545425" y="104808"/>
                </a:lnTo>
                <a:lnTo>
                  <a:pt x="545675" y="105042"/>
                </a:lnTo>
                <a:lnTo>
                  <a:pt x="545935" y="105274"/>
                </a:lnTo>
                <a:lnTo>
                  <a:pt x="546204" y="105503"/>
                </a:lnTo>
                <a:lnTo>
                  <a:pt x="546483" y="105729"/>
                </a:lnTo>
                <a:lnTo>
                  <a:pt x="546770" y="105953"/>
                </a:lnTo>
                <a:lnTo>
                  <a:pt x="547068" y="106173"/>
                </a:lnTo>
                <a:lnTo>
                  <a:pt x="547374" y="106391"/>
                </a:lnTo>
                <a:lnTo>
                  <a:pt x="547690" y="106605"/>
                </a:lnTo>
                <a:lnTo>
                  <a:pt x="548015" y="106817"/>
                </a:lnTo>
                <a:lnTo>
                  <a:pt x="548350" y="107026"/>
                </a:lnTo>
                <a:lnTo>
                  <a:pt x="548694" y="107233"/>
                </a:lnTo>
                <a:lnTo>
                  <a:pt x="549047" y="107436"/>
                </a:lnTo>
                <a:lnTo>
                  <a:pt x="549410" y="107637"/>
                </a:lnTo>
                <a:lnTo>
                  <a:pt x="549782" y="107834"/>
                </a:lnTo>
                <a:lnTo>
                  <a:pt x="550163" y="108029"/>
                </a:lnTo>
                <a:lnTo>
                  <a:pt x="550556" y="108219"/>
                </a:lnTo>
                <a:lnTo>
                  <a:pt x="550960" y="108403"/>
                </a:lnTo>
                <a:lnTo>
                  <a:pt x="551377" y="108579"/>
                </a:lnTo>
                <a:lnTo>
                  <a:pt x="551599" y="108667"/>
                </a:lnTo>
                <a:lnTo>
                  <a:pt x="551230" y="108829"/>
                </a:lnTo>
                <a:lnTo>
                  <a:pt x="550477" y="109183"/>
                </a:lnTo>
                <a:lnTo>
                  <a:pt x="549747" y="109549"/>
                </a:lnTo>
                <a:lnTo>
                  <a:pt x="549040" y="109926"/>
                </a:lnTo>
                <a:lnTo>
                  <a:pt x="548357" y="110315"/>
                </a:lnTo>
                <a:lnTo>
                  <a:pt x="547697" y="110715"/>
                </a:lnTo>
                <a:lnTo>
                  <a:pt x="547060" y="111128"/>
                </a:lnTo>
                <a:lnTo>
                  <a:pt x="546446" y="111552"/>
                </a:lnTo>
                <a:lnTo>
                  <a:pt x="545856" y="111988"/>
                </a:lnTo>
                <a:lnTo>
                  <a:pt x="545289" y="112436"/>
                </a:lnTo>
                <a:lnTo>
                  <a:pt x="544745" y="112895"/>
                </a:lnTo>
                <a:lnTo>
                  <a:pt x="544225" y="113366"/>
                </a:lnTo>
                <a:lnTo>
                  <a:pt x="543726" y="113846"/>
                </a:lnTo>
                <a:lnTo>
                  <a:pt x="543249" y="114332"/>
                </a:lnTo>
                <a:lnTo>
                  <a:pt x="542793" y="114823"/>
                </a:lnTo>
                <a:lnTo>
                  <a:pt x="542358" y="115320"/>
                </a:lnTo>
                <a:lnTo>
                  <a:pt x="541945" y="115823"/>
                </a:lnTo>
                <a:lnTo>
                  <a:pt x="541553" y="116332"/>
                </a:lnTo>
                <a:lnTo>
                  <a:pt x="541182" y="116846"/>
                </a:lnTo>
                <a:lnTo>
                  <a:pt x="540832" y="117366"/>
                </a:lnTo>
                <a:lnTo>
                  <a:pt x="540503" y="117891"/>
                </a:lnTo>
                <a:lnTo>
                  <a:pt x="540195" y="118423"/>
                </a:lnTo>
                <a:lnTo>
                  <a:pt x="539909" y="118960"/>
                </a:lnTo>
                <a:lnTo>
                  <a:pt x="539644" y="119503"/>
                </a:lnTo>
                <a:lnTo>
                  <a:pt x="539400" y="120052"/>
                </a:lnTo>
                <a:lnTo>
                  <a:pt x="539178" y="120606"/>
                </a:lnTo>
                <a:lnTo>
                  <a:pt x="538976" y="121166"/>
                </a:lnTo>
                <a:lnTo>
                  <a:pt x="538796" y="121732"/>
                </a:lnTo>
                <a:lnTo>
                  <a:pt x="538637" y="122303"/>
                </a:lnTo>
                <a:lnTo>
                  <a:pt x="538499" y="122881"/>
                </a:lnTo>
                <a:lnTo>
                  <a:pt x="538382" y="123464"/>
                </a:lnTo>
                <a:lnTo>
                  <a:pt x="538287" y="124052"/>
                </a:lnTo>
                <a:lnTo>
                  <a:pt x="538213" y="124647"/>
                </a:lnTo>
                <a:lnTo>
                  <a:pt x="538160" y="125247"/>
                </a:lnTo>
                <a:lnTo>
                  <a:pt x="538128" y="125853"/>
                </a:lnTo>
                <a:lnTo>
                  <a:pt x="538117" y="126465"/>
                </a:lnTo>
                <a:lnTo>
                  <a:pt x="538123" y="126969"/>
                </a:lnTo>
                <a:lnTo>
                  <a:pt x="538141" y="127471"/>
                </a:lnTo>
                <a:lnTo>
                  <a:pt x="538171" y="127969"/>
                </a:lnTo>
                <a:lnTo>
                  <a:pt x="538212" y="128465"/>
                </a:lnTo>
                <a:lnTo>
                  <a:pt x="538265" y="128957"/>
                </a:lnTo>
                <a:lnTo>
                  <a:pt x="538331" y="129446"/>
                </a:lnTo>
                <a:lnTo>
                  <a:pt x="538408" y="129933"/>
                </a:lnTo>
                <a:lnTo>
                  <a:pt x="538496" y="130416"/>
                </a:lnTo>
                <a:lnTo>
                  <a:pt x="538597" y="130897"/>
                </a:lnTo>
                <a:lnTo>
                  <a:pt x="538710" y="131374"/>
                </a:lnTo>
                <a:lnTo>
                  <a:pt x="538834" y="131848"/>
                </a:lnTo>
                <a:lnTo>
                  <a:pt x="538970" y="132319"/>
                </a:lnTo>
                <a:lnTo>
                  <a:pt x="539118" y="132788"/>
                </a:lnTo>
                <a:lnTo>
                  <a:pt x="539278" y="133253"/>
                </a:lnTo>
                <a:lnTo>
                  <a:pt x="539450" y="133715"/>
                </a:lnTo>
                <a:lnTo>
                  <a:pt x="539634" y="134174"/>
                </a:lnTo>
                <a:lnTo>
                  <a:pt x="539829" y="134631"/>
                </a:lnTo>
                <a:lnTo>
                  <a:pt x="540036" y="135084"/>
                </a:lnTo>
                <a:lnTo>
                  <a:pt x="540256" y="135534"/>
                </a:lnTo>
                <a:lnTo>
                  <a:pt x="540487" y="135981"/>
                </a:lnTo>
                <a:lnTo>
                  <a:pt x="540729" y="136425"/>
                </a:lnTo>
                <a:lnTo>
                  <a:pt x="540984" y="136866"/>
                </a:lnTo>
                <a:lnTo>
                  <a:pt x="541251" y="137304"/>
                </a:lnTo>
                <a:lnTo>
                  <a:pt x="541529" y="137739"/>
                </a:lnTo>
                <a:lnTo>
                  <a:pt x="541821" y="138170"/>
                </a:lnTo>
                <a:lnTo>
                  <a:pt x="542127" y="138592"/>
                </a:lnTo>
                <a:lnTo>
                  <a:pt x="542448" y="139008"/>
                </a:lnTo>
                <a:lnTo>
                  <a:pt x="542784" y="139417"/>
                </a:lnTo>
                <a:lnTo>
                  <a:pt x="543135" y="139818"/>
                </a:lnTo>
                <a:lnTo>
                  <a:pt x="543501" y="140212"/>
                </a:lnTo>
                <a:lnTo>
                  <a:pt x="543881" y="140599"/>
                </a:lnTo>
                <a:lnTo>
                  <a:pt x="544276" y="140978"/>
                </a:lnTo>
                <a:lnTo>
                  <a:pt x="544686" y="141350"/>
                </a:lnTo>
                <a:lnTo>
                  <a:pt x="545111" y="141716"/>
                </a:lnTo>
                <a:lnTo>
                  <a:pt x="545550" y="142073"/>
                </a:lnTo>
                <a:lnTo>
                  <a:pt x="546004" y="142424"/>
                </a:lnTo>
                <a:lnTo>
                  <a:pt x="546473" y="142767"/>
                </a:lnTo>
                <a:lnTo>
                  <a:pt x="546957" y="143104"/>
                </a:lnTo>
                <a:lnTo>
                  <a:pt x="547455" y="143433"/>
                </a:lnTo>
                <a:lnTo>
                  <a:pt x="547968" y="143754"/>
                </a:lnTo>
                <a:lnTo>
                  <a:pt x="548496" y="144069"/>
                </a:lnTo>
                <a:lnTo>
                  <a:pt x="549039" y="144376"/>
                </a:lnTo>
                <a:lnTo>
                  <a:pt x="549597" y="144676"/>
                </a:lnTo>
                <a:lnTo>
                  <a:pt x="550169" y="144969"/>
                </a:lnTo>
                <a:lnTo>
                  <a:pt x="550756" y="145254"/>
                </a:lnTo>
                <a:lnTo>
                  <a:pt x="551358" y="145533"/>
                </a:lnTo>
                <a:lnTo>
                  <a:pt x="551975" y="145804"/>
                </a:lnTo>
                <a:lnTo>
                  <a:pt x="552606" y="146068"/>
                </a:lnTo>
                <a:lnTo>
                  <a:pt x="553254" y="146322"/>
                </a:lnTo>
                <a:lnTo>
                  <a:pt x="553919" y="146566"/>
                </a:lnTo>
                <a:lnTo>
                  <a:pt x="554602" y="146800"/>
                </a:lnTo>
                <a:lnTo>
                  <a:pt x="555302" y="147022"/>
                </a:lnTo>
                <a:lnTo>
                  <a:pt x="556020" y="147233"/>
                </a:lnTo>
                <a:lnTo>
                  <a:pt x="556755" y="147434"/>
                </a:lnTo>
                <a:lnTo>
                  <a:pt x="557508" y="147624"/>
                </a:lnTo>
                <a:lnTo>
                  <a:pt x="558278" y="147803"/>
                </a:lnTo>
                <a:lnTo>
                  <a:pt x="559066" y="147971"/>
                </a:lnTo>
                <a:lnTo>
                  <a:pt x="559872" y="148128"/>
                </a:lnTo>
                <a:lnTo>
                  <a:pt x="560695" y="148274"/>
                </a:lnTo>
                <a:lnTo>
                  <a:pt x="561535" y="148410"/>
                </a:lnTo>
                <a:lnTo>
                  <a:pt x="562394" y="148535"/>
                </a:lnTo>
                <a:lnTo>
                  <a:pt x="563269" y="148648"/>
                </a:lnTo>
                <a:lnTo>
                  <a:pt x="564163" y="148751"/>
                </a:lnTo>
                <a:lnTo>
                  <a:pt x="565073" y="148844"/>
                </a:lnTo>
                <a:lnTo>
                  <a:pt x="566002" y="148925"/>
                </a:lnTo>
                <a:lnTo>
                  <a:pt x="566948" y="148995"/>
                </a:lnTo>
                <a:lnTo>
                  <a:pt x="567911" y="149055"/>
                </a:lnTo>
                <a:lnTo>
                  <a:pt x="568892" y="149104"/>
                </a:lnTo>
                <a:lnTo>
                  <a:pt x="569891" y="149142"/>
                </a:lnTo>
                <a:lnTo>
                  <a:pt x="570907" y="149169"/>
                </a:lnTo>
                <a:lnTo>
                  <a:pt x="571941" y="149185"/>
                </a:lnTo>
                <a:lnTo>
                  <a:pt x="572992" y="149191"/>
                </a:lnTo>
                <a:lnTo>
                  <a:pt x="574514" y="149178"/>
                </a:lnTo>
                <a:lnTo>
                  <a:pt x="576005" y="149140"/>
                </a:lnTo>
                <a:lnTo>
                  <a:pt x="577466" y="149076"/>
                </a:lnTo>
                <a:lnTo>
                  <a:pt x="578895" y="148987"/>
                </a:lnTo>
                <a:lnTo>
                  <a:pt x="580295" y="148873"/>
                </a:lnTo>
                <a:lnTo>
                  <a:pt x="581663" y="148733"/>
                </a:lnTo>
                <a:lnTo>
                  <a:pt x="583001" y="148567"/>
                </a:lnTo>
                <a:lnTo>
                  <a:pt x="584308" y="148376"/>
                </a:lnTo>
                <a:lnTo>
                  <a:pt x="585584" y="148160"/>
                </a:lnTo>
                <a:lnTo>
                  <a:pt x="586830" y="147918"/>
                </a:lnTo>
                <a:lnTo>
                  <a:pt x="588044" y="147651"/>
                </a:lnTo>
                <a:lnTo>
                  <a:pt x="589229" y="147358"/>
                </a:lnTo>
                <a:lnTo>
                  <a:pt x="590382" y="147040"/>
                </a:lnTo>
                <a:lnTo>
                  <a:pt x="591505" y="146697"/>
                </a:lnTo>
                <a:lnTo>
                  <a:pt x="592597" y="146328"/>
                </a:lnTo>
                <a:lnTo>
                  <a:pt x="593658" y="145933"/>
                </a:lnTo>
                <a:lnTo>
                  <a:pt x="594689" y="145513"/>
                </a:lnTo>
                <a:lnTo>
                  <a:pt x="595689" y="145068"/>
                </a:lnTo>
                <a:lnTo>
                  <a:pt x="596658" y="144597"/>
                </a:lnTo>
                <a:lnTo>
                  <a:pt x="597596" y="144101"/>
                </a:lnTo>
                <a:lnTo>
                  <a:pt x="598504" y="143579"/>
                </a:lnTo>
                <a:lnTo>
                  <a:pt x="599381" y="143032"/>
                </a:lnTo>
                <a:lnTo>
                  <a:pt x="600227" y="142459"/>
                </a:lnTo>
                <a:lnTo>
                  <a:pt x="601043" y="141861"/>
                </a:lnTo>
                <a:lnTo>
                  <a:pt x="601826" y="141243"/>
                </a:lnTo>
                <a:lnTo>
                  <a:pt x="602577" y="140611"/>
                </a:lnTo>
                <a:lnTo>
                  <a:pt x="603294" y="139965"/>
                </a:lnTo>
                <a:lnTo>
                  <a:pt x="603977" y="139304"/>
                </a:lnTo>
                <a:lnTo>
                  <a:pt x="604627" y="138629"/>
                </a:lnTo>
                <a:lnTo>
                  <a:pt x="605244" y="137939"/>
                </a:lnTo>
                <a:lnTo>
                  <a:pt x="605828" y="137235"/>
                </a:lnTo>
                <a:lnTo>
                  <a:pt x="606378" y="136517"/>
                </a:lnTo>
                <a:lnTo>
                  <a:pt x="606895" y="135785"/>
                </a:lnTo>
                <a:lnTo>
                  <a:pt x="607378" y="135038"/>
                </a:lnTo>
                <a:lnTo>
                  <a:pt x="607828" y="134277"/>
                </a:lnTo>
                <a:lnTo>
                  <a:pt x="608245" y="133502"/>
                </a:lnTo>
                <a:lnTo>
                  <a:pt x="608629" y="132712"/>
                </a:lnTo>
                <a:lnTo>
                  <a:pt x="608979" y="131908"/>
                </a:lnTo>
                <a:lnTo>
                  <a:pt x="609296" y="131090"/>
                </a:lnTo>
                <a:lnTo>
                  <a:pt x="609579" y="130257"/>
                </a:lnTo>
                <a:lnTo>
                  <a:pt x="609829" y="129410"/>
                </a:lnTo>
                <a:lnTo>
                  <a:pt x="610046" y="128549"/>
                </a:lnTo>
                <a:lnTo>
                  <a:pt x="610229" y="127673"/>
                </a:lnTo>
                <a:lnTo>
                  <a:pt x="610379" y="126783"/>
                </a:lnTo>
                <a:lnTo>
                  <a:pt x="610496" y="125879"/>
                </a:lnTo>
                <a:lnTo>
                  <a:pt x="610579" y="124961"/>
                </a:lnTo>
                <a:lnTo>
                  <a:pt x="610629" y="124028"/>
                </a:lnTo>
                <a:lnTo>
                  <a:pt x="610646" y="123081"/>
                </a:lnTo>
                <a:lnTo>
                  <a:pt x="610632" y="122130"/>
                </a:lnTo>
                <a:lnTo>
                  <a:pt x="610589" y="121200"/>
                </a:lnTo>
                <a:lnTo>
                  <a:pt x="610518" y="120291"/>
                </a:lnTo>
                <a:lnTo>
                  <a:pt x="610418" y="119403"/>
                </a:lnTo>
                <a:lnTo>
                  <a:pt x="610289" y="118536"/>
                </a:lnTo>
                <a:lnTo>
                  <a:pt x="610133" y="117690"/>
                </a:lnTo>
                <a:lnTo>
                  <a:pt x="609947" y="116864"/>
                </a:lnTo>
                <a:lnTo>
                  <a:pt x="609733" y="116060"/>
                </a:lnTo>
                <a:lnTo>
                  <a:pt x="609491" y="115277"/>
                </a:lnTo>
                <a:lnTo>
                  <a:pt x="609220" y="114514"/>
                </a:lnTo>
                <a:lnTo>
                  <a:pt x="608921" y="113773"/>
                </a:lnTo>
                <a:lnTo>
                  <a:pt x="608593" y="113052"/>
                </a:lnTo>
                <a:lnTo>
                  <a:pt x="608236" y="112352"/>
                </a:lnTo>
                <a:lnTo>
                  <a:pt x="607851" y="111674"/>
                </a:lnTo>
                <a:lnTo>
                  <a:pt x="607438" y="111016"/>
                </a:lnTo>
                <a:lnTo>
                  <a:pt x="606996" y="110379"/>
                </a:lnTo>
                <a:lnTo>
                  <a:pt x="606525" y="109763"/>
                </a:lnTo>
                <a:lnTo>
                  <a:pt x="606026" y="109168"/>
                </a:lnTo>
                <a:lnTo>
                  <a:pt x="605498" y="108594"/>
                </a:lnTo>
                <a:lnTo>
                  <a:pt x="604942" y="108040"/>
                </a:lnTo>
                <a:lnTo>
                  <a:pt x="604358" y="107508"/>
                </a:lnTo>
                <a:lnTo>
                  <a:pt x="603745" y="106997"/>
                </a:lnTo>
                <a:lnTo>
                  <a:pt x="603103" y="106506"/>
                </a:lnTo>
                <a:lnTo>
                  <a:pt x="602433" y="106037"/>
                </a:lnTo>
                <a:lnTo>
                  <a:pt x="601729" y="105587"/>
                </a:lnTo>
                <a:lnTo>
                  <a:pt x="600988" y="105157"/>
                </a:lnTo>
                <a:lnTo>
                  <a:pt x="600209" y="104746"/>
                </a:lnTo>
                <a:lnTo>
                  <a:pt x="599392" y="104354"/>
                </a:lnTo>
                <a:lnTo>
                  <a:pt x="598537" y="103981"/>
                </a:lnTo>
                <a:lnTo>
                  <a:pt x="597644" y="103627"/>
                </a:lnTo>
                <a:lnTo>
                  <a:pt x="596714" y="103292"/>
                </a:lnTo>
                <a:lnTo>
                  <a:pt x="595745" y="102977"/>
                </a:lnTo>
                <a:lnTo>
                  <a:pt x="594739" y="102680"/>
                </a:lnTo>
                <a:lnTo>
                  <a:pt x="593695" y="102403"/>
                </a:lnTo>
                <a:lnTo>
                  <a:pt x="592612" y="102145"/>
                </a:lnTo>
                <a:lnTo>
                  <a:pt x="591492" y="101906"/>
                </a:lnTo>
                <a:lnTo>
                  <a:pt x="590335" y="101686"/>
                </a:lnTo>
                <a:lnTo>
                  <a:pt x="589139" y="101485"/>
                </a:lnTo>
                <a:lnTo>
                  <a:pt x="587905" y="101303"/>
                </a:lnTo>
                <a:lnTo>
                  <a:pt x="586634" y="101141"/>
                </a:lnTo>
                <a:lnTo>
                  <a:pt x="585324" y="100997"/>
                </a:lnTo>
                <a:lnTo>
                  <a:pt x="583977" y="100873"/>
                </a:lnTo>
                <a:lnTo>
                  <a:pt x="582592" y="100768"/>
                </a:lnTo>
                <a:lnTo>
                  <a:pt x="581169" y="100682"/>
                </a:lnTo>
                <a:lnTo>
                  <a:pt x="579708" y="100615"/>
                </a:lnTo>
                <a:lnTo>
                  <a:pt x="578209" y="100567"/>
                </a:lnTo>
                <a:lnTo>
                  <a:pt x="576672" y="100538"/>
                </a:lnTo>
                <a:lnTo>
                  <a:pt x="575098" y="100529"/>
                </a:lnTo>
                <a:lnTo>
                  <a:pt x="570465" y="100529"/>
                </a:lnTo>
                <a:lnTo>
                  <a:pt x="569936" y="100520"/>
                </a:lnTo>
                <a:lnTo>
                  <a:pt x="569416" y="100510"/>
                </a:lnTo>
                <a:lnTo>
                  <a:pt x="568906" y="100497"/>
                </a:lnTo>
                <a:lnTo>
                  <a:pt x="568405" y="100482"/>
                </a:lnTo>
                <a:lnTo>
                  <a:pt x="567914" y="100464"/>
                </a:lnTo>
                <a:lnTo>
                  <a:pt x="567432" y="100444"/>
                </a:lnTo>
                <a:lnTo>
                  <a:pt x="566959" y="100422"/>
                </a:lnTo>
                <a:lnTo>
                  <a:pt x="566496" y="100397"/>
                </a:lnTo>
                <a:lnTo>
                  <a:pt x="566042" y="100370"/>
                </a:lnTo>
                <a:lnTo>
                  <a:pt x="565598" y="100340"/>
                </a:lnTo>
                <a:lnTo>
                  <a:pt x="565162" y="100309"/>
                </a:lnTo>
                <a:lnTo>
                  <a:pt x="564736" y="100274"/>
                </a:lnTo>
                <a:lnTo>
                  <a:pt x="564320" y="100238"/>
                </a:lnTo>
                <a:lnTo>
                  <a:pt x="563913" y="100199"/>
                </a:lnTo>
                <a:lnTo>
                  <a:pt x="563515" y="100158"/>
                </a:lnTo>
                <a:lnTo>
                  <a:pt x="563127" y="100114"/>
                </a:lnTo>
                <a:lnTo>
                  <a:pt x="562747" y="100068"/>
                </a:lnTo>
                <a:lnTo>
                  <a:pt x="562378" y="100020"/>
                </a:lnTo>
                <a:lnTo>
                  <a:pt x="562017" y="99969"/>
                </a:lnTo>
                <a:lnTo>
                  <a:pt x="561666" y="99916"/>
                </a:lnTo>
                <a:lnTo>
                  <a:pt x="561325" y="99861"/>
                </a:lnTo>
                <a:lnTo>
                  <a:pt x="560993" y="99803"/>
                </a:lnTo>
                <a:lnTo>
                  <a:pt x="560670" y="99743"/>
                </a:lnTo>
                <a:lnTo>
                  <a:pt x="560356" y="99680"/>
                </a:lnTo>
                <a:lnTo>
                  <a:pt x="560051" y="99615"/>
                </a:lnTo>
                <a:lnTo>
                  <a:pt x="559754" y="99549"/>
                </a:lnTo>
                <a:lnTo>
                  <a:pt x="559464" y="99480"/>
                </a:lnTo>
                <a:lnTo>
                  <a:pt x="559181" y="99410"/>
                </a:lnTo>
                <a:lnTo>
                  <a:pt x="558907" y="99338"/>
                </a:lnTo>
                <a:lnTo>
                  <a:pt x="558640" y="99263"/>
                </a:lnTo>
                <a:lnTo>
                  <a:pt x="558380" y="99187"/>
                </a:lnTo>
                <a:lnTo>
                  <a:pt x="558128" y="99109"/>
                </a:lnTo>
                <a:lnTo>
                  <a:pt x="557884" y="99029"/>
                </a:lnTo>
                <a:lnTo>
                  <a:pt x="557648" y="98948"/>
                </a:lnTo>
                <a:lnTo>
                  <a:pt x="557419" y="98864"/>
                </a:lnTo>
                <a:lnTo>
                  <a:pt x="557197" y="98778"/>
                </a:lnTo>
                <a:lnTo>
                  <a:pt x="556983" y="98690"/>
                </a:lnTo>
                <a:lnTo>
                  <a:pt x="556777" y="98601"/>
                </a:lnTo>
                <a:lnTo>
                  <a:pt x="556579" y="98510"/>
                </a:lnTo>
                <a:lnTo>
                  <a:pt x="556388" y="98416"/>
                </a:lnTo>
                <a:lnTo>
                  <a:pt x="556204" y="98321"/>
                </a:lnTo>
                <a:lnTo>
                  <a:pt x="556028" y="98224"/>
                </a:lnTo>
                <a:lnTo>
                  <a:pt x="555860" y="98125"/>
                </a:lnTo>
                <a:lnTo>
                  <a:pt x="555700" y="98024"/>
                </a:lnTo>
                <a:lnTo>
                  <a:pt x="555547" y="97921"/>
                </a:lnTo>
                <a:lnTo>
                  <a:pt x="555401" y="97816"/>
                </a:lnTo>
                <a:lnTo>
                  <a:pt x="555264" y="97709"/>
                </a:lnTo>
                <a:lnTo>
                  <a:pt x="555133" y="97601"/>
                </a:lnTo>
                <a:lnTo>
                  <a:pt x="555010" y="97491"/>
                </a:lnTo>
                <a:lnTo>
                  <a:pt x="554891" y="97379"/>
                </a:lnTo>
                <a:lnTo>
                  <a:pt x="554778" y="97267"/>
                </a:lnTo>
                <a:lnTo>
                  <a:pt x="554670" y="97154"/>
                </a:lnTo>
                <a:lnTo>
                  <a:pt x="554567" y="97040"/>
                </a:lnTo>
                <a:lnTo>
                  <a:pt x="554470" y="96924"/>
                </a:lnTo>
                <a:lnTo>
                  <a:pt x="554378" y="96808"/>
                </a:lnTo>
                <a:lnTo>
                  <a:pt x="554291" y="96691"/>
                </a:lnTo>
                <a:lnTo>
                  <a:pt x="554209" y="96572"/>
                </a:lnTo>
                <a:lnTo>
                  <a:pt x="554133" y="96453"/>
                </a:lnTo>
                <a:lnTo>
                  <a:pt x="554062" y="96333"/>
                </a:lnTo>
                <a:lnTo>
                  <a:pt x="553996" y="96211"/>
                </a:lnTo>
                <a:lnTo>
                  <a:pt x="553936" y="96089"/>
                </a:lnTo>
                <a:lnTo>
                  <a:pt x="553880" y="95965"/>
                </a:lnTo>
                <a:lnTo>
                  <a:pt x="553830" y="95840"/>
                </a:lnTo>
                <a:lnTo>
                  <a:pt x="553786" y="95715"/>
                </a:lnTo>
                <a:lnTo>
                  <a:pt x="553746" y="95588"/>
                </a:lnTo>
                <a:lnTo>
                  <a:pt x="553712" y="95460"/>
                </a:lnTo>
                <a:lnTo>
                  <a:pt x="553683" y="95332"/>
                </a:lnTo>
                <a:lnTo>
                  <a:pt x="553659" y="95202"/>
                </a:lnTo>
                <a:lnTo>
                  <a:pt x="553641" y="95071"/>
                </a:lnTo>
                <a:lnTo>
                  <a:pt x="553628" y="94939"/>
                </a:lnTo>
                <a:lnTo>
                  <a:pt x="553620" y="94807"/>
                </a:lnTo>
                <a:lnTo>
                  <a:pt x="553617" y="94673"/>
                </a:lnTo>
                <a:lnTo>
                  <a:pt x="553621" y="94482"/>
                </a:lnTo>
                <a:lnTo>
                  <a:pt x="553635" y="94292"/>
                </a:lnTo>
                <a:lnTo>
                  <a:pt x="553657" y="94103"/>
                </a:lnTo>
                <a:lnTo>
                  <a:pt x="553687" y="93914"/>
                </a:lnTo>
                <a:lnTo>
                  <a:pt x="553727" y="93726"/>
                </a:lnTo>
                <a:lnTo>
                  <a:pt x="553775" y="93538"/>
                </a:lnTo>
                <a:lnTo>
                  <a:pt x="553832" y="93351"/>
                </a:lnTo>
                <a:lnTo>
                  <a:pt x="553898" y="93165"/>
                </a:lnTo>
                <a:lnTo>
                  <a:pt x="553972" y="92979"/>
                </a:lnTo>
                <a:lnTo>
                  <a:pt x="554056" y="92793"/>
                </a:lnTo>
                <a:lnTo>
                  <a:pt x="554148" y="92609"/>
                </a:lnTo>
                <a:lnTo>
                  <a:pt x="554249" y="92425"/>
                </a:lnTo>
                <a:lnTo>
                  <a:pt x="554359" y="92241"/>
                </a:lnTo>
                <a:lnTo>
                  <a:pt x="554477" y="92058"/>
                </a:lnTo>
                <a:lnTo>
                  <a:pt x="554604" y="91876"/>
                </a:lnTo>
                <a:lnTo>
                  <a:pt x="554740" y="91694"/>
                </a:lnTo>
                <a:lnTo>
                  <a:pt x="554885" y="91513"/>
                </a:lnTo>
                <a:lnTo>
                  <a:pt x="555039" y="91332"/>
                </a:lnTo>
                <a:lnTo>
                  <a:pt x="555201" y="91152"/>
                </a:lnTo>
                <a:lnTo>
                  <a:pt x="555372" y="90973"/>
                </a:lnTo>
                <a:lnTo>
                  <a:pt x="555552" y="90794"/>
                </a:lnTo>
                <a:lnTo>
                  <a:pt x="555741" y="90616"/>
                </a:lnTo>
                <a:lnTo>
                  <a:pt x="555938" y="90438"/>
                </a:lnTo>
                <a:lnTo>
                  <a:pt x="556144" y="90261"/>
                </a:lnTo>
                <a:lnTo>
                  <a:pt x="556358" y="90086"/>
                </a:lnTo>
                <a:lnTo>
                  <a:pt x="556580" y="89914"/>
                </a:lnTo>
                <a:lnTo>
                  <a:pt x="556809" y="89747"/>
                </a:lnTo>
                <a:lnTo>
                  <a:pt x="557045" y="89583"/>
                </a:lnTo>
                <a:lnTo>
                  <a:pt x="557289" y="89424"/>
                </a:lnTo>
                <a:lnTo>
                  <a:pt x="557539" y="89268"/>
                </a:lnTo>
                <a:lnTo>
                  <a:pt x="557798" y="89116"/>
                </a:lnTo>
                <a:lnTo>
                  <a:pt x="558063" y="88968"/>
                </a:lnTo>
                <a:lnTo>
                  <a:pt x="558336" y="88823"/>
                </a:lnTo>
                <a:lnTo>
                  <a:pt x="558616" y="88683"/>
                </a:lnTo>
                <a:lnTo>
                  <a:pt x="558903" y="88546"/>
                </a:lnTo>
                <a:lnTo>
                  <a:pt x="559198" y="88413"/>
                </a:lnTo>
                <a:lnTo>
                  <a:pt x="559500" y="88284"/>
                </a:lnTo>
                <a:lnTo>
                  <a:pt x="559809" y="88159"/>
                </a:lnTo>
                <a:lnTo>
                  <a:pt x="560126" y="88038"/>
                </a:lnTo>
                <a:lnTo>
                  <a:pt x="560450" y="87920"/>
                </a:lnTo>
                <a:lnTo>
                  <a:pt x="560781" y="87807"/>
                </a:lnTo>
                <a:lnTo>
                  <a:pt x="560884" y="87773"/>
                </a:lnTo>
                <a:lnTo>
                  <a:pt x="561108" y="87847"/>
                </a:lnTo>
                <a:lnTo>
                  <a:pt x="561766" y="88047"/>
                </a:lnTo>
                <a:lnTo>
                  <a:pt x="562436" y="88233"/>
                </a:lnTo>
                <a:lnTo>
                  <a:pt x="563115" y="88405"/>
                </a:lnTo>
                <a:lnTo>
                  <a:pt x="563804" y="88563"/>
                </a:lnTo>
                <a:lnTo>
                  <a:pt x="564504" y="88708"/>
                </a:lnTo>
                <a:lnTo>
                  <a:pt x="565214" y="88839"/>
                </a:lnTo>
                <a:lnTo>
                  <a:pt x="565934" y="88956"/>
                </a:lnTo>
                <a:lnTo>
                  <a:pt x="566665" y="89059"/>
                </a:lnTo>
                <a:lnTo>
                  <a:pt x="567406" y="89148"/>
                </a:lnTo>
                <a:lnTo>
                  <a:pt x="568157" y="89224"/>
                </a:lnTo>
                <a:lnTo>
                  <a:pt x="568918" y="89286"/>
                </a:lnTo>
                <a:lnTo>
                  <a:pt x="569689" y="89334"/>
                </a:lnTo>
                <a:lnTo>
                  <a:pt x="570471" y="89369"/>
                </a:lnTo>
                <a:lnTo>
                  <a:pt x="571263" y="89389"/>
                </a:lnTo>
                <a:lnTo>
                  <a:pt x="572065" y="89396"/>
                </a:lnTo>
                <a:lnTo>
                  <a:pt x="572895" y="89390"/>
                </a:lnTo>
                <a:lnTo>
                  <a:pt x="573712" y="89369"/>
                </a:lnTo>
                <a:lnTo>
                  <a:pt x="574518" y="89335"/>
                </a:lnTo>
                <a:lnTo>
                  <a:pt x="575312" y="89287"/>
                </a:lnTo>
                <a:lnTo>
                  <a:pt x="576094" y="89226"/>
                </a:lnTo>
                <a:lnTo>
                  <a:pt x="576864" y="89151"/>
                </a:lnTo>
                <a:lnTo>
                  <a:pt x="577622" y="89063"/>
                </a:lnTo>
                <a:lnTo>
                  <a:pt x="578369" y="88961"/>
                </a:lnTo>
                <a:lnTo>
                  <a:pt x="579104" y="88845"/>
                </a:lnTo>
                <a:lnTo>
                  <a:pt x="579826" y="88715"/>
                </a:lnTo>
                <a:lnTo>
                  <a:pt x="580537" y="88573"/>
                </a:lnTo>
                <a:lnTo>
                  <a:pt x="581236" y="88416"/>
                </a:lnTo>
                <a:lnTo>
                  <a:pt x="581924" y="88246"/>
                </a:lnTo>
                <a:lnTo>
                  <a:pt x="582599" y="88062"/>
                </a:lnTo>
                <a:lnTo>
                  <a:pt x="583263" y="87864"/>
                </a:lnTo>
                <a:lnTo>
                  <a:pt x="583915" y="87653"/>
                </a:lnTo>
                <a:lnTo>
                  <a:pt x="584554" y="87429"/>
                </a:lnTo>
                <a:lnTo>
                  <a:pt x="585182" y="87190"/>
                </a:lnTo>
                <a:lnTo>
                  <a:pt x="585799" y="86939"/>
                </a:lnTo>
                <a:lnTo>
                  <a:pt x="586403" y="86673"/>
                </a:lnTo>
                <a:lnTo>
                  <a:pt x="586996" y="86394"/>
                </a:lnTo>
                <a:lnTo>
                  <a:pt x="587576" y="86101"/>
                </a:lnTo>
                <a:lnTo>
                  <a:pt x="588145" y="85795"/>
                </a:lnTo>
                <a:lnTo>
                  <a:pt x="588702" y="85475"/>
                </a:lnTo>
                <a:lnTo>
                  <a:pt x="589247" y="85143"/>
                </a:lnTo>
                <a:lnTo>
                  <a:pt x="589782" y="84803"/>
                </a:lnTo>
                <a:lnTo>
                  <a:pt x="590305" y="84453"/>
                </a:lnTo>
                <a:lnTo>
                  <a:pt x="590816" y="84095"/>
                </a:lnTo>
                <a:lnTo>
                  <a:pt x="591317" y="83727"/>
                </a:lnTo>
                <a:lnTo>
                  <a:pt x="591806" y="83351"/>
                </a:lnTo>
                <a:lnTo>
                  <a:pt x="592284" y="82966"/>
                </a:lnTo>
                <a:lnTo>
                  <a:pt x="592750" y="82571"/>
                </a:lnTo>
                <a:lnTo>
                  <a:pt x="593205" y="82168"/>
                </a:lnTo>
                <a:lnTo>
                  <a:pt x="593650" y="81756"/>
                </a:lnTo>
                <a:lnTo>
                  <a:pt x="594082" y="81334"/>
                </a:lnTo>
                <a:lnTo>
                  <a:pt x="594504" y="80904"/>
                </a:lnTo>
                <a:lnTo>
                  <a:pt x="594914" y="80465"/>
                </a:lnTo>
                <a:lnTo>
                  <a:pt x="595313" y="80017"/>
                </a:lnTo>
                <a:lnTo>
                  <a:pt x="595701" y="79559"/>
                </a:lnTo>
                <a:lnTo>
                  <a:pt x="596078" y="79093"/>
                </a:lnTo>
                <a:lnTo>
                  <a:pt x="596443" y="78618"/>
                </a:lnTo>
                <a:lnTo>
                  <a:pt x="596797" y="78134"/>
                </a:lnTo>
                <a:lnTo>
                  <a:pt x="597139" y="77641"/>
                </a:lnTo>
                <a:lnTo>
                  <a:pt x="597471" y="77139"/>
                </a:lnTo>
                <a:lnTo>
                  <a:pt x="597791" y="76628"/>
                </a:lnTo>
                <a:lnTo>
                  <a:pt x="598100" y="76108"/>
                </a:lnTo>
                <a:lnTo>
                  <a:pt x="598398" y="75579"/>
                </a:lnTo>
                <a:lnTo>
                  <a:pt x="598684" y="75041"/>
                </a:lnTo>
                <a:lnTo>
                  <a:pt x="598959" y="74496"/>
                </a:lnTo>
                <a:lnTo>
                  <a:pt x="599222" y="73947"/>
                </a:lnTo>
                <a:lnTo>
                  <a:pt x="599474" y="73393"/>
                </a:lnTo>
                <a:lnTo>
                  <a:pt x="599714" y="72835"/>
                </a:lnTo>
                <a:lnTo>
                  <a:pt x="599942" y="72273"/>
                </a:lnTo>
                <a:lnTo>
                  <a:pt x="600158" y="71706"/>
                </a:lnTo>
                <a:lnTo>
                  <a:pt x="600363" y="71136"/>
                </a:lnTo>
                <a:lnTo>
                  <a:pt x="600556" y="70560"/>
                </a:lnTo>
                <a:lnTo>
                  <a:pt x="600737" y="69981"/>
                </a:lnTo>
                <a:lnTo>
                  <a:pt x="600907" y="69397"/>
                </a:lnTo>
                <a:lnTo>
                  <a:pt x="601065" y="68809"/>
                </a:lnTo>
                <a:lnTo>
                  <a:pt x="601211" y="68216"/>
                </a:lnTo>
                <a:lnTo>
                  <a:pt x="601346" y="67619"/>
                </a:lnTo>
                <a:lnTo>
                  <a:pt x="601469" y="67018"/>
                </a:lnTo>
                <a:lnTo>
                  <a:pt x="601580" y="66412"/>
                </a:lnTo>
                <a:lnTo>
                  <a:pt x="601679" y="65802"/>
                </a:lnTo>
                <a:lnTo>
                  <a:pt x="601767" y="65188"/>
                </a:lnTo>
                <a:lnTo>
                  <a:pt x="601843" y="64570"/>
                </a:lnTo>
                <a:lnTo>
                  <a:pt x="601907" y="63947"/>
                </a:lnTo>
                <a:lnTo>
                  <a:pt x="601960" y="63319"/>
                </a:lnTo>
                <a:lnTo>
                  <a:pt x="602001" y="62688"/>
                </a:lnTo>
                <a:lnTo>
                  <a:pt x="602030" y="62052"/>
                </a:lnTo>
                <a:lnTo>
                  <a:pt x="602048" y="61411"/>
                </a:lnTo>
                <a:lnTo>
                  <a:pt x="602054" y="60767"/>
                </a:lnTo>
                <a:lnTo>
                  <a:pt x="602048" y="60101"/>
                </a:lnTo>
                <a:lnTo>
                  <a:pt x="602031" y="59440"/>
                </a:lnTo>
                <a:lnTo>
                  <a:pt x="602002" y="58785"/>
                </a:lnTo>
                <a:lnTo>
                  <a:pt x="601961" y="58134"/>
                </a:lnTo>
                <a:lnTo>
                  <a:pt x="601909" y="57489"/>
                </a:lnTo>
                <a:lnTo>
                  <a:pt x="601846" y="56849"/>
                </a:lnTo>
                <a:lnTo>
                  <a:pt x="601771" y="56213"/>
                </a:lnTo>
                <a:lnTo>
                  <a:pt x="601684" y="55583"/>
                </a:lnTo>
                <a:lnTo>
                  <a:pt x="601586" y="54958"/>
                </a:lnTo>
                <a:lnTo>
                  <a:pt x="601476" y="54338"/>
                </a:lnTo>
                <a:lnTo>
                  <a:pt x="601355" y="53724"/>
                </a:lnTo>
                <a:lnTo>
                  <a:pt x="601222" y="53114"/>
                </a:lnTo>
                <a:lnTo>
                  <a:pt x="601077" y="52509"/>
                </a:lnTo>
                <a:lnTo>
                  <a:pt x="600921" y="51910"/>
                </a:lnTo>
                <a:lnTo>
                  <a:pt x="600754" y="51315"/>
                </a:lnTo>
                <a:lnTo>
                  <a:pt x="600575" y="50726"/>
                </a:lnTo>
                <a:lnTo>
                  <a:pt x="600384" y="50142"/>
                </a:lnTo>
                <a:lnTo>
                  <a:pt x="600182" y="49563"/>
                </a:lnTo>
                <a:lnTo>
                  <a:pt x="599968" y="48989"/>
                </a:lnTo>
                <a:lnTo>
                  <a:pt x="599743" y="48420"/>
                </a:lnTo>
                <a:lnTo>
                  <a:pt x="599506" y="47856"/>
                </a:lnTo>
                <a:lnTo>
                  <a:pt x="599258" y="47297"/>
                </a:lnTo>
                <a:lnTo>
                  <a:pt x="598998" y="46744"/>
                </a:lnTo>
                <a:lnTo>
                  <a:pt x="598726" y="46195"/>
                </a:lnTo>
                <a:lnTo>
                  <a:pt x="598443" y="45654"/>
                </a:lnTo>
                <a:lnTo>
                  <a:pt x="598149" y="45121"/>
                </a:lnTo>
                <a:lnTo>
                  <a:pt x="597843" y="44598"/>
                </a:lnTo>
                <a:lnTo>
                  <a:pt x="597526" y="44085"/>
                </a:lnTo>
                <a:lnTo>
                  <a:pt x="597197" y="43580"/>
                </a:lnTo>
                <a:lnTo>
                  <a:pt x="596857" y="43085"/>
                </a:lnTo>
                <a:lnTo>
                  <a:pt x="596506" y="42599"/>
                </a:lnTo>
                <a:lnTo>
                  <a:pt x="596143" y="42123"/>
                </a:lnTo>
                <a:lnTo>
                  <a:pt x="595769" y="41655"/>
                </a:lnTo>
                <a:lnTo>
                  <a:pt x="595383" y="41197"/>
                </a:lnTo>
                <a:lnTo>
                  <a:pt x="594986" y="40749"/>
                </a:lnTo>
                <a:lnTo>
                  <a:pt x="594578" y="40309"/>
                </a:lnTo>
                <a:lnTo>
                  <a:pt x="594158" y="39879"/>
                </a:lnTo>
                <a:lnTo>
                  <a:pt x="593757" y="39489"/>
                </a:lnTo>
                <a:lnTo>
                  <a:pt x="593843" y="39374"/>
                </a:lnTo>
                <a:lnTo>
                  <a:pt x="594121" y="39024"/>
                </a:lnTo>
                <a:lnTo>
                  <a:pt x="594404" y="38687"/>
                </a:lnTo>
                <a:close/>
                <a:moveTo>
                  <a:pt x="569976" y="79650"/>
                </a:moveTo>
                <a:lnTo>
                  <a:pt x="569446" y="79576"/>
                </a:lnTo>
                <a:lnTo>
                  <a:pt x="568922" y="79485"/>
                </a:lnTo>
                <a:lnTo>
                  <a:pt x="568404" y="79378"/>
                </a:lnTo>
                <a:lnTo>
                  <a:pt x="567891" y="79254"/>
                </a:lnTo>
                <a:lnTo>
                  <a:pt x="567383" y="79114"/>
                </a:lnTo>
                <a:lnTo>
                  <a:pt x="566882" y="78957"/>
                </a:lnTo>
                <a:lnTo>
                  <a:pt x="566385" y="78784"/>
                </a:lnTo>
                <a:lnTo>
                  <a:pt x="565895" y="78594"/>
                </a:lnTo>
                <a:lnTo>
                  <a:pt x="565410" y="78388"/>
                </a:lnTo>
                <a:lnTo>
                  <a:pt x="564930" y="78165"/>
                </a:lnTo>
                <a:lnTo>
                  <a:pt x="564456" y="77926"/>
                </a:lnTo>
                <a:lnTo>
                  <a:pt x="563988" y="77670"/>
                </a:lnTo>
                <a:lnTo>
                  <a:pt x="563525" y="77398"/>
                </a:lnTo>
                <a:lnTo>
                  <a:pt x="563067" y="77109"/>
                </a:lnTo>
                <a:lnTo>
                  <a:pt x="562616" y="76804"/>
                </a:lnTo>
                <a:lnTo>
                  <a:pt x="562170" y="76482"/>
                </a:lnTo>
                <a:lnTo>
                  <a:pt x="561729" y="76144"/>
                </a:lnTo>
                <a:lnTo>
                  <a:pt x="561294" y="75789"/>
                </a:lnTo>
                <a:lnTo>
                  <a:pt x="560864" y="75418"/>
                </a:lnTo>
                <a:lnTo>
                  <a:pt x="560440" y="75030"/>
                </a:lnTo>
                <a:lnTo>
                  <a:pt x="560028" y="74626"/>
                </a:lnTo>
                <a:lnTo>
                  <a:pt x="559633" y="74204"/>
                </a:lnTo>
                <a:lnTo>
                  <a:pt x="559256" y="73766"/>
                </a:lnTo>
                <a:lnTo>
                  <a:pt x="558896" y="73311"/>
                </a:lnTo>
                <a:lnTo>
                  <a:pt x="558554" y="72839"/>
                </a:lnTo>
                <a:lnTo>
                  <a:pt x="558229" y="72351"/>
                </a:lnTo>
                <a:lnTo>
                  <a:pt x="557922" y="71845"/>
                </a:lnTo>
                <a:lnTo>
                  <a:pt x="557632" y="71323"/>
                </a:lnTo>
                <a:lnTo>
                  <a:pt x="557360" y="70784"/>
                </a:lnTo>
                <a:lnTo>
                  <a:pt x="557106" y="70228"/>
                </a:lnTo>
                <a:lnTo>
                  <a:pt x="556869" y="69655"/>
                </a:lnTo>
                <a:lnTo>
                  <a:pt x="556650" y="69066"/>
                </a:lnTo>
                <a:lnTo>
                  <a:pt x="556448" y="68460"/>
                </a:lnTo>
                <a:lnTo>
                  <a:pt x="556264" y="67837"/>
                </a:lnTo>
                <a:lnTo>
                  <a:pt x="556097" y="67197"/>
                </a:lnTo>
                <a:lnTo>
                  <a:pt x="555948" y="66540"/>
                </a:lnTo>
                <a:lnTo>
                  <a:pt x="555816" y="65867"/>
                </a:lnTo>
                <a:lnTo>
                  <a:pt x="555702" y="65177"/>
                </a:lnTo>
                <a:lnTo>
                  <a:pt x="555605" y="64470"/>
                </a:lnTo>
                <a:lnTo>
                  <a:pt x="555526" y="63746"/>
                </a:lnTo>
                <a:lnTo>
                  <a:pt x="555465" y="63005"/>
                </a:lnTo>
                <a:lnTo>
                  <a:pt x="555421" y="62248"/>
                </a:lnTo>
                <a:lnTo>
                  <a:pt x="555395" y="61474"/>
                </a:lnTo>
                <a:lnTo>
                  <a:pt x="555386" y="60683"/>
                </a:lnTo>
                <a:lnTo>
                  <a:pt x="555394" y="59898"/>
                </a:lnTo>
                <a:lnTo>
                  <a:pt x="555419" y="59130"/>
                </a:lnTo>
                <a:lnTo>
                  <a:pt x="555460" y="58378"/>
                </a:lnTo>
                <a:lnTo>
                  <a:pt x="555517" y="57642"/>
                </a:lnTo>
                <a:lnTo>
                  <a:pt x="555591" y="56922"/>
                </a:lnTo>
                <a:lnTo>
                  <a:pt x="555681" y="56218"/>
                </a:lnTo>
                <a:lnTo>
                  <a:pt x="555787" y="55530"/>
                </a:lnTo>
                <a:lnTo>
                  <a:pt x="555910" y="54859"/>
                </a:lnTo>
                <a:lnTo>
                  <a:pt x="556049" y="54203"/>
                </a:lnTo>
                <a:lnTo>
                  <a:pt x="556205" y="53563"/>
                </a:lnTo>
                <a:lnTo>
                  <a:pt x="556377" y="52940"/>
                </a:lnTo>
                <a:lnTo>
                  <a:pt x="556565" y="52332"/>
                </a:lnTo>
                <a:lnTo>
                  <a:pt x="556770" y="51740"/>
                </a:lnTo>
                <a:lnTo>
                  <a:pt x="556991" y="51165"/>
                </a:lnTo>
                <a:lnTo>
                  <a:pt x="557229" y="50605"/>
                </a:lnTo>
                <a:lnTo>
                  <a:pt x="557483" y="50062"/>
                </a:lnTo>
                <a:lnTo>
                  <a:pt x="557753" y="49535"/>
                </a:lnTo>
                <a:lnTo>
                  <a:pt x="558040" y="49023"/>
                </a:lnTo>
                <a:lnTo>
                  <a:pt x="558343" y="48528"/>
                </a:lnTo>
                <a:lnTo>
                  <a:pt x="558662" y="48049"/>
                </a:lnTo>
                <a:lnTo>
                  <a:pt x="558998" y="47586"/>
                </a:lnTo>
                <a:lnTo>
                  <a:pt x="559350" y="47139"/>
                </a:lnTo>
                <a:lnTo>
                  <a:pt x="559718" y="46708"/>
                </a:lnTo>
                <a:lnTo>
                  <a:pt x="560103" y="46293"/>
                </a:lnTo>
                <a:lnTo>
                  <a:pt x="560501" y="45894"/>
                </a:lnTo>
                <a:lnTo>
                  <a:pt x="560909" y="45513"/>
                </a:lnTo>
                <a:lnTo>
                  <a:pt x="561326" y="45148"/>
                </a:lnTo>
                <a:lnTo>
                  <a:pt x="561753" y="44800"/>
                </a:lnTo>
                <a:lnTo>
                  <a:pt x="562190" y="44470"/>
                </a:lnTo>
                <a:lnTo>
                  <a:pt x="562636" y="44156"/>
                </a:lnTo>
                <a:lnTo>
                  <a:pt x="563092" y="43859"/>
                </a:lnTo>
                <a:lnTo>
                  <a:pt x="563557" y="43580"/>
                </a:lnTo>
                <a:lnTo>
                  <a:pt x="564032" y="43317"/>
                </a:lnTo>
                <a:lnTo>
                  <a:pt x="564517" y="43071"/>
                </a:lnTo>
                <a:lnTo>
                  <a:pt x="565012" y="42842"/>
                </a:lnTo>
                <a:lnTo>
                  <a:pt x="565516" y="42630"/>
                </a:lnTo>
                <a:lnTo>
                  <a:pt x="566029" y="42435"/>
                </a:lnTo>
                <a:lnTo>
                  <a:pt x="566553" y="42257"/>
                </a:lnTo>
                <a:lnTo>
                  <a:pt x="567086" y="42096"/>
                </a:lnTo>
                <a:lnTo>
                  <a:pt x="567629" y="41952"/>
                </a:lnTo>
                <a:lnTo>
                  <a:pt x="568181" y="41824"/>
                </a:lnTo>
                <a:lnTo>
                  <a:pt x="568743" y="41714"/>
                </a:lnTo>
                <a:lnTo>
                  <a:pt x="569315" y="41621"/>
                </a:lnTo>
                <a:lnTo>
                  <a:pt x="569896" y="41545"/>
                </a:lnTo>
                <a:lnTo>
                  <a:pt x="570487" y="41485"/>
                </a:lnTo>
                <a:lnTo>
                  <a:pt x="571088" y="41443"/>
                </a:lnTo>
                <a:lnTo>
                  <a:pt x="571698" y="41418"/>
                </a:lnTo>
                <a:lnTo>
                  <a:pt x="572318" y="41409"/>
                </a:lnTo>
                <a:lnTo>
                  <a:pt x="572937" y="41417"/>
                </a:lnTo>
                <a:lnTo>
                  <a:pt x="573547" y="41442"/>
                </a:lnTo>
                <a:lnTo>
                  <a:pt x="574145" y="41483"/>
                </a:lnTo>
                <a:lnTo>
                  <a:pt x="574734" y="41541"/>
                </a:lnTo>
                <a:lnTo>
                  <a:pt x="575312" y="41615"/>
                </a:lnTo>
                <a:lnTo>
                  <a:pt x="575879" y="41706"/>
                </a:lnTo>
                <a:lnTo>
                  <a:pt x="576437" y="41814"/>
                </a:lnTo>
                <a:lnTo>
                  <a:pt x="576984" y="41937"/>
                </a:lnTo>
                <a:lnTo>
                  <a:pt x="577520" y="42078"/>
                </a:lnTo>
                <a:lnTo>
                  <a:pt x="578046" y="42234"/>
                </a:lnTo>
                <a:lnTo>
                  <a:pt x="578562" y="42408"/>
                </a:lnTo>
                <a:lnTo>
                  <a:pt x="579067" y="42598"/>
                </a:lnTo>
                <a:lnTo>
                  <a:pt x="579562" y="42804"/>
                </a:lnTo>
                <a:lnTo>
                  <a:pt x="580047" y="43027"/>
                </a:lnTo>
                <a:lnTo>
                  <a:pt x="580521" y="43266"/>
                </a:lnTo>
                <a:lnTo>
                  <a:pt x="580985" y="43522"/>
                </a:lnTo>
                <a:lnTo>
                  <a:pt x="581438" y="43795"/>
                </a:lnTo>
                <a:lnTo>
                  <a:pt x="581881" y="44083"/>
                </a:lnTo>
                <a:lnTo>
                  <a:pt x="582314" y="44389"/>
                </a:lnTo>
                <a:lnTo>
                  <a:pt x="582736" y="44711"/>
                </a:lnTo>
                <a:lnTo>
                  <a:pt x="583148" y="45049"/>
                </a:lnTo>
                <a:lnTo>
                  <a:pt x="583550" y="45404"/>
                </a:lnTo>
                <a:lnTo>
                  <a:pt x="583941" y="45776"/>
                </a:lnTo>
                <a:lnTo>
                  <a:pt x="584322" y="46164"/>
                </a:lnTo>
                <a:lnTo>
                  <a:pt x="584689" y="46568"/>
                </a:lnTo>
                <a:lnTo>
                  <a:pt x="585042" y="46991"/>
                </a:lnTo>
                <a:lnTo>
                  <a:pt x="585378" y="47431"/>
                </a:lnTo>
                <a:lnTo>
                  <a:pt x="585699" y="47889"/>
                </a:lnTo>
                <a:lnTo>
                  <a:pt x="586004" y="48365"/>
                </a:lnTo>
                <a:lnTo>
                  <a:pt x="586293" y="48858"/>
                </a:lnTo>
                <a:lnTo>
                  <a:pt x="586567" y="49369"/>
                </a:lnTo>
                <a:lnTo>
                  <a:pt x="586825" y="49898"/>
                </a:lnTo>
                <a:lnTo>
                  <a:pt x="587068" y="50445"/>
                </a:lnTo>
                <a:lnTo>
                  <a:pt x="587295" y="51009"/>
                </a:lnTo>
                <a:lnTo>
                  <a:pt x="587506" y="51591"/>
                </a:lnTo>
                <a:lnTo>
                  <a:pt x="587702" y="52191"/>
                </a:lnTo>
                <a:lnTo>
                  <a:pt x="587882" y="52808"/>
                </a:lnTo>
                <a:lnTo>
                  <a:pt x="588046" y="53444"/>
                </a:lnTo>
                <a:lnTo>
                  <a:pt x="588195" y="54096"/>
                </a:lnTo>
                <a:lnTo>
                  <a:pt x="588328" y="54767"/>
                </a:lnTo>
                <a:lnTo>
                  <a:pt x="588445" y="55455"/>
                </a:lnTo>
                <a:lnTo>
                  <a:pt x="588547" y="56161"/>
                </a:lnTo>
                <a:lnTo>
                  <a:pt x="588633" y="56885"/>
                </a:lnTo>
                <a:lnTo>
                  <a:pt x="588703" y="57626"/>
                </a:lnTo>
                <a:lnTo>
                  <a:pt x="588758" y="58386"/>
                </a:lnTo>
                <a:lnTo>
                  <a:pt x="588797" y="59163"/>
                </a:lnTo>
                <a:lnTo>
                  <a:pt x="588821" y="59957"/>
                </a:lnTo>
                <a:lnTo>
                  <a:pt x="588828" y="60769"/>
                </a:lnTo>
                <a:lnTo>
                  <a:pt x="588820" y="61546"/>
                </a:lnTo>
                <a:lnTo>
                  <a:pt x="588796" y="62307"/>
                </a:lnTo>
                <a:lnTo>
                  <a:pt x="588756" y="63052"/>
                </a:lnTo>
                <a:lnTo>
                  <a:pt x="588700" y="63781"/>
                </a:lnTo>
                <a:lnTo>
                  <a:pt x="588627" y="64494"/>
                </a:lnTo>
                <a:lnTo>
                  <a:pt x="588539" y="65190"/>
                </a:lnTo>
                <a:lnTo>
                  <a:pt x="588434" y="65871"/>
                </a:lnTo>
                <a:lnTo>
                  <a:pt x="588314" y="66535"/>
                </a:lnTo>
                <a:lnTo>
                  <a:pt x="588177" y="67184"/>
                </a:lnTo>
                <a:lnTo>
                  <a:pt x="588024" y="67816"/>
                </a:lnTo>
                <a:lnTo>
                  <a:pt x="587855" y="68433"/>
                </a:lnTo>
                <a:lnTo>
                  <a:pt x="587670" y="69033"/>
                </a:lnTo>
                <a:lnTo>
                  <a:pt x="587469" y="69617"/>
                </a:lnTo>
                <a:lnTo>
                  <a:pt x="587252" y="70186"/>
                </a:lnTo>
                <a:lnTo>
                  <a:pt x="587019" y="70738"/>
                </a:lnTo>
                <a:lnTo>
                  <a:pt x="586769" y="71274"/>
                </a:lnTo>
                <a:lnTo>
                  <a:pt x="586504" y="71794"/>
                </a:lnTo>
                <a:lnTo>
                  <a:pt x="586222" y="72298"/>
                </a:lnTo>
                <a:lnTo>
                  <a:pt x="585925" y="72786"/>
                </a:lnTo>
                <a:lnTo>
                  <a:pt x="585611" y="73258"/>
                </a:lnTo>
                <a:lnTo>
                  <a:pt x="585281" y="73714"/>
                </a:lnTo>
                <a:lnTo>
                  <a:pt x="584935" y="74154"/>
                </a:lnTo>
                <a:lnTo>
                  <a:pt x="584573" y="74578"/>
                </a:lnTo>
                <a:lnTo>
                  <a:pt x="584195" y="74985"/>
                </a:lnTo>
                <a:lnTo>
                  <a:pt x="583804" y="75377"/>
                </a:lnTo>
                <a:lnTo>
                  <a:pt x="583404" y="75752"/>
                </a:lnTo>
                <a:lnTo>
                  <a:pt x="582994" y="76110"/>
                </a:lnTo>
                <a:lnTo>
                  <a:pt x="582574" y="76451"/>
                </a:lnTo>
                <a:lnTo>
                  <a:pt x="582144" y="76776"/>
                </a:lnTo>
                <a:lnTo>
                  <a:pt x="581705" y="77084"/>
                </a:lnTo>
                <a:lnTo>
                  <a:pt x="581256" y="77375"/>
                </a:lnTo>
                <a:lnTo>
                  <a:pt x="580798" y="77650"/>
                </a:lnTo>
                <a:lnTo>
                  <a:pt x="580330" y="77908"/>
                </a:lnTo>
                <a:lnTo>
                  <a:pt x="579852" y="78150"/>
                </a:lnTo>
                <a:lnTo>
                  <a:pt x="579364" y="78375"/>
                </a:lnTo>
                <a:lnTo>
                  <a:pt x="578867" y="78583"/>
                </a:lnTo>
                <a:lnTo>
                  <a:pt x="578361" y="78774"/>
                </a:lnTo>
                <a:lnTo>
                  <a:pt x="577844" y="78949"/>
                </a:lnTo>
                <a:lnTo>
                  <a:pt x="577318" y="79107"/>
                </a:lnTo>
                <a:lnTo>
                  <a:pt x="576782" y="79249"/>
                </a:lnTo>
                <a:lnTo>
                  <a:pt x="576237" y="79374"/>
                </a:lnTo>
                <a:lnTo>
                  <a:pt x="575682" y="79482"/>
                </a:lnTo>
                <a:lnTo>
                  <a:pt x="575117" y="79574"/>
                </a:lnTo>
                <a:lnTo>
                  <a:pt x="574543" y="79649"/>
                </a:lnTo>
                <a:lnTo>
                  <a:pt x="573959" y="79707"/>
                </a:lnTo>
                <a:lnTo>
                  <a:pt x="573366" y="79749"/>
                </a:lnTo>
                <a:lnTo>
                  <a:pt x="572762" y="79774"/>
                </a:lnTo>
                <a:lnTo>
                  <a:pt x="572149" y="79782"/>
                </a:lnTo>
                <a:lnTo>
                  <a:pt x="571598" y="79774"/>
                </a:lnTo>
                <a:lnTo>
                  <a:pt x="571051" y="79749"/>
                </a:lnTo>
                <a:lnTo>
                  <a:pt x="570511" y="79708"/>
                </a:lnTo>
                <a:lnTo>
                  <a:pt x="569976" y="79650"/>
                </a:lnTo>
                <a:close/>
                <a:moveTo>
                  <a:pt x="568166" y="138814"/>
                </a:moveTo>
                <a:lnTo>
                  <a:pt x="567337" y="138738"/>
                </a:lnTo>
                <a:lnTo>
                  <a:pt x="566531" y="138648"/>
                </a:lnTo>
                <a:lnTo>
                  <a:pt x="565747" y="138545"/>
                </a:lnTo>
                <a:lnTo>
                  <a:pt x="564987" y="138428"/>
                </a:lnTo>
                <a:lnTo>
                  <a:pt x="564249" y="138297"/>
                </a:lnTo>
                <a:lnTo>
                  <a:pt x="563533" y="138152"/>
                </a:lnTo>
                <a:lnTo>
                  <a:pt x="562841" y="137994"/>
                </a:lnTo>
                <a:lnTo>
                  <a:pt x="562172" y="137821"/>
                </a:lnTo>
                <a:lnTo>
                  <a:pt x="561525" y="137635"/>
                </a:lnTo>
                <a:lnTo>
                  <a:pt x="560901" y="137436"/>
                </a:lnTo>
                <a:lnTo>
                  <a:pt x="560300" y="137222"/>
                </a:lnTo>
                <a:lnTo>
                  <a:pt x="559722" y="136995"/>
                </a:lnTo>
                <a:lnTo>
                  <a:pt x="559166" y="136753"/>
                </a:lnTo>
                <a:lnTo>
                  <a:pt x="558634" y="136498"/>
                </a:lnTo>
                <a:lnTo>
                  <a:pt x="558124" y="136230"/>
                </a:lnTo>
                <a:lnTo>
                  <a:pt x="557637" y="135947"/>
                </a:lnTo>
                <a:lnTo>
                  <a:pt x="557173" y="135651"/>
                </a:lnTo>
                <a:lnTo>
                  <a:pt x="556731" y="135341"/>
                </a:lnTo>
                <a:lnTo>
                  <a:pt x="556313" y="135017"/>
                </a:lnTo>
                <a:lnTo>
                  <a:pt x="555914" y="134684"/>
                </a:lnTo>
                <a:lnTo>
                  <a:pt x="555532" y="134347"/>
                </a:lnTo>
                <a:lnTo>
                  <a:pt x="555168" y="134005"/>
                </a:lnTo>
                <a:lnTo>
                  <a:pt x="554820" y="133659"/>
                </a:lnTo>
                <a:lnTo>
                  <a:pt x="554489" y="133308"/>
                </a:lnTo>
                <a:lnTo>
                  <a:pt x="554175" y="132953"/>
                </a:lnTo>
                <a:lnTo>
                  <a:pt x="553878" y="132594"/>
                </a:lnTo>
                <a:lnTo>
                  <a:pt x="553598" y="132230"/>
                </a:lnTo>
                <a:lnTo>
                  <a:pt x="553335" y="131862"/>
                </a:lnTo>
                <a:lnTo>
                  <a:pt x="553089" y="131490"/>
                </a:lnTo>
                <a:lnTo>
                  <a:pt x="552860" y="131113"/>
                </a:lnTo>
                <a:lnTo>
                  <a:pt x="552648" y="130732"/>
                </a:lnTo>
                <a:lnTo>
                  <a:pt x="552453" y="130346"/>
                </a:lnTo>
                <a:lnTo>
                  <a:pt x="552275" y="129956"/>
                </a:lnTo>
                <a:lnTo>
                  <a:pt x="552114" y="129561"/>
                </a:lnTo>
                <a:lnTo>
                  <a:pt x="551970" y="129163"/>
                </a:lnTo>
                <a:lnTo>
                  <a:pt x="551843" y="128759"/>
                </a:lnTo>
                <a:lnTo>
                  <a:pt x="551732" y="128352"/>
                </a:lnTo>
                <a:lnTo>
                  <a:pt x="551639" y="127940"/>
                </a:lnTo>
                <a:lnTo>
                  <a:pt x="551563" y="127523"/>
                </a:lnTo>
                <a:lnTo>
                  <a:pt x="551503" y="127103"/>
                </a:lnTo>
                <a:lnTo>
                  <a:pt x="551461" y="126677"/>
                </a:lnTo>
                <a:lnTo>
                  <a:pt x="551435" y="126248"/>
                </a:lnTo>
                <a:lnTo>
                  <a:pt x="551427" y="125814"/>
                </a:lnTo>
                <a:lnTo>
                  <a:pt x="551432" y="125423"/>
                </a:lnTo>
                <a:lnTo>
                  <a:pt x="551448" y="125037"/>
                </a:lnTo>
                <a:lnTo>
                  <a:pt x="551474" y="124654"/>
                </a:lnTo>
                <a:lnTo>
                  <a:pt x="551510" y="124275"/>
                </a:lnTo>
                <a:lnTo>
                  <a:pt x="551557" y="123901"/>
                </a:lnTo>
                <a:lnTo>
                  <a:pt x="551614" y="123530"/>
                </a:lnTo>
                <a:lnTo>
                  <a:pt x="551681" y="123163"/>
                </a:lnTo>
                <a:lnTo>
                  <a:pt x="551759" y="122800"/>
                </a:lnTo>
                <a:lnTo>
                  <a:pt x="551847" y="122441"/>
                </a:lnTo>
                <a:lnTo>
                  <a:pt x="551946" y="122086"/>
                </a:lnTo>
                <a:lnTo>
                  <a:pt x="552055" y="121735"/>
                </a:lnTo>
                <a:lnTo>
                  <a:pt x="552174" y="121387"/>
                </a:lnTo>
                <a:lnTo>
                  <a:pt x="552304" y="121044"/>
                </a:lnTo>
                <a:lnTo>
                  <a:pt x="552444" y="120705"/>
                </a:lnTo>
                <a:lnTo>
                  <a:pt x="552595" y="120369"/>
                </a:lnTo>
                <a:lnTo>
                  <a:pt x="552756" y="120038"/>
                </a:lnTo>
                <a:lnTo>
                  <a:pt x="552927" y="119710"/>
                </a:lnTo>
                <a:lnTo>
                  <a:pt x="553109" y="119387"/>
                </a:lnTo>
                <a:lnTo>
                  <a:pt x="553301" y="119067"/>
                </a:lnTo>
                <a:lnTo>
                  <a:pt x="553504" y="118751"/>
                </a:lnTo>
                <a:lnTo>
                  <a:pt x="553716" y="118440"/>
                </a:lnTo>
                <a:lnTo>
                  <a:pt x="553940" y="118132"/>
                </a:lnTo>
                <a:lnTo>
                  <a:pt x="554173" y="117828"/>
                </a:lnTo>
                <a:lnTo>
                  <a:pt x="554417" y="117528"/>
                </a:lnTo>
                <a:lnTo>
                  <a:pt x="554671" y="117233"/>
                </a:lnTo>
                <a:lnTo>
                  <a:pt x="554935" y="116946"/>
                </a:lnTo>
                <a:lnTo>
                  <a:pt x="555209" y="116666"/>
                </a:lnTo>
                <a:lnTo>
                  <a:pt x="555493" y="116394"/>
                </a:lnTo>
                <a:lnTo>
                  <a:pt x="555786" y="116128"/>
                </a:lnTo>
                <a:lnTo>
                  <a:pt x="556089" y="115870"/>
                </a:lnTo>
                <a:lnTo>
                  <a:pt x="556402" y="115620"/>
                </a:lnTo>
                <a:lnTo>
                  <a:pt x="556725" y="115376"/>
                </a:lnTo>
                <a:lnTo>
                  <a:pt x="557057" y="115140"/>
                </a:lnTo>
                <a:lnTo>
                  <a:pt x="557399" y="114911"/>
                </a:lnTo>
                <a:lnTo>
                  <a:pt x="557751" y="114689"/>
                </a:lnTo>
                <a:lnTo>
                  <a:pt x="558113" y="114474"/>
                </a:lnTo>
                <a:lnTo>
                  <a:pt x="558485" y="114267"/>
                </a:lnTo>
                <a:lnTo>
                  <a:pt x="558866" y="114067"/>
                </a:lnTo>
                <a:lnTo>
                  <a:pt x="559258" y="113875"/>
                </a:lnTo>
                <a:lnTo>
                  <a:pt x="559659" y="113689"/>
                </a:lnTo>
                <a:lnTo>
                  <a:pt x="560070" y="113511"/>
                </a:lnTo>
                <a:lnTo>
                  <a:pt x="560490" y="113340"/>
                </a:lnTo>
                <a:lnTo>
                  <a:pt x="560921" y="113177"/>
                </a:lnTo>
                <a:lnTo>
                  <a:pt x="561361" y="113020"/>
                </a:lnTo>
                <a:lnTo>
                  <a:pt x="561811" y="112871"/>
                </a:lnTo>
                <a:lnTo>
                  <a:pt x="562271" y="112729"/>
                </a:lnTo>
                <a:lnTo>
                  <a:pt x="562741" y="112595"/>
                </a:lnTo>
                <a:lnTo>
                  <a:pt x="563220" y="112468"/>
                </a:lnTo>
                <a:lnTo>
                  <a:pt x="574592" y="112468"/>
                </a:lnTo>
                <a:lnTo>
                  <a:pt x="575343" y="112470"/>
                </a:lnTo>
                <a:lnTo>
                  <a:pt x="576079" y="112478"/>
                </a:lnTo>
                <a:lnTo>
                  <a:pt x="576801" y="112491"/>
                </a:lnTo>
                <a:lnTo>
                  <a:pt x="577508" y="112509"/>
                </a:lnTo>
                <a:lnTo>
                  <a:pt x="578200" y="112532"/>
                </a:lnTo>
                <a:lnTo>
                  <a:pt x="578878" y="112560"/>
                </a:lnTo>
                <a:lnTo>
                  <a:pt x="579541" y="112594"/>
                </a:lnTo>
                <a:lnTo>
                  <a:pt x="580189" y="112632"/>
                </a:lnTo>
                <a:lnTo>
                  <a:pt x="580823" y="112676"/>
                </a:lnTo>
                <a:lnTo>
                  <a:pt x="581442" y="112725"/>
                </a:lnTo>
                <a:lnTo>
                  <a:pt x="582047" y="112779"/>
                </a:lnTo>
                <a:lnTo>
                  <a:pt x="582637" y="112838"/>
                </a:lnTo>
                <a:lnTo>
                  <a:pt x="583212" y="112903"/>
                </a:lnTo>
                <a:lnTo>
                  <a:pt x="583773" y="112972"/>
                </a:lnTo>
                <a:lnTo>
                  <a:pt x="584319" y="113047"/>
                </a:lnTo>
                <a:lnTo>
                  <a:pt x="584851" y="113127"/>
                </a:lnTo>
                <a:lnTo>
                  <a:pt x="585367" y="113212"/>
                </a:lnTo>
                <a:lnTo>
                  <a:pt x="585870" y="113302"/>
                </a:lnTo>
                <a:lnTo>
                  <a:pt x="586357" y="113397"/>
                </a:lnTo>
                <a:lnTo>
                  <a:pt x="586830" y="113498"/>
                </a:lnTo>
                <a:lnTo>
                  <a:pt x="587288" y="113604"/>
                </a:lnTo>
                <a:lnTo>
                  <a:pt x="587732" y="113714"/>
                </a:lnTo>
                <a:lnTo>
                  <a:pt x="588161" y="113830"/>
                </a:lnTo>
                <a:lnTo>
                  <a:pt x="588576" y="113951"/>
                </a:lnTo>
                <a:lnTo>
                  <a:pt x="588978" y="114077"/>
                </a:lnTo>
                <a:lnTo>
                  <a:pt x="589369" y="114206"/>
                </a:lnTo>
                <a:lnTo>
                  <a:pt x="589750" y="114340"/>
                </a:lnTo>
                <a:lnTo>
                  <a:pt x="590120" y="114478"/>
                </a:lnTo>
                <a:lnTo>
                  <a:pt x="590480" y="114620"/>
                </a:lnTo>
                <a:lnTo>
                  <a:pt x="590829" y="114766"/>
                </a:lnTo>
                <a:lnTo>
                  <a:pt x="591168" y="114916"/>
                </a:lnTo>
                <a:lnTo>
                  <a:pt x="591496" y="115070"/>
                </a:lnTo>
                <a:lnTo>
                  <a:pt x="591814" y="115228"/>
                </a:lnTo>
                <a:lnTo>
                  <a:pt x="592121" y="115390"/>
                </a:lnTo>
                <a:lnTo>
                  <a:pt x="592417" y="115557"/>
                </a:lnTo>
                <a:lnTo>
                  <a:pt x="592703" y="115727"/>
                </a:lnTo>
                <a:lnTo>
                  <a:pt x="592979" y="115902"/>
                </a:lnTo>
                <a:lnTo>
                  <a:pt x="593244" y="116080"/>
                </a:lnTo>
                <a:lnTo>
                  <a:pt x="593498" y="116263"/>
                </a:lnTo>
                <a:lnTo>
                  <a:pt x="593742" y="116450"/>
                </a:lnTo>
                <a:lnTo>
                  <a:pt x="593976" y="116641"/>
                </a:lnTo>
                <a:lnTo>
                  <a:pt x="594199" y="116836"/>
                </a:lnTo>
                <a:lnTo>
                  <a:pt x="594411" y="117035"/>
                </a:lnTo>
                <a:lnTo>
                  <a:pt x="594613" y="117238"/>
                </a:lnTo>
                <a:lnTo>
                  <a:pt x="594804" y="117445"/>
                </a:lnTo>
                <a:lnTo>
                  <a:pt x="594985" y="117657"/>
                </a:lnTo>
                <a:lnTo>
                  <a:pt x="595155" y="117872"/>
                </a:lnTo>
                <a:lnTo>
                  <a:pt x="595315" y="118092"/>
                </a:lnTo>
                <a:lnTo>
                  <a:pt x="595466" y="118315"/>
                </a:lnTo>
                <a:lnTo>
                  <a:pt x="595611" y="118542"/>
                </a:lnTo>
                <a:lnTo>
                  <a:pt x="595749" y="118773"/>
                </a:lnTo>
                <a:lnTo>
                  <a:pt x="595881" y="119007"/>
                </a:lnTo>
                <a:lnTo>
                  <a:pt x="596006" y="119244"/>
                </a:lnTo>
                <a:lnTo>
                  <a:pt x="596125" y="119485"/>
                </a:lnTo>
                <a:lnTo>
                  <a:pt x="596238" y="119730"/>
                </a:lnTo>
                <a:lnTo>
                  <a:pt x="596344" y="119978"/>
                </a:lnTo>
                <a:lnTo>
                  <a:pt x="596444" y="120229"/>
                </a:lnTo>
                <a:lnTo>
                  <a:pt x="596537" y="120484"/>
                </a:lnTo>
                <a:lnTo>
                  <a:pt x="596624" y="120743"/>
                </a:lnTo>
                <a:lnTo>
                  <a:pt x="596705" y="121005"/>
                </a:lnTo>
                <a:lnTo>
                  <a:pt x="596779" y="121270"/>
                </a:lnTo>
                <a:lnTo>
                  <a:pt x="596846" y="121539"/>
                </a:lnTo>
                <a:lnTo>
                  <a:pt x="596907" y="121811"/>
                </a:lnTo>
                <a:lnTo>
                  <a:pt x="596962" y="122087"/>
                </a:lnTo>
                <a:lnTo>
                  <a:pt x="597010" y="122366"/>
                </a:lnTo>
                <a:lnTo>
                  <a:pt x="597052" y="122649"/>
                </a:lnTo>
                <a:lnTo>
                  <a:pt x="597087" y="122936"/>
                </a:lnTo>
                <a:lnTo>
                  <a:pt x="597116" y="123225"/>
                </a:lnTo>
                <a:lnTo>
                  <a:pt x="597139" y="123519"/>
                </a:lnTo>
                <a:lnTo>
                  <a:pt x="597155" y="123816"/>
                </a:lnTo>
                <a:lnTo>
                  <a:pt x="597165" y="124116"/>
                </a:lnTo>
                <a:lnTo>
                  <a:pt x="597168" y="124420"/>
                </a:lnTo>
                <a:lnTo>
                  <a:pt x="597158" y="124932"/>
                </a:lnTo>
                <a:lnTo>
                  <a:pt x="597129" y="125438"/>
                </a:lnTo>
                <a:lnTo>
                  <a:pt x="597080" y="125937"/>
                </a:lnTo>
                <a:lnTo>
                  <a:pt x="597012" y="126428"/>
                </a:lnTo>
                <a:lnTo>
                  <a:pt x="596925" y="126913"/>
                </a:lnTo>
                <a:lnTo>
                  <a:pt x="596818" y="127391"/>
                </a:lnTo>
                <a:lnTo>
                  <a:pt x="596691" y="127862"/>
                </a:lnTo>
                <a:lnTo>
                  <a:pt x="596546" y="128325"/>
                </a:lnTo>
                <a:lnTo>
                  <a:pt x="596380" y="128782"/>
                </a:lnTo>
                <a:lnTo>
                  <a:pt x="596195" y="129232"/>
                </a:lnTo>
                <a:lnTo>
                  <a:pt x="595991" y="129675"/>
                </a:lnTo>
                <a:lnTo>
                  <a:pt x="595767" y="130111"/>
                </a:lnTo>
                <a:lnTo>
                  <a:pt x="595524" y="130540"/>
                </a:lnTo>
                <a:lnTo>
                  <a:pt x="595262" y="130962"/>
                </a:lnTo>
                <a:lnTo>
                  <a:pt x="594980" y="131377"/>
                </a:lnTo>
                <a:lnTo>
                  <a:pt x="594678" y="131785"/>
                </a:lnTo>
                <a:lnTo>
                  <a:pt x="594357" y="132186"/>
                </a:lnTo>
                <a:lnTo>
                  <a:pt x="594017" y="132580"/>
                </a:lnTo>
                <a:lnTo>
                  <a:pt x="593657" y="132967"/>
                </a:lnTo>
                <a:lnTo>
                  <a:pt x="593278" y="133347"/>
                </a:lnTo>
                <a:lnTo>
                  <a:pt x="592879" y="133721"/>
                </a:lnTo>
                <a:lnTo>
                  <a:pt x="592461" y="134087"/>
                </a:lnTo>
                <a:lnTo>
                  <a:pt x="592023" y="134446"/>
                </a:lnTo>
                <a:lnTo>
                  <a:pt x="591566" y="134798"/>
                </a:lnTo>
                <a:lnTo>
                  <a:pt x="591086" y="135140"/>
                </a:lnTo>
                <a:lnTo>
                  <a:pt x="590579" y="135467"/>
                </a:lnTo>
                <a:lnTo>
                  <a:pt x="590045" y="135780"/>
                </a:lnTo>
                <a:lnTo>
                  <a:pt x="589485" y="136078"/>
                </a:lnTo>
                <a:lnTo>
                  <a:pt x="588898" y="136361"/>
                </a:lnTo>
                <a:lnTo>
                  <a:pt x="588283" y="136630"/>
                </a:lnTo>
                <a:lnTo>
                  <a:pt x="587643" y="136885"/>
                </a:lnTo>
                <a:lnTo>
                  <a:pt x="586975" y="137125"/>
                </a:lnTo>
                <a:lnTo>
                  <a:pt x="586281" y="137350"/>
                </a:lnTo>
                <a:lnTo>
                  <a:pt x="585560" y="137561"/>
                </a:lnTo>
                <a:lnTo>
                  <a:pt x="584812" y="137757"/>
                </a:lnTo>
                <a:lnTo>
                  <a:pt x="584037" y="137939"/>
                </a:lnTo>
                <a:lnTo>
                  <a:pt x="583236" y="138106"/>
                </a:lnTo>
                <a:lnTo>
                  <a:pt x="582408" y="138259"/>
                </a:lnTo>
                <a:lnTo>
                  <a:pt x="581553" y="138397"/>
                </a:lnTo>
                <a:lnTo>
                  <a:pt x="580671" y="138521"/>
                </a:lnTo>
                <a:lnTo>
                  <a:pt x="579763" y="138630"/>
                </a:lnTo>
                <a:lnTo>
                  <a:pt x="578828" y="138724"/>
                </a:lnTo>
                <a:lnTo>
                  <a:pt x="577866" y="138804"/>
                </a:lnTo>
                <a:lnTo>
                  <a:pt x="576877" y="138870"/>
                </a:lnTo>
                <a:lnTo>
                  <a:pt x="575862" y="138921"/>
                </a:lnTo>
                <a:lnTo>
                  <a:pt x="574820" y="138957"/>
                </a:lnTo>
                <a:lnTo>
                  <a:pt x="573751" y="138979"/>
                </a:lnTo>
                <a:lnTo>
                  <a:pt x="572655" y="138986"/>
                </a:lnTo>
                <a:lnTo>
                  <a:pt x="571711" y="138979"/>
                </a:lnTo>
                <a:lnTo>
                  <a:pt x="570791" y="138958"/>
                </a:lnTo>
                <a:lnTo>
                  <a:pt x="569893" y="138924"/>
                </a:lnTo>
                <a:lnTo>
                  <a:pt x="569019" y="138876"/>
                </a:lnTo>
                <a:lnTo>
                  <a:pt x="568166" y="138814"/>
                </a:lnTo>
                <a:close/>
                <a:moveTo>
                  <a:pt x="477442" y="54994"/>
                </a:moveTo>
                <a:lnTo>
                  <a:pt x="477756" y="54583"/>
                </a:lnTo>
                <a:lnTo>
                  <a:pt x="478079" y="54175"/>
                </a:lnTo>
                <a:lnTo>
                  <a:pt x="478410" y="53769"/>
                </a:lnTo>
                <a:lnTo>
                  <a:pt x="478750" y="53365"/>
                </a:lnTo>
                <a:lnTo>
                  <a:pt x="479097" y="52963"/>
                </a:lnTo>
                <a:lnTo>
                  <a:pt x="479452" y="52564"/>
                </a:lnTo>
                <a:lnTo>
                  <a:pt x="479815" y="52167"/>
                </a:lnTo>
                <a:lnTo>
                  <a:pt x="480186" y="51773"/>
                </a:lnTo>
                <a:lnTo>
                  <a:pt x="480566" y="51381"/>
                </a:lnTo>
                <a:lnTo>
                  <a:pt x="480953" y="50991"/>
                </a:lnTo>
                <a:lnTo>
                  <a:pt x="481348" y="50604"/>
                </a:lnTo>
                <a:lnTo>
                  <a:pt x="481752" y="50219"/>
                </a:lnTo>
                <a:lnTo>
                  <a:pt x="482163" y="49836"/>
                </a:lnTo>
                <a:lnTo>
                  <a:pt x="482583" y="49455"/>
                </a:lnTo>
                <a:lnTo>
                  <a:pt x="483010" y="49077"/>
                </a:lnTo>
                <a:lnTo>
                  <a:pt x="483446" y="48701"/>
                </a:lnTo>
                <a:lnTo>
                  <a:pt x="483889" y="48328"/>
                </a:lnTo>
                <a:lnTo>
                  <a:pt x="484341" y="47957"/>
                </a:lnTo>
                <a:lnTo>
                  <a:pt x="484801" y="47588"/>
                </a:lnTo>
                <a:lnTo>
                  <a:pt x="485269" y="47221"/>
                </a:lnTo>
                <a:lnTo>
                  <a:pt x="485744" y="46857"/>
                </a:lnTo>
                <a:lnTo>
                  <a:pt x="486228" y="46496"/>
                </a:lnTo>
                <a:lnTo>
                  <a:pt x="486721" y="46142"/>
                </a:lnTo>
                <a:lnTo>
                  <a:pt x="487222" y="45804"/>
                </a:lnTo>
                <a:lnTo>
                  <a:pt x="487733" y="45481"/>
                </a:lnTo>
                <a:lnTo>
                  <a:pt x="488253" y="45173"/>
                </a:lnTo>
                <a:lnTo>
                  <a:pt x="488783" y="44880"/>
                </a:lnTo>
                <a:lnTo>
                  <a:pt x="489321" y="44602"/>
                </a:lnTo>
                <a:lnTo>
                  <a:pt x="489869" y="44339"/>
                </a:lnTo>
                <a:lnTo>
                  <a:pt x="490426" y="44091"/>
                </a:lnTo>
                <a:lnTo>
                  <a:pt x="490992" y="43859"/>
                </a:lnTo>
                <a:lnTo>
                  <a:pt x="491568" y="43641"/>
                </a:lnTo>
                <a:lnTo>
                  <a:pt x="492152" y="43438"/>
                </a:lnTo>
                <a:lnTo>
                  <a:pt x="492746" y="43250"/>
                </a:lnTo>
                <a:lnTo>
                  <a:pt x="493349" y="43077"/>
                </a:lnTo>
                <a:lnTo>
                  <a:pt x="493961" y="42919"/>
                </a:lnTo>
                <a:lnTo>
                  <a:pt x="494583" y="42777"/>
                </a:lnTo>
                <a:lnTo>
                  <a:pt x="495214" y="42649"/>
                </a:lnTo>
                <a:lnTo>
                  <a:pt x="495854" y="42536"/>
                </a:lnTo>
                <a:lnTo>
                  <a:pt x="496503" y="42439"/>
                </a:lnTo>
                <a:lnTo>
                  <a:pt x="497161" y="42356"/>
                </a:lnTo>
                <a:lnTo>
                  <a:pt x="497828" y="42288"/>
                </a:lnTo>
                <a:lnTo>
                  <a:pt x="498505" y="42236"/>
                </a:lnTo>
                <a:lnTo>
                  <a:pt x="499191" y="42198"/>
                </a:lnTo>
                <a:lnTo>
                  <a:pt x="499886" y="42176"/>
                </a:lnTo>
                <a:lnTo>
                  <a:pt x="500591" y="42168"/>
                </a:lnTo>
                <a:lnTo>
                  <a:pt x="501050" y="42173"/>
                </a:lnTo>
                <a:lnTo>
                  <a:pt x="501500" y="42187"/>
                </a:lnTo>
                <a:lnTo>
                  <a:pt x="501941" y="42211"/>
                </a:lnTo>
                <a:lnTo>
                  <a:pt x="502373" y="42244"/>
                </a:lnTo>
                <a:lnTo>
                  <a:pt x="502796" y="42286"/>
                </a:lnTo>
                <a:lnTo>
                  <a:pt x="503210" y="42338"/>
                </a:lnTo>
                <a:lnTo>
                  <a:pt x="503615" y="42400"/>
                </a:lnTo>
                <a:lnTo>
                  <a:pt x="504012" y="42471"/>
                </a:lnTo>
                <a:lnTo>
                  <a:pt x="504399" y="42551"/>
                </a:lnTo>
                <a:lnTo>
                  <a:pt x="504778" y="42641"/>
                </a:lnTo>
                <a:lnTo>
                  <a:pt x="505147" y="42740"/>
                </a:lnTo>
                <a:lnTo>
                  <a:pt x="505508" y="42849"/>
                </a:lnTo>
                <a:lnTo>
                  <a:pt x="505860" y="42967"/>
                </a:lnTo>
                <a:lnTo>
                  <a:pt x="506203" y="43094"/>
                </a:lnTo>
                <a:lnTo>
                  <a:pt x="506537" y="43232"/>
                </a:lnTo>
                <a:lnTo>
                  <a:pt x="506862" y="43378"/>
                </a:lnTo>
                <a:lnTo>
                  <a:pt x="507178" y="43534"/>
                </a:lnTo>
                <a:lnTo>
                  <a:pt x="507485" y="43699"/>
                </a:lnTo>
                <a:lnTo>
                  <a:pt x="507783" y="43874"/>
                </a:lnTo>
                <a:lnTo>
                  <a:pt x="508073" y="44059"/>
                </a:lnTo>
                <a:lnTo>
                  <a:pt x="508353" y="44252"/>
                </a:lnTo>
                <a:lnTo>
                  <a:pt x="508625" y="44456"/>
                </a:lnTo>
                <a:lnTo>
                  <a:pt x="508887" y="44668"/>
                </a:lnTo>
                <a:lnTo>
                  <a:pt x="509141" y="44891"/>
                </a:lnTo>
                <a:lnTo>
                  <a:pt x="509387" y="45121"/>
                </a:lnTo>
                <a:lnTo>
                  <a:pt x="509626" y="45358"/>
                </a:lnTo>
                <a:lnTo>
                  <a:pt x="509860" y="45603"/>
                </a:lnTo>
                <a:lnTo>
                  <a:pt x="510086" y="45856"/>
                </a:lnTo>
                <a:lnTo>
                  <a:pt x="510306" y="46115"/>
                </a:lnTo>
                <a:lnTo>
                  <a:pt x="510520" y="46382"/>
                </a:lnTo>
                <a:lnTo>
                  <a:pt x="510728" y="46656"/>
                </a:lnTo>
                <a:lnTo>
                  <a:pt x="510929" y="46937"/>
                </a:lnTo>
                <a:lnTo>
                  <a:pt x="511123" y="47226"/>
                </a:lnTo>
                <a:lnTo>
                  <a:pt x="511311" y="47522"/>
                </a:lnTo>
                <a:lnTo>
                  <a:pt x="511493" y="47825"/>
                </a:lnTo>
                <a:lnTo>
                  <a:pt x="511668" y="48136"/>
                </a:lnTo>
                <a:lnTo>
                  <a:pt x="511837" y="48453"/>
                </a:lnTo>
                <a:lnTo>
                  <a:pt x="511999" y="48778"/>
                </a:lnTo>
                <a:lnTo>
                  <a:pt x="512155" y="49111"/>
                </a:lnTo>
                <a:lnTo>
                  <a:pt x="512305" y="49451"/>
                </a:lnTo>
                <a:lnTo>
                  <a:pt x="512448" y="49798"/>
                </a:lnTo>
                <a:lnTo>
                  <a:pt x="512584" y="50152"/>
                </a:lnTo>
                <a:lnTo>
                  <a:pt x="512714" y="50513"/>
                </a:lnTo>
                <a:lnTo>
                  <a:pt x="512838" y="50882"/>
                </a:lnTo>
                <a:lnTo>
                  <a:pt x="512955" y="51258"/>
                </a:lnTo>
                <a:lnTo>
                  <a:pt x="513066" y="51642"/>
                </a:lnTo>
                <a:lnTo>
                  <a:pt x="513171" y="52033"/>
                </a:lnTo>
                <a:lnTo>
                  <a:pt x="513269" y="52431"/>
                </a:lnTo>
                <a:lnTo>
                  <a:pt x="513361" y="52835"/>
                </a:lnTo>
                <a:lnTo>
                  <a:pt x="513450" y="53243"/>
                </a:lnTo>
                <a:lnTo>
                  <a:pt x="513535" y="53656"/>
                </a:lnTo>
                <a:lnTo>
                  <a:pt x="513616" y="54074"/>
                </a:lnTo>
                <a:lnTo>
                  <a:pt x="513693" y="54496"/>
                </a:lnTo>
                <a:lnTo>
                  <a:pt x="513766" y="54923"/>
                </a:lnTo>
                <a:lnTo>
                  <a:pt x="513835" y="55355"/>
                </a:lnTo>
                <a:lnTo>
                  <a:pt x="513900" y="55792"/>
                </a:lnTo>
                <a:lnTo>
                  <a:pt x="513962" y="56233"/>
                </a:lnTo>
                <a:lnTo>
                  <a:pt x="514019" y="56678"/>
                </a:lnTo>
                <a:lnTo>
                  <a:pt x="514072" y="57129"/>
                </a:lnTo>
                <a:lnTo>
                  <a:pt x="514121" y="57584"/>
                </a:lnTo>
                <a:lnTo>
                  <a:pt x="514167" y="58044"/>
                </a:lnTo>
                <a:lnTo>
                  <a:pt x="514208" y="58508"/>
                </a:lnTo>
                <a:lnTo>
                  <a:pt x="514246" y="58977"/>
                </a:lnTo>
                <a:lnTo>
                  <a:pt x="514279" y="59451"/>
                </a:lnTo>
                <a:lnTo>
                  <a:pt x="514309" y="59929"/>
                </a:lnTo>
                <a:lnTo>
                  <a:pt x="514335" y="60412"/>
                </a:lnTo>
                <a:lnTo>
                  <a:pt x="514356" y="60900"/>
                </a:lnTo>
                <a:lnTo>
                  <a:pt x="514374" y="61392"/>
                </a:lnTo>
                <a:lnTo>
                  <a:pt x="514388" y="61889"/>
                </a:lnTo>
                <a:lnTo>
                  <a:pt x="514398" y="62390"/>
                </a:lnTo>
                <a:lnTo>
                  <a:pt x="514404" y="62897"/>
                </a:lnTo>
                <a:lnTo>
                  <a:pt x="514406" y="63408"/>
                </a:lnTo>
                <a:lnTo>
                  <a:pt x="514406" y="117396"/>
                </a:lnTo>
                <a:lnTo>
                  <a:pt x="528389" y="117396"/>
                </a:lnTo>
                <a:lnTo>
                  <a:pt x="528389" y="61792"/>
                </a:lnTo>
                <a:lnTo>
                  <a:pt x="528379" y="60557"/>
                </a:lnTo>
                <a:lnTo>
                  <a:pt x="528350" y="59345"/>
                </a:lnTo>
                <a:lnTo>
                  <a:pt x="528301" y="58157"/>
                </a:lnTo>
                <a:lnTo>
                  <a:pt x="528232" y="56992"/>
                </a:lnTo>
                <a:lnTo>
                  <a:pt x="528144" y="55850"/>
                </a:lnTo>
                <a:lnTo>
                  <a:pt x="528036" y="54732"/>
                </a:lnTo>
                <a:lnTo>
                  <a:pt x="527909" y="53637"/>
                </a:lnTo>
                <a:lnTo>
                  <a:pt x="527762" y="52565"/>
                </a:lnTo>
                <a:lnTo>
                  <a:pt x="527596" y="51517"/>
                </a:lnTo>
                <a:lnTo>
                  <a:pt x="527409" y="50492"/>
                </a:lnTo>
                <a:lnTo>
                  <a:pt x="527204" y="49491"/>
                </a:lnTo>
                <a:lnTo>
                  <a:pt x="526978" y="48512"/>
                </a:lnTo>
                <a:lnTo>
                  <a:pt x="526733" y="47558"/>
                </a:lnTo>
                <a:lnTo>
                  <a:pt x="526469" y="46626"/>
                </a:lnTo>
                <a:lnTo>
                  <a:pt x="526185" y="45718"/>
                </a:lnTo>
                <a:lnTo>
                  <a:pt x="525881" y="44833"/>
                </a:lnTo>
                <a:lnTo>
                  <a:pt x="525557" y="43972"/>
                </a:lnTo>
                <a:lnTo>
                  <a:pt x="525215" y="43134"/>
                </a:lnTo>
                <a:lnTo>
                  <a:pt x="524852" y="42320"/>
                </a:lnTo>
                <a:lnTo>
                  <a:pt x="524470" y="41528"/>
                </a:lnTo>
                <a:lnTo>
                  <a:pt x="524068" y="40760"/>
                </a:lnTo>
                <a:lnTo>
                  <a:pt x="523647" y="40016"/>
                </a:lnTo>
                <a:lnTo>
                  <a:pt x="523206" y="39295"/>
                </a:lnTo>
                <a:lnTo>
                  <a:pt x="522745" y="38597"/>
                </a:lnTo>
                <a:lnTo>
                  <a:pt x="522262" y="37925"/>
                </a:lnTo>
                <a:lnTo>
                  <a:pt x="521753" y="37282"/>
                </a:lnTo>
                <a:lnTo>
                  <a:pt x="521217" y="36667"/>
                </a:lnTo>
                <a:lnTo>
                  <a:pt x="520656" y="36080"/>
                </a:lnTo>
                <a:lnTo>
                  <a:pt x="520068" y="35523"/>
                </a:lnTo>
                <a:lnTo>
                  <a:pt x="519455" y="34994"/>
                </a:lnTo>
                <a:lnTo>
                  <a:pt x="518815" y="34493"/>
                </a:lnTo>
                <a:lnTo>
                  <a:pt x="518150" y="34021"/>
                </a:lnTo>
                <a:lnTo>
                  <a:pt x="517458" y="33578"/>
                </a:lnTo>
                <a:lnTo>
                  <a:pt x="516740" y="33164"/>
                </a:lnTo>
                <a:lnTo>
                  <a:pt x="515997" y="32777"/>
                </a:lnTo>
                <a:lnTo>
                  <a:pt x="515227" y="32420"/>
                </a:lnTo>
                <a:lnTo>
                  <a:pt x="514431" y="32091"/>
                </a:lnTo>
                <a:lnTo>
                  <a:pt x="513610" y="31791"/>
                </a:lnTo>
                <a:lnTo>
                  <a:pt x="512762" y="31519"/>
                </a:lnTo>
                <a:lnTo>
                  <a:pt x="511888" y="31276"/>
                </a:lnTo>
                <a:lnTo>
                  <a:pt x="510988" y="31062"/>
                </a:lnTo>
                <a:lnTo>
                  <a:pt x="510062" y="30876"/>
                </a:lnTo>
                <a:lnTo>
                  <a:pt x="509110" y="30718"/>
                </a:lnTo>
                <a:lnTo>
                  <a:pt x="508132" y="30590"/>
                </a:lnTo>
                <a:lnTo>
                  <a:pt x="507128" y="30490"/>
                </a:lnTo>
                <a:lnTo>
                  <a:pt x="506098" y="30418"/>
                </a:lnTo>
                <a:lnTo>
                  <a:pt x="505042" y="30375"/>
                </a:lnTo>
                <a:lnTo>
                  <a:pt x="503960" y="30361"/>
                </a:lnTo>
                <a:lnTo>
                  <a:pt x="503124" y="30368"/>
                </a:lnTo>
                <a:lnTo>
                  <a:pt x="502299" y="30391"/>
                </a:lnTo>
                <a:lnTo>
                  <a:pt x="501486" y="30428"/>
                </a:lnTo>
                <a:lnTo>
                  <a:pt x="500684" y="30479"/>
                </a:lnTo>
                <a:lnTo>
                  <a:pt x="499895" y="30546"/>
                </a:lnTo>
                <a:lnTo>
                  <a:pt x="499117" y="30627"/>
                </a:lnTo>
                <a:lnTo>
                  <a:pt x="498350" y="30723"/>
                </a:lnTo>
                <a:lnTo>
                  <a:pt x="497596" y="30834"/>
                </a:lnTo>
                <a:lnTo>
                  <a:pt x="496853" y="30960"/>
                </a:lnTo>
                <a:lnTo>
                  <a:pt x="496122" y="31100"/>
                </a:lnTo>
                <a:lnTo>
                  <a:pt x="495402" y="31256"/>
                </a:lnTo>
                <a:lnTo>
                  <a:pt x="494694" y="31426"/>
                </a:lnTo>
                <a:lnTo>
                  <a:pt x="493998" y="31611"/>
                </a:lnTo>
                <a:lnTo>
                  <a:pt x="493314" y="31810"/>
                </a:lnTo>
                <a:lnTo>
                  <a:pt x="492641" y="32025"/>
                </a:lnTo>
                <a:lnTo>
                  <a:pt x="491980" y="32254"/>
                </a:lnTo>
                <a:lnTo>
                  <a:pt x="491331" y="32498"/>
                </a:lnTo>
                <a:lnTo>
                  <a:pt x="490693" y="32757"/>
                </a:lnTo>
                <a:lnTo>
                  <a:pt x="490067" y="33030"/>
                </a:lnTo>
                <a:lnTo>
                  <a:pt x="489453" y="33319"/>
                </a:lnTo>
                <a:lnTo>
                  <a:pt x="488850" y="33622"/>
                </a:lnTo>
                <a:lnTo>
                  <a:pt x="488259" y="33940"/>
                </a:lnTo>
                <a:lnTo>
                  <a:pt x="487680" y="34272"/>
                </a:lnTo>
                <a:lnTo>
                  <a:pt x="487113" y="34620"/>
                </a:lnTo>
                <a:lnTo>
                  <a:pt x="486557" y="34976"/>
                </a:lnTo>
                <a:lnTo>
                  <a:pt x="486011" y="35334"/>
                </a:lnTo>
                <a:lnTo>
                  <a:pt x="485477" y="35695"/>
                </a:lnTo>
                <a:lnTo>
                  <a:pt x="484953" y="36057"/>
                </a:lnTo>
                <a:lnTo>
                  <a:pt x="484440" y="36422"/>
                </a:lnTo>
                <a:lnTo>
                  <a:pt x="483938" y="36789"/>
                </a:lnTo>
                <a:lnTo>
                  <a:pt x="483447" y="37158"/>
                </a:lnTo>
                <a:lnTo>
                  <a:pt x="482966" y="37530"/>
                </a:lnTo>
                <a:lnTo>
                  <a:pt x="482497" y="37903"/>
                </a:lnTo>
                <a:lnTo>
                  <a:pt x="482038" y="38279"/>
                </a:lnTo>
                <a:lnTo>
                  <a:pt x="481590" y="38657"/>
                </a:lnTo>
                <a:lnTo>
                  <a:pt x="481153" y="39037"/>
                </a:lnTo>
                <a:lnTo>
                  <a:pt x="480727" y="39419"/>
                </a:lnTo>
                <a:lnTo>
                  <a:pt x="480311" y="39804"/>
                </a:lnTo>
                <a:lnTo>
                  <a:pt x="479907" y="40191"/>
                </a:lnTo>
                <a:lnTo>
                  <a:pt x="479513" y="40580"/>
                </a:lnTo>
                <a:lnTo>
                  <a:pt x="479130" y="40971"/>
                </a:lnTo>
                <a:lnTo>
                  <a:pt x="478757" y="41364"/>
                </a:lnTo>
                <a:lnTo>
                  <a:pt x="478396" y="41760"/>
                </a:lnTo>
                <a:lnTo>
                  <a:pt x="478046" y="42158"/>
                </a:lnTo>
                <a:lnTo>
                  <a:pt x="477706" y="42557"/>
                </a:lnTo>
                <a:lnTo>
                  <a:pt x="477377" y="42960"/>
                </a:lnTo>
                <a:lnTo>
                  <a:pt x="477059" y="43364"/>
                </a:lnTo>
                <a:lnTo>
                  <a:pt x="476752" y="43770"/>
                </a:lnTo>
                <a:lnTo>
                  <a:pt x="476415" y="31879"/>
                </a:lnTo>
                <a:lnTo>
                  <a:pt x="462768" y="31879"/>
                </a:lnTo>
                <a:lnTo>
                  <a:pt x="462768" y="117396"/>
                </a:lnTo>
                <a:lnTo>
                  <a:pt x="476836" y="117396"/>
                </a:lnTo>
                <a:lnTo>
                  <a:pt x="476836" y="55823"/>
                </a:lnTo>
                <a:lnTo>
                  <a:pt x="477135" y="55407"/>
                </a:lnTo>
                <a:lnTo>
                  <a:pt x="477442" y="54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636AE-256B-43F9-97B1-73782E47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815" y="3717022"/>
            <a:ext cx="777559" cy="617523"/>
          </a:xfrm>
          <a:custGeom xmlns:a="http://schemas.openxmlformats.org/drawingml/2006/main">
            <a:pathLst>
              <a:path w="777559" h="617523" fill="none">
                <a:moveTo>
                  <a:pt x="0" y="0"/>
                </a:moveTo>
                <a:lnTo>
                  <a:pt x="777559" y="0"/>
                </a:lnTo>
                <a:lnTo>
                  <a:pt x="777559" y="617523"/>
                </a:lnTo>
                <a:lnTo>
                  <a:pt x="0" y="617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16" name="Text T">
            <a:extLst xmlns:a="http://schemas.openxmlformats.org/drawingml/2006/main">
              <a:ext uri="{FF2B5EF4-FFF2-40B4-BE49-F238E27FC236}">
                <a16:creationId xmlns:a16="http://schemas.microsoft.com/office/drawing/2014/main" id="{EC4D8042-2F05-4927-AE66-C2CACF66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432" y="3875984"/>
            <a:ext cx="79436" cy="113516"/>
          </a:xfrm>
          <a:custGeom xmlns:a="http://schemas.openxmlformats.org/drawingml/2006/main">
            <a:pathLst>
              <a:path w="79436" h="113516">
                <a:moveTo>
                  <a:pt x="32179" y="113516"/>
                </a:moveTo>
                <a:lnTo>
                  <a:pt x="32179" y="12735"/>
                </a:lnTo>
                <a:lnTo>
                  <a:pt x="0" y="12735"/>
                </a:lnTo>
                <a:lnTo>
                  <a:pt x="0" y="0"/>
                </a:lnTo>
                <a:lnTo>
                  <a:pt x="79436" y="0"/>
                </a:lnTo>
                <a:lnTo>
                  <a:pt x="79436" y="12735"/>
                </a:lnTo>
                <a:lnTo>
                  <a:pt x="47342" y="12735"/>
                </a:lnTo>
                <a:lnTo>
                  <a:pt x="47342" y="113516"/>
                </a:lnTo>
                <a:lnTo>
                  <a:pt x="32179" y="1135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wo-stage">
            <a:extLst xmlns:a="http://schemas.openxmlformats.org/drawingml/2006/main">
              <a:ext uri="{FF2B5EF4-FFF2-40B4-BE49-F238E27FC236}">
                <a16:creationId xmlns:a16="http://schemas.microsoft.com/office/drawing/2014/main" id="{52C7962B-FCC8-4DAA-86DB-C85D9700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392" y="3885176"/>
            <a:ext cx="607601" cy="136119"/>
          </a:xfrm>
          <a:custGeom xmlns:a="http://schemas.openxmlformats.org/drawingml/2006/main">
            <a:pathLst>
              <a:path w="607601" h="136119">
                <a:moveTo>
                  <a:pt x="370305" y="92854"/>
                </a:moveTo>
                <a:lnTo>
                  <a:pt x="369697" y="92847"/>
                </a:lnTo>
                <a:lnTo>
                  <a:pt x="369108" y="92824"/>
                </a:lnTo>
                <a:lnTo>
                  <a:pt x="368537" y="92787"/>
                </a:lnTo>
                <a:lnTo>
                  <a:pt x="367985" y="92735"/>
                </a:lnTo>
                <a:lnTo>
                  <a:pt x="367452" y="92668"/>
                </a:lnTo>
                <a:lnTo>
                  <a:pt x="366938" y="92587"/>
                </a:lnTo>
                <a:lnTo>
                  <a:pt x="366443" y="92490"/>
                </a:lnTo>
                <a:lnTo>
                  <a:pt x="365967" y="92379"/>
                </a:lnTo>
                <a:lnTo>
                  <a:pt x="365510" y="92253"/>
                </a:lnTo>
                <a:lnTo>
                  <a:pt x="365071" y="92112"/>
                </a:lnTo>
                <a:lnTo>
                  <a:pt x="364652" y="91956"/>
                </a:lnTo>
                <a:lnTo>
                  <a:pt x="364251" y="91785"/>
                </a:lnTo>
                <a:lnTo>
                  <a:pt x="363869" y="91599"/>
                </a:lnTo>
                <a:lnTo>
                  <a:pt x="363506" y="91399"/>
                </a:lnTo>
                <a:lnTo>
                  <a:pt x="363162" y="91183"/>
                </a:lnTo>
                <a:lnTo>
                  <a:pt x="362836" y="90953"/>
                </a:lnTo>
                <a:lnTo>
                  <a:pt x="362530" y="90708"/>
                </a:lnTo>
                <a:lnTo>
                  <a:pt x="362242" y="90448"/>
                </a:lnTo>
                <a:lnTo>
                  <a:pt x="361974" y="90173"/>
                </a:lnTo>
                <a:lnTo>
                  <a:pt x="361724" y="89884"/>
                </a:lnTo>
                <a:lnTo>
                  <a:pt x="361493" y="89579"/>
                </a:lnTo>
                <a:lnTo>
                  <a:pt x="361281" y="89260"/>
                </a:lnTo>
                <a:lnTo>
                  <a:pt x="361087" y="88926"/>
                </a:lnTo>
                <a:lnTo>
                  <a:pt x="360913" y="88577"/>
                </a:lnTo>
                <a:lnTo>
                  <a:pt x="360751" y="88213"/>
                </a:lnTo>
                <a:lnTo>
                  <a:pt x="360597" y="87837"/>
                </a:lnTo>
                <a:lnTo>
                  <a:pt x="360449" y="87447"/>
                </a:lnTo>
                <a:lnTo>
                  <a:pt x="360308" y="87044"/>
                </a:lnTo>
                <a:lnTo>
                  <a:pt x="360174" y="86627"/>
                </a:lnTo>
                <a:lnTo>
                  <a:pt x="360047" y="86197"/>
                </a:lnTo>
                <a:lnTo>
                  <a:pt x="359927" y="85754"/>
                </a:lnTo>
                <a:lnTo>
                  <a:pt x="359813" y="85298"/>
                </a:lnTo>
                <a:lnTo>
                  <a:pt x="359707" y="84828"/>
                </a:lnTo>
                <a:lnTo>
                  <a:pt x="359607" y="84345"/>
                </a:lnTo>
                <a:lnTo>
                  <a:pt x="359514" y="83849"/>
                </a:lnTo>
                <a:lnTo>
                  <a:pt x="359428" y="83339"/>
                </a:lnTo>
                <a:lnTo>
                  <a:pt x="359349" y="82816"/>
                </a:lnTo>
                <a:lnTo>
                  <a:pt x="359277" y="82280"/>
                </a:lnTo>
                <a:lnTo>
                  <a:pt x="359212" y="81731"/>
                </a:lnTo>
                <a:lnTo>
                  <a:pt x="359153" y="81168"/>
                </a:lnTo>
                <a:lnTo>
                  <a:pt x="359102" y="80592"/>
                </a:lnTo>
                <a:lnTo>
                  <a:pt x="359057" y="80003"/>
                </a:lnTo>
                <a:lnTo>
                  <a:pt x="359019" y="79400"/>
                </a:lnTo>
                <a:lnTo>
                  <a:pt x="358988" y="78784"/>
                </a:lnTo>
                <a:lnTo>
                  <a:pt x="358964" y="78155"/>
                </a:lnTo>
                <a:lnTo>
                  <a:pt x="358947" y="77512"/>
                </a:lnTo>
                <a:lnTo>
                  <a:pt x="358937" y="76856"/>
                </a:lnTo>
                <a:lnTo>
                  <a:pt x="358933" y="76187"/>
                </a:lnTo>
                <a:lnTo>
                  <a:pt x="358933" y="30192"/>
                </a:lnTo>
                <a:lnTo>
                  <a:pt x="379235" y="30192"/>
                </a:lnTo>
                <a:lnTo>
                  <a:pt x="379235" y="18807"/>
                </a:lnTo>
                <a:lnTo>
                  <a:pt x="358933" y="18807"/>
                </a:lnTo>
                <a:lnTo>
                  <a:pt x="358933" y="0"/>
                </a:lnTo>
                <a:lnTo>
                  <a:pt x="344866" y="0"/>
                </a:lnTo>
                <a:lnTo>
                  <a:pt x="344866" y="18807"/>
                </a:lnTo>
                <a:lnTo>
                  <a:pt x="331219" y="18807"/>
                </a:lnTo>
                <a:lnTo>
                  <a:pt x="331219" y="30192"/>
                </a:lnTo>
                <a:lnTo>
                  <a:pt x="344866" y="30192"/>
                </a:lnTo>
                <a:lnTo>
                  <a:pt x="344866" y="76490"/>
                </a:lnTo>
                <a:lnTo>
                  <a:pt x="344869" y="77215"/>
                </a:lnTo>
                <a:lnTo>
                  <a:pt x="344879" y="77931"/>
                </a:lnTo>
                <a:lnTo>
                  <a:pt x="344897" y="78638"/>
                </a:lnTo>
                <a:lnTo>
                  <a:pt x="344921" y="79336"/>
                </a:lnTo>
                <a:lnTo>
                  <a:pt x="344952" y="80026"/>
                </a:lnTo>
                <a:lnTo>
                  <a:pt x="344989" y="80707"/>
                </a:lnTo>
                <a:lnTo>
                  <a:pt x="345034" y="81379"/>
                </a:lnTo>
                <a:lnTo>
                  <a:pt x="345086" y="82042"/>
                </a:lnTo>
                <a:lnTo>
                  <a:pt x="345144" y="82697"/>
                </a:lnTo>
                <a:lnTo>
                  <a:pt x="345209" y="83343"/>
                </a:lnTo>
                <a:lnTo>
                  <a:pt x="345281" y="83980"/>
                </a:lnTo>
                <a:lnTo>
                  <a:pt x="345360" y="84608"/>
                </a:lnTo>
                <a:lnTo>
                  <a:pt x="345446" y="85228"/>
                </a:lnTo>
                <a:lnTo>
                  <a:pt x="345539" y="85839"/>
                </a:lnTo>
                <a:lnTo>
                  <a:pt x="345639" y="86441"/>
                </a:lnTo>
                <a:lnTo>
                  <a:pt x="345745" y="87035"/>
                </a:lnTo>
                <a:lnTo>
                  <a:pt x="345859" y="87619"/>
                </a:lnTo>
                <a:lnTo>
                  <a:pt x="345979" y="88195"/>
                </a:lnTo>
                <a:lnTo>
                  <a:pt x="346106" y="88763"/>
                </a:lnTo>
                <a:lnTo>
                  <a:pt x="346240" y="89321"/>
                </a:lnTo>
                <a:lnTo>
                  <a:pt x="346381" y="89871"/>
                </a:lnTo>
                <a:lnTo>
                  <a:pt x="346529" y="90412"/>
                </a:lnTo>
                <a:lnTo>
                  <a:pt x="346684" y="90944"/>
                </a:lnTo>
                <a:lnTo>
                  <a:pt x="346845" y="91468"/>
                </a:lnTo>
                <a:lnTo>
                  <a:pt x="347016" y="91982"/>
                </a:lnTo>
                <a:lnTo>
                  <a:pt x="347199" y="92486"/>
                </a:lnTo>
                <a:lnTo>
                  <a:pt x="347393" y="92980"/>
                </a:lnTo>
                <a:lnTo>
                  <a:pt x="347599" y="93464"/>
                </a:lnTo>
                <a:lnTo>
                  <a:pt x="347816" y="93937"/>
                </a:lnTo>
                <a:lnTo>
                  <a:pt x="348046" y="94401"/>
                </a:lnTo>
                <a:lnTo>
                  <a:pt x="348287" y="94854"/>
                </a:lnTo>
                <a:lnTo>
                  <a:pt x="348539" y="95297"/>
                </a:lnTo>
                <a:lnTo>
                  <a:pt x="348804" y="95730"/>
                </a:lnTo>
                <a:lnTo>
                  <a:pt x="349080" y="96153"/>
                </a:lnTo>
                <a:lnTo>
                  <a:pt x="349368" y="96566"/>
                </a:lnTo>
                <a:lnTo>
                  <a:pt x="349667" y="96969"/>
                </a:lnTo>
                <a:lnTo>
                  <a:pt x="349978" y="97361"/>
                </a:lnTo>
                <a:lnTo>
                  <a:pt x="350301" y="97744"/>
                </a:lnTo>
                <a:lnTo>
                  <a:pt x="350636" y="98116"/>
                </a:lnTo>
                <a:lnTo>
                  <a:pt x="350982" y="98478"/>
                </a:lnTo>
                <a:lnTo>
                  <a:pt x="351340" y="98830"/>
                </a:lnTo>
                <a:lnTo>
                  <a:pt x="351710" y="99172"/>
                </a:lnTo>
                <a:lnTo>
                  <a:pt x="352091" y="99504"/>
                </a:lnTo>
                <a:lnTo>
                  <a:pt x="352484" y="99826"/>
                </a:lnTo>
                <a:lnTo>
                  <a:pt x="352889" y="100137"/>
                </a:lnTo>
                <a:lnTo>
                  <a:pt x="353306" y="100439"/>
                </a:lnTo>
                <a:lnTo>
                  <a:pt x="353734" y="100730"/>
                </a:lnTo>
                <a:lnTo>
                  <a:pt x="354174" y="101011"/>
                </a:lnTo>
                <a:lnTo>
                  <a:pt x="354627" y="101281"/>
                </a:lnTo>
                <a:lnTo>
                  <a:pt x="355097" y="101540"/>
                </a:lnTo>
                <a:lnTo>
                  <a:pt x="355582" y="101787"/>
                </a:lnTo>
                <a:lnTo>
                  <a:pt x="356082" y="102023"/>
                </a:lnTo>
                <a:lnTo>
                  <a:pt x="356598" y="102248"/>
                </a:lnTo>
                <a:lnTo>
                  <a:pt x="357130" y="102460"/>
                </a:lnTo>
                <a:lnTo>
                  <a:pt x="357678" y="102662"/>
                </a:lnTo>
                <a:lnTo>
                  <a:pt x="358241" y="102851"/>
                </a:lnTo>
                <a:lnTo>
                  <a:pt x="358819" y="103030"/>
                </a:lnTo>
                <a:lnTo>
                  <a:pt x="359414" y="103197"/>
                </a:lnTo>
                <a:lnTo>
                  <a:pt x="360024" y="103352"/>
                </a:lnTo>
                <a:lnTo>
                  <a:pt x="360650" y="103496"/>
                </a:lnTo>
                <a:lnTo>
                  <a:pt x="361291" y="103628"/>
                </a:lnTo>
                <a:lnTo>
                  <a:pt x="361948" y="103749"/>
                </a:lnTo>
                <a:lnTo>
                  <a:pt x="362621" y="103858"/>
                </a:lnTo>
                <a:lnTo>
                  <a:pt x="363309" y="103956"/>
                </a:lnTo>
                <a:lnTo>
                  <a:pt x="364013" y="104042"/>
                </a:lnTo>
                <a:lnTo>
                  <a:pt x="364733" y="104117"/>
                </a:lnTo>
                <a:lnTo>
                  <a:pt x="365468" y="104180"/>
                </a:lnTo>
                <a:lnTo>
                  <a:pt x="366219" y="104232"/>
                </a:lnTo>
                <a:lnTo>
                  <a:pt x="366985" y="104272"/>
                </a:lnTo>
                <a:lnTo>
                  <a:pt x="367767" y="104301"/>
                </a:lnTo>
                <a:lnTo>
                  <a:pt x="368565" y="104318"/>
                </a:lnTo>
                <a:lnTo>
                  <a:pt x="369379" y="104324"/>
                </a:lnTo>
                <a:lnTo>
                  <a:pt x="379235" y="104324"/>
                </a:lnTo>
                <a:lnTo>
                  <a:pt x="379235" y="92854"/>
                </a:lnTo>
                <a:lnTo>
                  <a:pt x="370305" y="92854"/>
                </a:lnTo>
                <a:close/>
                <a:moveTo>
                  <a:pt x="208382" y="64855"/>
                </a:moveTo>
                <a:lnTo>
                  <a:pt x="250416" y="64855"/>
                </a:lnTo>
                <a:lnTo>
                  <a:pt x="250416" y="52373"/>
                </a:lnTo>
                <a:lnTo>
                  <a:pt x="208382" y="52373"/>
                </a:lnTo>
                <a:lnTo>
                  <a:pt x="208382" y="64855"/>
                </a:lnTo>
                <a:close/>
                <a:moveTo>
                  <a:pt x="163329" y="105695"/>
                </a:moveTo>
                <a:lnTo>
                  <a:pt x="164259" y="105613"/>
                </a:lnTo>
                <a:lnTo>
                  <a:pt x="165178" y="105512"/>
                </a:lnTo>
                <a:lnTo>
                  <a:pt x="166084" y="105393"/>
                </a:lnTo>
                <a:lnTo>
                  <a:pt x="166979" y="105256"/>
                </a:lnTo>
                <a:lnTo>
                  <a:pt x="167863" y="105101"/>
                </a:lnTo>
                <a:lnTo>
                  <a:pt x="168734" y="104927"/>
                </a:lnTo>
                <a:lnTo>
                  <a:pt x="169594" y="104735"/>
                </a:lnTo>
                <a:lnTo>
                  <a:pt x="170442" y="104524"/>
                </a:lnTo>
                <a:lnTo>
                  <a:pt x="171279" y="104295"/>
                </a:lnTo>
                <a:lnTo>
                  <a:pt x="172104" y="104048"/>
                </a:lnTo>
                <a:lnTo>
                  <a:pt x="172917" y="103783"/>
                </a:lnTo>
                <a:lnTo>
                  <a:pt x="173718" y="103499"/>
                </a:lnTo>
                <a:lnTo>
                  <a:pt x="174508" y="103197"/>
                </a:lnTo>
                <a:lnTo>
                  <a:pt x="175286" y="102877"/>
                </a:lnTo>
                <a:lnTo>
                  <a:pt x="176052" y="102538"/>
                </a:lnTo>
                <a:lnTo>
                  <a:pt x="176807" y="102181"/>
                </a:lnTo>
                <a:lnTo>
                  <a:pt x="177550" y="101806"/>
                </a:lnTo>
                <a:lnTo>
                  <a:pt x="178281" y="101413"/>
                </a:lnTo>
                <a:lnTo>
                  <a:pt x="179001" y="101001"/>
                </a:lnTo>
                <a:lnTo>
                  <a:pt x="179709" y="100571"/>
                </a:lnTo>
                <a:lnTo>
                  <a:pt x="180404" y="100124"/>
                </a:lnTo>
                <a:lnTo>
                  <a:pt x="181085" y="99660"/>
                </a:lnTo>
                <a:lnTo>
                  <a:pt x="181753" y="99181"/>
                </a:lnTo>
                <a:lnTo>
                  <a:pt x="182406" y="98686"/>
                </a:lnTo>
                <a:lnTo>
                  <a:pt x="183047" y="98174"/>
                </a:lnTo>
                <a:lnTo>
                  <a:pt x="183673" y="97647"/>
                </a:lnTo>
                <a:lnTo>
                  <a:pt x="184286" y="97104"/>
                </a:lnTo>
                <a:lnTo>
                  <a:pt x="184884" y="96544"/>
                </a:lnTo>
                <a:lnTo>
                  <a:pt x="185470" y="95969"/>
                </a:lnTo>
                <a:lnTo>
                  <a:pt x="186041" y="95378"/>
                </a:lnTo>
                <a:lnTo>
                  <a:pt x="186599" y="94770"/>
                </a:lnTo>
                <a:lnTo>
                  <a:pt x="187143" y="94147"/>
                </a:lnTo>
                <a:lnTo>
                  <a:pt x="187673" y="93507"/>
                </a:lnTo>
                <a:lnTo>
                  <a:pt x="188189" y="92852"/>
                </a:lnTo>
                <a:lnTo>
                  <a:pt x="188692" y="92180"/>
                </a:lnTo>
                <a:lnTo>
                  <a:pt x="189181" y="91493"/>
                </a:lnTo>
                <a:lnTo>
                  <a:pt x="189656" y="90790"/>
                </a:lnTo>
                <a:lnTo>
                  <a:pt x="190117" y="90070"/>
                </a:lnTo>
                <a:lnTo>
                  <a:pt x="190565" y="89335"/>
                </a:lnTo>
                <a:lnTo>
                  <a:pt x="190999" y="88583"/>
                </a:lnTo>
                <a:lnTo>
                  <a:pt x="191419" y="87815"/>
                </a:lnTo>
                <a:lnTo>
                  <a:pt x="191825" y="87032"/>
                </a:lnTo>
                <a:lnTo>
                  <a:pt x="192218" y="86232"/>
                </a:lnTo>
                <a:lnTo>
                  <a:pt x="192597" y="85417"/>
                </a:lnTo>
                <a:lnTo>
                  <a:pt x="192961" y="84586"/>
                </a:lnTo>
                <a:lnTo>
                  <a:pt x="193310" y="83743"/>
                </a:lnTo>
                <a:lnTo>
                  <a:pt x="193643" y="82886"/>
                </a:lnTo>
                <a:lnTo>
                  <a:pt x="193961" y="82016"/>
                </a:lnTo>
                <a:lnTo>
                  <a:pt x="194263" y="81133"/>
                </a:lnTo>
                <a:lnTo>
                  <a:pt x="194550" y="80236"/>
                </a:lnTo>
                <a:lnTo>
                  <a:pt x="194821" y="79326"/>
                </a:lnTo>
                <a:lnTo>
                  <a:pt x="195077" y="78403"/>
                </a:lnTo>
                <a:lnTo>
                  <a:pt x="195317" y="77467"/>
                </a:lnTo>
                <a:lnTo>
                  <a:pt x="195542" y="76517"/>
                </a:lnTo>
                <a:lnTo>
                  <a:pt x="195752" y="75554"/>
                </a:lnTo>
                <a:lnTo>
                  <a:pt x="195945" y="74578"/>
                </a:lnTo>
                <a:lnTo>
                  <a:pt x="196124" y="73589"/>
                </a:lnTo>
                <a:lnTo>
                  <a:pt x="196286" y="72586"/>
                </a:lnTo>
                <a:lnTo>
                  <a:pt x="196434" y="71570"/>
                </a:lnTo>
                <a:lnTo>
                  <a:pt x="196565" y="70541"/>
                </a:lnTo>
                <a:lnTo>
                  <a:pt x="196682" y="69498"/>
                </a:lnTo>
                <a:lnTo>
                  <a:pt x="196782" y="68442"/>
                </a:lnTo>
                <a:lnTo>
                  <a:pt x="196868" y="67373"/>
                </a:lnTo>
                <a:lnTo>
                  <a:pt x="196937" y="66291"/>
                </a:lnTo>
                <a:lnTo>
                  <a:pt x="196992" y="65195"/>
                </a:lnTo>
                <a:lnTo>
                  <a:pt x="197030" y="64087"/>
                </a:lnTo>
                <a:lnTo>
                  <a:pt x="197054" y="62964"/>
                </a:lnTo>
                <a:lnTo>
                  <a:pt x="197061" y="61829"/>
                </a:lnTo>
                <a:lnTo>
                  <a:pt x="197054" y="60679"/>
                </a:lnTo>
                <a:lnTo>
                  <a:pt x="197030" y="59543"/>
                </a:lnTo>
                <a:lnTo>
                  <a:pt x="196992" y="58420"/>
                </a:lnTo>
                <a:lnTo>
                  <a:pt x="196937" y="57311"/>
                </a:lnTo>
                <a:lnTo>
                  <a:pt x="196868" y="56215"/>
                </a:lnTo>
                <a:lnTo>
                  <a:pt x="196782" y="55133"/>
                </a:lnTo>
                <a:lnTo>
                  <a:pt x="196682" y="54064"/>
                </a:lnTo>
                <a:lnTo>
                  <a:pt x="196565" y="53009"/>
                </a:lnTo>
                <a:lnTo>
                  <a:pt x="196434" y="51968"/>
                </a:lnTo>
                <a:lnTo>
                  <a:pt x="196286" y="50940"/>
                </a:lnTo>
                <a:lnTo>
                  <a:pt x="196124" y="49926"/>
                </a:lnTo>
                <a:lnTo>
                  <a:pt x="195945" y="48926"/>
                </a:lnTo>
                <a:lnTo>
                  <a:pt x="195752" y="47938"/>
                </a:lnTo>
                <a:lnTo>
                  <a:pt x="195542" y="46965"/>
                </a:lnTo>
                <a:lnTo>
                  <a:pt x="195317" y="46005"/>
                </a:lnTo>
                <a:lnTo>
                  <a:pt x="195077" y="45059"/>
                </a:lnTo>
                <a:lnTo>
                  <a:pt x="194821" y="44126"/>
                </a:lnTo>
                <a:lnTo>
                  <a:pt x="194550" y="43207"/>
                </a:lnTo>
                <a:lnTo>
                  <a:pt x="194263" y="42302"/>
                </a:lnTo>
                <a:lnTo>
                  <a:pt x="193961" y="41410"/>
                </a:lnTo>
                <a:lnTo>
                  <a:pt x="193643" y="40531"/>
                </a:lnTo>
                <a:lnTo>
                  <a:pt x="193310" y="39666"/>
                </a:lnTo>
                <a:lnTo>
                  <a:pt x="192961" y="38815"/>
                </a:lnTo>
                <a:lnTo>
                  <a:pt x="192597" y="37978"/>
                </a:lnTo>
                <a:lnTo>
                  <a:pt x="192218" y="37155"/>
                </a:lnTo>
                <a:lnTo>
                  <a:pt x="191825" y="36348"/>
                </a:lnTo>
                <a:lnTo>
                  <a:pt x="191419" y="35557"/>
                </a:lnTo>
                <a:lnTo>
                  <a:pt x="190999" y="34782"/>
                </a:lnTo>
                <a:lnTo>
                  <a:pt x="190565" y="34024"/>
                </a:lnTo>
                <a:lnTo>
                  <a:pt x="190117" y="33281"/>
                </a:lnTo>
                <a:lnTo>
                  <a:pt x="189656" y="32554"/>
                </a:lnTo>
                <a:lnTo>
                  <a:pt x="189181" y="31843"/>
                </a:lnTo>
                <a:lnTo>
                  <a:pt x="188692" y="31149"/>
                </a:lnTo>
                <a:lnTo>
                  <a:pt x="188189" y="30470"/>
                </a:lnTo>
                <a:lnTo>
                  <a:pt x="187673" y="29807"/>
                </a:lnTo>
                <a:lnTo>
                  <a:pt x="187143" y="29161"/>
                </a:lnTo>
                <a:lnTo>
                  <a:pt x="186599" y="28530"/>
                </a:lnTo>
                <a:lnTo>
                  <a:pt x="186041" y="27915"/>
                </a:lnTo>
                <a:lnTo>
                  <a:pt x="185470" y="27317"/>
                </a:lnTo>
                <a:lnTo>
                  <a:pt x="184884" y="26734"/>
                </a:lnTo>
                <a:lnTo>
                  <a:pt x="184286" y="26167"/>
                </a:lnTo>
                <a:lnTo>
                  <a:pt x="183673" y="25617"/>
                </a:lnTo>
                <a:lnTo>
                  <a:pt x="183047" y="25082"/>
                </a:lnTo>
                <a:lnTo>
                  <a:pt x="182406" y="24564"/>
                </a:lnTo>
                <a:lnTo>
                  <a:pt x="181753" y="24061"/>
                </a:lnTo>
                <a:lnTo>
                  <a:pt x="181085" y="23575"/>
                </a:lnTo>
                <a:lnTo>
                  <a:pt x="180404" y="23104"/>
                </a:lnTo>
                <a:lnTo>
                  <a:pt x="179709" y="22650"/>
                </a:lnTo>
                <a:lnTo>
                  <a:pt x="179001" y="22212"/>
                </a:lnTo>
                <a:lnTo>
                  <a:pt x="178281" y="21793"/>
                </a:lnTo>
                <a:lnTo>
                  <a:pt x="177550" y="21393"/>
                </a:lnTo>
                <a:lnTo>
                  <a:pt x="176807" y="21012"/>
                </a:lnTo>
                <a:lnTo>
                  <a:pt x="176052" y="20649"/>
                </a:lnTo>
                <a:lnTo>
                  <a:pt x="175286" y="20304"/>
                </a:lnTo>
                <a:lnTo>
                  <a:pt x="174508" y="19979"/>
                </a:lnTo>
                <a:lnTo>
                  <a:pt x="173718" y="19671"/>
                </a:lnTo>
                <a:lnTo>
                  <a:pt x="172917" y="19383"/>
                </a:lnTo>
                <a:lnTo>
                  <a:pt x="172104" y="19113"/>
                </a:lnTo>
                <a:lnTo>
                  <a:pt x="171279" y="18862"/>
                </a:lnTo>
                <a:lnTo>
                  <a:pt x="170442" y="18629"/>
                </a:lnTo>
                <a:lnTo>
                  <a:pt x="169594" y="18415"/>
                </a:lnTo>
                <a:lnTo>
                  <a:pt x="168734" y="18220"/>
                </a:lnTo>
                <a:lnTo>
                  <a:pt x="167863" y="18043"/>
                </a:lnTo>
                <a:lnTo>
                  <a:pt x="166979" y="17885"/>
                </a:lnTo>
                <a:lnTo>
                  <a:pt x="166084" y="17745"/>
                </a:lnTo>
                <a:lnTo>
                  <a:pt x="165178" y="17624"/>
                </a:lnTo>
                <a:lnTo>
                  <a:pt x="164259" y="17522"/>
                </a:lnTo>
                <a:lnTo>
                  <a:pt x="163329" y="17438"/>
                </a:lnTo>
                <a:lnTo>
                  <a:pt x="162387" y="17373"/>
                </a:lnTo>
                <a:lnTo>
                  <a:pt x="161434" y="17326"/>
                </a:lnTo>
                <a:lnTo>
                  <a:pt x="160468" y="17298"/>
                </a:lnTo>
                <a:lnTo>
                  <a:pt x="159491" y="17289"/>
                </a:lnTo>
                <a:lnTo>
                  <a:pt x="158536" y="17298"/>
                </a:lnTo>
                <a:lnTo>
                  <a:pt x="157591" y="17326"/>
                </a:lnTo>
                <a:lnTo>
                  <a:pt x="156659" y="17373"/>
                </a:lnTo>
                <a:lnTo>
                  <a:pt x="155738" y="17438"/>
                </a:lnTo>
                <a:lnTo>
                  <a:pt x="154829" y="17522"/>
                </a:lnTo>
                <a:lnTo>
                  <a:pt x="153932" y="17624"/>
                </a:lnTo>
                <a:lnTo>
                  <a:pt x="153046" y="17745"/>
                </a:lnTo>
                <a:lnTo>
                  <a:pt x="152172" y="17885"/>
                </a:lnTo>
                <a:lnTo>
                  <a:pt x="151310" y="18043"/>
                </a:lnTo>
                <a:lnTo>
                  <a:pt x="150459" y="18220"/>
                </a:lnTo>
                <a:lnTo>
                  <a:pt x="149620" y="18415"/>
                </a:lnTo>
                <a:lnTo>
                  <a:pt x="148793" y="18629"/>
                </a:lnTo>
                <a:lnTo>
                  <a:pt x="147978" y="18862"/>
                </a:lnTo>
                <a:lnTo>
                  <a:pt x="147174" y="19113"/>
                </a:lnTo>
                <a:lnTo>
                  <a:pt x="146382" y="19383"/>
                </a:lnTo>
                <a:lnTo>
                  <a:pt x="145602" y="19671"/>
                </a:lnTo>
                <a:lnTo>
                  <a:pt x="144833" y="19979"/>
                </a:lnTo>
                <a:lnTo>
                  <a:pt x="144076" y="20304"/>
                </a:lnTo>
                <a:lnTo>
                  <a:pt x="143331" y="20649"/>
                </a:lnTo>
                <a:lnTo>
                  <a:pt x="142597" y="21012"/>
                </a:lnTo>
                <a:lnTo>
                  <a:pt x="141875" y="21393"/>
                </a:lnTo>
                <a:lnTo>
                  <a:pt x="141165" y="21793"/>
                </a:lnTo>
                <a:lnTo>
                  <a:pt x="140467" y="22212"/>
                </a:lnTo>
                <a:lnTo>
                  <a:pt x="139780" y="22650"/>
                </a:lnTo>
                <a:lnTo>
                  <a:pt x="139106" y="23104"/>
                </a:lnTo>
                <a:lnTo>
                  <a:pt x="138445" y="23575"/>
                </a:lnTo>
                <a:lnTo>
                  <a:pt x="137797" y="24061"/>
                </a:lnTo>
                <a:lnTo>
                  <a:pt x="137163" y="24564"/>
                </a:lnTo>
                <a:lnTo>
                  <a:pt x="136542" y="25082"/>
                </a:lnTo>
                <a:lnTo>
                  <a:pt x="135934" y="25617"/>
                </a:lnTo>
                <a:lnTo>
                  <a:pt x="135339" y="26167"/>
                </a:lnTo>
                <a:lnTo>
                  <a:pt x="134758" y="26734"/>
                </a:lnTo>
                <a:lnTo>
                  <a:pt x="134191" y="27317"/>
                </a:lnTo>
                <a:lnTo>
                  <a:pt x="133636" y="27915"/>
                </a:lnTo>
                <a:lnTo>
                  <a:pt x="133095" y="28530"/>
                </a:lnTo>
                <a:lnTo>
                  <a:pt x="132567" y="29161"/>
                </a:lnTo>
                <a:lnTo>
                  <a:pt x="132052" y="29807"/>
                </a:lnTo>
                <a:lnTo>
                  <a:pt x="131551" y="30470"/>
                </a:lnTo>
                <a:lnTo>
                  <a:pt x="131063" y="31149"/>
                </a:lnTo>
                <a:lnTo>
                  <a:pt x="130589" y="31843"/>
                </a:lnTo>
                <a:lnTo>
                  <a:pt x="130127" y="32554"/>
                </a:lnTo>
                <a:lnTo>
                  <a:pt x="129679" y="33281"/>
                </a:lnTo>
                <a:lnTo>
                  <a:pt x="129245" y="34024"/>
                </a:lnTo>
                <a:lnTo>
                  <a:pt x="128823" y="34782"/>
                </a:lnTo>
                <a:lnTo>
                  <a:pt x="128415" y="35557"/>
                </a:lnTo>
                <a:lnTo>
                  <a:pt x="128020" y="36348"/>
                </a:lnTo>
                <a:lnTo>
                  <a:pt x="127639" y="37155"/>
                </a:lnTo>
                <a:lnTo>
                  <a:pt x="127271" y="37978"/>
                </a:lnTo>
                <a:lnTo>
                  <a:pt x="126917" y="38815"/>
                </a:lnTo>
                <a:lnTo>
                  <a:pt x="126578" y="39666"/>
                </a:lnTo>
                <a:lnTo>
                  <a:pt x="126254" y="40531"/>
                </a:lnTo>
                <a:lnTo>
                  <a:pt x="125945" y="41410"/>
                </a:lnTo>
                <a:lnTo>
                  <a:pt x="125651" y="42302"/>
                </a:lnTo>
                <a:lnTo>
                  <a:pt x="125373" y="43207"/>
                </a:lnTo>
                <a:lnTo>
                  <a:pt x="125109" y="44126"/>
                </a:lnTo>
                <a:lnTo>
                  <a:pt x="124860" y="45059"/>
                </a:lnTo>
                <a:lnTo>
                  <a:pt x="124627" y="46005"/>
                </a:lnTo>
                <a:lnTo>
                  <a:pt x="124409" y="46965"/>
                </a:lnTo>
                <a:lnTo>
                  <a:pt x="124205" y="47938"/>
                </a:lnTo>
                <a:lnTo>
                  <a:pt x="124017" y="48926"/>
                </a:lnTo>
                <a:lnTo>
                  <a:pt x="123844" y="49926"/>
                </a:lnTo>
                <a:lnTo>
                  <a:pt x="123686" y="50940"/>
                </a:lnTo>
                <a:lnTo>
                  <a:pt x="123542" y="51968"/>
                </a:lnTo>
                <a:lnTo>
                  <a:pt x="123414" y="53009"/>
                </a:lnTo>
                <a:lnTo>
                  <a:pt x="123301" y="54064"/>
                </a:lnTo>
                <a:lnTo>
                  <a:pt x="123204" y="55133"/>
                </a:lnTo>
                <a:lnTo>
                  <a:pt x="123121" y="56215"/>
                </a:lnTo>
                <a:lnTo>
                  <a:pt x="123053" y="57311"/>
                </a:lnTo>
                <a:lnTo>
                  <a:pt x="123000" y="58420"/>
                </a:lnTo>
                <a:lnTo>
                  <a:pt x="122962" y="59543"/>
                </a:lnTo>
                <a:lnTo>
                  <a:pt x="122940" y="60679"/>
                </a:lnTo>
                <a:lnTo>
                  <a:pt x="122932" y="61829"/>
                </a:lnTo>
                <a:lnTo>
                  <a:pt x="122940" y="62964"/>
                </a:lnTo>
                <a:lnTo>
                  <a:pt x="122962" y="64087"/>
                </a:lnTo>
                <a:lnTo>
                  <a:pt x="123000" y="65195"/>
                </a:lnTo>
                <a:lnTo>
                  <a:pt x="123053" y="66291"/>
                </a:lnTo>
                <a:lnTo>
                  <a:pt x="123121" y="67373"/>
                </a:lnTo>
                <a:lnTo>
                  <a:pt x="123204" y="68442"/>
                </a:lnTo>
                <a:lnTo>
                  <a:pt x="123301" y="69498"/>
                </a:lnTo>
                <a:lnTo>
                  <a:pt x="123414" y="70541"/>
                </a:lnTo>
                <a:lnTo>
                  <a:pt x="123542" y="71570"/>
                </a:lnTo>
                <a:lnTo>
                  <a:pt x="123686" y="72586"/>
                </a:lnTo>
                <a:lnTo>
                  <a:pt x="123844" y="73589"/>
                </a:lnTo>
                <a:lnTo>
                  <a:pt x="124017" y="74578"/>
                </a:lnTo>
                <a:lnTo>
                  <a:pt x="124205" y="75554"/>
                </a:lnTo>
                <a:lnTo>
                  <a:pt x="124409" y="76517"/>
                </a:lnTo>
                <a:lnTo>
                  <a:pt x="124627" y="77467"/>
                </a:lnTo>
                <a:lnTo>
                  <a:pt x="124860" y="78403"/>
                </a:lnTo>
                <a:lnTo>
                  <a:pt x="125109" y="79326"/>
                </a:lnTo>
                <a:lnTo>
                  <a:pt x="125373" y="80236"/>
                </a:lnTo>
                <a:lnTo>
                  <a:pt x="125651" y="81133"/>
                </a:lnTo>
                <a:lnTo>
                  <a:pt x="125945" y="82016"/>
                </a:lnTo>
                <a:lnTo>
                  <a:pt x="126254" y="82886"/>
                </a:lnTo>
                <a:lnTo>
                  <a:pt x="126578" y="83743"/>
                </a:lnTo>
                <a:lnTo>
                  <a:pt x="126917" y="84586"/>
                </a:lnTo>
                <a:lnTo>
                  <a:pt x="127271" y="85417"/>
                </a:lnTo>
                <a:lnTo>
                  <a:pt x="127639" y="86232"/>
                </a:lnTo>
                <a:lnTo>
                  <a:pt x="128020" y="87032"/>
                </a:lnTo>
                <a:lnTo>
                  <a:pt x="128415" y="87815"/>
                </a:lnTo>
                <a:lnTo>
                  <a:pt x="128823" y="88583"/>
                </a:lnTo>
                <a:lnTo>
                  <a:pt x="129245" y="89335"/>
                </a:lnTo>
                <a:lnTo>
                  <a:pt x="129679" y="90070"/>
                </a:lnTo>
                <a:lnTo>
                  <a:pt x="130127" y="90790"/>
                </a:lnTo>
                <a:lnTo>
                  <a:pt x="130589" y="91493"/>
                </a:lnTo>
                <a:lnTo>
                  <a:pt x="131063" y="92180"/>
                </a:lnTo>
                <a:lnTo>
                  <a:pt x="131551" y="92852"/>
                </a:lnTo>
                <a:lnTo>
                  <a:pt x="132052" y="93507"/>
                </a:lnTo>
                <a:lnTo>
                  <a:pt x="132567" y="94147"/>
                </a:lnTo>
                <a:lnTo>
                  <a:pt x="133095" y="94770"/>
                </a:lnTo>
                <a:lnTo>
                  <a:pt x="133636" y="95378"/>
                </a:lnTo>
                <a:lnTo>
                  <a:pt x="134191" y="95969"/>
                </a:lnTo>
                <a:lnTo>
                  <a:pt x="134758" y="96544"/>
                </a:lnTo>
                <a:lnTo>
                  <a:pt x="135339" y="97104"/>
                </a:lnTo>
                <a:lnTo>
                  <a:pt x="135934" y="97647"/>
                </a:lnTo>
                <a:lnTo>
                  <a:pt x="136542" y="98174"/>
                </a:lnTo>
                <a:lnTo>
                  <a:pt x="137163" y="98686"/>
                </a:lnTo>
                <a:lnTo>
                  <a:pt x="137797" y="99181"/>
                </a:lnTo>
                <a:lnTo>
                  <a:pt x="138445" y="99660"/>
                </a:lnTo>
                <a:lnTo>
                  <a:pt x="139106" y="100124"/>
                </a:lnTo>
                <a:lnTo>
                  <a:pt x="139780" y="100571"/>
                </a:lnTo>
                <a:lnTo>
                  <a:pt x="140467" y="101001"/>
                </a:lnTo>
                <a:lnTo>
                  <a:pt x="141165" y="101413"/>
                </a:lnTo>
                <a:lnTo>
                  <a:pt x="141875" y="101806"/>
                </a:lnTo>
                <a:lnTo>
                  <a:pt x="142597" y="102181"/>
                </a:lnTo>
                <a:lnTo>
                  <a:pt x="143331" y="102538"/>
                </a:lnTo>
                <a:lnTo>
                  <a:pt x="144076" y="102877"/>
                </a:lnTo>
                <a:lnTo>
                  <a:pt x="144833" y="103197"/>
                </a:lnTo>
                <a:lnTo>
                  <a:pt x="145602" y="103499"/>
                </a:lnTo>
                <a:lnTo>
                  <a:pt x="146382" y="103783"/>
                </a:lnTo>
                <a:lnTo>
                  <a:pt x="147174" y="104048"/>
                </a:lnTo>
                <a:lnTo>
                  <a:pt x="147978" y="104295"/>
                </a:lnTo>
                <a:lnTo>
                  <a:pt x="148793" y="104524"/>
                </a:lnTo>
                <a:lnTo>
                  <a:pt x="149620" y="104735"/>
                </a:lnTo>
                <a:lnTo>
                  <a:pt x="150459" y="104927"/>
                </a:lnTo>
                <a:lnTo>
                  <a:pt x="151310" y="105101"/>
                </a:lnTo>
                <a:lnTo>
                  <a:pt x="152172" y="105256"/>
                </a:lnTo>
                <a:lnTo>
                  <a:pt x="153046" y="105393"/>
                </a:lnTo>
                <a:lnTo>
                  <a:pt x="153932" y="105512"/>
                </a:lnTo>
                <a:lnTo>
                  <a:pt x="154829" y="105613"/>
                </a:lnTo>
                <a:lnTo>
                  <a:pt x="155738" y="105695"/>
                </a:lnTo>
                <a:lnTo>
                  <a:pt x="156659" y="105760"/>
                </a:lnTo>
                <a:lnTo>
                  <a:pt x="157591" y="105805"/>
                </a:lnTo>
                <a:lnTo>
                  <a:pt x="158536" y="105833"/>
                </a:lnTo>
                <a:lnTo>
                  <a:pt x="159491" y="105842"/>
                </a:lnTo>
                <a:lnTo>
                  <a:pt x="160468" y="105833"/>
                </a:lnTo>
                <a:lnTo>
                  <a:pt x="161434" y="105805"/>
                </a:lnTo>
                <a:lnTo>
                  <a:pt x="162387" y="105760"/>
                </a:lnTo>
                <a:lnTo>
                  <a:pt x="163329" y="105695"/>
                </a:lnTo>
                <a:close/>
                <a:moveTo>
                  <a:pt x="156911" y="94591"/>
                </a:moveTo>
                <a:lnTo>
                  <a:pt x="156292" y="94524"/>
                </a:lnTo>
                <a:lnTo>
                  <a:pt x="155685" y="94442"/>
                </a:lnTo>
                <a:lnTo>
                  <a:pt x="155088" y="94346"/>
                </a:lnTo>
                <a:lnTo>
                  <a:pt x="154503" y="94234"/>
                </a:lnTo>
                <a:lnTo>
                  <a:pt x="153928" y="94108"/>
                </a:lnTo>
                <a:lnTo>
                  <a:pt x="153364" y="93967"/>
                </a:lnTo>
                <a:lnTo>
                  <a:pt x="152811" y="93811"/>
                </a:lnTo>
                <a:lnTo>
                  <a:pt x="152268" y="93640"/>
                </a:lnTo>
                <a:lnTo>
                  <a:pt x="151737" y="93454"/>
                </a:lnTo>
                <a:lnTo>
                  <a:pt x="151216" y="93254"/>
                </a:lnTo>
                <a:lnTo>
                  <a:pt x="150706" y="93039"/>
                </a:lnTo>
                <a:lnTo>
                  <a:pt x="150207" y="92808"/>
                </a:lnTo>
                <a:lnTo>
                  <a:pt x="149718" y="92563"/>
                </a:lnTo>
                <a:lnTo>
                  <a:pt x="149241" y="92303"/>
                </a:lnTo>
                <a:lnTo>
                  <a:pt x="148774" y="92029"/>
                </a:lnTo>
                <a:lnTo>
                  <a:pt x="148318" y="91739"/>
                </a:lnTo>
                <a:lnTo>
                  <a:pt x="147873" y="91435"/>
                </a:lnTo>
                <a:lnTo>
                  <a:pt x="147439" y="91115"/>
                </a:lnTo>
                <a:lnTo>
                  <a:pt x="147016" y="90781"/>
                </a:lnTo>
                <a:lnTo>
                  <a:pt x="146603" y="90432"/>
                </a:lnTo>
                <a:lnTo>
                  <a:pt x="146201" y="90070"/>
                </a:lnTo>
                <a:lnTo>
                  <a:pt x="145808" y="89698"/>
                </a:lnTo>
                <a:lnTo>
                  <a:pt x="145424" y="89314"/>
                </a:lnTo>
                <a:lnTo>
                  <a:pt x="145051" y="88920"/>
                </a:lnTo>
                <a:lnTo>
                  <a:pt x="144686" y="88515"/>
                </a:lnTo>
                <a:lnTo>
                  <a:pt x="144331" y="88099"/>
                </a:lnTo>
                <a:lnTo>
                  <a:pt x="143986" y="87672"/>
                </a:lnTo>
                <a:lnTo>
                  <a:pt x="143650" y="87234"/>
                </a:lnTo>
                <a:lnTo>
                  <a:pt x="143324" y="86786"/>
                </a:lnTo>
                <a:lnTo>
                  <a:pt x="143007" y="86326"/>
                </a:lnTo>
                <a:lnTo>
                  <a:pt x="142700" y="85856"/>
                </a:lnTo>
                <a:lnTo>
                  <a:pt x="142402" y="85375"/>
                </a:lnTo>
                <a:lnTo>
                  <a:pt x="142113" y="84883"/>
                </a:lnTo>
                <a:lnTo>
                  <a:pt x="141835" y="84381"/>
                </a:lnTo>
                <a:lnTo>
                  <a:pt x="141565" y="83867"/>
                </a:lnTo>
                <a:lnTo>
                  <a:pt x="141306" y="83343"/>
                </a:lnTo>
                <a:lnTo>
                  <a:pt x="141055" y="82808"/>
                </a:lnTo>
                <a:lnTo>
                  <a:pt x="140814" y="82262"/>
                </a:lnTo>
                <a:lnTo>
                  <a:pt x="140583" y="81705"/>
                </a:lnTo>
                <a:lnTo>
                  <a:pt x="140361" y="81138"/>
                </a:lnTo>
                <a:lnTo>
                  <a:pt x="140149" y="80560"/>
                </a:lnTo>
                <a:lnTo>
                  <a:pt x="139946" y="79970"/>
                </a:lnTo>
                <a:lnTo>
                  <a:pt x="139753" y="79370"/>
                </a:lnTo>
                <a:lnTo>
                  <a:pt x="139569" y="78759"/>
                </a:lnTo>
                <a:lnTo>
                  <a:pt x="139394" y="78139"/>
                </a:lnTo>
                <a:lnTo>
                  <a:pt x="139226" y="77512"/>
                </a:lnTo>
                <a:lnTo>
                  <a:pt x="139066" y="76878"/>
                </a:lnTo>
                <a:lnTo>
                  <a:pt x="138913" y="76237"/>
                </a:lnTo>
                <a:lnTo>
                  <a:pt x="138768" y="75588"/>
                </a:lnTo>
                <a:lnTo>
                  <a:pt x="138630" y="74933"/>
                </a:lnTo>
                <a:lnTo>
                  <a:pt x="138499" y="74270"/>
                </a:lnTo>
                <a:lnTo>
                  <a:pt x="138376" y="73600"/>
                </a:lnTo>
                <a:lnTo>
                  <a:pt x="138260" y="72923"/>
                </a:lnTo>
                <a:lnTo>
                  <a:pt x="138152" y="72239"/>
                </a:lnTo>
                <a:lnTo>
                  <a:pt x="138051" y="71548"/>
                </a:lnTo>
                <a:lnTo>
                  <a:pt x="137958" y="70850"/>
                </a:lnTo>
                <a:lnTo>
                  <a:pt x="137872" y="70144"/>
                </a:lnTo>
                <a:lnTo>
                  <a:pt x="137794" y="69432"/>
                </a:lnTo>
                <a:lnTo>
                  <a:pt x="137723" y="68712"/>
                </a:lnTo>
                <a:lnTo>
                  <a:pt x="137660" y="67985"/>
                </a:lnTo>
                <a:lnTo>
                  <a:pt x="137604" y="67252"/>
                </a:lnTo>
                <a:lnTo>
                  <a:pt x="137555" y="66511"/>
                </a:lnTo>
                <a:lnTo>
                  <a:pt x="137514" y="65763"/>
                </a:lnTo>
                <a:lnTo>
                  <a:pt x="137481" y="65008"/>
                </a:lnTo>
                <a:lnTo>
                  <a:pt x="137455" y="64245"/>
                </a:lnTo>
                <a:lnTo>
                  <a:pt x="137436" y="63476"/>
                </a:lnTo>
                <a:lnTo>
                  <a:pt x="137425" y="62700"/>
                </a:lnTo>
                <a:lnTo>
                  <a:pt x="137421" y="61916"/>
                </a:lnTo>
                <a:lnTo>
                  <a:pt x="137425" y="61118"/>
                </a:lnTo>
                <a:lnTo>
                  <a:pt x="137436" y="60327"/>
                </a:lnTo>
                <a:lnTo>
                  <a:pt x="137455" y="59543"/>
                </a:lnTo>
                <a:lnTo>
                  <a:pt x="137481" y="58767"/>
                </a:lnTo>
                <a:lnTo>
                  <a:pt x="137514" y="57998"/>
                </a:lnTo>
                <a:lnTo>
                  <a:pt x="137555" y="57237"/>
                </a:lnTo>
                <a:lnTo>
                  <a:pt x="137604" y="56483"/>
                </a:lnTo>
                <a:lnTo>
                  <a:pt x="137660" y="55737"/>
                </a:lnTo>
                <a:lnTo>
                  <a:pt x="137723" y="54998"/>
                </a:lnTo>
                <a:lnTo>
                  <a:pt x="137794" y="54267"/>
                </a:lnTo>
                <a:lnTo>
                  <a:pt x="137872" y="53543"/>
                </a:lnTo>
                <a:lnTo>
                  <a:pt x="137958" y="52826"/>
                </a:lnTo>
                <a:lnTo>
                  <a:pt x="138051" y="52117"/>
                </a:lnTo>
                <a:lnTo>
                  <a:pt x="138152" y="51415"/>
                </a:lnTo>
                <a:lnTo>
                  <a:pt x="138260" y="50721"/>
                </a:lnTo>
                <a:lnTo>
                  <a:pt x="138376" y="50034"/>
                </a:lnTo>
                <a:lnTo>
                  <a:pt x="138499" y="49354"/>
                </a:lnTo>
                <a:lnTo>
                  <a:pt x="138630" y="48682"/>
                </a:lnTo>
                <a:lnTo>
                  <a:pt x="138768" y="48018"/>
                </a:lnTo>
                <a:lnTo>
                  <a:pt x="138913" y="47361"/>
                </a:lnTo>
                <a:lnTo>
                  <a:pt x="139066" y="46711"/>
                </a:lnTo>
                <a:lnTo>
                  <a:pt x="139226" y="46069"/>
                </a:lnTo>
                <a:lnTo>
                  <a:pt x="139394" y="45434"/>
                </a:lnTo>
                <a:lnTo>
                  <a:pt x="139569" y="44806"/>
                </a:lnTo>
                <a:lnTo>
                  <a:pt x="139753" y="44188"/>
                </a:lnTo>
                <a:lnTo>
                  <a:pt x="139946" y="43580"/>
                </a:lnTo>
                <a:lnTo>
                  <a:pt x="140149" y="42984"/>
                </a:lnTo>
                <a:lnTo>
                  <a:pt x="140361" y="42398"/>
                </a:lnTo>
                <a:lnTo>
                  <a:pt x="140583" y="41824"/>
                </a:lnTo>
                <a:lnTo>
                  <a:pt x="140814" y="41260"/>
                </a:lnTo>
                <a:lnTo>
                  <a:pt x="141055" y="40708"/>
                </a:lnTo>
                <a:lnTo>
                  <a:pt x="141306" y="40166"/>
                </a:lnTo>
                <a:lnTo>
                  <a:pt x="141565" y="39636"/>
                </a:lnTo>
                <a:lnTo>
                  <a:pt x="141835" y="39116"/>
                </a:lnTo>
                <a:lnTo>
                  <a:pt x="142113" y="38608"/>
                </a:lnTo>
                <a:lnTo>
                  <a:pt x="142402" y="38110"/>
                </a:lnTo>
                <a:lnTo>
                  <a:pt x="142700" y="37623"/>
                </a:lnTo>
                <a:lnTo>
                  <a:pt x="143007" y="37148"/>
                </a:lnTo>
                <a:lnTo>
                  <a:pt x="143324" y="36683"/>
                </a:lnTo>
                <a:lnTo>
                  <a:pt x="143650" y="36230"/>
                </a:lnTo>
                <a:lnTo>
                  <a:pt x="143986" y="35787"/>
                </a:lnTo>
                <a:lnTo>
                  <a:pt x="144331" y="35355"/>
                </a:lnTo>
                <a:lnTo>
                  <a:pt x="144686" y="34935"/>
                </a:lnTo>
                <a:lnTo>
                  <a:pt x="145051" y="34525"/>
                </a:lnTo>
                <a:lnTo>
                  <a:pt x="145424" y="34127"/>
                </a:lnTo>
                <a:lnTo>
                  <a:pt x="145808" y="33739"/>
                </a:lnTo>
                <a:lnTo>
                  <a:pt x="146201" y="33362"/>
                </a:lnTo>
                <a:lnTo>
                  <a:pt x="146603" y="32997"/>
                </a:lnTo>
                <a:lnTo>
                  <a:pt x="147016" y="32644"/>
                </a:lnTo>
                <a:lnTo>
                  <a:pt x="147439" y="32306"/>
                </a:lnTo>
                <a:lnTo>
                  <a:pt x="147873" y="31983"/>
                </a:lnTo>
                <a:lnTo>
                  <a:pt x="148318" y="31676"/>
                </a:lnTo>
                <a:lnTo>
                  <a:pt x="148774" y="31383"/>
                </a:lnTo>
                <a:lnTo>
                  <a:pt x="149241" y="31106"/>
                </a:lnTo>
                <a:lnTo>
                  <a:pt x="149718" y="30843"/>
                </a:lnTo>
                <a:lnTo>
                  <a:pt x="150207" y="30595"/>
                </a:lnTo>
                <a:lnTo>
                  <a:pt x="150706" y="30363"/>
                </a:lnTo>
                <a:lnTo>
                  <a:pt x="151216" y="30145"/>
                </a:lnTo>
                <a:lnTo>
                  <a:pt x="151737" y="29942"/>
                </a:lnTo>
                <a:lnTo>
                  <a:pt x="152268" y="29755"/>
                </a:lnTo>
                <a:lnTo>
                  <a:pt x="152811" y="29582"/>
                </a:lnTo>
                <a:lnTo>
                  <a:pt x="153364" y="29425"/>
                </a:lnTo>
                <a:lnTo>
                  <a:pt x="153928" y="29282"/>
                </a:lnTo>
                <a:lnTo>
                  <a:pt x="154503" y="29155"/>
                </a:lnTo>
                <a:lnTo>
                  <a:pt x="155088" y="29042"/>
                </a:lnTo>
                <a:lnTo>
                  <a:pt x="155685" y="28944"/>
                </a:lnTo>
                <a:lnTo>
                  <a:pt x="156292" y="28862"/>
                </a:lnTo>
                <a:lnTo>
                  <a:pt x="156911" y="28794"/>
                </a:lnTo>
                <a:lnTo>
                  <a:pt x="157540" y="28742"/>
                </a:lnTo>
                <a:lnTo>
                  <a:pt x="158179" y="28704"/>
                </a:lnTo>
                <a:lnTo>
                  <a:pt x="158830" y="28682"/>
                </a:lnTo>
                <a:lnTo>
                  <a:pt x="159491" y="28674"/>
                </a:lnTo>
                <a:lnTo>
                  <a:pt x="160194" y="28682"/>
                </a:lnTo>
                <a:lnTo>
                  <a:pt x="160885" y="28704"/>
                </a:lnTo>
                <a:lnTo>
                  <a:pt x="161564" y="28742"/>
                </a:lnTo>
                <a:lnTo>
                  <a:pt x="162230" y="28794"/>
                </a:lnTo>
                <a:lnTo>
                  <a:pt x="162885" y="28862"/>
                </a:lnTo>
                <a:lnTo>
                  <a:pt x="163527" y="28944"/>
                </a:lnTo>
                <a:lnTo>
                  <a:pt x="164157" y="29042"/>
                </a:lnTo>
                <a:lnTo>
                  <a:pt x="164775" y="29155"/>
                </a:lnTo>
                <a:lnTo>
                  <a:pt x="165381" y="29282"/>
                </a:lnTo>
                <a:lnTo>
                  <a:pt x="165975" y="29425"/>
                </a:lnTo>
                <a:lnTo>
                  <a:pt x="166556" y="29582"/>
                </a:lnTo>
                <a:lnTo>
                  <a:pt x="167126" y="29755"/>
                </a:lnTo>
                <a:lnTo>
                  <a:pt x="167683" y="29942"/>
                </a:lnTo>
                <a:lnTo>
                  <a:pt x="168228" y="30145"/>
                </a:lnTo>
                <a:lnTo>
                  <a:pt x="168761" y="30363"/>
                </a:lnTo>
                <a:lnTo>
                  <a:pt x="169282" y="30595"/>
                </a:lnTo>
                <a:lnTo>
                  <a:pt x="169790" y="30843"/>
                </a:lnTo>
                <a:lnTo>
                  <a:pt x="170287" y="31106"/>
                </a:lnTo>
                <a:lnTo>
                  <a:pt x="170772" y="31383"/>
                </a:lnTo>
                <a:lnTo>
                  <a:pt x="171244" y="31676"/>
                </a:lnTo>
                <a:lnTo>
                  <a:pt x="171704" y="31983"/>
                </a:lnTo>
                <a:lnTo>
                  <a:pt x="172152" y="32306"/>
                </a:lnTo>
                <a:lnTo>
                  <a:pt x="172588" y="32644"/>
                </a:lnTo>
                <a:lnTo>
                  <a:pt x="173012" y="32997"/>
                </a:lnTo>
                <a:lnTo>
                  <a:pt x="173424" y="33362"/>
                </a:lnTo>
                <a:lnTo>
                  <a:pt x="173828" y="33739"/>
                </a:lnTo>
                <a:lnTo>
                  <a:pt x="174221" y="34127"/>
                </a:lnTo>
                <a:lnTo>
                  <a:pt x="174605" y="34525"/>
                </a:lnTo>
                <a:lnTo>
                  <a:pt x="174979" y="34935"/>
                </a:lnTo>
                <a:lnTo>
                  <a:pt x="175344" y="35355"/>
                </a:lnTo>
                <a:lnTo>
                  <a:pt x="175699" y="35787"/>
                </a:lnTo>
                <a:lnTo>
                  <a:pt x="176044" y="36230"/>
                </a:lnTo>
                <a:lnTo>
                  <a:pt x="176380" y="36683"/>
                </a:lnTo>
                <a:lnTo>
                  <a:pt x="176706" y="37148"/>
                </a:lnTo>
                <a:lnTo>
                  <a:pt x="177022" y="37623"/>
                </a:lnTo>
                <a:lnTo>
                  <a:pt x="177329" y="38110"/>
                </a:lnTo>
                <a:lnTo>
                  <a:pt x="177626" y="38608"/>
                </a:lnTo>
                <a:lnTo>
                  <a:pt x="177913" y="39116"/>
                </a:lnTo>
                <a:lnTo>
                  <a:pt x="178191" y="39636"/>
                </a:lnTo>
                <a:lnTo>
                  <a:pt x="178459" y="40166"/>
                </a:lnTo>
                <a:lnTo>
                  <a:pt x="178717" y="40708"/>
                </a:lnTo>
                <a:lnTo>
                  <a:pt x="178966" y="41260"/>
                </a:lnTo>
                <a:lnTo>
                  <a:pt x="179205" y="41824"/>
                </a:lnTo>
                <a:lnTo>
                  <a:pt x="179435" y="42398"/>
                </a:lnTo>
                <a:lnTo>
                  <a:pt x="179655" y="42984"/>
                </a:lnTo>
                <a:lnTo>
                  <a:pt x="179865" y="43580"/>
                </a:lnTo>
                <a:lnTo>
                  <a:pt x="180065" y="44188"/>
                </a:lnTo>
                <a:lnTo>
                  <a:pt x="180256" y="44806"/>
                </a:lnTo>
                <a:lnTo>
                  <a:pt x="180438" y="45434"/>
                </a:lnTo>
                <a:lnTo>
                  <a:pt x="180613" y="46068"/>
                </a:lnTo>
                <a:lnTo>
                  <a:pt x="180779" y="46709"/>
                </a:lnTo>
                <a:lnTo>
                  <a:pt x="180938" y="47358"/>
                </a:lnTo>
                <a:lnTo>
                  <a:pt x="181089" y="48014"/>
                </a:lnTo>
                <a:lnTo>
                  <a:pt x="181233" y="48677"/>
                </a:lnTo>
                <a:lnTo>
                  <a:pt x="181368" y="49347"/>
                </a:lnTo>
                <a:lnTo>
                  <a:pt x="181496" y="50024"/>
                </a:lnTo>
                <a:lnTo>
                  <a:pt x="181616" y="50708"/>
                </a:lnTo>
                <a:lnTo>
                  <a:pt x="181729" y="51400"/>
                </a:lnTo>
                <a:lnTo>
                  <a:pt x="181833" y="52098"/>
                </a:lnTo>
                <a:lnTo>
                  <a:pt x="181930" y="52804"/>
                </a:lnTo>
                <a:lnTo>
                  <a:pt x="182019" y="53516"/>
                </a:lnTo>
                <a:lnTo>
                  <a:pt x="182101" y="54236"/>
                </a:lnTo>
                <a:lnTo>
                  <a:pt x="182174" y="54963"/>
                </a:lnTo>
                <a:lnTo>
                  <a:pt x="182240" y="55697"/>
                </a:lnTo>
                <a:lnTo>
                  <a:pt x="182298" y="56439"/>
                </a:lnTo>
                <a:lnTo>
                  <a:pt x="182349" y="57187"/>
                </a:lnTo>
                <a:lnTo>
                  <a:pt x="182391" y="57942"/>
                </a:lnTo>
                <a:lnTo>
                  <a:pt x="182426" y="58705"/>
                </a:lnTo>
                <a:lnTo>
                  <a:pt x="182453" y="59475"/>
                </a:lnTo>
                <a:lnTo>
                  <a:pt x="182473" y="60251"/>
                </a:lnTo>
                <a:lnTo>
                  <a:pt x="182484" y="61035"/>
                </a:lnTo>
                <a:lnTo>
                  <a:pt x="182488" y="61826"/>
                </a:lnTo>
                <a:lnTo>
                  <a:pt x="182484" y="62617"/>
                </a:lnTo>
                <a:lnTo>
                  <a:pt x="182473" y="63401"/>
                </a:lnTo>
                <a:lnTo>
                  <a:pt x="182453" y="64177"/>
                </a:lnTo>
                <a:lnTo>
                  <a:pt x="182426" y="64945"/>
                </a:lnTo>
                <a:lnTo>
                  <a:pt x="182391" y="65707"/>
                </a:lnTo>
                <a:lnTo>
                  <a:pt x="182349" y="66460"/>
                </a:lnTo>
                <a:lnTo>
                  <a:pt x="182298" y="67207"/>
                </a:lnTo>
                <a:lnTo>
                  <a:pt x="182240" y="67946"/>
                </a:lnTo>
                <a:lnTo>
                  <a:pt x="182174" y="68677"/>
                </a:lnTo>
                <a:lnTo>
                  <a:pt x="182101" y="69401"/>
                </a:lnTo>
                <a:lnTo>
                  <a:pt x="182019" y="70118"/>
                </a:lnTo>
                <a:lnTo>
                  <a:pt x="181930" y="70827"/>
                </a:lnTo>
                <a:lnTo>
                  <a:pt x="181833" y="71529"/>
                </a:lnTo>
                <a:lnTo>
                  <a:pt x="181729" y="72223"/>
                </a:lnTo>
                <a:lnTo>
                  <a:pt x="181616" y="72910"/>
                </a:lnTo>
                <a:lnTo>
                  <a:pt x="181496" y="73590"/>
                </a:lnTo>
                <a:lnTo>
                  <a:pt x="181368" y="74262"/>
                </a:lnTo>
                <a:lnTo>
                  <a:pt x="181233" y="74927"/>
                </a:lnTo>
                <a:lnTo>
                  <a:pt x="181089" y="75584"/>
                </a:lnTo>
                <a:lnTo>
                  <a:pt x="180938" y="76234"/>
                </a:lnTo>
                <a:lnTo>
                  <a:pt x="180779" y="76877"/>
                </a:lnTo>
                <a:lnTo>
                  <a:pt x="180613" y="77512"/>
                </a:lnTo>
                <a:lnTo>
                  <a:pt x="180438" y="78139"/>
                </a:lnTo>
                <a:lnTo>
                  <a:pt x="180256" y="78759"/>
                </a:lnTo>
                <a:lnTo>
                  <a:pt x="180065" y="79370"/>
                </a:lnTo>
                <a:lnTo>
                  <a:pt x="179865" y="79970"/>
                </a:lnTo>
                <a:lnTo>
                  <a:pt x="179655" y="80560"/>
                </a:lnTo>
                <a:lnTo>
                  <a:pt x="179435" y="81138"/>
                </a:lnTo>
                <a:lnTo>
                  <a:pt x="179205" y="81705"/>
                </a:lnTo>
                <a:lnTo>
                  <a:pt x="178966" y="82262"/>
                </a:lnTo>
                <a:lnTo>
                  <a:pt x="178717" y="82808"/>
                </a:lnTo>
                <a:lnTo>
                  <a:pt x="178459" y="83343"/>
                </a:lnTo>
                <a:lnTo>
                  <a:pt x="178191" y="83867"/>
                </a:lnTo>
                <a:lnTo>
                  <a:pt x="177913" y="84381"/>
                </a:lnTo>
                <a:lnTo>
                  <a:pt x="177626" y="84883"/>
                </a:lnTo>
                <a:lnTo>
                  <a:pt x="177329" y="85375"/>
                </a:lnTo>
                <a:lnTo>
                  <a:pt x="177022" y="85856"/>
                </a:lnTo>
                <a:lnTo>
                  <a:pt x="176706" y="86326"/>
                </a:lnTo>
                <a:lnTo>
                  <a:pt x="176380" y="86786"/>
                </a:lnTo>
                <a:lnTo>
                  <a:pt x="176044" y="87234"/>
                </a:lnTo>
                <a:lnTo>
                  <a:pt x="175699" y="87672"/>
                </a:lnTo>
                <a:lnTo>
                  <a:pt x="175344" y="88099"/>
                </a:lnTo>
                <a:lnTo>
                  <a:pt x="174979" y="88515"/>
                </a:lnTo>
                <a:lnTo>
                  <a:pt x="174605" y="88920"/>
                </a:lnTo>
                <a:lnTo>
                  <a:pt x="174221" y="89314"/>
                </a:lnTo>
                <a:lnTo>
                  <a:pt x="173828" y="89698"/>
                </a:lnTo>
                <a:lnTo>
                  <a:pt x="173424" y="90070"/>
                </a:lnTo>
                <a:lnTo>
                  <a:pt x="173012" y="90432"/>
                </a:lnTo>
                <a:lnTo>
                  <a:pt x="172588" y="90781"/>
                </a:lnTo>
                <a:lnTo>
                  <a:pt x="172152" y="91115"/>
                </a:lnTo>
                <a:lnTo>
                  <a:pt x="171704" y="91435"/>
                </a:lnTo>
                <a:lnTo>
                  <a:pt x="171244" y="91739"/>
                </a:lnTo>
                <a:lnTo>
                  <a:pt x="170772" y="92029"/>
                </a:lnTo>
                <a:lnTo>
                  <a:pt x="170287" y="92303"/>
                </a:lnTo>
                <a:lnTo>
                  <a:pt x="169790" y="92563"/>
                </a:lnTo>
                <a:lnTo>
                  <a:pt x="169282" y="92808"/>
                </a:lnTo>
                <a:lnTo>
                  <a:pt x="168761" y="93039"/>
                </a:lnTo>
                <a:lnTo>
                  <a:pt x="168228" y="93254"/>
                </a:lnTo>
                <a:lnTo>
                  <a:pt x="167683" y="93454"/>
                </a:lnTo>
                <a:lnTo>
                  <a:pt x="167126" y="93640"/>
                </a:lnTo>
                <a:lnTo>
                  <a:pt x="166556" y="93811"/>
                </a:lnTo>
                <a:lnTo>
                  <a:pt x="165975" y="93967"/>
                </a:lnTo>
                <a:lnTo>
                  <a:pt x="165381" y="94108"/>
                </a:lnTo>
                <a:lnTo>
                  <a:pt x="164775" y="94234"/>
                </a:lnTo>
                <a:lnTo>
                  <a:pt x="164157" y="94346"/>
                </a:lnTo>
                <a:lnTo>
                  <a:pt x="163527" y="94442"/>
                </a:lnTo>
                <a:lnTo>
                  <a:pt x="162885" y="94524"/>
                </a:lnTo>
                <a:lnTo>
                  <a:pt x="162230" y="94591"/>
                </a:lnTo>
                <a:lnTo>
                  <a:pt x="161564" y="94643"/>
                </a:lnTo>
                <a:lnTo>
                  <a:pt x="160885" y="94680"/>
                </a:lnTo>
                <a:lnTo>
                  <a:pt x="160194" y="94702"/>
                </a:lnTo>
                <a:lnTo>
                  <a:pt x="159491" y="94710"/>
                </a:lnTo>
                <a:lnTo>
                  <a:pt x="158830" y="94702"/>
                </a:lnTo>
                <a:lnTo>
                  <a:pt x="158179" y="94680"/>
                </a:lnTo>
                <a:lnTo>
                  <a:pt x="157540" y="94643"/>
                </a:lnTo>
                <a:lnTo>
                  <a:pt x="156911" y="94591"/>
                </a:lnTo>
                <a:close/>
                <a:moveTo>
                  <a:pt x="298584" y="105801"/>
                </a:moveTo>
                <a:lnTo>
                  <a:pt x="299144" y="105778"/>
                </a:lnTo>
                <a:lnTo>
                  <a:pt x="299701" y="105750"/>
                </a:lnTo>
                <a:lnTo>
                  <a:pt x="300255" y="105717"/>
                </a:lnTo>
                <a:lnTo>
                  <a:pt x="300806" y="105679"/>
                </a:lnTo>
                <a:lnTo>
                  <a:pt x="301353" y="105636"/>
                </a:lnTo>
                <a:lnTo>
                  <a:pt x="301896" y="105588"/>
                </a:lnTo>
                <a:lnTo>
                  <a:pt x="302437" y="105535"/>
                </a:lnTo>
                <a:lnTo>
                  <a:pt x="302974" y="105476"/>
                </a:lnTo>
                <a:lnTo>
                  <a:pt x="303507" y="105413"/>
                </a:lnTo>
                <a:lnTo>
                  <a:pt x="304037" y="105344"/>
                </a:lnTo>
                <a:lnTo>
                  <a:pt x="304564" y="105271"/>
                </a:lnTo>
                <a:lnTo>
                  <a:pt x="305088" y="105192"/>
                </a:lnTo>
                <a:lnTo>
                  <a:pt x="305608" y="105108"/>
                </a:lnTo>
                <a:lnTo>
                  <a:pt x="306125" y="105019"/>
                </a:lnTo>
                <a:lnTo>
                  <a:pt x="306638" y="104925"/>
                </a:lnTo>
                <a:lnTo>
                  <a:pt x="307148" y="104826"/>
                </a:lnTo>
                <a:lnTo>
                  <a:pt x="307655" y="104722"/>
                </a:lnTo>
                <a:lnTo>
                  <a:pt x="308158" y="104613"/>
                </a:lnTo>
                <a:lnTo>
                  <a:pt x="308658" y="104499"/>
                </a:lnTo>
                <a:lnTo>
                  <a:pt x="309155" y="104379"/>
                </a:lnTo>
                <a:lnTo>
                  <a:pt x="309647" y="104255"/>
                </a:lnTo>
                <a:lnTo>
                  <a:pt x="310134" y="104125"/>
                </a:lnTo>
                <a:lnTo>
                  <a:pt x="310616" y="103989"/>
                </a:lnTo>
                <a:lnTo>
                  <a:pt x="311092" y="103848"/>
                </a:lnTo>
                <a:lnTo>
                  <a:pt x="311563" y="103702"/>
                </a:lnTo>
                <a:lnTo>
                  <a:pt x="312029" y="103549"/>
                </a:lnTo>
                <a:lnTo>
                  <a:pt x="312490" y="103392"/>
                </a:lnTo>
                <a:lnTo>
                  <a:pt x="312945" y="103229"/>
                </a:lnTo>
                <a:lnTo>
                  <a:pt x="313395" y="103060"/>
                </a:lnTo>
                <a:lnTo>
                  <a:pt x="313840" y="102886"/>
                </a:lnTo>
                <a:lnTo>
                  <a:pt x="314280" y="102706"/>
                </a:lnTo>
                <a:lnTo>
                  <a:pt x="314714" y="102520"/>
                </a:lnTo>
                <a:lnTo>
                  <a:pt x="315143" y="102330"/>
                </a:lnTo>
                <a:lnTo>
                  <a:pt x="315567" y="102133"/>
                </a:lnTo>
                <a:lnTo>
                  <a:pt x="315986" y="101931"/>
                </a:lnTo>
                <a:lnTo>
                  <a:pt x="316399" y="101724"/>
                </a:lnTo>
                <a:lnTo>
                  <a:pt x="316807" y="101511"/>
                </a:lnTo>
                <a:lnTo>
                  <a:pt x="317210" y="101292"/>
                </a:lnTo>
                <a:lnTo>
                  <a:pt x="317607" y="101068"/>
                </a:lnTo>
                <a:lnTo>
                  <a:pt x="317999" y="100838"/>
                </a:lnTo>
                <a:lnTo>
                  <a:pt x="318386" y="100603"/>
                </a:lnTo>
                <a:lnTo>
                  <a:pt x="318768" y="100363"/>
                </a:lnTo>
                <a:lnTo>
                  <a:pt x="319145" y="100116"/>
                </a:lnTo>
                <a:lnTo>
                  <a:pt x="319516" y="99865"/>
                </a:lnTo>
                <a:lnTo>
                  <a:pt x="319881" y="99607"/>
                </a:lnTo>
                <a:lnTo>
                  <a:pt x="320239" y="99343"/>
                </a:lnTo>
                <a:lnTo>
                  <a:pt x="320590" y="99074"/>
                </a:lnTo>
                <a:lnTo>
                  <a:pt x="320935" y="98798"/>
                </a:lnTo>
                <a:lnTo>
                  <a:pt x="321273" y="98517"/>
                </a:lnTo>
                <a:lnTo>
                  <a:pt x="321603" y="98229"/>
                </a:lnTo>
                <a:lnTo>
                  <a:pt x="321927" y="97936"/>
                </a:lnTo>
                <a:lnTo>
                  <a:pt x="322244" y="97636"/>
                </a:lnTo>
                <a:lnTo>
                  <a:pt x="322554" y="97331"/>
                </a:lnTo>
                <a:lnTo>
                  <a:pt x="322857" y="97019"/>
                </a:lnTo>
                <a:lnTo>
                  <a:pt x="323154" y="96702"/>
                </a:lnTo>
                <a:lnTo>
                  <a:pt x="323443" y="96378"/>
                </a:lnTo>
                <a:lnTo>
                  <a:pt x="323726" y="96049"/>
                </a:lnTo>
                <a:lnTo>
                  <a:pt x="324002" y="95714"/>
                </a:lnTo>
                <a:lnTo>
                  <a:pt x="324271" y="95372"/>
                </a:lnTo>
                <a:lnTo>
                  <a:pt x="324533" y="95025"/>
                </a:lnTo>
                <a:lnTo>
                  <a:pt x="324788" y="94671"/>
                </a:lnTo>
                <a:lnTo>
                  <a:pt x="325036" y="94312"/>
                </a:lnTo>
                <a:lnTo>
                  <a:pt x="325277" y="93946"/>
                </a:lnTo>
                <a:lnTo>
                  <a:pt x="325512" y="93575"/>
                </a:lnTo>
                <a:lnTo>
                  <a:pt x="325739" y="93197"/>
                </a:lnTo>
                <a:lnTo>
                  <a:pt x="325960" y="92814"/>
                </a:lnTo>
                <a:lnTo>
                  <a:pt x="326174" y="92425"/>
                </a:lnTo>
                <a:lnTo>
                  <a:pt x="326381" y="92029"/>
                </a:lnTo>
                <a:lnTo>
                  <a:pt x="326580" y="91628"/>
                </a:lnTo>
                <a:lnTo>
                  <a:pt x="326771" y="91220"/>
                </a:lnTo>
                <a:lnTo>
                  <a:pt x="326954" y="90806"/>
                </a:lnTo>
                <a:lnTo>
                  <a:pt x="327128" y="90386"/>
                </a:lnTo>
                <a:lnTo>
                  <a:pt x="327293" y="89959"/>
                </a:lnTo>
                <a:lnTo>
                  <a:pt x="327450" y="89527"/>
                </a:lnTo>
                <a:lnTo>
                  <a:pt x="327598" y="89088"/>
                </a:lnTo>
                <a:lnTo>
                  <a:pt x="327738" y="88644"/>
                </a:lnTo>
                <a:lnTo>
                  <a:pt x="327870" y="88193"/>
                </a:lnTo>
                <a:lnTo>
                  <a:pt x="327993" y="87736"/>
                </a:lnTo>
                <a:lnTo>
                  <a:pt x="328107" y="87273"/>
                </a:lnTo>
                <a:lnTo>
                  <a:pt x="328213" y="86804"/>
                </a:lnTo>
                <a:lnTo>
                  <a:pt x="328311" y="86328"/>
                </a:lnTo>
                <a:lnTo>
                  <a:pt x="328400" y="85847"/>
                </a:lnTo>
                <a:lnTo>
                  <a:pt x="328480" y="85359"/>
                </a:lnTo>
                <a:lnTo>
                  <a:pt x="328553" y="84865"/>
                </a:lnTo>
                <a:lnTo>
                  <a:pt x="328616" y="84365"/>
                </a:lnTo>
                <a:lnTo>
                  <a:pt x="328671" y="83859"/>
                </a:lnTo>
                <a:lnTo>
                  <a:pt x="328718" y="83347"/>
                </a:lnTo>
                <a:lnTo>
                  <a:pt x="328756" y="82829"/>
                </a:lnTo>
                <a:lnTo>
                  <a:pt x="328786" y="82304"/>
                </a:lnTo>
                <a:lnTo>
                  <a:pt x="328807" y="81774"/>
                </a:lnTo>
                <a:lnTo>
                  <a:pt x="328820" y="81237"/>
                </a:lnTo>
                <a:lnTo>
                  <a:pt x="328824" y="80694"/>
                </a:lnTo>
                <a:lnTo>
                  <a:pt x="328819" y="80035"/>
                </a:lnTo>
                <a:lnTo>
                  <a:pt x="328802" y="79386"/>
                </a:lnTo>
                <a:lnTo>
                  <a:pt x="328775" y="78747"/>
                </a:lnTo>
                <a:lnTo>
                  <a:pt x="328736" y="78118"/>
                </a:lnTo>
                <a:lnTo>
                  <a:pt x="328687" y="77500"/>
                </a:lnTo>
                <a:lnTo>
                  <a:pt x="328627" y="76892"/>
                </a:lnTo>
                <a:lnTo>
                  <a:pt x="328555" y="76294"/>
                </a:lnTo>
                <a:lnTo>
                  <a:pt x="328473" y="75705"/>
                </a:lnTo>
                <a:lnTo>
                  <a:pt x="328380" y="75128"/>
                </a:lnTo>
                <a:lnTo>
                  <a:pt x="328276" y="74560"/>
                </a:lnTo>
                <a:lnTo>
                  <a:pt x="328160" y="74002"/>
                </a:lnTo>
                <a:lnTo>
                  <a:pt x="328034" y="73455"/>
                </a:lnTo>
                <a:lnTo>
                  <a:pt x="327897" y="72918"/>
                </a:lnTo>
                <a:lnTo>
                  <a:pt x="327749" y="72390"/>
                </a:lnTo>
                <a:lnTo>
                  <a:pt x="327590" y="71873"/>
                </a:lnTo>
                <a:lnTo>
                  <a:pt x="327420" y="71367"/>
                </a:lnTo>
                <a:lnTo>
                  <a:pt x="327239" y="70870"/>
                </a:lnTo>
                <a:lnTo>
                  <a:pt x="327047" y="70383"/>
                </a:lnTo>
                <a:lnTo>
                  <a:pt x="326844" y="69907"/>
                </a:lnTo>
                <a:lnTo>
                  <a:pt x="326630" y="69441"/>
                </a:lnTo>
                <a:lnTo>
                  <a:pt x="326405" y="68985"/>
                </a:lnTo>
                <a:lnTo>
                  <a:pt x="326170" y="68539"/>
                </a:lnTo>
                <a:lnTo>
                  <a:pt x="325923" y="68103"/>
                </a:lnTo>
                <a:lnTo>
                  <a:pt x="325665" y="67677"/>
                </a:lnTo>
                <a:lnTo>
                  <a:pt x="325397" y="67260"/>
                </a:lnTo>
                <a:lnTo>
                  <a:pt x="325118" y="66848"/>
                </a:lnTo>
                <a:lnTo>
                  <a:pt x="324828" y="66444"/>
                </a:lnTo>
                <a:lnTo>
                  <a:pt x="324528" y="66046"/>
                </a:lnTo>
                <a:lnTo>
                  <a:pt x="324217" y="65654"/>
                </a:lnTo>
                <a:lnTo>
                  <a:pt x="323896" y="65269"/>
                </a:lnTo>
                <a:lnTo>
                  <a:pt x="323564" y="64890"/>
                </a:lnTo>
                <a:lnTo>
                  <a:pt x="323222" y="64518"/>
                </a:lnTo>
                <a:lnTo>
                  <a:pt x="322869" y="64152"/>
                </a:lnTo>
                <a:lnTo>
                  <a:pt x="322506" y="63793"/>
                </a:lnTo>
                <a:lnTo>
                  <a:pt x="322132" y="63440"/>
                </a:lnTo>
                <a:lnTo>
                  <a:pt x="321748" y="63093"/>
                </a:lnTo>
                <a:lnTo>
                  <a:pt x="321353" y="62753"/>
                </a:lnTo>
                <a:lnTo>
                  <a:pt x="320948" y="62420"/>
                </a:lnTo>
                <a:lnTo>
                  <a:pt x="320532" y="62093"/>
                </a:lnTo>
                <a:lnTo>
                  <a:pt x="320105" y="61772"/>
                </a:lnTo>
                <a:lnTo>
                  <a:pt x="319668" y="61458"/>
                </a:lnTo>
                <a:lnTo>
                  <a:pt x="319221" y="61151"/>
                </a:lnTo>
                <a:lnTo>
                  <a:pt x="318763" y="60850"/>
                </a:lnTo>
                <a:lnTo>
                  <a:pt x="318294" y="60555"/>
                </a:lnTo>
                <a:lnTo>
                  <a:pt x="317815" y="60267"/>
                </a:lnTo>
                <a:lnTo>
                  <a:pt x="317326" y="59985"/>
                </a:lnTo>
                <a:lnTo>
                  <a:pt x="316825" y="59710"/>
                </a:lnTo>
                <a:lnTo>
                  <a:pt x="316315" y="59441"/>
                </a:lnTo>
                <a:lnTo>
                  <a:pt x="315793" y="59177"/>
                </a:lnTo>
                <a:lnTo>
                  <a:pt x="315261" y="58916"/>
                </a:lnTo>
                <a:lnTo>
                  <a:pt x="314719" y="58658"/>
                </a:lnTo>
                <a:lnTo>
                  <a:pt x="314165" y="58403"/>
                </a:lnTo>
                <a:lnTo>
                  <a:pt x="313601" y="58151"/>
                </a:lnTo>
                <a:lnTo>
                  <a:pt x="313027" y="57902"/>
                </a:lnTo>
                <a:lnTo>
                  <a:pt x="312441" y="57656"/>
                </a:lnTo>
                <a:lnTo>
                  <a:pt x="311845" y="57414"/>
                </a:lnTo>
                <a:lnTo>
                  <a:pt x="311239" y="57174"/>
                </a:lnTo>
                <a:lnTo>
                  <a:pt x="310621" y="56937"/>
                </a:lnTo>
                <a:lnTo>
                  <a:pt x="309993" y="56704"/>
                </a:lnTo>
                <a:lnTo>
                  <a:pt x="309355" y="56474"/>
                </a:lnTo>
                <a:lnTo>
                  <a:pt x="308705" y="56246"/>
                </a:lnTo>
                <a:lnTo>
                  <a:pt x="308045" y="56022"/>
                </a:lnTo>
                <a:lnTo>
                  <a:pt x="307374" y="55801"/>
                </a:lnTo>
                <a:lnTo>
                  <a:pt x="306693" y="55583"/>
                </a:lnTo>
                <a:lnTo>
                  <a:pt x="306001" y="55368"/>
                </a:lnTo>
                <a:lnTo>
                  <a:pt x="305298" y="55156"/>
                </a:lnTo>
                <a:lnTo>
                  <a:pt x="304585" y="54947"/>
                </a:lnTo>
                <a:lnTo>
                  <a:pt x="303860" y="54741"/>
                </a:lnTo>
                <a:lnTo>
                  <a:pt x="303126" y="54538"/>
                </a:lnTo>
                <a:lnTo>
                  <a:pt x="302380" y="54339"/>
                </a:lnTo>
                <a:lnTo>
                  <a:pt x="301624" y="54142"/>
                </a:lnTo>
                <a:lnTo>
                  <a:pt x="300857" y="53949"/>
                </a:lnTo>
                <a:lnTo>
                  <a:pt x="300168" y="53772"/>
                </a:lnTo>
                <a:lnTo>
                  <a:pt x="299491" y="53596"/>
                </a:lnTo>
                <a:lnTo>
                  <a:pt x="298825" y="53421"/>
                </a:lnTo>
                <a:lnTo>
                  <a:pt x="298171" y="53247"/>
                </a:lnTo>
                <a:lnTo>
                  <a:pt x="297529" y="53073"/>
                </a:lnTo>
                <a:lnTo>
                  <a:pt x="296898" y="52901"/>
                </a:lnTo>
                <a:lnTo>
                  <a:pt x="296279" y="52728"/>
                </a:lnTo>
                <a:lnTo>
                  <a:pt x="295672" y="52557"/>
                </a:lnTo>
                <a:lnTo>
                  <a:pt x="295076" y="52387"/>
                </a:lnTo>
                <a:lnTo>
                  <a:pt x="294492" y="52217"/>
                </a:lnTo>
                <a:lnTo>
                  <a:pt x="293920" y="52048"/>
                </a:lnTo>
                <a:lnTo>
                  <a:pt x="293360" y="51880"/>
                </a:lnTo>
                <a:lnTo>
                  <a:pt x="292811" y="51713"/>
                </a:lnTo>
                <a:lnTo>
                  <a:pt x="292274" y="51546"/>
                </a:lnTo>
                <a:lnTo>
                  <a:pt x="291749" y="51380"/>
                </a:lnTo>
                <a:lnTo>
                  <a:pt x="291235" y="51215"/>
                </a:lnTo>
                <a:lnTo>
                  <a:pt x="290733" y="51051"/>
                </a:lnTo>
                <a:lnTo>
                  <a:pt x="290243" y="50887"/>
                </a:lnTo>
                <a:lnTo>
                  <a:pt x="289765" y="50724"/>
                </a:lnTo>
                <a:lnTo>
                  <a:pt x="289298" y="50562"/>
                </a:lnTo>
                <a:lnTo>
                  <a:pt x="288843" y="50401"/>
                </a:lnTo>
                <a:lnTo>
                  <a:pt x="288399" y="50240"/>
                </a:lnTo>
                <a:lnTo>
                  <a:pt x="287968" y="50081"/>
                </a:lnTo>
                <a:lnTo>
                  <a:pt x="287548" y="49922"/>
                </a:lnTo>
                <a:lnTo>
                  <a:pt x="287138" y="49762"/>
                </a:lnTo>
                <a:lnTo>
                  <a:pt x="286739" y="49601"/>
                </a:lnTo>
                <a:lnTo>
                  <a:pt x="286350" y="49438"/>
                </a:lnTo>
                <a:lnTo>
                  <a:pt x="285970" y="49273"/>
                </a:lnTo>
                <a:lnTo>
                  <a:pt x="285601" y="49107"/>
                </a:lnTo>
                <a:lnTo>
                  <a:pt x="285242" y="48939"/>
                </a:lnTo>
                <a:lnTo>
                  <a:pt x="284892" y="48769"/>
                </a:lnTo>
                <a:lnTo>
                  <a:pt x="284552" y="48598"/>
                </a:lnTo>
                <a:lnTo>
                  <a:pt x="284223" y="48424"/>
                </a:lnTo>
                <a:lnTo>
                  <a:pt x="283903" y="48250"/>
                </a:lnTo>
                <a:lnTo>
                  <a:pt x="283593" y="48073"/>
                </a:lnTo>
                <a:lnTo>
                  <a:pt x="283294" y="47895"/>
                </a:lnTo>
                <a:lnTo>
                  <a:pt x="283004" y="47715"/>
                </a:lnTo>
                <a:lnTo>
                  <a:pt x="282724" y="47534"/>
                </a:lnTo>
                <a:lnTo>
                  <a:pt x="282454" y="47350"/>
                </a:lnTo>
                <a:lnTo>
                  <a:pt x="282194" y="47166"/>
                </a:lnTo>
                <a:lnTo>
                  <a:pt x="281944" y="46979"/>
                </a:lnTo>
                <a:lnTo>
                  <a:pt x="281704" y="46791"/>
                </a:lnTo>
                <a:lnTo>
                  <a:pt x="281473" y="46601"/>
                </a:lnTo>
                <a:lnTo>
                  <a:pt x="281253" y="46409"/>
                </a:lnTo>
                <a:lnTo>
                  <a:pt x="281043" y="46216"/>
                </a:lnTo>
                <a:lnTo>
                  <a:pt x="280842" y="46021"/>
                </a:lnTo>
                <a:lnTo>
                  <a:pt x="280652" y="45824"/>
                </a:lnTo>
                <a:lnTo>
                  <a:pt x="280472" y="45626"/>
                </a:lnTo>
                <a:lnTo>
                  <a:pt x="280300" y="45425"/>
                </a:lnTo>
                <a:lnTo>
                  <a:pt x="280135" y="45220"/>
                </a:lnTo>
                <a:lnTo>
                  <a:pt x="279978" y="45011"/>
                </a:lnTo>
                <a:lnTo>
                  <a:pt x="279828" y="44799"/>
                </a:lnTo>
                <a:lnTo>
                  <a:pt x="279686" y="44583"/>
                </a:lnTo>
                <a:lnTo>
                  <a:pt x="279550" y="44363"/>
                </a:lnTo>
                <a:lnTo>
                  <a:pt x="279422" y="44140"/>
                </a:lnTo>
                <a:lnTo>
                  <a:pt x="279302" y="43913"/>
                </a:lnTo>
                <a:lnTo>
                  <a:pt x="279188" y="43682"/>
                </a:lnTo>
                <a:lnTo>
                  <a:pt x="279082" y="43448"/>
                </a:lnTo>
                <a:lnTo>
                  <a:pt x="278984" y="43210"/>
                </a:lnTo>
                <a:lnTo>
                  <a:pt x="278892" y="42968"/>
                </a:lnTo>
                <a:lnTo>
                  <a:pt x="278808" y="42723"/>
                </a:lnTo>
                <a:lnTo>
                  <a:pt x="278731" y="42473"/>
                </a:lnTo>
                <a:lnTo>
                  <a:pt x="278662" y="42221"/>
                </a:lnTo>
                <a:lnTo>
                  <a:pt x="278600" y="41964"/>
                </a:lnTo>
                <a:lnTo>
                  <a:pt x="278545" y="41704"/>
                </a:lnTo>
                <a:lnTo>
                  <a:pt x="278497" y="41440"/>
                </a:lnTo>
                <a:lnTo>
                  <a:pt x="278457" y="41173"/>
                </a:lnTo>
                <a:lnTo>
                  <a:pt x="278424" y="40902"/>
                </a:lnTo>
                <a:lnTo>
                  <a:pt x="278399" y="40627"/>
                </a:lnTo>
                <a:lnTo>
                  <a:pt x="278380" y="40348"/>
                </a:lnTo>
                <a:lnTo>
                  <a:pt x="278369" y="40066"/>
                </a:lnTo>
                <a:lnTo>
                  <a:pt x="278366" y="39780"/>
                </a:lnTo>
                <a:lnTo>
                  <a:pt x="278374" y="39276"/>
                </a:lnTo>
                <a:lnTo>
                  <a:pt x="278398" y="38783"/>
                </a:lnTo>
                <a:lnTo>
                  <a:pt x="278439" y="38302"/>
                </a:lnTo>
                <a:lnTo>
                  <a:pt x="278497" y="37831"/>
                </a:lnTo>
                <a:lnTo>
                  <a:pt x="278570" y="37372"/>
                </a:lnTo>
                <a:lnTo>
                  <a:pt x="278660" y="36925"/>
                </a:lnTo>
                <a:lnTo>
                  <a:pt x="278767" y="36488"/>
                </a:lnTo>
                <a:lnTo>
                  <a:pt x="278890" y="36063"/>
                </a:lnTo>
                <a:lnTo>
                  <a:pt x="279029" y="35649"/>
                </a:lnTo>
                <a:lnTo>
                  <a:pt x="279185" y="35246"/>
                </a:lnTo>
                <a:lnTo>
                  <a:pt x="279357" y="34855"/>
                </a:lnTo>
                <a:lnTo>
                  <a:pt x="279545" y="34474"/>
                </a:lnTo>
                <a:lnTo>
                  <a:pt x="279750" y="34105"/>
                </a:lnTo>
                <a:lnTo>
                  <a:pt x="279971" y="33748"/>
                </a:lnTo>
                <a:lnTo>
                  <a:pt x="280208" y="33401"/>
                </a:lnTo>
                <a:lnTo>
                  <a:pt x="280462" y="33066"/>
                </a:lnTo>
                <a:lnTo>
                  <a:pt x="280733" y="32742"/>
                </a:lnTo>
                <a:lnTo>
                  <a:pt x="281019" y="32430"/>
                </a:lnTo>
                <a:lnTo>
                  <a:pt x="281322" y="32128"/>
                </a:lnTo>
                <a:lnTo>
                  <a:pt x="281642" y="31838"/>
                </a:lnTo>
                <a:lnTo>
                  <a:pt x="281977" y="31559"/>
                </a:lnTo>
                <a:lnTo>
                  <a:pt x="282330" y="31292"/>
                </a:lnTo>
                <a:lnTo>
                  <a:pt x="282698" y="31036"/>
                </a:lnTo>
                <a:lnTo>
                  <a:pt x="283083" y="30791"/>
                </a:lnTo>
                <a:lnTo>
                  <a:pt x="283481" y="30556"/>
                </a:lnTo>
                <a:lnTo>
                  <a:pt x="283889" y="30331"/>
                </a:lnTo>
                <a:lnTo>
                  <a:pt x="284307" y="30117"/>
                </a:lnTo>
                <a:lnTo>
                  <a:pt x="284735" y="29912"/>
                </a:lnTo>
                <a:lnTo>
                  <a:pt x="285173" y="29717"/>
                </a:lnTo>
                <a:lnTo>
                  <a:pt x="285621" y="29533"/>
                </a:lnTo>
                <a:lnTo>
                  <a:pt x="286078" y="29358"/>
                </a:lnTo>
                <a:lnTo>
                  <a:pt x="286546" y="29193"/>
                </a:lnTo>
                <a:lnTo>
                  <a:pt x="287024" y="29038"/>
                </a:lnTo>
                <a:lnTo>
                  <a:pt x="287511" y="28894"/>
                </a:lnTo>
                <a:lnTo>
                  <a:pt x="288009" y="28759"/>
                </a:lnTo>
                <a:lnTo>
                  <a:pt x="288516" y="28634"/>
                </a:lnTo>
                <a:lnTo>
                  <a:pt x="289034" y="28519"/>
                </a:lnTo>
                <a:lnTo>
                  <a:pt x="289561" y="28414"/>
                </a:lnTo>
                <a:lnTo>
                  <a:pt x="290098" y="28320"/>
                </a:lnTo>
                <a:lnTo>
                  <a:pt x="290646" y="28235"/>
                </a:lnTo>
                <a:lnTo>
                  <a:pt x="291203" y="28160"/>
                </a:lnTo>
                <a:lnTo>
                  <a:pt x="291770" y="28095"/>
                </a:lnTo>
                <a:lnTo>
                  <a:pt x="292347" y="28040"/>
                </a:lnTo>
                <a:lnTo>
                  <a:pt x="292934" y="27995"/>
                </a:lnTo>
                <a:lnTo>
                  <a:pt x="293531" y="27960"/>
                </a:lnTo>
                <a:lnTo>
                  <a:pt x="294138" y="27935"/>
                </a:lnTo>
                <a:lnTo>
                  <a:pt x="294755" y="27920"/>
                </a:lnTo>
                <a:lnTo>
                  <a:pt x="295382" y="27915"/>
                </a:lnTo>
                <a:lnTo>
                  <a:pt x="296009" y="27922"/>
                </a:lnTo>
                <a:lnTo>
                  <a:pt x="296629" y="27942"/>
                </a:lnTo>
                <a:lnTo>
                  <a:pt x="297240" y="27976"/>
                </a:lnTo>
                <a:lnTo>
                  <a:pt x="297842" y="28023"/>
                </a:lnTo>
                <a:lnTo>
                  <a:pt x="298436" y="28084"/>
                </a:lnTo>
                <a:lnTo>
                  <a:pt x="299022" y="28158"/>
                </a:lnTo>
                <a:lnTo>
                  <a:pt x="299600" y="28246"/>
                </a:lnTo>
                <a:lnTo>
                  <a:pt x="300169" y="28347"/>
                </a:lnTo>
                <a:lnTo>
                  <a:pt x="300730" y="28462"/>
                </a:lnTo>
                <a:lnTo>
                  <a:pt x="301283" y="28590"/>
                </a:lnTo>
                <a:lnTo>
                  <a:pt x="301827" y="28731"/>
                </a:lnTo>
                <a:lnTo>
                  <a:pt x="302363" y="28886"/>
                </a:lnTo>
                <a:lnTo>
                  <a:pt x="302890" y="29055"/>
                </a:lnTo>
                <a:lnTo>
                  <a:pt x="303410" y="29237"/>
                </a:lnTo>
                <a:lnTo>
                  <a:pt x="303921" y="29433"/>
                </a:lnTo>
                <a:lnTo>
                  <a:pt x="304423" y="29642"/>
                </a:lnTo>
                <a:lnTo>
                  <a:pt x="304917" y="29864"/>
                </a:lnTo>
                <a:lnTo>
                  <a:pt x="305403" y="30100"/>
                </a:lnTo>
                <a:lnTo>
                  <a:pt x="305881" y="30350"/>
                </a:lnTo>
                <a:lnTo>
                  <a:pt x="306350" y="30613"/>
                </a:lnTo>
                <a:lnTo>
                  <a:pt x="306811" y="30890"/>
                </a:lnTo>
                <a:lnTo>
                  <a:pt x="307264" y="31180"/>
                </a:lnTo>
                <a:lnTo>
                  <a:pt x="307708" y="31483"/>
                </a:lnTo>
                <a:lnTo>
                  <a:pt x="308144" y="31800"/>
                </a:lnTo>
                <a:lnTo>
                  <a:pt x="308566" y="32133"/>
                </a:lnTo>
                <a:lnTo>
                  <a:pt x="308971" y="32485"/>
                </a:lnTo>
                <a:lnTo>
                  <a:pt x="309358" y="32855"/>
                </a:lnTo>
                <a:lnTo>
                  <a:pt x="309727" y="33243"/>
                </a:lnTo>
                <a:lnTo>
                  <a:pt x="310077" y="33651"/>
                </a:lnTo>
                <a:lnTo>
                  <a:pt x="310410" y="34077"/>
                </a:lnTo>
                <a:lnTo>
                  <a:pt x="310725" y="34521"/>
                </a:lnTo>
                <a:lnTo>
                  <a:pt x="311022" y="34984"/>
                </a:lnTo>
                <a:lnTo>
                  <a:pt x="311301" y="35466"/>
                </a:lnTo>
                <a:lnTo>
                  <a:pt x="311561" y="35966"/>
                </a:lnTo>
                <a:lnTo>
                  <a:pt x="311804" y="36484"/>
                </a:lnTo>
                <a:lnTo>
                  <a:pt x="312029" y="37022"/>
                </a:lnTo>
                <a:lnTo>
                  <a:pt x="312236" y="37577"/>
                </a:lnTo>
                <a:lnTo>
                  <a:pt x="312425" y="38152"/>
                </a:lnTo>
                <a:lnTo>
                  <a:pt x="312596" y="38745"/>
                </a:lnTo>
                <a:lnTo>
                  <a:pt x="312749" y="39356"/>
                </a:lnTo>
                <a:lnTo>
                  <a:pt x="312884" y="39986"/>
                </a:lnTo>
                <a:lnTo>
                  <a:pt x="313000" y="40635"/>
                </a:lnTo>
                <a:lnTo>
                  <a:pt x="313099" y="41302"/>
                </a:lnTo>
                <a:lnTo>
                  <a:pt x="313180" y="41988"/>
                </a:lnTo>
                <a:lnTo>
                  <a:pt x="313243" y="42692"/>
                </a:lnTo>
                <a:lnTo>
                  <a:pt x="313288" y="43415"/>
                </a:lnTo>
                <a:lnTo>
                  <a:pt x="313315" y="44157"/>
                </a:lnTo>
                <a:lnTo>
                  <a:pt x="313324" y="44917"/>
                </a:lnTo>
                <a:lnTo>
                  <a:pt x="326971" y="44917"/>
                </a:lnTo>
                <a:lnTo>
                  <a:pt x="326966" y="44315"/>
                </a:lnTo>
                <a:lnTo>
                  <a:pt x="326954" y="43721"/>
                </a:lnTo>
                <a:lnTo>
                  <a:pt x="326932" y="43133"/>
                </a:lnTo>
                <a:lnTo>
                  <a:pt x="326902" y="42552"/>
                </a:lnTo>
                <a:lnTo>
                  <a:pt x="326863" y="41978"/>
                </a:lnTo>
                <a:lnTo>
                  <a:pt x="326815" y="41411"/>
                </a:lnTo>
                <a:lnTo>
                  <a:pt x="326759" y="40851"/>
                </a:lnTo>
                <a:lnTo>
                  <a:pt x="326695" y="40298"/>
                </a:lnTo>
                <a:lnTo>
                  <a:pt x="326621" y="39751"/>
                </a:lnTo>
                <a:lnTo>
                  <a:pt x="326539" y="39212"/>
                </a:lnTo>
                <a:lnTo>
                  <a:pt x="326449" y="38680"/>
                </a:lnTo>
                <a:lnTo>
                  <a:pt x="326350" y="38154"/>
                </a:lnTo>
                <a:lnTo>
                  <a:pt x="326242" y="37636"/>
                </a:lnTo>
                <a:lnTo>
                  <a:pt x="326125" y="37124"/>
                </a:lnTo>
                <a:lnTo>
                  <a:pt x="326000" y="36619"/>
                </a:lnTo>
                <a:lnTo>
                  <a:pt x="325866" y="36121"/>
                </a:lnTo>
                <a:lnTo>
                  <a:pt x="325724" y="35630"/>
                </a:lnTo>
                <a:lnTo>
                  <a:pt x="325573" y="35146"/>
                </a:lnTo>
                <a:lnTo>
                  <a:pt x="325413" y="34669"/>
                </a:lnTo>
                <a:lnTo>
                  <a:pt x="325245" y="34199"/>
                </a:lnTo>
                <a:lnTo>
                  <a:pt x="325068" y="33736"/>
                </a:lnTo>
                <a:lnTo>
                  <a:pt x="324883" y="33280"/>
                </a:lnTo>
                <a:lnTo>
                  <a:pt x="324689" y="32830"/>
                </a:lnTo>
                <a:lnTo>
                  <a:pt x="324486" y="32388"/>
                </a:lnTo>
                <a:lnTo>
                  <a:pt x="324275" y="31952"/>
                </a:lnTo>
                <a:lnTo>
                  <a:pt x="324058" y="31523"/>
                </a:lnTo>
                <a:lnTo>
                  <a:pt x="323835" y="31101"/>
                </a:lnTo>
                <a:lnTo>
                  <a:pt x="323605" y="30686"/>
                </a:lnTo>
                <a:lnTo>
                  <a:pt x="323368" y="30277"/>
                </a:lnTo>
                <a:lnTo>
                  <a:pt x="323125" y="29875"/>
                </a:lnTo>
                <a:lnTo>
                  <a:pt x="322875" y="29480"/>
                </a:lnTo>
                <a:lnTo>
                  <a:pt x="322619" y="29092"/>
                </a:lnTo>
                <a:lnTo>
                  <a:pt x="322355" y="28710"/>
                </a:lnTo>
                <a:lnTo>
                  <a:pt x="322086" y="28336"/>
                </a:lnTo>
                <a:lnTo>
                  <a:pt x="321810" y="27968"/>
                </a:lnTo>
                <a:lnTo>
                  <a:pt x="321527" y="27606"/>
                </a:lnTo>
                <a:lnTo>
                  <a:pt x="321238" y="27252"/>
                </a:lnTo>
                <a:lnTo>
                  <a:pt x="320942" y="26904"/>
                </a:lnTo>
                <a:lnTo>
                  <a:pt x="320639" y="26563"/>
                </a:lnTo>
                <a:lnTo>
                  <a:pt x="320330" y="26229"/>
                </a:lnTo>
                <a:lnTo>
                  <a:pt x="320014" y="25901"/>
                </a:lnTo>
                <a:lnTo>
                  <a:pt x="319692" y="25581"/>
                </a:lnTo>
                <a:lnTo>
                  <a:pt x="319363" y="25267"/>
                </a:lnTo>
                <a:lnTo>
                  <a:pt x="319028" y="24960"/>
                </a:lnTo>
                <a:lnTo>
                  <a:pt x="318686" y="24659"/>
                </a:lnTo>
                <a:lnTo>
                  <a:pt x="318337" y="24366"/>
                </a:lnTo>
                <a:lnTo>
                  <a:pt x="317982" y="24079"/>
                </a:lnTo>
                <a:lnTo>
                  <a:pt x="317620" y="23799"/>
                </a:lnTo>
                <a:lnTo>
                  <a:pt x="317253" y="23525"/>
                </a:lnTo>
                <a:lnTo>
                  <a:pt x="316881" y="23257"/>
                </a:lnTo>
                <a:lnTo>
                  <a:pt x="316505" y="22995"/>
                </a:lnTo>
                <a:lnTo>
                  <a:pt x="316124" y="22740"/>
                </a:lnTo>
                <a:lnTo>
                  <a:pt x="315739" y="22490"/>
                </a:lnTo>
                <a:lnTo>
                  <a:pt x="315349" y="22246"/>
                </a:lnTo>
                <a:lnTo>
                  <a:pt x="314954" y="22008"/>
                </a:lnTo>
                <a:lnTo>
                  <a:pt x="314555" y="21777"/>
                </a:lnTo>
                <a:lnTo>
                  <a:pt x="314152" y="21551"/>
                </a:lnTo>
                <a:lnTo>
                  <a:pt x="313743" y="21331"/>
                </a:lnTo>
                <a:lnTo>
                  <a:pt x="313331" y="21117"/>
                </a:lnTo>
                <a:lnTo>
                  <a:pt x="312914" y="20909"/>
                </a:lnTo>
                <a:lnTo>
                  <a:pt x="312492" y="20708"/>
                </a:lnTo>
                <a:lnTo>
                  <a:pt x="312066" y="20512"/>
                </a:lnTo>
                <a:lnTo>
                  <a:pt x="311635" y="20322"/>
                </a:lnTo>
                <a:lnTo>
                  <a:pt x="311200" y="20138"/>
                </a:lnTo>
                <a:lnTo>
                  <a:pt x="310760" y="19960"/>
                </a:lnTo>
                <a:lnTo>
                  <a:pt x="310315" y="19789"/>
                </a:lnTo>
                <a:lnTo>
                  <a:pt x="309867" y="19623"/>
                </a:lnTo>
                <a:lnTo>
                  <a:pt x="309413" y="19463"/>
                </a:lnTo>
                <a:lnTo>
                  <a:pt x="308955" y="19309"/>
                </a:lnTo>
                <a:lnTo>
                  <a:pt x="308493" y="19161"/>
                </a:lnTo>
                <a:lnTo>
                  <a:pt x="308026" y="19019"/>
                </a:lnTo>
                <a:lnTo>
                  <a:pt x="307554" y="18883"/>
                </a:lnTo>
                <a:lnTo>
                  <a:pt x="307079" y="18753"/>
                </a:lnTo>
                <a:lnTo>
                  <a:pt x="306601" y="18629"/>
                </a:lnTo>
                <a:lnTo>
                  <a:pt x="306120" y="18510"/>
                </a:lnTo>
                <a:lnTo>
                  <a:pt x="305636" y="18396"/>
                </a:lnTo>
                <a:lnTo>
                  <a:pt x="305150" y="18288"/>
                </a:lnTo>
                <a:lnTo>
                  <a:pt x="304661" y="18186"/>
                </a:lnTo>
                <a:lnTo>
                  <a:pt x="304169" y="18089"/>
                </a:lnTo>
                <a:lnTo>
                  <a:pt x="303674" y="17998"/>
                </a:lnTo>
                <a:lnTo>
                  <a:pt x="303177" y="17912"/>
                </a:lnTo>
                <a:lnTo>
                  <a:pt x="302677" y="17831"/>
                </a:lnTo>
                <a:lnTo>
                  <a:pt x="302174" y="17757"/>
                </a:lnTo>
                <a:lnTo>
                  <a:pt x="301668" y="17688"/>
                </a:lnTo>
                <a:lnTo>
                  <a:pt x="301159" y="17624"/>
                </a:lnTo>
                <a:lnTo>
                  <a:pt x="300648" y="17566"/>
                </a:lnTo>
                <a:lnTo>
                  <a:pt x="300134" y="17513"/>
                </a:lnTo>
                <a:lnTo>
                  <a:pt x="299617" y="17466"/>
                </a:lnTo>
                <a:lnTo>
                  <a:pt x="299097" y="17425"/>
                </a:lnTo>
                <a:lnTo>
                  <a:pt x="298575" y="17389"/>
                </a:lnTo>
                <a:lnTo>
                  <a:pt x="298050" y="17358"/>
                </a:lnTo>
                <a:lnTo>
                  <a:pt x="297522" y="17333"/>
                </a:lnTo>
                <a:lnTo>
                  <a:pt x="296991" y="17314"/>
                </a:lnTo>
                <a:lnTo>
                  <a:pt x="296457" y="17300"/>
                </a:lnTo>
                <a:lnTo>
                  <a:pt x="295921" y="17292"/>
                </a:lnTo>
                <a:lnTo>
                  <a:pt x="295382" y="17289"/>
                </a:lnTo>
                <a:lnTo>
                  <a:pt x="294836" y="17291"/>
                </a:lnTo>
                <a:lnTo>
                  <a:pt x="294293" y="17299"/>
                </a:lnTo>
                <a:lnTo>
                  <a:pt x="293754" y="17312"/>
                </a:lnTo>
                <a:lnTo>
                  <a:pt x="293218" y="17330"/>
                </a:lnTo>
                <a:lnTo>
                  <a:pt x="292686" y="17352"/>
                </a:lnTo>
                <a:lnTo>
                  <a:pt x="292157" y="17380"/>
                </a:lnTo>
                <a:lnTo>
                  <a:pt x="291631" y="17413"/>
                </a:lnTo>
                <a:lnTo>
                  <a:pt x="291109" y="17451"/>
                </a:lnTo>
                <a:lnTo>
                  <a:pt x="290590" y="17495"/>
                </a:lnTo>
                <a:lnTo>
                  <a:pt x="290074" y="17543"/>
                </a:lnTo>
                <a:lnTo>
                  <a:pt x="289562" y="17596"/>
                </a:lnTo>
                <a:lnTo>
                  <a:pt x="289053" y="17655"/>
                </a:lnTo>
                <a:lnTo>
                  <a:pt x="288548" y="17718"/>
                </a:lnTo>
                <a:lnTo>
                  <a:pt x="288046" y="17787"/>
                </a:lnTo>
                <a:lnTo>
                  <a:pt x="287547" y="17860"/>
                </a:lnTo>
                <a:lnTo>
                  <a:pt x="287052" y="17939"/>
                </a:lnTo>
                <a:lnTo>
                  <a:pt x="286559" y="18023"/>
                </a:lnTo>
                <a:lnTo>
                  <a:pt x="286071" y="18112"/>
                </a:lnTo>
                <a:lnTo>
                  <a:pt x="285585" y="18206"/>
                </a:lnTo>
                <a:lnTo>
                  <a:pt x="285104" y="18305"/>
                </a:lnTo>
                <a:lnTo>
                  <a:pt x="284625" y="18409"/>
                </a:lnTo>
                <a:lnTo>
                  <a:pt x="284150" y="18518"/>
                </a:lnTo>
                <a:lnTo>
                  <a:pt x="283678" y="18632"/>
                </a:lnTo>
                <a:lnTo>
                  <a:pt x="283209" y="18752"/>
                </a:lnTo>
                <a:lnTo>
                  <a:pt x="282745" y="18876"/>
                </a:lnTo>
                <a:lnTo>
                  <a:pt x="282286" y="19005"/>
                </a:lnTo>
                <a:lnTo>
                  <a:pt x="281831" y="19139"/>
                </a:lnTo>
                <a:lnTo>
                  <a:pt x="281382" y="19278"/>
                </a:lnTo>
                <a:lnTo>
                  <a:pt x="280937" y="19422"/>
                </a:lnTo>
                <a:lnTo>
                  <a:pt x="280498" y="19570"/>
                </a:lnTo>
                <a:lnTo>
                  <a:pt x="280063" y="19724"/>
                </a:lnTo>
                <a:lnTo>
                  <a:pt x="279634" y="19883"/>
                </a:lnTo>
                <a:lnTo>
                  <a:pt x="279209" y="20046"/>
                </a:lnTo>
                <a:lnTo>
                  <a:pt x="278790" y="20215"/>
                </a:lnTo>
                <a:lnTo>
                  <a:pt x="278375" y="20388"/>
                </a:lnTo>
                <a:lnTo>
                  <a:pt x="277966" y="20566"/>
                </a:lnTo>
                <a:lnTo>
                  <a:pt x="277561" y="20749"/>
                </a:lnTo>
                <a:lnTo>
                  <a:pt x="277161" y="20938"/>
                </a:lnTo>
                <a:lnTo>
                  <a:pt x="276766" y="21131"/>
                </a:lnTo>
                <a:lnTo>
                  <a:pt x="276377" y="21329"/>
                </a:lnTo>
                <a:lnTo>
                  <a:pt x="275992" y="21531"/>
                </a:lnTo>
                <a:lnTo>
                  <a:pt x="275612" y="21739"/>
                </a:lnTo>
                <a:lnTo>
                  <a:pt x="275237" y="21952"/>
                </a:lnTo>
                <a:lnTo>
                  <a:pt x="274867" y="22170"/>
                </a:lnTo>
                <a:lnTo>
                  <a:pt x="274503" y="22392"/>
                </a:lnTo>
                <a:lnTo>
                  <a:pt x="274143" y="22620"/>
                </a:lnTo>
                <a:lnTo>
                  <a:pt x="273788" y="22852"/>
                </a:lnTo>
                <a:lnTo>
                  <a:pt x="273438" y="23090"/>
                </a:lnTo>
                <a:lnTo>
                  <a:pt x="273093" y="23332"/>
                </a:lnTo>
                <a:lnTo>
                  <a:pt x="272756" y="23579"/>
                </a:lnTo>
                <a:lnTo>
                  <a:pt x="272424" y="23831"/>
                </a:lnTo>
                <a:lnTo>
                  <a:pt x="272099" y="24088"/>
                </a:lnTo>
                <a:lnTo>
                  <a:pt x="271781" y="24350"/>
                </a:lnTo>
                <a:lnTo>
                  <a:pt x="271469" y="24617"/>
                </a:lnTo>
                <a:lnTo>
                  <a:pt x="271163" y="24889"/>
                </a:lnTo>
                <a:lnTo>
                  <a:pt x="270864" y="25166"/>
                </a:lnTo>
                <a:lnTo>
                  <a:pt x="270571" y="25448"/>
                </a:lnTo>
                <a:lnTo>
                  <a:pt x="270285" y="25734"/>
                </a:lnTo>
                <a:lnTo>
                  <a:pt x="270005" y="26026"/>
                </a:lnTo>
                <a:lnTo>
                  <a:pt x="269731" y="26322"/>
                </a:lnTo>
                <a:lnTo>
                  <a:pt x="269464" y="26623"/>
                </a:lnTo>
                <a:lnTo>
                  <a:pt x="269204" y="26930"/>
                </a:lnTo>
                <a:lnTo>
                  <a:pt x="268949" y="27241"/>
                </a:lnTo>
                <a:lnTo>
                  <a:pt x="268702" y="27557"/>
                </a:lnTo>
                <a:lnTo>
                  <a:pt x="268460" y="27878"/>
                </a:lnTo>
                <a:lnTo>
                  <a:pt x="268226" y="28204"/>
                </a:lnTo>
                <a:lnTo>
                  <a:pt x="267997" y="28535"/>
                </a:lnTo>
                <a:lnTo>
                  <a:pt x="267775" y="28871"/>
                </a:lnTo>
                <a:lnTo>
                  <a:pt x="267560" y="29212"/>
                </a:lnTo>
                <a:lnTo>
                  <a:pt x="267350" y="29557"/>
                </a:lnTo>
                <a:lnTo>
                  <a:pt x="267148" y="29908"/>
                </a:lnTo>
                <a:lnTo>
                  <a:pt x="266951" y="30264"/>
                </a:lnTo>
                <a:lnTo>
                  <a:pt x="266762" y="30624"/>
                </a:lnTo>
                <a:lnTo>
                  <a:pt x="266581" y="30989"/>
                </a:lnTo>
                <a:lnTo>
                  <a:pt x="266409" y="31358"/>
                </a:lnTo>
                <a:lnTo>
                  <a:pt x="266244" y="31733"/>
                </a:lnTo>
                <a:lnTo>
                  <a:pt x="266087" y="32112"/>
                </a:lnTo>
                <a:lnTo>
                  <a:pt x="265938" y="32496"/>
                </a:lnTo>
                <a:lnTo>
                  <a:pt x="265797" y="32885"/>
                </a:lnTo>
                <a:lnTo>
                  <a:pt x="265665" y="33278"/>
                </a:lnTo>
                <a:lnTo>
                  <a:pt x="265540" y="33677"/>
                </a:lnTo>
                <a:lnTo>
                  <a:pt x="265423" y="34080"/>
                </a:lnTo>
                <a:lnTo>
                  <a:pt x="265315" y="34487"/>
                </a:lnTo>
                <a:lnTo>
                  <a:pt x="265214" y="34900"/>
                </a:lnTo>
                <a:lnTo>
                  <a:pt x="265122" y="35317"/>
                </a:lnTo>
                <a:lnTo>
                  <a:pt x="265037" y="35740"/>
                </a:lnTo>
                <a:lnTo>
                  <a:pt x="264961" y="36166"/>
                </a:lnTo>
                <a:lnTo>
                  <a:pt x="264892" y="36598"/>
                </a:lnTo>
                <a:lnTo>
                  <a:pt x="264832" y="37035"/>
                </a:lnTo>
                <a:lnTo>
                  <a:pt x="264780" y="37476"/>
                </a:lnTo>
                <a:lnTo>
                  <a:pt x="264735" y="37922"/>
                </a:lnTo>
                <a:lnTo>
                  <a:pt x="264699" y="38372"/>
                </a:lnTo>
                <a:lnTo>
                  <a:pt x="264671" y="38828"/>
                </a:lnTo>
                <a:lnTo>
                  <a:pt x="264651" y="39288"/>
                </a:lnTo>
                <a:lnTo>
                  <a:pt x="264639" y="39753"/>
                </a:lnTo>
                <a:lnTo>
                  <a:pt x="264635" y="40223"/>
                </a:lnTo>
                <a:lnTo>
                  <a:pt x="264641" y="40831"/>
                </a:lnTo>
                <a:lnTo>
                  <a:pt x="264658" y="41431"/>
                </a:lnTo>
                <a:lnTo>
                  <a:pt x="264686" y="42021"/>
                </a:lnTo>
                <a:lnTo>
                  <a:pt x="264726" y="42603"/>
                </a:lnTo>
                <a:lnTo>
                  <a:pt x="264778" y="43176"/>
                </a:lnTo>
                <a:lnTo>
                  <a:pt x="264840" y="43740"/>
                </a:lnTo>
                <a:lnTo>
                  <a:pt x="264914" y="44296"/>
                </a:lnTo>
                <a:lnTo>
                  <a:pt x="265000" y="44843"/>
                </a:lnTo>
                <a:lnTo>
                  <a:pt x="265097" y="45381"/>
                </a:lnTo>
                <a:lnTo>
                  <a:pt x="265205" y="45910"/>
                </a:lnTo>
                <a:lnTo>
                  <a:pt x="265325" y="46431"/>
                </a:lnTo>
                <a:lnTo>
                  <a:pt x="265456" y="46942"/>
                </a:lnTo>
                <a:lnTo>
                  <a:pt x="265599" y="47445"/>
                </a:lnTo>
                <a:lnTo>
                  <a:pt x="265753" y="47939"/>
                </a:lnTo>
                <a:lnTo>
                  <a:pt x="265918" y="48425"/>
                </a:lnTo>
                <a:lnTo>
                  <a:pt x="266095" y="48902"/>
                </a:lnTo>
                <a:lnTo>
                  <a:pt x="266283" y="49369"/>
                </a:lnTo>
                <a:lnTo>
                  <a:pt x="266483" y="49829"/>
                </a:lnTo>
                <a:lnTo>
                  <a:pt x="266694" y="50279"/>
                </a:lnTo>
                <a:lnTo>
                  <a:pt x="266916" y="50720"/>
                </a:lnTo>
                <a:lnTo>
                  <a:pt x="267150" y="51153"/>
                </a:lnTo>
                <a:lnTo>
                  <a:pt x="267395" y="51577"/>
                </a:lnTo>
                <a:lnTo>
                  <a:pt x="267652" y="51993"/>
                </a:lnTo>
                <a:lnTo>
                  <a:pt x="267920" y="52399"/>
                </a:lnTo>
                <a:lnTo>
                  <a:pt x="268200" y="52798"/>
                </a:lnTo>
                <a:lnTo>
                  <a:pt x="268490" y="53192"/>
                </a:lnTo>
                <a:lnTo>
                  <a:pt x="268792" y="53579"/>
                </a:lnTo>
                <a:lnTo>
                  <a:pt x="269104" y="53961"/>
                </a:lnTo>
                <a:lnTo>
                  <a:pt x="269428" y="54337"/>
                </a:lnTo>
                <a:lnTo>
                  <a:pt x="269763" y="54707"/>
                </a:lnTo>
                <a:lnTo>
                  <a:pt x="270109" y="55071"/>
                </a:lnTo>
                <a:lnTo>
                  <a:pt x="270466" y="55429"/>
                </a:lnTo>
                <a:lnTo>
                  <a:pt x="270834" y="55782"/>
                </a:lnTo>
                <a:lnTo>
                  <a:pt x="271214" y="56129"/>
                </a:lnTo>
                <a:lnTo>
                  <a:pt x="271604" y="56469"/>
                </a:lnTo>
                <a:lnTo>
                  <a:pt x="272006" y="56804"/>
                </a:lnTo>
                <a:lnTo>
                  <a:pt x="272418" y="57134"/>
                </a:lnTo>
                <a:lnTo>
                  <a:pt x="272842" y="57457"/>
                </a:lnTo>
                <a:lnTo>
                  <a:pt x="273277" y="57774"/>
                </a:lnTo>
                <a:lnTo>
                  <a:pt x="273723" y="58086"/>
                </a:lnTo>
                <a:lnTo>
                  <a:pt x="274180" y="58392"/>
                </a:lnTo>
                <a:lnTo>
                  <a:pt x="274649" y="58692"/>
                </a:lnTo>
                <a:lnTo>
                  <a:pt x="275128" y="58986"/>
                </a:lnTo>
                <a:lnTo>
                  <a:pt x="275619" y="59274"/>
                </a:lnTo>
                <a:lnTo>
                  <a:pt x="276120" y="59557"/>
                </a:lnTo>
                <a:lnTo>
                  <a:pt x="276633" y="59833"/>
                </a:lnTo>
                <a:lnTo>
                  <a:pt x="277157" y="60104"/>
                </a:lnTo>
                <a:lnTo>
                  <a:pt x="277692" y="60369"/>
                </a:lnTo>
                <a:lnTo>
                  <a:pt x="278238" y="60630"/>
                </a:lnTo>
                <a:lnTo>
                  <a:pt x="278794" y="60888"/>
                </a:lnTo>
                <a:lnTo>
                  <a:pt x="279362" y="61143"/>
                </a:lnTo>
                <a:lnTo>
                  <a:pt x="279940" y="61396"/>
                </a:lnTo>
                <a:lnTo>
                  <a:pt x="280530" y="61646"/>
                </a:lnTo>
                <a:lnTo>
                  <a:pt x="281130" y="61894"/>
                </a:lnTo>
                <a:lnTo>
                  <a:pt x="281741" y="62139"/>
                </a:lnTo>
                <a:lnTo>
                  <a:pt x="282362" y="62381"/>
                </a:lnTo>
                <a:lnTo>
                  <a:pt x="282995" y="62621"/>
                </a:lnTo>
                <a:lnTo>
                  <a:pt x="283638" y="62858"/>
                </a:lnTo>
                <a:lnTo>
                  <a:pt x="284292" y="63093"/>
                </a:lnTo>
                <a:lnTo>
                  <a:pt x="284957" y="63325"/>
                </a:lnTo>
                <a:lnTo>
                  <a:pt x="285633" y="63554"/>
                </a:lnTo>
                <a:lnTo>
                  <a:pt x="286320" y="63781"/>
                </a:lnTo>
                <a:lnTo>
                  <a:pt x="287017" y="64005"/>
                </a:lnTo>
                <a:lnTo>
                  <a:pt x="287725" y="64226"/>
                </a:lnTo>
                <a:lnTo>
                  <a:pt x="288444" y="64445"/>
                </a:lnTo>
                <a:lnTo>
                  <a:pt x="289174" y="64661"/>
                </a:lnTo>
                <a:lnTo>
                  <a:pt x="289915" y="64875"/>
                </a:lnTo>
                <a:lnTo>
                  <a:pt x="290667" y="65086"/>
                </a:lnTo>
                <a:lnTo>
                  <a:pt x="291429" y="65294"/>
                </a:lnTo>
                <a:lnTo>
                  <a:pt x="292202" y="65500"/>
                </a:lnTo>
                <a:lnTo>
                  <a:pt x="292986" y="65703"/>
                </a:lnTo>
                <a:lnTo>
                  <a:pt x="293781" y="65903"/>
                </a:lnTo>
                <a:lnTo>
                  <a:pt x="294758" y="66162"/>
                </a:lnTo>
                <a:lnTo>
                  <a:pt x="295711" y="66419"/>
                </a:lnTo>
                <a:lnTo>
                  <a:pt x="296638" y="66677"/>
                </a:lnTo>
                <a:lnTo>
                  <a:pt x="297540" y="66934"/>
                </a:lnTo>
                <a:lnTo>
                  <a:pt x="298418" y="67191"/>
                </a:lnTo>
                <a:lnTo>
                  <a:pt x="299270" y="67448"/>
                </a:lnTo>
                <a:lnTo>
                  <a:pt x="300097" y="67704"/>
                </a:lnTo>
                <a:lnTo>
                  <a:pt x="300899" y="67960"/>
                </a:lnTo>
                <a:lnTo>
                  <a:pt x="301676" y="68216"/>
                </a:lnTo>
                <a:lnTo>
                  <a:pt x="302429" y="68471"/>
                </a:lnTo>
                <a:lnTo>
                  <a:pt x="303156" y="68726"/>
                </a:lnTo>
                <a:lnTo>
                  <a:pt x="303858" y="68981"/>
                </a:lnTo>
                <a:lnTo>
                  <a:pt x="304535" y="69236"/>
                </a:lnTo>
                <a:lnTo>
                  <a:pt x="305187" y="69490"/>
                </a:lnTo>
                <a:lnTo>
                  <a:pt x="305815" y="69744"/>
                </a:lnTo>
                <a:lnTo>
                  <a:pt x="306417" y="69997"/>
                </a:lnTo>
                <a:lnTo>
                  <a:pt x="306994" y="70251"/>
                </a:lnTo>
                <a:lnTo>
                  <a:pt x="307546" y="70504"/>
                </a:lnTo>
                <a:lnTo>
                  <a:pt x="308073" y="70756"/>
                </a:lnTo>
                <a:lnTo>
                  <a:pt x="308575" y="71009"/>
                </a:lnTo>
                <a:lnTo>
                  <a:pt x="309053" y="71261"/>
                </a:lnTo>
                <a:lnTo>
                  <a:pt x="309505" y="71513"/>
                </a:lnTo>
                <a:lnTo>
                  <a:pt x="309932" y="71764"/>
                </a:lnTo>
                <a:lnTo>
                  <a:pt x="310334" y="72015"/>
                </a:lnTo>
                <a:lnTo>
                  <a:pt x="310715" y="72272"/>
                </a:lnTo>
                <a:lnTo>
                  <a:pt x="311081" y="72540"/>
                </a:lnTo>
                <a:lnTo>
                  <a:pt x="311430" y="72820"/>
                </a:lnTo>
                <a:lnTo>
                  <a:pt x="311762" y="73112"/>
                </a:lnTo>
                <a:lnTo>
                  <a:pt x="312079" y="73415"/>
                </a:lnTo>
                <a:lnTo>
                  <a:pt x="312379" y="73730"/>
                </a:lnTo>
                <a:lnTo>
                  <a:pt x="312663" y="74057"/>
                </a:lnTo>
                <a:lnTo>
                  <a:pt x="312931" y="74396"/>
                </a:lnTo>
                <a:lnTo>
                  <a:pt x="313183" y="74746"/>
                </a:lnTo>
                <a:lnTo>
                  <a:pt x="313418" y="75108"/>
                </a:lnTo>
                <a:lnTo>
                  <a:pt x="313637" y="75481"/>
                </a:lnTo>
                <a:lnTo>
                  <a:pt x="313840" y="75866"/>
                </a:lnTo>
                <a:lnTo>
                  <a:pt x="314027" y="76263"/>
                </a:lnTo>
                <a:lnTo>
                  <a:pt x="314197" y="76672"/>
                </a:lnTo>
                <a:lnTo>
                  <a:pt x="314352" y="77092"/>
                </a:lnTo>
                <a:lnTo>
                  <a:pt x="314490" y="77524"/>
                </a:lnTo>
                <a:lnTo>
                  <a:pt x="314611" y="77968"/>
                </a:lnTo>
                <a:lnTo>
                  <a:pt x="314717" y="78423"/>
                </a:lnTo>
                <a:lnTo>
                  <a:pt x="314806" y="78890"/>
                </a:lnTo>
                <a:lnTo>
                  <a:pt x="314879" y="79369"/>
                </a:lnTo>
                <a:lnTo>
                  <a:pt x="314936" y="79859"/>
                </a:lnTo>
                <a:lnTo>
                  <a:pt x="314977" y="80361"/>
                </a:lnTo>
                <a:lnTo>
                  <a:pt x="315001" y="80875"/>
                </a:lnTo>
                <a:lnTo>
                  <a:pt x="315009" y="81400"/>
                </a:lnTo>
                <a:lnTo>
                  <a:pt x="315000" y="82014"/>
                </a:lnTo>
                <a:lnTo>
                  <a:pt x="314973" y="82613"/>
                </a:lnTo>
                <a:lnTo>
                  <a:pt x="314928" y="83198"/>
                </a:lnTo>
                <a:lnTo>
                  <a:pt x="314865" y="83768"/>
                </a:lnTo>
                <a:lnTo>
                  <a:pt x="314784" y="84324"/>
                </a:lnTo>
                <a:lnTo>
                  <a:pt x="314685" y="84865"/>
                </a:lnTo>
                <a:lnTo>
                  <a:pt x="314568" y="85392"/>
                </a:lnTo>
                <a:lnTo>
                  <a:pt x="314433" y="85904"/>
                </a:lnTo>
                <a:lnTo>
                  <a:pt x="314281" y="86401"/>
                </a:lnTo>
                <a:lnTo>
                  <a:pt x="314110" y="86884"/>
                </a:lnTo>
                <a:lnTo>
                  <a:pt x="313921" y="87353"/>
                </a:lnTo>
                <a:lnTo>
                  <a:pt x="313714" y="87806"/>
                </a:lnTo>
                <a:lnTo>
                  <a:pt x="313489" y="88246"/>
                </a:lnTo>
                <a:lnTo>
                  <a:pt x="313246" y="88671"/>
                </a:lnTo>
                <a:lnTo>
                  <a:pt x="312985" y="89081"/>
                </a:lnTo>
                <a:lnTo>
                  <a:pt x="312707" y="89477"/>
                </a:lnTo>
                <a:lnTo>
                  <a:pt x="312410" y="89858"/>
                </a:lnTo>
                <a:lnTo>
                  <a:pt x="312095" y="90224"/>
                </a:lnTo>
                <a:lnTo>
                  <a:pt x="311762" y="90576"/>
                </a:lnTo>
                <a:lnTo>
                  <a:pt x="311411" y="90914"/>
                </a:lnTo>
                <a:lnTo>
                  <a:pt x="311043" y="91237"/>
                </a:lnTo>
                <a:lnTo>
                  <a:pt x="310656" y="91545"/>
                </a:lnTo>
                <a:lnTo>
                  <a:pt x="310251" y="91839"/>
                </a:lnTo>
                <a:lnTo>
                  <a:pt x="309828" y="92119"/>
                </a:lnTo>
                <a:lnTo>
                  <a:pt x="309392" y="92385"/>
                </a:lnTo>
                <a:lnTo>
                  <a:pt x="308945" y="92640"/>
                </a:lnTo>
                <a:lnTo>
                  <a:pt x="308489" y="92884"/>
                </a:lnTo>
                <a:lnTo>
                  <a:pt x="308023" y="93117"/>
                </a:lnTo>
                <a:lnTo>
                  <a:pt x="307547" y="93338"/>
                </a:lnTo>
                <a:lnTo>
                  <a:pt x="307062" y="93547"/>
                </a:lnTo>
                <a:lnTo>
                  <a:pt x="306566" y="93746"/>
                </a:lnTo>
                <a:lnTo>
                  <a:pt x="306061" y="93933"/>
                </a:lnTo>
                <a:lnTo>
                  <a:pt x="305546" y="94109"/>
                </a:lnTo>
                <a:lnTo>
                  <a:pt x="305021" y="94273"/>
                </a:lnTo>
                <a:lnTo>
                  <a:pt x="304487" y="94426"/>
                </a:lnTo>
                <a:lnTo>
                  <a:pt x="303942" y="94568"/>
                </a:lnTo>
                <a:lnTo>
                  <a:pt x="303388" y="94698"/>
                </a:lnTo>
                <a:lnTo>
                  <a:pt x="302824" y="94817"/>
                </a:lnTo>
                <a:lnTo>
                  <a:pt x="302250" y="94925"/>
                </a:lnTo>
                <a:lnTo>
                  <a:pt x="301667" y="95021"/>
                </a:lnTo>
                <a:lnTo>
                  <a:pt x="301073" y="95106"/>
                </a:lnTo>
                <a:lnTo>
                  <a:pt x="300470" y="95180"/>
                </a:lnTo>
                <a:lnTo>
                  <a:pt x="299857" y="95242"/>
                </a:lnTo>
                <a:lnTo>
                  <a:pt x="299234" y="95293"/>
                </a:lnTo>
                <a:lnTo>
                  <a:pt x="298602" y="95333"/>
                </a:lnTo>
                <a:lnTo>
                  <a:pt x="297959" y="95362"/>
                </a:lnTo>
                <a:lnTo>
                  <a:pt x="297307" y="95379"/>
                </a:lnTo>
                <a:lnTo>
                  <a:pt x="296645" y="95384"/>
                </a:lnTo>
                <a:lnTo>
                  <a:pt x="295906" y="95377"/>
                </a:lnTo>
                <a:lnTo>
                  <a:pt x="295178" y="95356"/>
                </a:lnTo>
                <a:lnTo>
                  <a:pt x="294459" y="95320"/>
                </a:lnTo>
                <a:lnTo>
                  <a:pt x="293751" y="95270"/>
                </a:lnTo>
                <a:lnTo>
                  <a:pt x="293053" y="95206"/>
                </a:lnTo>
                <a:lnTo>
                  <a:pt x="292365" y="95128"/>
                </a:lnTo>
                <a:lnTo>
                  <a:pt x="291687" y="95035"/>
                </a:lnTo>
                <a:lnTo>
                  <a:pt x="291020" y="94929"/>
                </a:lnTo>
                <a:lnTo>
                  <a:pt x="290363" y="94808"/>
                </a:lnTo>
                <a:lnTo>
                  <a:pt x="289716" y="94672"/>
                </a:lnTo>
                <a:lnTo>
                  <a:pt x="289079" y="94523"/>
                </a:lnTo>
                <a:lnTo>
                  <a:pt x="288453" y="94359"/>
                </a:lnTo>
                <a:lnTo>
                  <a:pt x="287837" y="94181"/>
                </a:lnTo>
                <a:lnTo>
                  <a:pt x="287231" y="93989"/>
                </a:lnTo>
                <a:lnTo>
                  <a:pt x="286635" y="93782"/>
                </a:lnTo>
                <a:lnTo>
                  <a:pt x="286050" y="93562"/>
                </a:lnTo>
                <a:lnTo>
                  <a:pt x="285475" y="93327"/>
                </a:lnTo>
                <a:lnTo>
                  <a:pt x="284910" y="93077"/>
                </a:lnTo>
                <a:lnTo>
                  <a:pt x="284355" y="92814"/>
                </a:lnTo>
                <a:lnTo>
                  <a:pt x="283811" y="92536"/>
                </a:lnTo>
                <a:lnTo>
                  <a:pt x="283276" y="92244"/>
                </a:lnTo>
                <a:lnTo>
                  <a:pt x="282752" y="91938"/>
                </a:lnTo>
                <a:lnTo>
                  <a:pt x="282239" y="91618"/>
                </a:lnTo>
                <a:lnTo>
                  <a:pt x="281735" y="91283"/>
                </a:lnTo>
                <a:lnTo>
                  <a:pt x="281247" y="90931"/>
                </a:lnTo>
                <a:lnTo>
                  <a:pt x="280780" y="90557"/>
                </a:lnTo>
                <a:lnTo>
                  <a:pt x="280333" y="90162"/>
                </a:lnTo>
                <a:lnTo>
                  <a:pt x="279908" y="89746"/>
                </a:lnTo>
                <a:lnTo>
                  <a:pt x="279503" y="89309"/>
                </a:lnTo>
                <a:lnTo>
                  <a:pt x="279119" y="88850"/>
                </a:lnTo>
                <a:lnTo>
                  <a:pt x="278755" y="88370"/>
                </a:lnTo>
                <a:lnTo>
                  <a:pt x="278412" y="87869"/>
                </a:lnTo>
                <a:lnTo>
                  <a:pt x="278091" y="87347"/>
                </a:lnTo>
                <a:lnTo>
                  <a:pt x="277789" y="86804"/>
                </a:lnTo>
                <a:lnTo>
                  <a:pt x="277509" y="86240"/>
                </a:lnTo>
                <a:lnTo>
                  <a:pt x="277250" y="85654"/>
                </a:lnTo>
                <a:lnTo>
                  <a:pt x="277011" y="85047"/>
                </a:lnTo>
                <a:lnTo>
                  <a:pt x="276793" y="84419"/>
                </a:lnTo>
                <a:lnTo>
                  <a:pt x="276595" y="83770"/>
                </a:lnTo>
                <a:lnTo>
                  <a:pt x="276419" y="83099"/>
                </a:lnTo>
                <a:lnTo>
                  <a:pt x="276263" y="82408"/>
                </a:lnTo>
                <a:lnTo>
                  <a:pt x="276128" y="81695"/>
                </a:lnTo>
                <a:lnTo>
                  <a:pt x="276014" y="80961"/>
                </a:lnTo>
                <a:lnTo>
                  <a:pt x="275920" y="80205"/>
                </a:lnTo>
                <a:lnTo>
                  <a:pt x="275848" y="79429"/>
                </a:lnTo>
                <a:lnTo>
                  <a:pt x="275796" y="78631"/>
                </a:lnTo>
                <a:lnTo>
                  <a:pt x="275765" y="77813"/>
                </a:lnTo>
                <a:lnTo>
                  <a:pt x="275754" y="76973"/>
                </a:lnTo>
                <a:lnTo>
                  <a:pt x="262192" y="76973"/>
                </a:lnTo>
                <a:lnTo>
                  <a:pt x="262197" y="77625"/>
                </a:lnTo>
                <a:lnTo>
                  <a:pt x="262210" y="78270"/>
                </a:lnTo>
                <a:lnTo>
                  <a:pt x="262233" y="78906"/>
                </a:lnTo>
                <a:lnTo>
                  <a:pt x="262266" y="79534"/>
                </a:lnTo>
                <a:lnTo>
                  <a:pt x="262307" y="80153"/>
                </a:lnTo>
                <a:lnTo>
                  <a:pt x="262358" y="80764"/>
                </a:lnTo>
                <a:lnTo>
                  <a:pt x="262418" y="81367"/>
                </a:lnTo>
                <a:lnTo>
                  <a:pt x="262487" y="81962"/>
                </a:lnTo>
                <a:lnTo>
                  <a:pt x="262565" y="82548"/>
                </a:lnTo>
                <a:lnTo>
                  <a:pt x="262653" y="83126"/>
                </a:lnTo>
                <a:lnTo>
                  <a:pt x="262749" y="83696"/>
                </a:lnTo>
                <a:lnTo>
                  <a:pt x="262855" y="84257"/>
                </a:lnTo>
                <a:lnTo>
                  <a:pt x="262971" y="84810"/>
                </a:lnTo>
                <a:lnTo>
                  <a:pt x="263095" y="85355"/>
                </a:lnTo>
                <a:lnTo>
                  <a:pt x="263229" y="85891"/>
                </a:lnTo>
                <a:lnTo>
                  <a:pt x="263371" y="86419"/>
                </a:lnTo>
                <a:lnTo>
                  <a:pt x="263523" y="86939"/>
                </a:lnTo>
                <a:lnTo>
                  <a:pt x="263685" y="87451"/>
                </a:lnTo>
                <a:lnTo>
                  <a:pt x="263855" y="87954"/>
                </a:lnTo>
                <a:lnTo>
                  <a:pt x="264035" y="88449"/>
                </a:lnTo>
                <a:lnTo>
                  <a:pt x="264224" y="88935"/>
                </a:lnTo>
                <a:lnTo>
                  <a:pt x="264422" y="89414"/>
                </a:lnTo>
                <a:lnTo>
                  <a:pt x="264629" y="89883"/>
                </a:lnTo>
                <a:lnTo>
                  <a:pt x="264846" y="90345"/>
                </a:lnTo>
                <a:lnTo>
                  <a:pt x="265070" y="90799"/>
                </a:lnTo>
                <a:lnTo>
                  <a:pt x="265302" y="91246"/>
                </a:lnTo>
                <a:lnTo>
                  <a:pt x="265541" y="91686"/>
                </a:lnTo>
                <a:lnTo>
                  <a:pt x="265787" y="92119"/>
                </a:lnTo>
                <a:lnTo>
                  <a:pt x="266041" y="92544"/>
                </a:lnTo>
                <a:lnTo>
                  <a:pt x="266301" y="92963"/>
                </a:lnTo>
                <a:lnTo>
                  <a:pt x="266569" y="93374"/>
                </a:lnTo>
                <a:lnTo>
                  <a:pt x="266844" y="93779"/>
                </a:lnTo>
                <a:lnTo>
                  <a:pt x="267126" y="94176"/>
                </a:lnTo>
                <a:lnTo>
                  <a:pt x="267415" y="94567"/>
                </a:lnTo>
                <a:lnTo>
                  <a:pt x="267711" y="94950"/>
                </a:lnTo>
                <a:lnTo>
                  <a:pt x="268015" y="95326"/>
                </a:lnTo>
                <a:lnTo>
                  <a:pt x="268326" y="95695"/>
                </a:lnTo>
                <a:lnTo>
                  <a:pt x="268644" y="96057"/>
                </a:lnTo>
                <a:lnTo>
                  <a:pt x="268969" y="96413"/>
                </a:lnTo>
                <a:lnTo>
                  <a:pt x="269301" y="96761"/>
                </a:lnTo>
                <a:lnTo>
                  <a:pt x="269640" y="97101"/>
                </a:lnTo>
                <a:lnTo>
                  <a:pt x="269987" y="97435"/>
                </a:lnTo>
                <a:lnTo>
                  <a:pt x="270340" y="97762"/>
                </a:lnTo>
                <a:lnTo>
                  <a:pt x="270701" y="98082"/>
                </a:lnTo>
                <a:lnTo>
                  <a:pt x="271069" y="98394"/>
                </a:lnTo>
                <a:lnTo>
                  <a:pt x="271444" y="98700"/>
                </a:lnTo>
                <a:lnTo>
                  <a:pt x="271827" y="98999"/>
                </a:lnTo>
                <a:lnTo>
                  <a:pt x="272216" y="99290"/>
                </a:lnTo>
                <a:lnTo>
                  <a:pt x="272612" y="99574"/>
                </a:lnTo>
                <a:lnTo>
                  <a:pt x="273013" y="99852"/>
                </a:lnTo>
                <a:lnTo>
                  <a:pt x="273419" y="100123"/>
                </a:lnTo>
                <a:lnTo>
                  <a:pt x="273830" y="100388"/>
                </a:lnTo>
                <a:lnTo>
                  <a:pt x="274246" y="100646"/>
                </a:lnTo>
                <a:lnTo>
                  <a:pt x="274667" y="100897"/>
                </a:lnTo>
                <a:lnTo>
                  <a:pt x="275093" y="101142"/>
                </a:lnTo>
                <a:lnTo>
                  <a:pt x="275525" y="101380"/>
                </a:lnTo>
                <a:lnTo>
                  <a:pt x="275962" y="101612"/>
                </a:lnTo>
                <a:lnTo>
                  <a:pt x="276403" y="101837"/>
                </a:lnTo>
                <a:lnTo>
                  <a:pt x="276850" y="102055"/>
                </a:lnTo>
                <a:lnTo>
                  <a:pt x="277302" y="102267"/>
                </a:lnTo>
                <a:lnTo>
                  <a:pt x="277759" y="102472"/>
                </a:lnTo>
                <a:lnTo>
                  <a:pt x="278221" y="102670"/>
                </a:lnTo>
                <a:lnTo>
                  <a:pt x="278689" y="102862"/>
                </a:lnTo>
                <a:lnTo>
                  <a:pt x="279161" y="103048"/>
                </a:lnTo>
                <a:lnTo>
                  <a:pt x="279639" y="103226"/>
                </a:lnTo>
                <a:lnTo>
                  <a:pt x="280121" y="103398"/>
                </a:lnTo>
                <a:lnTo>
                  <a:pt x="280609" y="103564"/>
                </a:lnTo>
                <a:lnTo>
                  <a:pt x="281102" y="103723"/>
                </a:lnTo>
                <a:lnTo>
                  <a:pt x="281600" y="103875"/>
                </a:lnTo>
                <a:lnTo>
                  <a:pt x="282103" y="104021"/>
                </a:lnTo>
                <a:lnTo>
                  <a:pt x="282612" y="104160"/>
                </a:lnTo>
                <a:lnTo>
                  <a:pt x="283125" y="104292"/>
                </a:lnTo>
                <a:lnTo>
                  <a:pt x="283642" y="104419"/>
                </a:lnTo>
                <a:lnTo>
                  <a:pt x="284163" y="104540"/>
                </a:lnTo>
                <a:lnTo>
                  <a:pt x="284685" y="104655"/>
                </a:lnTo>
                <a:lnTo>
                  <a:pt x="285211" y="104766"/>
                </a:lnTo>
                <a:lnTo>
                  <a:pt x="285740" y="104871"/>
                </a:lnTo>
                <a:lnTo>
                  <a:pt x="286271" y="104970"/>
                </a:lnTo>
                <a:lnTo>
                  <a:pt x="286805" y="105064"/>
                </a:lnTo>
                <a:lnTo>
                  <a:pt x="287342" y="105153"/>
                </a:lnTo>
                <a:lnTo>
                  <a:pt x="287881" y="105237"/>
                </a:lnTo>
                <a:lnTo>
                  <a:pt x="288424" y="105315"/>
                </a:lnTo>
                <a:lnTo>
                  <a:pt x="288969" y="105387"/>
                </a:lnTo>
                <a:lnTo>
                  <a:pt x="289517" y="105454"/>
                </a:lnTo>
                <a:lnTo>
                  <a:pt x="290067" y="105516"/>
                </a:lnTo>
                <a:lnTo>
                  <a:pt x="290621" y="105573"/>
                </a:lnTo>
                <a:lnTo>
                  <a:pt x="291177" y="105624"/>
                </a:lnTo>
                <a:lnTo>
                  <a:pt x="291736" y="105670"/>
                </a:lnTo>
                <a:lnTo>
                  <a:pt x="292298" y="105710"/>
                </a:lnTo>
                <a:lnTo>
                  <a:pt x="292862" y="105745"/>
                </a:lnTo>
                <a:lnTo>
                  <a:pt x="293430" y="105775"/>
                </a:lnTo>
                <a:lnTo>
                  <a:pt x="294000" y="105799"/>
                </a:lnTo>
                <a:lnTo>
                  <a:pt x="294573" y="105818"/>
                </a:lnTo>
                <a:lnTo>
                  <a:pt x="295149" y="105831"/>
                </a:lnTo>
                <a:lnTo>
                  <a:pt x="295727" y="105839"/>
                </a:lnTo>
                <a:lnTo>
                  <a:pt x="296308" y="105842"/>
                </a:lnTo>
                <a:lnTo>
                  <a:pt x="296882" y="105839"/>
                </a:lnTo>
                <a:lnTo>
                  <a:pt x="297453" y="105832"/>
                </a:lnTo>
                <a:lnTo>
                  <a:pt x="298020" y="105819"/>
                </a:lnTo>
                <a:lnTo>
                  <a:pt x="298584" y="105801"/>
                </a:lnTo>
                <a:close/>
                <a:moveTo>
                  <a:pt x="413268" y="105741"/>
                </a:moveTo>
                <a:lnTo>
                  <a:pt x="414018" y="105684"/>
                </a:lnTo>
                <a:lnTo>
                  <a:pt x="414761" y="105615"/>
                </a:lnTo>
                <a:lnTo>
                  <a:pt x="415496" y="105533"/>
                </a:lnTo>
                <a:lnTo>
                  <a:pt x="416223" y="105439"/>
                </a:lnTo>
                <a:lnTo>
                  <a:pt x="416942" y="105332"/>
                </a:lnTo>
                <a:lnTo>
                  <a:pt x="417653" y="105212"/>
                </a:lnTo>
                <a:lnTo>
                  <a:pt x="418356" y="105080"/>
                </a:lnTo>
                <a:lnTo>
                  <a:pt x="419052" y="104935"/>
                </a:lnTo>
                <a:lnTo>
                  <a:pt x="419739" y="104778"/>
                </a:lnTo>
                <a:lnTo>
                  <a:pt x="420419" y="104608"/>
                </a:lnTo>
                <a:lnTo>
                  <a:pt x="421091" y="104425"/>
                </a:lnTo>
                <a:lnTo>
                  <a:pt x="421754" y="104230"/>
                </a:lnTo>
                <a:lnTo>
                  <a:pt x="422410" y="104022"/>
                </a:lnTo>
                <a:lnTo>
                  <a:pt x="423058" y="103802"/>
                </a:lnTo>
                <a:lnTo>
                  <a:pt x="423698" y="103569"/>
                </a:lnTo>
                <a:lnTo>
                  <a:pt x="424331" y="103324"/>
                </a:lnTo>
                <a:lnTo>
                  <a:pt x="424955" y="103065"/>
                </a:lnTo>
                <a:lnTo>
                  <a:pt x="425571" y="102795"/>
                </a:lnTo>
                <a:lnTo>
                  <a:pt x="426180" y="102511"/>
                </a:lnTo>
                <a:lnTo>
                  <a:pt x="426781" y="102215"/>
                </a:lnTo>
                <a:lnTo>
                  <a:pt x="427374" y="101909"/>
                </a:lnTo>
                <a:lnTo>
                  <a:pt x="427962" y="101593"/>
                </a:lnTo>
                <a:lnTo>
                  <a:pt x="428543" y="101268"/>
                </a:lnTo>
                <a:lnTo>
                  <a:pt x="429118" y="100934"/>
                </a:lnTo>
                <a:lnTo>
                  <a:pt x="429687" y="100591"/>
                </a:lnTo>
                <a:lnTo>
                  <a:pt x="430250" y="100239"/>
                </a:lnTo>
                <a:lnTo>
                  <a:pt x="430807" y="99878"/>
                </a:lnTo>
                <a:lnTo>
                  <a:pt x="431358" y="99507"/>
                </a:lnTo>
                <a:lnTo>
                  <a:pt x="431902" y="99128"/>
                </a:lnTo>
                <a:lnTo>
                  <a:pt x="432440" y="98739"/>
                </a:lnTo>
                <a:lnTo>
                  <a:pt x="432973" y="98342"/>
                </a:lnTo>
                <a:lnTo>
                  <a:pt x="433499" y="97935"/>
                </a:lnTo>
                <a:lnTo>
                  <a:pt x="434018" y="97520"/>
                </a:lnTo>
                <a:lnTo>
                  <a:pt x="434532" y="97095"/>
                </a:lnTo>
                <a:lnTo>
                  <a:pt x="435040" y="96661"/>
                </a:lnTo>
                <a:lnTo>
                  <a:pt x="435541" y="96218"/>
                </a:lnTo>
                <a:lnTo>
                  <a:pt x="436037" y="95766"/>
                </a:lnTo>
                <a:lnTo>
                  <a:pt x="436526" y="95305"/>
                </a:lnTo>
                <a:lnTo>
                  <a:pt x="437009" y="94835"/>
                </a:lnTo>
                <a:lnTo>
                  <a:pt x="437486" y="94356"/>
                </a:lnTo>
                <a:lnTo>
                  <a:pt x="437957" y="93867"/>
                </a:lnTo>
                <a:lnTo>
                  <a:pt x="438421" y="93370"/>
                </a:lnTo>
                <a:lnTo>
                  <a:pt x="438880" y="92864"/>
                </a:lnTo>
                <a:lnTo>
                  <a:pt x="439332" y="92348"/>
                </a:lnTo>
                <a:lnTo>
                  <a:pt x="439837" y="104324"/>
                </a:lnTo>
                <a:lnTo>
                  <a:pt x="452810" y="104324"/>
                </a:lnTo>
                <a:lnTo>
                  <a:pt x="452810" y="47149"/>
                </a:lnTo>
                <a:lnTo>
                  <a:pt x="452806" y="46387"/>
                </a:lnTo>
                <a:lnTo>
                  <a:pt x="452793" y="45636"/>
                </a:lnTo>
                <a:lnTo>
                  <a:pt x="452771" y="44897"/>
                </a:lnTo>
                <a:lnTo>
                  <a:pt x="452740" y="44169"/>
                </a:lnTo>
                <a:lnTo>
                  <a:pt x="452700" y="43454"/>
                </a:lnTo>
                <a:lnTo>
                  <a:pt x="452652" y="42750"/>
                </a:lnTo>
                <a:lnTo>
                  <a:pt x="452595" y="42058"/>
                </a:lnTo>
                <a:lnTo>
                  <a:pt x="452529" y="41377"/>
                </a:lnTo>
                <a:lnTo>
                  <a:pt x="452455" y="40708"/>
                </a:lnTo>
                <a:lnTo>
                  <a:pt x="452371" y="40052"/>
                </a:lnTo>
                <a:lnTo>
                  <a:pt x="452279" y="39406"/>
                </a:lnTo>
                <a:lnTo>
                  <a:pt x="452178" y="38773"/>
                </a:lnTo>
                <a:lnTo>
                  <a:pt x="452069" y="38151"/>
                </a:lnTo>
                <a:lnTo>
                  <a:pt x="451950" y="37541"/>
                </a:lnTo>
                <a:lnTo>
                  <a:pt x="451823" y="36943"/>
                </a:lnTo>
                <a:lnTo>
                  <a:pt x="451687" y="36356"/>
                </a:lnTo>
                <a:lnTo>
                  <a:pt x="451542" y="35782"/>
                </a:lnTo>
                <a:lnTo>
                  <a:pt x="451389" y="35219"/>
                </a:lnTo>
                <a:lnTo>
                  <a:pt x="451226" y="34667"/>
                </a:lnTo>
                <a:lnTo>
                  <a:pt x="451055" y="34128"/>
                </a:lnTo>
                <a:lnTo>
                  <a:pt x="450875" y="33600"/>
                </a:lnTo>
                <a:lnTo>
                  <a:pt x="450687" y="33084"/>
                </a:lnTo>
                <a:lnTo>
                  <a:pt x="450489" y="32580"/>
                </a:lnTo>
                <a:lnTo>
                  <a:pt x="450283" y="32087"/>
                </a:lnTo>
                <a:lnTo>
                  <a:pt x="450069" y="31605"/>
                </a:lnTo>
                <a:lnTo>
                  <a:pt x="449849" y="31132"/>
                </a:lnTo>
                <a:lnTo>
                  <a:pt x="449622" y="30668"/>
                </a:lnTo>
                <a:lnTo>
                  <a:pt x="449389" y="30212"/>
                </a:lnTo>
                <a:lnTo>
                  <a:pt x="449150" y="29766"/>
                </a:lnTo>
                <a:lnTo>
                  <a:pt x="448904" y="29329"/>
                </a:lnTo>
                <a:lnTo>
                  <a:pt x="448651" y="28901"/>
                </a:lnTo>
                <a:lnTo>
                  <a:pt x="448392" y="28482"/>
                </a:lnTo>
                <a:lnTo>
                  <a:pt x="448127" y="28071"/>
                </a:lnTo>
                <a:lnTo>
                  <a:pt x="447855" y="27670"/>
                </a:lnTo>
                <a:lnTo>
                  <a:pt x="447577" y="27278"/>
                </a:lnTo>
                <a:lnTo>
                  <a:pt x="447292" y="26895"/>
                </a:lnTo>
                <a:lnTo>
                  <a:pt x="447001" y="26520"/>
                </a:lnTo>
                <a:lnTo>
                  <a:pt x="446704" y="26155"/>
                </a:lnTo>
                <a:lnTo>
                  <a:pt x="446400" y="25799"/>
                </a:lnTo>
                <a:lnTo>
                  <a:pt x="446090" y="25452"/>
                </a:lnTo>
                <a:lnTo>
                  <a:pt x="445773" y="25113"/>
                </a:lnTo>
                <a:lnTo>
                  <a:pt x="445450" y="24784"/>
                </a:lnTo>
                <a:lnTo>
                  <a:pt x="445120" y="24464"/>
                </a:lnTo>
                <a:lnTo>
                  <a:pt x="444784" y="24153"/>
                </a:lnTo>
                <a:lnTo>
                  <a:pt x="444442" y="23850"/>
                </a:lnTo>
                <a:lnTo>
                  <a:pt x="444093" y="23557"/>
                </a:lnTo>
                <a:lnTo>
                  <a:pt x="443737" y="23273"/>
                </a:lnTo>
                <a:lnTo>
                  <a:pt x="443375" y="22997"/>
                </a:lnTo>
                <a:lnTo>
                  <a:pt x="443009" y="22730"/>
                </a:lnTo>
                <a:lnTo>
                  <a:pt x="442638" y="22470"/>
                </a:lnTo>
                <a:lnTo>
                  <a:pt x="442263" y="22217"/>
                </a:lnTo>
                <a:lnTo>
                  <a:pt x="441885" y="21970"/>
                </a:lnTo>
                <a:lnTo>
                  <a:pt x="441503" y="21731"/>
                </a:lnTo>
                <a:lnTo>
                  <a:pt x="441117" y="21499"/>
                </a:lnTo>
                <a:lnTo>
                  <a:pt x="440727" y="21274"/>
                </a:lnTo>
                <a:lnTo>
                  <a:pt x="440334" y="21056"/>
                </a:lnTo>
                <a:lnTo>
                  <a:pt x="439936" y="20844"/>
                </a:lnTo>
                <a:lnTo>
                  <a:pt x="439535" y="20640"/>
                </a:lnTo>
                <a:lnTo>
                  <a:pt x="439130" y="20443"/>
                </a:lnTo>
                <a:lnTo>
                  <a:pt x="438721" y="20253"/>
                </a:lnTo>
                <a:lnTo>
                  <a:pt x="438309" y="20070"/>
                </a:lnTo>
                <a:lnTo>
                  <a:pt x="437892" y="19894"/>
                </a:lnTo>
                <a:lnTo>
                  <a:pt x="437472" y="19725"/>
                </a:lnTo>
                <a:lnTo>
                  <a:pt x="437048" y="19563"/>
                </a:lnTo>
                <a:lnTo>
                  <a:pt x="436620" y="19408"/>
                </a:lnTo>
                <a:lnTo>
                  <a:pt x="436189" y="19260"/>
                </a:lnTo>
                <a:lnTo>
                  <a:pt x="435754" y="19119"/>
                </a:lnTo>
                <a:lnTo>
                  <a:pt x="435314" y="18985"/>
                </a:lnTo>
                <a:lnTo>
                  <a:pt x="434871" y="18858"/>
                </a:lnTo>
                <a:lnTo>
                  <a:pt x="434425" y="18738"/>
                </a:lnTo>
                <a:lnTo>
                  <a:pt x="433974" y="18626"/>
                </a:lnTo>
                <a:lnTo>
                  <a:pt x="433520" y="18520"/>
                </a:lnTo>
                <a:lnTo>
                  <a:pt x="433063" y="18419"/>
                </a:lnTo>
                <a:lnTo>
                  <a:pt x="432604" y="18323"/>
                </a:lnTo>
                <a:lnTo>
                  <a:pt x="432144" y="18231"/>
                </a:lnTo>
                <a:lnTo>
                  <a:pt x="431683" y="18144"/>
                </a:lnTo>
                <a:lnTo>
                  <a:pt x="431220" y="18060"/>
                </a:lnTo>
                <a:lnTo>
                  <a:pt x="430756" y="17981"/>
                </a:lnTo>
                <a:lnTo>
                  <a:pt x="430290" y="17906"/>
                </a:lnTo>
                <a:lnTo>
                  <a:pt x="429823" y="17836"/>
                </a:lnTo>
                <a:lnTo>
                  <a:pt x="429354" y="17770"/>
                </a:lnTo>
                <a:lnTo>
                  <a:pt x="428884" y="17708"/>
                </a:lnTo>
                <a:lnTo>
                  <a:pt x="428412" y="17650"/>
                </a:lnTo>
                <a:lnTo>
                  <a:pt x="427939" y="17597"/>
                </a:lnTo>
                <a:lnTo>
                  <a:pt x="427464" y="17547"/>
                </a:lnTo>
                <a:lnTo>
                  <a:pt x="426988" y="17503"/>
                </a:lnTo>
                <a:lnTo>
                  <a:pt x="426511" y="17462"/>
                </a:lnTo>
                <a:lnTo>
                  <a:pt x="426032" y="17426"/>
                </a:lnTo>
                <a:lnTo>
                  <a:pt x="425551" y="17394"/>
                </a:lnTo>
                <a:lnTo>
                  <a:pt x="425070" y="17366"/>
                </a:lnTo>
                <a:lnTo>
                  <a:pt x="424586" y="17342"/>
                </a:lnTo>
                <a:lnTo>
                  <a:pt x="424101" y="17323"/>
                </a:lnTo>
                <a:lnTo>
                  <a:pt x="423615" y="17308"/>
                </a:lnTo>
                <a:lnTo>
                  <a:pt x="423127" y="17297"/>
                </a:lnTo>
                <a:lnTo>
                  <a:pt x="422638" y="17291"/>
                </a:lnTo>
                <a:lnTo>
                  <a:pt x="422148" y="17289"/>
                </a:lnTo>
                <a:lnTo>
                  <a:pt x="421372" y="17294"/>
                </a:lnTo>
                <a:lnTo>
                  <a:pt x="420603" y="17309"/>
                </a:lnTo>
                <a:lnTo>
                  <a:pt x="419842" y="17335"/>
                </a:lnTo>
                <a:lnTo>
                  <a:pt x="419087" y="17371"/>
                </a:lnTo>
                <a:lnTo>
                  <a:pt x="418339" y="17417"/>
                </a:lnTo>
                <a:lnTo>
                  <a:pt x="417599" y="17473"/>
                </a:lnTo>
                <a:lnTo>
                  <a:pt x="416865" y="17539"/>
                </a:lnTo>
                <a:lnTo>
                  <a:pt x="416139" y="17616"/>
                </a:lnTo>
                <a:lnTo>
                  <a:pt x="415419" y="17703"/>
                </a:lnTo>
                <a:lnTo>
                  <a:pt x="414707" y="17800"/>
                </a:lnTo>
                <a:lnTo>
                  <a:pt x="414001" y="17907"/>
                </a:lnTo>
                <a:lnTo>
                  <a:pt x="413303" y="18024"/>
                </a:lnTo>
                <a:lnTo>
                  <a:pt x="412611" y="18152"/>
                </a:lnTo>
                <a:lnTo>
                  <a:pt x="411927" y="18290"/>
                </a:lnTo>
                <a:lnTo>
                  <a:pt x="411249" y="18438"/>
                </a:lnTo>
                <a:lnTo>
                  <a:pt x="410579" y="18596"/>
                </a:lnTo>
                <a:lnTo>
                  <a:pt x="409916" y="18765"/>
                </a:lnTo>
                <a:lnTo>
                  <a:pt x="409259" y="18943"/>
                </a:lnTo>
                <a:lnTo>
                  <a:pt x="408610" y="19132"/>
                </a:lnTo>
                <a:lnTo>
                  <a:pt x="407968" y="19331"/>
                </a:lnTo>
                <a:lnTo>
                  <a:pt x="407332" y="19541"/>
                </a:lnTo>
                <a:lnTo>
                  <a:pt x="406704" y="19760"/>
                </a:lnTo>
                <a:lnTo>
                  <a:pt x="406083" y="19990"/>
                </a:lnTo>
                <a:lnTo>
                  <a:pt x="405469" y="20230"/>
                </a:lnTo>
                <a:lnTo>
                  <a:pt x="404863" y="20481"/>
                </a:lnTo>
                <a:lnTo>
                  <a:pt x="404269" y="20744"/>
                </a:lnTo>
                <a:lnTo>
                  <a:pt x="403686" y="21020"/>
                </a:lnTo>
                <a:lnTo>
                  <a:pt x="403113" y="21307"/>
                </a:lnTo>
                <a:lnTo>
                  <a:pt x="402552" y="21607"/>
                </a:lnTo>
                <a:lnTo>
                  <a:pt x="402002" y="21919"/>
                </a:lnTo>
                <a:lnTo>
                  <a:pt x="401462" y="22243"/>
                </a:lnTo>
                <a:lnTo>
                  <a:pt x="400934" y="22580"/>
                </a:lnTo>
                <a:lnTo>
                  <a:pt x="400416" y="22928"/>
                </a:lnTo>
                <a:lnTo>
                  <a:pt x="399910" y="23289"/>
                </a:lnTo>
                <a:lnTo>
                  <a:pt x="399414" y="23662"/>
                </a:lnTo>
                <a:lnTo>
                  <a:pt x="398930" y="24047"/>
                </a:lnTo>
                <a:lnTo>
                  <a:pt x="398456" y="24444"/>
                </a:lnTo>
                <a:lnTo>
                  <a:pt x="397993" y="24854"/>
                </a:lnTo>
                <a:lnTo>
                  <a:pt x="397542" y="25276"/>
                </a:lnTo>
                <a:lnTo>
                  <a:pt x="397101" y="25710"/>
                </a:lnTo>
                <a:lnTo>
                  <a:pt x="396671" y="26156"/>
                </a:lnTo>
                <a:lnTo>
                  <a:pt x="396252" y="26614"/>
                </a:lnTo>
                <a:lnTo>
                  <a:pt x="395845" y="27085"/>
                </a:lnTo>
                <a:lnTo>
                  <a:pt x="395448" y="27567"/>
                </a:lnTo>
                <a:lnTo>
                  <a:pt x="395062" y="28062"/>
                </a:lnTo>
                <a:lnTo>
                  <a:pt x="394687" y="28570"/>
                </a:lnTo>
                <a:lnTo>
                  <a:pt x="394323" y="29089"/>
                </a:lnTo>
                <a:lnTo>
                  <a:pt x="393970" y="29620"/>
                </a:lnTo>
                <a:lnTo>
                  <a:pt x="393630" y="30165"/>
                </a:lnTo>
                <a:lnTo>
                  <a:pt x="393304" y="30722"/>
                </a:lnTo>
                <a:lnTo>
                  <a:pt x="392993" y="31294"/>
                </a:lnTo>
                <a:lnTo>
                  <a:pt x="392696" y="31879"/>
                </a:lnTo>
                <a:lnTo>
                  <a:pt x="392414" y="32477"/>
                </a:lnTo>
                <a:lnTo>
                  <a:pt x="392146" y="33089"/>
                </a:lnTo>
                <a:lnTo>
                  <a:pt x="391892" y="33715"/>
                </a:lnTo>
                <a:lnTo>
                  <a:pt x="391654" y="34354"/>
                </a:lnTo>
                <a:lnTo>
                  <a:pt x="391429" y="35007"/>
                </a:lnTo>
                <a:lnTo>
                  <a:pt x="391219" y="35673"/>
                </a:lnTo>
                <a:lnTo>
                  <a:pt x="391024" y="36353"/>
                </a:lnTo>
                <a:lnTo>
                  <a:pt x="390843" y="37047"/>
                </a:lnTo>
                <a:lnTo>
                  <a:pt x="390676" y="37754"/>
                </a:lnTo>
                <a:lnTo>
                  <a:pt x="390524" y="38474"/>
                </a:lnTo>
                <a:lnTo>
                  <a:pt x="390387" y="39209"/>
                </a:lnTo>
                <a:lnTo>
                  <a:pt x="390264" y="39956"/>
                </a:lnTo>
                <a:lnTo>
                  <a:pt x="390155" y="40718"/>
                </a:lnTo>
                <a:lnTo>
                  <a:pt x="390061" y="41493"/>
                </a:lnTo>
                <a:lnTo>
                  <a:pt x="389981" y="42281"/>
                </a:lnTo>
                <a:lnTo>
                  <a:pt x="389916" y="43083"/>
                </a:lnTo>
                <a:lnTo>
                  <a:pt x="389865" y="43899"/>
                </a:lnTo>
                <a:lnTo>
                  <a:pt x="389829" y="44728"/>
                </a:lnTo>
                <a:lnTo>
                  <a:pt x="389808" y="45571"/>
                </a:lnTo>
                <a:lnTo>
                  <a:pt x="389800" y="46427"/>
                </a:lnTo>
                <a:lnTo>
                  <a:pt x="403447" y="46427"/>
                </a:lnTo>
                <a:lnTo>
                  <a:pt x="403456" y="45621"/>
                </a:lnTo>
                <a:lnTo>
                  <a:pt x="403484" y="44833"/>
                </a:lnTo>
                <a:lnTo>
                  <a:pt x="403531" y="44063"/>
                </a:lnTo>
                <a:lnTo>
                  <a:pt x="403597" y="43313"/>
                </a:lnTo>
                <a:lnTo>
                  <a:pt x="403681" y="42580"/>
                </a:lnTo>
                <a:lnTo>
                  <a:pt x="403784" y="41867"/>
                </a:lnTo>
                <a:lnTo>
                  <a:pt x="403905" y="41172"/>
                </a:lnTo>
                <a:lnTo>
                  <a:pt x="404046" y="40495"/>
                </a:lnTo>
                <a:lnTo>
                  <a:pt x="404205" y="39837"/>
                </a:lnTo>
                <a:lnTo>
                  <a:pt x="404383" y="39198"/>
                </a:lnTo>
                <a:lnTo>
                  <a:pt x="404579" y="38577"/>
                </a:lnTo>
                <a:lnTo>
                  <a:pt x="404795" y="37974"/>
                </a:lnTo>
                <a:lnTo>
                  <a:pt x="405029" y="37391"/>
                </a:lnTo>
                <a:lnTo>
                  <a:pt x="405281" y="36825"/>
                </a:lnTo>
                <a:lnTo>
                  <a:pt x="405553" y="36279"/>
                </a:lnTo>
                <a:lnTo>
                  <a:pt x="405843" y="35750"/>
                </a:lnTo>
                <a:lnTo>
                  <a:pt x="406152" y="35241"/>
                </a:lnTo>
                <a:lnTo>
                  <a:pt x="406479" y="34750"/>
                </a:lnTo>
                <a:lnTo>
                  <a:pt x="406826" y="34277"/>
                </a:lnTo>
                <a:lnTo>
                  <a:pt x="407191" y="33823"/>
                </a:lnTo>
                <a:lnTo>
                  <a:pt x="407574" y="33388"/>
                </a:lnTo>
                <a:lnTo>
                  <a:pt x="407977" y="32971"/>
                </a:lnTo>
                <a:lnTo>
                  <a:pt x="408398" y="32572"/>
                </a:lnTo>
                <a:lnTo>
                  <a:pt x="408838" y="32193"/>
                </a:lnTo>
                <a:lnTo>
                  <a:pt x="409292" y="31830"/>
                </a:lnTo>
                <a:lnTo>
                  <a:pt x="409754" y="31483"/>
                </a:lnTo>
                <a:lnTo>
                  <a:pt x="410225" y="31151"/>
                </a:lnTo>
                <a:lnTo>
                  <a:pt x="410705" y="30834"/>
                </a:lnTo>
                <a:lnTo>
                  <a:pt x="411194" y="30533"/>
                </a:lnTo>
                <a:lnTo>
                  <a:pt x="411692" y="30248"/>
                </a:lnTo>
                <a:lnTo>
                  <a:pt x="412198" y="29977"/>
                </a:lnTo>
                <a:lnTo>
                  <a:pt x="412713" y="29723"/>
                </a:lnTo>
                <a:lnTo>
                  <a:pt x="413237" y="29483"/>
                </a:lnTo>
                <a:lnTo>
                  <a:pt x="413769" y="29260"/>
                </a:lnTo>
                <a:lnTo>
                  <a:pt x="414311" y="29051"/>
                </a:lnTo>
                <a:lnTo>
                  <a:pt x="414861" y="28858"/>
                </a:lnTo>
                <a:lnTo>
                  <a:pt x="415420" y="28681"/>
                </a:lnTo>
                <a:lnTo>
                  <a:pt x="415988" y="28518"/>
                </a:lnTo>
                <a:lnTo>
                  <a:pt x="416564" y="28372"/>
                </a:lnTo>
                <a:lnTo>
                  <a:pt x="417149" y="28241"/>
                </a:lnTo>
                <a:lnTo>
                  <a:pt x="417744" y="28125"/>
                </a:lnTo>
                <a:lnTo>
                  <a:pt x="418346" y="28024"/>
                </a:lnTo>
                <a:lnTo>
                  <a:pt x="418958" y="27940"/>
                </a:lnTo>
                <a:lnTo>
                  <a:pt x="419578" y="27870"/>
                </a:lnTo>
                <a:lnTo>
                  <a:pt x="420207" y="27816"/>
                </a:lnTo>
                <a:lnTo>
                  <a:pt x="420845" y="27777"/>
                </a:lnTo>
                <a:lnTo>
                  <a:pt x="421492" y="27754"/>
                </a:lnTo>
                <a:lnTo>
                  <a:pt x="422148" y="27747"/>
                </a:lnTo>
                <a:lnTo>
                  <a:pt x="422747" y="27754"/>
                </a:lnTo>
                <a:lnTo>
                  <a:pt x="423338" y="27776"/>
                </a:lnTo>
                <a:lnTo>
                  <a:pt x="423921" y="27812"/>
                </a:lnTo>
                <a:lnTo>
                  <a:pt x="424495" y="27863"/>
                </a:lnTo>
                <a:lnTo>
                  <a:pt x="425060" y="27929"/>
                </a:lnTo>
                <a:lnTo>
                  <a:pt x="425617" y="28009"/>
                </a:lnTo>
                <a:lnTo>
                  <a:pt x="426166" y="28104"/>
                </a:lnTo>
                <a:lnTo>
                  <a:pt x="426706" y="28214"/>
                </a:lnTo>
                <a:lnTo>
                  <a:pt x="427237" y="28338"/>
                </a:lnTo>
                <a:lnTo>
                  <a:pt x="427760" y="28477"/>
                </a:lnTo>
                <a:lnTo>
                  <a:pt x="428275" y="28630"/>
                </a:lnTo>
                <a:lnTo>
                  <a:pt x="428781" y="28798"/>
                </a:lnTo>
                <a:lnTo>
                  <a:pt x="429279" y="28981"/>
                </a:lnTo>
                <a:lnTo>
                  <a:pt x="429768" y="29178"/>
                </a:lnTo>
                <a:lnTo>
                  <a:pt x="430249" y="29390"/>
                </a:lnTo>
                <a:lnTo>
                  <a:pt x="430721" y="29616"/>
                </a:lnTo>
                <a:lnTo>
                  <a:pt x="431185" y="29857"/>
                </a:lnTo>
                <a:lnTo>
                  <a:pt x="431640" y="30113"/>
                </a:lnTo>
                <a:lnTo>
                  <a:pt x="432087" y="30383"/>
                </a:lnTo>
                <a:lnTo>
                  <a:pt x="432525" y="30668"/>
                </a:lnTo>
                <a:lnTo>
                  <a:pt x="432955" y="30967"/>
                </a:lnTo>
                <a:lnTo>
                  <a:pt x="433376" y="31281"/>
                </a:lnTo>
                <a:lnTo>
                  <a:pt x="433789" y="31610"/>
                </a:lnTo>
                <a:lnTo>
                  <a:pt x="434194" y="31953"/>
                </a:lnTo>
                <a:lnTo>
                  <a:pt x="434585" y="32316"/>
                </a:lnTo>
                <a:lnTo>
                  <a:pt x="434960" y="32703"/>
                </a:lnTo>
                <a:lnTo>
                  <a:pt x="435319" y="33115"/>
                </a:lnTo>
                <a:lnTo>
                  <a:pt x="435661" y="33552"/>
                </a:lnTo>
                <a:lnTo>
                  <a:pt x="435986" y="34014"/>
                </a:lnTo>
                <a:lnTo>
                  <a:pt x="436294" y="34500"/>
                </a:lnTo>
                <a:lnTo>
                  <a:pt x="436586" y="35011"/>
                </a:lnTo>
                <a:lnTo>
                  <a:pt x="436861" y="35546"/>
                </a:lnTo>
                <a:lnTo>
                  <a:pt x="437119" y="36106"/>
                </a:lnTo>
                <a:lnTo>
                  <a:pt x="437361" y="36691"/>
                </a:lnTo>
                <a:lnTo>
                  <a:pt x="437586" y="37301"/>
                </a:lnTo>
                <a:lnTo>
                  <a:pt x="437795" y="37935"/>
                </a:lnTo>
                <a:lnTo>
                  <a:pt x="437986" y="38594"/>
                </a:lnTo>
                <a:lnTo>
                  <a:pt x="438161" y="39277"/>
                </a:lnTo>
                <a:lnTo>
                  <a:pt x="438320" y="39985"/>
                </a:lnTo>
                <a:lnTo>
                  <a:pt x="438462" y="40718"/>
                </a:lnTo>
                <a:lnTo>
                  <a:pt x="438587" y="41475"/>
                </a:lnTo>
                <a:lnTo>
                  <a:pt x="438695" y="42258"/>
                </a:lnTo>
                <a:lnTo>
                  <a:pt x="438787" y="43064"/>
                </a:lnTo>
                <a:lnTo>
                  <a:pt x="438862" y="43896"/>
                </a:lnTo>
                <a:lnTo>
                  <a:pt x="438920" y="44752"/>
                </a:lnTo>
                <a:lnTo>
                  <a:pt x="438962" y="45633"/>
                </a:lnTo>
                <a:lnTo>
                  <a:pt x="438987" y="46538"/>
                </a:lnTo>
                <a:lnTo>
                  <a:pt x="438995" y="47468"/>
                </a:lnTo>
                <a:lnTo>
                  <a:pt x="438995" y="53891"/>
                </a:lnTo>
                <a:lnTo>
                  <a:pt x="437668" y="53909"/>
                </a:lnTo>
                <a:lnTo>
                  <a:pt x="436356" y="53933"/>
                </a:lnTo>
                <a:lnTo>
                  <a:pt x="435057" y="53964"/>
                </a:lnTo>
                <a:lnTo>
                  <a:pt x="433772" y="54002"/>
                </a:lnTo>
                <a:lnTo>
                  <a:pt x="432502" y="54047"/>
                </a:lnTo>
                <a:lnTo>
                  <a:pt x="431245" y="54098"/>
                </a:lnTo>
                <a:lnTo>
                  <a:pt x="430003" y="54155"/>
                </a:lnTo>
                <a:lnTo>
                  <a:pt x="428774" y="54220"/>
                </a:lnTo>
                <a:lnTo>
                  <a:pt x="427560" y="54291"/>
                </a:lnTo>
                <a:lnTo>
                  <a:pt x="426359" y="54369"/>
                </a:lnTo>
                <a:lnTo>
                  <a:pt x="425173" y="54453"/>
                </a:lnTo>
                <a:lnTo>
                  <a:pt x="424001" y="54544"/>
                </a:lnTo>
                <a:lnTo>
                  <a:pt x="422843" y="54642"/>
                </a:lnTo>
                <a:lnTo>
                  <a:pt x="421698" y="54747"/>
                </a:lnTo>
                <a:lnTo>
                  <a:pt x="420568" y="54858"/>
                </a:lnTo>
                <a:lnTo>
                  <a:pt x="419452" y="54975"/>
                </a:lnTo>
                <a:lnTo>
                  <a:pt x="418350" y="55100"/>
                </a:lnTo>
                <a:lnTo>
                  <a:pt x="417262" y="55231"/>
                </a:lnTo>
                <a:lnTo>
                  <a:pt x="416188" y="55369"/>
                </a:lnTo>
                <a:lnTo>
                  <a:pt x="415128" y="55513"/>
                </a:lnTo>
                <a:lnTo>
                  <a:pt x="414082" y="55664"/>
                </a:lnTo>
                <a:lnTo>
                  <a:pt x="413050" y="55822"/>
                </a:lnTo>
                <a:lnTo>
                  <a:pt x="412032" y="55986"/>
                </a:lnTo>
                <a:lnTo>
                  <a:pt x="411028" y="56157"/>
                </a:lnTo>
                <a:lnTo>
                  <a:pt x="410041" y="56338"/>
                </a:lnTo>
                <a:lnTo>
                  <a:pt x="409072" y="56533"/>
                </a:lnTo>
                <a:lnTo>
                  <a:pt x="408123" y="56740"/>
                </a:lnTo>
                <a:lnTo>
                  <a:pt x="407192" y="56961"/>
                </a:lnTo>
                <a:lnTo>
                  <a:pt x="406280" y="57196"/>
                </a:lnTo>
                <a:lnTo>
                  <a:pt x="405387" y="57443"/>
                </a:lnTo>
                <a:lnTo>
                  <a:pt x="404513" y="57704"/>
                </a:lnTo>
                <a:lnTo>
                  <a:pt x="403657" y="57978"/>
                </a:lnTo>
                <a:lnTo>
                  <a:pt x="402821" y="58266"/>
                </a:lnTo>
                <a:lnTo>
                  <a:pt x="402003" y="58567"/>
                </a:lnTo>
                <a:lnTo>
                  <a:pt x="401205" y="58881"/>
                </a:lnTo>
                <a:lnTo>
                  <a:pt x="400425" y="59209"/>
                </a:lnTo>
                <a:lnTo>
                  <a:pt x="399664" y="59549"/>
                </a:lnTo>
                <a:lnTo>
                  <a:pt x="398922" y="59904"/>
                </a:lnTo>
                <a:lnTo>
                  <a:pt x="398198" y="60271"/>
                </a:lnTo>
                <a:lnTo>
                  <a:pt x="397494" y="60652"/>
                </a:lnTo>
                <a:lnTo>
                  <a:pt x="396808" y="61046"/>
                </a:lnTo>
                <a:lnTo>
                  <a:pt x="396142" y="61453"/>
                </a:lnTo>
                <a:lnTo>
                  <a:pt x="395494" y="61874"/>
                </a:lnTo>
                <a:lnTo>
                  <a:pt x="394865" y="62308"/>
                </a:lnTo>
                <a:lnTo>
                  <a:pt x="394255" y="62755"/>
                </a:lnTo>
                <a:lnTo>
                  <a:pt x="393664" y="63216"/>
                </a:lnTo>
                <a:lnTo>
                  <a:pt x="393091" y="63690"/>
                </a:lnTo>
                <a:lnTo>
                  <a:pt x="392538" y="64177"/>
                </a:lnTo>
                <a:lnTo>
                  <a:pt x="392005" y="64681"/>
                </a:lnTo>
                <a:lnTo>
                  <a:pt x="391495" y="65204"/>
                </a:lnTo>
                <a:lnTo>
                  <a:pt x="391008" y="65746"/>
                </a:lnTo>
                <a:lnTo>
                  <a:pt x="390543" y="66308"/>
                </a:lnTo>
                <a:lnTo>
                  <a:pt x="390101" y="66889"/>
                </a:lnTo>
                <a:lnTo>
                  <a:pt x="389682" y="67489"/>
                </a:lnTo>
                <a:lnTo>
                  <a:pt x="389285" y="68109"/>
                </a:lnTo>
                <a:lnTo>
                  <a:pt x="388911" y="68748"/>
                </a:lnTo>
                <a:lnTo>
                  <a:pt x="388560" y="69407"/>
                </a:lnTo>
                <a:lnTo>
                  <a:pt x="388231" y="70085"/>
                </a:lnTo>
                <a:lnTo>
                  <a:pt x="387925" y="70782"/>
                </a:lnTo>
                <a:lnTo>
                  <a:pt x="387642" y="71499"/>
                </a:lnTo>
                <a:lnTo>
                  <a:pt x="387381" y="72235"/>
                </a:lnTo>
                <a:lnTo>
                  <a:pt x="387143" y="72990"/>
                </a:lnTo>
                <a:lnTo>
                  <a:pt x="386928" y="73765"/>
                </a:lnTo>
                <a:lnTo>
                  <a:pt x="386735" y="74559"/>
                </a:lnTo>
                <a:lnTo>
                  <a:pt x="386565" y="75372"/>
                </a:lnTo>
                <a:lnTo>
                  <a:pt x="386418" y="76205"/>
                </a:lnTo>
                <a:lnTo>
                  <a:pt x="386293" y="77057"/>
                </a:lnTo>
                <a:lnTo>
                  <a:pt x="386191" y="77929"/>
                </a:lnTo>
                <a:lnTo>
                  <a:pt x="386112" y="78820"/>
                </a:lnTo>
                <a:lnTo>
                  <a:pt x="386055" y="79730"/>
                </a:lnTo>
                <a:lnTo>
                  <a:pt x="386021" y="80659"/>
                </a:lnTo>
                <a:lnTo>
                  <a:pt x="386010" y="81608"/>
                </a:lnTo>
                <a:lnTo>
                  <a:pt x="386015" y="82272"/>
                </a:lnTo>
                <a:lnTo>
                  <a:pt x="386032" y="82927"/>
                </a:lnTo>
                <a:lnTo>
                  <a:pt x="386061" y="83573"/>
                </a:lnTo>
                <a:lnTo>
                  <a:pt x="386101" y="84209"/>
                </a:lnTo>
                <a:lnTo>
                  <a:pt x="386152" y="84837"/>
                </a:lnTo>
                <a:lnTo>
                  <a:pt x="386215" y="85455"/>
                </a:lnTo>
                <a:lnTo>
                  <a:pt x="386289" y="86064"/>
                </a:lnTo>
                <a:lnTo>
                  <a:pt x="386375" y="86664"/>
                </a:lnTo>
                <a:lnTo>
                  <a:pt x="386472" y="87256"/>
                </a:lnTo>
                <a:lnTo>
                  <a:pt x="386580" y="87838"/>
                </a:lnTo>
                <a:lnTo>
                  <a:pt x="386700" y="88411"/>
                </a:lnTo>
                <a:lnTo>
                  <a:pt x="386831" y="88975"/>
                </a:lnTo>
                <a:lnTo>
                  <a:pt x="386974" y="89529"/>
                </a:lnTo>
                <a:lnTo>
                  <a:pt x="387128" y="90075"/>
                </a:lnTo>
                <a:lnTo>
                  <a:pt x="387293" y="90612"/>
                </a:lnTo>
                <a:lnTo>
                  <a:pt x="387470" y="91140"/>
                </a:lnTo>
                <a:lnTo>
                  <a:pt x="387658" y="91658"/>
                </a:lnTo>
                <a:lnTo>
                  <a:pt x="387858" y="92168"/>
                </a:lnTo>
                <a:lnTo>
                  <a:pt x="388069" y="92668"/>
                </a:lnTo>
                <a:lnTo>
                  <a:pt x="388291" y="93159"/>
                </a:lnTo>
                <a:lnTo>
                  <a:pt x="388525" y="93641"/>
                </a:lnTo>
                <a:lnTo>
                  <a:pt x="388770" y="94115"/>
                </a:lnTo>
                <a:lnTo>
                  <a:pt x="389027" y="94579"/>
                </a:lnTo>
                <a:lnTo>
                  <a:pt x="389295" y="95034"/>
                </a:lnTo>
                <a:lnTo>
                  <a:pt x="389572" y="95479"/>
                </a:lnTo>
                <a:lnTo>
                  <a:pt x="389858" y="95915"/>
                </a:lnTo>
                <a:lnTo>
                  <a:pt x="390150" y="96342"/>
                </a:lnTo>
                <a:lnTo>
                  <a:pt x="390451" y="96760"/>
                </a:lnTo>
                <a:lnTo>
                  <a:pt x="390759" y="97168"/>
                </a:lnTo>
                <a:lnTo>
                  <a:pt x="391074" y="97566"/>
                </a:lnTo>
                <a:lnTo>
                  <a:pt x="391398" y="97956"/>
                </a:lnTo>
                <a:lnTo>
                  <a:pt x="391728" y="98336"/>
                </a:lnTo>
                <a:lnTo>
                  <a:pt x="392067" y="98706"/>
                </a:lnTo>
                <a:lnTo>
                  <a:pt x="392413" y="99067"/>
                </a:lnTo>
                <a:lnTo>
                  <a:pt x="392766" y="99419"/>
                </a:lnTo>
                <a:lnTo>
                  <a:pt x="393128" y="99762"/>
                </a:lnTo>
                <a:lnTo>
                  <a:pt x="393497" y="100095"/>
                </a:lnTo>
                <a:lnTo>
                  <a:pt x="393873" y="100419"/>
                </a:lnTo>
                <a:lnTo>
                  <a:pt x="394257" y="100733"/>
                </a:lnTo>
                <a:lnTo>
                  <a:pt x="394649" y="101038"/>
                </a:lnTo>
                <a:lnTo>
                  <a:pt x="395048" y="101334"/>
                </a:lnTo>
                <a:lnTo>
                  <a:pt x="395455" y="101620"/>
                </a:lnTo>
                <a:lnTo>
                  <a:pt x="395869" y="101897"/>
                </a:lnTo>
                <a:lnTo>
                  <a:pt x="396291" y="102164"/>
                </a:lnTo>
                <a:lnTo>
                  <a:pt x="396721" y="102422"/>
                </a:lnTo>
                <a:lnTo>
                  <a:pt x="397158" y="102671"/>
                </a:lnTo>
                <a:lnTo>
                  <a:pt x="397603" y="102910"/>
                </a:lnTo>
                <a:lnTo>
                  <a:pt x="398056" y="103140"/>
                </a:lnTo>
                <a:lnTo>
                  <a:pt x="398514" y="103361"/>
                </a:lnTo>
                <a:lnTo>
                  <a:pt x="398976" y="103572"/>
                </a:lnTo>
                <a:lnTo>
                  <a:pt x="399443" y="103774"/>
                </a:lnTo>
                <a:lnTo>
                  <a:pt x="399914" y="103966"/>
                </a:lnTo>
                <a:lnTo>
                  <a:pt x="400388" y="104149"/>
                </a:lnTo>
                <a:lnTo>
                  <a:pt x="400867" y="104322"/>
                </a:lnTo>
                <a:lnTo>
                  <a:pt x="401350" y="104486"/>
                </a:lnTo>
                <a:lnTo>
                  <a:pt x="401837" y="104641"/>
                </a:lnTo>
                <a:lnTo>
                  <a:pt x="402328" y="104787"/>
                </a:lnTo>
                <a:lnTo>
                  <a:pt x="402823" y="104923"/>
                </a:lnTo>
                <a:lnTo>
                  <a:pt x="403322" y="105049"/>
                </a:lnTo>
                <a:lnTo>
                  <a:pt x="403826" y="105167"/>
                </a:lnTo>
                <a:lnTo>
                  <a:pt x="404333" y="105274"/>
                </a:lnTo>
                <a:lnTo>
                  <a:pt x="404845" y="105373"/>
                </a:lnTo>
                <a:lnTo>
                  <a:pt x="405361" y="105462"/>
                </a:lnTo>
                <a:lnTo>
                  <a:pt x="405880" y="105542"/>
                </a:lnTo>
                <a:lnTo>
                  <a:pt x="406404" y="105612"/>
                </a:lnTo>
                <a:lnTo>
                  <a:pt x="406932" y="105673"/>
                </a:lnTo>
                <a:lnTo>
                  <a:pt x="407464" y="105725"/>
                </a:lnTo>
                <a:lnTo>
                  <a:pt x="408000" y="105767"/>
                </a:lnTo>
                <a:lnTo>
                  <a:pt x="408541" y="105800"/>
                </a:lnTo>
                <a:lnTo>
                  <a:pt x="409085" y="105823"/>
                </a:lnTo>
                <a:lnTo>
                  <a:pt x="409633" y="105837"/>
                </a:lnTo>
                <a:lnTo>
                  <a:pt x="410186" y="105842"/>
                </a:lnTo>
                <a:lnTo>
                  <a:pt x="410968" y="105836"/>
                </a:lnTo>
                <a:lnTo>
                  <a:pt x="411742" y="105817"/>
                </a:lnTo>
                <a:lnTo>
                  <a:pt x="412509" y="105785"/>
                </a:lnTo>
                <a:lnTo>
                  <a:pt x="413268" y="105741"/>
                </a:lnTo>
                <a:close/>
                <a:moveTo>
                  <a:pt x="411686" y="94942"/>
                </a:moveTo>
                <a:lnTo>
                  <a:pt x="411164" y="94883"/>
                </a:lnTo>
                <a:lnTo>
                  <a:pt x="410654" y="94811"/>
                </a:lnTo>
                <a:lnTo>
                  <a:pt x="410157" y="94725"/>
                </a:lnTo>
                <a:lnTo>
                  <a:pt x="409671" y="94627"/>
                </a:lnTo>
                <a:lnTo>
                  <a:pt x="409197" y="94515"/>
                </a:lnTo>
                <a:lnTo>
                  <a:pt x="408736" y="94391"/>
                </a:lnTo>
                <a:lnTo>
                  <a:pt x="408286" y="94253"/>
                </a:lnTo>
                <a:lnTo>
                  <a:pt x="407848" y="94102"/>
                </a:lnTo>
                <a:lnTo>
                  <a:pt x="407423" y="93938"/>
                </a:lnTo>
                <a:lnTo>
                  <a:pt x="407009" y="93761"/>
                </a:lnTo>
                <a:lnTo>
                  <a:pt x="406607" y="93571"/>
                </a:lnTo>
                <a:lnTo>
                  <a:pt x="406217" y="93367"/>
                </a:lnTo>
                <a:lnTo>
                  <a:pt x="405840" y="93151"/>
                </a:lnTo>
                <a:lnTo>
                  <a:pt x="405474" y="92921"/>
                </a:lnTo>
                <a:lnTo>
                  <a:pt x="405120" y="92678"/>
                </a:lnTo>
                <a:lnTo>
                  <a:pt x="404778" y="92422"/>
                </a:lnTo>
                <a:lnTo>
                  <a:pt x="404448" y="92153"/>
                </a:lnTo>
                <a:lnTo>
                  <a:pt x="404131" y="91871"/>
                </a:lnTo>
                <a:lnTo>
                  <a:pt x="403825" y="91576"/>
                </a:lnTo>
                <a:lnTo>
                  <a:pt x="403531" y="91268"/>
                </a:lnTo>
                <a:lnTo>
                  <a:pt x="403249" y="90948"/>
                </a:lnTo>
                <a:lnTo>
                  <a:pt x="402979" y="90619"/>
                </a:lnTo>
                <a:lnTo>
                  <a:pt x="402722" y="90281"/>
                </a:lnTo>
                <a:lnTo>
                  <a:pt x="402476" y="89934"/>
                </a:lnTo>
                <a:lnTo>
                  <a:pt x="402242" y="89578"/>
                </a:lnTo>
                <a:lnTo>
                  <a:pt x="402020" y="89213"/>
                </a:lnTo>
                <a:lnTo>
                  <a:pt x="401810" y="88838"/>
                </a:lnTo>
                <a:lnTo>
                  <a:pt x="401612" y="88455"/>
                </a:lnTo>
                <a:lnTo>
                  <a:pt x="401426" y="88062"/>
                </a:lnTo>
                <a:lnTo>
                  <a:pt x="401253" y="87660"/>
                </a:lnTo>
                <a:lnTo>
                  <a:pt x="401091" y="87249"/>
                </a:lnTo>
                <a:lnTo>
                  <a:pt x="400941" y="86829"/>
                </a:lnTo>
                <a:lnTo>
                  <a:pt x="400803" y="86400"/>
                </a:lnTo>
                <a:lnTo>
                  <a:pt x="400677" y="85962"/>
                </a:lnTo>
                <a:lnTo>
                  <a:pt x="400563" y="85515"/>
                </a:lnTo>
                <a:lnTo>
                  <a:pt x="400461" y="85058"/>
                </a:lnTo>
                <a:lnTo>
                  <a:pt x="400371" y="84593"/>
                </a:lnTo>
                <a:lnTo>
                  <a:pt x="400293" y="84118"/>
                </a:lnTo>
                <a:lnTo>
                  <a:pt x="400227" y="83634"/>
                </a:lnTo>
                <a:lnTo>
                  <a:pt x="400173" y="83141"/>
                </a:lnTo>
                <a:lnTo>
                  <a:pt x="400131" y="82639"/>
                </a:lnTo>
                <a:lnTo>
                  <a:pt x="400101" y="82128"/>
                </a:lnTo>
                <a:lnTo>
                  <a:pt x="400083" y="81608"/>
                </a:lnTo>
                <a:lnTo>
                  <a:pt x="400077" y="81079"/>
                </a:lnTo>
                <a:lnTo>
                  <a:pt x="400093" y="80280"/>
                </a:lnTo>
                <a:lnTo>
                  <a:pt x="400140" y="79500"/>
                </a:lnTo>
                <a:lnTo>
                  <a:pt x="400218" y="78740"/>
                </a:lnTo>
                <a:lnTo>
                  <a:pt x="400328" y="77998"/>
                </a:lnTo>
                <a:lnTo>
                  <a:pt x="400469" y="77275"/>
                </a:lnTo>
                <a:lnTo>
                  <a:pt x="400641" y="76571"/>
                </a:lnTo>
                <a:lnTo>
                  <a:pt x="400844" y="75887"/>
                </a:lnTo>
                <a:lnTo>
                  <a:pt x="401079" y="75221"/>
                </a:lnTo>
                <a:lnTo>
                  <a:pt x="401345" y="74574"/>
                </a:lnTo>
                <a:lnTo>
                  <a:pt x="401642" y="73947"/>
                </a:lnTo>
                <a:lnTo>
                  <a:pt x="401971" y="73338"/>
                </a:lnTo>
                <a:lnTo>
                  <a:pt x="402331" y="72749"/>
                </a:lnTo>
                <a:lnTo>
                  <a:pt x="402722" y="72178"/>
                </a:lnTo>
                <a:lnTo>
                  <a:pt x="403144" y="71626"/>
                </a:lnTo>
                <a:lnTo>
                  <a:pt x="403598" y="71094"/>
                </a:lnTo>
                <a:lnTo>
                  <a:pt x="404083" y="70580"/>
                </a:lnTo>
                <a:lnTo>
                  <a:pt x="404600" y="70085"/>
                </a:lnTo>
                <a:lnTo>
                  <a:pt x="405147" y="69610"/>
                </a:lnTo>
                <a:lnTo>
                  <a:pt x="405726" y="69153"/>
                </a:lnTo>
                <a:lnTo>
                  <a:pt x="406337" y="68716"/>
                </a:lnTo>
                <a:lnTo>
                  <a:pt x="406978" y="68297"/>
                </a:lnTo>
                <a:lnTo>
                  <a:pt x="407651" y="67897"/>
                </a:lnTo>
                <a:lnTo>
                  <a:pt x="408355" y="67517"/>
                </a:lnTo>
                <a:lnTo>
                  <a:pt x="409091" y="67155"/>
                </a:lnTo>
                <a:lnTo>
                  <a:pt x="409862" y="66810"/>
                </a:lnTo>
                <a:lnTo>
                  <a:pt x="410675" y="66478"/>
                </a:lnTo>
                <a:lnTo>
                  <a:pt x="411528" y="66160"/>
                </a:lnTo>
                <a:lnTo>
                  <a:pt x="412423" y="65856"/>
                </a:lnTo>
                <a:lnTo>
                  <a:pt x="413358" y="65566"/>
                </a:lnTo>
                <a:lnTo>
                  <a:pt x="414335" y="65289"/>
                </a:lnTo>
                <a:lnTo>
                  <a:pt x="415352" y="65026"/>
                </a:lnTo>
                <a:lnTo>
                  <a:pt x="416410" y="64777"/>
                </a:lnTo>
                <a:lnTo>
                  <a:pt x="417509" y="64542"/>
                </a:lnTo>
                <a:lnTo>
                  <a:pt x="418649" y="64320"/>
                </a:lnTo>
                <a:lnTo>
                  <a:pt x="419830" y="64112"/>
                </a:lnTo>
                <a:lnTo>
                  <a:pt x="421052" y="63918"/>
                </a:lnTo>
                <a:lnTo>
                  <a:pt x="422315" y="63738"/>
                </a:lnTo>
                <a:lnTo>
                  <a:pt x="423619" y="63571"/>
                </a:lnTo>
                <a:lnTo>
                  <a:pt x="424964" y="63418"/>
                </a:lnTo>
                <a:lnTo>
                  <a:pt x="426350" y="63279"/>
                </a:lnTo>
                <a:lnTo>
                  <a:pt x="427777" y="63154"/>
                </a:lnTo>
                <a:lnTo>
                  <a:pt x="429245" y="63042"/>
                </a:lnTo>
                <a:lnTo>
                  <a:pt x="430753" y="62945"/>
                </a:lnTo>
                <a:lnTo>
                  <a:pt x="432303" y="62861"/>
                </a:lnTo>
                <a:lnTo>
                  <a:pt x="433893" y="62790"/>
                </a:lnTo>
                <a:lnTo>
                  <a:pt x="435525" y="62734"/>
                </a:lnTo>
                <a:lnTo>
                  <a:pt x="437197" y="62691"/>
                </a:lnTo>
                <a:lnTo>
                  <a:pt x="438911" y="62662"/>
                </a:lnTo>
                <a:lnTo>
                  <a:pt x="438911" y="80723"/>
                </a:lnTo>
                <a:lnTo>
                  <a:pt x="438542" y="81253"/>
                </a:lnTo>
                <a:lnTo>
                  <a:pt x="438167" y="81774"/>
                </a:lnTo>
                <a:lnTo>
                  <a:pt x="437785" y="82286"/>
                </a:lnTo>
                <a:lnTo>
                  <a:pt x="437397" y="82791"/>
                </a:lnTo>
                <a:lnTo>
                  <a:pt x="437002" y="83286"/>
                </a:lnTo>
                <a:lnTo>
                  <a:pt x="436600" y="83773"/>
                </a:lnTo>
                <a:lnTo>
                  <a:pt x="436191" y="84252"/>
                </a:lnTo>
                <a:lnTo>
                  <a:pt x="435775" y="84722"/>
                </a:lnTo>
                <a:lnTo>
                  <a:pt x="435353" y="85184"/>
                </a:lnTo>
                <a:lnTo>
                  <a:pt x="434924" y="85637"/>
                </a:lnTo>
                <a:lnTo>
                  <a:pt x="434489" y="86082"/>
                </a:lnTo>
                <a:lnTo>
                  <a:pt x="434046" y="86518"/>
                </a:lnTo>
                <a:lnTo>
                  <a:pt x="433597" y="86945"/>
                </a:lnTo>
                <a:lnTo>
                  <a:pt x="433141" y="87364"/>
                </a:lnTo>
                <a:lnTo>
                  <a:pt x="432679" y="87775"/>
                </a:lnTo>
                <a:lnTo>
                  <a:pt x="432209" y="88177"/>
                </a:lnTo>
                <a:lnTo>
                  <a:pt x="431733" y="88571"/>
                </a:lnTo>
                <a:lnTo>
                  <a:pt x="431250" y="88956"/>
                </a:lnTo>
                <a:lnTo>
                  <a:pt x="430761" y="89333"/>
                </a:lnTo>
                <a:lnTo>
                  <a:pt x="430265" y="89701"/>
                </a:lnTo>
                <a:lnTo>
                  <a:pt x="429762" y="90060"/>
                </a:lnTo>
                <a:lnTo>
                  <a:pt x="429252" y="90412"/>
                </a:lnTo>
                <a:lnTo>
                  <a:pt x="428736" y="90754"/>
                </a:lnTo>
                <a:lnTo>
                  <a:pt x="428213" y="91088"/>
                </a:lnTo>
                <a:lnTo>
                  <a:pt x="427683" y="91411"/>
                </a:lnTo>
                <a:lnTo>
                  <a:pt x="427148" y="91721"/>
                </a:lnTo>
                <a:lnTo>
                  <a:pt x="426607" y="92016"/>
                </a:lnTo>
                <a:lnTo>
                  <a:pt x="426060" y="92298"/>
                </a:lnTo>
                <a:lnTo>
                  <a:pt x="425507" y="92566"/>
                </a:lnTo>
                <a:lnTo>
                  <a:pt x="424948" y="92820"/>
                </a:lnTo>
                <a:lnTo>
                  <a:pt x="424384" y="93061"/>
                </a:lnTo>
                <a:lnTo>
                  <a:pt x="423814" y="93288"/>
                </a:lnTo>
                <a:lnTo>
                  <a:pt x="423237" y="93501"/>
                </a:lnTo>
                <a:lnTo>
                  <a:pt x="422655" y="93700"/>
                </a:lnTo>
                <a:lnTo>
                  <a:pt x="422067" y="93885"/>
                </a:lnTo>
                <a:lnTo>
                  <a:pt x="421474" y="94057"/>
                </a:lnTo>
                <a:lnTo>
                  <a:pt x="420874" y="94215"/>
                </a:lnTo>
                <a:lnTo>
                  <a:pt x="420269" y="94360"/>
                </a:lnTo>
                <a:lnTo>
                  <a:pt x="419657" y="94490"/>
                </a:lnTo>
                <a:lnTo>
                  <a:pt x="419040" y="94607"/>
                </a:lnTo>
                <a:lnTo>
                  <a:pt x="418417" y="94710"/>
                </a:lnTo>
                <a:lnTo>
                  <a:pt x="417788" y="94799"/>
                </a:lnTo>
                <a:lnTo>
                  <a:pt x="417154" y="94875"/>
                </a:lnTo>
                <a:lnTo>
                  <a:pt x="416513" y="94937"/>
                </a:lnTo>
                <a:lnTo>
                  <a:pt x="415867" y="94985"/>
                </a:lnTo>
                <a:lnTo>
                  <a:pt x="415214" y="95019"/>
                </a:lnTo>
                <a:lnTo>
                  <a:pt x="414556" y="95040"/>
                </a:lnTo>
                <a:lnTo>
                  <a:pt x="413892" y="95047"/>
                </a:lnTo>
                <a:lnTo>
                  <a:pt x="413323" y="95040"/>
                </a:lnTo>
                <a:lnTo>
                  <a:pt x="412765" y="95021"/>
                </a:lnTo>
                <a:lnTo>
                  <a:pt x="412219" y="94988"/>
                </a:lnTo>
                <a:lnTo>
                  <a:pt x="411686" y="94942"/>
                </a:lnTo>
                <a:close/>
                <a:moveTo>
                  <a:pt x="96284" y="104324"/>
                </a:moveTo>
                <a:lnTo>
                  <a:pt x="122482" y="18807"/>
                </a:lnTo>
                <a:lnTo>
                  <a:pt x="108667" y="18807"/>
                </a:lnTo>
                <a:lnTo>
                  <a:pt x="89376" y="87731"/>
                </a:lnTo>
                <a:lnTo>
                  <a:pt x="69412" y="18807"/>
                </a:lnTo>
                <a:lnTo>
                  <a:pt x="53828" y="18807"/>
                </a:lnTo>
                <a:lnTo>
                  <a:pt x="34116" y="87818"/>
                </a:lnTo>
                <a:lnTo>
                  <a:pt x="14657" y="18807"/>
                </a:lnTo>
                <a:lnTo>
                  <a:pt x="0" y="18807"/>
                </a:lnTo>
                <a:lnTo>
                  <a:pt x="26282" y="104324"/>
                </a:lnTo>
                <a:lnTo>
                  <a:pt x="41192" y="104324"/>
                </a:lnTo>
                <a:lnTo>
                  <a:pt x="61325" y="34699"/>
                </a:lnTo>
                <a:lnTo>
                  <a:pt x="81374" y="104324"/>
                </a:lnTo>
                <a:lnTo>
                  <a:pt x="96284" y="104324"/>
                </a:lnTo>
                <a:close/>
                <a:moveTo>
                  <a:pt x="493652" y="87448"/>
                </a:moveTo>
                <a:lnTo>
                  <a:pt x="493133" y="87438"/>
                </a:lnTo>
                <a:lnTo>
                  <a:pt x="492622" y="87425"/>
                </a:lnTo>
                <a:lnTo>
                  <a:pt x="492122" y="87410"/>
                </a:lnTo>
                <a:lnTo>
                  <a:pt x="491630" y="87392"/>
                </a:lnTo>
                <a:lnTo>
                  <a:pt x="491148" y="87372"/>
                </a:lnTo>
                <a:lnTo>
                  <a:pt x="490676" y="87350"/>
                </a:lnTo>
                <a:lnTo>
                  <a:pt x="490212" y="87325"/>
                </a:lnTo>
                <a:lnTo>
                  <a:pt x="489758" y="87298"/>
                </a:lnTo>
                <a:lnTo>
                  <a:pt x="489314" y="87268"/>
                </a:lnTo>
                <a:lnTo>
                  <a:pt x="488879" y="87236"/>
                </a:lnTo>
                <a:lnTo>
                  <a:pt x="488453" y="87202"/>
                </a:lnTo>
                <a:lnTo>
                  <a:pt x="488036" y="87166"/>
                </a:lnTo>
                <a:lnTo>
                  <a:pt x="487629" y="87127"/>
                </a:lnTo>
                <a:lnTo>
                  <a:pt x="487231" y="87086"/>
                </a:lnTo>
                <a:lnTo>
                  <a:pt x="486843" y="87042"/>
                </a:lnTo>
                <a:lnTo>
                  <a:pt x="486464" y="86996"/>
                </a:lnTo>
                <a:lnTo>
                  <a:pt x="486094" y="86948"/>
                </a:lnTo>
                <a:lnTo>
                  <a:pt x="485734" y="86897"/>
                </a:lnTo>
                <a:lnTo>
                  <a:pt x="485383" y="86844"/>
                </a:lnTo>
                <a:lnTo>
                  <a:pt x="485041" y="86788"/>
                </a:lnTo>
                <a:lnTo>
                  <a:pt x="484709" y="86731"/>
                </a:lnTo>
                <a:lnTo>
                  <a:pt x="484386" y="86670"/>
                </a:lnTo>
                <a:lnTo>
                  <a:pt x="484072" y="86608"/>
                </a:lnTo>
                <a:lnTo>
                  <a:pt x="483767" y="86543"/>
                </a:lnTo>
                <a:lnTo>
                  <a:pt x="483470" y="86477"/>
                </a:lnTo>
                <a:lnTo>
                  <a:pt x="483180" y="86408"/>
                </a:lnTo>
                <a:lnTo>
                  <a:pt x="482898" y="86338"/>
                </a:lnTo>
                <a:lnTo>
                  <a:pt x="482623" y="86266"/>
                </a:lnTo>
                <a:lnTo>
                  <a:pt x="482356" y="86191"/>
                </a:lnTo>
                <a:lnTo>
                  <a:pt x="482097" y="86115"/>
                </a:lnTo>
                <a:lnTo>
                  <a:pt x="481845" y="86037"/>
                </a:lnTo>
                <a:lnTo>
                  <a:pt x="481600" y="85957"/>
                </a:lnTo>
                <a:lnTo>
                  <a:pt x="481364" y="85875"/>
                </a:lnTo>
                <a:lnTo>
                  <a:pt x="481135" y="85792"/>
                </a:lnTo>
                <a:lnTo>
                  <a:pt x="480913" y="85706"/>
                </a:lnTo>
                <a:lnTo>
                  <a:pt x="480700" y="85618"/>
                </a:lnTo>
                <a:lnTo>
                  <a:pt x="480493" y="85529"/>
                </a:lnTo>
                <a:lnTo>
                  <a:pt x="480295" y="85437"/>
                </a:lnTo>
                <a:lnTo>
                  <a:pt x="480104" y="85344"/>
                </a:lnTo>
                <a:lnTo>
                  <a:pt x="479920" y="85249"/>
                </a:lnTo>
                <a:lnTo>
                  <a:pt x="479745" y="85152"/>
                </a:lnTo>
                <a:lnTo>
                  <a:pt x="479576" y="85053"/>
                </a:lnTo>
                <a:lnTo>
                  <a:pt x="479416" y="84952"/>
                </a:lnTo>
                <a:lnTo>
                  <a:pt x="479263" y="84849"/>
                </a:lnTo>
                <a:lnTo>
                  <a:pt x="479117" y="84744"/>
                </a:lnTo>
                <a:lnTo>
                  <a:pt x="478980" y="84637"/>
                </a:lnTo>
                <a:lnTo>
                  <a:pt x="478850" y="84529"/>
                </a:lnTo>
                <a:lnTo>
                  <a:pt x="478726" y="84418"/>
                </a:lnTo>
                <a:lnTo>
                  <a:pt x="478607" y="84307"/>
                </a:lnTo>
                <a:lnTo>
                  <a:pt x="478494" y="84195"/>
                </a:lnTo>
                <a:lnTo>
                  <a:pt x="478386" y="84082"/>
                </a:lnTo>
                <a:lnTo>
                  <a:pt x="478284" y="83968"/>
                </a:lnTo>
                <a:lnTo>
                  <a:pt x="478186" y="83852"/>
                </a:lnTo>
                <a:lnTo>
                  <a:pt x="478094" y="83736"/>
                </a:lnTo>
                <a:lnTo>
                  <a:pt x="478007" y="83619"/>
                </a:lnTo>
                <a:lnTo>
                  <a:pt x="477926" y="83500"/>
                </a:lnTo>
                <a:lnTo>
                  <a:pt x="477849" y="83381"/>
                </a:lnTo>
                <a:lnTo>
                  <a:pt x="477778" y="83260"/>
                </a:lnTo>
                <a:lnTo>
                  <a:pt x="477712" y="83139"/>
                </a:lnTo>
                <a:lnTo>
                  <a:pt x="477652" y="83016"/>
                </a:lnTo>
                <a:lnTo>
                  <a:pt x="477597" y="82893"/>
                </a:lnTo>
                <a:lnTo>
                  <a:pt x="477547" y="82768"/>
                </a:lnTo>
                <a:lnTo>
                  <a:pt x="477502" y="82643"/>
                </a:lnTo>
                <a:lnTo>
                  <a:pt x="477462" y="82516"/>
                </a:lnTo>
                <a:lnTo>
                  <a:pt x="477428" y="82388"/>
                </a:lnTo>
                <a:lnTo>
                  <a:pt x="477399" y="82260"/>
                </a:lnTo>
                <a:lnTo>
                  <a:pt x="477375" y="82130"/>
                </a:lnTo>
                <a:lnTo>
                  <a:pt x="477357" y="81999"/>
                </a:lnTo>
                <a:lnTo>
                  <a:pt x="477344" y="81867"/>
                </a:lnTo>
                <a:lnTo>
                  <a:pt x="477336" y="81734"/>
                </a:lnTo>
                <a:lnTo>
                  <a:pt x="477333" y="81601"/>
                </a:lnTo>
                <a:lnTo>
                  <a:pt x="477338" y="81410"/>
                </a:lnTo>
                <a:lnTo>
                  <a:pt x="477351" y="81220"/>
                </a:lnTo>
                <a:lnTo>
                  <a:pt x="477373" y="81031"/>
                </a:lnTo>
                <a:lnTo>
                  <a:pt x="477403" y="80842"/>
                </a:lnTo>
                <a:lnTo>
                  <a:pt x="477443" y="80654"/>
                </a:lnTo>
                <a:lnTo>
                  <a:pt x="477491" y="80466"/>
                </a:lnTo>
                <a:lnTo>
                  <a:pt x="477548" y="80279"/>
                </a:lnTo>
                <a:lnTo>
                  <a:pt x="477614" y="80092"/>
                </a:lnTo>
                <a:lnTo>
                  <a:pt x="477689" y="79907"/>
                </a:lnTo>
                <a:lnTo>
                  <a:pt x="477772" y="79721"/>
                </a:lnTo>
                <a:lnTo>
                  <a:pt x="477864" y="79537"/>
                </a:lnTo>
                <a:lnTo>
                  <a:pt x="477965" y="79352"/>
                </a:lnTo>
                <a:lnTo>
                  <a:pt x="478075" y="79169"/>
                </a:lnTo>
                <a:lnTo>
                  <a:pt x="478193" y="78986"/>
                </a:lnTo>
                <a:lnTo>
                  <a:pt x="478320" y="78804"/>
                </a:lnTo>
                <a:lnTo>
                  <a:pt x="478456" y="78622"/>
                </a:lnTo>
                <a:lnTo>
                  <a:pt x="478601" y="78441"/>
                </a:lnTo>
                <a:lnTo>
                  <a:pt x="478755" y="78260"/>
                </a:lnTo>
                <a:lnTo>
                  <a:pt x="478917" y="78080"/>
                </a:lnTo>
                <a:lnTo>
                  <a:pt x="479088" y="77901"/>
                </a:lnTo>
                <a:lnTo>
                  <a:pt x="479268" y="77722"/>
                </a:lnTo>
                <a:lnTo>
                  <a:pt x="479457" y="77543"/>
                </a:lnTo>
                <a:lnTo>
                  <a:pt x="479654" y="77366"/>
                </a:lnTo>
                <a:lnTo>
                  <a:pt x="479860" y="77189"/>
                </a:lnTo>
                <a:lnTo>
                  <a:pt x="480075" y="77014"/>
                </a:lnTo>
                <a:lnTo>
                  <a:pt x="480296" y="76842"/>
                </a:lnTo>
                <a:lnTo>
                  <a:pt x="480525" y="76675"/>
                </a:lnTo>
                <a:lnTo>
                  <a:pt x="480761" y="76511"/>
                </a:lnTo>
                <a:lnTo>
                  <a:pt x="481005" y="76352"/>
                </a:lnTo>
                <a:lnTo>
                  <a:pt x="481256" y="76196"/>
                </a:lnTo>
                <a:lnTo>
                  <a:pt x="481514" y="76044"/>
                </a:lnTo>
                <a:lnTo>
                  <a:pt x="481779" y="75896"/>
                </a:lnTo>
                <a:lnTo>
                  <a:pt x="482052" y="75751"/>
                </a:lnTo>
                <a:lnTo>
                  <a:pt x="482332" y="75611"/>
                </a:lnTo>
                <a:lnTo>
                  <a:pt x="482619" y="75474"/>
                </a:lnTo>
                <a:lnTo>
                  <a:pt x="482914" y="75341"/>
                </a:lnTo>
                <a:lnTo>
                  <a:pt x="483216" y="75212"/>
                </a:lnTo>
                <a:lnTo>
                  <a:pt x="483525" y="75087"/>
                </a:lnTo>
                <a:lnTo>
                  <a:pt x="483842" y="74966"/>
                </a:lnTo>
                <a:lnTo>
                  <a:pt x="484166" y="74848"/>
                </a:lnTo>
                <a:lnTo>
                  <a:pt x="484497" y="74735"/>
                </a:lnTo>
                <a:lnTo>
                  <a:pt x="484600" y="74701"/>
                </a:lnTo>
                <a:lnTo>
                  <a:pt x="484824" y="74775"/>
                </a:lnTo>
                <a:lnTo>
                  <a:pt x="485483" y="74975"/>
                </a:lnTo>
                <a:lnTo>
                  <a:pt x="486152" y="75160"/>
                </a:lnTo>
                <a:lnTo>
                  <a:pt x="486831" y="75333"/>
                </a:lnTo>
                <a:lnTo>
                  <a:pt x="487521" y="75491"/>
                </a:lnTo>
                <a:lnTo>
                  <a:pt x="488220" y="75636"/>
                </a:lnTo>
                <a:lnTo>
                  <a:pt x="488930" y="75766"/>
                </a:lnTo>
                <a:lnTo>
                  <a:pt x="489651" y="75884"/>
                </a:lnTo>
                <a:lnTo>
                  <a:pt x="490381" y="75987"/>
                </a:lnTo>
                <a:lnTo>
                  <a:pt x="491122" y="76076"/>
                </a:lnTo>
                <a:lnTo>
                  <a:pt x="491873" y="76152"/>
                </a:lnTo>
                <a:lnTo>
                  <a:pt x="492634" y="76214"/>
                </a:lnTo>
                <a:lnTo>
                  <a:pt x="493406" y="76262"/>
                </a:lnTo>
                <a:lnTo>
                  <a:pt x="494187" y="76297"/>
                </a:lnTo>
                <a:lnTo>
                  <a:pt x="494979" y="76317"/>
                </a:lnTo>
                <a:lnTo>
                  <a:pt x="495781" y="76324"/>
                </a:lnTo>
                <a:lnTo>
                  <a:pt x="496611" y="76317"/>
                </a:lnTo>
                <a:lnTo>
                  <a:pt x="497428" y="76297"/>
                </a:lnTo>
                <a:lnTo>
                  <a:pt x="498234" y="76263"/>
                </a:lnTo>
                <a:lnTo>
                  <a:pt x="499028" y="76215"/>
                </a:lnTo>
                <a:lnTo>
                  <a:pt x="499810" y="76154"/>
                </a:lnTo>
                <a:lnTo>
                  <a:pt x="500580" y="76079"/>
                </a:lnTo>
                <a:lnTo>
                  <a:pt x="501339" y="75991"/>
                </a:lnTo>
                <a:lnTo>
                  <a:pt x="502085" y="75888"/>
                </a:lnTo>
                <a:lnTo>
                  <a:pt x="502820" y="75773"/>
                </a:lnTo>
                <a:lnTo>
                  <a:pt x="503543" y="75643"/>
                </a:lnTo>
                <a:lnTo>
                  <a:pt x="504254" y="75500"/>
                </a:lnTo>
                <a:lnTo>
                  <a:pt x="504953" y="75344"/>
                </a:lnTo>
                <a:lnTo>
                  <a:pt x="505640" y="75174"/>
                </a:lnTo>
                <a:lnTo>
                  <a:pt x="506315" y="74990"/>
                </a:lnTo>
                <a:lnTo>
                  <a:pt x="506979" y="74792"/>
                </a:lnTo>
                <a:lnTo>
                  <a:pt x="507631" y="74581"/>
                </a:lnTo>
                <a:lnTo>
                  <a:pt x="508271" y="74357"/>
                </a:lnTo>
                <a:lnTo>
                  <a:pt x="508899" y="74118"/>
                </a:lnTo>
                <a:lnTo>
                  <a:pt x="509515" y="73866"/>
                </a:lnTo>
                <a:lnTo>
                  <a:pt x="510119" y="73601"/>
                </a:lnTo>
                <a:lnTo>
                  <a:pt x="510712" y="73322"/>
                </a:lnTo>
                <a:lnTo>
                  <a:pt x="511292" y="73029"/>
                </a:lnTo>
                <a:lnTo>
                  <a:pt x="511861" y="72723"/>
                </a:lnTo>
                <a:lnTo>
                  <a:pt x="512418" y="72403"/>
                </a:lnTo>
                <a:lnTo>
                  <a:pt x="512964" y="72071"/>
                </a:lnTo>
                <a:lnTo>
                  <a:pt x="513498" y="71731"/>
                </a:lnTo>
                <a:lnTo>
                  <a:pt x="514021" y="71381"/>
                </a:lnTo>
                <a:lnTo>
                  <a:pt x="514532" y="71023"/>
                </a:lnTo>
                <a:lnTo>
                  <a:pt x="515033" y="70655"/>
                </a:lnTo>
                <a:lnTo>
                  <a:pt x="515522" y="70279"/>
                </a:lnTo>
                <a:lnTo>
                  <a:pt x="516000" y="69893"/>
                </a:lnTo>
                <a:lnTo>
                  <a:pt x="516466" y="69499"/>
                </a:lnTo>
                <a:lnTo>
                  <a:pt x="516922" y="69096"/>
                </a:lnTo>
                <a:lnTo>
                  <a:pt x="517366" y="68684"/>
                </a:lnTo>
                <a:lnTo>
                  <a:pt x="517799" y="68262"/>
                </a:lnTo>
                <a:lnTo>
                  <a:pt x="518220" y="67832"/>
                </a:lnTo>
                <a:lnTo>
                  <a:pt x="518630" y="67393"/>
                </a:lnTo>
                <a:lnTo>
                  <a:pt x="519029" y="66945"/>
                </a:lnTo>
                <a:lnTo>
                  <a:pt x="519417" y="66487"/>
                </a:lnTo>
                <a:lnTo>
                  <a:pt x="519794" y="66021"/>
                </a:lnTo>
                <a:lnTo>
                  <a:pt x="520159" y="65546"/>
                </a:lnTo>
                <a:lnTo>
                  <a:pt x="520513" y="65062"/>
                </a:lnTo>
                <a:lnTo>
                  <a:pt x="520856" y="64569"/>
                </a:lnTo>
                <a:lnTo>
                  <a:pt x="521187" y="64067"/>
                </a:lnTo>
                <a:lnTo>
                  <a:pt x="521507" y="63556"/>
                </a:lnTo>
                <a:lnTo>
                  <a:pt x="521816" y="63036"/>
                </a:lnTo>
                <a:lnTo>
                  <a:pt x="522114" y="62507"/>
                </a:lnTo>
                <a:lnTo>
                  <a:pt x="522400" y="61969"/>
                </a:lnTo>
                <a:lnTo>
                  <a:pt x="522675" y="61424"/>
                </a:lnTo>
                <a:lnTo>
                  <a:pt x="522939" y="60875"/>
                </a:lnTo>
                <a:lnTo>
                  <a:pt x="523190" y="60321"/>
                </a:lnTo>
                <a:lnTo>
                  <a:pt x="523430" y="59763"/>
                </a:lnTo>
                <a:lnTo>
                  <a:pt x="523658" y="59201"/>
                </a:lnTo>
                <a:lnTo>
                  <a:pt x="523875" y="58634"/>
                </a:lnTo>
                <a:lnTo>
                  <a:pt x="524079" y="58063"/>
                </a:lnTo>
                <a:lnTo>
                  <a:pt x="524272" y="57488"/>
                </a:lnTo>
                <a:lnTo>
                  <a:pt x="524454" y="56909"/>
                </a:lnTo>
                <a:lnTo>
                  <a:pt x="524623" y="56325"/>
                </a:lnTo>
                <a:lnTo>
                  <a:pt x="524781" y="55737"/>
                </a:lnTo>
                <a:lnTo>
                  <a:pt x="524928" y="55144"/>
                </a:lnTo>
                <a:lnTo>
                  <a:pt x="525062" y="54547"/>
                </a:lnTo>
                <a:lnTo>
                  <a:pt x="525185" y="53946"/>
                </a:lnTo>
                <a:lnTo>
                  <a:pt x="525296" y="53340"/>
                </a:lnTo>
                <a:lnTo>
                  <a:pt x="525396" y="52730"/>
                </a:lnTo>
                <a:lnTo>
                  <a:pt x="525483" y="52116"/>
                </a:lnTo>
                <a:lnTo>
                  <a:pt x="525559" y="51497"/>
                </a:lnTo>
                <a:lnTo>
                  <a:pt x="525624" y="50874"/>
                </a:lnTo>
                <a:lnTo>
                  <a:pt x="525676" y="50247"/>
                </a:lnTo>
                <a:lnTo>
                  <a:pt x="525717" y="49616"/>
                </a:lnTo>
                <a:lnTo>
                  <a:pt x="525747" y="48980"/>
                </a:lnTo>
                <a:lnTo>
                  <a:pt x="525764" y="48339"/>
                </a:lnTo>
                <a:lnTo>
                  <a:pt x="525770" y="47695"/>
                </a:lnTo>
                <a:lnTo>
                  <a:pt x="525764" y="47029"/>
                </a:lnTo>
                <a:lnTo>
                  <a:pt x="525747" y="46368"/>
                </a:lnTo>
                <a:lnTo>
                  <a:pt x="525718" y="45713"/>
                </a:lnTo>
                <a:lnTo>
                  <a:pt x="525678" y="45062"/>
                </a:lnTo>
                <a:lnTo>
                  <a:pt x="525626" y="44417"/>
                </a:lnTo>
                <a:lnTo>
                  <a:pt x="525562" y="43777"/>
                </a:lnTo>
                <a:lnTo>
                  <a:pt x="525487" y="43141"/>
                </a:lnTo>
                <a:lnTo>
                  <a:pt x="525400" y="42511"/>
                </a:lnTo>
                <a:lnTo>
                  <a:pt x="525302" y="41886"/>
                </a:lnTo>
                <a:lnTo>
                  <a:pt x="525192" y="41266"/>
                </a:lnTo>
                <a:lnTo>
                  <a:pt x="525071" y="40652"/>
                </a:lnTo>
                <a:lnTo>
                  <a:pt x="524938" y="40042"/>
                </a:lnTo>
                <a:lnTo>
                  <a:pt x="524794" y="39437"/>
                </a:lnTo>
                <a:lnTo>
                  <a:pt x="524638" y="38838"/>
                </a:lnTo>
                <a:lnTo>
                  <a:pt x="524470" y="38243"/>
                </a:lnTo>
                <a:lnTo>
                  <a:pt x="524291" y="37654"/>
                </a:lnTo>
                <a:lnTo>
                  <a:pt x="524100" y="37070"/>
                </a:lnTo>
                <a:lnTo>
                  <a:pt x="523898" y="36491"/>
                </a:lnTo>
                <a:lnTo>
                  <a:pt x="523685" y="35917"/>
                </a:lnTo>
                <a:lnTo>
                  <a:pt x="523459" y="35348"/>
                </a:lnTo>
                <a:lnTo>
                  <a:pt x="523222" y="34784"/>
                </a:lnTo>
                <a:lnTo>
                  <a:pt x="522974" y="34225"/>
                </a:lnTo>
                <a:lnTo>
                  <a:pt x="522714" y="33672"/>
                </a:lnTo>
                <a:lnTo>
                  <a:pt x="522443" y="33123"/>
                </a:lnTo>
                <a:lnTo>
                  <a:pt x="522160" y="32581"/>
                </a:lnTo>
                <a:lnTo>
                  <a:pt x="521865" y="32049"/>
                </a:lnTo>
                <a:lnTo>
                  <a:pt x="521559" y="31526"/>
                </a:lnTo>
                <a:lnTo>
                  <a:pt x="521242" y="31012"/>
                </a:lnTo>
                <a:lnTo>
                  <a:pt x="520914" y="30508"/>
                </a:lnTo>
                <a:lnTo>
                  <a:pt x="520574" y="30013"/>
                </a:lnTo>
                <a:lnTo>
                  <a:pt x="520222" y="29527"/>
                </a:lnTo>
                <a:lnTo>
                  <a:pt x="519859" y="29051"/>
                </a:lnTo>
                <a:lnTo>
                  <a:pt x="519485" y="28583"/>
                </a:lnTo>
                <a:lnTo>
                  <a:pt x="519099" y="28125"/>
                </a:lnTo>
                <a:lnTo>
                  <a:pt x="518702" y="27677"/>
                </a:lnTo>
                <a:lnTo>
                  <a:pt x="518294" y="27237"/>
                </a:lnTo>
                <a:lnTo>
                  <a:pt x="517874" y="26807"/>
                </a:lnTo>
                <a:lnTo>
                  <a:pt x="517474" y="26416"/>
                </a:lnTo>
                <a:lnTo>
                  <a:pt x="517559" y="26302"/>
                </a:lnTo>
                <a:lnTo>
                  <a:pt x="517837" y="25952"/>
                </a:lnTo>
                <a:lnTo>
                  <a:pt x="518120" y="25614"/>
                </a:lnTo>
                <a:lnTo>
                  <a:pt x="518409" y="25290"/>
                </a:lnTo>
                <a:lnTo>
                  <a:pt x="518703" y="24978"/>
                </a:lnTo>
                <a:lnTo>
                  <a:pt x="519003" y="24678"/>
                </a:lnTo>
                <a:lnTo>
                  <a:pt x="519309" y="24392"/>
                </a:lnTo>
                <a:lnTo>
                  <a:pt x="519620" y="24118"/>
                </a:lnTo>
                <a:lnTo>
                  <a:pt x="519936" y="23857"/>
                </a:lnTo>
                <a:lnTo>
                  <a:pt x="520259" y="23608"/>
                </a:lnTo>
                <a:lnTo>
                  <a:pt x="520586" y="23373"/>
                </a:lnTo>
                <a:lnTo>
                  <a:pt x="520920" y="23150"/>
                </a:lnTo>
                <a:lnTo>
                  <a:pt x="521259" y="22939"/>
                </a:lnTo>
                <a:lnTo>
                  <a:pt x="521603" y="22742"/>
                </a:lnTo>
                <a:lnTo>
                  <a:pt x="521953" y="22557"/>
                </a:lnTo>
                <a:lnTo>
                  <a:pt x="522308" y="22385"/>
                </a:lnTo>
                <a:lnTo>
                  <a:pt x="522670" y="22226"/>
                </a:lnTo>
                <a:lnTo>
                  <a:pt x="523036" y="22080"/>
                </a:lnTo>
                <a:lnTo>
                  <a:pt x="523408" y="21946"/>
                </a:lnTo>
                <a:lnTo>
                  <a:pt x="523786" y="21825"/>
                </a:lnTo>
                <a:lnTo>
                  <a:pt x="524169" y="21717"/>
                </a:lnTo>
                <a:lnTo>
                  <a:pt x="524557" y="21617"/>
                </a:lnTo>
                <a:lnTo>
                  <a:pt x="524948" y="21521"/>
                </a:lnTo>
                <a:lnTo>
                  <a:pt x="525342" y="21430"/>
                </a:lnTo>
                <a:lnTo>
                  <a:pt x="525740" y="21343"/>
                </a:lnTo>
                <a:lnTo>
                  <a:pt x="526140" y="21260"/>
                </a:lnTo>
                <a:lnTo>
                  <a:pt x="526544" y="21182"/>
                </a:lnTo>
                <a:lnTo>
                  <a:pt x="526951" y="21107"/>
                </a:lnTo>
                <a:lnTo>
                  <a:pt x="527361" y="21037"/>
                </a:lnTo>
                <a:lnTo>
                  <a:pt x="527775" y="20971"/>
                </a:lnTo>
                <a:lnTo>
                  <a:pt x="528191" y="20910"/>
                </a:lnTo>
                <a:lnTo>
                  <a:pt x="528611" y="20852"/>
                </a:lnTo>
                <a:lnTo>
                  <a:pt x="529034" y="20799"/>
                </a:lnTo>
                <a:lnTo>
                  <a:pt x="529460" y="20751"/>
                </a:lnTo>
                <a:lnTo>
                  <a:pt x="529890" y="20706"/>
                </a:lnTo>
                <a:lnTo>
                  <a:pt x="530323" y="20666"/>
                </a:lnTo>
                <a:lnTo>
                  <a:pt x="530759" y="20630"/>
                </a:lnTo>
                <a:lnTo>
                  <a:pt x="531198" y="20598"/>
                </a:lnTo>
                <a:lnTo>
                  <a:pt x="531640" y="20570"/>
                </a:lnTo>
                <a:lnTo>
                  <a:pt x="532086" y="20547"/>
                </a:lnTo>
                <a:lnTo>
                  <a:pt x="532535" y="20528"/>
                </a:lnTo>
                <a:lnTo>
                  <a:pt x="532987" y="20513"/>
                </a:lnTo>
                <a:lnTo>
                  <a:pt x="533442" y="20502"/>
                </a:lnTo>
                <a:lnTo>
                  <a:pt x="533900" y="20496"/>
                </a:lnTo>
                <a:lnTo>
                  <a:pt x="534362" y="20494"/>
                </a:lnTo>
                <a:lnTo>
                  <a:pt x="534362" y="8602"/>
                </a:lnTo>
                <a:lnTo>
                  <a:pt x="533630" y="8628"/>
                </a:lnTo>
                <a:lnTo>
                  <a:pt x="532909" y="8663"/>
                </a:lnTo>
                <a:lnTo>
                  <a:pt x="532199" y="8706"/>
                </a:lnTo>
                <a:lnTo>
                  <a:pt x="531499" y="8759"/>
                </a:lnTo>
                <a:lnTo>
                  <a:pt x="530810" y="8821"/>
                </a:lnTo>
                <a:lnTo>
                  <a:pt x="530132" y="8892"/>
                </a:lnTo>
                <a:lnTo>
                  <a:pt x="529464" y="8972"/>
                </a:lnTo>
                <a:lnTo>
                  <a:pt x="528807" y="9061"/>
                </a:lnTo>
                <a:lnTo>
                  <a:pt x="528161" y="9160"/>
                </a:lnTo>
                <a:lnTo>
                  <a:pt x="527525" y="9267"/>
                </a:lnTo>
                <a:lnTo>
                  <a:pt x="526900" y="9383"/>
                </a:lnTo>
                <a:lnTo>
                  <a:pt x="526286" y="9509"/>
                </a:lnTo>
                <a:lnTo>
                  <a:pt x="525682" y="9643"/>
                </a:lnTo>
                <a:lnTo>
                  <a:pt x="525089" y="9787"/>
                </a:lnTo>
                <a:lnTo>
                  <a:pt x="524507" y="9940"/>
                </a:lnTo>
                <a:lnTo>
                  <a:pt x="523935" y="10102"/>
                </a:lnTo>
                <a:lnTo>
                  <a:pt x="523375" y="10272"/>
                </a:lnTo>
                <a:lnTo>
                  <a:pt x="522824" y="10452"/>
                </a:lnTo>
                <a:lnTo>
                  <a:pt x="522285" y="10641"/>
                </a:lnTo>
                <a:lnTo>
                  <a:pt x="521756" y="10840"/>
                </a:lnTo>
                <a:lnTo>
                  <a:pt x="521238" y="11047"/>
                </a:lnTo>
                <a:lnTo>
                  <a:pt x="520730" y="11263"/>
                </a:lnTo>
                <a:lnTo>
                  <a:pt x="520233" y="11488"/>
                </a:lnTo>
                <a:lnTo>
                  <a:pt x="519747" y="11723"/>
                </a:lnTo>
                <a:lnTo>
                  <a:pt x="519271" y="11970"/>
                </a:lnTo>
                <a:lnTo>
                  <a:pt x="518804" y="12236"/>
                </a:lnTo>
                <a:lnTo>
                  <a:pt x="518346" y="12519"/>
                </a:lnTo>
                <a:lnTo>
                  <a:pt x="517897" y="12819"/>
                </a:lnTo>
                <a:lnTo>
                  <a:pt x="517458" y="13137"/>
                </a:lnTo>
                <a:lnTo>
                  <a:pt x="517028" y="13473"/>
                </a:lnTo>
                <a:lnTo>
                  <a:pt x="516607" y="13826"/>
                </a:lnTo>
                <a:lnTo>
                  <a:pt x="516195" y="14197"/>
                </a:lnTo>
                <a:lnTo>
                  <a:pt x="515792" y="14585"/>
                </a:lnTo>
                <a:lnTo>
                  <a:pt x="515399" y="14991"/>
                </a:lnTo>
                <a:lnTo>
                  <a:pt x="515015" y="15414"/>
                </a:lnTo>
                <a:lnTo>
                  <a:pt x="514640" y="15855"/>
                </a:lnTo>
                <a:lnTo>
                  <a:pt x="514274" y="16314"/>
                </a:lnTo>
                <a:lnTo>
                  <a:pt x="513918" y="16790"/>
                </a:lnTo>
                <a:lnTo>
                  <a:pt x="513571" y="17284"/>
                </a:lnTo>
                <a:lnTo>
                  <a:pt x="513233" y="17795"/>
                </a:lnTo>
                <a:lnTo>
                  <a:pt x="512904" y="18324"/>
                </a:lnTo>
                <a:lnTo>
                  <a:pt x="512584" y="18870"/>
                </a:lnTo>
                <a:lnTo>
                  <a:pt x="512274" y="19434"/>
                </a:lnTo>
                <a:lnTo>
                  <a:pt x="511973" y="20016"/>
                </a:lnTo>
                <a:lnTo>
                  <a:pt x="511681" y="20615"/>
                </a:lnTo>
                <a:lnTo>
                  <a:pt x="511398" y="21232"/>
                </a:lnTo>
                <a:lnTo>
                  <a:pt x="511124" y="21866"/>
                </a:lnTo>
                <a:lnTo>
                  <a:pt x="511098" y="21930"/>
                </a:lnTo>
                <a:lnTo>
                  <a:pt x="510796" y="21779"/>
                </a:lnTo>
                <a:lnTo>
                  <a:pt x="510204" y="21503"/>
                </a:lnTo>
                <a:lnTo>
                  <a:pt x="509599" y="21240"/>
                </a:lnTo>
                <a:lnTo>
                  <a:pt x="508983" y="20991"/>
                </a:lnTo>
                <a:lnTo>
                  <a:pt x="508355" y="20755"/>
                </a:lnTo>
                <a:lnTo>
                  <a:pt x="507715" y="20532"/>
                </a:lnTo>
                <a:lnTo>
                  <a:pt x="507063" y="20323"/>
                </a:lnTo>
                <a:lnTo>
                  <a:pt x="506400" y="20128"/>
                </a:lnTo>
                <a:lnTo>
                  <a:pt x="505724" y="19946"/>
                </a:lnTo>
                <a:lnTo>
                  <a:pt x="505037" y="19777"/>
                </a:lnTo>
                <a:lnTo>
                  <a:pt x="504338" y="19622"/>
                </a:lnTo>
                <a:lnTo>
                  <a:pt x="503627" y="19481"/>
                </a:lnTo>
                <a:lnTo>
                  <a:pt x="502904" y="19353"/>
                </a:lnTo>
                <a:lnTo>
                  <a:pt x="502169" y="19238"/>
                </a:lnTo>
                <a:lnTo>
                  <a:pt x="501423" y="19137"/>
                </a:lnTo>
                <a:lnTo>
                  <a:pt x="500664" y="19050"/>
                </a:lnTo>
                <a:lnTo>
                  <a:pt x="499894" y="18975"/>
                </a:lnTo>
                <a:lnTo>
                  <a:pt x="499112" y="18915"/>
                </a:lnTo>
                <a:lnTo>
                  <a:pt x="498318" y="18868"/>
                </a:lnTo>
                <a:lnTo>
                  <a:pt x="497513" y="18834"/>
                </a:lnTo>
                <a:lnTo>
                  <a:pt x="496695" y="18814"/>
                </a:lnTo>
                <a:lnTo>
                  <a:pt x="495866" y="18807"/>
                </a:lnTo>
                <a:lnTo>
                  <a:pt x="495057" y="18814"/>
                </a:lnTo>
                <a:lnTo>
                  <a:pt x="494258" y="18834"/>
                </a:lnTo>
                <a:lnTo>
                  <a:pt x="493471" y="18868"/>
                </a:lnTo>
                <a:lnTo>
                  <a:pt x="492694" y="18915"/>
                </a:lnTo>
                <a:lnTo>
                  <a:pt x="491928" y="18975"/>
                </a:lnTo>
                <a:lnTo>
                  <a:pt x="491172" y="19050"/>
                </a:lnTo>
                <a:lnTo>
                  <a:pt x="490427" y="19137"/>
                </a:lnTo>
                <a:lnTo>
                  <a:pt x="489693" y="19238"/>
                </a:lnTo>
                <a:lnTo>
                  <a:pt x="488969" y="19353"/>
                </a:lnTo>
                <a:lnTo>
                  <a:pt x="488256" y="19481"/>
                </a:lnTo>
                <a:lnTo>
                  <a:pt x="487554" y="19622"/>
                </a:lnTo>
                <a:lnTo>
                  <a:pt x="486863" y="19777"/>
                </a:lnTo>
                <a:lnTo>
                  <a:pt x="486182" y="19946"/>
                </a:lnTo>
                <a:lnTo>
                  <a:pt x="485512" y="20128"/>
                </a:lnTo>
                <a:lnTo>
                  <a:pt x="484852" y="20323"/>
                </a:lnTo>
                <a:lnTo>
                  <a:pt x="484203" y="20532"/>
                </a:lnTo>
                <a:lnTo>
                  <a:pt x="483565" y="20755"/>
                </a:lnTo>
                <a:lnTo>
                  <a:pt x="482938" y="20991"/>
                </a:lnTo>
                <a:lnTo>
                  <a:pt x="482321" y="21240"/>
                </a:lnTo>
                <a:lnTo>
                  <a:pt x="481715" y="21503"/>
                </a:lnTo>
                <a:lnTo>
                  <a:pt x="481119" y="21779"/>
                </a:lnTo>
                <a:lnTo>
                  <a:pt x="480535" y="22069"/>
                </a:lnTo>
                <a:lnTo>
                  <a:pt x="479961" y="22372"/>
                </a:lnTo>
                <a:lnTo>
                  <a:pt x="479397" y="22689"/>
                </a:lnTo>
                <a:lnTo>
                  <a:pt x="478845" y="23017"/>
                </a:lnTo>
                <a:lnTo>
                  <a:pt x="478303" y="23354"/>
                </a:lnTo>
                <a:lnTo>
                  <a:pt x="477773" y="23701"/>
                </a:lnTo>
                <a:lnTo>
                  <a:pt x="477254" y="24057"/>
                </a:lnTo>
                <a:lnTo>
                  <a:pt x="476746" y="24422"/>
                </a:lnTo>
                <a:lnTo>
                  <a:pt x="476249" y="24796"/>
                </a:lnTo>
                <a:lnTo>
                  <a:pt x="475763" y="25180"/>
                </a:lnTo>
                <a:lnTo>
                  <a:pt x="475288" y="25573"/>
                </a:lnTo>
                <a:lnTo>
                  <a:pt x="474825" y="25975"/>
                </a:lnTo>
                <a:lnTo>
                  <a:pt x="474372" y="26386"/>
                </a:lnTo>
                <a:lnTo>
                  <a:pt x="473931" y="26807"/>
                </a:lnTo>
                <a:lnTo>
                  <a:pt x="473500" y="27237"/>
                </a:lnTo>
                <a:lnTo>
                  <a:pt x="473081" y="27677"/>
                </a:lnTo>
                <a:lnTo>
                  <a:pt x="472673" y="28125"/>
                </a:lnTo>
                <a:lnTo>
                  <a:pt x="472276" y="28583"/>
                </a:lnTo>
                <a:lnTo>
                  <a:pt x="471891" y="29051"/>
                </a:lnTo>
                <a:lnTo>
                  <a:pt x="471516" y="29527"/>
                </a:lnTo>
                <a:lnTo>
                  <a:pt x="471152" y="30013"/>
                </a:lnTo>
                <a:lnTo>
                  <a:pt x="470800" y="30508"/>
                </a:lnTo>
                <a:lnTo>
                  <a:pt x="470459" y="31012"/>
                </a:lnTo>
                <a:lnTo>
                  <a:pt x="470128" y="31526"/>
                </a:lnTo>
                <a:lnTo>
                  <a:pt x="469809" y="32049"/>
                </a:lnTo>
                <a:lnTo>
                  <a:pt x="469501" y="32581"/>
                </a:lnTo>
                <a:lnTo>
                  <a:pt x="469204" y="33123"/>
                </a:lnTo>
                <a:lnTo>
                  <a:pt x="468919" y="33672"/>
                </a:lnTo>
                <a:lnTo>
                  <a:pt x="468646" y="34225"/>
                </a:lnTo>
                <a:lnTo>
                  <a:pt x="468385" y="34784"/>
                </a:lnTo>
                <a:lnTo>
                  <a:pt x="468136" y="35348"/>
                </a:lnTo>
                <a:lnTo>
                  <a:pt x="467899" y="35917"/>
                </a:lnTo>
                <a:lnTo>
                  <a:pt x="467675" y="36491"/>
                </a:lnTo>
                <a:lnTo>
                  <a:pt x="467462" y="37070"/>
                </a:lnTo>
                <a:lnTo>
                  <a:pt x="467262" y="37654"/>
                </a:lnTo>
                <a:lnTo>
                  <a:pt x="467074" y="38243"/>
                </a:lnTo>
                <a:lnTo>
                  <a:pt x="466898" y="38838"/>
                </a:lnTo>
                <a:lnTo>
                  <a:pt x="466734" y="39437"/>
                </a:lnTo>
                <a:lnTo>
                  <a:pt x="466582" y="40042"/>
                </a:lnTo>
                <a:lnTo>
                  <a:pt x="466443" y="40652"/>
                </a:lnTo>
                <a:lnTo>
                  <a:pt x="466315" y="41266"/>
                </a:lnTo>
                <a:lnTo>
                  <a:pt x="466200" y="41886"/>
                </a:lnTo>
                <a:lnTo>
                  <a:pt x="466097" y="42511"/>
                </a:lnTo>
                <a:lnTo>
                  <a:pt x="466006" y="43141"/>
                </a:lnTo>
                <a:lnTo>
                  <a:pt x="465927" y="43777"/>
                </a:lnTo>
                <a:lnTo>
                  <a:pt x="465860" y="44417"/>
                </a:lnTo>
                <a:lnTo>
                  <a:pt x="465806" y="45062"/>
                </a:lnTo>
                <a:lnTo>
                  <a:pt x="465763" y="45713"/>
                </a:lnTo>
                <a:lnTo>
                  <a:pt x="465733" y="46368"/>
                </a:lnTo>
                <a:lnTo>
                  <a:pt x="465715" y="47029"/>
                </a:lnTo>
                <a:lnTo>
                  <a:pt x="465708" y="47695"/>
                </a:lnTo>
                <a:lnTo>
                  <a:pt x="465714" y="48325"/>
                </a:lnTo>
                <a:lnTo>
                  <a:pt x="465732" y="48952"/>
                </a:lnTo>
                <a:lnTo>
                  <a:pt x="465762" y="49575"/>
                </a:lnTo>
                <a:lnTo>
                  <a:pt x="465804" y="50195"/>
                </a:lnTo>
                <a:lnTo>
                  <a:pt x="465858" y="50811"/>
                </a:lnTo>
                <a:lnTo>
                  <a:pt x="465924" y="51424"/>
                </a:lnTo>
                <a:lnTo>
                  <a:pt x="466002" y="52033"/>
                </a:lnTo>
                <a:lnTo>
                  <a:pt x="466092" y="52638"/>
                </a:lnTo>
                <a:lnTo>
                  <a:pt x="466194" y="53240"/>
                </a:lnTo>
                <a:lnTo>
                  <a:pt x="466308" y="53838"/>
                </a:lnTo>
                <a:lnTo>
                  <a:pt x="466434" y="54433"/>
                </a:lnTo>
                <a:lnTo>
                  <a:pt x="466572" y="55024"/>
                </a:lnTo>
                <a:lnTo>
                  <a:pt x="466722" y="55612"/>
                </a:lnTo>
                <a:lnTo>
                  <a:pt x="466884" y="56195"/>
                </a:lnTo>
                <a:lnTo>
                  <a:pt x="467058" y="56776"/>
                </a:lnTo>
                <a:lnTo>
                  <a:pt x="467243" y="57352"/>
                </a:lnTo>
                <a:lnTo>
                  <a:pt x="467441" y="57926"/>
                </a:lnTo>
                <a:lnTo>
                  <a:pt x="467651" y="58495"/>
                </a:lnTo>
                <a:lnTo>
                  <a:pt x="467873" y="59061"/>
                </a:lnTo>
                <a:lnTo>
                  <a:pt x="468107" y="59623"/>
                </a:lnTo>
                <a:lnTo>
                  <a:pt x="468353" y="60182"/>
                </a:lnTo>
                <a:lnTo>
                  <a:pt x="468611" y="60737"/>
                </a:lnTo>
                <a:lnTo>
                  <a:pt x="468880" y="61289"/>
                </a:lnTo>
                <a:lnTo>
                  <a:pt x="469162" y="61837"/>
                </a:lnTo>
                <a:lnTo>
                  <a:pt x="469456" y="62379"/>
                </a:lnTo>
                <a:lnTo>
                  <a:pt x="469761" y="62911"/>
                </a:lnTo>
                <a:lnTo>
                  <a:pt x="470077" y="63435"/>
                </a:lnTo>
                <a:lnTo>
                  <a:pt x="470405" y="63950"/>
                </a:lnTo>
                <a:lnTo>
                  <a:pt x="470744" y="64456"/>
                </a:lnTo>
                <a:lnTo>
                  <a:pt x="471094" y="64952"/>
                </a:lnTo>
                <a:lnTo>
                  <a:pt x="471456" y="65440"/>
                </a:lnTo>
                <a:lnTo>
                  <a:pt x="471830" y="65919"/>
                </a:lnTo>
                <a:lnTo>
                  <a:pt x="472215" y="66389"/>
                </a:lnTo>
                <a:lnTo>
                  <a:pt x="472611" y="66850"/>
                </a:lnTo>
                <a:lnTo>
                  <a:pt x="473018" y="67301"/>
                </a:lnTo>
                <a:lnTo>
                  <a:pt x="473437" y="67744"/>
                </a:lnTo>
                <a:lnTo>
                  <a:pt x="473868" y="68178"/>
                </a:lnTo>
                <a:lnTo>
                  <a:pt x="474310" y="68603"/>
                </a:lnTo>
                <a:lnTo>
                  <a:pt x="474763" y="69019"/>
                </a:lnTo>
                <a:lnTo>
                  <a:pt x="475227" y="69426"/>
                </a:lnTo>
                <a:lnTo>
                  <a:pt x="475703" y="69824"/>
                </a:lnTo>
                <a:lnTo>
                  <a:pt x="476191" y="70213"/>
                </a:lnTo>
                <a:lnTo>
                  <a:pt x="476661" y="70571"/>
                </a:lnTo>
                <a:lnTo>
                  <a:pt x="476328" y="70710"/>
                </a:lnTo>
                <a:lnTo>
                  <a:pt x="475789" y="70946"/>
                </a:lnTo>
                <a:lnTo>
                  <a:pt x="475265" y="71187"/>
                </a:lnTo>
                <a:lnTo>
                  <a:pt x="474755" y="71433"/>
                </a:lnTo>
                <a:lnTo>
                  <a:pt x="474259" y="71685"/>
                </a:lnTo>
                <a:lnTo>
                  <a:pt x="473778" y="71942"/>
                </a:lnTo>
                <a:lnTo>
                  <a:pt x="473311" y="72205"/>
                </a:lnTo>
                <a:lnTo>
                  <a:pt x="472858" y="72473"/>
                </a:lnTo>
                <a:lnTo>
                  <a:pt x="472420" y="72746"/>
                </a:lnTo>
                <a:lnTo>
                  <a:pt x="471996" y="73025"/>
                </a:lnTo>
                <a:lnTo>
                  <a:pt x="471586" y="73309"/>
                </a:lnTo>
                <a:lnTo>
                  <a:pt x="471191" y="73599"/>
                </a:lnTo>
                <a:lnTo>
                  <a:pt x="470810" y="73894"/>
                </a:lnTo>
                <a:lnTo>
                  <a:pt x="470444" y="74194"/>
                </a:lnTo>
                <a:lnTo>
                  <a:pt x="470091" y="74500"/>
                </a:lnTo>
                <a:lnTo>
                  <a:pt x="469753" y="74811"/>
                </a:lnTo>
                <a:lnTo>
                  <a:pt x="469430" y="75127"/>
                </a:lnTo>
                <a:lnTo>
                  <a:pt x="469120" y="75449"/>
                </a:lnTo>
                <a:lnTo>
                  <a:pt x="468825" y="75776"/>
                </a:lnTo>
                <a:lnTo>
                  <a:pt x="468543" y="76106"/>
                </a:lnTo>
                <a:lnTo>
                  <a:pt x="468274" y="76435"/>
                </a:lnTo>
                <a:lnTo>
                  <a:pt x="468016" y="76765"/>
                </a:lnTo>
                <a:lnTo>
                  <a:pt x="467770" y="77095"/>
                </a:lnTo>
                <a:lnTo>
                  <a:pt x="467536" y="77424"/>
                </a:lnTo>
                <a:lnTo>
                  <a:pt x="467314" y="77754"/>
                </a:lnTo>
                <a:lnTo>
                  <a:pt x="467104" y="78084"/>
                </a:lnTo>
                <a:lnTo>
                  <a:pt x="466907" y="78413"/>
                </a:lnTo>
                <a:lnTo>
                  <a:pt x="466721" y="78743"/>
                </a:lnTo>
                <a:lnTo>
                  <a:pt x="466547" y="79073"/>
                </a:lnTo>
                <a:lnTo>
                  <a:pt x="466385" y="79402"/>
                </a:lnTo>
                <a:lnTo>
                  <a:pt x="466235" y="79732"/>
                </a:lnTo>
                <a:lnTo>
                  <a:pt x="466097" y="80062"/>
                </a:lnTo>
                <a:lnTo>
                  <a:pt x="465971" y="80391"/>
                </a:lnTo>
                <a:lnTo>
                  <a:pt x="465857" y="80721"/>
                </a:lnTo>
                <a:lnTo>
                  <a:pt x="465755" y="81051"/>
                </a:lnTo>
                <a:lnTo>
                  <a:pt x="465665" y="81380"/>
                </a:lnTo>
                <a:lnTo>
                  <a:pt x="465587" y="81710"/>
                </a:lnTo>
                <a:lnTo>
                  <a:pt x="465521" y="82040"/>
                </a:lnTo>
                <a:lnTo>
                  <a:pt x="465467" y="82369"/>
                </a:lnTo>
                <a:lnTo>
                  <a:pt x="465426" y="82699"/>
                </a:lnTo>
                <a:lnTo>
                  <a:pt x="465396" y="83029"/>
                </a:lnTo>
                <a:lnTo>
                  <a:pt x="465378" y="83358"/>
                </a:lnTo>
                <a:lnTo>
                  <a:pt x="465372" y="83688"/>
                </a:lnTo>
                <a:lnTo>
                  <a:pt x="465375" y="83911"/>
                </a:lnTo>
                <a:lnTo>
                  <a:pt x="465385" y="84136"/>
                </a:lnTo>
                <a:lnTo>
                  <a:pt x="465402" y="84362"/>
                </a:lnTo>
                <a:lnTo>
                  <a:pt x="465425" y="84590"/>
                </a:lnTo>
                <a:lnTo>
                  <a:pt x="465456" y="84820"/>
                </a:lnTo>
                <a:lnTo>
                  <a:pt x="465493" y="85051"/>
                </a:lnTo>
                <a:lnTo>
                  <a:pt x="465536" y="85284"/>
                </a:lnTo>
                <a:lnTo>
                  <a:pt x="465587" y="85519"/>
                </a:lnTo>
                <a:lnTo>
                  <a:pt x="465644" y="85755"/>
                </a:lnTo>
                <a:lnTo>
                  <a:pt x="465708" y="85993"/>
                </a:lnTo>
                <a:lnTo>
                  <a:pt x="465779" y="86232"/>
                </a:lnTo>
                <a:lnTo>
                  <a:pt x="465856" y="86474"/>
                </a:lnTo>
                <a:lnTo>
                  <a:pt x="465940" y="86716"/>
                </a:lnTo>
                <a:lnTo>
                  <a:pt x="466031" y="86961"/>
                </a:lnTo>
                <a:lnTo>
                  <a:pt x="466128" y="87207"/>
                </a:lnTo>
                <a:lnTo>
                  <a:pt x="466233" y="87455"/>
                </a:lnTo>
                <a:lnTo>
                  <a:pt x="466344" y="87704"/>
                </a:lnTo>
                <a:lnTo>
                  <a:pt x="466461" y="87955"/>
                </a:lnTo>
                <a:lnTo>
                  <a:pt x="466586" y="88208"/>
                </a:lnTo>
                <a:lnTo>
                  <a:pt x="466717" y="88462"/>
                </a:lnTo>
                <a:lnTo>
                  <a:pt x="466855" y="88719"/>
                </a:lnTo>
                <a:lnTo>
                  <a:pt x="467000" y="88976"/>
                </a:lnTo>
                <a:lnTo>
                  <a:pt x="467151" y="89236"/>
                </a:lnTo>
                <a:lnTo>
                  <a:pt x="467309" y="89496"/>
                </a:lnTo>
                <a:lnTo>
                  <a:pt x="467475" y="89757"/>
                </a:lnTo>
                <a:lnTo>
                  <a:pt x="467651" y="90014"/>
                </a:lnTo>
                <a:lnTo>
                  <a:pt x="467835" y="90268"/>
                </a:lnTo>
                <a:lnTo>
                  <a:pt x="468030" y="90520"/>
                </a:lnTo>
                <a:lnTo>
                  <a:pt x="468233" y="90769"/>
                </a:lnTo>
                <a:lnTo>
                  <a:pt x="468446" y="91015"/>
                </a:lnTo>
                <a:lnTo>
                  <a:pt x="468669" y="91258"/>
                </a:lnTo>
                <a:lnTo>
                  <a:pt x="468900" y="91498"/>
                </a:lnTo>
                <a:lnTo>
                  <a:pt x="469141" y="91736"/>
                </a:lnTo>
                <a:lnTo>
                  <a:pt x="469392" y="91970"/>
                </a:lnTo>
                <a:lnTo>
                  <a:pt x="469651" y="92202"/>
                </a:lnTo>
                <a:lnTo>
                  <a:pt x="469920" y="92431"/>
                </a:lnTo>
                <a:lnTo>
                  <a:pt x="470199" y="92657"/>
                </a:lnTo>
                <a:lnTo>
                  <a:pt x="470487" y="92881"/>
                </a:lnTo>
                <a:lnTo>
                  <a:pt x="470784" y="93101"/>
                </a:lnTo>
                <a:lnTo>
                  <a:pt x="471090" y="93319"/>
                </a:lnTo>
                <a:lnTo>
                  <a:pt x="471406" y="93533"/>
                </a:lnTo>
                <a:lnTo>
                  <a:pt x="471731" y="93745"/>
                </a:lnTo>
                <a:lnTo>
                  <a:pt x="472066" y="93954"/>
                </a:lnTo>
                <a:lnTo>
                  <a:pt x="472410" y="94161"/>
                </a:lnTo>
                <a:lnTo>
                  <a:pt x="472763" y="94364"/>
                </a:lnTo>
                <a:lnTo>
                  <a:pt x="473126" y="94565"/>
                </a:lnTo>
                <a:lnTo>
                  <a:pt x="473498" y="94762"/>
                </a:lnTo>
                <a:lnTo>
                  <a:pt x="473880" y="94957"/>
                </a:lnTo>
                <a:lnTo>
                  <a:pt x="474272" y="95147"/>
                </a:lnTo>
                <a:lnTo>
                  <a:pt x="474676" y="95330"/>
                </a:lnTo>
                <a:lnTo>
                  <a:pt x="475093" y="95507"/>
                </a:lnTo>
                <a:lnTo>
                  <a:pt x="475315" y="95595"/>
                </a:lnTo>
                <a:lnTo>
                  <a:pt x="474946" y="95757"/>
                </a:lnTo>
                <a:lnTo>
                  <a:pt x="474193" y="96111"/>
                </a:lnTo>
                <a:lnTo>
                  <a:pt x="473463" y="96476"/>
                </a:lnTo>
                <a:lnTo>
                  <a:pt x="472756" y="96854"/>
                </a:lnTo>
                <a:lnTo>
                  <a:pt x="472073" y="97243"/>
                </a:lnTo>
                <a:lnTo>
                  <a:pt x="471413" y="97643"/>
                </a:lnTo>
                <a:lnTo>
                  <a:pt x="470776" y="98056"/>
                </a:lnTo>
                <a:lnTo>
                  <a:pt x="470163" y="98480"/>
                </a:lnTo>
                <a:lnTo>
                  <a:pt x="469572" y="98916"/>
                </a:lnTo>
                <a:lnTo>
                  <a:pt x="469005" y="99364"/>
                </a:lnTo>
                <a:lnTo>
                  <a:pt x="468461" y="99823"/>
                </a:lnTo>
                <a:lnTo>
                  <a:pt x="467941" y="100294"/>
                </a:lnTo>
                <a:lnTo>
                  <a:pt x="467442" y="100774"/>
                </a:lnTo>
                <a:lnTo>
                  <a:pt x="466965" y="101260"/>
                </a:lnTo>
                <a:lnTo>
                  <a:pt x="466509" y="101751"/>
                </a:lnTo>
                <a:lnTo>
                  <a:pt x="466075" y="102248"/>
                </a:lnTo>
                <a:lnTo>
                  <a:pt x="465661" y="102751"/>
                </a:lnTo>
                <a:lnTo>
                  <a:pt x="465269" y="103259"/>
                </a:lnTo>
                <a:lnTo>
                  <a:pt x="464898" y="103774"/>
                </a:lnTo>
                <a:lnTo>
                  <a:pt x="464548" y="104294"/>
                </a:lnTo>
                <a:lnTo>
                  <a:pt x="464219" y="104819"/>
                </a:lnTo>
                <a:lnTo>
                  <a:pt x="463912" y="105351"/>
                </a:lnTo>
                <a:lnTo>
                  <a:pt x="463625" y="105888"/>
                </a:lnTo>
                <a:lnTo>
                  <a:pt x="463360" y="106431"/>
                </a:lnTo>
                <a:lnTo>
                  <a:pt x="463117" y="106980"/>
                </a:lnTo>
                <a:lnTo>
                  <a:pt x="462894" y="107534"/>
                </a:lnTo>
                <a:lnTo>
                  <a:pt x="462692" y="108094"/>
                </a:lnTo>
                <a:lnTo>
                  <a:pt x="462512" y="108660"/>
                </a:lnTo>
                <a:lnTo>
                  <a:pt x="462353" y="109231"/>
                </a:lnTo>
                <a:lnTo>
                  <a:pt x="462215" y="109809"/>
                </a:lnTo>
                <a:lnTo>
                  <a:pt x="462099" y="110392"/>
                </a:lnTo>
                <a:lnTo>
                  <a:pt x="462003" y="110980"/>
                </a:lnTo>
                <a:lnTo>
                  <a:pt x="461929" y="111575"/>
                </a:lnTo>
                <a:lnTo>
                  <a:pt x="461876" y="112175"/>
                </a:lnTo>
                <a:lnTo>
                  <a:pt x="461844" y="112781"/>
                </a:lnTo>
                <a:lnTo>
                  <a:pt x="461834" y="113393"/>
                </a:lnTo>
                <a:lnTo>
                  <a:pt x="461839" y="113897"/>
                </a:lnTo>
                <a:lnTo>
                  <a:pt x="461857" y="114399"/>
                </a:lnTo>
                <a:lnTo>
                  <a:pt x="461887" y="114897"/>
                </a:lnTo>
                <a:lnTo>
                  <a:pt x="461928" y="115393"/>
                </a:lnTo>
                <a:lnTo>
                  <a:pt x="461982" y="115885"/>
                </a:lnTo>
                <a:lnTo>
                  <a:pt x="462047" y="116374"/>
                </a:lnTo>
                <a:lnTo>
                  <a:pt x="462124" y="116861"/>
                </a:lnTo>
                <a:lnTo>
                  <a:pt x="462213" y="117344"/>
                </a:lnTo>
                <a:lnTo>
                  <a:pt x="462313" y="117824"/>
                </a:lnTo>
                <a:lnTo>
                  <a:pt x="462426" y="118302"/>
                </a:lnTo>
                <a:lnTo>
                  <a:pt x="462550" y="118776"/>
                </a:lnTo>
                <a:lnTo>
                  <a:pt x="462686" y="119247"/>
                </a:lnTo>
                <a:lnTo>
                  <a:pt x="462835" y="119716"/>
                </a:lnTo>
                <a:lnTo>
                  <a:pt x="462994" y="120181"/>
                </a:lnTo>
                <a:lnTo>
                  <a:pt x="463166" y="120643"/>
                </a:lnTo>
                <a:lnTo>
                  <a:pt x="463350" y="121102"/>
                </a:lnTo>
                <a:lnTo>
                  <a:pt x="463545" y="121559"/>
                </a:lnTo>
                <a:lnTo>
                  <a:pt x="463753" y="122012"/>
                </a:lnTo>
                <a:lnTo>
                  <a:pt x="463972" y="122462"/>
                </a:lnTo>
                <a:lnTo>
                  <a:pt x="464203" y="122909"/>
                </a:lnTo>
                <a:lnTo>
                  <a:pt x="464446" y="123353"/>
                </a:lnTo>
                <a:lnTo>
                  <a:pt x="464700" y="123794"/>
                </a:lnTo>
                <a:lnTo>
                  <a:pt x="464967" y="124232"/>
                </a:lnTo>
                <a:lnTo>
                  <a:pt x="465245" y="124667"/>
                </a:lnTo>
                <a:lnTo>
                  <a:pt x="465537" y="125097"/>
                </a:lnTo>
                <a:lnTo>
                  <a:pt x="465843" y="125520"/>
                </a:lnTo>
                <a:lnTo>
                  <a:pt x="466165" y="125936"/>
                </a:lnTo>
                <a:lnTo>
                  <a:pt x="466501" y="126345"/>
                </a:lnTo>
                <a:lnTo>
                  <a:pt x="466851" y="126746"/>
                </a:lnTo>
                <a:lnTo>
                  <a:pt x="467217" y="127140"/>
                </a:lnTo>
                <a:lnTo>
                  <a:pt x="467597" y="127526"/>
                </a:lnTo>
                <a:lnTo>
                  <a:pt x="467992" y="127906"/>
                </a:lnTo>
                <a:lnTo>
                  <a:pt x="468402" y="128278"/>
                </a:lnTo>
                <a:lnTo>
                  <a:pt x="468827" y="128643"/>
                </a:lnTo>
                <a:lnTo>
                  <a:pt x="469266" y="129001"/>
                </a:lnTo>
                <a:lnTo>
                  <a:pt x="469720" y="129352"/>
                </a:lnTo>
                <a:lnTo>
                  <a:pt x="470189" y="129695"/>
                </a:lnTo>
                <a:lnTo>
                  <a:pt x="470673" y="130031"/>
                </a:lnTo>
                <a:lnTo>
                  <a:pt x="471171" y="130360"/>
                </a:lnTo>
                <a:lnTo>
                  <a:pt x="471685" y="130682"/>
                </a:lnTo>
                <a:lnTo>
                  <a:pt x="472213" y="130997"/>
                </a:lnTo>
                <a:lnTo>
                  <a:pt x="472756" y="131304"/>
                </a:lnTo>
                <a:lnTo>
                  <a:pt x="473313" y="131604"/>
                </a:lnTo>
                <a:lnTo>
                  <a:pt x="473885" y="131897"/>
                </a:lnTo>
                <a:lnTo>
                  <a:pt x="474473" y="132182"/>
                </a:lnTo>
                <a:lnTo>
                  <a:pt x="475074" y="132461"/>
                </a:lnTo>
                <a:lnTo>
                  <a:pt x="475691" y="132732"/>
                </a:lnTo>
                <a:lnTo>
                  <a:pt x="476322" y="132995"/>
                </a:lnTo>
                <a:lnTo>
                  <a:pt x="476970" y="133250"/>
                </a:lnTo>
                <a:lnTo>
                  <a:pt x="477635" y="133494"/>
                </a:lnTo>
                <a:lnTo>
                  <a:pt x="478318" y="133727"/>
                </a:lnTo>
                <a:lnTo>
                  <a:pt x="479018" y="133950"/>
                </a:lnTo>
                <a:lnTo>
                  <a:pt x="479736" y="134161"/>
                </a:lnTo>
                <a:lnTo>
                  <a:pt x="480471" y="134362"/>
                </a:lnTo>
                <a:lnTo>
                  <a:pt x="481224" y="134552"/>
                </a:lnTo>
                <a:lnTo>
                  <a:pt x="481994" y="134731"/>
                </a:lnTo>
                <a:lnTo>
                  <a:pt x="482782" y="134899"/>
                </a:lnTo>
                <a:lnTo>
                  <a:pt x="483588" y="135056"/>
                </a:lnTo>
                <a:lnTo>
                  <a:pt x="484411" y="135202"/>
                </a:lnTo>
                <a:lnTo>
                  <a:pt x="485252" y="135338"/>
                </a:lnTo>
                <a:lnTo>
                  <a:pt x="486110" y="135463"/>
                </a:lnTo>
                <a:lnTo>
                  <a:pt x="486986" y="135576"/>
                </a:lnTo>
                <a:lnTo>
                  <a:pt x="487879" y="135679"/>
                </a:lnTo>
                <a:lnTo>
                  <a:pt x="488790" y="135772"/>
                </a:lnTo>
                <a:lnTo>
                  <a:pt x="489718" y="135853"/>
                </a:lnTo>
                <a:lnTo>
                  <a:pt x="490664" y="135923"/>
                </a:lnTo>
                <a:lnTo>
                  <a:pt x="491627" y="135983"/>
                </a:lnTo>
                <a:lnTo>
                  <a:pt x="492608" y="136032"/>
                </a:lnTo>
                <a:lnTo>
                  <a:pt x="493607" y="136070"/>
                </a:lnTo>
                <a:lnTo>
                  <a:pt x="494623" y="136097"/>
                </a:lnTo>
                <a:lnTo>
                  <a:pt x="495657" y="136113"/>
                </a:lnTo>
                <a:lnTo>
                  <a:pt x="496708" y="136119"/>
                </a:lnTo>
                <a:lnTo>
                  <a:pt x="498230" y="136106"/>
                </a:lnTo>
                <a:lnTo>
                  <a:pt x="499721" y="136068"/>
                </a:lnTo>
                <a:lnTo>
                  <a:pt x="501182" y="136004"/>
                </a:lnTo>
                <a:lnTo>
                  <a:pt x="502612" y="135915"/>
                </a:lnTo>
                <a:lnTo>
                  <a:pt x="504011" y="135800"/>
                </a:lnTo>
                <a:lnTo>
                  <a:pt x="505379" y="135660"/>
                </a:lnTo>
                <a:lnTo>
                  <a:pt x="506717" y="135495"/>
                </a:lnTo>
                <a:lnTo>
                  <a:pt x="508024" y="135304"/>
                </a:lnTo>
                <a:lnTo>
                  <a:pt x="509300" y="135088"/>
                </a:lnTo>
                <a:lnTo>
                  <a:pt x="510546" y="134846"/>
                </a:lnTo>
                <a:lnTo>
                  <a:pt x="511761" y="134579"/>
                </a:lnTo>
                <a:lnTo>
                  <a:pt x="512945" y="134286"/>
                </a:lnTo>
                <a:lnTo>
                  <a:pt x="514098" y="133968"/>
                </a:lnTo>
                <a:lnTo>
                  <a:pt x="515221" y="133625"/>
                </a:lnTo>
                <a:lnTo>
                  <a:pt x="516313" y="133256"/>
                </a:lnTo>
                <a:lnTo>
                  <a:pt x="517374" y="132861"/>
                </a:lnTo>
                <a:lnTo>
                  <a:pt x="518405" y="132441"/>
                </a:lnTo>
                <a:lnTo>
                  <a:pt x="519405" y="131996"/>
                </a:lnTo>
                <a:lnTo>
                  <a:pt x="520374" y="131525"/>
                </a:lnTo>
                <a:lnTo>
                  <a:pt x="521312" y="131029"/>
                </a:lnTo>
                <a:lnTo>
                  <a:pt x="522220" y="130507"/>
                </a:lnTo>
                <a:lnTo>
                  <a:pt x="523097" y="129960"/>
                </a:lnTo>
                <a:lnTo>
                  <a:pt x="523943" y="129387"/>
                </a:lnTo>
                <a:lnTo>
                  <a:pt x="524759" y="128789"/>
                </a:lnTo>
                <a:lnTo>
                  <a:pt x="525543" y="128171"/>
                </a:lnTo>
                <a:lnTo>
                  <a:pt x="526293" y="127539"/>
                </a:lnTo>
                <a:lnTo>
                  <a:pt x="527010" y="126892"/>
                </a:lnTo>
                <a:lnTo>
                  <a:pt x="527693" y="126232"/>
                </a:lnTo>
                <a:lnTo>
                  <a:pt x="528344" y="125556"/>
                </a:lnTo>
                <a:lnTo>
                  <a:pt x="528960" y="124867"/>
                </a:lnTo>
                <a:lnTo>
                  <a:pt x="529544" y="124163"/>
                </a:lnTo>
                <a:lnTo>
                  <a:pt x="530094" y="123445"/>
                </a:lnTo>
                <a:lnTo>
                  <a:pt x="530611" y="122713"/>
                </a:lnTo>
                <a:lnTo>
                  <a:pt x="531094" y="121966"/>
                </a:lnTo>
                <a:lnTo>
                  <a:pt x="531545" y="121205"/>
                </a:lnTo>
                <a:lnTo>
                  <a:pt x="531961" y="120429"/>
                </a:lnTo>
                <a:lnTo>
                  <a:pt x="532345" y="119640"/>
                </a:lnTo>
                <a:lnTo>
                  <a:pt x="532695" y="118836"/>
                </a:lnTo>
                <a:lnTo>
                  <a:pt x="533012" y="118017"/>
                </a:lnTo>
                <a:lnTo>
                  <a:pt x="533295" y="117185"/>
                </a:lnTo>
                <a:lnTo>
                  <a:pt x="533545" y="116338"/>
                </a:lnTo>
                <a:lnTo>
                  <a:pt x="533762" y="115477"/>
                </a:lnTo>
                <a:lnTo>
                  <a:pt x="533945" y="114601"/>
                </a:lnTo>
                <a:lnTo>
                  <a:pt x="534095" y="113711"/>
                </a:lnTo>
                <a:lnTo>
                  <a:pt x="534212" y="112807"/>
                </a:lnTo>
                <a:lnTo>
                  <a:pt x="534295" y="111889"/>
                </a:lnTo>
                <a:lnTo>
                  <a:pt x="534346" y="110956"/>
                </a:lnTo>
                <a:lnTo>
                  <a:pt x="534362" y="110009"/>
                </a:lnTo>
                <a:lnTo>
                  <a:pt x="534348" y="109058"/>
                </a:lnTo>
                <a:lnTo>
                  <a:pt x="534305" y="108128"/>
                </a:lnTo>
                <a:lnTo>
                  <a:pt x="534234" y="107219"/>
                </a:lnTo>
                <a:lnTo>
                  <a:pt x="534134" y="106331"/>
                </a:lnTo>
                <a:lnTo>
                  <a:pt x="534006" y="105464"/>
                </a:lnTo>
                <a:lnTo>
                  <a:pt x="533849" y="104618"/>
                </a:lnTo>
                <a:lnTo>
                  <a:pt x="533663" y="103792"/>
                </a:lnTo>
                <a:lnTo>
                  <a:pt x="533450" y="102988"/>
                </a:lnTo>
                <a:lnTo>
                  <a:pt x="533207" y="102205"/>
                </a:lnTo>
                <a:lnTo>
                  <a:pt x="532936" y="101442"/>
                </a:lnTo>
                <a:lnTo>
                  <a:pt x="532637" y="100700"/>
                </a:lnTo>
                <a:lnTo>
                  <a:pt x="532309" y="99980"/>
                </a:lnTo>
                <a:lnTo>
                  <a:pt x="531952" y="99280"/>
                </a:lnTo>
                <a:lnTo>
                  <a:pt x="531567" y="98601"/>
                </a:lnTo>
                <a:lnTo>
                  <a:pt x="531154" y="97944"/>
                </a:lnTo>
                <a:lnTo>
                  <a:pt x="530712" y="97307"/>
                </a:lnTo>
                <a:lnTo>
                  <a:pt x="530241" y="96691"/>
                </a:lnTo>
                <a:lnTo>
                  <a:pt x="529742" y="96096"/>
                </a:lnTo>
                <a:lnTo>
                  <a:pt x="529215" y="95521"/>
                </a:lnTo>
                <a:lnTo>
                  <a:pt x="528659" y="94968"/>
                </a:lnTo>
                <a:lnTo>
                  <a:pt x="528074" y="94436"/>
                </a:lnTo>
                <a:lnTo>
                  <a:pt x="527461" y="93925"/>
                </a:lnTo>
                <a:lnTo>
                  <a:pt x="526819" y="93434"/>
                </a:lnTo>
                <a:lnTo>
                  <a:pt x="526149" y="92965"/>
                </a:lnTo>
                <a:lnTo>
                  <a:pt x="525446" y="92515"/>
                </a:lnTo>
                <a:lnTo>
                  <a:pt x="524704" y="92085"/>
                </a:lnTo>
                <a:lnTo>
                  <a:pt x="523925" y="91674"/>
                </a:lnTo>
                <a:lnTo>
                  <a:pt x="523108" y="91282"/>
                </a:lnTo>
                <a:lnTo>
                  <a:pt x="522253" y="90909"/>
                </a:lnTo>
                <a:lnTo>
                  <a:pt x="521361" y="90555"/>
                </a:lnTo>
                <a:lnTo>
                  <a:pt x="520430" y="90220"/>
                </a:lnTo>
                <a:lnTo>
                  <a:pt x="519461" y="89905"/>
                </a:lnTo>
                <a:lnTo>
                  <a:pt x="518455" y="89608"/>
                </a:lnTo>
                <a:lnTo>
                  <a:pt x="517411" y="89331"/>
                </a:lnTo>
                <a:lnTo>
                  <a:pt x="516329" y="89073"/>
                </a:lnTo>
                <a:lnTo>
                  <a:pt x="515209" y="88834"/>
                </a:lnTo>
                <a:lnTo>
                  <a:pt x="514051" y="88614"/>
                </a:lnTo>
                <a:lnTo>
                  <a:pt x="512855" y="88413"/>
                </a:lnTo>
                <a:lnTo>
                  <a:pt x="511621" y="88231"/>
                </a:lnTo>
                <a:lnTo>
                  <a:pt x="510350" y="88069"/>
                </a:lnTo>
                <a:lnTo>
                  <a:pt x="509040" y="87925"/>
                </a:lnTo>
                <a:lnTo>
                  <a:pt x="507693" y="87801"/>
                </a:lnTo>
                <a:lnTo>
                  <a:pt x="506308" y="87696"/>
                </a:lnTo>
                <a:lnTo>
                  <a:pt x="504885" y="87610"/>
                </a:lnTo>
                <a:lnTo>
                  <a:pt x="503424" y="87543"/>
                </a:lnTo>
                <a:lnTo>
                  <a:pt x="501925" y="87495"/>
                </a:lnTo>
                <a:lnTo>
                  <a:pt x="500388" y="87466"/>
                </a:lnTo>
                <a:lnTo>
                  <a:pt x="498814" y="87457"/>
                </a:lnTo>
                <a:lnTo>
                  <a:pt x="494181" y="87457"/>
                </a:lnTo>
                <a:lnTo>
                  <a:pt x="493652" y="87448"/>
                </a:lnTo>
                <a:close/>
                <a:moveTo>
                  <a:pt x="493692" y="66578"/>
                </a:moveTo>
                <a:lnTo>
                  <a:pt x="493162" y="66504"/>
                </a:lnTo>
                <a:lnTo>
                  <a:pt x="492638" y="66413"/>
                </a:lnTo>
                <a:lnTo>
                  <a:pt x="492120" y="66306"/>
                </a:lnTo>
                <a:lnTo>
                  <a:pt x="491607" y="66182"/>
                </a:lnTo>
                <a:lnTo>
                  <a:pt x="491100" y="66042"/>
                </a:lnTo>
                <a:lnTo>
                  <a:pt x="490598" y="65885"/>
                </a:lnTo>
                <a:lnTo>
                  <a:pt x="490102" y="65712"/>
                </a:lnTo>
                <a:lnTo>
                  <a:pt x="489611" y="65522"/>
                </a:lnTo>
                <a:lnTo>
                  <a:pt x="489126" y="65316"/>
                </a:lnTo>
                <a:lnTo>
                  <a:pt x="488646" y="65093"/>
                </a:lnTo>
                <a:lnTo>
                  <a:pt x="488172" y="64854"/>
                </a:lnTo>
                <a:lnTo>
                  <a:pt x="487704" y="64598"/>
                </a:lnTo>
                <a:lnTo>
                  <a:pt x="487241" y="64326"/>
                </a:lnTo>
                <a:lnTo>
                  <a:pt x="486784" y="64037"/>
                </a:lnTo>
                <a:lnTo>
                  <a:pt x="486332" y="63732"/>
                </a:lnTo>
                <a:lnTo>
                  <a:pt x="485886" y="63410"/>
                </a:lnTo>
                <a:lnTo>
                  <a:pt x="485445" y="63072"/>
                </a:lnTo>
                <a:lnTo>
                  <a:pt x="485010" y="62717"/>
                </a:lnTo>
                <a:lnTo>
                  <a:pt x="484581" y="62346"/>
                </a:lnTo>
                <a:lnTo>
                  <a:pt x="484157" y="61958"/>
                </a:lnTo>
                <a:lnTo>
                  <a:pt x="483744" y="61553"/>
                </a:lnTo>
                <a:lnTo>
                  <a:pt x="483349" y="61132"/>
                </a:lnTo>
                <a:lnTo>
                  <a:pt x="482972" y="60694"/>
                </a:lnTo>
                <a:lnTo>
                  <a:pt x="482612" y="60239"/>
                </a:lnTo>
                <a:lnTo>
                  <a:pt x="482270" y="59767"/>
                </a:lnTo>
                <a:lnTo>
                  <a:pt x="481945" y="59278"/>
                </a:lnTo>
                <a:lnTo>
                  <a:pt x="481638" y="58773"/>
                </a:lnTo>
                <a:lnTo>
                  <a:pt x="481349" y="58251"/>
                </a:lnTo>
                <a:lnTo>
                  <a:pt x="481077" y="57712"/>
                </a:lnTo>
                <a:lnTo>
                  <a:pt x="480822" y="57156"/>
                </a:lnTo>
                <a:lnTo>
                  <a:pt x="480585" y="56583"/>
                </a:lnTo>
                <a:lnTo>
                  <a:pt x="480366" y="55994"/>
                </a:lnTo>
                <a:lnTo>
                  <a:pt x="480164" y="55388"/>
                </a:lnTo>
                <a:lnTo>
                  <a:pt x="479980" y="54765"/>
                </a:lnTo>
                <a:lnTo>
                  <a:pt x="479813" y="54125"/>
                </a:lnTo>
                <a:lnTo>
                  <a:pt x="479664" y="53468"/>
                </a:lnTo>
                <a:lnTo>
                  <a:pt x="479532" y="52795"/>
                </a:lnTo>
                <a:lnTo>
                  <a:pt x="479418" y="52105"/>
                </a:lnTo>
                <a:lnTo>
                  <a:pt x="479322" y="51398"/>
                </a:lnTo>
                <a:lnTo>
                  <a:pt x="479243" y="50674"/>
                </a:lnTo>
                <a:lnTo>
                  <a:pt x="479181" y="49933"/>
                </a:lnTo>
                <a:lnTo>
                  <a:pt x="479137" y="49176"/>
                </a:lnTo>
                <a:lnTo>
                  <a:pt x="479111" y="48401"/>
                </a:lnTo>
                <a:lnTo>
                  <a:pt x="479102" y="47610"/>
                </a:lnTo>
                <a:lnTo>
                  <a:pt x="479110" y="46826"/>
                </a:lnTo>
                <a:lnTo>
                  <a:pt x="479135" y="46058"/>
                </a:lnTo>
                <a:lnTo>
                  <a:pt x="479176" y="45306"/>
                </a:lnTo>
                <a:lnTo>
                  <a:pt x="479233" y="44570"/>
                </a:lnTo>
                <a:lnTo>
                  <a:pt x="479307" y="43850"/>
                </a:lnTo>
                <a:lnTo>
                  <a:pt x="479397" y="43146"/>
                </a:lnTo>
                <a:lnTo>
                  <a:pt x="479504" y="42458"/>
                </a:lnTo>
                <a:lnTo>
                  <a:pt x="479626" y="41787"/>
                </a:lnTo>
                <a:lnTo>
                  <a:pt x="479766" y="41131"/>
                </a:lnTo>
                <a:lnTo>
                  <a:pt x="479921" y="40491"/>
                </a:lnTo>
                <a:lnTo>
                  <a:pt x="480093" y="39867"/>
                </a:lnTo>
                <a:lnTo>
                  <a:pt x="480282" y="39260"/>
                </a:lnTo>
                <a:lnTo>
                  <a:pt x="480486" y="38668"/>
                </a:lnTo>
                <a:lnTo>
                  <a:pt x="480707" y="38093"/>
                </a:lnTo>
                <a:lnTo>
                  <a:pt x="480945" y="37533"/>
                </a:lnTo>
                <a:lnTo>
                  <a:pt x="481199" y="36990"/>
                </a:lnTo>
                <a:lnTo>
                  <a:pt x="481469" y="36463"/>
                </a:lnTo>
                <a:lnTo>
                  <a:pt x="481756" y="35951"/>
                </a:lnTo>
                <a:lnTo>
                  <a:pt x="482059" y="35456"/>
                </a:lnTo>
                <a:lnTo>
                  <a:pt x="482378" y="34977"/>
                </a:lnTo>
                <a:lnTo>
                  <a:pt x="482714" y="34514"/>
                </a:lnTo>
                <a:lnTo>
                  <a:pt x="483066" y="34067"/>
                </a:lnTo>
                <a:lnTo>
                  <a:pt x="483435" y="33636"/>
                </a:lnTo>
                <a:lnTo>
                  <a:pt x="483820" y="33221"/>
                </a:lnTo>
                <a:lnTo>
                  <a:pt x="484218" y="32822"/>
                </a:lnTo>
                <a:lnTo>
                  <a:pt x="484625" y="32441"/>
                </a:lnTo>
                <a:lnTo>
                  <a:pt x="485042" y="32076"/>
                </a:lnTo>
                <a:lnTo>
                  <a:pt x="485469" y="31728"/>
                </a:lnTo>
                <a:lnTo>
                  <a:pt x="485906" y="31398"/>
                </a:lnTo>
                <a:lnTo>
                  <a:pt x="486352" y="31084"/>
                </a:lnTo>
                <a:lnTo>
                  <a:pt x="486808" y="30787"/>
                </a:lnTo>
                <a:lnTo>
                  <a:pt x="487273" y="30507"/>
                </a:lnTo>
                <a:lnTo>
                  <a:pt x="487748" y="30245"/>
                </a:lnTo>
                <a:lnTo>
                  <a:pt x="488233" y="29999"/>
                </a:lnTo>
                <a:lnTo>
                  <a:pt x="488728" y="29770"/>
                </a:lnTo>
                <a:lnTo>
                  <a:pt x="489232" y="29558"/>
                </a:lnTo>
                <a:lnTo>
                  <a:pt x="489746" y="29363"/>
                </a:lnTo>
                <a:lnTo>
                  <a:pt x="490269" y="29185"/>
                </a:lnTo>
                <a:lnTo>
                  <a:pt x="490802" y="29024"/>
                </a:lnTo>
                <a:lnTo>
                  <a:pt x="491345" y="28880"/>
                </a:lnTo>
                <a:lnTo>
                  <a:pt x="491897" y="28752"/>
                </a:lnTo>
                <a:lnTo>
                  <a:pt x="492459" y="28642"/>
                </a:lnTo>
                <a:lnTo>
                  <a:pt x="493031" y="28549"/>
                </a:lnTo>
                <a:lnTo>
                  <a:pt x="493612" y="28473"/>
                </a:lnTo>
                <a:lnTo>
                  <a:pt x="494203" y="28413"/>
                </a:lnTo>
                <a:lnTo>
                  <a:pt x="494804" y="28371"/>
                </a:lnTo>
                <a:lnTo>
                  <a:pt x="495414" y="28345"/>
                </a:lnTo>
                <a:lnTo>
                  <a:pt x="496034" y="28337"/>
                </a:lnTo>
                <a:lnTo>
                  <a:pt x="496654" y="28345"/>
                </a:lnTo>
                <a:lnTo>
                  <a:pt x="497263" y="28370"/>
                </a:lnTo>
                <a:lnTo>
                  <a:pt x="497862" y="28411"/>
                </a:lnTo>
                <a:lnTo>
                  <a:pt x="498450" y="28469"/>
                </a:lnTo>
                <a:lnTo>
                  <a:pt x="499028" y="28543"/>
                </a:lnTo>
                <a:lnTo>
                  <a:pt x="499596" y="28634"/>
                </a:lnTo>
                <a:lnTo>
                  <a:pt x="500153" y="28741"/>
                </a:lnTo>
                <a:lnTo>
                  <a:pt x="500700" y="28865"/>
                </a:lnTo>
                <a:lnTo>
                  <a:pt x="501236" y="29006"/>
                </a:lnTo>
                <a:lnTo>
                  <a:pt x="501763" y="29162"/>
                </a:lnTo>
                <a:lnTo>
                  <a:pt x="502278" y="29336"/>
                </a:lnTo>
                <a:lnTo>
                  <a:pt x="502784" y="29526"/>
                </a:lnTo>
                <a:lnTo>
                  <a:pt x="503279" y="29732"/>
                </a:lnTo>
                <a:lnTo>
                  <a:pt x="503763" y="29955"/>
                </a:lnTo>
                <a:lnTo>
                  <a:pt x="504237" y="30194"/>
                </a:lnTo>
                <a:lnTo>
                  <a:pt x="504701" y="30450"/>
                </a:lnTo>
                <a:lnTo>
                  <a:pt x="505155" y="30722"/>
                </a:lnTo>
                <a:lnTo>
                  <a:pt x="505598" y="31011"/>
                </a:lnTo>
                <a:lnTo>
                  <a:pt x="506030" y="31317"/>
                </a:lnTo>
                <a:lnTo>
                  <a:pt x="506453" y="31639"/>
                </a:lnTo>
                <a:lnTo>
                  <a:pt x="506865" y="31977"/>
                </a:lnTo>
                <a:lnTo>
                  <a:pt x="507266" y="32332"/>
                </a:lnTo>
                <a:lnTo>
                  <a:pt x="507657" y="32703"/>
                </a:lnTo>
                <a:lnTo>
                  <a:pt x="508038" y="33091"/>
                </a:lnTo>
                <a:lnTo>
                  <a:pt x="508406" y="33496"/>
                </a:lnTo>
                <a:lnTo>
                  <a:pt x="508758" y="33919"/>
                </a:lnTo>
                <a:lnTo>
                  <a:pt x="509094" y="34359"/>
                </a:lnTo>
                <a:lnTo>
                  <a:pt x="509415" y="34817"/>
                </a:lnTo>
                <a:lnTo>
                  <a:pt x="509720" y="35293"/>
                </a:lnTo>
                <a:lnTo>
                  <a:pt x="510010" y="35786"/>
                </a:lnTo>
                <a:lnTo>
                  <a:pt x="510283" y="36297"/>
                </a:lnTo>
                <a:lnTo>
                  <a:pt x="510542" y="36826"/>
                </a:lnTo>
                <a:lnTo>
                  <a:pt x="510784" y="37373"/>
                </a:lnTo>
                <a:lnTo>
                  <a:pt x="511011" y="37937"/>
                </a:lnTo>
                <a:lnTo>
                  <a:pt x="511222" y="38519"/>
                </a:lnTo>
                <a:lnTo>
                  <a:pt x="511418" y="39119"/>
                </a:lnTo>
                <a:lnTo>
                  <a:pt x="511598" y="39736"/>
                </a:lnTo>
                <a:lnTo>
                  <a:pt x="511762" y="40371"/>
                </a:lnTo>
                <a:lnTo>
                  <a:pt x="511911" y="41024"/>
                </a:lnTo>
                <a:lnTo>
                  <a:pt x="512044" y="41695"/>
                </a:lnTo>
                <a:lnTo>
                  <a:pt x="512161" y="42383"/>
                </a:lnTo>
                <a:lnTo>
                  <a:pt x="512263" y="43089"/>
                </a:lnTo>
                <a:lnTo>
                  <a:pt x="512349" y="43813"/>
                </a:lnTo>
                <a:lnTo>
                  <a:pt x="512419" y="44554"/>
                </a:lnTo>
                <a:lnTo>
                  <a:pt x="512474" y="45314"/>
                </a:lnTo>
                <a:lnTo>
                  <a:pt x="512513" y="46090"/>
                </a:lnTo>
                <a:lnTo>
                  <a:pt x="512537" y="46885"/>
                </a:lnTo>
                <a:lnTo>
                  <a:pt x="512545" y="47697"/>
                </a:lnTo>
                <a:lnTo>
                  <a:pt x="512537" y="48474"/>
                </a:lnTo>
                <a:lnTo>
                  <a:pt x="512512" y="49235"/>
                </a:lnTo>
                <a:lnTo>
                  <a:pt x="512472" y="49980"/>
                </a:lnTo>
                <a:lnTo>
                  <a:pt x="512416" y="50709"/>
                </a:lnTo>
                <a:lnTo>
                  <a:pt x="512344" y="51421"/>
                </a:lnTo>
                <a:lnTo>
                  <a:pt x="512255" y="52118"/>
                </a:lnTo>
                <a:lnTo>
                  <a:pt x="512150" y="52799"/>
                </a:lnTo>
                <a:lnTo>
                  <a:pt x="512030" y="53463"/>
                </a:lnTo>
                <a:lnTo>
                  <a:pt x="511893" y="54112"/>
                </a:lnTo>
                <a:lnTo>
                  <a:pt x="511740" y="54744"/>
                </a:lnTo>
                <a:lnTo>
                  <a:pt x="511571" y="55361"/>
                </a:lnTo>
                <a:lnTo>
                  <a:pt x="511386" y="55961"/>
                </a:lnTo>
                <a:lnTo>
                  <a:pt x="511185" y="56545"/>
                </a:lnTo>
                <a:lnTo>
                  <a:pt x="510968" y="57114"/>
                </a:lnTo>
                <a:lnTo>
                  <a:pt x="510735" y="57666"/>
                </a:lnTo>
                <a:lnTo>
                  <a:pt x="510485" y="58202"/>
                </a:lnTo>
                <a:lnTo>
                  <a:pt x="510220" y="58722"/>
                </a:lnTo>
                <a:lnTo>
                  <a:pt x="509939" y="59226"/>
                </a:lnTo>
                <a:lnTo>
                  <a:pt x="509641" y="59714"/>
                </a:lnTo>
                <a:lnTo>
                  <a:pt x="509327" y="60186"/>
                </a:lnTo>
                <a:lnTo>
                  <a:pt x="508997" y="60642"/>
                </a:lnTo>
                <a:lnTo>
                  <a:pt x="508652" y="61082"/>
                </a:lnTo>
                <a:lnTo>
                  <a:pt x="508290" y="61506"/>
                </a:lnTo>
                <a:lnTo>
                  <a:pt x="507912" y="61913"/>
                </a:lnTo>
                <a:lnTo>
                  <a:pt x="507521" y="62305"/>
                </a:lnTo>
                <a:lnTo>
                  <a:pt x="507120" y="62679"/>
                </a:lnTo>
                <a:lnTo>
                  <a:pt x="506710" y="63037"/>
                </a:lnTo>
                <a:lnTo>
                  <a:pt x="506290" y="63379"/>
                </a:lnTo>
                <a:lnTo>
                  <a:pt x="505860" y="63704"/>
                </a:lnTo>
                <a:lnTo>
                  <a:pt x="505421" y="64012"/>
                </a:lnTo>
                <a:lnTo>
                  <a:pt x="504972" y="64303"/>
                </a:lnTo>
                <a:lnTo>
                  <a:pt x="504514" y="64578"/>
                </a:lnTo>
                <a:lnTo>
                  <a:pt x="504046" y="64836"/>
                </a:lnTo>
                <a:lnTo>
                  <a:pt x="503568" y="65078"/>
                </a:lnTo>
                <a:lnTo>
                  <a:pt x="503081" y="65303"/>
                </a:lnTo>
                <a:lnTo>
                  <a:pt x="502584" y="65511"/>
                </a:lnTo>
                <a:lnTo>
                  <a:pt x="502077" y="65702"/>
                </a:lnTo>
                <a:lnTo>
                  <a:pt x="501560" y="65877"/>
                </a:lnTo>
                <a:lnTo>
                  <a:pt x="501034" y="66035"/>
                </a:lnTo>
                <a:lnTo>
                  <a:pt x="500499" y="66177"/>
                </a:lnTo>
                <a:lnTo>
                  <a:pt x="499953" y="66302"/>
                </a:lnTo>
                <a:lnTo>
                  <a:pt x="499398" y="66410"/>
                </a:lnTo>
                <a:lnTo>
                  <a:pt x="498834" y="66502"/>
                </a:lnTo>
                <a:lnTo>
                  <a:pt x="498259" y="66577"/>
                </a:lnTo>
                <a:lnTo>
                  <a:pt x="497675" y="66635"/>
                </a:lnTo>
                <a:lnTo>
                  <a:pt x="497082" y="66677"/>
                </a:lnTo>
                <a:lnTo>
                  <a:pt x="496478" y="66702"/>
                </a:lnTo>
                <a:lnTo>
                  <a:pt x="495866" y="66710"/>
                </a:lnTo>
                <a:lnTo>
                  <a:pt x="495314" y="66702"/>
                </a:lnTo>
                <a:lnTo>
                  <a:pt x="494768" y="66677"/>
                </a:lnTo>
                <a:lnTo>
                  <a:pt x="494227" y="66636"/>
                </a:lnTo>
                <a:lnTo>
                  <a:pt x="493692" y="66578"/>
                </a:lnTo>
                <a:close/>
                <a:moveTo>
                  <a:pt x="492735" y="125804"/>
                </a:moveTo>
                <a:lnTo>
                  <a:pt x="491883" y="125742"/>
                </a:lnTo>
                <a:lnTo>
                  <a:pt x="491053" y="125666"/>
                </a:lnTo>
                <a:lnTo>
                  <a:pt x="490247" y="125576"/>
                </a:lnTo>
                <a:lnTo>
                  <a:pt x="489464" y="125473"/>
                </a:lnTo>
                <a:lnTo>
                  <a:pt x="488703" y="125356"/>
                </a:lnTo>
                <a:lnTo>
                  <a:pt x="487965" y="125225"/>
                </a:lnTo>
                <a:lnTo>
                  <a:pt x="487250" y="125080"/>
                </a:lnTo>
                <a:lnTo>
                  <a:pt x="486557" y="124922"/>
                </a:lnTo>
                <a:lnTo>
                  <a:pt x="485888" y="124749"/>
                </a:lnTo>
                <a:lnTo>
                  <a:pt x="485241" y="124563"/>
                </a:lnTo>
                <a:lnTo>
                  <a:pt x="484617" y="124363"/>
                </a:lnTo>
                <a:lnTo>
                  <a:pt x="484016" y="124150"/>
                </a:lnTo>
                <a:lnTo>
                  <a:pt x="483438" y="123922"/>
                </a:lnTo>
                <a:lnTo>
                  <a:pt x="482882" y="123681"/>
                </a:lnTo>
                <a:lnTo>
                  <a:pt x="482350" y="123426"/>
                </a:lnTo>
                <a:lnTo>
                  <a:pt x="481840" y="123158"/>
                </a:lnTo>
                <a:lnTo>
                  <a:pt x="481353" y="122875"/>
                </a:lnTo>
                <a:lnTo>
                  <a:pt x="480889" y="122579"/>
                </a:lnTo>
                <a:lnTo>
                  <a:pt x="480447" y="122269"/>
                </a:lnTo>
                <a:lnTo>
                  <a:pt x="480029" y="121945"/>
                </a:lnTo>
                <a:lnTo>
                  <a:pt x="479630" y="121612"/>
                </a:lnTo>
                <a:lnTo>
                  <a:pt x="479249" y="121275"/>
                </a:lnTo>
                <a:lnTo>
                  <a:pt x="478884" y="120933"/>
                </a:lnTo>
                <a:lnTo>
                  <a:pt x="478536" y="120587"/>
                </a:lnTo>
                <a:lnTo>
                  <a:pt x="478205" y="120236"/>
                </a:lnTo>
                <a:lnTo>
                  <a:pt x="477891" y="119881"/>
                </a:lnTo>
                <a:lnTo>
                  <a:pt x="477594" y="119522"/>
                </a:lnTo>
                <a:lnTo>
                  <a:pt x="477315" y="119158"/>
                </a:lnTo>
                <a:lnTo>
                  <a:pt x="477052" y="118790"/>
                </a:lnTo>
                <a:lnTo>
                  <a:pt x="476806" y="118418"/>
                </a:lnTo>
                <a:lnTo>
                  <a:pt x="476577" y="118041"/>
                </a:lnTo>
                <a:lnTo>
                  <a:pt x="476365" y="117659"/>
                </a:lnTo>
                <a:lnTo>
                  <a:pt x="476169" y="117274"/>
                </a:lnTo>
                <a:lnTo>
                  <a:pt x="475991" y="116884"/>
                </a:lnTo>
                <a:lnTo>
                  <a:pt x="475830" y="116489"/>
                </a:lnTo>
                <a:lnTo>
                  <a:pt x="475686" y="116090"/>
                </a:lnTo>
                <a:lnTo>
                  <a:pt x="475559" y="115687"/>
                </a:lnTo>
                <a:lnTo>
                  <a:pt x="475448" y="115280"/>
                </a:lnTo>
                <a:lnTo>
                  <a:pt x="475355" y="114868"/>
                </a:lnTo>
                <a:lnTo>
                  <a:pt x="475279" y="114451"/>
                </a:lnTo>
                <a:lnTo>
                  <a:pt x="475219" y="114030"/>
                </a:lnTo>
                <a:lnTo>
                  <a:pt x="475177" y="113605"/>
                </a:lnTo>
                <a:lnTo>
                  <a:pt x="475152" y="113176"/>
                </a:lnTo>
                <a:lnTo>
                  <a:pt x="475143" y="112742"/>
                </a:lnTo>
                <a:lnTo>
                  <a:pt x="475148" y="112351"/>
                </a:lnTo>
                <a:lnTo>
                  <a:pt x="475164" y="111965"/>
                </a:lnTo>
                <a:lnTo>
                  <a:pt x="475190" y="111582"/>
                </a:lnTo>
                <a:lnTo>
                  <a:pt x="475226" y="111203"/>
                </a:lnTo>
                <a:lnTo>
                  <a:pt x="475273" y="110828"/>
                </a:lnTo>
                <a:lnTo>
                  <a:pt x="475330" y="110458"/>
                </a:lnTo>
                <a:lnTo>
                  <a:pt x="475398" y="110091"/>
                </a:lnTo>
                <a:lnTo>
                  <a:pt x="475475" y="109728"/>
                </a:lnTo>
                <a:lnTo>
                  <a:pt x="475564" y="109369"/>
                </a:lnTo>
                <a:lnTo>
                  <a:pt x="475662" y="109014"/>
                </a:lnTo>
                <a:lnTo>
                  <a:pt x="475771" y="108663"/>
                </a:lnTo>
                <a:lnTo>
                  <a:pt x="475891" y="108315"/>
                </a:lnTo>
                <a:lnTo>
                  <a:pt x="476021" y="107972"/>
                </a:lnTo>
                <a:lnTo>
                  <a:pt x="476161" y="107633"/>
                </a:lnTo>
                <a:lnTo>
                  <a:pt x="476311" y="107297"/>
                </a:lnTo>
                <a:lnTo>
                  <a:pt x="476472" y="106966"/>
                </a:lnTo>
                <a:lnTo>
                  <a:pt x="476644" y="106638"/>
                </a:lnTo>
                <a:lnTo>
                  <a:pt x="476825" y="106315"/>
                </a:lnTo>
                <a:lnTo>
                  <a:pt x="477017" y="105995"/>
                </a:lnTo>
                <a:lnTo>
                  <a:pt x="477220" y="105679"/>
                </a:lnTo>
                <a:lnTo>
                  <a:pt x="477433" y="105367"/>
                </a:lnTo>
                <a:lnTo>
                  <a:pt x="477656" y="105060"/>
                </a:lnTo>
                <a:lnTo>
                  <a:pt x="477890" y="104756"/>
                </a:lnTo>
                <a:lnTo>
                  <a:pt x="478134" y="104456"/>
                </a:lnTo>
                <a:lnTo>
                  <a:pt x="478388" y="104161"/>
                </a:lnTo>
                <a:lnTo>
                  <a:pt x="478652" y="103874"/>
                </a:lnTo>
                <a:lnTo>
                  <a:pt x="478925" y="103594"/>
                </a:lnTo>
                <a:lnTo>
                  <a:pt x="479209" y="103322"/>
                </a:lnTo>
                <a:lnTo>
                  <a:pt x="479502" y="103056"/>
                </a:lnTo>
                <a:lnTo>
                  <a:pt x="479805" y="102798"/>
                </a:lnTo>
                <a:lnTo>
                  <a:pt x="480118" y="102547"/>
                </a:lnTo>
                <a:lnTo>
                  <a:pt x="480441" y="102304"/>
                </a:lnTo>
                <a:lnTo>
                  <a:pt x="480773" y="102068"/>
                </a:lnTo>
                <a:lnTo>
                  <a:pt x="481116" y="101839"/>
                </a:lnTo>
                <a:lnTo>
                  <a:pt x="481468" y="101617"/>
                </a:lnTo>
                <a:lnTo>
                  <a:pt x="481829" y="101402"/>
                </a:lnTo>
                <a:lnTo>
                  <a:pt x="482201" y="101195"/>
                </a:lnTo>
                <a:lnTo>
                  <a:pt x="482583" y="100995"/>
                </a:lnTo>
                <a:lnTo>
                  <a:pt x="482974" y="100803"/>
                </a:lnTo>
                <a:lnTo>
                  <a:pt x="483375" y="100617"/>
                </a:lnTo>
                <a:lnTo>
                  <a:pt x="483786" y="100439"/>
                </a:lnTo>
                <a:lnTo>
                  <a:pt x="484207" y="100268"/>
                </a:lnTo>
                <a:lnTo>
                  <a:pt x="484637" y="100105"/>
                </a:lnTo>
                <a:lnTo>
                  <a:pt x="485077" y="99948"/>
                </a:lnTo>
                <a:lnTo>
                  <a:pt x="485527" y="99799"/>
                </a:lnTo>
                <a:lnTo>
                  <a:pt x="485987" y="99657"/>
                </a:lnTo>
                <a:lnTo>
                  <a:pt x="486457" y="99523"/>
                </a:lnTo>
                <a:lnTo>
                  <a:pt x="486936" y="99395"/>
                </a:lnTo>
                <a:lnTo>
                  <a:pt x="498308" y="99395"/>
                </a:lnTo>
                <a:lnTo>
                  <a:pt x="499059" y="99398"/>
                </a:lnTo>
                <a:lnTo>
                  <a:pt x="499795" y="99406"/>
                </a:lnTo>
                <a:lnTo>
                  <a:pt x="500517" y="99419"/>
                </a:lnTo>
                <a:lnTo>
                  <a:pt x="501224" y="99437"/>
                </a:lnTo>
                <a:lnTo>
                  <a:pt x="501916" y="99460"/>
                </a:lnTo>
                <a:lnTo>
                  <a:pt x="502594" y="99488"/>
                </a:lnTo>
                <a:lnTo>
                  <a:pt x="503257" y="99522"/>
                </a:lnTo>
                <a:lnTo>
                  <a:pt x="503906" y="99560"/>
                </a:lnTo>
                <a:lnTo>
                  <a:pt x="504539" y="99604"/>
                </a:lnTo>
                <a:lnTo>
                  <a:pt x="505159" y="99653"/>
                </a:lnTo>
                <a:lnTo>
                  <a:pt x="505763" y="99707"/>
                </a:lnTo>
                <a:lnTo>
                  <a:pt x="506353" y="99766"/>
                </a:lnTo>
                <a:lnTo>
                  <a:pt x="506928" y="99831"/>
                </a:lnTo>
                <a:lnTo>
                  <a:pt x="507489" y="99900"/>
                </a:lnTo>
                <a:lnTo>
                  <a:pt x="508035" y="99975"/>
                </a:lnTo>
                <a:lnTo>
                  <a:pt x="508567" y="100055"/>
                </a:lnTo>
                <a:lnTo>
                  <a:pt x="509084" y="100140"/>
                </a:lnTo>
                <a:lnTo>
                  <a:pt x="509586" y="100230"/>
                </a:lnTo>
                <a:lnTo>
                  <a:pt x="510073" y="100325"/>
                </a:lnTo>
                <a:lnTo>
                  <a:pt x="510546" y="100426"/>
                </a:lnTo>
                <a:lnTo>
                  <a:pt x="511005" y="100531"/>
                </a:lnTo>
                <a:lnTo>
                  <a:pt x="511448" y="100642"/>
                </a:lnTo>
                <a:lnTo>
                  <a:pt x="511877" y="100758"/>
                </a:lnTo>
                <a:lnTo>
                  <a:pt x="512292" y="100879"/>
                </a:lnTo>
                <a:lnTo>
                  <a:pt x="512694" y="101005"/>
                </a:lnTo>
                <a:lnTo>
                  <a:pt x="513085" y="101134"/>
                </a:lnTo>
                <a:lnTo>
                  <a:pt x="513466" y="101268"/>
                </a:lnTo>
                <a:lnTo>
                  <a:pt x="513836" y="101406"/>
                </a:lnTo>
                <a:lnTo>
                  <a:pt x="514196" y="101548"/>
                </a:lnTo>
                <a:lnTo>
                  <a:pt x="514545" y="101693"/>
                </a:lnTo>
                <a:lnTo>
                  <a:pt x="514884" y="101843"/>
                </a:lnTo>
                <a:lnTo>
                  <a:pt x="515212" y="101998"/>
                </a:lnTo>
                <a:lnTo>
                  <a:pt x="515530" y="102156"/>
                </a:lnTo>
                <a:lnTo>
                  <a:pt x="515837" y="102318"/>
                </a:lnTo>
                <a:lnTo>
                  <a:pt x="516134" y="102484"/>
                </a:lnTo>
                <a:lnTo>
                  <a:pt x="516420" y="102655"/>
                </a:lnTo>
                <a:lnTo>
                  <a:pt x="516695" y="102829"/>
                </a:lnTo>
                <a:lnTo>
                  <a:pt x="516960" y="103008"/>
                </a:lnTo>
                <a:lnTo>
                  <a:pt x="517215" y="103191"/>
                </a:lnTo>
                <a:lnTo>
                  <a:pt x="517458" y="103378"/>
                </a:lnTo>
                <a:lnTo>
                  <a:pt x="517692" y="103569"/>
                </a:lnTo>
                <a:lnTo>
                  <a:pt x="517915" y="103764"/>
                </a:lnTo>
                <a:lnTo>
                  <a:pt x="518127" y="103963"/>
                </a:lnTo>
                <a:lnTo>
                  <a:pt x="518329" y="104166"/>
                </a:lnTo>
                <a:lnTo>
                  <a:pt x="518520" y="104373"/>
                </a:lnTo>
                <a:lnTo>
                  <a:pt x="518701" y="104585"/>
                </a:lnTo>
                <a:lnTo>
                  <a:pt x="518871" y="104800"/>
                </a:lnTo>
                <a:lnTo>
                  <a:pt x="519031" y="105020"/>
                </a:lnTo>
                <a:lnTo>
                  <a:pt x="519182" y="105243"/>
                </a:lnTo>
                <a:lnTo>
                  <a:pt x="519327" y="105470"/>
                </a:lnTo>
                <a:lnTo>
                  <a:pt x="519465" y="105701"/>
                </a:lnTo>
                <a:lnTo>
                  <a:pt x="519597" y="105935"/>
                </a:lnTo>
                <a:lnTo>
                  <a:pt x="519723" y="106172"/>
                </a:lnTo>
                <a:lnTo>
                  <a:pt x="519842" y="106413"/>
                </a:lnTo>
                <a:lnTo>
                  <a:pt x="519954" y="106658"/>
                </a:lnTo>
                <a:lnTo>
                  <a:pt x="520060" y="106906"/>
                </a:lnTo>
                <a:lnTo>
                  <a:pt x="520160" y="107157"/>
                </a:lnTo>
                <a:lnTo>
                  <a:pt x="520254" y="107412"/>
                </a:lnTo>
                <a:lnTo>
                  <a:pt x="520340" y="107671"/>
                </a:lnTo>
                <a:lnTo>
                  <a:pt x="520421" y="107932"/>
                </a:lnTo>
                <a:lnTo>
                  <a:pt x="520495" y="108198"/>
                </a:lnTo>
                <a:lnTo>
                  <a:pt x="520562" y="108467"/>
                </a:lnTo>
                <a:lnTo>
                  <a:pt x="520624" y="108739"/>
                </a:lnTo>
                <a:lnTo>
                  <a:pt x="520678" y="109015"/>
                </a:lnTo>
                <a:lnTo>
                  <a:pt x="520726" y="109294"/>
                </a:lnTo>
                <a:lnTo>
                  <a:pt x="520768" y="109577"/>
                </a:lnTo>
                <a:lnTo>
                  <a:pt x="520804" y="109864"/>
                </a:lnTo>
                <a:lnTo>
                  <a:pt x="520833" y="110153"/>
                </a:lnTo>
                <a:lnTo>
                  <a:pt x="520855" y="110447"/>
                </a:lnTo>
                <a:lnTo>
                  <a:pt x="520871" y="110743"/>
                </a:lnTo>
                <a:lnTo>
                  <a:pt x="520881" y="111044"/>
                </a:lnTo>
                <a:lnTo>
                  <a:pt x="520884" y="111347"/>
                </a:lnTo>
                <a:lnTo>
                  <a:pt x="520874" y="111860"/>
                </a:lnTo>
                <a:lnTo>
                  <a:pt x="520845" y="112366"/>
                </a:lnTo>
                <a:lnTo>
                  <a:pt x="520797" y="112864"/>
                </a:lnTo>
                <a:lnTo>
                  <a:pt x="520729" y="113356"/>
                </a:lnTo>
                <a:lnTo>
                  <a:pt x="520641" y="113841"/>
                </a:lnTo>
                <a:lnTo>
                  <a:pt x="520534" y="114319"/>
                </a:lnTo>
                <a:lnTo>
                  <a:pt x="520408" y="114789"/>
                </a:lnTo>
                <a:lnTo>
                  <a:pt x="520262" y="115253"/>
                </a:lnTo>
                <a:lnTo>
                  <a:pt x="520096" y="115710"/>
                </a:lnTo>
                <a:lnTo>
                  <a:pt x="519912" y="116160"/>
                </a:lnTo>
                <a:lnTo>
                  <a:pt x="519707" y="116603"/>
                </a:lnTo>
                <a:lnTo>
                  <a:pt x="519484" y="117039"/>
                </a:lnTo>
                <a:lnTo>
                  <a:pt x="519241" y="117468"/>
                </a:lnTo>
                <a:lnTo>
                  <a:pt x="518978" y="117890"/>
                </a:lnTo>
                <a:lnTo>
                  <a:pt x="518696" y="118305"/>
                </a:lnTo>
                <a:lnTo>
                  <a:pt x="518394" y="118713"/>
                </a:lnTo>
                <a:lnTo>
                  <a:pt x="518074" y="119114"/>
                </a:lnTo>
                <a:lnTo>
                  <a:pt x="517733" y="119508"/>
                </a:lnTo>
                <a:lnTo>
                  <a:pt x="517373" y="119895"/>
                </a:lnTo>
                <a:lnTo>
                  <a:pt x="516994" y="120275"/>
                </a:lnTo>
                <a:lnTo>
                  <a:pt x="516595" y="120648"/>
                </a:lnTo>
                <a:lnTo>
                  <a:pt x="516177" y="121015"/>
                </a:lnTo>
                <a:lnTo>
                  <a:pt x="515739" y="121374"/>
                </a:lnTo>
                <a:lnTo>
                  <a:pt x="515282" y="121726"/>
                </a:lnTo>
                <a:lnTo>
                  <a:pt x="514802" y="122068"/>
                </a:lnTo>
                <a:lnTo>
                  <a:pt x="514295" y="122395"/>
                </a:lnTo>
                <a:lnTo>
                  <a:pt x="513761" y="122708"/>
                </a:lnTo>
                <a:lnTo>
                  <a:pt x="513201" y="123006"/>
                </a:lnTo>
                <a:lnTo>
                  <a:pt x="512614" y="123289"/>
                </a:lnTo>
                <a:lnTo>
                  <a:pt x="512000" y="123558"/>
                </a:lnTo>
                <a:lnTo>
                  <a:pt x="511359" y="123813"/>
                </a:lnTo>
                <a:lnTo>
                  <a:pt x="510691" y="124053"/>
                </a:lnTo>
                <a:lnTo>
                  <a:pt x="509997" y="124278"/>
                </a:lnTo>
                <a:lnTo>
                  <a:pt x="509276" y="124489"/>
                </a:lnTo>
                <a:lnTo>
                  <a:pt x="508528" y="124685"/>
                </a:lnTo>
                <a:lnTo>
                  <a:pt x="507754" y="124867"/>
                </a:lnTo>
                <a:lnTo>
                  <a:pt x="506952" y="125034"/>
                </a:lnTo>
                <a:lnTo>
                  <a:pt x="506124" y="125187"/>
                </a:lnTo>
                <a:lnTo>
                  <a:pt x="505269" y="125325"/>
                </a:lnTo>
                <a:lnTo>
                  <a:pt x="504388" y="125449"/>
                </a:lnTo>
                <a:lnTo>
                  <a:pt x="503479" y="125558"/>
                </a:lnTo>
                <a:lnTo>
                  <a:pt x="502544" y="125652"/>
                </a:lnTo>
                <a:lnTo>
                  <a:pt x="501582" y="125732"/>
                </a:lnTo>
                <a:lnTo>
                  <a:pt x="500593" y="125798"/>
                </a:lnTo>
                <a:lnTo>
                  <a:pt x="499578" y="125848"/>
                </a:lnTo>
                <a:lnTo>
                  <a:pt x="498536" y="125885"/>
                </a:lnTo>
                <a:lnTo>
                  <a:pt x="497467" y="125907"/>
                </a:lnTo>
                <a:lnTo>
                  <a:pt x="496371" y="125914"/>
                </a:lnTo>
                <a:lnTo>
                  <a:pt x="495428" y="125907"/>
                </a:lnTo>
                <a:lnTo>
                  <a:pt x="494507" y="125886"/>
                </a:lnTo>
                <a:lnTo>
                  <a:pt x="493610" y="125852"/>
                </a:lnTo>
                <a:lnTo>
                  <a:pt x="492735" y="125804"/>
                </a:lnTo>
                <a:close/>
                <a:moveTo>
                  <a:pt x="577703" y="105743"/>
                </a:moveTo>
                <a:lnTo>
                  <a:pt x="578502" y="105688"/>
                </a:lnTo>
                <a:lnTo>
                  <a:pt x="579291" y="105620"/>
                </a:lnTo>
                <a:lnTo>
                  <a:pt x="580071" y="105540"/>
                </a:lnTo>
                <a:lnTo>
                  <a:pt x="580841" y="105447"/>
                </a:lnTo>
                <a:lnTo>
                  <a:pt x="581601" y="105343"/>
                </a:lnTo>
                <a:lnTo>
                  <a:pt x="582352" y="105226"/>
                </a:lnTo>
                <a:lnTo>
                  <a:pt x="583093" y="105096"/>
                </a:lnTo>
                <a:lnTo>
                  <a:pt x="583825" y="104954"/>
                </a:lnTo>
                <a:lnTo>
                  <a:pt x="584546" y="104800"/>
                </a:lnTo>
                <a:lnTo>
                  <a:pt x="585258" y="104634"/>
                </a:lnTo>
                <a:lnTo>
                  <a:pt x="585961" y="104455"/>
                </a:lnTo>
                <a:lnTo>
                  <a:pt x="586654" y="104264"/>
                </a:lnTo>
                <a:lnTo>
                  <a:pt x="587337" y="104061"/>
                </a:lnTo>
                <a:lnTo>
                  <a:pt x="588010" y="103845"/>
                </a:lnTo>
                <a:lnTo>
                  <a:pt x="588674" y="103617"/>
                </a:lnTo>
                <a:lnTo>
                  <a:pt x="589328" y="103377"/>
                </a:lnTo>
                <a:lnTo>
                  <a:pt x="589973" y="103124"/>
                </a:lnTo>
                <a:lnTo>
                  <a:pt x="590607" y="102859"/>
                </a:lnTo>
                <a:lnTo>
                  <a:pt x="591233" y="102582"/>
                </a:lnTo>
                <a:lnTo>
                  <a:pt x="591848" y="102292"/>
                </a:lnTo>
                <a:lnTo>
                  <a:pt x="592453" y="101991"/>
                </a:lnTo>
                <a:lnTo>
                  <a:pt x="593047" y="101679"/>
                </a:lnTo>
                <a:lnTo>
                  <a:pt x="593630" y="101357"/>
                </a:lnTo>
                <a:lnTo>
                  <a:pt x="594201" y="101025"/>
                </a:lnTo>
                <a:lnTo>
                  <a:pt x="594761" y="100682"/>
                </a:lnTo>
                <a:lnTo>
                  <a:pt x="595310" y="100329"/>
                </a:lnTo>
                <a:lnTo>
                  <a:pt x="595847" y="99966"/>
                </a:lnTo>
                <a:lnTo>
                  <a:pt x="596374" y="99593"/>
                </a:lnTo>
                <a:lnTo>
                  <a:pt x="596889" y="99209"/>
                </a:lnTo>
                <a:lnTo>
                  <a:pt x="597392" y="98814"/>
                </a:lnTo>
                <a:lnTo>
                  <a:pt x="597885" y="98410"/>
                </a:lnTo>
                <a:lnTo>
                  <a:pt x="598366" y="97995"/>
                </a:lnTo>
                <a:lnTo>
                  <a:pt x="598836" y="97569"/>
                </a:lnTo>
                <a:lnTo>
                  <a:pt x="599295" y="97134"/>
                </a:lnTo>
                <a:lnTo>
                  <a:pt x="599742" y="96688"/>
                </a:lnTo>
                <a:lnTo>
                  <a:pt x="600178" y="96231"/>
                </a:lnTo>
                <a:lnTo>
                  <a:pt x="600603" y="95765"/>
                </a:lnTo>
                <a:lnTo>
                  <a:pt x="601017" y="95288"/>
                </a:lnTo>
                <a:lnTo>
                  <a:pt x="601419" y="94800"/>
                </a:lnTo>
                <a:lnTo>
                  <a:pt x="601810" y="94303"/>
                </a:lnTo>
                <a:lnTo>
                  <a:pt x="602190" y="93795"/>
                </a:lnTo>
                <a:lnTo>
                  <a:pt x="602559" y="93276"/>
                </a:lnTo>
                <a:lnTo>
                  <a:pt x="602916" y="92747"/>
                </a:lnTo>
                <a:lnTo>
                  <a:pt x="603262" y="92208"/>
                </a:lnTo>
                <a:lnTo>
                  <a:pt x="603596" y="91660"/>
                </a:lnTo>
                <a:lnTo>
                  <a:pt x="603917" y="91102"/>
                </a:lnTo>
                <a:lnTo>
                  <a:pt x="604224" y="90536"/>
                </a:lnTo>
                <a:lnTo>
                  <a:pt x="604518" y="89961"/>
                </a:lnTo>
                <a:lnTo>
                  <a:pt x="604798" y="89378"/>
                </a:lnTo>
                <a:lnTo>
                  <a:pt x="605066" y="88786"/>
                </a:lnTo>
                <a:lnTo>
                  <a:pt x="605320" y="88185"/>
                </a:lnTo>
                <a:lnTo>
                  <a:pt x="605560" y="87575"/>
                </a:lnTo>
                <a:lnTo>
                  <a:pt x="605788" y="86957"/>
                </a:lnTo>
                <a:lnTo>
                  <a:pt x="606002" y="86330"/>
                </a:lnTo>
                <a:lnTo>
                  <a:pt x="606202" y="85695"/>
                </a:lnTo>
                <a:lnTo>
                  <a:pt x="606390" y="85050"/>
                </a:lnTo>
                <a:lnTo>
                  <a:pt x="606564" y="84397"/>
                </a:lnTo>
                <a:lnTo>
                  <a:pt x="606725" y="83736"/>
                </a:lnTo>
                <a:lnTo>
                  <a:pt x="606872" y="83066"/>
                </a:lnTo>
                <a:lnTo>
                  <a:pt x="607006" y="82387"/>
                </a:lnTo>
                <a:lnTo>
                  <a:pt x="607127" y="81699"/>
                </a:lnTo>
                <a:lnTo>
                  <a:pt x="607235" y="81003"/>
                </a:lnTo>
                <a:lnTo>
                  <a:pt x="607329" y="80298"/>
                </a:lnTo>
                <a:lnTo>
                  <a:pt x="607410" y="79584"/>
                </a:lnTo>
                <a:lnTo>
                  <a:pt x="607478" y="78862"/>
                </a:lnTo>
                <a:lnTo>
                  <a:pt x="607532" y="78131"/>
                </a:lnTo>
                <a:lnTo>
                  <a:pt x="607573" y="77391"/>
                </a:lnTo>
                <a:lnTo>
                  <a:pt x="607601" y="76643"/>
                </a:lnTo>
                <a:lnTo>
                  <a:pt x="593701" y="76643"/>
                </a:lnTo>
                <a:lnTo>
                  <a:pt x="593672" y="77377"/>
                </a:lnTo>
                <a:lnTo>
                  <a:pt x="593626" y="78096"/>
                </a:lnTo>
                <a:lnTo>
                  <a:pt x="593564" y="78800"/>
                </a:lnTo>
                <a:lnTo>
                  <a:pt x="593485" y="79490"/>
                </a:lnTo>
                <a:lnTo>
                  <a:pt x="593390" y="80166"/>
                </a:lnTo>
                <a:lnTo>
                  <a:pt x="593278" y="80827"/>
                </a:lnTo>
                <a:lnTo>
                  <a:pt x="593149" y="81474"/>
                </a:lnTo>
                <a:lnTo>
                  <a:pt x="593004" y="82106"/>
                </a:lnTo>
                <a:lnTo>
                  <a:pt x="592843" y="82723"/>
                </a:lnTo>
                <a:lnTo>
                  <a:pt x="592665" y="83326"/>
                </a:lnTo>
                <a:lnTo>
                  <a:pt x="592470" y="83915"/>
                </a:lnTo>
                <a:lnTo>
                  <a:pt x="592259" y="84489"/>
                </a:lnTo>
                <a:lnTo>
                  <a:pt x="592031" y="85049"/>
                </a:lnTo>
                <a:lnTo>
                  <a:pt x="591787" y="85594"/>
                </a:lnTo>
                <a:lnTo>
                  <a:pt x="591526" y="86124"/>
                </a:lnTo>
                <a:lnTo>
                  <a:pt x="591249" y="86640"/>
                </a:lnTo>
                <a:lnTo>
                  <a:pt x="590955" y="87142"/>
                </a:lnTo>
                <a:lnTo>
                  <a:pt x="590645" y="87629"/>
                </a:lnTo>
                <a:lnTo>
                  <a:pt x="590318" y="88102"/>
                </a:lnTo>
                <a:lnTo>
                  <a:pt x="589975" y="88560"/>
                </a:lnTo>
                <a:lnTo>
                  <a:pt x="589615" y="89004"/>
                </a:lnTo>
                <a:lnTo>
                  <a:pt x="589239" y="89433"/>
                </a:lnTo>
                <a:lnTo>
                  <a:pt x="588846" y="89847"/>
                </a:lnTo>
                <a:lnTo>
                  <a:pt x="588437" y="90248"/>
                </a:lnTo>
                <a:lnTo>
                  <a:pt x="588012" y="90632"/>
                </a:lnTo>
                <a:lnTo>
                  <a:pt x="587573" y="91001"/>
                </a:lnTo>
                <a:lnTo>
                  <a:pt x="587121" y="91353"/>
                </a:lnTo>
                <a:lnTo>
                  <a:pt x="586655" y="91688"/>
                </a:lnTo>
                <a:lnTo>
                  <a:pt x="586174" y="92008"/>
                </a:lnTo>
                <a:lnTo>
                  <a:pt x="585680" y="92310"/>
                </a:lnTo>
                <a:lnTo>
                  <a:pt x="585172" y="92597"/>
                </a:lnTo>
                <a:lnTo>
                  <a:pt x="584651" y="92867"/>
                </a:lnTo>
                <a:lnTo>
                  <a:pt x="584115" y="93121"/>
                </a:lnTo>
                <a:lnTo>
                  <a:pt x="583565" y="93358"/>
                </a:lnTo>
                <a:lnTo>
                  <a:pt x="583002" y="93579"/>
                </a:lnTo>
                <a:lnTo>
                  <a:pt x="582424" y="93784"/>
                </a:lnTo>
                <a:lnTo>
                  <a:pt x="581833" y="93972"/>
                </a:lnTo>
                <a:lnTo>
                  <a:pt x="581227" y="94144"/>
                </a:lnTo>
                <a:lnTo>
                  <a:pt x="580608" y="94299"/>
                </a:lnTo>
                <a:lnTo>
                  <a:pt x="579975" y="94439"/>
                </a:lnTo>
                <a:lnTo>
                  <a:pt x="579328" y="94561"/>
                </a:lnTo>
                <a:lnTo>
                  <a:pt x="578668" y="94668"/>
                </a:lnTo>
                <a:lnTo>
                  <a:pt x="577993" y="94758"/>
                </a:lnTo>
                <a:lnTo>
                  <a:pt x="577304" y="94832"/>
                </a:lnTo>
                <a:lnTo>
                  <a:pt x="576602" y="94889"/>
                </a:lnTo>
                <a:lnTo>
                  <a:pt x="575885" y="94930"/>
                </a:lnTo>
                <a:lnTo>
                  <a:pt x="575155" y="94954"/>
                </a:lnTo>
                <a:lnTo>
                  <a:pt x="574411" y="94963"/>
                </a:lnTo>
                <a:lnTo>
                  <a:pt x="573721" y="94955"/>
                </a:lnTo>
                <a:lnTo>
                  <a:pt x="573043" y="94933"/>
                </a:lnTo>
                <a:lnTo>
                  <a:pt x="572375" y="94896"/>
                </a:lnTo>
                <a:lnTo>
                  <a:pt x="571719" y="94844"/>
                </a:lnTo>
                <a:lnTo>
                  <a:pt x="571073" y="94777"/>
                </a:lnTo>
                <a:lnTo>
                  <a:pt x="570439" y="94696"/>
                </a:lnTo>
                <a:lnTo>
                  <a:pt x="569815" y="94600"/>
                </a:lnTo>
                <a:lnTo>
                  <a:pt x="569202" y="94488"/>
                </a:lnTo>
                <a:lnTo>
                  <a:pt x="568601" y="94362"/>
                </a:lnTo>
                <a:lnTo>
                  <a:pt x="568010" y="94222"/>
                </a:lnTo>
                <a:lnTo>
                  <a:pt x="567430" y="94066"/>
                </a:lnTo>
                <a:lnTo>
                  <a:pt x="566861" y="93896"/>
                </a:lnTo>
                <a:lnTo>
                  <a:pt x="566303" y="93711"/>
                </a:lnTo>
                <a:lnTo>
                  <a:pt x="565756" y="93511"/>
                </a:lnTo>
                <a:lnTo>
                  <a:pt x="565221" y="93296"/>
                </a:lnTo>
                <a:lnTo>
                  <a:pt x="564696" y="93066"/>
                </a:lnTo>
                <a:lnTo>
                  <a:pt x="564182" y="92822"/>
                </a:lnTo>
                <a:lnTo>
                  <a:pt x="563679" y="92562"/>
                </a:lnTo>
                <a:lnTo>
                  <a:pt x="563187" y="92288"/>
                </a:lnTo>
                <a:lnTo>
                  <a:pt x="562705" y="91999"/>
                </a:lnTo>
                <a:lnTo>
                  <a:pt x="562235" y="91696"/>
                </a:lnTo>
                <a:lnTo>
                  <a:pt x="561776" y="91377"/>
                </a:lnTo>
                <a:lnTo>
                  <a:pt x="561328" y="91044"/>
                </a:lnTo>
                <a:lnTo>
                  <a:pt x="560891" y="90696"/>
                </a:lnTo>
                <a:lnTo>
                  <a:pt x="560464" y="90335"/>
                </a:lnTo>
                <a:lnTo>
                  <a:pt x="560047" y="89965"/>
                </a:lnTo>
                <a:lnTo>
                  <a:pt x="559640" y="89585"/>
                </a:lnTo>
                <a:lnTo>
                  <a:pt x="559242" y="89195"/>
                </a:lnTo>
                <a:lnTo>
                  <a:pt x="558855" y="88795"/>
                </a:lnTo>
                <a:lnTo>
                  <a:pt x="558477" y="88386"/>
                </a:lnTo>
                <a:lnTo>
                  <a:pt x="558109" y="87967"/>
                </a:lnTo>
                <a:lnTo>
                  <a:pt x="557751" y="87538"/>
                </a:lnTo>
                <a:lnTo>
                  <a:pt x="557402" y="87100"/>
                </a:lnTo>
                <a:lnTo>
                  <a:pt x="557064" y="86652"/>
                </a:lnTo>
                <a:lnTo>
                  <a:pt x="556735" y="86194"/>
                </a:lnTo>
                <a:lnTo>
                  <a:pt x="556416" y="85726"/>
                </a:lnTo>
                <a:lnTo>
                  <a:pt x="556106" y="85249"/>
                </a:lnTo>
                <a:lnTo>
                  <a:pt x="555807" y="84762"/>
                </a:lnTo>
                <a:lnTo>
                  <a:pt x="555517" y="84265"/>
                </a:lnTo>
                <a:lnTo>
                  <a:pt x="555238" y="83759"/>
                </a:lnTo>
                <a:lnTo>
                  <a:pt x="554967" y="83243"/>
                </a:lnTo>
                <a:lnTo>
                  <a:pt x="554707" y="82717"/>
                </a:lnTo>
                <a:lnTo>
                  <a:pt x="554457" y="82181"/>
                </a:lnTo>
                <a:lnTo>
                  <a:pt x="554216" y="81636"/>
                </a:lnTo>
                <a:lnTo>
                  <a:pt x="553985" y="81081"/>
                </a:lnTo>
                <a:lnTo>
                  <a:pt x="553764" y="80516"/>
                </a:lnTo>
                <a:lnTo>
                  <a:pt x="553553" y="79942"/>
                </a:lnTo>
                <a:lnTo>
                  <a:pt x="553352" y="79358"/>
                </a:lnTo>
                <a:lnTo>
                  <a:pt x="553159" y="78766"/>
                </a:lnTo>
                <a:lnTo>
                  <a:pt x="552974" y="78170"/>
                </a:lnTo>
                <a:lnTo>
                  <a:pt x="552797" y="77569"/>
                </a:lnTo>
                <a:lnTo>
                  <a:pt x="552629" y="76963"/>
                </a:lnTo>
                <a:lnTo>
                  <a:pt x="552468" y="76353"/>
                </a:lnTo>
                <a:lnTo>
                  <a:pt x="552314" y="75737"/>
                </a:lnTo>
                <a:lnTo>
                  <a:pt x="552169" y="75117"/>
                </a:lnTo>
                <a:lnTo>
                  <a:pt x="552032" y="74492"/>
                </a:lnTo>
                <a:lnTo>
                  <a:pt x="551902" y="73863"/>
                </a:lnTo>
                <a:lnTo>
                  <a:pt x="551781" y="73228"/>
                </a:lnTo>
                <a:lnTo>
                  <a:pt x="551667" y="72589"/>
                </a:lnTo>
                <a:lnTo>
                  <a:pt x="551562" y="71945"/>
                </a:lnTo>
                <a:lnTo>
                  <a:pt x="551464" y="71296"/>
                </a:lnTo>
                <a:lnTo>
                  <a:pt x="551374" y="70642"/>
                </a:lnTo>
                <a:lnTo>
                  <a:pt x="551292" y="69984"/>
                </a:lnTo>
                <a:lnTo>
                  <a:pt x="551218" y="69321"/>
                </a:lnTo>
                <a:lnTo>
                  <a:pt x="551151" y="68653"/>
                </a:lnTo>
                <a:lnTo>
                  <a:pt x="551093" y="67980"/>
                </a:lnTo>
                <a:lnTo>
                  <a:pt x="551042" y="67302"/>
                </a:lnTo>
                <a:lnTo>
                  <a:pt x="551000" y="66620"/>
                </a:lnTo>
                <a:lnTo>
                  <a:pt x="550965" y="65933"/>
                </a:lnTo>
                <a:lnTo>
                  <a:pt x="550938" y="65241"/>
                </a:lnTo>
                <a:lnTo>
                  <a:pt x="550920" y="64544"/>
                </a:lnTo>
                <a:lnTo>
                  <a:pt x="550909" y="63842"/>
                </a:lnTo>
                <a:lnTo>
                  <a:pt x="607264" y="63842"/>
                </a:lnTo>
                <a:lnTo>
                  <a:pt x="607277" y="63775"/>
                </a:lnTo>
                <a:lnTo>
                  <a:pt x="607291" y="63704"/>
                </a:lnTo>
                <a:lnTo>
                  <a:pt x="607304" y="63629"/>
                </a:lnTo>
                <a:lnTo>
                  <a:pt x="607316" y="63551"/>
                </a:lnTo>
                <a:lnTo>
                  <a:pt x="607328" y="63469"/>
                </a:lnTo>
                <a:lnTo>
                  <a:pt x="607340" y="63384"/>
                </a:lnTo>
                <a:lnTo>
                  <a:pt x="607351" y="63295"/>
                </a:lnTo>
                <a:lnTo>
                  <a:pt x="607362" y="63203"/>
                </a:lnTo>
                <a:lnTo>
                  <a:pt x="607372" y="63108"/>
                </a:lnTo>
                <a:lnTo>
                  <a:pt x="607382" y="63008"/>
                </a:lnTo>
                <a:lnTo>
                  <a:pt x="607392" y="62906"/>
                </a:lnTo>
                <a:lnTo>
                  <a:pt x="607401" y="62799"/>
                </a:lnTo>
                <a:lnTo>
                  <a:pt x="607409" y="62690"/>
                </a:lnTo>
                <a:lnTo>
                  <a:pt x="607417" y="62577"/>
                </a:lnTo>
                <a:lnTo>
                  <a:pt x="607425" y="62460"/>
                </a:lnTo>
                <a:lnTo>
                  <a:pt x="607432" y="62340"/>
                </a:lnTo>
                <a:lnTo>
                  <a:pt x="607439" y="62216"/>
                </a:lnTo>
                <a:lnTo>
                  <a:pt x="607445" y="62089"/>
                </a:lnTo>
                <a:lnTo>
                  <a:pt x="607451" y="61958"/>
                </a:lnTo>
                <a:lnTo>
                  <a:pt x="607457" y="61824"/>
                </a:lnTo>
                <a:lnTo>
                  <a:pt x="607462" y="61686"/>
                </a:lnTo>
                <a:lnTo>
                  <a:pt x="607466" y="61545"/>
                </a:lnTo>
                <a:lnTo>
                  <a:pt x="607471" y="61400"/>
                </a:lnTo>
                <a:lnTo>
                  <a:pt x="607474" y="61252"/>
                </a:lnTo>
                <a:lnTo>
                  <a:pt x="607478" y="61103"/>
                </a:lnTo>
                <a:lnTo>
                  <a:pt x="607481" y="60955"/>
                </a:lnTo>
                <a:lnTo>
                  <a:pt x="607484" y="60809"/>
                </a:lnTo>
                <a:lnTo>
                  <a:pt x="607487" y="60665"/>
                </a:lnTo>
                <a:lnTo>
                  <a:pt x="607490" y="60523"/>
                </a:lnTo>
                <a:lnTo>
                  <a:pt x="607493" y="60382"/>
                </a:lnTo>
                <a:lnTo>
                  <a:pt x="607495" y="60243"/>
                </a:lnTo>
                <a:lnTo>
                  <a:pt x="607498" y="60105"/>
                </a:lnTo>
                <a:lnTo>
                  <a:pt x="607500" y="59970"/>
                </a:lnTo>
                <a:lnTo>
                  <a:pt x="607502" y="59835"/>
                </a:lnTo>
                <a:lnTo>
                  <a:pt x="607504" y="59703"/>
                </a:lnTo>
                <a:lnTo>
                  <a:pt x="607506" y="59572"/>
                </a:lnTo>
                <a:lnTo>
                  <a:pt x="607508" y="59443"/>
                </a:lnTo>
                <a:lnTo>
                  <a:pt x="607509" y="59316"/>
                </a:lnTo>
                <a:lnTo>
                  <a:pt x="607510" y="59190"/>
                </a:lnTo>
                <a:lnTo>
                  <a:pt x="607512" y="59066"/>
                </a:lnTo>
                <a:lnTo>
                  <a:pt x="607513" y="58944"/>
                </a:lnTo>
                <a:lnTo>
                  <a:pt x="607514" y="58823"/>
                </a:lnTo>
                <a:lnTo>
                  <a:pt x="607515" y="58704"/>
                </a:lnTo>
                <a:lnTo>
                  <a:pt x="607515" y="58587"/>
                </a:lnTo>
                <a:lnTo>
                  <a:pt x="607516" y="58471"/>
                </a:lnTo>
                <a:lnTo>
                  <a:pt x="607516" y="58357"/>
                </a:lnTo>
                <a:lnTo>
                  <a:pt x="607516" y="58245"/>
                </a:lnTo>
                <a:lnTo>
                  <a:pt x="607516" y="58134"/>
                </a:lnTo>
                <a:lnTo>
                  <a:pt x="607500" y="56503"/>
                </a:lnTo>
                <a:lnTo>
                  <a:pt x="607453" y="54904"/>
                </a:lnTo>
                <a:lnTo>
                  <a:pt x="607373" y="53337"/>
                </a:lnTo>
                <a:lnTo>
                  <a:pt x="607261" y="51802"/>
                </a:lnTo>
                <a:lnTo>
                  <a:pt x="607118" y="50299"/>
                </a:lnTo>
                <a:lnTo>
                  <a:pt x="606942" y="48829"/>
                </a:lnTo>
                <a:lnTo>
                  <a:pt x="606735" y="47390"/>
                </a:lnTo>
                <a:lnTo>
                  <a:pt x="606496" y="45983"/>
                </a:lnTo>
                <a:lnTo>
                  <a:pt x="606225" y="44608"/>
                </a:lnTo>
                <a:lnTo>
                  <a:pt x="605922" y="43266"/>
                </a:lnTo>
                <a:lnTo>
                  <a:pt x="605588" y="41955"/>
                </a:lnTo>
                <a:lnTo>
                  <a:pt x="605221" y="40676"/>
                </a:lnTo>
                <a:lnTo>
                  <a:pt x="604822" y="39430"/>
                </a:lnTo>
                <a:lnTo>
                  <a:pt x="604392" y="38215"/>
                </a:lnTo>
                <a:lnTo>
                  <a:pt x="603930" y="37033"/>
                </a:lnTo>
                <a:lnTo>
                  <a:pt x="603436" y="35882"/>
                </a:lnTo>
                <a:lnTo>
                  <a:pt x="602909" y="34764"/>
                </a:lnTo>
                <a:lnTo>
                  <a:pt x="602352" y="33677"/>
                </a:lnTo>
                <a:lnTo>
                  <a:pt x="601762" y="32623"/>
                </a:lnTo>
                <a:lnTo>
                  <a:pt x="601140" y="31600"/>
                </a:lnTo>
                <a:lnTo>
                  <a:pt x="600486" y="30610"/>
                </a:lnTo>
                <a:lnTo>
                  <a:pt x="599801" y="29652"/>
                </a:lnTo>
                <a:lnTo>
                  <a:pt x="599084" y="28725"/>
                </a:lnTo>
                <a:lnTo>
                  <a:pt x="598334" y="27831"/>
                </a:lnTo>
                <a:lnTo>
                  <a:pt x="597557" y="26971"/>
                </a:lnTo>
                <a:lnTo>
                  <a:pt x="596755" y="26147"/>
                </a:lnTo>
                <a:lnTo>
                  <a:pt x="595928" y="25360"/>
                </a:lnTo>
                <a:lnTo>
                  <a:pt x="595077" y="24610"/>
                </a:lnTo>
                <a:lnTo>
                  <a:pt x="594202" y="23896"/>
                </a:lnTo>
                <a:lnTo>
                  <a:pt x="593301" y="23219"/>
                </a:lnTo>
                <a:lnTo>
                  <a:pt x="592376" y="22578"/>
                </a:lnTo>
                <a:lnTo>
                  <a:pt x="591427" y="21974"/>
                </a:lnTo>
                <a:lnTo>
                  <a:pt x="590453" y="21407"/>
                </a:lnTo>
                <a:lnTo>
                  <a:pt x="589454" y="20876"/>
                </a:lnTo>
                <a:lnTo>
                  <a:pt x="588431" y="20382"/>
                </a:lnTo>
                <a:lnTo>
                  <a:pt x="587384" y="19924"/>
                </a:lnTo>
                <a:lnTo>
                  <a:pt x="586311" y="19503"/>
                </a:lnTo>
                <a:lnTo>
                  <a:pt x="585214" y="19119"/>
                </a:lnTo>
                <a:lnTo>
                  <a:pt x="584093" y="18771"/>
                </a:lnTo>
                <a:lnTo>
                  <a:pt x="582947" y="18460"/>
                </a:lnTo>
                <a:lnTo>
                  <a:pt x="581776" y="18186"/>
                </a:lnTo>
                <a:lnTo>
                  <a:pt x="580581" y="17948"/>
                </a:lnTo>
                <a:lnTo>
                  <a:pt x="579362" y="17746"/>
                </a:lnTo>
                <a:lnTo>
                  <a:pt x="578117" y="17582"/>
                </a:lnTo>
                <a:lnTo>
                  <a:pt x="576849" y="17454"/>
                </a:lnTo>
                <a:lnTo>
                  <a:pt x="575555" y="17362"/>
                </a:lnTo>
                <a:lnTo>
                  <a:pt x="574237" y="17307"/>
                </a:lnTo>
                <a:lnTo>
                  <a:pt x="572895" y="17289"/>
                </a:lnTo>
                <a:lnTo>
                  <a:pt x="571891" y="17299"/>
                </a:lnTo>
                <a:lnTo>
                  <a:pt x="570901" y="17328"/>
                </a:lnTo>
                <a:lnTo>
                  <a:pt x="569926" y="17377"/>
                </a:lnTo>
                <a:lnTo>
                  <a:pt x="568965" y="17445"/>
                </a:lnTo>
                <a:lnTo>
                  <a:pt x="568018" y="17533"/>
                </a:lnTo>
                <a:lnTo>
                  <a:pt x="567085" y="17640"/>
                </a:lnTo>
                <a:lnTo>
                  <a:pt x="566166" y="17767"/>
                </a:lnTo>
                <a:lnTo>
                  <a:pt x="565262" y="17913"/>
                </a:lnTo>
                <a:lnTo>
                  <a:pt x="564372" y="18079"/>
                </a:lnTo>
                <a:lnTo>
                  <a:pt x="563495" y="18264"/>
                </a:lnTo>
                <a:lnTo>
                  <a:pt x="562634" y="18469"/>
                </a:lnTo>
                <a:lnTo>
                  <a:pt x="561786" y="18693"/>
                </a:lnTo>
                <a:lnTo>
                  <a:pt x="560952" y="18937"/>
                </a:lnTo>
                <a:lnTo>
                  <a:pt x="560133" y="19200"/>
                </a:lnTo>
                <a:lnTo>
                  <a:pt x="559328" y="19483"/>
                </a:lnTo>
                <a:lnTo>
                  <a:pt x="558537" y="19785"/>
                </a:lnTo>
                <a:lnTo>
                  <a:pt x="557760" y="20107"/>
                </a:lnTo>
                <a:lnTo>
                  <a:pt x="556997" y="20448"/>
                </a:lnTo>
                <a:lnTo>
                  <a:pt x="556249" y="20809"/>
                </a:lnTo>
                <a:lnTo>
                  <a:pt x="555515" y="21189"/>
                </a:lnTo>
                <a:lnTo>
                  <a:pt x="554795" y="21589"/>
                </a:lnTo>
                <a:lnTo>
                  <a:pt x="554089" y="22008"/>
                </a:lnTo>
                <a:lnTo>
                  <a:pt x="553397" y="22447"/>
                </a:lnTo>
                <a:lnTo>
                  <a:pt x="552720" y="22905"/>
                </a:lnTo>
                <a:lnTo>
                  <a:pt x="552056" y="23381"/>
                </a:lnTo>
                <a:lnTo>
                  <a:pt x="551407" y="23871"/>
                </a:lnTo>
                <a:lnTo>
                  <a:pt x="550772" y="24377"/>
                </a:lnTo>
                <a:lnTo>
                  <a:pt x="550152" y="24898"/>
                </a:lnTo>
                <a:lnTo>
                  <a:pt x="549545" y="25434"/>
                </a:lnTo>
                <a:lnTo>
                  <a:pt x="548953" y="25985"/>
                </a:lnTo>
                <a:lnTo>
                  <a:pt x="548375" y="26551"/>
                </a:lnTo>
                <a:lnTo>
                  <a:pt x="547811" y="27132"/>
                </a:lnTo>
                <a:lnTo>
                  <a:pt x="547261" y="27729"/>
                </a:lnTo>
                <a:lnTo>
                  <a:pt x="546725" y="28340"/>
                </a:lnTo>
                <a:lnTo>
                  <a:pt x="546204" y="28966"/>
                </a:lnTo>
                <a:lnTo>
                  <a:pt x="545696" y="29608"/>
                </a:lnTo>
                <a:lnTo>
                  <a:pt x="545203" y="30265"/>
                </a:lnTo>
                <a:lnTo>
                  <a:pt x="544725" y="30936"/>
                </a:lnTo>
                <a:lnTo>
                  <a:pt x="544260" y="31623"/>
                </a:lnTo>
                <a:lnTo>
                  <a:pt x="543809" y="32325"/>
                </a:lnTo>
                <a:lnTo>
                  <a:pt x="543373" y="33042"/>
                </a:lnTo>
                <a:lnTo>
                  <a:pt x="542951" y="33774"/>
                </a:lnTo>
                <a:lnTo>
                  <a:pt x="542543" y="34521"/>
                </a:lnTo>
                <a:lnTo>
                  <a:pt x="542149" y="35284"/>
                </a:lnTo>
                <a:lnTo>
                  <a:pt x="541770" y="36061"/>
                </a:lnTo>
                <a:lnTo>
                  <a:pt x="541404" y="36853"/>
                </a:lnTo>
                <a:lnTo>
                  <a:pt x="541053" y="37661"/>
                </a:lnTo>
                <a:lnTo>
                  <a:pt x="540716" y="38484"/>
                </a:lnTo>
                <a:lnTo>
                  <a:pt x="540393" y="39319"/>
                </a:lnTo>
                <a:lnTo>
                  <a:pt x="540084" y="40166"/>
                </a:lnTo>
                <a:lnTo>
                  <a:pt x="539788" y="41023"/>
                </a:lnTo>
                <a:lnTo>
                  <a:pt x="539506" y="41891"/>
                </a:lnTo>
                <a:lnTo>
                  <a:pt x="539238" y="42770"/>
                </a:lnTo>
                <a:lnTo>
                  <a:pt x="538984" y="43659"/>
                </a:lnTo>
                <a:lnTo>
                  <a:pt x="538743" y="44560"/>
                </a:lnTo>
                <a:lnTo>
                  <a:pt x="538516" y="45471"/>
                </a:lnTo>
                <a:lnTo>
                  <a:pt x="538303" y="46393"/>
                </a:lnTo>
                <a:lnTo>
                  <a:pt x="538104" y="47326"/>
                </a:lnTo>
                <a:lnTo>
                  <a:pt x="537918" y="48270"/>
                </a:lnTo>
                <a:lnTo>
                  <a:pt x="537747" y="49224"/>
                </a:lnTo>
                <a:lnTo>
                  <a:pt x="537588" y="50189"/>
                </a:lnTo>
                <a:lnTo>
                  <a:pt x="537444" y="51165"/>
                </a:lnTo>
                <a:lnTo>
                  <a:pt x="537314" y="52152"/>
                </a:lnTo>
                <a:lnTo>
                  <a:pt x="537197" y="53150"/>
                </a:lnTo>
                <a:lnTo>
                  <a:pt x="537094" y="54158"/>
                </a:lnTo>
                <a:lnTo>
                  <a:pt x="537004" y="55178"/>
                </a:lnTo>
                <a:lnTo>
                  <a:pt x="536929" y="56208"/>
                </a:lnTo>
                <a:lnTo>
                  <a:pt x="536867" y="57249"/>
                </a:lnTo>
                <a:lnTo>
                  <a:pt x="536819" y="58301"/>
                </a:lnTo>
                <a:lnTo>
                  <a:pt x="536784" y="59363"/>
                </a:lnTo>
                <a:lnTo>
                  <a:pt x="536764" y="60436"/>
                </a:lnTo>
                <a:lnTo>
                  <a:pt x="536757" y="61521"/>
                </a:lnTo>
                <a:lnTo>
                  <a:pt x="536764" y="62562"/>
                </a:lnTo>
                <a:lnTo>
                  <a:pt x="536785" y="63595"/>
                </a:lnTo>
                <a:lnTo>
                  <a:pt x="536821" y="64619"/>
                </a:lnTo>
                <a:lnTo>
                  <a:pt x="536870" y="65635"/>
                </a:lnTo>
                <a:lnTo>
                  <a:pt x="536934" y="66641"/>
                </a:lnTo>
                <a:lnTo>
                  <a:pt x="537012" y="67639"/>
                </a:lnTo>
                <a:lnTo>
                  <a:pt x="537104" y="68629"/>
                </a:lnTo>
                <a:lnTo>
                  <a:pt x="537211" y="69610"/>
                </a:lnTo>
                <a:lnTo>
                  <a:pt x="537331" y="70582"/>
                </a:lnTo>
                <a:lnTo>
                  <a:pt x="537466" y="71545"/>
                </a:lnTo>
                <a:lnTo>
                  <a:pt x="537615" y="72500"/>
                </a:lnTo>
                <a:lnTo>
                  <a:pt x="537778" y="73446"/>
                </a:lnTo>
                <a:lnTo>
                  <a:pt x="537955" y="74383"/>
                </a:lnTo>
                <a:lnTo>
                  <a:pt x="538147" y="75312"/>
                </a:lnTo>
                <a:lnTo>
                  <a:pt x="538353" y="76231"/>
                </a:lnTo>
                <a:lnTo>
                  <a:pt x="538573" y="77143"/>
                </a:lnTo>
                <a:lnTo>
                  <a:pt x="538807" y="78045"/>
                </a:lnTo>
                <a:lnTo>
                  <a:pt x="539055" y="78939"/>
                </a:lnTo>
                <a:lnTo>
                  <a:pt x="539317" y="79824"/>
                </a:lnTo>
                <a:lnTo>
                  <a:pt x="539594" y="80701"/>
                </a:lnTo>
                <a:lnTo>
                  <a:pt x="539885" y="81569"/>
                </a:lnTo>
                <a:lnTo>
                  <a:pt x="540190" y="82428"/>
                </a:lnTo>
                <a:lnTo>
                  <a:pt x="540509" y="83278"/>
                </a:lnTo>
                <a:lnTo>
                  <a:pt x="540842" y="84120"/>
                </a:lnTo>
                <a:lnTo>
                  <a:pt x="541190" y="84950"/>
                </a:lnTo>
                <a:lnTo>
                  <a:pt x="541553" y="85766"/>
                </a:lnTo>
                <a:lnTo>
                  <a:pt x="541930" y="86567"/>
                </a:lnTo>
                <a:lnTo>
                  <a:pt x="542322" y="87353"/>
                </a:lnTo>
                <a:lnTo>
                  <a:pt x="542729" y="88124"/>
                </a:lnTo>
                <a:lnTo>
                  <a:pt x="543151" y="88881"/>
                </a:lnTo>
                <a:lnTo>
                  <a:pt x="543587" y="89624"/>
                </a:lnTo>
                <a:lnTo>
                  <a:pt x="544039" y="90352"/>
                </a:lnTo>
                <a:lnTo>
                  <a:pt x="544505" y="91065"/>
                </a:lnTo>
                <a:lnTo>
                  <a:pt x="544985" y="91763"/>
                </a:lnTo>
                <a:lnTo>
                  <a:pt x="545481" y="92447"/>
                </a:lnTo>
                <a:lnTo>
                  <a:pt x="545991" y="93116"/>
                </a:lnTo>
                <a:lnTo>
                  <a:pt x="546516" y="93771"/>
                </a:lnTo>
                <a:lnTo>
                  <a:pt x="547056" y="94411"/>
                </a:lnTo>
                <a:lnTo>
                  <a:pt x="547611" y="95036"/>
                </a:lnTo>
                <a:lnTo>
                  <a:pt x="548180" y="95647"/>
                </a:lnTo>
                <a:lnTo>
                  <a:pt x="548764" y="96243"/>
                </a:lnTo>
                <a:lnTo>
                  <a:pt x="549363" y="96825"/>
                </a:lnTo>
                <a:lnTo>
                  <a:pt x="549977" y="97392"/>
                </a:lnTo>
                <a:lnTo>
                  <a:pt x="550606" y="97944"/>
                </a:lnTo>
                <a:lnTo>
                  <a:pt x="551249" y="98482"/>
                </a:lnTo>
                <a:lnTo>
                  <a:pt x="551907" y="99005"/>
                </a:lnTo>
                <a:lnTo>
                  <a:pt x="552580" y="99513"/>
                </a:lnTo>
                <a:lnTo>
                  <a:pt x="553267" y="100007"/>
                </a:lnTo>
                <a:lnTo>
                  <a:pt x="553970" y="100483"/>
                </a:lnTo>
                <a:lnTo>
                  <a:pt x="554688" y="100939"/>
                </a:lnTo>
                <a:lnTo>
                  <a:pt x="555422" y="101374"/>
                </a:lnTo>
                <a:lnTo>
                  <a:pt x="556171" y="101790"/>
                </a:lnTo>
                <a:lnTo>
                  <a:pt x="556936" y="102185"/>
                </a:lnTo>
                <a:lnTo>
                  <a:pt x="557716" y="102560"/>
                </a:lnTo>
                <a:lnTo>
                  <a:pt x="558512" y="102914"/>
                </a:lnTo>
                <a:lnTo>
                  <a:pt x="559323" y="103249"/>
                </a:lnTo>
                <a:lnTo>
                  <a:pt x="560150" y="103563"/>
                </a:lnTo>
                <a:lnTo>
                  <a:pt x="560992" y="103856"/>
                </a:lnTo>
                <a:lnTo>
                  <a:pt x="561850" y="104130"/>
                </a:lnTo>
                <a:lnTo>
                  <a:pt x="562723" y="104383"/>
                </a:lnTo>
                <a:lnTo>
                  <a:pt x="563612" y="104616"/>
                </a:lnTo>
                <a:lnTo>
                  <a:pt x="564516" y="104829"/>
                </a:lnTo>
                <a:lnTo>
                  <a:pt x="565436" y="105021"/>
                </a:lnTo>
                <a:lnTo>
                  <a:pt x="566371" y="105194"/>
                </a:lnTo>
                <a:lnTo>
                  <a:pt x="567322" y="105346"/>
                </a:lnTo>
                <a:lnTo>
                  <a:pt x="568288" y="105477"/>
                </a:lnTo>
                <a:lnTo>
                  <a:pt x="569270" y="105589"/>
                </a:lnTo>
                <a:lnTo>
                  <a:pt x="570267" y="105680"/>
                </a:lnTo>
                <a:lnTo>
                  <a:pt x="571280" y="105751"/>
                </a:lnTo>
                <a:lnTo>
                  <a:pt x="572308" y="105801"/>
                </a:lnTo>
                <a:lnTo>
                  <a:pt x="573352" y="105832"/>
                </a:lnTo>
                <a:lnTo>
                  <a:pt x="574411" y="105842"/>
                </a:lnTo>
                <a:lnTo>
                  <a:pt x="575249" y="105836"/>
                </a:lnTo>
                <a:lnTo>
                  <a:pt x="576076" y="105817"/>
                </a:lnTo>
                <a:lnTo>
                  <a:pt x="576895" y="105786"/>
                </a:lnTo>
                <a:lnTo>
                  <a:pt x="577703" y="105743"/>
                </a:lnTo>
                <a:close/>
                <a:moveTo>
                  <a:pt x="551455" y="49565"/>
                </a:moveTo>
                <a:lnTo>
                  <a:pt x="551610" y="48620"/>
                </a:lnTo>
                <a:lnTo>
                  <a:pt x="551780" y="47695"/>
                </a:lnTo>
                <a:lnTo>
                  <a:pt x="551966" y="46791"/>
                </a:lnTo>
                <a:lnTo>
                  <a:pt x="552168" y="45908"/>
                </a:lnTo>
                <a:lnTo>
                  <a:pt x="552385" y="45046"/>
                </a:lnTo>
                <a:lnTo>
                  <a:pt x="552618" y="44204"/>
                </a:lnTo>
                <a:lnTo>
                  <a:pt x="552866" y="43382"/>
                </a:lnTo>
                <a:lnTo>
                  <a:pt x="553130" y="42582"/>
                </a:lnTo>
                <a:lnTo>
                  <a:pt x="553410" y="41802"/>
                </a:lnTo>
                <a:lnTo>
                  <a:pt x="553706" y="41043"/>
                </a:lnTo>
                <a:lnTo>
                  <a:pt x="554017" y="40304"/>
                </a:lnTo>
                <a:lnTo>
                  <a:pt x="554344" y="39586"/>
                </a:lnTo>
                <a:lnTo>
                  <a:pt x="554686" y="38889"/>
                </a:lnTo>
                <a:lnTo>
                  <a:pt x="555044" y="38213"/>
                </a:lnTo>
                <a:lnTo>
                  <a:pt x="555418" y="37557"/>
                </a:lnTo>
                <a:lnTo>
                  <a:pt x="555807" y="36922"/>
                </a:lnTo>
                <a:lnTo>
                  <a:pt x="556212" y="36308"/>
                </a:lnTo>
                <a:lnTo>
                  <a:pt x="556633" y="35714"/>
                </a:lnTo>
                <a:lnTo>
                  <a:pt x="557069" y="35141"/>
                </a:lnTo>
                <a:lnTo>
                  <a:pt x="557521" y="34588"/>
                </a:lnTo>
                <a:lnTo>
                  <a:pt x="557989" y="34058"/>
                </a:lnTo>
                <a:lnTo>
                  <a:pt x="558471" y="33549"/>
                </a:lnTo>
                <a:lnTo>
                  <a:pt x="558968" y="33064"/>
                </a:lnTo>
                <a:lnTo>
                  <a:pt x="559481" y="32601"/>
                </a:lnTo>
                <a:lnTo>
                  <a:pt x="560009" y="32160"/>
                </a:lnTo>
                <a:lnTo>
                  <a:pt x="560551" y="31743"/>
                </a:lnTo>
                <a:lnTo>
                  <a:pt x="561109" y="31347"/>
                </a:lnTo>
                <a:lnTo>
                  <a:pt x="561682" y="30975"/>
                </a:lnTo>
                <a:lnTo>
                  <a:pt x="562270" y="30625"/>
                </a:lnTo>
                <a:lnTo>
                  <a:pt x="562872" y="30297"/>
                </a:lnTo>
                <a:lnTo>
                  <a:pt x="563490" y="29992"/>
                </a:lnTo>
                <a:lnTo>
                  <a:pt x="564123" y="29710"/>
                </a:lnTo>
                <a:lnTo>
                  <a:pt x="564772" y="29450"/>
                </a:lnTo>
                <a:lnTo>
                  <a:pt x="565435" y="29213"/>
                </a:lnTo>
                <a:lnTo>
                  <a:pt x="566113" y="28999"/>
                </a:lnTo>
                <a:lnTo>
                  <a:pt x="566806" y="28807"/>
                </a:lnTo>
                <a:lnTo>
                  <a:pt x="567515" y="28637"/>
                </a:lnTo>
                <a:lnTo>
                  <a:pt x="568238" y="28490"/>
                </a:lnTo>
                <a:lnTo>
                  <a:pt x="568976" y="28366"/>
                </a:lnTo>
                <a:lnTo>
                  <a:pt x="569730" y="28265"/>
                </a:lnTo>
                <a:lnTo>
                  <a:pt x="570499" y="28186"/>
                </a:lnTo>
                <a:lnTo>
                  <a:pt x="571282" y="28129"/>
                </a:lnTo>
                <a:lnTo>
                  <a:pt x="572081" y="28095"/>
                </a:lnTo>
                <a:lnTo>
                  <a:pt x="572895" y="28084"/>
                </a:lnTo>
                <a:lnTo>
                  <a:pt x="573695" y="28095"/>
                </a:lnTo>
                <a:lnTo>
                  <a:pt x="574479" y="28129"/>
                </a:lnTo>
                <a:lnTo>
                  <a:pt x="575249" y="28186"/>
                </a:lnTo>
                <a:lnTo>
                  <a:pt x="576004" y="28266"/>
                </a:lnTo>
                <a:lnTo>
                  <a:pt x="576745" y="28368"/>
                </a:lnTo>
                <a:lnTo>
                  <a:pt x="577470" y="28493"/>
                </a:lnTo>
                <a:lnTo>
                  <a:pt x="578180" y="28641"/>
                </a:lnTo>
                <a:lnTo>
                  <a:pt x="578876" y="28812"/>
                </a:lnTo>
                <a:lnTo>
                  <a:pt x="579556" y="29005"/>
                </a:lnTo>
                <a:lnTo>
                  <a:pt x="580222" y="29221"/>
                </a:lnTo>
                <a:lnTo>
                  <a:pt x="580872" y="29460"/>
                </a:lnTo>
                <a:lnTo>
                  <a:pt x="581508" y="29721"/>
                </a:lnTo>
                <a:lnTo>
                  <a:pt x="582129" y="30006"/>
                </a:lnTo>
                <a:lnTo>
                  <a:pt x="582735" y="30312"/>
                </a:lnTo>
                <a:lnTo>
                  <a:pt x="583326" y="30642"/>
                </a:lnTo>
                <a:lnTo>
                  <a:pt x="583902" y="30995"/>
                </a:lnTo>
                <a:lnTo>
                  <a:pt x="584463" y="31370"/>
                </a:lnTo>
                <a:lnTo>
                  <a:pt x="585009" y="31768"/>
                </a:lnTo>
                <a:lnTo>
                  <a:pt x="585540" y="32189"/>
                </a:lnTo>
                <a:lnTo>
                  <a:pt x="586057" y="32632"/>
                </a:lnTo>
                <a:lnTo>
                  <a:pt x="586558" y="33098"/>
                </a:lnTo>
                <a:lnTo>
                  <a:pt x="587045" y="33587"/>
                </a:lnTo>
                <a:lnTo>
                  <a:pt x="587516" y="34099"/>
                </a:lnTo>
                <a:lnTo>
                  <a:pt x="587973" y="34633"/>
                </a:lnTo>
                <a:lnTo>
                  <a:pt x="588414" y="35189"/>
                </a:lnTo>
                <a:lnTo>
                  <a:pt x="588836" y="35765"/>
                </a:lnTo>
                <a:lnTo>
                  <a:pt x="589241" y="36361"/>
                </a:lnTo>
                <a:lnTo>
                  <a:pt x="589628" y="36978"/>
                </a:lnTo>
                <a:lnTo>
                  <a:pt x="589997" y="37615"/>
                </a:lnTo>
                <a:lnTo>
                  <a:pt x="590348" y="38272"/>
                </a:lnTo>
                <a:lnTo>
                  <a:pt x="590681" y="38949"/>
                </a:lnTo>
                <a:lnTo>
                  <a:pt x="590996" y="39646"/>
                </a:lnTo>
                <a:lnTo>
                  <a:pt x="591294" y="40364"/>
                </a:lnTo>
                <a:lnTo>
                  <a:pt x="591574" y="41102"/>
                </a:lnTo>
                <a:lnTo>
                  <a:pt x="591836" y="41860"/>
                </a:lnTo>
                <a:lnTo>
                  <a:pt x="592080" y="42638"/>
                </a:lnTo>
                <a:lnTo>
                  <a:pt x="592306" y="43436"/>
                </a:lnTo>
                <a:lnTo>
                  <a:pt x="592514" y="44255"/>
                </a:lnTo>
                <a:lnTo>
                  <a:pt x="592705" y="45094"/>
                </a:lnTo>
                <a:lnTo>
                  <a:pt x="592878" y="45953"/>
                </a:lnTo>
                <a:lnTo>
                  <a:pt x="593033" y="46832"/>
                </a:lnTo>
                <a:lnTo>
                  <a:pt x="593170" y="47732"/>
                </a:lnTo>
                <a:lnTo>
                  <a:pt x="593289" y="48652"/>
                </a:lnTo>
                <a:lnTo>
                  <a:pt x="593390" y="49591"/>
                </a:lnTo>
                <a:lnTo>
                  <a:pt x="593474" y="50552"/>
                </a:lnTo>
                <a:lnTo>
                  <a:pt x="593539" y="51532"/>
                </a:lnTo>
                <a:lnTo>
                  <a:pt x="593587" y="52533"/>
                </a:lnTo>
                <a:lnTo>
                  <a:pt x="593617" y="53553"/>
                </a:lnTo>
                <a:lnTo>
                  <a:pt x="550993" y="53553"/>
                </a:lnTo>
                <a:lnTo>
                  <a:pt x="551085" y="52525"/>
                </a:lnTo>
                <a:lnTo>
                  <a:pt x="551193" y="51518"/>
                </a:lnTo>
                <a:lnTo>
                  <a:pt x="551316" y="50531"/>
                </a:lnTo>
                <a:lnTo>
                  <a:pt x="551455" y="495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Retrieval">
            <a:extLst xmlns:a="http://schemas.openxmlformats.org/drawingml/2006/main">
              <a:ext uri="{FF2B5EF4-FFF2-40B4-BE49-F238E27FC236}">
                <a16:creationId xmlns:a16="http://schemas.microsoft.com/office/drawing/2014/main" id="{8277EE95-2ED9-43E2-88A0-2FDABABA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722" y="4062565"/>
            <a:ext cx="570873" cy="118914"/>
          </a:xfrm>
          <a:custGeom xmlns:a="http://schemas.openxmlformats.org/drawingml/2006/main">
            <a:pathLst>
              <a:path w="570873" h="118914">
                <a:moveTo>
                  <a:pt x="0" y="117396"/>
                </a:moveTo>
                <a:lnTo>
                  <a:pt x="0" y="3879"/>
                </a:lnTo>
                <a:lnTo>
                  <a:pt x="42877" y="3879"/>
                </a:lnTo>
                <a:cubicBezTo>
                  <a:pt x="49391" y="3879"/>
                  <a:pt x="55330" y="4920"/>
                  <a:pt x="60693" y="7000"/>
                </a:cubicBezTo>
                <a:cubicBezTo>
                  <a:pt x="66056" y="9080"/>
                  <a:pt x="70367" y="12341"/>
                  <a:pt x="73624" y="16783"/>
                </a:cubicBezTo>
                <a:cubicBezTo>
                  <a:pt x="76881" y="21225"/>
                  <a:pt x="78509" y="26988"/>
                  <a:pt x="78509" y="34072"/>
                </a:cubicBezTo>
                <a:cubicBezTo>
                  <a:pt x="78509" y="41268"/>
                  <a:pt x="76502" y="47397"/>
                  <a:pt x="72486" y="52457"/>
                </a:cubicBezTo>
                <a:cubicBezTo>
                  <a:pt x="68471" y="57517"/>
                  <a:pt x="62532" y="60947"/>
                  <a:pt x="54670" y="62746"/>
                </a:cubicBezTo>
                <a:cubicBezTo>
                  <a:pt x="58770" y="63365"/>
                  <a:pt x="62195" y="64672"/>
                  <a:pt x="64947" y="66668"/>
                </a:cubicBezTo>
                <a:cubicBezTo>
                  <a:pt x="67699" y="68664"/>
                  <a:pt x="70016" y="71489"/>
                  <a:pt x="71897" y="75144"/>
                </a:cubicBezTo>
                <a:cubicBezTo>
                  <a:pt x="73778" y="78798"/>
                  <a:pt x="75421" y="83408"/>
                  <a:pt x="76825" y="88975"/>
                </a:cubicBezTo>
                <a:lnTo>
                  <a:pt x="84238" y="117396"/>
                </a:lnTo>
                <a:lnTo>
                  <a:pt x="68822" y="117396"/>
                </a:lnTo>
                <a:lnTo>
                  <a:pt x="62252" y="91336"/>
                </a:lnTo>
                <a:cubicBezTo>
                  <a:pt x="60960" y="86107"/>
                  <a:pt x="59444" y="81876"/>
                  <a:pt x="57703" y="78643"/>
                </a:cubicBezTo>
                <a:cubicBezTo>
                  <a:pt x="55962" y="75411"/>
                  <a:pt x="53828" y="73049"/>
                  <a:pt x="51301" y="71559"/>
                </a:cubicBezTo>
                <a:cubicBezTo>
                  <a:pt x="48774" y="70069"/>
                  <a:pt x="45601" y="69324"/>
                  <a:pt x="41782" y="69324"/>
                </a:cubicBezTo>
                <a:lnTo>
                  <a:pt x="15163" y="69324"/>
                </a:lnTo>
                <a:lnTo>
                  <a:pt x="15163" y="117396"/>
                </a:lnTo>
                <a:lnTo>
                  <a:pt x="0" y="117396"/>
                </a:lnTo>
                <a:moveTo>
                  <a:pt x="15163" y="56674"/>
                </a:moveTo>
                <a:lnTo>
                  <a:pt x="40939" y="56674"/>
                </a:lnTo>
                <a:cubicBezTo>
                  <a:pt x="45095" y="56674"/>
                  <a:pt x="48858" y="55887"/>
                  <a:pt x="52227" y="54312"/>
                </a:cubicBezTo>
                <a:cubicBezTo>
                  <a:pt x="55597" y="52738"/>
                  <a:pt x="58278" y="50461"/>
                  <a:pt x="60272" y="47481"/>
                </a:cubicBezTo>
                <a:cubicBezTo>
                  <a:pt x="62266" y="44501"/>
                  <a:pt x="63262" y="40903"/>
                  <a:pt x="63262" y="36686"/>
                </a:cubicBezTo>
                <a:cubicBezTo>
                  <a:pt x="63262" y="30333"/>
                  <a:pt x="61395" y="25385"/>
                  <a:pt x="57661" y="21843"/>
                </a:cubicBezTo>
                <a:cubicBezTo>
                  <a:pt x="53926" y="18301"/>
                  <a:pt x="48521" y="16530"/>
                  <a:pt x="41445" y="16530"/>
                </a:cubicBezTo>
                <a:lnTo>
                  <a:pt x="15163" y="16530"/>
                </a:lnTo>
                <a:lnTo>
                  <a:pt x="15163" y="56674"/>
                </a:lnTo>
                <a:close/>
                <a:moveTo>
                  <a:pt x="129412" y="118914"/>
                </a:moveTo>
                <a:cubicBezTo>
                  <a:pt x="120876" y="118914"/>
                  <a:pt x="113828" y="116969"/>
                  <a:pt x="108269" y="113079"/>
                </a:cubicBezTo>
                <a:cubicBezTo>
                  <a:pt x="102709" y="109187"/>
                  <a:pt x="98567" y="103892"/>
                  <a:pt x="95844" y="97192"/>
                </a:cubicBezTo>
                <a:cubicBezTo>
                  <a:pt x="93120" y="90493"/>
                  <a:pt x="91758" y="82960"/>
                  <a:pt x="91758" y="74593"/>
                </a:cubicBezTo>
                <a:cubicBezTo>
                  <a:pt x="91758" y="65876"/>
                  <a:pt x="93078" y="58197"/>
                  <a:pt x="95717" y="51556"/>
                </a:cubicBezTo>
                <a:cubicBezTo>
                  <a:pt x="98357" y="44914"/>
                  <a:pt x="102358" y="39721"/>
                  <a:pt x="107721" y="35977"/>
                </a:cubicBezTo>
                <a:cubicBezTo>
                  <a:pt x="113084" y="32233"/>
                  <a:pt x="119809" y="30361"/>
                  <a:pt x="127896" y="30361"/>
                </a:cubicBezTo>
                <a:cubicBezTo>
                  <a:pt x="138735" y="30361"/>
                  <a:pt x="147215" y="33875"/>
                  <a:pt x="153336" y="40903"/>
                </a:cubicBezTo>
                <a:cubicBezTo>
                  <a:pt x="159457" y="47929"/>
                  <a:pt x="162518" y="58030"/>
                  <a:pt x="162518" y="71206"/>
                </a:cubicBezTo>
                <a:cubicBezTo>
                  <a:pt x="162518" y="72085"/>
                  <a:pt x="162504" y="73124"/>
                  <a:pt x="162476" y="74324"/>
                </a:cubicBezTo>
                <a:cubicBezTo>
                  <a:pt x="162448" y="75524"/>
                  <a:pt x="162377" y="76387"/>
                  <a:pt x="162265" y="76915"/>
                </a:cubicBezTo>
                <a:lnTo>
                  <a:pt x="105910" y="76915"/>
                </a:lnTo>
                <a:cubicBezTo>
                  <a:pt x="105966" y="82546"/>
                  <a:pt x="106781" y="87718"/>
                  <a:pt x="108353" y="92430"/>
                </a:cubicBezTo>
                <a:cubicBezTo>
                  <a:pt x="109925" y="97142"/>
                  <a:pt x="112439" y="100921"/>
                  <a:pt x="115892" y="103768"/>
                </a:cubicBezTo>
                <a:cubicBezTo>
                  <a:pt x="119346" y="106612"/>
                  <a:pt x="123853" y="108035"/>
                  <a:pt x="129412" y="108035"/>
                </a:cubicBezTo>
                <a:cubicBezTo>
                  <a:pt x="135421" y="108035"/>
                  <a:pt x="140097" y="106463"/>
                  <a:pt x="143438" y="103320"/>
                </a:cubicBezTo>
                <a:cubicBezTo>
                  <a:pt x="146779" y="100176"/>
                  <a:pt x="148534" y="95642"/>
                  <a:pt x="148703" y="89715"/>
                </a:cubicBezTo>
                <a:lnTo>
                  <a:pt x="162602" y="89715"/>
                </a:lnTo>
                <a:cubicBezTo>
                  <a:pt x="162434" y="95736"/>
                  <a:pt x="160987" y="100925"/>
                  <a:pt x="158264" y="105281"/>
                </a:cubicBezTo>
                <a:cubicBezTo>
                  <a:pt x="155540" y="109634"/>
                  <a:pt x="151735" y="112996"/>
                  <a:pt x="146850" y="115364"/>
                </a:cubicBezTo>
                <a:cubicBezTo>
                  <a:pt x="141964" y="117731"/>
                  <a:pt x="136151" y="118914"/>
                  <a:pt x="129412" y="118914"/>
                </a:cubicBezTo>
                <a:moveTo>
                  <a:pt x="105994" y="66626"/>
                </a:moveTo>
                <a:lnTo>
                  <a:pt x="148619" y="66626"/>
                </a:lnTo>
                <a:cubicBezTo>
                  <a:pt x="148450" y="58378"/>
                  <a:pt x="146569" y="52071"/>
                  <a:pt x="142975" y="47705"/>
                </a:cubicBezTo>
                <a:cubicBezTo>
                  <a:pt x="139381" y="43339"/>
                  <a:pt x="134354" y="41156"/>
                  <a:pt x="127896" y="41156"/>
                </a:cubicBezTo>
                <a:cubicBezTo>
                  <a:pt x="121326" y="41156"/>
                  <a:pt x="116201" y="43324"/>
                  <a:pt x="112523" y="47660"/>
                </a:cubicBezTo>
                <a:cubicBezTo>
                  <a:pt x="108844" y="51997"/>
                  <a:pt x="106668" y="58318"/>
                  <a:pt x="105994" y="66626"/>
                </a:cubicBezTo>
                <a:close/>
                <a:moveTo>
                  <a:pt x="204344" y="117396"/>
                </a:moveTo>
                <a:cubicBezTo>
                  <a:pt x="197773" y="117396"/>
                  <a:pt x="192705" y="116292"/>
                  <a:pt x="189139" y="114083"/>
                </a:cubicBezTo>
                <a:cubicBezTo>
                  <a:pt x="185573" y="111875"/>
                  <a:pt x="183130" y="108693"/>
                  <a:pt x="181810" y="104540"/>
                </a:cubicBezTo>
                <a:cubicBezTo>
                  <a:pt x="180490" y="100386"/>
                  <a:pt x="179831" y="95394"/>
                  <a:pt x="179831" y="89562"/>
                </a:cubicBezTo>
                <a:lnTo>
                  <a:pt x="179831" y="43264"/>
                </a:lnTo>
                <a:lnTo>
                  <a:pt x="166184" y="43264"/>
                </a:lnTo>
                <a:lnTo>
                  <a:pt x="166184" y="31879"/>
                </a:lnTo>
                <a:lnTo>
                  <a:pt x="179831" y="31879"/>
                </a:lnTo>
                <a:lnTo>
                  <a:pt x="179831" y="13072"/>
                </a:lnTo>
                <a:lnTo>
                  <a:pt x="193898" y="13072"/>
                </a:lnTo>
                <a:lnTo>
                  <a:pt x="193898" y="31879"/>
                </a:lnTo>
                <a:lnTo>
                  <a:pt x="214200" y="31879"/>
                </a:lnTo>
                <a:lnTo>
                  <a:pt x="214200" y="43264"/>
                </a:lnTo>
                <a:lnTo>
                  <a:pt x="193898" y="43264"/>
                </a:lnTo>
                <a:lnTo>
                  <a:pt x="193898" y="89259"/>
                </a:lnTo>
                <a:cubicBezTo>
                  <a:pt x="193898" y="94666"/>
                  <a:pt x="194558" y="98795"/>
                  <a:pt x="195878" y="101649"/>
                </a:cubicBezTo>
                <a:cubicBezTo>
                  <a:pt x="197198" y="104500"/>
                  <a:pt x="200328" y="105926"/>
                  <a:pt x="205270" y="105926"/>
                </a:cubicBezTo>
                <a:lnTo>
                  <a:pt x="214200" y="105926"/>
                </a:lnTo>
                <a:lnTo>
                  <a:pt x="214200" y="117396"/>
                </a:lnTo>
                <a:lnTo>
                  <a:pt x="204344" y="117396"/>
                </a:lnTo>
                <a:close/>
                <a:moveTo>
                  <a:pt x="225486" y="117396"/>
                </a:moveTo>
                <a:lnTo>
                  <a:pt x="225486" y="31879"/>
                </a:lnTo>
                <a:lnTo>
                  <a:pt x="238711" y="31879"/>
                </a:lnTo>
                <a:lnTo>
                  <a:pt x="239217" y="45289"/>
                </a:lnTo>
                <a:cubicBezTo>
                  <a:pt x="241575" y="41072"/>
                  <a:pt x="244804" y="37530"/>
                  <a:pt x="248904" y="34662"/>
                </a:cubicBezTo>
                <a:cubicBezTo>
                  <a:pt x="253003" y="31795"/>
                  <a:pt x="258310" y="30361"/>
                  <a:pt x="264825" y="30361"/>
                </a:cubicBezTo>
                <a:lnTo>
                  <a:pt x="266510" y="30361"/>
                </a:lnTo>
                <a:lnTo>
                  <a:pt x="266510" y="43264"/>
                </a:lnTo>
                <a:lnTo>
                  <a:pt x="264572" y="43264"/>
                </a:lnTo>
                <a:cubicBezTo>
                  <a:pt x="260473" y="43264"/>
                  <a:pt x="256878" y="43828"/>
                  <a:pt x="253790" y="44956"/>
                </a:cubicBezTo>
                <a:cubicBezTo>
                  <a:pt x="250701" y="46083"/>
                  <a:pt x="248019" y="47640"/>
                  <a:pt x="245745" y="49629"/>
                </a:cubicBezTo>
                <a:cubicBezTo>
                  <a:pt x="243471" y="51616"/>
                  <a:pt x="241407" y="53915"/>
                  <a:pt x="239554" y="56524"/>
                </a:cubicBezTo>
                <a:lnTo>
                  <a:pt x="239554" y="117396"/>
                </a:lnTo>
                <a:lnTo>
                  <a:pt x="225486" y="117396"/>
                </a:lnTo>
                <a:close/>
                <a:moveTo>
                  <a:pt x="276741" y="117396"/>
                </a:moveTo>
                <a:lnTo>
                  <a:pt x="276741" y="31879"/>
                </a:lnTo>
                <a:lnTo>
                  <a:pt x="290809" y="31879"/>
                </a:lnTo>
                <a:lnTo>
                  <a:pt x="290809" y="117396"/>
                </a:lnTo>
                <a:lnTo>
                  <a:pt x="276741" y="117396"/>
                </a:lnTo>
                <a:moveTo>
                  <a:pt x="283817" y="16361"/>
                </a:moveTo>
                <a:cubicBezTo>
                  <a:pt x="281121" y="16361"/>
                  <a:pt x="278987" y="15588"/>
                  <a:pt x="277415" y="14042"/>
                </a:cubicBezTo>
                <a:cubicBezTo>
                  <a:pt x="275843" y="12496"/>
                  <a:pt x="275056" y="10542"/>
                  <a:pt x="275056" y="8181"/>
                </a:cubicBezTo>
                <a:cubicBezTo>
                  <a:pt x="275056" y="5819"/>
                  <a:pt x="275843" y="3865"/>
                  <a:pt x="277415" y="2319"/>
                </a:cubicBezTo>
                <a:cubicBezTo>
                  <a:pt x="278987" y="773"/>
                  <a:pt x="281121" y="0"/>
                  <a:pt x="283817" y="0"/>
                </a:cubicBezTo>
                <a:cubicBezTo>
                  <a:pt x="286457" y="0"/>
                  <a:pt x="288591" y="773"/>
                  <a:pt x="290219" y="2319"/>
                </a:cubicBezTo>
                <a:cubicBezTo>
                  <a:pt x="291848" y="3865"/>
                  <a:pt x="292662" y="5819"/>
                  <a:pt x="292662" y="8181"/>
                </a:cubicBezTo>
                <a:cubicBezTo>
                  <a:pt x="292662" y="10542"/>
                  <a:pt x="291848" y="12496"/>
                  <a:pt x="290219" y="14042"/>
                </a:cubicBezTo>
                <a:cubicBezTo>
                  <a:pt x="288591" y="15588"/>
                  <a:pt x="286457" y="16361"/>
                  <a:pt x="283817" y="16361"/>
                </a:cubicBezTo>
                <a:close/>
                <a:moveTo>
                  <a:pt x="344612" y="118914"/>
                </a:moveTo>
                <a:cubicBezTo>
                  <a:pt x="336076" y="118914"/>
                  <a:pt x="329028" y="116969"/>
                  <a:pt x="323468" y="113079"/>
                </a:cubicBezTo>
                <a:cubicBezTo>
                  <a:pt x="317909" y="109187"/>
                  <a:pt x="313767" y="103892"/>
                  <a:pt x="311043" y="97192"/>
                </a:cubicBezTo>
                <a:cubicBezTo>
                  <a:pt x="308320" y="90493"/>
                  <a:pt x="306958" y="82960"/>
                  <a:pt x="306958" y="74593"/>
                </a:cubicBezTo>
                <a:cubicBezTo>
                  <a:pt x="306958" y="65876"/>
                  <a:pt x="308277" y="58197"/>
                  <a:pt x="310917" y="51556"/>
                </a:cubicBezTo>
                <a:cubicBezTo>
                  <a:pt x="313556" y="44914"/>
                  <a:pt x="317558" y="39721"/>
                  <a:pt x="322921" y="35977"/>
                </a:cubicBezTo>
                <a:cubicBezTo>
                  <a:pt x="328284" y="32233"/>
                  <a:pt x="335009" y="30361"/>
                  <a:pt x="343096" y="30361"/>
                </a:cubicBezTo>
                <a:cubicBezTo>
                  <a:pt x="353934" y="30361"/>
                  <a:pt x="362414" y="33875"/>
                  <a:pt x="368535" y="40903"/>
                </a:cubicBezTo>
                <a:cubicBezTo>
                  <a:pt x="374657" y="47929"/>
                  <a:pt x="377717" y="58030"/>
                  <a:pt x="377717" y="71206"/>
                </a:cubicBezTo>
                <a:cubicBezTo>
                  <a:pt x="377717" y="72085"/>
                  <a:pt x="377703" y="73124"/>
                  <a:pt x="377675" y="74324"/>
                </a:cubicBezTo>
                <a:cubicBezTo>
                  <a:pt x="377647" y="75524"/>
                  <a:pt x="377577" y="76387"/>
                  <a:pt x="377465" y="76915"/>
                </a:cubicBezTo>
                <a:lnTo>
                  <a:pt x="321110" y="76915"/>
                </a:lnTo>
                <a:cubicBezTo>
                  <a:pt x="321166" y="82546"/>
                  <a:pt x="321980" y="87718"/>
                  <a:pt x="323552" y="92430"/>
                </a:cubicBezTo>
                <a:cubicBezTo>
                  <a:pt x="325125" y="97142"/>
                  <a:pt x="327638" y="100921"/>
                  <a:pt x="331092" y="103768"/>
                </a:cubicBezTo>
                <a:cubicBezTo>
                  <a:pt x="334545" y="106612"/>
                  <a:pt x="339052" y="108035"/>
                  <a:pt x="344612" y="108035"/>
                </a:cubicBezTo>
                <a:cubicBezTo>
                  <a:pt x="350621" y="108035"/>
                  <a:pt x="355296" y="106463"/>
                  <a:pt x="358637" y="103320"/>
                </a:cubicBezTo>
                <a:cubicBezTo>
                  <a:pt x="361979" y="100176"/>
                  <a:pt x="363734" y="95642"/>
                  <a:pt x="363902" y="89715"/>
                </a:cubicBezTo>
                <a:lnTo>
                  <a:pt x="377802" y="89715"/>
                </a:lnTo>
                <a:cubicBezTo>
                  <a:pt x="377633" y="95736"/>
                  <a:pt x="376187" y="100925"/>
                  <a:pt x="373463" y="105281"/>
                </a:cubicBezTo>
                <a:cubicBezTo>
                  <a:pt x="370740" y="109634"/>
                  <a:pt x="366935" y="112996"/>
                  <a:pt x="362049" y="115364"/>
                </a:cubicBezTo>
                <a:cubicBezTo>
                  <a:pt x="357163" y="117731"/>
                  <a:pt x="351351" y="118914"/>
                  <a:pt x="344612" y="118914"/>
                </a:cubicBezTo>
                <a:moveTo>
                  <a:pt x="321194" y="66626"/>
                </a:moveTo>
                <a:lnTo>
                  <a:pt x="363818" y="66626"/>
                </a:lnTo>
                <a:cubicBezTo>
                  <a:pt x="363650" y="58378"/>
                  <a:pt x="361768" y="52071"/>
                  <a:pt x="358174" y="47705"/>
                </a:cubicBezTo>
                <a:cubicBezTo>
                  <a:pt x="354580" y="43339"/>
                  <a:pt x="349554" y="41156"/>
                  <a:pt x="343096" y="41156"/>
                </a:cubicBezTo>
                <a:cubicBezTo>
                  <a:pt x="336525" y="41156"/>
                  <a:pt x="331401" y="43324"/>
                  <a:pt x="327722" y="47660"/>
                </a:cubicBezTo>
                <a:cubicBezTo>
                  <a:pt x="324044" y="51997"/>
                  <a:pt x="321868" y="58318"/>
                  <a:pt x="321194" y="66626"/>
                </a:cubicBezTo>
                <a:close/>
                <a:moveTo>
                  <a:pt x="409600" y="117396"/>
                </a:moveTo>
                <a:lnTo>
                  <a:pt x="379527" y="31879"/>
                </a:lnTo>
                <a:lnTo>
                  <a:pt x="394353" y="31879"/>
                </a:lnTo>
                <a:lnTo>
                  <a:pt x="417350" y="102996"/>
                </a:lnTo>
                <a:lnTo>
                  <a:pt x="440515" y="31879"/>
                </a:lnTo>
                <a:lnTo>
                  <a:pt x="454835" y="31879"/>
                </a:lnTo>
                <a:lnTo>
                  <a:pt x="425099" y="117396"/>
                </a:lnTo>
                <a:lnTo>
                  <a:pt x="409600" y="117396"/>
                </a:lnTo>
                <a:close/>
                <a:moveTo>
                  <a:pt x="482295" y="118914"/>
                </a:moveTo>
                <a:cubicBezTo>
                  <a:pt x="477859" y="118914"/>
                  <a:pt x="473815" y="118014"/>
                  <a:pt x="470165" y="116213"/>
                </a:cubicBezTo>
                <a:cubicBezTo>
                  <a:pt x="466515" y="114410"/>
                  <a:pt x="463594" y="111708"/>
                  <a:pt x="461404" y="108106"/>
                </a:cubicBezTo>
                <a:cubicBezTo>
                  <a:pt x="459214" y="104502"/>
                  <a:pt x="458119" y="100027"/>
                  <a:pt x="458119" y="94681"/>
                </a:cubicBezTo>
                <a:cubicBezTo>
                  <a:pt x="458119" y="87011"/>
                  <a:pt x="460295" y="81201"/>
                  <a:pt x="464647" y="77249"/>
                </a:cubicBezTo>
                <a:cubicBezTo>
                  <a:pt x="469000" y="73298"/>
                  <a:pt x="475163" y="70625"/>
                  <a:pt x="483137" y="69229"/>
                </a:cubicBezTo>
                <a:cubicBezTo>
                  <a:pt x="491112" y="67834"/>
                  <a:pt x="500434" y="67079"/>
                  <a:pt x="511104" y="66963"/>
                </a:cubicBezTo>
                <a:lnTo>
                  <a:pt x="511104" y="60540"/>
                </a:lnTo>
                <a:cubicBezTo>
                  <a:pt x="511104" y="53001"/>
                  <a:pt x="509504" y="47829"/>
                  <a:pt x="506303" y="45025"/>
                </a:cubicBezTo>
                <a:cubicBezTo>
                  <a:pt x="503102" y="42221"/>
                  <a:pt x="499086" y="40819"/>
                  <a:pt x="494257" y="40819"/>
                </a:cubicBezTo>
                <a:cubicBezTo>
                  <a:pt x="488978" y="40819"/>
                  <a:pt x="484541" y="42301"/>
                  <a:pt x="480947" y="45265"/>
                </a:cubicBezTo>
                <a:cubicBezTo>
                  <a:pt x="477353" y="48229"/>
                  <a:pt x="475556" y="52974"/>
                  <a:pt x="475556" y="59499"/>
                </a:cubicBezTo>
                <a:lnTo>
                  <a:pt x="461910" y="59499"/>
                </a:lnTo>
                <a:cubicBezTo>
                  <a:pt x="461910" y="52594"/>
                  <a:pt x="463299" y="46992"/>
                  <a:pt x="466079" y="42693"/>
                </a:cubicBezTo>
                <a:cubicBezTo>
                  <a:pt x="468859" y="38391"/>
                  <a:pt x="472692" y="35261"/>
                  <a:pt x="477578" y="33302"/>
                </a:cubicBezTo>
                <a:cubicBezTo>
                  <a:pt x="482464" y="31341"/>
                  <a:pt x="488023" y="30361"/>
                  <a:pt x="494257" y="30361"/>
                </a:cubicBezTo>
                <a:cubicBezTo>
                  <a:pt x="498188" y="30361"/>
                  <a:pt x="501979" y="30771"/>
                  <a:pt x="505629" y="31592"/>
                </a:cubicBezTo>
                <a:cubicBezTo>
                  <a:pt x="509279" y="32411"/>
                  <a:pt x="512564" y="33903"/>
                  <a:pt x="515485" y="36070"/>
                </a:cubicBezTo>
                <a:cubicBezTo>
                  <a:pt x="518405" y="38236"/>
                  <a:pt x="520707" y="41266"/>
                  <a:pt x="522392" y="45159"/>
                </a:cubicBezTo>
                <a:cubicBezTo>
                  <a:pt x="524077" y="49053"/>
                  <a:pt x="524919" y="54074"/>
                  <a:pt x="524919" y="60221"/>
                </a:cubicBezTo>
                <a:lnTo>
                  <a:pt x="524919" y="117396"/>
                </a:lnTo>
                <a:lnTo>
                  <a:pt x="511947" y="117396"/>
                </a:lnTo>
                <a:lnTo>
                  <a:pt x="511441" y="105420"/>
                </a:lnTo>
                <a:cubicBezTo>
                  <a:pt x="507847" y="109581"/>
                  <a:pt x="503663" y="112870"/>
                  <a:pt x="498890" y="115288"/>
                </a:cubicBezTo>
                <a:cubicBezTo>
                  <a:pt x="494116" y="117705"/>
                  <a:pt x="488585" y="118914"/>
                  <a:pt x="482295" y="118914"/>
                </a:cubicBezTo>
                <a:moveTo>
                  <a:pt x="486001" y="108119"/>
                </a:moveTo>
                <a:cubicBezTo>
                  <a:pt x="491337" y="108119"/>
                  <a:pt x="496110" y="106799"/>
                  <a:pt x="500322" y="104160"/>
                </a:cubicBezTo>
                <a:cubicBezTo>
                  <a:pt x="504534" y="101521"/>
                  <a:pt x="508100" y="98066"/>
                  <a:pt x="511020" y="93795"/>
                </a:cubicBezTo>
                <a:lnTo>
                  <a:pt x="511020" y="75734"/>
                </a:lnTo>
                <a:cubicBezTo>
                  <a:pt x="497149" y="75911"/>
                  <a:pt x="487209" y="77409"/>
                  <a:pt x="481200" y="80227"/>
                </a:cubicBezTo>
                <a:cubicBezTo>
                  <a:pt x="475191" y="83044"/>
                  <a:pt x="472187" y="87685"/>
                  <a:pt x="472187" y="94151"/>
                </a:cubicBezTo>
                <a:cubicBezTo>
                  <a:pt x="472187" y="98422"/>
                  <a:pt x="473338" y="101818"/>
                  <a:pt x="475640" y="104340"/>
                </a:cubicBezTo>
                <a:cubicBezTo>
                  <a:pt x="477943" y="106859"/>
                  <a:pt x="481397" y="108119"/>
                  <a:pt x="486001" y="108119"/>
                </a:cubicBezTo>
                <a:close/>
                <a:moveTo>
                  <a:pt x="566156" y="117396"/>
                </a:moveTo>
                <a:cubicBezTo>
                  <a:pt x="559529" y="117396"/>
                  <a:pt x="554447" y="116342"/>
                  <a:pt x="550909" y="114233"/>
                </a:cubicBezTo>
                <a:cubicBezTo>
                  <a:pt x="547371" y="112125"/>
                  <a:pt x="544942" y="109089"/>
                  <a:pt x="543622" y="105125"/>
                </a:cubicBezTo>
                <a:cubicBezTo>
                  <a:pt x="542302" y="101161"/>
                  <a:pt x="541642" y="96396"/>
                  <a:pt x="541642" y="90830"/>
                </a:cubicBezTo>
                <a:lnTo>
                  <a:pt x="541642" y="3879"/>
                </a:lnTo>
                <a:lnTo>
                  <a:pt x="555710" y="3879"/>
                </a:lnTo>
                <a:lnTo>
                  <a:pt x="555710" y="90155"/>
                </a:lnTo>
                <a:cubicBezTo>
                  <a:pt x="555710" y="95272"/>
                  <a:pt x="556370" y="99179"/>
                  <a:pt x="557690" y="101878"/>
                </a:cubicBezTo>
                <a:cubicBezTo>
                  <a:pt x="559009" y="104577"/>
                  <a:pt x="562140" y="105926"/>
                  <a:pt x="567082" y="105926"/>
                </a:cubicBezTo>
                <a:lnTo>
                  <a:pt x="570873" y="105926"/>
                </a:lnTo>
                <a:lnTo>
                  <a:pt x="570873" y="117396"/>
                </a:lnTo>
                <a:lnTo>
                  <a:pt x="566156" y="11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Degraded">
            <a:extLst xmlns:a="http://schemas.openxmlformats.org/drawingml/2006/main">
              <a:ext uri="{FF2B5EF4-FFF2-40B4-BE49-F238E27FC236}">
                <a16:creationId xmlns:a16="http://schemas.microsoft.com/office/drawing/2014/main" id="{CFC620FE-A27F-441A-9457-E474B389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19" y="4499052"/>
            <a:ext cx="516972" cy="116249"/>
          </a:xfrm>
          <a:custGeom xmlns:a="http://schemas.openxmlformats.org/drawingml/2006/main">
            <a:pathLst>
              <a:path w="516972" h="116249">
                <a:moveTo>
                  <a:pt x="31453" y="90776"/>
                </a:moveTo>
                <a:lnTo>
                  <a:pt x="32602" y="90730"/>
                </a:lnTo>
                <a:lnTo>
                  <a:pt x="33735" y="90665"/>
                </a:lnTo>
                <a:lnTo>
                  <a:pt x="34854" y="90582"/>
                </a:lnTo>
                <a:lnTo>
                  <a:pt x="35959" y="90480"/>
                </a:lnTo>
                <a:lnTo>
                  <a:pt x="37049" y="90360"/>
                </a:lnTo>
                <a:lnTo>
                  <a:pt x="38124" y="90221"/>
                </a:lnTo>
                <a:lnTo>
                  <a:pt x="39185" y="90064"/>
                </a:lnTo>
                <a:lnTo>
                  <a:pt x="40231" y="89888"/>
                </a:lnTo>
                <a:lnTo>
                  <a:pt x="41262" y="89693"/>
                </a:lnTo>
                <a:lnTo>
                  <a:pt x="42279" y="89481"/>
                </a:lnTo>
                <a:lnTo>
                  <a:pt x="43281" y="89249"/>
                </a:lnTo>
                <a:lnTo>
                  <a:pt x="44269" y="88999"/>
                </a:lnTo>
                <a:lnTo>
                  <a:pt x="45241" y="88731"/>
                </a:lnTo>
                <a:lnTo>
                  <a:pt x="46200" y="88444"/>
                </a:lnTo>
                <a:lnTo>
                  <a:pt x="47143" y="88139"/>
                </a:lnTo>
                <a:lnTo>
                  <a:pt x="48072" y="87815"/>
                </a:lnTo>
                <a:lnTo>
                  <a:pt x="48987" y="87473"/>
                </a:lnTo>
                <a:lnTo>
                  <a:pt x="49886" y="87112"/>
                </a:lnTo>
                <a:lnTo>
                  <a:pt x="50772" y="86732"/>
                </a:lnTo>
                <a:lnTo>
                  <a:pt x="51642" y="86334"/>
                </a:lnTo>
                <a:lnTo>
                  <a:pt x="52498" y="85918"/>
                </a:lnTo>
                <a:lnTo>
                  <a:pt x="53339" y="85483"/>
                </a:lnTo>
                <a:lnTo>
                  <a:pt x="54165" y="85031"/>
                </a:lnTo>
                <a:lnTo>
                  <a:pt x="54975" y="84561"/>
                </a:lnTo>
                <a:lnTo>
                  <a:pt x="55768" y="84075"/>
                </a:lnTo>
                <a:lnTo>
                  <a:pt x="56545" y="83572"/>
                </a:lnTo>
                <a:lnTo>
                  <a:pt x="57306" y="83051"/>
                </a:lnTo>
                <a:lnTo>
                  <a:pt x="58050" y="82514"/>
                </a:lnTo>
                <a:lnTo>
                  <a:pt x="58779" y="81961"/>
                </a:lnTo>
                <a:lnTo>
                  <a:pt x="59490" y="81390"/>
                </a:lnTo>
                <a:lnTo>
                  <a:pt x="60186" y="80802"/>
                </a:lnTo>
                <a:lnTo>
                  <a:pt x="60866" y="80198"/>
                </a:lnTo>
                <a:lnTo>
                  <a:pt x="61529" y="79577"/>
                </a:lnTo>
                <a:lnTo>
                  <a:pt x="62176" y="78939"/>
                </a:lnTo>
                <a:lnTo>
                  <a:pt x="62806" y="78284"/>
                </a:lnTo>
                <a:lnTo>
                  <a:pt x="63421" y="77612"/>
                </a:lnTo>
                <a:lnTo>
                  <a:pt x="64019" y="76923"/>
                </a:lnTo>
                <a:lnTo>
                  <a:pt x="64601" y="76217"/>
                </a:lnTo>
                <a:lnTo>
                  <a:pt x="65167" y="75495"/>
                </a:lnTo>
                <a:lnTo>
                  <a:pt x="65716" y="74756"/>
                </a:lnTo>
                <a:lnTo>
                  <a:pt x="66249" y="73999"/>
                </a:lnTo>
                <a:lnTo>
                  <a:pt x="66766" y="73226"/>
                </a:lnTo>
                <a:lnTo>
                  <a:pt x="67266" y="72436"/>
                </a:lnTo>
                <a:lnTo>
                  <a:pt x="67751" y="71630"/>
                </a:lnTo>
                <a:lnTo>
                  <a:pt x="68219" y="70806"/>
                </a:lnTo>
                <a:lnTo>
                  <a:pt x="68671" y="69965"/>
                </a:lnTo>
                <a:lnTo>
                  <a:pt x="69105" y="69109"/>
                </a:lnTo>
                <a:lnTo>
                  <a:pt x="69521" y="68238"/>
                </a:lnTo>
                <a:lnTo>
                  <a:pt x="69918" y="67353"/>
                </a:lnTo>
                <a:lnTo>
                  <a:pt x="70297" y="66453"/>
                </a:lnTo>
                <a:lnTo>
                  <a:pt x="70658" y="65539"/>
                </a:lnTo>
                <a:lnTo>
                  <a:pt x="71000" y="64610"/>
                </a:lnTo>
                <a:lnTo>
                  <a:pt x="71323" y="63667"/>
                </a:lnTo>
                <a:lnTo>
                  <a:pt x="71628" y="62709"/>
                </a:lnTo>
                <a:lnTo>
                  <a:pt x="71915" y="61736"/>
                </a:lnTo>
                <a:lnTo>
                  <a:pt x="72183" y="60749"/>
                </a:lnTo>
                <a:lnTo>
                  <a:pt x="72432" y="59748"/>
                </a:lnTo>
                <a:lnTo>
                  <a:pt x="72663" y="58732"/>
                </a:lnTo>
                <a:lnTo>
                  <a:pt x="72876" y="57701"/>
                </a:lnTo>
                <a:lnTo>
                  <a:pt x="73070" y="56656"/>
                </a:lnTo>
                <a:lnTo>
                  <a:pt x="73246" y="55597"/>
                </a:lnTo>
                <a:lnTo>
                  <a:pt x="73403" y="54522"/>
                </a:lnTo>
                <a:lnTo>
                  <a:pt x="73541" y="53434"/>
                </a:lnTo>
                <a:lnTo>
                  <a:pt x="73662" y="52331"/>
                </a:lnTo>
                <a:lnTo>
                  <a:pt x="73763" y="51213"/>
                </a:lnTo>
                <a:lnTo>
                  <a:pt x="73846" y="50081"/>
                </a:lnTo>
                <a:lnTo>
                  <a:pt x="73911" y="48934"/>
                </a:lnTo>
                <a:lnTo>
                  <a:pt x="73957" y="47773"/>
                </a:lnTo>
                <a:lnTo>
                  <a:pt x="73985" y="46597"/>
                </a:lnTo>
                <a:lnTo>
                  <a:pt x="73994" y="45407"/>
                </a:lnTo>
                <a:lnTo>
                  <a:pt x="73985" y="44222"/>
                </a:lnTo>
                <a:lnTo>
                  <a:pt x="73958" y="43051"/>
                </a:lnTo>
                <a:lnTo>
                  <a:pt x="73912" y="41895"/>
                </a:lnTo>
                <a:lnTo>
                  <a:pt x="73847" y="40753"/>
                </a:lnTo>
                <a:lnTo>
                  <a:pt x="73765" y="39625"/>
                </a:lnTo>
                <a:lnTo>
                  <a:pt x="73664" y="38512"/>
                </a:lnTo>
                <a:lnTo>
                  <a:pt x="73544" y="37413"/>
                </a:lnTo>
                <a:lnTo>
                  <a:pt x="73407" y="36328"/>
                </a:lnTo>
                <a:lnTo>
                  <a:pt x="73250" y="35258"/>
                </a:lnTo>
                <a:lnTo>
                  <a:pt x="73076" y="34202"/>
                </a:lnTo>
                <a:lnTo>
                  <a:pt x="72883" y="33160"/>
                </a:lnTo>
                <a:lnTo>
                  <a:pt x="72672" y="32132"/>
                </a:lnTo>
                <a:lnTo>
                  <a:pt x="72442" y="31119"/>
                </a:lnTo>
                <a:lnTo>
                  <a:pt x="72194" y="30120"/>
                </a:lnTo>
                <a:lnTo>
                  <a:pt x="71928" y="29135"/>
                </a:lnTo>
                <a:lnTo>
                  <a:pt x="71643" y="28165"/>
                </a:lnTo>
                <a:lnTo>
                  <a:pt x="71340" y="27208"/>
                </a:lnTo>
                <a:lnTo>
                  <a:pt x="71019" y="26266"/>
                </a:lnTo>
                <a:lnTo>
                  <a:pt x="70679" y="25339"/>
                </a:lnTo>
                <a:lnTo>
                  <a:pt x="70321" y="24426"/>
                </a:lnTo>
                <a:lnTo>
                  <a:pt x="69944" y="23527"/>
                </a:lnTo>
                <a:lnTo>
                  <a:pt x="69549" y="22642"/>
                </a:lnTo>
                <a:lnTo>
                  <a:pt x="69136" y="21771"/>
                </a:lnTo>
                <a:lnTo>
                  <a:pt x="68704" y="20915"/>
                </a:lnTo>
                <a:lnTo>
                  <a:pt x="68255" y="20075"/>
                </a:lnTo>
                <a:lnTo>
                  <a:pt x="67790" y="19251"/>
                </a:lnTo>
                <a:lnTo>
                  <a:pt x="67307" y="18444"/>
                </a:lnTo>
                <a:lnTo>
                  <a:pt x="66809" y="17653"/>
                </a:lnTo>
                <a:lnTo>
                  <a:pt x="66294" y="16880"/>
                </a:lnTo>
                <a:lnTo>
                  <a:pt x="65762" y="16123"/>
                </a:lnTo>
                <a:lnTo>
                  <a:pt x="65214" y="15383"/>
                </a:lnTo>
                <a:lnTo>
                  <a:pt x="64650" y="14660"/>
                </a:lnTo>
                <a:lnTo>
                  <a:pt x="64069" y="13953"/>
                </a:lnTo>
                <a:lnTo>
                  <a:pt x="63471" y="13263"/>
                </a:lnTo>
                <a:lnTo>
                  <a:pt x="62857" y="12590"/>
                </a:lnTo>
                <a:lnTo>
                  <a:pt x="62226" y="11934"/>
                </a:lnTo>
                <a:lnTo>
                  <a:pt x="61579" y="11294"/>
                </a:lnTo>
                <a:lnTo>
                  <a:pt x="60916" y="10671"/>
                </a:lnTo>
                <a:lnTo>
                  <a:pt x="60236" y="10065"/>
                </a:lnTo>
                <a:lnTo>
                  <a:pt x="59539" y="9476"/>
                </a:lnTo>
                <a:lnTo>
                  <a:pt x="58826" y="8903"/>
                </a:lnTo>
                <a:lnTo>
                  <a:pt x="58097" y="8347"/>
                </a:lnTo>
                <a:lnTo>
                  <a:pt x="57351" y="7808"/>
                </a:lnTo>
                <a:lnTo>
                  <a:pt x="56588" y="7286"/>
                </a:lnTo>
                <a:lnTo>
                  <a:pt x="55809" y="6780"/>
                </a:lnTo>
                <a:lnTo>
                  <a:pt x="55013" y="6291"/>
                </a:lnTo>
                <a:lnTo>
                  <a:pt x="54201" y="5819"/>
                </a:lnTo>
                <a:lnTo>
                  <a:pt x="53373" y="5364"/>
                </a:lnTo>
                <a:lnTo>
                  <a:pt x="52529" y="4926"/>
                </a:lnTo>
                <a:lnTo>
                  <a:pt x="51670" y="4507"/>
                </a:lnTo>
                <a:lnTo>
                  <a:pt x="50797" y="4107"/>
                </a:lnTo>
                <a:lnTo>
                  <a:pt x="49910" y="3725"/>
                </a:lnTo>
                <a:lnTo>
                  <a:pt x="49008" y="3362"/>
                </a:lnTo>
                <a:lnTo>
                  <a:pt x="48091" y="3017"/>
                </a:lnTo>
                <a:lnTo>
                  <a:pt x="47160" y="2691"/>
                </a:lnTo>
                <a:lnTo>
                  <a:pt x="46215" y="2384"/>
                </a:lnTo>
                <a:lnTo>
                  <a:pt x="45255" y="2095"/>
                </a:lnTo>
                <a:lnTo>
                  <a:pt x="44280" y="1825"/>
                </a:lnTo>
                <a:lnTo>
                  <a:pt x="43291" y="1574"/>
                </a:lnTo>
                <a:lnTo>
                  <a:pt x="42287" y="1341"/>
                </a:lnTo>
                <a:lnTo>
                  <a:pt x="41269" y="1127"/>
                </a:lnTo>
                <a:lnTo>
                  <a:pt x="40237" y="931"/>
                </a:lnTo>
                <a:lnTo>
                  <a:pt x="39189" y="754"/>
                </a:lnTo>
                <a:lnTo>
                  <a:pt x="38128" y="596"/>
                </a:lnTo>
                <a:lnTo>
                  <a:pt x="37052" y="456"/>
                </a:lnTo>
                <a:lnTo>
                  <a:pt x="35961" y="335"/>
                </a:lnTo>
                <a:lnTo>
                  <a:pt x="34856" y="233"/>
                </a:lnTo>
                <a:lnTo>
                  <a:pt x="33736" y="149"/>
                </a:lnTo>
                <a:lnTo>
                  <a:pt x="32602" y="84"/>
                </a:lnTo>
                <a:lnTo>
                  <a:pt x="31453" y="37"/>
                </a:lnTo>
                <a:lnTo>
                  <a:pt x="30290" y="9"/>
                </a:lnTo>
                <a:lnTo>
                  <a:pt x="29113" y="0"/>
                </a:lnTo>
                <a:lnTo>
                  <a:pt x="0" y="0"/>
                </a:lnTo>
                <a:lnTo>
                  <a:pt x="0" y="90813"/>
                </a:lnTo>
                <a:lnTo>
                  <a:pt x="29113" y="90813"/>
                </a:lnTo>
                <a:lnTo>
                  <a:pt x="30290" y="90804"/>
                </a:lnTo>
                <a:lnTo>
                  <a:pt x="31453" y="90776"/>
                </a:lnTo>
                <a:close/>
                <a:moveTo>
                  <a:pt x="27387" y="10194"/>
                </a:moveTo>
                <a:lnTo>
                  <a:pt x="28344" y="10215"/>
                </a:lnTo>
                <a:lnTo>
                  <a:pt x="29287" y="10248"/>
                </a:lnTo>
                <a:lnTo>
                  <a:pt x="30216" y="10295"/>
                </a:lnTo>
                <a:lnTo>
                  <a:pt x="31132" y="10355"/>
                </a:lnTo>
                <a:lnTo>
                  <a:pt x="32033" y="10428"/>
                </a:lnTo>
                <a:lnTo>
                  <a:pt x="32922" y="10515"/>
                </a:lnTo>
                <a:lnTo>
                  <a:pt x="33796" y="10615"/>
                </a:lnTo>
                <a:lnTo>
                  <a:pt x="34657" y="10729"/>
                </a:lnTo>
                <a:lnTo>
                  <a:pt x="35504" y="10855"/>
                </a:lnTo>
                <a:lnTo>
                  <a:pt x="36337" y="10996"/>
                </a:lnTo>
                <a:lnTo>
                  <a:pt x="37157" y="11149"/>
                </a:lnTo>
                <a:lnTo>
                  <a:pt x="37963" y="11316"/>
                </a:lnTo>
                <a:lnTo>
                  <a:pt x="38756" y="11496"/>
                </a:lnTo>
                <a:lnTo>
                  <a:pt x="39534" y="11690"/>
                </a:lnTo>
                <a:lnTo>
                  <a:pt x="40299" y="11897"/>
                </a:lnTo>
                <a:lnTo>
                  <a:pt x="41051" y="12117"/>
                </a:lnTo>
                <a:lnTo>
                  <a:pt x="41788" y="12351"/>
                </a:lnTo>
                <a:lnTo>
                  <a:pt x="42512" y="12598"/>
                </a:lnTo>
                <a:lnTo>
                  <a:pt x="43222" y="12858"/>
                </a:lnTo>
                <a:lnTo>
                  <a:pt x="43919" y="13132"/>
                </a:lnTo>
                <a:lnTo>
                  <a:pt x="44602" y="13419"/>
                </a:lnTo>
                <a:lnTo>
                  <a:pt x="45271" y="13720"/>
                </a:lnTo>
                <a:lnTo>
                  <a:pt x="45926" y="14034"/>
                </a:lnTo>
                <a:lnTo>
                  <a:pt x="46568" y="14361"/>
                </a:lnTo>
                <a:lnTo>
                  <a:pt x="47197" y="14702"/>
                </a:lnTo>
                <a:lnTo>
                  <a:pt x="47812" y="15057"/>
                </a:lnTo>
                <a:lnTo>
                  <a:pt x="48413" y="15425"/>
                </a:lnTo>
                <a:lnTo>
                  <a:pt x="49001" y="15807"/>
                </a:lnTo>
                <a:lnTo>
                  <a:pt x="49576" y="16203"/>
                </a:lnTo>
                <a:lnTo>
                  <a:pt x="50137" y="16613"/>
                </a:lnTo>
                <a:lnTo>
                  <a:pt x="50685" y="17036"/>
                </a:lnTo>
                <a:lnTo>
                  <a:pt x="51219" y="17473"/>
                </a:lnTo>
                <a:lnTo>
                  <a:pt x="51740" y="17924"/>
                </a:lnTo>
                <a:lnTo>
                  <a:pt x="52247" y="18388"/>
                </a:lnTo>
                <a:lnTo>
                  <a:pt x="52741" y="18866"/>
                </a:lnTo>
                <a:lnTo>
                  <a:pt x="53222" y="19358"/>
                </a:lnTo>
                <a:lnTo>
                  <a:pt x="53689" y="19863"/>
                </a:lnTo>
                <a:lnTo>
                  <a:pt x="54142" y="20382"/>
                </a:lnTo>
                <a:lnTo>
                  <a:pt x="54582" y="20915"/>
                </a:lnTo>
                <a:lnTo>
                  <a:pt x="55009" y="21462"/>
                </a:lnTo>
                <a:lnTo>
                  <a:pt x="55422" y="22022"/>
                </a:lnTo>
                <a:lnTo>
                  <a:pt x="55822" y="22596"/>
                </a:lnTo>
                <a:lnTo>
                  <a:pt x="56208" y="23184"/>
                </a:lnTo>
                <a:lnTo>
                  <a:pt x="56581" y="23785"/>
                </a:lnTo>
                <a:lnTo>
                  <a:pt x="56940" y="24401"/>
                </a:lnTo>
                <a:lnTo>
                  <a:pt x="57286" y="25029"/>
                </a:lnTo>
                <a:lnTo>
                  <a:pt x="57619" y="25672"/>
                </a:lnTo>
                <a:lnTo>
                  <a:pt x="57937" y="26328"/>
                </a:lnTo>
                <a:lnTo>
                  <a:pt x="58243" y="26999"/>
                </a:lnTo>
                <a:lnTo>
                  <a:pt x="58535" y="27684"/>
                </a:lnTo>
                <a:lnTo>
                  <a:pt x="58813" y="28383"/>
                </a:lnTo>
                <a:lnTo>
                  <a:pt x="59077" y="29096"/>
                </a:lnTo>
                <a:lnTo>
                  <a:pt x="59329" y="29823"/>
                </a:lnTo>
                <a:lnTo>
                  <a:pt x="59566" y="30565"/>
                </a:lnTo>
                <a:lnTo>
                  <a:pt x="59790" y="31321"/>
                </a:lnTo>
                <a:lnTo>
                  <a:pt x="60000" y="32090"/>
                </a:lnTo>
                <a:lnTo>
                  <a:pt x="60197" y="32874"/>
                </a:lnTo>
                <a:lnTo>
                  <a:pt x="60380" y="33673"/>
                </a:lnTo>
                <a:lnTo>
                  <a:pt x="60550" y="34485"/>
                </a:lnTo>
                <a:lnTo>
                  <a:pt x="60706" y="35312"/>
                </a:lnTo>
                <a:lnTo>
                  <a:pt x="60849" y="36152"/>
                </a:lnTo>
                <a:lnTo>
                  <a:pt x="60978" y="37007"/>
                </a:lnTo>
                <a:lnTo>
                  <a:pt x="61093" y="37876"/>
                </a:lnTo>
                <a:lnTo>
                  <a:pt x="61195" y="38760"/>
                </a:lnTo>
                <a:lnTo>
                  <a:pt x="61283" y="39657"/>
                </a:lnTo>
                <a:lnTo>
                  <a:pt x="61358" y="40569"/>
                </a:lnTo>
                <a:lnTo>
                  <a:pt x="61419" y="41494"/>
                </a:lnTo>
                <a:lnTo>
                  <a:pt x="61466" y="42434"/>
                </a:lnTo>
                <a:lnTo>
                  <a:pt x="61500" y="43388"/>
                </a:lnTo>
                <a:lnTo>
                  <a:pt x="61520" y="44357"/>
                </a:lnTo>
                <a:lnTo>
                  <a:pt x="61527" y="45339"/>
                </a:lnTo>
                <a:lnTo>
                  <a:pt x="61520" y="46327"/>
                </a:lnTo>
                <a:lnTo>
                  <a:pt x="61500" y="47301"/>
                </a:lnTo>
                <a:lnTo>
                  <a:pt x="61467" y="48261"/>
                </a:lnTo>
                <a:lnTo>
                  <a:pt x="61420" y="49206"/>
                </a:lnTo>
                <a:lnTo>
                  <a:pt x="61360" y="50138"/>
                </a:lnTo>
                <a:lnTo>
                  <a:pt x="61287" y="51055"/>
                </a:lnTo>
                <a:lnTo>
                  <a:pt x="61200" y="51958"/>
                </a:lnTo>
                <a:lnTo>
                  <a:pt x="61100" y="52847"/>
                </a:lnTo>
                <a:lnTo>
                  <a:pt x="60987" y="53722"/>
                </a:lnTo>
                <a:lnTo>
                  <a:pt x="60860" y="54582"/>
                </a:lnTo>
                <a:lnTo>
                  <a:pt x="60720" y="55428"/>
                </a:lnTo>
                <a:lnTo>
                  <a:pt x="60567" y="56261"/>
                </a:lnTo>
                <a:lnTo>
                  <a:pt x="60400" y="57079"/>
                </a:lnTo>
                <a:lnTo>
                  <a:pt x="60220" y="57882"/>
                </a:lnTo>
                <a:lnTo>
                  <a:pt x="60027" y="58672"/>
                </a:lnTo>
                <a:lnTo>
                  <a:pt x="59820" y="59448"/>
                </a:lnTo>
                <a:lnTo>
                  <a:pt x="59600" y="60209"/>
                </a:lnTo>
                <a:lnTo>
                  <a:pt x="59366" y="60956"/>
                </a:lnTo>
                <a:lnTo>
                  <a:pt x="59120" y="61689"/>
                </a:lnTo>
                <a:lnTo>
                  <a:pt x="58860" y="62408"/>
                </a:lnTo>
                <a:lnTo>
                  <a:pt x="58586" y="63112"/>
                </a:lnTo>
                <a:lnTo>
                  <a:pt x="58299" y="63803"/>
                </a:lnTo>
                <a:lnTo>
                  <a:pt x="57999" y="64479"/>
                </a:lnTo>
                <a:lnTo>
                  <a:pt x="57686" y="65141"/>
                </a:lnTo>
                <a:lnTo>
                  <a:pt x="57359" y="65789"/>
                </a:lnTo>
                <a:lnTo>
                  <a:pt x="57019" y="66423"/>
                </a:lnTo>
                <a:lnTo>
                  <a:pt x="56665" y="67043"/>
                </a:lnTo>
                <a:lnTo>
                  <a:pt x="56297" y="67649"/>
                </a:lnTo>
                <a:lnTo>
                  <a:pt x="55916" y="68241"/>
                </a:lnTo>
                <a:lnTo>
                  <a:pt x="55521" y="68818"/>
                </a:lnTo>
                <a:lnTo>
                  <a:pt x="55113" y="69382"/>
                </a:lnTo>
                <a:lnTo>
                  <a:pt x="54691" y="69932"/>
                </a:lnTo>
                <a:lnTo>
                  <a:pt x="54255" y="70467"/>
                </a:lnTo>
                <a:lnTo>
                  <a:pt x="53806" y="70989"/>
                </a:lnTo>
                <a:lnTo>
                  <a:pt x="53344" y="71496"/>
                </a:lnTo>
                <a:lnTo>
                  <a:pt x="52868" y="71989"/>
                </a:lnTo>
                <a:lnTo>
                  <a:pt x="52378" y="72469"/>
                </a:lnTo>
                <a:lnTo>
                  <a:pt x="51874" y="72934"/>
                </a:lnTo>
                <a:lnTo>
                  <a:pt x="51358" y="73385"/>
                </a:lnTo>
                <a:lnTo>
                  <a:pt x="50827" y="73822"/>
                </a:lnTo>
                <a:lnTo>
                  <a:pt x="50283" y="74245"/>
                </a:lnTo>
                <a:lnTo>
                  <a:pt x="49725" y="74654"/>
                </a:lnTo>
                <a:lnTo>
                  <a:pt x="49154" y="75049"/>
                </a:lnTo>
                <a:lnTo>
                  <a:pt x="48570" y="75430"/>
                </a:lnTo>
                <a:lnTo>
                  <a:pt x="47971" y="75797"/>
                </a:lnTo>
                <a:lnTo>
                  <a:pt x="47359" y="76150"/>
                </a:lnTo>
                <a:lnTo>
                  <a:pt x="46734" y="76489"/>
                </a:lnTo>
                <a:lnTo>
                  <a:pt x="46095" y="76813"/>
                </a:lnTo>
                <a:lnTo>
                  <a:pt x="45442" y="77124"/>
                </a:lnTo>
                <a:lnTo>
                  <a:pt x="44774" y="77422"/>
                </a:lnTo>
                <a:lnTo>
                  <a:pt x="44092" y="77707"/>
                </a:lnTo>
                <a:lnTo>
                  <a:pt x="43395" y="77978"/>
                </a:lnTo>
                <a:lnTo>
                  <a:pt x="42684" y="78236"/>
                </a:lnTo>
                <a:lnTo>
                  <a:pt x="41959" y="78481"/>
                </a:lnTo>
                <a:lnTo>
                  <a:pt x="41219" y="78713"/>
                </a:lnTo>
                <a:lnTo>
                  <a:pt x="40464" y="78931"/>
                </a:lnTo>
                <a:lnTo>
                  <a:pt x="39695" y="79136"/>
                </a:lnTo>
                <a:lnTo>
                  <a:pt x="38911" y="79328"/>
                </a:lnTo>
                <a:lnTo>
                  <a:pt x="38113" y="79507"/>
                </a:lnTo>
                <a:lnTo>
                  <a:pt x="37300" y="79672"/>
                </a:lnTo>
                <a:lnTo>
                  <a:pt x="36473" y="79825"/>
                </a:lnTo>
                <a:lnTo>
                  <a:pt x="35632" y="79964"/>
                </a:lnTo>
                <a:lnTo>
                  <a:pt x="34775" y="80089"/>
                </a:lnTo>
                <a:lnTo>
                  <a:pt x="33905" y="80202"/>
                </a:lnTo>
                <a:lnTo>
                  <a:pt x="33020" y="80301"/>
                </a:lnTo>
                <a:lnTo>
                  <a:pt x="32120" y="80387"/>
                </a:lnTo>
                <a:lnTo>
                  <a:pt x="31206" y="80460"/>
                </a:lnTo>
                <a:lnTo>
                  <a:pt x="30277" y="80519"/>
                </a:lnTo>
                <a:lnTo>
                  <a:pt x="29334" y="80566"/>
                </a:lnTo>
                <a:lnTo>
                  <a:pt x="28376" y="80599"/>
                </a:lnTo>
                <a:lnTo>
                  <a:pt x="27404" y="80619"/>
                </a:lnTo>
                <a:lnTo>
                  <a:pt x="26417" y="80625"/>
                </a:lnTo>
                <a:lnTo>
                  <a:pt x="12130" y="80625"/>
                </a:lnTo>
                <a:lnTo>
                  <a:pt x="12130" y="10188"/>
                </a:lnTo>
                <a:lnTo>
                  <a:pt x="26417" y="10188"/>
                </a:lnTo>
                <a:lnTo>
                  <a:pt x="27387" y="10194"/>
                </a:lnTo>
                <a:close/>
                <a:moveTo>
                  <a:pt x="168083" y="67334"/>
                </a:moveTo>
                <a:lnTo>
                  <a:pt x="168619" y="67482"/>
                </a:lnTo>
                <a:lnTo>
                  <a:pt x="169162" y="67620"/>
                </a:lnTo>
                <a:lnTo>
                  <a:pt x="169714" y="67747"/>
                </a:lnTo>
                <a:lnTo>
                  <a:pt x="170274" y="67863"/>
                </a:lnTo>
                <a:lnTo>
                  <a:pt x="170842" y="67967"/>
                </a:lnTo>
                <a:lnTo>
                  <a:pt x="171418" y="68061"/>
                </a:lnTo>
                <a:lnTo>
                  <a:pt x="172002" y="68144"/>
                </a:lnTo>
                <a:lnTo>
                  <a:pt x="172595" y="68215"/>
                </a:lnTo>
                <a:lnTo>
                  <a:pt x="173196" y="68276"/>
                </a:lnTo>
                <a:lnTo>
                  <a:pt x="173805" y="68325"/>
                </a:lnTo>
                <a:lnTo>
                  <a:pt x="174422" y="68364"/>
                </a:lnTo>
                <a:lnTo>
                  <a:pt x="175047" y="68391"/>
                </a:lnTo>
                <a:lnTo>
                  <a:pt x="175681" y="68408"/>
                </a:lnTo>
                <a:lnTo>
                  <a:pt x="176322" y="68413"/>
                </a:lnTo>
                <a:lnTo>
                  <a:pt x="176986" y="68408"/>
                </a:lnTo>
                <a:lnTo>
                  <a:pt x="177640" y="68392"/>
                </a:lnTo>
                <a:lnTo>
                  <a:pt x="178285" y="68364"/>
                </a:lnTo>
                <a:lnTo>
                  <a:pt x="178920" y="68326"/>
                </a:lnTo>
                <a:lnTo>
                  <a:pt x="179545" y="68277"/>
                </a:lnTo>
                <a:lnTo>
                  <a:pt x="180162" y="68217"/>
                </a:lnTo>
                <a:lnTo>
                  <a:pt x="180768" y="68147"/>
                </a:lnTo>
                <a:lnTo>
                  <a:pt x="181365" y="68065"/>
                </a:lnTo>
                <a:lnTo>
                  <a:pt x="181953" y="67972"/>
                </a:lnTo>
                <a:lnTo>
                  <a:pt x="182531" y="67869"/>
                </a:lnTo>
                <a:lnTo>
                  <a:pt x="183100" y="67754"/>
                </a:lnTo>
                <a:lnTo>
                  <a:pt x="183659" y="67629"/>
                </a:lnTo>
                <a:lnTo>
                  <a:pt x="184209" y="67493"/>
                </a:lnTo>
                <a:lnTo>
                  <a:pt x="184750" y="67346"/>
                </a:lnTo>
                <a:lnTo>
                  <a:pt x="185281" y="67188"/>
                </a:lnTo>
                <a:lnTo>
                  <a:pt x="185802" y="67019"/>
                </a:lnTo>
                <a:lnTo>
                  <a:pt x="186314" y="66839"/>
                </a:lnTo>
                <a:lnTo>
                  <a:pt x="186816" y="66649"/>
                </a:lnTo>
                <a:lnTo>
                  <a:pt x="187309" y="66447"/>
                </a:lnTo>
                <a:lnTo>
                  <a:pt x="187793" y="66235"/>
                </a:lnTo>
                <a:lnTo>
                  <a:pt x="188267" y="66011"/>
                </a:lnTo>
                <a:lnTo>
                  <a:pt x="188731" y="65777"/>
                </a:lnTo>
                <a:lnTo>
                  <a:pt x="189186" y="65532"/>
                </a:lnTo>
                <a:lnTo>
                  <a:pt x="189632" y="65276"/>
                </a:lnTo>
                <a:lnTo>
                  <a:pt x="190068" y="65011"/>
                </a:lnTo>
                <a:lnTo>
                  <a:pt x="190496" y="64739"/>
                </a:lnTo>
                <a:lnTo>
                  <a:pt x="190914" y="64459"/>
                </a:lnTo>
                <a:lnTo>
                  <a:pt x="191323" y="64172"/>
                </a:lnTo>
                <a:lnTo>
                  <a:pt x="191724" y="63878"/>
                </a:lnTo>
                <a:lnTo>
                  <a:pt x="192115" y="63577"/>
                </a:lnTo>
                <a:lnTo>
                  <a:pt x="192497" y="63269"/>
                </a:lnTo>
                <a:lnTo>
                  <a:pt x="192870" y="62953"/>
                </a:lnTo>
                <a:lnTo>
                  <a:pt x="193235" y="62631"/>
                </a:lnTo>
                <a:lnTo>
                  <a:pt x="193590" y="62301"/>
                </a:lnTo>
                <a:lnTo>
                  <a:pt x="193936" y="61964"/>
                </a:lnTo>
                <a:lnTo>
                  <a:pt x="194273" y="61620"/>
                </a:lnTo>
                <a:lnTo>
                  <a:pt x="194602" y="61268"/>
                </a:lnTo>
                <a:lnTo>
                  <a:pt x="194921" y="60910"/>
                </a:lnTo>
                <a:lnTo>
                  <a:pt x="195231" y="60544"/>
                </a:lnTo>
                <a:lnTo>
                  <a:pt x="195532" y="60171"/>
                </a:lnTo>
                <a:lnTo>
                  <a:pt x="195825" y="59791"/>
                </a:lnTo>
                <a:lnTo>
                  <a:pt x="196108" y="59404"/>
                </a:lnTo>
                <a:lnTo>
                  <a:pt x="196382" y="59009"/>
                </a:lnTo>
                <a:lnTo>
                  <a:pt x="196647" y="58607"/>
                </a:lnTo>
                <a:lnTo>
                  <a:pt x="196903" y="58199"/>
                </a:lnTo>
                <a:lnTo>
                  <a:pt x="197150" y="57783"/>
                </a:lnTo>
                <a:lnTo>
                  <a:pt x="197389" y="57359"/>
                </a:lnTo>
                <a:lnTo>
                  <a:pt x="197618" y="56929"/>
                </a:lnTo>
                <a:lnTo>
                  <a:pt x="197838" y="56493"/>
                </a:lnTo>
                <a:lnTo>
                  <a:pt x="198048" y="56054"/>
                </a:lnTo>
                <a:lnTo>
                  <a:pt x="198249" y="55611"/>
                </a:lnTo>
                <a:lnTo>
                  <a:pt x="198441" y="55165"/>
                </a:lnTo>
                <a:lnTo>
                  <a:pt x="198624" y="54715"/>
                </a:lnTo>
                <a:lnTo>
                  <a:pt x="198797" y="54262"/>
                </a:lnTo>
                <a:lnTo>
                  <a:pt x="198961" y="53805"/>
                </a:lnTo>
                <a:lnTo>
                  <a:pt x="199115" y="53345"/>
                </a:lnTo>
                <a:lnTo>
                  <a:pt x="199260" y="52881"/>
                </a:lnTo>
                <a:lnTo>
                  <a:pt x="199396" y="52414"/>
                </a:lnTo>
                <a:lnTo>
                  <a:pt x="199522" y="51943"/>
                </a:lnTo>
                <a:lnTo>
                  <a:pt x="199639" y="51469"/>
                </a:lnTo>
                <a:lnTo>
                  <a:pt x="199747" y="50992"/>
                </a:lnTo>
                <a:lnTo>
                  <a:pt x="199845" y="50511"/>
                </a:lnTo>
                <a:lnTo>
                  <a:pt x="199934" y="50026"/>
                </a:lnTo>
                <a:lnTo>
                  <a:pt x="200014" y="49538"/>
                </a:lnTo>
                <a:lnTo>
                  <a:pt x="200084" y="49047"/>
                </a:lnTo>
                <a:lnTo>
                  <a:pt x="200145" y="48552"/>
                </a:lnTo>
                <a:lnTo>
                  <a:pt x="200196" y="48054"/>
                </a:lnTo>
                <a:lnTo>
                  <a:pt x="200238" y="47552"/>
                </a:lnTo>
                <a:lnTo>
                  <a:pt x="200271" y="47047"/>
                </a:lnTo>
                <a:lnTo>
                  <a:pt x="200295" y="46538"/>
                </a:lnTo>
                <a:lnTo>
                  <a:pt x="200309" y="46026"/>
                </a:lnTo>
                <a:lnTo>
                  <a:pt x="200313" y="45510"/>
                </a:lnTo>
                <a:lnTo>
                  <a:pt x="200309" y="44977"/>
                </a:lnTo>
                <a:lnTo>
                  <a:pt x="200295" y="44449"/>
                </a:lnTo>
                <a:lnTo>
                  <a:pt x="200272" y="43924"/>
                </a:lnTo>
                <a:lnTo>
                  <a:pt x="200239" y="43404"/>
                </a:lnTo>
                <a:lnTo>
                  <a:pt x="200198" y="42888"/>
                </a:lnTo>
                <a:lnTo>
                  <a:pt x="200147" y="42375"/>
                </a:lnTo>
                <a:lnTo>
                  <a:pt x="200087" y="41867"/>
                </a:lnTo>
                <a:lnTo>
                  <a:pt x="200017" y="41363"/>
                </a:lnTo>
                <a:lnTo>
                  <a:pt x="199939" y="40863"/>
                </a:lnTo>
                <a:lnTo>
                  <a:pt x="199851" y="40367"/>
                </a:lnTo>
                <a:lnTo>
                  <a:pt x="199754" y="39875"/>
                </a:lnTo>
                <a:lnTo>
                  <a:pt x="199648" y="39388"/>
                </a:lnTo>
                <a:lnTo>
                  <a:pt x="199532" y="38904"/>
                </a:lnTo>
                <a:lnTo>
                  <a:pt x="199407" y="38424"/>
                </a:lnTo>
                <a:lnTo>
                  <a:pt x="199273" y="37949"/>
                </a:lnTo>
                <a:lnTo>
                  <a:pt x="199130" y="37477"/>
                </a:lnTo>
                <a:lnTo>
                  <a:pt x="198978" y="37010"/>
                </a:lnTo>
                <a:lnTo>
                  <a:pt x="198816" y="36547"/>
                </a:lnTo>
                <a:lnTo>
                  <a:pt x="198645" y="36087"/>
                </a:lnTo>
                <a:lnTo>
                  <a:pt x="198465" y="35632"/>
                </a:lnTo>
                <a:lnTo>
                  <a:pt x="198275" y="35181"/>
                </a:lnTo>
                <a:lnTo>
                  <a:pt x="198077" y="34734"/>
                </a:lnTo>
                <a:lnTo>
                  <a:pt x="197869" y="34291"/>
                </a:lnTo>
                <a:lnTo>
                  <a:pt x="197651" y="33853"/>
                </a:lnTo>
                <a:lnTo>
                  <a:pt x="197425" y="33419"/>
                </a:lnTo>
                <a:lnTo>
                  <a:pt x="197189" y="32993"/>
                </a:lnTo>
                <a:lnTo>
                  <a:pt x="196945" y="32575"/>
                </a:lnTo>
                <a:lnTo>
                  <a:pt x="196691" y="32164"/>
                </a:lnTo>
                <a:lnTo>
                  <a:pt x="196428" y="31761"/>
                </a:lnTo>
                <a:lnTo>
                  <a:pt x="196156" y="31364"/>
                </a:lnTo>
                <a:lnTo>
                  <a:pt x="195875" y="30976"/>
                </a:lnTo>
                <a:lnTo>
                  <a:pt x="195585" y="30595"/>
                </a:lnTo>
                <a:lnTo>
                  <a:pt x="195285" y="30221"/>
                </a:lnTo>
                <a:lnTo>
                  <a:pt x="194977" y="29854"/>
                </a:lnTo>
                <a:lnTo>
                  <a:pt x="194659" y="29495"/>
                </a:lnTo>
                <a:lnTo>
                  <a:pt x="194332" y="29144"/>
                </a:lnTo>
                <a:lnTo>
                  <a:pt x="193996" y="28800"/>
                </a:lnTo>
                <a:lnTo>
                  <a:pt x="193676" y="28487"/>
                </a:lnTo>
                <a:lnTo>
                  <a:pt x="193745" y="28396"/>
                </a:lnTo>
                <a:lnTo>
                  <a:pt x="193967" y="28116"/>
                </a:lnTo>
                <a:lnTo>
                  <a:pt x="194193" y="27846"/>
                </a:lnTo>
                <a:lnTo>
                  <a:pt x="194424" y="27586"/>
                </a:lnTo>
                <a:lnTo>
                  <a:pt x="194660" y="27336"/>
                </a:lnTo>
                <a:lnTo>
                  <a:pt x="194900" y="27097"/>
                </a:lnTo>
                <a:lnTo>
                  <a:pt x="195144" y="26867"/>
                </a:lnTo>
                <a:lnTo>
                  <a:pt x="195393" y="26648"/>
                </a:lnTo>
                <a:lnTo>
                  <a:pt x="195647" y="26439"/>
                </a:lnTo>
                <a:lnTo>
                  <a:pt x="195904" y="26241"/>
                </a:lnTo>
                <a:lnTo>
                  <a:pt x="196166" y="26052"/>
                </a:lnTo>
                <a:lnTo>
                  <a:pt x="196433" y="25874"/>
                </a:lnTo>
                <a:lnTo>
                  <a:pt x="196704" y="25706"/>
                </a:lnTo>
                <a:lnTo>
                  <a:pt x="196980" y="25548"/>
                </a:lnTo>
                <a:lnTo>
                  <a:pt x="197260" y="25400"/>
                </a:lnTo>
                <a:lnTo>
                  <a:pt x="197544" y="25262"/>
                </a:lnTo>
                <a:lnTo>
                  <a:pt x="197833" y="25135"/>
                </a:lnTo>
                <a:lnTo>
                  <a:pt x="198126" y="25018"/>
                </a:lnTo>
                <a:lnTo>
                  <a:pt x="198424" y="24911"/>
                </a:lnTo>
                <a:lnTo>
                  <a:pt x="198726" y="24814"/>
                </a:lnTo>
                <a:lnTo>
                  <a:pt x="199033" y="24727"/>
                </a:lnTo>
                <a:lnTo>
                  <a:pt x="199343" y="24648"/>
                </a:lnTo>
                <a:lnTo>
                  <a:pt x="199656" y="24571"/>
                </a:lnTo>
                <a:lnTo>
                  <a:pt x="199971" y="24498"/>
                </a:lnTo>
                <a:lnTo>
                  <a:pt x="200289" y="24428"/>
                </a:lnTo>
                <a:lnTo>
                  <a:pt x="200609" y="24362"/>
                </a:lnTo>
                <a:lnTo>
                  <a:pt x="200932" y="24299"/>
                </a:lnTo>
                <a:lnTo>
                  <a:pt x="201258" y="24240"/>
                </a:lnTo>
                <a:lnTo>
                  <a:pt x="201586" y="24184"/>
                </a:lnTo>
                <a:lnTo>
                  <a:pt x="201917" y="24131"/>
                </a:lnTo>
                <a:lnTo>
                  <a:pt x="202250" y="24082"/>
                </a:lnTo>
                <a:lnTo>
                  <a:pt x="202586" y="24036"/>
                </a:lnTo>
                <a:lnTo>
                  <a:pt x="202925" y="23994"/>
                </a:lnTo>
                <a:lnTo>
                  <a:pt x="203266" y="23955"/>
                </a:lnTo>
                <a:lnTo>
                  <a:pt x="203609" y="23919"/>
                </a:lnTo>
                <a:lnTo>
                  <a:pt x="203955" y="23887"/>
                </a:lnTo>
                <a:lnTo>
                  <a:pt x="204304" y="23858"/>
                </a:lnTo>
                <a:lnTo>
                  <a:pt x="204656" y="23832"/>
                </a:lnTo>
                <a:lnTo>
                  <a:pt x="205010" y="23810"/>
                </a:lnTo>
                <a:lnTo>
                  <a:pt x="205366" y="23792"/>
                </a:lnTo>
                <a:lnTo>
                  <a:pt x="205725" y="23776"/>
                </a:lnTo>
                <a:lnTo>
                  <a:pt x="206087" y="23764"/>
                </a:lnTo>
                <a:lnTo>
                  <a:pt x="206451" y="23756"/>
                </a:lnTo>
                <a:lnTo>
                  <a:pt x="206818" y="23751"/>
                </a:lnTo>
                <a:lnTo>
                  <a:pt x="207187" y="23749"/>
                </a:lnTo>
                <a:lnTo>
                  <a:pt x="207187" y="14236"/>
                </a:lnTo>
                <a:lnTo>
                  <a:pt x="206602" y="14256"/>
                </a:lnTo>
                <a:lnTo>
                  <a:pt x="206025" y="14284"/>
                </a:lnTo>
                <a:lnTo>
                  <a:pt x="205457" y="14319"/>
                </a:lnTo>
                <a:lnTo>
                  <a:pt x="204897" y="14362"/>
                </a:lnTo>
                <a:lnTo>
                  <a:pt x="204346" y="14411"/>
                </a:lnTo>
                <a:lnTo>
                  <a:pt x="203803" y="14468"/>
                </a:lnTo>
                <a:lnTo>
                  <a:pt x="203269" y="14532"/>
                </a:lnTo>
                <a:lnTo>
                  <a:pt x="202743" y="14603"/>
                </a:lnTo>
                <a:lnTo>
                  <a:pt x="202226" y="14682"/>
                </a:lnTo>
                <a:lnTo>
                  <a:pt x="201717" y="14768"/>
                </a:lnTo>
                <a:lnTo>
                  <a:pt x="201217" y="14861"/>
                </a:lnTo>
                <a:lnTo>
                  <a:pt x="200726" y="14961"/>
                </a:lnTo>
                <a:lnTo>
                  <a:pt x="200243" y="15069"/>
                </a:lnTo>
                <a:lnTo>
                  <a:pt x="199769" y="15184"/>
                </a:lnTo>
                <a:lnTo>
                  <a:pt x="199303" y="15306"/>
                </a:lnTo>
                <a:lnTo>
                  <a:pt x="198846" y="15435"/>
                </a:lnTo>
                <a:lnTo>
                  <a:pt x="198397" y="15572"/>
                </a:lnTo>
                <a:lnTo>
                  <a:pt x="197957" y="15716"/>
                </a:lnTo>
                <a:lnTo>
                  <a:pt x="197525" y="15867"/>
                </a:lnTo>
                <a:lnTo>
                  <a:pt x="197102" y="16026"/>
                </a:lnTo>
                <a:lnTo>
                  <a:pt x="196687" y="16191"/>
                </a:lnTo>
                <a:lnTo>
                  <a:pt x="196281" y="16364"/>
                </a:lnTo>
                <a:lnTo>
                  <a:pt x="195884" y="16545"/>
                </a:lnTo>
                <a:lnTo>
                  <a:pt x="195495" y="16732"/>
                </a:lnTo>
                <a:lnTo>
                  <a:pt x="195114" y="16930"/>
                </a:lnTo>
                <a:lnTo>
                  <a:pt x="194740" y="17143"/>
                </a:lnTo>
                <a:lnTo>
                  <a:pt x="194374" y="17369"/>
                </a:lnTo>
                <a:lnTo>
                  <a:pt x="194015" y="17609"/>
                </a:lnTo>
                <a:lnTo>
                  <a:pt x="193664" y="17864"/>
                </a:lnTo>
                <a:lnTo>
                  <a:pt x="193319" y="18132"/>
                </a:lnTo>
                <a:lnTo>
                  <a:pt x="192983" y="18415"/>
                </a:lnTo>
                <a:lnTo>
                  <a:pt x="192653" y="18711"/>
                </a:lnTo>
                <a:lnTo>
                  <a:pt x="192331" y="19022"/>
                </a:lnTo>
                <a:lnTo>
                  <a:pt x="192017" y="19347"/>
                </a:lnTo>
                <a:lnTo>
                  <a:pt x="191709" y="19685"/>
                </a:lnTo>
                <a:lnTo>
                  <a:pt x="191409" y="20038"/>
                </a:lnTo>
                <a:lnTo>
                  <a:pt x="191117" y="20405"/>
                </a:lnTo>
                <a:lnTo>
                  <a:pt x="190832" y="20786"/>
                </a:lnTo>
                <a:lnTo>
                  <a:pt x="190554" y="21181"/>
                </a:lnTo>
                <a:lnTo>
                  <a:pt x="190283" y="21590"/>
                </a:lnTo>
                <a:lnTo>
                  <a:pt x="190020" y="22013"/>
                </a:lnTo>
                <a:lnTo>
                  <a:pt x="189765" y="22450"/>
                </a:lnTo>
                <a:lnTo>
                  <a:pt x="189516" y="22901"/>
                </a:lnTo>
                <a:lnTo>
                  <a:pt x="189275" y="23367"/>
                </a:lnTo>
                <a:lnTo>
                  <a:pt x="189042" y="23846"/>
                </a:lnTo>
                <a:lnTo>
                  <a:pt x="188816" y="24339"/>
                </a:lnTo>
                <a:lnTo>
                  <a:pt x="188597" y="24847"/>
                </a:lnTo>
                <a:lnTo>
                  <a:pt x="188576" y="24898"/>
                </a:lnTo>
                <a:lnTo>
                  <a:pt x="188334" y="24777"/>
                </a:lnTo>
                <a:lnTo>
                  <a:pt x="187860" y="24556"/>
                </a:lnTo>
                <a:lnTo>
                  <a:pt x="187377" y="24346"/>
                </a:lnTo>
                <a:lnTo>
                  <a:pt x="186884" y="24147"/>
                </a:lnTo>
                <a:lnTo>
                  <a:pt x="186381" y="23958"/>
                </a:lnTo>
                <a:lnTo>
                  <a:pt x="185869" y="23780"/>
                </a:lnTo>
                <a:lnTo>
                  <a:pt x="185348" y="23613"/>
                </a:lnTo>
                <a:lnTo>
                  <a:pt x="184817" y="23456"/>
                </a:lnTo>
                <a:lnTo>
                  <a:pt x="184277" y="23311"/>
                </a:lnTo>
                <a:lnTo>
                  <a:pt x="183727" y="23176"/>
                </a:lnTo>
                <a:lnTo>
                  <a:pt x="183168" y="23052"/>
                </a:lnTo>
                <a:lnTo>
                  <a:pt x="182599" y="22939"/>
                </a:lnTo>
                <a:lnTo>
                  <a:pt x="182021" y="22836"/>
                </a:lnTo>
                <a:lnTo>
                  <a:pt x="181433" y="22745"/>
                </a:lnTo>
                <a:lnTo>
                  <a:pt x="180836" y="22664"/>
                </a:lnTo>
                <a:lnTo>
                  <a:pt x="180229" y="22594"/>
                </a:lnTo>
                <a:lnTo>
                  <a:pt x="179613" y="22534"/>
                </a:lnTo>
                <a:lnTo>
                  <a:pt x="178987" y="22486"/>
                </a:lnTo>
                <a:lnTo>
                  <a:pt x="178352" y="22448"/>
                </a:lnTo>
                <a:lnTo>
                  <a:pt x="177707" y="22421"/>
                </a:lnTo>
                <a:lnTo>
                  <a:pt x="177053" y="22405"/>
                </a:lnTo>
                <a:lnTo>
                  <a:pt x="176390" y="22400"/>
                </a:lnTo>
                <a:lnTo>
                  <a:pt x="175743" y="22405"/>
                </a:lnTo>
                <a:lnTo>
                  <a:pt x="175104" y="22421"/>
                </a:lnTo>
                <a:lnTo>
                  <a:pt x="174474" y="22448"/>
                </a:lnTo>
                <a:lnTo>
                  <a:pt x="173852" y="22486"/>
                </a:lnTo>
                <a:lnTo>
                  <a:pt x="173239" y="22534"/>
                </a:lnTo>
                <a:lnTo>
                  <a:pt x="172635" y="22594"/>
                </a:lnTo>
                <a:lnTo>
                  <a:pt x="172039" y="22664"/>
                </a:lnTo>
                <a:lnTo>
                  <a:pt x="171452" y="22745"/>
                </a:lnTo>
                <a:lnTo>
                  <a:pt x="170873" y="22836"/>
                </a:lnTo>
                <a:lnTo>
                  <a:pt x="170302" y="22939"/>
                </a:lnTo>
                <a:lnTo>
                  <a:pt x="169741" y="23052"/>
                </a:lnTo>
                <a:lnTo>
                  <a:pt x="169187" y="23176"/>
                </a:lnTo>
                <a:lnTo>
                  <a:pt x="168643" y="23311"/>
                </a:lnTo>
                <a:lnTo>
                  <a:pt x="168107" y="23456"/>
                </a:lnTo>
                <a:lnTo>
                  <a:pt x="167579" y="23613"/>
                </a:lnTo>
                <a:lnTo>
                  <a:pt x="167060" y="23780"/>
                </a:lnTo>
                <a:lnTo>
                  <a:pt x="166549" y="23958"/>
                </a:lnTo>
                <a:lnTo>
                  <a:pt x="166048" y="24147"/>
                </a:lnTo>
                <a:lnTo>
                  <a:pt x="165554" y="24346"/>
                </a:lnTo>
                <a:lnTo>
                  <a:pt x="165069" y="24556"/>
                </a:lnTo>
                <a:lnTo>
                  <a:pt x="164593" y="24777"/>
                </a:lnTo>
                <a:lnTo>
                  <a:pt x="164125" y="25009"/>
                </a:lnTo>
                <a:lnTo>
                  <a:pt x="163666" y="25252"/>
                </a:lnTo>
                <a:lnTo>
                  <a:pt x="163215" y="25505"/>
                </a:lnTo>
                <a:lnTo>
                  <a:pt x="162773" y="25768"/>
                </a:lnTo>
                <a:lnTo>
                  <a:pt x="162340" y="26037"/>
                </a:lnTo>
                <a:lnTo>
                  <a:pt x="161916" y="26315"/>
                </a:lnTo>
                <a:lnTo>
                  <a:pt x="161500" y="26599"/>
                </a:lnTo>
                <a:lnTo>
                  <a:pt x="161094" y="26891"/>
                </a:lnTo>
                <a:lnTo>
                  <a:pt x="160696" y="27191"/>
                </a:lnTo>
                <a:lnTo>
                  <a:pt x="160308" y="27498"/>
                </a:lnTo>
                <a:lnTo>
                  <a:pt x="159928" y="27812"/>
                </a:lnTo>
                <a:lnTo>
                  <a:pt x="159557" y="28134"/>
                </a:lnTo>
                <a:lnTo>
                  <a:pt x="159195" y="28463"/>
                </a:lnTo>
                <a:lnTo>
                  <a:pt x="158842" y="28800"/>
                </a:lnTo>
                <a:lnTo>
                  <a:pt x="158498" y="29144"/>
                </a:lnTo>
                <a:lnTo>
                  <a:pt x="158162" y="29495"/>
                </a:lnTo>
                <a:lnTo>
                  <a:pt x="157836" y="29854"/>
                </a:lnTo>
                <a:lnTo>
                  <a:pt x="157518" y="30221"/>
                </a:lnTo>
                <a:lnTo>
                  <a:pt x="157210" y="30595"/>
                </a:lnTo>
                <a:lnTo>
                  <a:pt x="156910" y="30976"/>
                </a:lnTo>
                <a:lnTo>
                  <a:pt x="156619" y="31364"/>
                </a:lnTo>
                <a:lnTo>
                  <a:pt x="156337" y="31761"/>
                </a:lnTo>
                <a:lnTo>
                  <a:pt x="156064" y="32164"/>
                </a:lnTo>
                <a:lnTo>
                  <a:pt x="155800" y="32575"/>
                </a:lnTo>
                <a:lnTo>
                  <a:pt x="155545" y="32993"/>
                </a:lnTo>
                <a:lnTo>
                  <a:pt x="155298" y="33419"/>
                </a:lnTo>
                <a:lnTo>
                  <a:pt x="155061" y="33853"/>
                </a:lnTo>
                <a:lnTo>
                  <a:pt x="154833" y="34291"/>
                </a:lnTo>
                <a:lnTo>
                  <a:pt x="154614" y="34734"/>
                </a:lnTo>
                <a:lnTo>
                  <a:pt x="154405" y="35181"/>
                </a:lnTo>
                <a:lnTo>
                  <a:pt x="154206" y="35632"/>
                </a:lnTo>
                <a:lnTo>
                  <a:pt x="154017" y="36087"/>
                </a:lnTo>
                <a:lnTo>
                  <a:pt x="153837" y="36547"/>
                </a:lnTo>
                <a:lnTo>
                  <a:pt x="153667" y="37010"/>
                </a:lnTo>
                <a:lnTo>
                  <a:pt x="153507" y="37477"/>
                </a:lnTo>
                <a:lnTo>
                  <a:pt x="153357" y="37949"/>
                </a:lnTo>
                <a:lnTo>
                  <a:pt x="153216" y="38424"/>
                </a:lnTo>
                <a:lnTo>
                  <a:pt x="153085" y="38904"/>
                </a:lnTo>
                <a:lnTo>
                  <a:pt x="152963" y="39388"/>
                </a:lnTo>
                <a:lnTo>
                  <a:pt x="152852" y="39875"/>
                </a:lnTo>
                <a:lnTo>
                  <a:pt x="152750" y="40367"/>
                </a:lnTo>
                <a:lnTo>
                  <a:pt x="152657" y="40863"/>
                </a:lnTo>
                <a:lnTo>
                  <a:pt x="152575" y="41363"/>
                </a:lnTo>
                <a:lnTo>
                  <a:pt x="152502" y="41867"/>
                </a:lnTo>
                <a:lnTo>
                  <a:pt x="152439" y="42375"/>
                </a:lnTo>
                <a:lnTo>
                  <a:pt x="152386" y="42888"/>
                </a:lnTo>
                <a:lnTo>
                  <a:pt x="152342" y="43404"/>
                </a:lnTo>
                <a:lnTo>
                  <a:pt x="152308" y="43924"/>
                </a:lnTo>
                <a:lnTo>
                  <a:pt x="152284" y="44449"/>
                </a:lnTo>
                <a:lnTo>
                  <a:pt x="152269" y="44977"/>
                </a:lnTo>
                <a:lnTo>
                  <a:pt x="152264" y="45510"/>
                </a:lnTo>
                <a:lnTo>
                  <a:pt x="152269" y="46014"/>
                </a:lnTo>
                <a:lnTo>
                  <a:pt x="152283" y="46516"/>
                </a:lnTo>
                <a:lnTo>
                  <a:pt x="152307" y="47015"/>
                </a:lnTo>
                <a:lnTo>
                  <a:pt x="152341" y="47510"/>
                </a:lnTo>
                <a:lnTo>
                  <a:pt x="152384" y="48003"/>
                </a:lnTo>
                <a:lnTo>
                  <a:pt x="152437" y="48493"/>
                </a:lnTo>
                <a:lnTo>
                  <a:pt x="152499" y="48980"/>
                </a:lnTo>
                <a:lnTo>
                  <a:pt x="152571" y="49465"/>
                </a:lnTo>
                <a:lnTo>
                  <a:pt x="152653" y="49946"/>
                </a:lnTo>
                <a:lnTo>
                  <a:pt x="152744" y="50425"/>
                </a:lnTo>
                <a:lnTo>
                  <a:pt x="152845" y="50901"/>
                </a:lnTo>
                <a:lnTo>
                  <a:pt x="152955" y="51373"/>
                </a:lnTo>
                <a:lnTo>
                  <a:pt x="153075" y="51843"/>
                </a:lnTo>
                <a:lnTo>
                  <a:pt x="153204" y="52310"/>
                </a:lnTo>
                <a:lnTo>
                  <a:pt x="153343" y="52775"/>
                </a:lnTo>
                <a:lnTo>
                  <a:pt x="153492" y="53236"/>
                </a:lnTo>
                <a:lnTo>
                  <a:pt x="153650" y="53695"/>
                </a:lnTo>
                <a:lnTo>
                  <a:pt x="153818" y="54150"/>
                </a:lnTo>
                <a:lnTo>
                  <a:pt x="153996" y="54603"/>
                </a:lnTo>
                <a:lnTo>
                  <a:pt x="154183" y="55053"/>
                </a:lnTo>
                <a:lnTo>
                  <a:pt x="154380" y="55500"/>
                </a:lnTo>
                <a:lnTo>
                  <a:pt x="154586" y="55944"/>
                </a:lnTo>
                <a:lnTo>
                  <a:pt x="154802" y="56385"/>
                </a:lnTo>
                <a:lnTo>
                  <a:pt x="155027" y="56824"/>
                </a:lnTo>
                <a:lnTo>
                  <a:pt x="155262" y="57257"/>
                </a:lnTo>
                <a:lnTo>
                  <a:pt x="155506" y="57683"/>
                </a:lnTo>
                <a:lnTo>
                  <a:pt x="155759" y="58102"/>
                </a:lnTo>
                <a:lnTo>
                  <a:pt x="156021" y="58514"/>
                </a:lnTo>
                <a:lnTo>
                  <a:pt x="156292" y="58919"/>
                </a:lnTo>
                <a:lnTo>
                  <a:pt x="156573" y="59316"/>
                </a:lnTo>
                <a:lnTo>
                  <a:pt x="156862" y="59706"/>
                </a:lnTo>
                <a:lnTo>
                  <a:pt x="157161" y="60089"/>
                </a:lnTo>
                <a:lnTo>
                  <a:pt x="157469" y="60465"/>
                </a:lnTo>
                <a:lnTo>
                  <a:pt x="157786" y="60834"/>
                </a:lnTo>
                <a:lnTo>
                  <a:pt x="158112" y="61195"/>
                </a:lnTo>
                <a:lnTo>
                  <a:pt x="158447" y="61550"/>
                </a:lnTo>
                <a:lnTo>
                  <a:pt x="158791" y="61897"/>
                </a:lnTo>
                <a:lnTo>
                  <a:pt x="159145" y="62237"/>
                </a:lnTo>
                <a:lnTo>
                  <a:pt x="159508" y="62569"/>
                </a:lnTo>
                <a:lnTo>
                  <a:pt x="159879" y="62895"/>
                </a:lnTo>
                <a:lnTo>
                  <a:pt x="160260" y="63213"/>
                </a:lnTo>
                <a:lnTo>
                  <a:pt x="160650" y="63524"/>
                </a:lnTo>
                <a:lnTo>
                  <a:pt x="161026" y="63811"/>
                </a:lnTo>
                <a:lnTo>
                  <a:pt x="160759" y="63922"/>
                </a:lnTo>
                <a:lnTo>
                  <a:pt x="160329" y="64111"/>
                </a:lnTo>
                <a:lnTo>
                  <a:pt x="159909" y="64304"/>
                </a:lnTo>
                <a:lnTo>
                  <a:pt x="159501" y="64501"/>
                </a:lnTo>
                <a:lnTo>
                  <a:pt x="159105" y="64702"/>
                </a:lnTo>
                <a:lnTo>
                  <a:pt x="158720" y="64908"/>
                </a:lnTo>
                <a:lnTo>
                  <a:pt x="158346" y="65118"/>
                </a:lnTo>
                <a:lnTo>
                  <a:pt x="157984" y="65332"/>
                </a:lnTo>
                <a:lnTo>
                  <a:pt x="157633" y="65551"/>
                </a:lnTo>
                <a:lnTo>
                  <a:pt x="157294" y="65774"/>
                </a:lnTo>
                <a:lnTo>
                  <a:pt x="156966" y="66001"/>
                </a:lnTo>
                <a:lnTo>
                  <a:pt x="156650" y="66233"/>
                </a:lnTo>
                <a:lnTo>
                  <a:pt x="156345" y="66469"/>
                </a:lnTo>
                <a:lnTo>
                  <a:pt x="156052" y="66709"/>
                </a:lnTo>
                <a:lnTo>
                  <a:pt x="155770" y="66954"/>
                </a:lnTo>
                <a:lnTo>
                  <a:pt x="155500" y="67203"/>
                </a:lnTo>
                <a:lnTo>
                  <a:pt x="155241" y="67456"/>
                </a:lnTo>
                <a:lnTo>
                  <a:pt x="154994" y="67713"/>
                </a:lnTo>
                <a:lnTo>
                  <a:pt x="154758" y="67975"/>
                </a:lnTo>
                <a:lnTo>
                  <a:pt x="154532" y="68239"/>
                </a:lnTo>
                <a:lnTo>
                  <a:pt x="154316" y="68502"/>
                </a:lnTo>
                <a:lnTo>
                  <a:pt x="154110" y="68766"/>
                </a:lnTo>
                <a:lnTo>
                  <a:pt x="153913" y="69030"/>
                </a:lnTo>
                <a:lnTo>
                  <a:pt x="153726" y="69294"/>
                </a:lnTo>
                <a:lnTo>
                  <a:pt x="153549" y="69557"/>
                </a:lnTo>
                <a:lnTo>
                  <a:pt x="153381" y="69821"/>
                </a:lnTo>
                <a:lnTo>
                  <a:pt x="153223" y="70085"/>
                </a:lnTo>
                <a:lnTo>
                  <a:pt x="153074" y="70348"/>
                </a:lnTo>
                <a:lnTo>
                  <a:pt x="152935" y="70612"/>
                </a:lnTo>
                <a:lnTo>
                  <a:pt x="152805" y="70876"/>
                </a:lnTo>
                <a:lnTo>
                  <a:pt x="152685" y="71140"/>
                </a:lnTo>
                <a:lnTo>
                  <a:pt x="152575" y="71403"/>
                </a:lnTo>
                <a:lnTo>
                  <a:pt x="152474" y="71667"/>
                </a:lnTo>
                <a:lnTo>
                  <a:pt x="152383" y="71931"/>
                </a:lnTo>
                <a:lnTo>
                  <a:pt x="152302" y="72195"/>
                </a:lnTo>
                <a:lnTo>
                  <a:pt x="152230" y="72458"/>
                </a:lnTo>
                <a:lnTo>
                  <a:pt x="152167" y="72722"/>
                </a:lnTo>
                <a:lnTo>
                  <a:pt x="152114" y="72986"/>
                </a:lnTo>
                <a:lnTo>
                  <a:pt x="152071" y="73249"/>
                </a:lnTo>
                <a:lnTo>
                  <a:pt x="152038" y="73513"/>
                </a:lnTo>
                <a:lnTo>
                  <a:pt x="152014" y="73777"/>
                </a:lnTo>
                <a:lnTo>
                  <a:pt x="151999" y="74041"/>
                </a:lnTo>
                <a:lnTo>
                  <a:pt x="151995" y="74304"/>
                </a:lnTo>
                <a:lnTo>
                  <a:pt x="151997" y="74483"/>
                </a:lnTo>
                <a:lnTo>
                  <a:pt x="152005" y="74663"/>
                </a:lnTo>
                <a:lnTo>
                  <a:pt x="152019" y="74844"/>
                </a:lnTo>
                <a:lnTo>
                  <a:pt x="152038" y="75026"/>
                </a:lnTo>
                <a:lnTo>
                  <a:pt x="152062" y="75210"/>
                </a:lnTo>
                <a:lnTo>
                  <a:pt x="152091" y="75395"/>
                </a:lnTo>
                <a:lnTo>
                  <a:pt x="152126" y="75581"/>
                </a:lnTo>
                <a:lnTo>
                  <a:pt x="152167" y="75769"/>
                </a:lnTo>
                <a:lnTo>
                  <a:pt x="152213" y="75958"/>
                </a:lnTo>
                <a:lnTo>
                  <a:pt x="152264" y="76148"/>
                </a:lnTo>
                <a:lnTo>
                  <a:pt x="152320" y="76340"/>
                </a:lnTo>
                <a:lnTo>
                  <a:pt x="152382" y="76533"/>
                </a:lnTo>
                <a:lnTo>
                  <a:pt x="152449" y="76727"/>
                </a:lnTo>
                <a:lnTo>
                  <a:pt x="152522" y="76923"/>
                </a:lnTo>
                <a:lnTo>
                  <a:pt x="152600" y="77120"/>
                </a:lnTo>
                <a:lnTo>
                  <a:pt x="152683" y="77318"/>
                </a:lnTo>
                <a:lnTo>
                  <a:pt x="152772" y="77518"/>
                </a:lnTo>
                <a:lnTo>
                  <a:pt x="152866" y="77718"/>
                </a:lnTo>
                <a:lnTo>
                  <a:pt x="152966" y="77921"/>
                </a:lnTo>
                <a:lnTo>
                  <a:pt x="153071" y="78124"/>
                </a:lnTo>
                <a:lnTo>
                  <a:pt x="153181" y="78329"/>
                </a:lnTo>
                <a:lnTo>
                  <a:pt x="153297" y="78535"/>
                </a:lnTo>
                <a:lnTo>
                  <a:pt x="153418" y="78743"/>
                </a:lnTo>
                <a:lnTo>
                  <a:pt x="153545" y="78951"/>
                </a:lnTo>
                <a:lnTo>
                  <a:pt x="153677" y="79159"/>
                </a:lnTo>
                <a:lnTo>
                  <a:pt x="153818" y="79365"/>
                </a:lnTo>
                <a:lnTo>
                  <a:pt x="153966" y="79569"/>
                </a:lnTo>
                <a:lnTo>
                  <a:pt x="154121" y="79770"/>
                </a:lnTo>
                <a:lnTo>
                  <a:pt x="154284" y="79969"/>
                </a:lnTo>
                <a:lnTo>
                  <a:pt x="154454" y="80166"/>
                </a:lnTo>
                <a:lnTo>
                  <a:pt x="154632" y="80361"/>
                </a:lnTo>
                <a:lnTo>
                  <a:pt x="154817" y="80553"/>
                </a:lnTo>
                <a:lnTo>
                  <a:pt x="155010" y="80743"/>
                </a:lnTo>
                <a:lnTo>
                  <a:pt x="155211" y="80930"/>
                </a:lnTo>
                <a:lnTo>
                  <a:pt x="155418" y="81116"/>
                </a:lnTo>
                <a:lnTo>
                  <a:pt x="155634" y="81299"/>
                </a:lnTo>
                <a:lnTo>
                  <a:pt x="155856" y="81480"/>
                </a:lnTo>
                <a:lnTo>
                  <a:pt x="156087" y="81659"/>
                </a:lnTo>
                <a:lnTo>
                  <a:pt x="156324" y="81835"/>
                </a:lnTo>
                <a:lnTo>
                  <a:pt x="156570" y="82009"/>
                </a:lnTo>
                <a:lnTo>
                  <a:pt x="156822" y="82181"/>
                </a:lnTo>
                <a:lnTo>
                  <a:pt x="157083" y="82350"/>
                </a:lnTo>
                <a:lnTo>
                  <a:pt x="157350" y="82518"/>
                </a:lnTo>
                <a:lnTo>
                  <a:pt x="157625" y="82683"/>
                </a:lnTo>
                <a:lnTo>
                  <a:pt x="157908" y="82845"/>
                </a:lnTo>
                <a:lnTo>
                  <a:pt x="158198" y="83006"/>
                </a:lnTo>
                <a:lnTo>
                  <a:pt x="158496" y="83164"/>
                </a:lnTo>
                <a:lnTo>
                  <a:pt x="158801" y="83320"/>
                </a:lnTo>
                <a:lnTo>
                  <a:pt x="159115" y="83472"/>
                </a:lnTo>
                <a:lnTo>
                  <a:pt x="159438" y="83619"/>
                </a:lnTo>
                <a:lnTo>
                  <a:pt x="159772" y="83760"/>
                </a:lnTo>
                <a:lnTo>
                  <a:pt x="159949" y="83830"/>
                </a:lnTo>
                <a:lnTo>
                  <a:pt x="159654" y="83960"/>
                </a:lnTo>
                <a:lnTo>
                  <a:pt x="159052" y="84243"/>
                </a:lnTo>
                <a:lnTo>
                  <a:pt x="158468" y="84535"/>
                </a:lnTo>
                <a:lnTo>
                  <a:pt x="157902" y="84837"/>
                </a:lnTo>
                <a:lnTo>
                  <a:pt x="157356" y="85148"/>
                </a:lnTo>
                <a:lnTo>
                  <a:pt x="156828" y="85469"/>
                </a:lnTo>
                <a:lnTo>
                  <a:pt x="156318" y="85799"/>
                </a:lnTo>
                <a:lnTo>
                  <a:pt x="155827" y="86138"/>
                </a:lnTo>
                <a:lnTo>
                  <a:pt x="155355" y="86487"/>
                </a:lnTo>
                <a:lnTo>
                  <a:pt x="154901" y="86845"/>
                </a:lnTo>
                <a:lnTo>
                  <a:pt x="154466" y="87213"/>
                </a:lnTo>
                <a:lnTo>
                  <a:pt x="154050" y="87589"/>
                </a:lnTo>
                <a:lnTo>
                  <a:pt x="153651" y="87973"/>
                </a:lnTo>
                <a:lnTo>
                  <a:pt x="153270" y="88362"/>
                </a:lnTo>
                <a:lnTo>
                  <a:pt x="152905" y="88755"/>
                </a:lnTo>
                <a:lnTo>
                  <a:pt x="152557" y="89153"/>
                </a:lnTo>
                <a:lnTo>
                  <a:pt x="152226" y="89555"/>
                </a:lnTo>
                <a:lnTo>
                  <a:pt x="151912" y="89962"/>
                </a:lnTo>
                <a:lnTo>
                  <a:pt x="151616" y="90373"/>
                </a:lnTo>
                <a:lnTo>
                  <a:pt x="151336" y="90789"/>
                </a:lnTo>
                <a:lnTo>
                  <a:pt x="151073" y="91210"/>
                </a:lnTo>
                <a:lnTo>
                  <a:pt x="150827" y="91635"/>
                </a:lnTo>
                <a:lnTo>
                  <a:pt x="150598" y="92065"/>
                </a:lnTo>
                <a:lnTo>
                  <a:pt x="150386" y="92499"/>
                </a:lnTo>
                <a:lnTo>
                  <a:pt x="150191" y="92938"/>
                </a:lnTo>
                <a:lnTo>
                  <a:pt x="150012" y="93381"/>
                </a:lnTo>
                <a:lnTo>
                  <a:pt x="149851" y="93829"/>
                </a:lnTo>
                <a:lnTo>
                  <a:pt x="149707" y="94282"/>
                </a:lnTo>
                <a:lnTo>
                  <a:pt x="149580" y="94739"/>
                </a:lnTo>
                <a:lnTo>
                  <a:pt x="149470" y="95201"/>
                </a:lnTo>
                <a:lnTo>
                  <a:pt x="149376" y="95667"/>
                </a:lnTo>
                <a:lnTo>
                  <a:pt x="149300" y="96138"/>
                </a:lnTo>
                <a:lnTo>
                  <a:pt x="149241" y="96614"/>
                </a:lnTo>
                <a:lnTo>
                  <a:pt x="149198" y="97094"/>
                </a:lnTo>
                <a:lnTo>
                  <a:pt x="149173" y="97579"/>
                </a:lnTo>
                <a:lnTo>
                  <a:pt x="149164" y="98068"/>
                </a:lnTo>
                <a:lnTo>
                  <a:pt x="149169" y="98472"/>
                </a:lnTo>
                <a:lnTo>
                  <a:pt x="149183" y="98873"/>
                </a:lnTo>
                <a:lnTo>
                  <a:pt x="149207" y="99272"/>
                </a:lnTo>
                <a:lnTo>
                  <a:pt x="149240" y="99668"/>
                </a:lnTo>
                <a:lnTo>
                  <a:pt x="149283" y="100062"/>
                </a:lnTo>
                <a:lnTo>
                  <a:pt x="149335" y="100454"/>
                </a:lnTo>
                <a:lnTo>
                  <a:pt x="149396" y="100843"/>
                </a:lnTo>
                <a:lnTo>
                  <a:pt x="149467" y="101229"/>
                </a:lnTo>
                <a:lnTo>
                  <a:pt x="149548" y="101614"/>
                </a:lnTo>
                <a:lnTo>
                  <a:pt x="149638" y="101996"/>
                </a:lnTo>
                <a:lnTo>
                  <a:pt x="149738" y="102375"/>
                </a:lnTo>
                <a:lnTo>
                  <a:pt x="149847" y="102752"/>
                </a:lnTo>
                <a:lnTo>
                  <a:pt x="149965" y="103127"/>
                </a:lnTo>
                <a:lnTo>
                  <a:pt x="150093" y="103499"/>
                </a:lnTo>
                <a:lnTo>
                  <a:pt x="150230" y="103869"/>
                </a:lnTo>
                <a:lnTo>
                  <a:pt x="150377" y="104236"/>
                </a:lnTo>
                <a:lnTo>
                  <a:pt x="150534" y="104601"/>
                </a:lnTo>
                <a:lnTo>
                  <a:pt x="150699" y="104963"/>
                </a:lnTo>
                <a:lnTo>
                  <a:pt x="150875" y="105324"/>
                </a:lnTo>
                <a:lnTo>
                  <a:pt x="151060" y="105681"/>
                </a:lnTo>
                <a:lnTo>
                  <a:pt x="151254" y="106037"/>
                </a:lnTo>
                <a:lnTo>
                  <a:pt x="151458" y="106389"/>
                </a:lnTo>
                <a:lnTo>
                  <a:pt x="151671" y="106740"/>
                </a:lnTo>
                <a:lnTo>
                  <a:pt x="151893" y="107088"/>
                </a:lnTo>
                <a:lnTo>
                  <a:pt x="152127" y="107432"/>
                </a:lnTo>
                <a:lnTo>
                  <a:pt x="152372" y="107770"/>
                </a:lnTo>
                <a:lnTo>
                  <a:pt x="152629" y="108103"/>
                </a:lnTo>
                <a:lnTo>
                  <a:pt x="152898" y="108430"/>
                </a:lnTo>
                <a:lnTo>
                  <a:pt x="153178" y="108751"/>
                </a:lnTo>
                <a:lnTo>
                  <a:pt x="153471" y="109066"/>
                </a:lnTo>
                <a:lnTo>
                  <a:pt x="153775" y="109375"/>
                </a:lnTo>
                <a:lnTo>
                  <a:pt x="154091" y="109679"/>
                </a:lnTo>
                <a:lnTo>
                  <a:pt x="154419" y="109977"/>
                </a:lnTo>
                <a:lnTo>
                  <a:pt x="154759" y="110269"/>
                </a:lnTo>
                <a:lnTo>
                  <a:pt x="155110" y="110555"/>
                </a:lnTo>
                <a:lnTo>
                  <a:pt x="155474" y="110836"/>
                </a:lnTo>
                <a:lnTo>
                  <a:pt x="155849" y="111110"/>
                </a:lnTo>
                <a:lnTo>
                  <a:pt x="156236" y="111379"/>
                </a:lnTo>
                <a:lnTo>
                  <a:pt x="156634" y="111642"/>
                </a:lnTo>
                <a:lnTo>
                  <a:pt x="157045" y="111900"/>
                </a:lnTo>
                <a:lnTo>
                  <a:pt x="157467" y="112151"/>
                </a:lnTo>
                <a:lnTo>
                  <a:pt x="157902" y="112397"/>
                </a:lnTo>
                <a:lnTo>
                  <a:pt x="158348" y="112637"/>
                </a:lnTo>
                <a:lnTo>
                  <a:pt x="158806" y="112871"/>
                </a:lnTo>
                <a:lnTo>
                  <a:pt x="159275" y="113100"/>
                </a:lnTo>
                <a:lnTo>
                  <a:pt x="159757" y="113323"/>
                </a:lnTo>
                <a:lnTo>
                  <a:pt x="160250" y="113539"/>
                </a:lnTo>
                <a:lnTo>
                  <a:pt x="160755" y="113751"/>
                </a:lnTo>
                <a:lnTo>
                  <a:pt x="161273" y="113954"/>
                </a:lnTo>
                <a:lnTo>
                  <a:pt x="161805" y="114150"/>
                </a:lnTo>
                <a:lnTo>
                  <a:pt x="162352" y="114336"/>
                </a:lnTo>
                <a:lnTo>
                  <a:pt x="162912" y="114514"/>
                </a:lnTo>
                <a:lnTo>
                  <a:pt x="163486" y="114683"/>
                </a:lnTo>
                <a:lnTo>
                  <a:pt x="164074" y="114844"/>
                </a:lnTo>
                <a:lnTo>
                  <a:pt x="164677" y="114995"/>
                </a:lnTo>
                <a:lnTo>
                  <a:pt x="165293" y="115139"/>
                </a:lnTo>
                <a:lnTo>
                  <a:pt x="165923" y="115273"/>
                </a:lnTo>
                <a:lnTo>
                  <a:pt x="166568" y="115399"/>
                </a:lnTo>
                <a:lnTo>
                  <a:pt x="167226" y="115516"/>
                </a:lnTo>
                <a:lnTo>
                  <a:pt x="167899" y="115624"/>
                </a:lnTo>
                <a:lnTo>
                  <a:pt x="168585" y="115724"/>
                </a:lnTo>
                <a:lnTo>
                  <a:pt x="169286" y="115815"/>
                </a:lnTo>
                <a:lnTo>
                  <a:pt x="170000" y="115898"/>
                </a:lnTo>
                <a:lnTo>
                  <a:pt x="170729" y="115971"/>
                </a:lnTo>
                <a:lnTo>
                  <a:pt x="171472" y="116036"/>
                </a:lnTo>
                <a:lnTo>
                  <a:pt x="172228" y="116093"/>
                </a:lnTo>
                <a:lnTo>
                  <a:pt x="172999" y="116141"/>
                </a:lnTo>
                <a:lnTo>
                  <a:pt x="173784" y="116180"/>
                </a:lnTo>
                <a:lnTo>
                  <a:pt x="174583" y="116210"/>
                </a:lnTo>
                <a:lnTo>
                  <a:pt x="175396" y="116232"/>
                </a:lnTo>
                <a:lnTo>
                  <a:pt x="176223" y="116245"/>
                </a:lnTo>
                <a:lnTo>
                  <a:pt x="177064" y="116249"/>
                </a:lnTo>
                <a:lnTo>
                  <a:pt x="178281" y="116239"/>
                </a:lnTo>
                <a:lnTo>
                  <a:pt x="179474" y="116208"/>
                </a:lnTo>
                <a:lnTo>
                  <a:pt x="180643" y="116157"/>
                </a:lnTo>
                <a:lnTo>
                  <a:pt x="181787" y="116086"/>
                </a:lnTo>
                <a:lnTo>
                  <a:pt x="182906" y="115994"/>
                </a:lnTo>
                <a:lnTo>
                  <a:pt x="184001" y="115882"/>
                </a:lnTo>
                <a:lnTo>
                  <a:pt x="185071" y="115750"/>
                </a:lnTo>
                <a:lnTo>
                  <a:pt x="186116" y="115597"/>
                </a:lnTo>
                <a:lnTo>
                  <a:pt x="187137" y="115424"/>
                </a:lnTo>
                <a:lnTo>
                  <a:pt x="188134" y="115231"/>
                </a:lnTo>
                <a:lnTo>
                  <a:pt x="189106" y="115017"/>
                </a:lnTo>
                <a:lnTo>
                  <a:pt x="190053" y="114783"/>
                </a:lnTo>
                <a:lnTo>
                  <a:pt x="190976" y="114529"/>
                </a:lnTo>
                <a:lnTo>
                  <a:pt x="191874" y="114254"/>
                </a:lnTo>
                <a:lnTo>
                  <a:pt x="192748" y="113959"/>
                </a:lnTo>
                <a:lnTo>
                  <a:pt x="193597" y="113643"/>
                </a:lnTo>
                <a:lnTo>
                  <a:pt x="194421" y="113307"/>
                </a:lnTo>
                <a:lnTo>
                  <a:pt x="195221" y="112951"/>
                </a:lnTo>
                <a:lnTo>
                  <a:pt x="195996" y="112574"/>
                </a:lnTo>
                <a:lnTo>
                  <a:pt x="196747" y="112177"/>
                </a:lnTo>
                <a:lnTo>
                  <a:pt x="197473" y="111760"/>
                </a:lnTo>
                <a:lnTo>
                  <a:pt x="198175" y="111322"/>
                </a:lnTo>
                <a:lnTo>
                  <a:pt x="198852" y="110864"/>
                </a:lnTo>
                <a:lnTo>
                  <a:pt x="199505" y="110385"/>
                </a:lnTo>
                <a:lnTo>
                  <a:pt x="200131" y="109891"/>
                </a:lnTo>
                <a:lnTo>
                  <a:pt x="200732" y="109385"/>
                </a:lnTo>
                <a:lnTo>
                  <a:pt x="201305" y="108868"/>
                </a:lnTo>
                <a:lnTo>
                  <a:pt x="201852" y="108339"/>
                </a:lnTo>
                <a:lnTo>
                  <a:pt x="202372" y="107799"/>
                </a:lnTo>
                <a:lnTo>
                  <a:pt x="202866" y="107248"/>
                </a:lnTo>
                <a:lnTo>
                  <a:pt x="203332" y="106685"/>
                </a:lnTo>
                <a:lnTo>
                  <a:pt x="203773" y="106110"/>
                </a:lnTo>
                <a:lnTo>
                  <a:pt x="204186" y="105524"/>
                </a:lnTo>
                <a:lnTo>
                  <a:pt x="204573" y="104927"/>
                </a:lnTo>
                <a:lnTo>
                  <a:pt x="204933" y="104318"/>
                </a:lnTo>
                <a:lnTo>
                  <a:pt x="205266" y="103698"/>
                </a:lnTo>
                <a:lnTo>
                  <a:pt x="205573" y="103066"/>
                </a:lnTo>
                <a:lnTo>
                  <a:pt x="205853" y="102423"/>
                </a:lnTo>
                <a:lnTo>
                  <a:pt x="206107" y="101768"/>
                </a:lnTo>
                <a:lnTo>
                  <a:pt x="206333" y="101102"/>
                </a:lnTo>
                <a:lnTo>
                  <a:pt x="206534" y="100424"/>
                </a:lnTo>
                <a:lnTo>
                  <a:pt x="206707" y="99735"/>
                </a:lnTo>
                <a:lnTo>
                  <a:pt x="206854" y="99035"/>
                </a:lnTo>
                <a:lnTo>
                  <a:pt x="206974" y="98323"/>
                </a:lnTo>
                <a:lnTo>
                  <a:pt x="207067" y="97600"/>
                </a:lnTo>
                <a:lnTo>
                  <a:pt x="207134" y="96865"/>
                </a:lnTo>
                <a:lnTo>
                  <a:pt x="207174" y="96119"/>
                </a:lnTo>
                <a:lnTo>
                  <a:pt x="207187" y="95361"/>
                </a:lnTo>
                <a:lnTo>
                  <a:pt x="207176" y="94600"/>
                </a:lnTo>
                <a:lnTo>
                  <a:pt x="207141" y="93856"/>
                </a:lnTo>
                <a:lnTo>
                  <a:pt x="207084" y="93129"/>
                </a:lnTo>
                <a:lnTo>
                  <a:pt x="207005" y="92419"/>
                </a:lnTo>
                <a:lnTo>
                  <a:pt x="206902" y="91725"/>
                </a:lnTo>
                <a:lnTo>
                  <a:pt x="206776" y="91048"/>
                </a:lnTo>
                <a:lnTo>
                  <a:pt x="206628" y="90388"/>
                </a:lnTo>
                <a:lnTo>
                  <a:pt x="206457" y="89744"/>
                </a:lnTo>
                <a:lnTo>
                  <a:pt x="206263" y="89118"/>
                </a:lnTo>
                <a:lnTo>
                  <a:pt x="206046" y="88508"/>
                </a:lnTo>
                <a:lnTo>
                  <a:pt x="205807" y="87914"/>
                </a:lnTo>
                <a:lnTo>
                  <a:pt x="205544" y="87338"/>
                </a:lnTo>
                <a:lnTo>
                  <a:pt x="205259" y="86778"/>
                </a:lnTo>
                <a:lnTo>
                  <a:pt x="204951" y="86235"/>
                </a:lnTo>
                <a:lnTo>
                  <a:pt x="204620" y="85709"/>
                </a:lnTo>
                <a:lnTo>
                  <a:pt x="204267" y="85199"/>
                </a:lnTo>
                <a:lnTo>
                  <a:pt x="203890" y="84707"/>
                </a:lnTo>
                <a:lnTo>
                  <a:pt x="203491" y="84231"/>
                </a:lnTo>
                <a:lnTo>
                  <a:pt x="203069" y="83771"/>
                </a:lnTo>
                <a:lnTo>
                  <a:pt x="202624" y="83329"/>
                </a:lnTo>
                <a:lnTo>
                  <a:pt x="202156" y="82903"/>
                </a:lnTo>
                <a:lnTo>
                  <a:pt x="201666" y="82494"/>
                </a:lnTo>
                <a:lnTo>
                  <a:pt x="201153" y="82102"/>
                </a:lnTo>
                <a:lnTo>
                  <a:pt x="200617" y="81726"/>
                </a:lnTo>
                <a:lnTo>
                  <a:pt x="200054" y="81366"/>
                </a:lnTo>
                <a:lnTo>
                  <a:pt x="199461" y="81022"/>
                </a:lnTo>
                <a:lnTo>
                  <a:pt x="198838" y="80693"/>
                </a:lnTo>
                <a:lnTo>
                  <a:pt x="198184" y="80380"/>
                </a:lnTo>
                <a:lnTo>
                  <a:pt x="197500" y="80081"/>
                </a:lnTo>
                <a:lnTo>
                  <a:pt x="196786" y="79798"/>
                </a:lnTo>
                <a:lnTo>
                  <a:pt x="196041" y="79530"/>
                </a:lnTo>
                <a:lnTo>
                  <a:pt x="195266" y="79278"/>
                </a:lnTo>
                <a:lnTo>
                  <a:pt x="194461" y="79041"/>
                </a:lnTo>
                <a:lnTo>
                  <a:pt x="193626" y="78819"/>
                </a:lnTo>
                <a:lnTo>
                  <a:pt x="192760" y="78612"/>
                </a:lnTo>
                <a:lnTo>
                  <a:pt x="191864" y="78421"/>
                </a:lnTo>
                <a:lnTo>
                  <a:pt x="190938" y="78245"/>
                </a:lnTo>
                <a:lnTo>
                  <a:pt x="189981" y="78084"/>
                </a:lnTo>
                <a:lnTo>
                  <a:pt x="188994" y="77939"/>
                </a:lnTo>
                <a:lnTo>
                  <a:pt x="187977" y="77809"/>
                </a:lnTo>
                <a:lnTo>
                  <a:pt x="186930" y="77694"/>
                </a:lnTo>
                <a:lnTo>
                  <a:pt x="185852" y="77595"/>
                </a:lnTo>
                <a:lnTo>
                  <a:pt x="184744" y="77511"/>
                </a:lnTo>
                <a:lnTo>
                  <a:pt x="183605" y="77442"/>
                </a:lnTo>
                <a:lnTo>
                  <a:pt x="182436" y="77388"/>
                </a:lnTo>
                <a:lnTo>
                  <a:pt x="181237" y="77350"/>
                </a:lnTo>
                <a:lnTo>
                  <a:pt x="180008" y="77327"/>
                </a:lnTo>
                <a:lnTo>
                  <a:pt x="178748" y="77319"/>
                </a:lnTo>
                <a:lnTo>
                  <a:pt x="175042" y="77319"/>
                </a:lnTo>
                <a:lnTo>
                  <a:pt x="174619" y="77313"/>
                </a:lnTo>
                <a:lnTo>
                  <a:pt x="174203" y="77304"/>
                </a:lnTo>
                <a:lnTo>
                  <a:pt x="173795" y="77294"/>
                </a:lnTo>
                <a:lnTo>
                  <a:pt x="173395" y="77282"/>
                </a:lnTo>
                <a:lnTo>
                  <a:pt x="173002" y="77268"/>
                </a:lnTo>
                <a:lnTo>
                  <a:pt x="172616" y="77252"/>
                </a:lnTo>
                <a:lnTo>
                  <a:pt x="172238" y="77234"/>
                </a:lnTo>
                <a:lnTo>
                  <a:pt x="171867" y="77214"/>
                </a:lnTo>
                <a:lnTo>
                  <a:pt x="171504" y="77192"/>
                </a:lnTo>
                <a:lnTo>
                  <a:pt x="171148" y="77169"/>
                </a:lnTo>
                <a:lnTo>
                  <a:pt x="170800" y="77143"/>
                </a:lnTo>
                <a:lnTo>
                  <a:pt x="170459" y="77116"/>
                </a:lnTo>
                <a:lnTo>
                  <a:pt x="170126" y="77087"/>
                </a:lnTo>
                <a:lnTo>
                  <a:pt x="169801" y="77056"/>
                </a:lnTo>
                <a:lnTo>
                  <a:pt x="169482" y="77023"/>
                </a:lnTo>
                <a:lnTo>
                  <a:pt x="169172" y="76988"/>
                </a:lnTo>
                <a:lnTo>
                  <a:pt x="168868" y="76951"/>
                </a:lnTo>
                <a:lnTo>
                  <a:pt x="168573" y="76912"/>
                </a:lnTo>
                <a:lnTo>
                  <a:pt x="168284" y="76872"/>
                </a:lnTo>
                <a:lnTo>
                  <a:pt x="168003" y="76829"/>
                </a:lnTo>
                <a:lnTo>
                  <a:pt x="167730" y="76785"/>
                </a:lnTo>
                <a:lnTo>
                  <a:pt x="167464" y="76739"/>
                </a:lnTo>
                <a:lnTo>
                  <a:pt x="167206" y="76690"/>
                </a:lnTo>
                <a:lnTo>
                  <a:pt x="166955" y="76640"/>
                </a:lnTo>
                <a:lnTo>
                  <a:pt x="166711" y="76589"/>
                </a:lnTo>
                <a:lnTo>
                  <a:pt x="166473" y="76536"/>
                </a:lnTo>
                <a:lnTo>
                  <a:pt x="166241" y="76481"/>
                </a:lnTo>
                <a:lnTo>
                  <a:pt x="166015" y="76424"/>
                </a:lnTo>
                <a:lnTo>
                  <a:pt x="165796" y="76367"/>
                </a:lnTo>
                <a:lnTo>
                  <a:pt x="165582" y="76307"/>
                </a:lnTo>
                <a:lnTo>
                  <a:pt x="165375" y="76246"/>
                </a:lnTo>
                <a:lnTo>
                  <a:pt x="165173" y="76184"/>
                </a:lnTo>
                <a:lnTo>
                  <a:pt x="164978" y="76120"/>
                </a:lnTo>
                <a:lnTo>
                  <a:pt x="164788" y="76054"/>
                </a:lnTo>
                <a:lnTo>
                  <a:pt x="164605" y="75987"/>
                </a:lnTo>
                <a:lnTo>
                  <a:pt x="164428" y="75919"/>
                </a:lnTo>
                <a:lnTo>
                  <a:pt x="164257" y="75849"/>
                </a:lnTo>
                <a:lnTo>
                  <a:pt x="164092" y="75777"/>
                </a:lnTo>
                <a:lnTo>
                  <a:pt x="163933" y="75704"/>
                </a:lnTo>
                <a:lnTo>
                  <a:pt x="163780" y="75629"/>
                </a:lnTo>
                <a:lnTo>
                  <a:pt x="163634" y="75553"/>
                </a:lnTo>
                <a:lnTo>
                  <a:pt x="163493" y="75475"/>
                </a:lnTo>
                <a:lnTo>
                  <a:pt x="163358" y="75396"/>
                </a:lnTo>
                <a:lnTo>
                  <a:pt x="163230" y="75315"/>
                </a:lnTo>
                <a:lnTo>
                  <a:pt x="163108" y="75233"/>
                </a:lnTo>
                <a:lnTo>
                  <a:pt x="162991" y="75149"/>
                </a:lnTo>
                <a:lnTo>
                  <a:pt x="162881" y="75064"/>
                </a:lnTo>
                <a:lnTo>
                  <a:pt x="162777" y="74977"/>
                </a:lnTo>
                <a:lnTo>
                  <a:pt x="162678" y="74889"/>
                </a:lnTo>
                <a:lnTo>
                  <a:pt x="162583" y="74800"/>
                </a:lnTo>
                <a:lnTo>
                  <a:pt x="162493" y="74710"/>
                </a:lnTo>
                <a:lnTo>
                  <a:pt x="162406" y="74620"/>
                </a:lnTo>
                <a:lnTo>
                  <a:pt x="162324" y="74528"/>
                </a:lnTo>
                <a:lnTo>
                  <a:pt x="162246" y="74436"/>
                </a:lnTo>
                <a:lnTo>
                  <a:pt x="162173" y="74343"/>
                </a:lnTo>
                <a:lnTo>
                  <a:pt x="162103" y="74249"/>
                </a:lnTo>
                <a:lnTo>
                  <a:pt x="162038" y="74154"/>
                </a:lnTo>
                <a:lnTo>
                  <a:pt x="161977" y="74059"/>
                </a:lnTo>
                <a:lnTo>
                  <a:pt x="161920" y="73962"/>
                </a:lnTo>
                <a:lnTo>
                  <a:pt x="161867" y="73865"/>
                </a:lnTo>
                <a:lnTo>
                  <a:pt x="161819" y="73767"/>
                </a:lnTo>
                <a:lnTo>
                  <a:pt x="161775" y="73668"/>
                </a:lnTo>
                <a:lnTo>
                  <a:pt x="161735" y="73569"/>
                </a:lnTo>
                <a:lnTo>
                  <a:pt x="161699" y="73468"/>
                </a:lnTo>
                <a:lnTo>
                  <a:pt x="161667" y="73367"/>
                </a:lnTo>
                <a:lnTo>
                  <a:pt x="161640" y="73265"/>
                </a:lnTo>
                <a:lnTo>
                  <a:pt x="161617" y="73162"/>
                </a:lnTo>
                <a:lnTo>
                  <a:pt x="161598" y="73058"/>
                </a:lnTo>
                <a:lnTo>
                  <a:pt x="161583" y="72953"/>
                </a:lnTo>
                <a:lnTo>
                  <a:pt x="161572" y="72848"/>
                </a:lnTo>
                <a:lnTo>
                  <a:pt x="161566" y="72742"/>
                </a:lnTo>
                <a:lnTo>
                  <a:pt x="161564" y="72635"/>
                </a:lnTo>
                <a:lnTo>
                  <a:pt x="161567" y="72482"/>
                </a:lnTo>
                <a:lnTo>
                  <a:pt x="161578" y="72330"/>
                </a:lnTo>
                <a:lnTo>
                  <a:pt x="161596" y="72179"/>
                </a:lnTo>
                <a:lnTo>
                  <a:pt x="161620" y="72028"/>
                </a:lnTo>
                <a:lnTo>
                  <a:pt x="161652" y="71877"/>
                </a:lnTo>
                <a:lnTo>
                  <a:pt x="161690" y="71727"/>
                </a:lnTo>
                <a:lnTo>
                  <a:pt x="161736" y="71577"/>
                </a:lnTo>
                <a:lnTo>
                  <a:pt x="161789" y="71428"/>
                </a:lnTo>
                <a:lnTo>
                  <a:pt x="161848" y="71279"/>
                </a:lnTo>
                <a:lnTo>
                  <a:pt x="161915" y="71131"/>
                </a:lnTo>
                <a:lnTo>
                  <a:pt x="161989" y="70983"/>
                </a:lnTo>
                <a:lnTo>
                  <a:pt x="162069" y="70836"/>
                </a:lnTo>
                <a:lnTo>
                  <a:pt x="162157" y="70689"/>
                </a:lnTo>
                <a:lnTo>
                  <a:pt x="162252" y="70543"/>
                </a:lnTo>
                <a:lnTo>
                  <a:pt x="162354" y="70397"/>
                </a:lnTo>
                <a:lnTo>
                  <a:pt x="162462" y="70252"/>
                </a:lnTo>
                <a:lnTo>
                  <a:pt x="162578" y="70107"/>
                </a:lnTo>
                <a:lnTo>
                  <a:pt x="162701" y="69962"/>
                </a:lnTo>
                <a:lnTo>
                  <a:pt x="162831" y="69818"/>
                </a:lnTo>
                <a:lnTo>
                  <a:pt x="162968" y="69675"/>
                </a:lnTo>
                <a:lnTo>
                  <a:pt x="163112" y="69531"/>
                </a:lnTo>
                <a:lnTo>
                  <a:pt x="163263" y="69389"/>
                </a:lnTo>
                <a:lnTo>
                  <a:pt x="163421" y="69247"/>
                </a:lnTo>
                <a:lnTo>
                  <a:pt x="163586" y="69105"/>
                </a:lnTo>
                <a:lnTo>
                  <a:pt x="163757" y="68965"/>
                </a:lnTo>
                <a:lnTo>
                  <a:pt x="163934" y="68828"/>
                </a:lnTo>
                <a:lnTo>
                  <a:pt x="164117" y="68694"/>
                </a:lnTo>
                <a:lnTo>
                  <a:pt x="164306" y="68563"/>
                </a:lnTo>
                <a:lnTo>
                  <a:pt x="164501" y="68435"/>
                </a:lnTo>
                <a:lnTo>
                  <a:pt x="164702" y="68311"/>
                </a:lnTo>
                <a:lnTo>
                  <a:pt x="164908" y="68189"/>
                </a:lnTo>
                <a:lnTo>
                  <a:pt x="165121" y="68071"/>
                </a:lnTo>
                <a:lnTo>
                  <a:pt x="165339" y="67955"/>
                </a:lnTo>
                <a:lnTo>
                  <a:pt x="165563" y="67843"/>
                </a:lnTo>
                <a:lnTo>
                  <a:pt x="165793" y="67733"/>
                </a:lnTo>
                <a:lnTo>
                  <a:pt x="166029" y="67627"/>
                </a:lnTo>
                <a:lnTo>
                  <a:pt x="166270" y="67524"/>
                </a:lnTo>
                <a:lnTo>
                  <a:pt x="166518" y="67424"/>
                </a:lnTo>
                <a:lnTo>
                  <a:pt x="166771" y="67327"/>
                </a:lnTo>
                <a:lnTo>
                  <a:pt x="167030" y="67233"/>
                </a:lnTo>
                <a:lnTo>
                  <a:pt x="167295" y="67142"/>
                </a:lnTo>
                <a:lnTo>
                  <a:pt x="167378" y="67115"/>
                </a:lnTo>
                <a:lnTo>
                  <a:pt x="167556" y="67174"/>
                </a:lnTo>
                <a:lnTo>
                  <a:pt x="168083" y="67334"/>
                </a:lnTo>
                <a:close/>
                <a:moveTo>
                  <a:pt x="174651" y="60616"/>
                </a:moveTo>
                <a:lnTo>
                  <a:pt x="174227" y="60557"/>
                </a:lnTo>
                <a:lnTo>
                  <a:pt x="173808" y="60484"/>
                </a:lnTo>
                <a:lnTo>
                  <a:pt x="173393" y="60399"/>
                </a:lnTo>
                <a:lnTo>
                  <a:pt x="172983" y="60300"/>
                </a:lnTo>
                <a:lnTo>
                  <a:pt x="172577" y="60187"/>
                </a:lnTo>
                <a:lnTo>
                  <a:pt x="172176" y="60062"/>
                </a:lnTo>
                <a:lnTo>
                  <a:pt x="171779" y="59923"/>
                </a:lnTo>
                <a:lnTo>
                  <a:pt x="171386" y="59772"/>
                </a:lnTo>
                <a:lnTo>
                  <a:pt x="170998" y="59607"/>
                </a:lnTo>
                <a:lnTo>
                  <a:pt x="170614" y="59428"/>
                </a:lnTo>
                <a:lnTo>
                  <a:pt x="170235" y="59237"/>
                </a:lnTo>
                <a:lnTo>
                  <a:pt x="169860" y="59033"/>
                </a:lnTo>
                <a:lnTo>
                  <a:pt x="169490" y="58815"/>
                </a:lnTo>
                <a:lnTo>
                  <a:pt x="169124" y="58584"/>
                </a:lnTo>
                <a:lnTo>
                  <a:pt x="168763" y="58340"/>
                </a:lnTo>
                <a:lnTo>
                  <a:pt x="168406" y="58082"/>
                </a:lnTo>
                <a:lnTo>
                  <a:pt x="168053" y="57812"/>
                </a:lnTo>
                <a:lnTo>
                  <a:pt x="167705" y="57528"/>
                </a:lnTo>
                <a:lnTo>
                  <a:pt x="167362" y="57231"/>
                </a:lnTo>
                <a:lnTo>
                  <a:pt x="167023" y="56921"/>
                </a:lnTo>
                <a:lnTo>
                  <a:pt x="166693" y="56597"/>
                </a:lnTo>
                <a:lnTo>
                  <a:pt x="166377" y="56260"/>
                </a:lnTo>
                <a:lnTo>
                  <a:pt x="166075" y="55909"/>
                </a:lnTo>
                <a:lnTo>
                  <a:pt x="165787" y="55545"/>
                </a:lnTo>
                <a:lnTo>
                  <a:pt x="165513" y="55168"/>
                </a:lnTo>
                <a:lnTo>
                  <a:pt x="165254" y="54777"/>
                </a:lnTo>
                <a:lnTo>
                  <a:pt x="165008" y="54373"/>
                </a:lnTo>
                <a:lnTo>
                  <a:pt x="164776" y="53955"/>
                </a:lnTo>
                <a:lnTo>
                  <a:pt x="164559" y="53524"/>
                </a:lnTo>
                <a:lnTo>
                  <a:pt x="164355" y="53079"/>
                </a:lnTo>
                <a:lnTo>
                  <a:pt x="164165" y="52621"/>
                </a:lnTo>
                <a:lnTo>
                  <a:pt x="163990" y="52149"/>
                </a:lnTo>
                <a:lnTo>
                  <a:pt x="163829" y="51664"/>
                </a:lnTo>
                <a:lnTo>
                  <a:pt x="163681" y="51166"/>
                </a:lnTo>
                <a:lnTo>
                  <a:pt x="163548" y="50654"/>
                </a:lnTo>
                <a:lnTo>
                  <a:pt x="163428" y="50129"/>
                </a:lnTo>
                <a:lnTo>
                  <a:pt x="163323" y="49590"/>
                </a:lnTo>
                <a:lnTo>
                  <a:pt x="163232" y="49038"/>
                </a:lnTo>
                <a:lnTo>
                  <a:pt x="163155" y="48472"/>
                </a:lnTo>
                <a:lnTo>
                  <a:pt x="163091" y="47893"/>
                </a:lnTo>
                <a:lnTo>
                  <a:pt x="163042" y="47301"/>
                </a:lnTo>
                <a:lnTo>
                  <a:pt x="163007" y="46695"/>
                </a:lnTo>
                <a:lnTo>
                  <a:pt x="162986" y="46075"/>
                </a:lnTo>
                <a:lnTo>
                  <a:pt x="162979" y="45442"/>
                </a:lnTo>
                <a:lnTo>
                  <a:pt x="162986" y="44815"/>
                </a:lnTo>
                <a:lnTo>
                  <a:pt x="163005" y="44201"/>
                </a:lnTo>
                <a:lnTo>
                  <a:pt x="163038" y="43599"/>
                </a:lnTo>
                <a:lnTo>
                  <a:pt x="163084" y="43010"/>
                </a:lnTo>
                <a:lnTo>
                  <a:pt x="163143" y="42434"/>
                </a:lnTo>
                <a:lnTo>
                  <a:pt x="163215" y="41871"/>
                </a:lnTo>
                <a:lnTo>
                  <a:pt x="163300" y="41321"/>
                </a:lnTo>
                <a:lnTo>
                  <a:pt x="163398" y="40783"/>
                </a:lnTo>
                <a:lnTo>
                  <a:pt x="163510" y="40259"/>
                </a:lnTo>
                <a:lnTo>
                  <a:pt x="163634" y="39747"/>
                </a:lnTo>
                <a:lnTo>
                  <a:pt x="163772" y="39248"/>
                </a:lnTo>
                <a:lnTo>
                  <a:pt x="163923" y="38762"/>
                </a:lnTo>
                <a:lnTo>
                  <a:pt x="164086" y="38289"/>
                </a:lnTo>
                <a:lnTo>
                  <a:pt x="164263" y="37828"/>
                </a:lnTo>
                <a:lnTo>
                  <a:pt x="164453" y="37381"/>
                </a:lnTo>
                <a:lnTo>
                  <a:pt x="164656" y="36946"/>
                </a:lnTo>
                <a:lnTo>
                  <a:pt x="164873" y="36524"/>
                </a:lnTo>
                <a:lnTo>
                  <a:pt x="165102" y="36115"/>
                </a:lnTo>
                <a:lnTo>
                  <a:pt x="165344" y="35719"/>
                </a:lnTo>
                <a:lnTo>
                  <a:pt x="165600" y="35336"/>
                </a:lnTo>
                <a:lnTo>
                  <a:pt x="165868" y="34965"/>
                </a:lnTo>
                <a:lnTo>
                  <a:pt x="166150" y="34607"/>
                </a:lnTo>
                <a:lnTo>
                  <a:pt x="166445" y="34263"/>
                </a:lnTo>
                <a:lnTo>
                  <a:pt x="166753" y="33931"/>
                </a:lnTo>
                <a:lnTo>
                  <a:pt x="167071" y="33612"/>
                </a:lnTo>
                <a:lnTo>
                  <a:pt x="167397" y="33307"/>
                </a:lnTo>
                <a:lnTo>
                  <a:pt x="167731" y="33015"/>
                </a:lnTo>
                <a:lnTo>
                  <a:pt x="168073" y="32737"/>
                </a:lnTo>
                <a:lnTo>
                  <a:pt x="168422" y="32472"/>
                </a:lnTo>
                <a:lnTo>
                  <a:pt x="168779" y="32221"/>
                </a:lnTo>
                <a:lnTo>
                  <a:pt x="169144" y="31984"/>
                </a:lnTo>
                <a:lnTo>
                  <a:pt x="169516" y="31760"/>
                </a:lnTo>
                <a:lnTo>
                  <a:pt x="169896" y="31550"/>
                </a:lnTo>
                <a:lnTo>
                  <a:pt x="170284" y="31353"/>
                </a:lnTo>
                <a:lnTo>
                  <a:pt x="170680" y="31170"/>
                </a:lnTo>
                <a:lnTo>
                  <a:pt x="171083" y="31000"/>
                </a:lnTo>
                <a:lnTo>
                  <a:pt x="171494" y="30844"/>
                </a:lnTo>
                <a:lnTo>
                  <a:pt x="171913" y="30702"/>
                </a:lnTo>
                <a:lnTo>
                  <a:pt x="172339" y="30573"/>
                </a:lnTo>
                <a:lnTo>
                  <a:pt x="172773" y="30458"/>
                </a:lnTo>
                <a:lnTo>
                  <a:pt x="173215" y="30356"/>
                </a:lnTo>
                <a:lnTo>
                  <a:pt x="173665" y="30268"/>
                </a:lnTo>
                <a:lnTo>
                  <a:pt x="174122" y="30193"/>
                </a:lnTo>
                <a:lnTo>
                  <a:pt x="174587" y="30132"/>
                </a:lnTo>
                <a:lnTo>
                  <a:pt x="175060" y="30085"/>
                </a:lnTo>
                <a:lnTo>
                  <a:pt x="175540" y="30051"/>
                </a:lnTo>
                <a:lnTo>
                  <a:pt x="176029" y="30030"/>
                </a:lnTo>
                <a:lnTo>
                  <a:pt x="176525" y="30024"/>
                </a:lnTo>
                <a:lnTo>
                  <a:pt x="177020" y="30030"/>
                </a:lnTo>
                <a:lnTo>
                  <a:pt x="177508" y="30050"/>
                </a:lnTo>
                <a:lnTo>
                  <a:pt x="177987" y="30083"/>
                </a:lnTo>
                <a:lnTo>
                  <a:pt x="178457" y="30129"/>
                </a:lnTo>
                <a:lnTo>
                  <a:pt x="178920" y="30189"/>
                </a:lnTo>
                <a:lnTo>
                  <a:pt x="179374" y="30261"/>
                </a:lnTo>
                <a:lnTo>
                  <a:pt x="179820" y="30347"/>
                </a:lnTo>
                <a:lnTo>
                  <a:pt x="180257" y="30446"/>
                </a:lnTo>
                <a:lnTo>
                  <a:pt x="180686" y="30559"/>
                </a:lnTo>
                <a:lnTo>
                  <a:pt x="181107" y="30684"/>
                </a:lnTo>
                <a:lnTo>
                  <a:pt x="181520" y="30823"/>
                </a:lnTo>
                <a:lnTo>
                  <a:pt x="181924" y="30975"/>
                </a:lnTo>
                <a:lnTo>
                  <a:pt x="182320" y="31140"/>
                </a:lnTo>
                <a:lnTo>
                  <a:pt x="182708" y="31318"/>
                </a:lnTo>
                <a:lnTo>
                  <a:pt x="183087" y="31509"/>
                </a:lnTo>
                <a:lnTo>
                  <a:pt x="183458" y="31714"/>
                </a:lnTo>
                <a:lnTo>
                  <a:pt x="183821" y="31932"/>
                </a:lnTo>
                <a:lnTo>
                  <a:pt x="184175" y="32163"/>
                </a:lnTo>
                <a:lnTo>
                  <a:pt x="184522" y="32408"/>
                </a:lnTo>
                <a:lnTo>
                  <a:pt x="184859" y="32665"/>
                </a:lnTo>
                <a:lnTo>
                  <a:pt x="185189" y="32936"/>
                </a:lnTo>
                <a:lnTo>
                  <a:pt x="185510" y="33220"/>
                </a:lnTo>
                <a:lnTo>
                  <a:pt x="185823" y="33517"/>
                </a:lnTo>
                <a:lnTo>
                  <a:pt x="186128" y="33827"/>
                </a:lnTo>
                <a:lnTo>
                  <a:pt x="186422" y="34151"/>
                </a:lnTo>
                <a:lnTo>
                  <a:pt x="186704" y="34489"/>
                </a:lnTo>
                <a:lnTo>
                  <a:pt x="186973" y="34841"/>
                </a:lnTo>
                <a:lnTo>
                  <a:pt x="187229" y="35208"/>
                </a:lnTo>
                <a:lnTo>
                  <a:pt x="187473" y="35588"/>
                </a:lnTo>
                <a:lnTo>
                  <a:pt x="187705" y="35983"/>
                </a:lnTo>
                <a:lnTo>
                  <a:pt x="187924" y="36392"/>
                </a:lnTo>
                <a:lnTo>
                  <a:pt x="188131" y="36815"/>
                </a:lnTo>
                <a:lnTo>
                  <a:pt x="188325" y="37252"/>
                </a:lnTo>
                <a:lnTo>
                  <a:pt x="188506" y="37704"/>
                </a:lnTo>
                <a:lnTo>
                  <a:pt x="188675" y="38169"/>
                </a:lnTo>
                <a:lnTo>
                  <a:pt x="188832" y="38649"/>
                </a:lnTo>
                <a:lnTo>
                  <a:pt x="188976" y="39143"/>
                </a:lnTo>
                <a:lnTo>
                  <a:pt x="189107" y="39651"/>
                </a:lnTo>
                <a:lnTo>
                  <a:pt x="189226" y="40174"/>
                </a:lnTo>
                <a:lnTo>
                  <a:pt x="189332" y="40710"/>
                </a:lnTo>
                <a:lnTo>
                  <a:pt x="189426" y="41261"/>
                </a:lnTo>
                <a:lnTo>
                  <a:pt x="189508" y="41825"/>
                </a:lnTo>
                <a:lnTo>
                  <a:pt x="189577" y="42404"/>
                </a:lnTo>
                <a:lnTo>
                  <a:pt x="189633" y="42998"/>
                </a:lnTo>
                <a:lnTo>
                  <a:pt x="189677" y="43605"/>
                </a:lnTo>
                <a:lnTo>
                  <a:pt x="189708" y="44226"/>
                </a:lnTo>
                <a:lnTo>
                  <a:pt x="189727" y="44862"/>
                </a:lnTo>
                <a:lnTo>
                  <a:pt x="189733" y="45512"/>
                </a:lnTo>
                <a:lnTo>
                  <a:pt x="189727" y="46134"/>
                </a:lnTo>
                <a:lnTo>
                  <a:pt x="189707" y="46742"/>
                </a:lnTo>
                <a:lnTo>
                  <a:pt x="189675" y="47338"/>
                </a:lnTo>
                <a:lnTo>
                  <a:pt x="189630" y="47921"/>
                </a:lnTo>
                <a:lnTo>
                  <a:pt x="189572" y="48491"/>
                </a:lnTo>
                <a:lnTo>
                  <a:pt x="189501" y="49049"/>
                </a:lnTo>
                <a:lnTo>
                  <a:pt x="189418" y="49593"/>
                </a:lnTo>
                <a:lnTo>
                  <a:pt x="189321" y="50125"/>
                </a:lnTo>
                <a:lnTo>
                  <a:pt x="189212" y="50644"/>
                </a:lnTo>
                <a:lnTo>
                  <a:pt x="189090" y="51149"/>
                </a:lnTo>
                <a:lnTo>
                  <a:pt x="188954" y="51643"/>
                </a:lnTo>
                <a:lnTo>
                  <a:pt x="188806" y="52123"/>
                </a:lnTo>
                <a:lnTo>
                  <a:pt x="188646" y="52590"/>
                </a:lnTo>
                <a:lnTo>
                  <a:pt x="188472" y="53045"/>
                </a:lnTo>
                <a:lnTo>
                  <a:pt x="188285" y="53487"/>
                </a:lnTo>
                <a:lnTo>
                  <a:pt x="188086" y="53916"/>
                </a:lnTo>
                <a:lnTo>
                  <a:pt x="187873" y="54332"/>
                </a:lnTo>
                <a:lnTo>
                  <a:pt x="187648" y="54735"/>
                </a:lnTo>
                <a:lnTo>
                  <a:pt x="187410" y="55125"/>
                </a:lnTo>
                <a:lnTo>
                  <a:pt x="187159" y="55503"/>
                </a:lnTo>
                <a:lnTo>
                  <a:pt x="186895" y="55868"/>
                </a:lnTo>
                <a:lnTo>
                  <a:pt x="186619" y="56220"/>
                </a:lnTo>
                <a:lnTo>
                  <a:pt x="186329" y="56559"/>
                </a:lnTo>
                <a:lnTo>
                  <a:pt x="186027" y="56885"/>
                </a:lnTo>
                <a:lnTo>
                  <a:pt x="185714" y="57198"/>
                </a:lnTo>
                <a:lnTo>
                  <a:pt x="185393" y="57498"/>
                </a:lnTo>
                <a:lnTo>
                  <a:pt x="185065" y="57784"/>
                </a:lnTo>
                <a:lnTo>
                  <a:pt x="184729" y="58057"/>
                </a:lnTo>
                <a:lnTo>
                  <a:pt x="184386" y="58317"/>
                </a:lnTo>
                <a:lnTo>
                  <a:pt x="184034" y="58564"/>
                </a:lnTo>
                <a:lnTo>
                  <a:pt x="183675" y="58797"/>
                </a:lnTo>
                <a:lnTo>
                  <a:pt x="183308" y="59017"/>
                </a:lnTo>
                <a:lnTo>
                  <a:pt x="182934" y="59223"/>
                </a:lnTo>
                <a:lnTo>
                  <a:pt x="182552" y="59416"/>
                </a:lnTo>
                <a:lnTo>
                  <a:pt x="182162" y="59596"/>
                </a:lnTo>
                <a:lnTo>
                  <a:pt x="181764" y="59763"/>
                </a:lnTo>
                <a:lnTo>
                  <a:pt x="181359" y="59916"/>
                </a:lnTo>
                <a:lnTo>
                  <a:pt x="180946" y="60056"/>
                </a:lnTo>
                <a:lnTo>
                  <a:pt x="180525" y="60182"/>
                </a:lnTo>
                <a:lnTo>
                  <a:pt x="180096" y="60296"/>
                </a:lnTo>
                <a:lnTo>
                  <a:pt x="179660" y="60396"/>
                </a:lnTo>
                <a:lnTo>
                  <a:pt x="179216" y="60482"/>
                </a:lnTo>
                <a:lnTo>
                  <a:pt x="178764" y="60555"/>
                </a:lnTo>
                <a:lnTo>
                  <a:pt x="178305" y="60615"/>
                </a:lnTo>
                <a:lnTo>
                  <a:pt x="177838" y="60662"/>
                </a:lnTo>
                <a:lnTo>
                  <a:pt x="177363" y="60695"/>
                </a:lnTo>
                <a:lnTo>
                  <a:pt x="176880" y="60715"/>
                </a:lnTo>
                <a:lnTo>
                  <a:pt x="176390" y="60722"/>
                </a:lnTo>
                <a:lnTo>
                  <a:pt x="175948" y="60715"/>
                </a:lnTo>
                <a:lnTo>
                  <a:pt x="175511" y="60696"/>
                </a:lnTo>
                <a:lnTo>
                  <a:pt x="175079" y="60663"/>
                </a:lnTo>
                <a:lnTo>
                  <a:pt x="174651" y="60616"/>
                </a:lnTo>
                <a:close/>
                <a:moveTo>
                  <a:pt x="173885" y="107997"/>
                </a:moveTo>
                <a:lnTo>
                  <a:pt x="173203" y="107947"/>
                </a:lnTo>
                <a:lnTo>
                  <a:pt x="172540" y="107887"/>
                </a:lnTo>
                <a:lnTo>
                  <a:pt x="171895" y="107815"/>
                </a:lnTo>
                <a:lnTo>
                  <a:pt x="171268" y="107732"/>
                </a:lnTo>
                <a:lnTo>
                  <a:pt x="170660" y="107639"/>
                </a:lnTo>
                <a:lnTo>
                  <a:pt x="170069" y="107534"/>
                </a:lnTo>
                <a:lnTo>
                  <a:pt x="169497" y="107418"/>
                </a:lnTo>
                <a:lnTo>
                  <a:pt x="168943" y="107291"/>
                </a:lnTo>
                <a:lnTo>
                  <a:pt x="168408" y="107154"/>
                </a:lnTo>
                <a:lnTo>
                  <a:pt x="167890" y="107005"/>
                </a:lnTo>
                <a:lnTo>
                  <a:pt x="167391" y="106845"/>
                </a:lnTo>
                <a:lnTo>
                  <a:pt x="166910" y="106674"/>
                </a:lnTo>
                <a:lnTo>
                  <a:pt x="166448" y="106492"/>
                </a:lnTo>
                <a:lnTo>
                  <a:pt x="166003" y="106299"/>
                </a:lnTo>
                <a:lnTo>
                  <a:pt x="165577" y="106095"/>
                </a:lnTo>
                <a:lnTo>
                  <a:pt x="165169" y="105880"/>
                </a:lnTo>
                <a:lnTo>
                  <a:pt x="164780" y="105654"/>
                </a:lnTo>
                <a:lnTo>
                  <a:pt x="164408" y="105417"/>
                </a:lnTo>
                <a:lnTo>
                  <a:pt x="164055" y="105169"/>
                </a:lnTo>
                <a:lnTo>
                  <a:pt x="163720" y="104910"/>
                </a:lnTo>
                <a:lnTo>
                  <a:pt x="163402" y="104644"/>
                </a:lnTo>
                <a:lnTo>
                  <a:pt x="163096" y="104374"/>
                </a:lnTo>
                <a:lnTo>
                  <a:pt x="162804" y="104100"/>
                </a:lnTo>
                <a:lnTo>
                  <a:pt x="162526" y="103823"/>
                </a:lnTo>
                <a:lnTo>
                  <a:pt x="162261" y="103543"/>
                </a:lnTo>
                <a:lnTo>
                  <a:pt x="162010" y="103259"/>
                </a:lnTo>
                <a:lnTo>
                  <a:pt x="161773" y="102972"/>
                </a:lnTo>
                <a:lnTo>
                  <a:pt x="161549" y="102681"/>
                </a:lnTo>
                <a:lnTo>
                  <a:pt x="161339" y="102386"/>
                </a:lnTo>
                <a:lnTo>
                  <a:pt x="161142" y="102088"/>
                </a:lnTo>
                <a:lnTo>
                  <a:pt x="160959" y="101787"/>
                </a:lnTo>
                <a:lnTo>
                  <a:pt x="160789" y="101482"/>
                </a:lnTo>
                <a:lnTo>
                  <a:pt x="160633" y="101173"/>
                </a:lnTo>
                <a:lnTo>
                  <a:pt x="160490" y="100861"/>
                </a:lnTo>
                <a:lnTo>
                  <a:pt x="160361" y="100546"/>
                </a:lnTo>
                <a:lnTo>
                  <a:pt x="160246" y="100226"/>
                </a:lnTo>
                <a:lnTo>
                  <a:pt x="160144" y="99904"/>
                </a:lnTo>
                <a:lnTo>
                  <a:pt x="160056" y="99578"/>
                </a:lnTo>
                <a:lnTo>
                  <a:pt x="159981" y="99248"/>
                </a:lnTo>
                <a:lnTo>
                  <a:pt x="159920" y="98915"/>
                </a:lnTo>
                <a:lnTo>
                  <a:pt x="159873" y="98578"/>
                </a:lnTo>
                <a:lnTo>
                  <a:pt x="159839" y="98238"/>
                </a:lnTo>
                <a:lnTo>
                  <a:pt x="159819" y="97895"/>
                </a:lnTo>
                <a:lnTo>
                  <a:pt x="159812" y="97547"/>
                </a:lnTo>
                <a:lnTo>
                  <a:pt x="159816" y="97235"/>
                </a:lnTo>
                <a:lnTo>
                  <a:pt x="159828" y="96926"/>
                </a:lnTo>
                <a:lnTo>
                  <a:pt x="159849" y="96620"/>
                </a:lnTo>
                <a:lnTo>
                  <a:pt x="159878" y="96317"/>
                </a:lnTo>
                <a:lnTo>
                  <a:pt x="159916" y="96017"/>
                </a:lnTo>
                <a:lnTo>
                  <a:pt x="159961" y="95720"/>
                </a:lnTo>
                <a:lnTo>
                  <a:pt x="160015" y="95427"/>
                </a:lnTo>
                <a:lnTo>
                  <a:pt x="160078" y="95136"/>
                </a:lnTo>
                <a:lnTo>
                  <a:pt x="160148" y="94849"/>
                </a:lnTo>
                <a:lnTo>
                  <a:pt x="160227" y="94565"/>
                </a:lnTo>
                <a:lnTo>
                  <a:pt x="160314" y="94284"/>
                </a:lnTo>
                <a:lnTo>
                  <a:pt x="160410" y="94006"/>
                </a:lnTo>
                <a:lnTo>
                  <a:pt x="160514" y="93732"/>
                </a:lnTo>
                <a:lnTo>
                  <a:pt x="160626" y="93460"/>
                </a:lnTo>
                <a:lnTo>
                  <a:pt x="160746" y="93192"/>
                </a:lnTo>
                <a:lnTo>
                  <a:pt x="160875" y="92927"/>
                </a:lnTo>
                <a:lnTo>
                  <a:pt x="161012" y="92665"/>
                </a:lnTo>
                <a:lnTo>
                  <a:pt x="161158" y="92406"/>
                </a:lnTo>
                <a:lnTo>
                  <a:pt x="161311" y="92150"/>
                </a:lnTo>
                <a:lnTo>
                  <a:pt x="161473" y="91897"/>
                </a:lnTo>
                <a:lnTo>
                  <a:pt x="161643" y="91648"/>
                </a:lnTo>
                <a:lnTo>
                  <a:pt x="161822" y="91402"/>
                </a:lnTo>
                <a:lnTo>
                  <a:pt x="162009" y="91159"/>
                </a:lnTo>
                <a:lnTo>
                  <a:pt x="162204" y="90919"/>
                </a:lnTo>
                <a:lnTo>
                  <a:pt x="162407" y="90683"/>
                </a:lnTo>
                <a:lnTo>
                  <a:pt x="162619" y="90453"/>
                </a:lnTo>
                <a:lnTo>
                  <a:pt x="162838" y="90229"/>
                </a:lnTo>
                <a:lnTo>
                  <a:pt x="163064" y="90011"/>
                </a:lnTo>
                <a:lnTo>
                  <a:pt x="163299" y="89799"/>
                </a:lnTo>
                <a:lnTo>
                  <a:pt x="163541" y="89593"/>
                </a:lnTo>
                <a:lnTo>
                  <a:pt x="163792" y="89392"/>
                </a:lnTo>
                <a:lnTo>
                  <a:pt x="164050" y="89197"/>
                </a:lnTo>
                <a:lnTo>
                  <a:pt x="164316" y="89008"/>
                </a:lnTo>
                <a:lnTo>
                  <a:pt x="164590" y="88825"/>
                </a:lnTo>
                <a:lnTo>
                  <a:pt x="164871" y="88648"/>
                </a:lnTo>
                <a:lnTo>
                  <a:pt x="165161" y="88476"/>
                </a:lnTo>
                <a:lnTo>
                  <a:pt x="165458" y="88310"/>
                </a:lnTo>
                <a:lnTo>
                  <a:pt x="165763" y="88150"/>
                </a:lnTo>
                <a:lnTo>
                  <a:pt x="166076" y="87996"/>
                </a:lnTo>
                <a:lnTo>
                  <a:pt x="166397" y="87848"/>
                </a:lnTo>
                <a:lnTo>
                  <a:pt x="166726" y="87705"/>
                </a:lnTo>
                <a:lnTo>
                  <a:pt x="167063" y="87569"/>
                </a:lnTo>
                <a:lnTo>
                  <a:pt x="167407" y="87438"/>
                </a:lnTo>
                <a:lnTo>
                  <a:pt x="167759" y="87313"/>
                </a:lnTo>
                <a:lnTo>
                  <a:pt x="168119" y="87193"/>
                </a:lnTo>
                <a:lnTo>
                  <a:pt x="168487" y="87080"/>
                </a:lnTo>
                <a:lnTo>
                  <a:pt x="168863" y="86972"/>
                </a:lnTo>
                <a:lnTo>
                  <a:pt x="169246" y="86870"/>
                </a:lnTo>
                <a:lnTo>
                  <a:pt x="178344" y="86870"/>
                </a:lnTo>
                <a:lnTo>
                  <a:pt x="178945" y="86873"/>
                </a:lnTo>
                <a:lnTo>
                  <a:pt x="179534" y="86879"/>
                </a:lnTo>
                <a:lnTo>
                  <a:pt x="180111" y="86889"/>
                </a:lnTo>
                <a:lnTo>
                  <a:pt x="180677" y="86903"/>
                </a:lnTo>
                <a:lnTo>
                  <a:pt x="181230" y="86922"/>
                </a:lnTo>
                <a:lnTo>
                  <a:pt x="181773" y="86945"/>
                </a:lnTo>
                <a:lnTo>
                  <a:pt x="182303" y="86971"/>
                </a:lnTo>
                <a:lnTo>
                  <a:pt x="182822" y="87002"/>
                </a:lnTo>
                <a:lnTo>
                  <a:pt x="183329" y="87037"/>
                </a:lnTo>
                <a:lnTo>
                  <a:pt x="183824" y="87077"/>
                </a:lnTo>
                <a:lnTo>
                  <a:pt x="184308" y="87120"/>
                </a:lnTo>
                <a:lnTo>
                  <a:pt x="184780" y="87167"/>
                </a:lnTo>
                <a:lnTo>
                  <a:pt x="185240" y="87219"/>
                </a:lnTo>
                <a:lnTo>
                  <a:pt x="185689" y="87274"/>
                </a:lnTo>
                <a:lnTo>
                  <a:pt x="186126" y="87334"/>
                </a:lnTo>
                <a:lnTo>
                  <a:pt x="186551" y="87398"/>
                </a:lnTo>
                <a:lnTo>
                  <a:pt x="186964" y="87466"/>
                </a:lnTo>
                <a:lnTo>
                  <a:pt x="187366" y="87538"/>
                </a:lnTo>
                <a:lnTo>
                  <a:pt x="187756" y="87614"/>
                </a:lnTo>
                <a:lnTo>
                  <a:pt x="188134" y="87695"/>
                </a:lnTo>
                <a:lnTo>
                  <a:pt x="188501" y="87779"/>
                </a:lnTo>
                <a:lnTo>
                  <a:pt x="188856" y="87868"/>
                </a:lnTo>
                <a:lnTo>
                  <a:pt x="189199" y="87961"/>
                </a:lnTo>
                <a:lnTo>
                  <a:pt x="189531" y="88057"/>
                </a:lnTo>
                <a:lnTo>
                  <a:pt x="189852" y="88158"/>
                </a:lnTo>
                <a:lnTo>
                  <a:pt x="190165" y="88262"/>
                </a:lnTo>
                <a:lnTo>
                  <a:pt x="190470" y="88368"/>
                </a:lnTo>
                <a:lnTo>
                  <a:pt x="190766" y="88479"/>
                </a:lnTo>
                <a:lnTo>
                  <a:pt x="191054" y="88592"/>
                </a:lnTo>
                <a:lnTo>
                  <a:pt x="191334" y="88709"/>
                </a:lnTo>
                <a:lnTo>
                  <a:pt x="191605" y="88829"/>
                </a:lnTo>
                <a:lnTo>
                  <a:pt x="191867" y="88952"/>
                </a:lnTo>
                <a:lnTo>
                  <a:pt x="192121" y="89079"/>
                </a:lnTo>
                <a:lnTo>
                  <a:pt x="192367" y="89209"/>
                </a:lnTo>
                <a:lnTo>
                  <a:pt x="192604" y="89342"/>
                </a:lnTo>
                <a:lnTo>
                  <a:pt x="192833" y="89478"/>
                </a:lnTo>
                <a:lnTo>
                  <a:pt x="193053" y="89618"/>
                </a:lnTo>
                <a:lnTo>
                  <a:pt x="193265" y="89761"/>
                </a:lnTo>
                <a:lnTo>
                  <a:pt x="193469" y="89907"/>
                </a:lnTo>
                <a:lnTo>
                  <a:pt x="193664" y="90056"/>
                </a:lnTo>
                <a:lnTo>
                  <a:pt x="193851" y="90209"/>
                </a:lnTo>
                <a:lnTo>
                  <a:pt x="194029" y="90365"/>
                </a:lnTo>
                <a:lnTo>
                  <a:pt x="194199" y="90524"/>
                </a:lnTo>
                <a:lnTo>
                  <a:pt x="194360" y="90687"/>
                </a:lnTo>
                <a:lnTo>
                  <a:pt x="194514" y="90853"/>
                </a:lnTo>
                <a:lnTo>
                  <a:pt x="194658" y="91022"/>
                </a:lnTo>
                <a:lnTo>
                  <a:pt x="194794" y="91194"/>
                </a:lnTo>
                <a:lnTo>
                  <a:pt x="194922" y="91370"/>
                </a:lnTo>
                <a:lnTo>
                  <a:pt x="195043" y="91549"/>
                </a:lnTo>
                <a:lnTo>
                  <a:pt x="195159" y="91730"/>
                </a:lnTo>
                <a:lnTo>
                  <a:pt x="195270" y="91915"/>
                </a:lnTo>
                <a:lnTo>
                  <a:pt x="195375" y="92102"/>
                </a:lnTo>
                <a:lnTo>
                  <a:pt x="195475" y="92292"/>
                </a:lnTo>
                <a:lnTo>
                  <a:pt x="195571" y="92485"/>
                </a:lnTo>
                <a:lnTo>
                  <a:pt x="195661" y="92680"/>
                </a:lnTo>
                <a:lnTo>
                  <a:pt x="195746" y="92879"/>
                </a:lnTo>
                <a:lnTo>
                  <a:pt x="195826" y="93080"/>
                </a:lnTo>
                <a:lnTo>
                  <a:pt x="195900" y="93284"/>
                </a:lnTo>
                <a:lnTo>
                  <a:pt x="195970" y="93491"/>
                </a:lnTo>
                <a:lnTo>
                  <a:pt x="196034" y="93700"/>
                </a:lnTo>
                <a:lnTo>
                  <a:pt x="196093" y="93912"/>
                </a:lnTo>
                <a:lnTo>
                  <a:pt x="196147" y="94128"/>
                </a:lnTo>
                <a:lnTo>
                  <a:pt x="196196" y="94345"/>
                </a:lnTo>
                <a:lnTo>
                  <a:pt x="196240" y="94566"/>
                </a:lnTo>
                <a:lnTo>
                  <a:pt x="196279" y="94790"/>
                </a:lnTo>
                <a:lnTo>
                  <a:pt x="196312" y="95016"/>
                </a:lnTo>
                <a:lnTo>
                  <a:pt x="196340" y="95245"/>
                </a:lnTo>
                <a:lnTo>
                  <a:pt x="196363" y="95477"/>
                </a:lnTo>
                <a:lnTo>
                  <a:pt x="196381" y="95711"/>
                </a:lnTo>
                <a:lnTo>
                  <a:pt x="196394" y="95949"/>
                </a:lnTo>
                <a:lnTo>
                  <a:pt x="196402" y="96189"/>
                </a:lnTo>
                <a:lnTo>
                  <a:pt x="196405" y="96432"/>
                </a:lnTo>
                <a:lnTo>
                  <a:pt x="196397" y="96842"/>
                </a:lnTo>
                <a:lnTo>
                  <a:pt x="196374" y="97247"/>
                </a:lnTo>
                <a:lnTo>
                  <a:pt x="196335" y="97646"/>
                </a:lnTo>
                <a:lnTo>
                  <a:pt x="196280" y="98039"/>
                </a:lnTo>
                <a:lnTo>
                  <a:pt x="196210" y="98427"/>
                </a:lnTo>
                <a:lnTo>
                  <a:pt x="196125" y="98809"/>
                </a:lnTo>
                <a:lnTo>
                  <a:pt x="196023" y="99186"/>
                </a:lnTo>
                <a:lnTo>
                  <a:pt x="195907" y="99557"/>
                </a:lnTo>
                <a:lnTo>
                  <a:pt x="195774" y="99922"/>
                </a:lnTo>
                <a:lnTo>
                  <a:pt x="195627" y="100282"/>
                </a:lnTo>
                <a:lnTo>
                  <a:pt x="195463" y="100636"/>
                </a:lnTo>
                <a:lnTo>
                  <a:pt x="195284" y="100985"/>
                </a:lnTo>
                <a:lnTo>
                  <a:pt x="195090" y="101328"/>
                </a:lnTo>
                <a:lnTo>
                  <a:pt x="194880" y="101666"/>
                </a:lnTo>
                <a:lnTo>
                  <a:pt x="194654" y="101998"/>
                </a:lnTo>
                <a:lnTo>
                  <a:pt x="194413" y="102324"/>
                </a:lnTo>
                <a:lnTo>
                  <a:pt x="194156" y="102645"/>
                </a:lnTo>
                <a:lnTo>
                  <a:pt x="193884" y="102960"/>
                </a:lnTo>
                <a:lnTo>
                  <a:pt x="193596" y="103270"/>
                </a:lnTo>
                <a:lnTo>
                  <a:pt x="193293" y="103574"/>
                </a:lnTo>
                <a:lnTo>
                  <a:pt x="192974" y="103873"/>
                </a:lnTo>
                <a:lnTo>
                  <a:pt x="192639" y="104166"/>
                </a:lnTo>
                <a:lnTo>
                  <a:pt x="192289" y="104453"/>
                </a:lnTo>
                <a:lnTo>
                  <a:pt x="191923" y="104735"/>
                </a:lnTo>
                <a:lnTo>
                  <a:pt x="191539" y="105008"/>
                </a:lnTo>
                <a:lnTo>
                  <a:pt x="191133" y="105270"/>
                </a:lnTo>
                <a:lnTo>
                  <a:pt x="190706" y="105520"/>
                </a:lnTo>
                <a:lnTo>
                  <a:pt x="190258" y="105759"/>
                </a:lnTo>
                <a:lnTo>
                  <a:pt x="189788" y="105985"/>
                </a:lnTo>
                <a:lnTo>
                  <a:pt x="189297" y="106201"/>
                </a:lnTo>
                <a:lnTo>
                  <a:pt x="188784" y="106404"/>
                </a:lnTo>
                <a:lnTo>
                  <a:pt x="188250" y="106596"/>
                </a:lnTo>
                <a:lnTo>
                  <a:pt x="187695" y="106777"/>
                </a:lnTo>
                <a:lnTo>
                  <a:pt x="187118" y="106945"/>
                </a:lnTo>
                <a:lnTo>
                  <a:pt x="186520" y="107102"/>
                </a:lnTo>
                <a:lnTo>
                  <a:pt x="185900" y="107248"/>
                </a:lnTo>
                <a:lnTo>
                  <a:pt x="185259" y="107381"/>
                </a:lnTo>
                <a:lnTo>
                  <a:pt x="184597" y="107504"/>
                </a:lnTo>
                <a:lnTo>
                  <a:pt x="183913" y="107614"/>
                </a:lnTo>
                <a:lnTo>
                  <a:pt x="183207" y="107713"/>
                </a:lnTo>
                <a:lnTo>
                  <a:pt x="182481" y="107800"/>
                </a:lnTo>
                <a:lnTo>
                  <a:pt x="181733" y="107876"/>
                </a:lnTo>
                <a:lnTo>
                  <a:pt x="180963" y="107940"/>
                </a:lnTo>
                <a:lnTo>
                  <a:pt x="180172" y="107992"/>
                </a:lnTo>
                <a:lnTo>
                  <a:pt x="179360" y="108033"/>
                </a:lnTo>
                <a:lnTo>
                  <a:pt x="178526" y="108062"/>
                </a:lnTo>
                <a:lnTo>
                  <a:pt x="177671" y="108079"/>
                </a:lnTo>
                <a:lnTo>
                  <a:pt x="176794" y="108085"/>
                </a:lnTo>
                <a:lnTo>
                  <a:pt x="176039" y="108080"/>
                </a:lnTo>
                <a:lnTo>
                  <a:pt x="175303" y="108063"/>
                </a:lnTo>
                <a:lnTo>
                  <a:pt x="174585" y="108036"/>
                </a:lnTo>
                <a:lnTo>
                  <a:pt x="173885" y="107997"/>
                </a:lnTo>
                <a:close/>
                <a:moveTo>
                  <a:pt x="117081" y="91949"/>
                </a:moveTo>
                <a:lnTo>
                  <a:pt x="117720" y="91904"/>
                </a:lnTo>
                <a:lnTo>
                  <a:pt x="118351" y="91850"/>
                </a:lnTo>
                <a:lnTo>
                  <a:pt x="118975" y="91786"/>
                </a:lnTo>
                <a:lnTo>
                  <a:pt x="119591" y="91712"/>
                </a:lnTo>
                <a:lnTo>
                  <a:pt x="120199" y="91628"/>
                </a:lnTo>
                <a:lnTo>
                  <a:pt x="120800" y="91535"/>
                </a:lnTo>
                <a:lnTo>
                  <a:pt x="121392" y="91431"/>
                </a:lnTo>
                <a:lnTo>
                  <a:pt x="121978" y="91318"/>
                </a:lnTo>
                <a:lnTo>
                  <a:pt x="122555" y="91194"/>
                </a:lnTo>
                <a:lnTo>
                  <a:pt x="123125" y="91061"/>
                </a:lnTo>
                <a:lnTo>
                  <a:pt x="123687" y="90918"/>
                </a:lnTo>
                <a:lnTo>
                  <a:pt x="124241" y="90765"/>
                </a:lnTo>
                <a:lnTo>
                  <a:pt x="124787" y="90603"/>
                </a:lnTo>
                <a:lnTo>
                  <a:pt x="125326" y="90430"/>
                </a:lnTo>
                <a:lnTo>
                  <a:pt x="125857" y="90248"/>
                </a:lnTo>
                <a:lnTo>
                  <a:pt x="126380" y="90055"/>
                </a:lnTo>
                <a:lnTo>
                  <a:pt x="126896" y="89853"/>
                </a:lnTo>
                <a:lnTo>
                  <a:pt x="127404" y="89641"/>
                </a:lnTo>
                <a:lnTo>
                  <a:pt x="127904" y="89419"/>
                </a:lnTo>
                <a:lnTo>
                  <a:pt x="128396" y="89188"/>
                </a:lnTo>
                <a:lnTo>
                  <a:pt x="128881" y="88947"/>
                </a:lnTo>
                <a:lnTo>
                  <a:pt x="129356" y="88697"/>
                </a:lnTo>
                <a:lnTo>
                  <a:pt x="129822" y="88440"/>
                </a:lnTo>
                <a:lnTo>
                  <a:pt x="130279" y="88174"/>
                </a:lnTo>
                <a:lnTo>
                  <a:pt x="130727" y="87900"/>
                </a:lnTo>
                <a:lnTo>
                  <a:pt x="131166" y="87618"/>
                </a:lnTo>
                <a:lnTo>
                  <a:pt x="131596" y="87327"/>
                </a:lnTo>
                <a:lnTo>
                  <a:pt x="132017" y="87028"/>
                </a:lnTo>
                <a:lnTo>
                  <a:pt x="132429" y="86721"/>
                </a:lnTo>
                <a:lnTo>
                  <a:pt x="132832" y="86406"/>
                </a:lnTo>
                <a:lnTo>
                  <a:pt x="133226" y="86082"/>
                </a:lnTo>
                <a:lnTo>
                  <a:pt x="133611" y="85750"/>
                </a:lnTo>
                <a:lnTo>
                  <a:pt x="133987" y="85410"/>
                </a:lnTo>
                <a:lnTo>
                  <a:pt x="134354" y="85061"/>
                </a:lnTo>
                <a:lnTo>
                  <a:pt x="134712" y="84704"/>
                </a:lnTo>
                <a:lnTo>
                  <a:pt x="135061" y="84339"/>
                </a:lnTo>
                <a:lnTo>
                  <a:pt x="135401" y="83966"/>
                </a:lnTo>
                <a:lnTo>
                  <a:pt x="135731" y="83584"/>
                </a:lnTo>
                <a:lnTo>
                  <a:pt x="136053" y="83194"/>
                </a:lnTo>
                <a:lnTo>
                  <a:pt x="136366" y="82796"/>
                </a:lnTo>
                <a:lnTo>
                  <a:pt x="136670" y="82390"/>
                </a:lnTo>
                <a:lnTo>
                  <a:pt x="136965" y="81975"/>
                </a:lnTo>
                <a:lnTo>
                  <a:pt x="137251" y="81552"/>
                </a:lnTo>
                <a:lnTo>
                  <a:pt x="137528" y="81121"/>
                </a:lnTo>
                <a:lnTo>
                  <a:pt x="137795" y="80682"/>
                </a:lnTo>
                <a:lnTo>
                  <a:pt x="138051" y="80236"/>
                </a:lnTo>
                <a:lnTo>
                  <a:pt x="138297" y="79783"/>
                </a:lnTo>
                <a:lnTo>
                  <a:pt x="138532" y="79323"/>
                </a:lnTo>
                <a:lnTo>
                  <a:pt x="138757" y="78856"/>
                </a:lnTo>
                <a:lnTo>
                  <a:pt x="138970" y="78383"/>
                </a:lnTo>
                <a:lnTo>
                  <a:pt x="139174" y="77902"/>
                </a:lnTo>
                <a:lnTo>
                  <a:pt x="139366" y="77414"/>
                </a:lnTo>
                <a:lnTo>
                  <a:pt x="139548" y="76920"/>
                </a:lnTo>
                <a:lnTo>
                  <a:pt x="139719" y="76418"/>
                </a:lnTo>
                <a:lnTo>
                  <a:pt x="139880" y="75910"/>
                </a:lnTo>
                <a:lnTo>
                  <a:pt x="140030" y="75394"/>
                </a:lnTo>
                <a:lnTo>
                  <a:pt x="140169" y="74872"/>
                </a:lnTo>
                <a:lnTo>
                  <a:pt x="140298" y="74343"/>
                </a:lnTo>
                <a:lnTo>
                  <a:pt x="140416" y="73807"/>
                </a:lnTo>
                <a:lnTo>
                  <a:pt x="140523" y="73264"/>
                </a:lnTo>
                <a:lnTo>
                  <a:pt x="140620" y="72713"/>
                </a:lnTo>
                <a:lnTo>
                  <a:pt x="140706" y="72156"/>
                </a:lnTo>
                <a:lnTo>
                  <a:pt x="140781" y="71592"/>
                </a:lnTo>
                <a:lnTo>
                  <a:pt x="140846" y="71022"/>
                </a:lnTo>
                <a:lnTo>
                  <a:pt x="140900" y="70444"/>
                </a:lnTo>
                <a:lnTo>
                  <a:pt x="140943" y="69859"/>
                </a:lnTo>
                <a:lnTo>
                  <a:pt x="140976" y="69267"/>
                </a:lnTo>
                <a:lnTo>
                  <a:pt x="140998" y="68669"/>
                </a:lnTo>
                <a:lnTo>
                  <a:pt x="129879" y="68669"/>
                </a:lnTo>
                <a:lnTo>
                  <a:pt x="129856" y="69255"/>
                </a:lnTo>
                <a:lnTo>
                  <a:pt x="129819" y="69831"/>
                </a:lnTo>
                <a:lnTo>
                  <a:pt x="129769" y="70394"/>
                </a:lnTo>
                <a:lnTo>
                  <a:pt x="129706" y="70946"/>
                </a:lnTo>
                <a:lnTo>
                  <a:pt x="129630" y="71487"/>
                </a:lnTo>
                <a:lnTo>
                  <a:pt x="129540" y="72016"/>
                </a:lnTo>
                <a:lnTo>
                  <a:pt x="129437" y="72533"/>
                </a:lnTo>
                <a:lnTo>
                  <a:pt x="129321" y="73039"/>
                </a:lnTo>
                <a:lnTo>
                  <a:pt x="129192" y="73533"/>
                </a:lnTo>
                <a:lnTo>
                  <a:pt x="129050" y="74015"/>
                </a:lnTo>
                <a:lnTo>
                  <a:pt x="128894" y="74486"/>
                </a:lnTo>
                <a:lnTo>
                  <a:pt x="128725" y="74945"/>
                </a:lnTo>
                <a:lnTo>
                  <a:pt x="128543" y="75393"/>
                </a:lnTo>
                <a:lnTo>
                  <a:pt x="128348" y="75829"/>
                </a:lnTo>
                <a:lnTo>
                  <a:pt x="128139" y="76254"/>
                </a:lnTo>
                <a:lnTo>
                  <a:pt x="127917" y="76666"/>
                </a:lnTo>
                <a:lnTo>
                  <a:pt x="127682" y="77068"/>
                </a:lnTo>
                <a:lnTo>
                  <a:pt x="127434" y="77457"/>
                </a:lnTo>
                <a:lnTo>
                  <a:pt x="127173" y="77836"/>
                </a:lnTo>
                <a:lnTo>
                  <a:pt x="126898" y="78202"/>
                </a:lnTo>
                <a:lnTo>
                  <a:pt x="126610" y="78557"/>
                </a:lnTo>
                <a:lnTo>
                  <a:pt x="126309" y="78900"/>
                </a:lnTo>
                <a:lnTo>
                  <a:pt x="125995" y="79232"/>
                </a:lnTo>
                <a:lnTo>
                  <a:pt x="125667" y="79552"/>
                </a:lnTo>
                <a:lnTo>
                  <a:pt x="125327" y="79860"/>
                </a:lnTo>
                <a:lnTo>
                  <a:pt x="124977" y="80155"/>
                </a:lnTo>
                <a:lnTo>
                  <a:pt x="124615" y="80436"/>
                </a:lnTo>
                <a:lnTo>
                  <a:pt x="124242" y="80705"/>
                </a:lnTo>
                <a:lnTo>
                  <a:pt x="123858" y="80960"/>
                </a:lnTo>
                <a:lnTo>
                  <a:pt x="123462" y="81202"/>
                </a:lnTo>
                <a:lnTo>
                  <a:pt x="123056" y="81432"/>
                </a:lnTo>
                <a:lnTo>
                  <a:pt x="122638" y="81648"/>
                </a:lnTo>
                <a:lnTo>
                  <a:pt x="122210" y="81851"/>
                </a:lnTo>
                <a:lnTo>
                  <a:pt x="121770" y="82041"/>
                </a:lnTo>
                <a:lnTo>
                  <a:pt x="121319" y="82217"/>
                </a:lnTo>
                <a:lnTo>
                  <a:pt x="120857" y="82381"/>
                </a:lnTo>
                <a:lnTo>
                  <a:pt x="120384" y="82532"/>
                </a:lnTo>
                <a:lnTo>
                  <a:pt x="119900" y="82669"/>
                </a:lnTo>
                <a:lnTo>
                  <a:pt x="119405" y="82794"/>
                </a:lnTo>
                <a:lnTo>
                  <a:pt x="118898" y="82905"/>
                </a:lnTo>
                <a:lnTo>
                  <a:pt x="118381" y="83003"/>
                </a:lnTo>
                <a:lnTo>
                  <a:pt x="117852" y="83088"/>
                </a:lnTo>
                <a:lnTo>
                  <a:pt x="117312" y="83160"/>
                </a:lnTo>
                <a:lnTo>
                  <a:pt x="116761" y="83219"/>
                </a:lnTo>
                <a:lnTo>
                  <a:pt x="116199" y="83265"/>
                </a:lnTo>
                <a:lnTo>
                  <a:pt x="115626" y="83298"/>
                </a:lnTo>
                <a:lnTo>
                  <a:pt x="115042" y="83318"/>
                </a:lnTo>
                <a:lnTo>
                  <a:pt x="114447" y="83324"/>
                </a:lnTo>
                <a:lnTo>
                  <a:pt x="113895" y="83318"/>
                </a:lnTo>
                <a:lnTo>
                  <a:pt x="113352" y="83300"/>
                </a:lnTo>
                <a:lnTo>
                  <a:pt x="112818" y="83271"/>
                </a:lnTo>
                <a:lnTo>
                  <a:pt x="112293" y="83229"/>
                </a:lnTo>
                <a:lnTo>
                  <a:pt x="111777" y="83176"/>
                </a:lnTo>
                <a:lnTo>
                  <a:pt x="111269" y="83111"/>
                </a:lnTo>
                <a:lnTo>
                  <a:pt x="110770" y="83034"/>
                </a:lnTo>
                <a:lnTo>
                  <a:pt x="110280" y="82945"/>
                </a:lnTo>
                <a:lnTo>
                  <a:pt x="109798" y="82844"/>
                </a:lnTo>
                <a:lnTo>
                  <a:pt x="109326" y="82732"/>
                </a:lnTo>
                <a:lnTo>
                  <a:pt x="108862" y="82607"/>
                </a:lnTo>
                <a:lnTo>
                  <a:pt x="108407" y="82471"/>
                </a:lnTo>
                <a:lnTo>
                  <a:pt x="107961" y="82323"/>
                </a:lnTo>
                <a:lnTo>
                  <a:pt x="107523" y="82163"/>
                </a:lnTo>
                <a:lnTo>
                  <a:pt x="107094" y="81991"/>
                </a:lnTo>
                <a:lnTo>
                  <a:pt x="106674" y="81807"/>
                </a:lnTo>
                <a:lnTo>
                  <a:pt x="106263" y="81611"/>
                </a:lnTo>
                <a:lnTo>
                  <a:pt x="105861" y="81404"/>
                </a:lnTo>
                <a:lnTo>
                  <a:pt x="105467" y="81185"/>
                </a:lnTo>
                <a:lnTo>
                  <a:pt x="105082" y="80954"/>
                </a:lnTo>
                <a:lnTo>
                  <a:pt x="104706" y="80711"/>
                </a:lnTo>
                <a:lnTo>
                  <a:pt x="104339" y="80456"/>
                </a:lnTo>
                <a:lnTo>
                  <a:pt x="103980" y="80189"/>
                </a:lnTo>
                <a:lnTo>
                  <a:pt x="103631" y="79911"/>
                </a:lnTo>
                <a:lnTo>
                  <a:pt x="103289" y="79622"/>
                </a:lnTo>
                <a:lnTo>
                  <a:pt x="102956" y="79326"/>
                </a:lnTo>
                <a:lnTo>
                  <a:pt x="102630" y="79022"/>
                </a:lnTo>
                <a:lnTo>
                  <a:pt x="102312" y="78710"/>
                </a:lnTo>
                <a:lnTo>
                  <a:pt x="102002" y="78390"/>
                </a:lnTo>
                <a:lnTo>
                  <a:pt x="101699" y="78063"/>
                </a:lnTo>
                <a:lnTo>
                  <a:pt x="101405" y="77728"/>
                </a:lnTo>
                <a:lnTo>
                  <a:pt x="101118" y="77385"/>
                </a:lnTo>
                <a:lnTo>
                  <a:pt x="100840" y="77034"/>
                </a:lnTo>
                <a:lnTo>
                  <a:pt x="100569" y="76676"/>
                </a:lnTo>
                <a:lnTo>
                  <a:pt x="100306" y="76309"/>
                </a:lnTo>
                <a:lnTo>
                  <a:pt x="100051" y="75935"/>
                </a:lnTo>
                <a:lnTo>
                  <a:pt x="99803" y="75553"/>
                </a:lnTo>
                <a:lnTo>
                  <a:pt x="99564" y="75164"/>
                </a:lnTo>
                <a:lnTo>
                  <a:pt x="99332" y="74766"/>
                </a:lnTo>
                <a:lnTo>
                  <a:pt x="99108" y="74361"/>
                </a:lnTo>
                <a:lnTo>
                  <a:pt x="98892" y="73948"/>
                </a:lnTo>
                <a:lnTo>
                  <a:pt x="98684" y="73528"/>
                </a:lnTo>
                <a:lnTo>
                  <a:pt x="98483" y="73099"/>
                </a:lnTo>
                <a:lnTo>
                  <a:pt x="98291" y="72663"/>
                </a:lnTo>
                <a:lnTo>
                  <a:pt x="98106" y="72219"/>
                </a:lnTo>
                <a:lnTo>
                  <a:pt x="97929" y="71767"/>
                </a:lnTo>
                <a:lnTo>
                  <a:pt x="97760" y="71308"/>
                </a:lnTo>
                <a:lnTo>
                  <a:pt x="97599" y="70840"/>
                </a:lnTo>
                <a:lnTo>
                  <a:pt x="97445" y="70367"/>
                </a:lnTo>
                <a:lnTo>
                  <a:pt x="97297" y="69890"/>
                </a:lnTo>
                <a:lnTo>
                  <a:pt x="97156" y="69409"/>
                </a:lnTo>
                <a:lnTo>
                  <a:pt x="97021" y="68925"/>
                </a:lnTo>
                <a:lnTo>
                  <a:pt x="96892" y="68436"/>
                </a:lnTo>
                <a:lnTo>
                  <a:pt x="96769" y="67944"/>
                </a:lnTo>
                <a:lnTo>
                  <a:pt x="96653" y="67448"/>
                </a:lnTo>
                <a:lnTo>
                  <a:pt x="96543" y="66948"/>
                </a:lnTo>
                <a:lnTo>
                  <a:pt x="96440" y="66444"/>
                </a:lnTo>
                <a:lnTo>
                  <a:pt x="96343" y="65937"/>
                </a:lnTo>
                <a:lnTo>
                  <a:pt x="96252" y="65425"/>
                </a:lnTo>
                <a:lnTo>
                  <a:pt x="96167" y="64910"/>
                </a:lnTo>
                <a:lnTo>
                  <a:pt x="96089" y="64391"/>
                </a:lnTo>
                <a:lnTo>
                  <a:pt x="96017" y="63868"/>
                </a:lnTo>
                <a:lnTo>
                  <a:pt x="95951" y="63341"/>
                </a:lnTo>
                <a:lnTo>
                  <a:pt x="95892" y="62811"/>
                </a:lnTo>
                <a:lnTo>
                  <a:pt x="95839" y="62276"/>
                </a:lnTo>
                <a:lnTo>
                  <a:pt x="95792" y="61738"/>
                </a:lnTo>
                <a:lnTo>
                  <a:pt x="95752" y="61196"/>
                </a:lnTo>
                <a:lnTo>
                  <a:pt x="95718" y="60650"/>
                </a:lnTo>
                <a:lnTo>
                  <a:pt x="95690" y="60100"/>
                </a:lnTo>
                <a:lnTo>
                  <a:pt x="95669" y="59547"/>
                </a:lnTo>
                <a:lnTo>
                  <a:pt x="95654" y="58989"/>
                </a:lnTo>
                <a:lnTo>
                  <a:pt x="95645" y="58428"/>
                </a:lnTo>
                <a:lnTo>
                  <a:pt x="140729" y="58428"/>
                </a:lnTo>
                <a:lnTo>
                  <a:pt x="140740" y="58374"/>
                </a:lnTo>
                <a:lnTo>
                  <a:pt x="140751" y="58317"/>
                </a:lnTo>
                <a:lnTo>
                  <a:pt x="140761" y="58257"/>
                </a:lnTo>
                <a:lnTo>
                  <a:pt x="140771" y="58195"/>
                </a:lnTo>
                <a:lnTo>
                  <a:pt x="140781" y="58129"/>
                </a:lnTo>
                <a:lnTo>
                  <a:pt x="140790" y="58061"/>
                </a:lnTo>
                <a:lnTo>
                  <a:pt x="140799" y="57990"/>
                </a:lnTo>
                <a:lnTo>
                  <a:pt x="140807" y="57917"/>
                </a:lnTo>
                <a:lnTo>
                  <a:pt x="140816" y="57840"/>
                </a:lnTo>
                <a:lnTo>
                  <a:pt x="140824" y="57761"/>
                </a:lnTo>
                <a:lnTo>
                  <a:pt x="140831" y="57679"/>
                </a:lnTo>
                <a:lnTo>
                  <a:pt x="140838" y="57594"/>
                </a:lnTo>
                <a:lnTo>
                  <a:pt x="140845" y="57506"/>
                </a:lnTo>
                <a:lnTo>
                  <a:pt x="140852" y="57415"/>
                </a:lnTo>
                <a:lnTo>
                  <a:pt x="140858" y="57322"/>
                </a:lnTo>
                <a:lnTo>
                  <a:pt x="140864" y="57226"/>
                </a:lnTo>
                <a:lnTo>
                  <a:pt x="140869" y="57127"/>
                </a:lnTo>
                <a:lnTo>
                  <a:pt x="140874" y="57025"/>
                </a:lnTo>
                <a:lnTo>
                  <a:pt x="140879" y="56920"/>
                </a:lnTo>
                <a:lnTo>
                  <a:pt x="140883" y="56813"/>
                </a:lnTo>
                <a:lnTo>
                  <a:pt x="140887" y="56703"/>
                </a:lnTo>
                <a:lnTo>
                  <a:pt x="140891" y="56590"/>
                </a:lnTo>
                <a:lnTo>
                  <a:pt x="140894" y="56474"/>
                </a:lnTo>
                <a:lnTo>
                  <a:pt x="140897" y="56356"/>
                </a:lnTo>
                <a:lnTo>
                  <a:pt x="140900" y="56236"/>
                </a:lnTo>
                <a:lnTo>
                  <a:pt x="140903" y="56118"/>
                </a:lnTo>
                <a:lnTo>
                  <a:pt x="140905" y="56002"/>
                </a:lnTo>
                <a:lnTo>
                  <a:pt x="140908" y="55886"/>
                </a:lnTo>
                <a:lnTo>
                  <a:pt x="140910" y="55772"/>
                </a:lnTo>
                <a:lnTo>
                  <a:pt x="140912" y="55660"/>
                </a:lnTo>
                <a:lnTo>
                  <a:pt x="140914" y="55548"/>
                </a:lnTo>
                <a:lnTo>
                  <a:pt x="140916" y="55438"/>
                </a:lnTo>
                <a:lnTo>
                  <a:pt x="140918" y="55330"/>
                </a:lnTo>
                <a:lnTo>
                  <a:pt x="140920" y="55222"/>
                </a:lnTo>
                <a:lnTo>
                  <a:pt x="140921" y="55117"/>
                </a:lnTo>
                <a:lnTo>
                  <a:pt x="140923" y="55012"/>
                </a:lnTo>
                <a:lnTo>
                  <a:pt x="140924" y="54909"/>
                </a:lnTo>
                <a:lnTo>
                  <a:pt x="140925" y="54807"/>
                </a:lnTo>
                <a:lnTo>
                  <a:pt x="140926" y="54706"/>
                </a:lnTo>
                <a:lnTo>
                  <a:pt x="140927" y="54607"/>
                </a:lnTo>
                <a:lnTo>
                  <a:pt x="140928" y="54509"/>
                </a:lnTo>
                <a:lnTo>
                  <a:pt x="140929" y="54413"/>
                </a:lnTo>
                <a:lnTo>
                  <a:pt x="140930" y="54317"/>
                </a:lnTo>
                <a:lnTo>
                  <a:pt x="140930" y="54223"/>
                </a:lnTo>
                <a:lnTo>
                  <a:pt x="140931" y="54131"/>
                </a:lnTo>
                <a:lnTo>
                  <a:pt x="140931" y="54040"/>
                </a:lnTo>
                <a:lnTo>
                  <a:pt x="140931" y="53950"/>
                </a:lnTo>
                <a:lnTo>
                  <a:pt x="140931" y="53861"/>
                </a:lnTo>
                <a:lnTo>
                  <a:pt x="140918" y="52557"/>
                </a:lnTo>
                <a:lnTo>
                  <a:pt x="140880" y="51277"/>
                </a:lnTo>
                <a:lnTo>
                  <a:pt x="140816" y="50024"/>
                </a:lnTo>
                <a:lnTo>
                  <a:pt x="140727" y="48796"/>
                </a:lnTo>
                <a:lnTo>
                  <a:pt x="140612" y="47594"/>
                </a:lnTo>
                <a:lnTo>
                  <a:pt x="140472" y="46417"/>
                </a:lnTo>
                <a:lnTo>
                  <a:pt x="140306" y="45266"/>
                </a:lnTo>
                <a:lnTo>
                  <a:pt x="140115" y="44141"/>
                </a:lnTo>
                <a:lnTo>
                  <a:pt x="139898" y="43041"/>
                </a:lnTo>
                <a:lnTo>
                  <a:pt x="139656" y="41967"/>
                </a:lnTo>
                <a:lnTo>
                  <a:pt x="139388" y="40918"/>
                </a:lnTo>
                <a:lnTo>
                  <a:pt x="139095" y="39895"/>
                </a:lnTo>
                <a:lnTo>
                  <a:pt x="138776" y="38898"/>
                </a:lnTo>
                <a:lnTo>
                  <a:pt x="138432" y="37926"/>
                </a:lnTo>
                <a:lnTo>
                  <a:pt x="138062" y="36980"/>
                </a:lnTo>
                <a:lnTo>
                  <a:pt x="137666" y="36060"/>
                </a:lnTo>
                <a:lnTo>
                  <a:pt x="137246" y="35165"/>
                </a:lnTo>
                <a:lnTo>
                  <a:pt x="136799" y="34296"/>
                </a:lnTo>
                <a:lnTo>
                  <a:pt x="136327" y="33452"/>
                </a:lnTo>
                <a:lnTo>
                  <a:pt x="135830" y="32634"/>
                </a:lnTo>
                <a:lnTo>
                  <a:pt x="135307" y="31842"/>
                </a:lnTo>
                <a:lnTo>
                  <a:pt x="134759" y="31075"/>
                </a:lnTo>
                <a:lnTo>
                  <a:pt x="134185" y="30334"/>
                </a:lnTo>
                <a:lnTo>
                  <a:pt x="133586" y="29619"/>
                </a:lnTo>
                <a:lnTo>
                  <a:pt x="132964" y="28931"/>
                </a:lnTo>
                <a:lnTo>
                  <a:pt x="132322" y="28272"/>
                </a:lnTo>
                <a:lnTo>
                  <a:pt x="131661" y="27642"/>
                </a:lnTo>
                <a:lnTo>
                  <a:pt x="130980" y="27042"/>
                </a:lnTo>
                <a:lnTo>
                  <a:pt x="130279" y="26471"/>
                </a:lnTo>
                <a:lnTo>
                  <a:pt x="129559" y="25929"/>
                </a:lnTo>
                <a:lnTo>
                  <a:pt x="128819" y="25417"/>
                </a:lnTo>
                <a:lnTo>
                  <a:pt x="128060" y="24934"/>
                </a:lnTo>
                <a:lnTo>
                  <a:pt x="127280" y="24480"/>
                </a:lnTo>
                <a:lnTo>
                  <a:pt x="126481" y="24055"/>
                </a:lnTo>
                <a:lnTo>
                  <a:pt x="125663" y="23660"/>
                </a:lnTo>
                <a:lnTo>
                  <a:pt x="124825" y="23294"/>
                </a:lnTo>
                <a:lnTo>
                  <a:pt x="123967" y="22957"/>
                </a:lnTo>
                <a:lnTo>
                  <a:pt x="123090" y="22649"/>
                </a:lnTo>
                <a:lnTo>
                  <a:pt x="122192" y="22371"/>
                </a:lnTo>
                <a:lnTo>
                  <a:pt x="121276" y="22122"/>
                </a:lnTo>
                <a:lnTo>
                  <a:pt x="120339" y="21903"/>
                </a:lnTo>
                <a:lnTo>
                  <a:pt x="119383" y="21712"/>
                </a:lnTo>
                <a:lnTo>
                  <a:pt x="118407" y="21551"/>
                </a:lnTo>
                <a:lnTo>
                  <a:pt x="117412" y="21420"/>
                </a:lnTo>
                <a:lnTo>
                  <a:pt x="116397" y="21317"/>
                </a:lnTo>
                <a:lnTo>
                  <a:pt x="115362" y="21244"/>
                </a:lnTo>
                <a:lnTo>
                  <a:pt x="114308" y="21200"/>
                </a:lnTo>
                <a:lnTo>
                  <a:pt x="113234" y="21185"/>
                </a:lnTo>
                <a:lnTo>
                  <a:pt x="112431" y="21193"/>
                </a:lnTo>
                <a:lnTo>
                  <a:pt x="111639" y="21216"/>
                </a:lnTo>
                <a:lnTo>
                  <a:pt x="110859" y="21255"/>
                </a:lnTo>
                <a:lnTo>
                  <a:pt x="110090" y="21310"/>
                </a:lnTo>
                <a:lnTo>
                  <a:pt x="109332" y="21380"/>
                </a:lnTo>
                <a:lnTo>
                  <a:pt x="108586" y="21466"/>
                </a:lnTo>
                <a:lnTo>
                  <a:pt x="107851" y="21567"/>
                </a:lnTo>
                <a:lnTo>
                  <a:pt x="107127" y="21684"/>
                </a:lnTo>
                <a:lnTo>
                  <a:pt x="106415" y="21817"/>
                </a:lnTo>
                <a:lnTo>
                  <a:pt x="105714" y="21965"/>
                </a:lnTo>
                <a:lnTo>
                  <a:pt x="105025" y="22129"/>
                </a:lnTo>
                <a:lnTo>
                  <a:pt x="104347" y="22308"/>
                </a:lnTo>
                <a:lnTo>
                  <a:pt x="103680" y="22504"/>
                </a:lnTo>
                <a:lnTo>
                  <a:pt x="103024" y="22714"/>
                </a:lnTo>
                <a:lnTo>
                  <a:pt x="102380" y="22940"/>
                </a:lnTo>
                <a:lnTo>
                  <a:pt x="101747" y="23182"/>
                </a:lnTo>
                <a:lnTo>
                  <a:pt x="101126" y="23440"/>
                </a:lnTo>
                <a:lnTo>
                  <a:pt x="100516" y="23713"/>
                </a:lnTo>
                <a:lnTo>
                  <a:pt x="99917" y="24001"/>
                </a:lnTo>
                <a:lnTo>
                  <a:pt x="99330" y="24305"/>
                </a:lnTo>
                <a:lnTo>
                  <a:pt x="98754" y="24625"/>
                </a:lnTo>
                <a:lnTo>
                  <a:pt x="98189" y="24961"/>
                </a:lnTo>
                <a:lnTo>
                  <a:pt x="97636" y="25312"/>
                </a:lnTo>
                <a:lnTo>
                  <a:pt x="97094" y="25678"/>
                </a:lnTo>
                <a:lnTo>
                  <a:pt x="96563" y="26059"/>
                </a:lnTo>
                <a:lnTo>
                  <a:pt x="96044" y="26451"/>
                </a:lnTo>
                <a:lnTo>
                  <a:pt x="95536" y="26856"/>
                </a:lnTo>
                <a:lnTo>
                  <a:pt x="95039" y="27272"/>
                </a:lnTo>
                <a:lnTo>
                  <a:pt x="94554" y="27701"/>
                </a:lnTo>
                <a:lnTo>
                  <a:pt x="94080" y="28142"/>
                </a:lnTo>
                <a:lnTo>
                  <a:pt x="93618" y="28595"/>
                </a:lnTo>
                <a:lnTo>
                  <a:pt x="93166" y="29060"/>
                </a:lnTo>
                <a:lnTo>
                  <a:pt x="92727" y="29537"/>
                </a:lnTo>
                <a:lnTo>
                  <a:pt x="92298" y="30026"/>
                </a:lnTo>
                <a:lnTo>
                  <a:pt x="91881" y="30527"/>
                </a:lnTo>
                <a:lnTo>
                  <a:pt x="91475" y="31040"/>
                </a:lnTo>
                <a:lnTo>
                  <a:pt x="91081" y="31566"/>
                </a:lnTo>
                <a:lnTo>
                  <a:pt x="90698" y="32103"/>
                </a:lnTo>
                <a:lnTo>
                  <a:pt x="90326" y="32653"/>
                </a:lnTo>
                <a:lnTo>
                  <a:pt x="89965" y="33214"/>
                </a:lnTo>
                <a:lnTo>
                  <a:pt x="89616" y="33788"/>
                </a:lnTo>
                <a:lnTo>
                  <a:pt x="89279" y="34373"/>
                </a:lnTo>
                <a:lnTo>
                  <a:pt x="88952" y="34971"/>
                </a:lnTo>
                <a:lnTo>
                  <a:pt x="88637" y="35581"/>
                </a:lnTo>
                <a:lnTo>
                  <a:pt x="88334" y="36203"/>
                </a:lnTo>
                <a:lnTo>
                  <a:pt x="88041" y="36837"/>
                </a:lnTo>
                <a:lnTo>
                  <a:pt x="87760" y="37483"/>
                </a:lnTo>
                <a:lnTo>
                  <a:pt x="87491" y="38141"/>
                </a:lnTo>
                <a:lnTo>
                  <a:pt x="87232" y="38809"/>
                </a:lnTo>
                <a:lnTo>
                  <a:pt x="86985" y="39487"/>
                </a:lnTo>
                <a:lnTo>
                  <a:pt x="86748" y="40172"/>
                </a:lnTo>
                <a:lnTo>
                  <a:pt x="86523" y="40867"/>
                </a:lnTo>
                <a:lnTo>
                  <a:pt x="86308" y="41570"/>
                </a:lnTo>
                <a:lnTo>
                  <a:pt x="86105" y="42282"/>
                </a:lnTo>
                <a:lnTo>
                  <a:pt x="85913" y="43002"/>
                </a:lnTo>
                <a:lnTo>
                  <a:pt x="85731" y="43731"/>
                </a:lnTo>
                <a:lnTo>
                  <a:pt x="85561" y="44469"/>
                </a:lnTo>
                <a:lnTo>
                  <a:pt x="85401" y="45215"/>
                </a:lnTo>
                <a:lnTo>
                  <a:pt x="85253" y="45970"/>
                </a:lnTo>
                <a:lnTo>
                  <a:pt x="85115" y="46733"/>
                </a:lnTo>
                <a:lnTo>
                  <a:pt x="84989" y="47506"/>
                </a:lnTo>
                <a:lnTo>
                  <a:pt x="84873" y="48286"/>
                </a:lnTo>
                <a:lnTo>
                  <a:pt x="84769" y="49076"/>
                </a:lnTo>
                <a:lnTo>
                  <a:pt x="84675" y="49874"/>
                </a:lnTo>
                <a:lnTo>
                  <a:pt x="84593" y="50681"/>
                </a:lnTo>
                <a:lnTo>
                  <a:pt x="84521" y="51496"/>
                </a:lnTo>
                <a:lnTo>
                  <a:pt x="84461" y="52320"/>
                </a:lnTo>
                <a:lnTo>
                  <a:pt x="84411" y="53153"/>
                </a:lnTo>
                <a:lnTo>
                  <a:pt x="84373" y="53995"/>
                </a:lnTo>
                <a:lnTo>
                  <a:pt x="84345" y="54845"/>
                </a:lnTo>
                <a:lnTo>
                  <a:pt x="84329" y="55703"/>
                </a:lnTo>
                <a:lnTo>
                  <a:pt x="84323" y="56571"/>
                </a:lnTo>
                <a:lnTo>
                  <a:pt x="84329" y="57404"/>
                </a:lnTo>
                <a:lnTo>
                  <a:pt x="84346" y="58230"/>
                </a:lnTo>
                <a:lnTo>
                  <a:pt x="84374" y="59049"/>
                </a:lnTo>
                <a:lnTo>
                  <a:pt x="84414" y="59862"/>
                </a:lnTo>
                <a:lnTo>
                  <a:pt x="84465" y="60667"/>
                </a:lnTo>
                <a:lnTo>
                  <a:pt x="84528" y="61466"/>
                </a:lnTo>
                <a:lnTo>
                  <a:pt x="84601" y="62257"/>
                </a:lnTo>
                <a:lnTo>
                  <a:pt x="84687" y="63042"/>
                </a:lnTo>
                <a:lnTo>
                  <a:pt x="84783" y="63819"/>
                </a:lnTo>
                <a:lnTo>
                  <a:pt x="84891" y="64590"/>
                </a:lnTo>
                <a:lnTo>
                  <a:pt x="85010" y="65354"/>
                </a:lnTo>
                <a:lnTo>
                  <a:pt x="85140" y="66111"/>
                </a:lnTo>
                <a:lnTo>
                  <a:pt x="85282" y="66860"/>
                </a:lnTo>
                <a:lnTo>
                  <a:pt x="85436" y="67603"/>
                </a:lnTo>
                <a:lnTo>
                  <a:pt x="85600" y="68339"/>
                </a:lnTo>
                <a:lnTo>
                  <a:pt x="85776" y="69068"/>
                </a:lnTo>
                <a:lnTo>
                  <a:pt x="85963" y="69790"/>
                </a:lnTo>
                <a:lnTo>
                  <a:pt x="86162" y="70505"/>
                </a:lnTo>
                <a:lnTo>
                  <a:pt x="86372" y="71214"/>
                </a:lnTo>
                <a:lnTo>
                  <a:pt x="86593" y="71915"/>
                </a:lnTo>
                <a:lnTo>
                  <a:pt x="86826" y="72609"/>
                </a:lnTo>
                <a:lnTo>
                  <a:pt x="87070" y="73296"/>
                </a:lnTo>
                <a:lnTo>
                  <a:pt x="87325" y="73977"/>
                </a:lnTo>
                <a:lnTo>
                  <a:pt x="87592" y="74650"/>
                </a:lnTo>
                <a:lnTo>
                  <a:pt x="87870" y="75314"/>
                </a:lnTo>
                <a:lnTo>
                  <a:pt x="88160" y="75967"/>
                </a:lnTo>
                <a:lnTo>
                  <a:pt x="88462" y="76607"/>
                </a:lnTo>
                <a:lnTo>
                  <a:pt x="88776" y="77236"/>
                </a:lnTo>
                <a:lnTo>
                  <a:pt x="89101" y="77854"/>
                </a:lnTo>
                <a:lnTo>
                  <a:pt x="89439" y="78459"/>
                </a:lnTo>
                <a:lnTo>
                  <a:pt x="89788" y="79053"/>
                </a:lnTo>
                <a:lnTo>
                  <a:pt x="90149" y="79635"/>
                </a:lnTo>
                <a:lnTo>
                  <a:pt x="90522" y="80206"/>
                </a:lnTo>
                <a:lnTo>
                  <a:pt x="90906" y="80765"/>
                </a:lnTo>
                <a:lnTo>
                  <a:pt x="91303" y="81312"/>
                </a:lnTo>
                <a:lnTo>
                  <a:pt x="91711" y="81847"/>
                </a:lnTo>
                <a:lnTo>
                  <a:pt x="92131" y="82371"/>
                </a:lnTo>
                <a:lnTo>
                  <a:pt x="92563" y="82883"/>
                </a:lnTo>
                <a:lnTo>
                  <a:pt x="93007" y="83383"/>
                </a:lnTo>
                <a:lnTo>
                  <a:pt x="93462" y="83872"/>
                </a:lnTo>
                <a:lnTo>
                  <a:pt x="93930" y="84349"/>
                </a:lnTo>
                <a:lnTo>
                  <a:pt x="94409" y="84814"/>
                </a:lnTo>
                <a:lnTo>
                  <a:pt x="94900" y="85267"/>
                </a:lnTo>
                <a:lnTo>
                  <a:pt x="95402" y="85709"/>
                </a:lnTo>
                <a:lnTo>
                  <a:pt x="95917" y="86139"/>
                </a:lnTo>
                <a:lnTo>
                  <a:pt x="96444" y="86558"/>
                </a:lnTo>
                <a:lnTo>
                  <a:pt x="96982" y="86965"/>
                </a:lnTo>
                <a:lnTo>
                  <a:pt x="97532" y="87360"/>
                </a:lnTo>
                <a:lnTo>
                  <a:pt x="98094" y="87741"/>
                </a:lnTo>
                <a:lnTo>
                  <a:pt x="98669" y="88105"/>
                </a:lnTo>
                <a:lnTo>
                  <a:pt x="99256" y="88454"/>
                </a:lnTo>
                <a:lnTo>
                  <a:pt x="99855" y="88786"/>
                </a:lnTo>
                <a:lnTo>
                  <a:pt x="100467" y="89102"/>
                </a:lnTo>
                <a:lnTo>
                  <a:pt x="101091" y="89402"/>
                </a:lnTo>
                <a:lnTo>
                  <a:pt x="101727" y="89686"/>
                </a:lnTo>
                <a:lnTo>
                  <a:pt x="102376" y="89953"/>
                </a:lnTo>
                <a:lnTo>
                  <a:pt x="103038" y="90204"/>
                </a:lnTo>
                <a:lnTo>
                  <a:pt x="103712" y="90439"/>
                </a:lnTo>
                <a:lnTo>
                  <a:pt x="104398" y="90658"/>
                </a:lnTo>
                <a:lnTo>
                  <a:pt x="105096" y="90861"/>
                </a:lnTo>
                <a:lnTo>
                  <a:pt x="105807" y="91047"/>
                </a:lnTo>
                <a:lnTo>
                  <a:pt x="106531" y="91217"/>
                </a:lnTo>
                <a:lnTo>
                  <a:pt x="107267" y="91371"/>
                </a:lnTo>
                <a:lnTo>
                  <a:pt x="108015" y="91509"/>
                </a:lnTo>
                <a:lnTo>
                  <a:pt x="108775" y="91631"/>
                </a:lnTo>
                <a:lnTo>
                  <a:pt x="109548" y="91736"/>
                </a:lnTo>
                <a:lnTo>
                  <a:pt x="110334" y="91825"/>
                </a:lnTo>
                <a:lnTo>
                  <a:pt x="111132" y="91898"/>
                </a:lnTo>
                <a:lnTo>
                  <a:pt x="111942" y="91955"/>
                </a:lnTo>
                <a:lnTo>
                  <a:pt x="112764" y="91995"/>
                </a:lnTo>
                <a:lnTo>
                  <a:pt x="113599" y="92020"/>
                </a:lnTo>
                <a:lnTo>
                  <a:pt x="114447" y="92028"/>
                </a:lnTo>
                <a:lnTo>
                  <a:pt x="115117" y="92023"/>
                </a:lnTo>
                <a:lnTo>
                  <a:pt x="115779" y="92008"/>
                </a:lnTo>
                <a:lnTo>
                  <a:pt x="116434" y="91983"/>
                </a:lnTo>
                <a:lnTo>
                  <a:pt x="117081" y="91949"/>
                </a:lnTo>
                <a:close/>
                <a:moveTo>
                  <a:pt x="96082" y="47006"/>
                </a:moveTo>
                <a:lnTo>
                  <a:pt x="96206" y="46250"/>
                </a:lnTo>
                <a:lnTo>
                  <a:pt x="96342" y="45510"/>
                </a:lnTo>
                <a:lnTo>
                  <a:pt x="96491" y="44787"/>
                </a:lnTo>
                <a:lnTo>
                  <a:pt x="96652" y="44081"/>
                </a:lnTo>
                <a:lnTo>
                  <a:pt x="96826" y="43391"/>
                </a:lnTo>
                <a:lnTo>
                  <a:pt x="97012" y="42717"/>
                </a:lnTo>
                <a:lnTo>
                  <a:pt x="97211" y="42060"/>
                </a:lnTo>
                <a:lnTo>
                  <a:pt x="97422" y="41420"/>
                </a:lnTo>
                <a:lnTo>
                  <a:pt x="97646" y="40796"/>
                </a:lnTo>
                <a:lnTo>
                  <a:pt x="97883" y="40188"/>
                </a:lnTo>
                <a:lnTo>
                  <a:pt x="98131" y="39598"/>
                </a:lnTo>
                <a:lnTo>
                  <a:pt x="98393" y="39023"/>
                </a:lnTo>
                <a:lnTo>
                  <a:pt x="98667" y="38466"/>
                </a:lnTo>
                <a:lnTo>
                  <a:pt x="98953" y="37924"/>
                </a:lnTo>
                <a:lnTo>
                  <a:pt x="99252" y="37400"/>
                </a:lnTo>
                <a:lnTo>
                  <a:pt x="99564" y="36892"/>
                </a:lnTo>
                <a:lnTo>
                  <a:pt x="99888" y="36400"/>
                </a:lnTo>
                <a:lnTo>
                  <a:pt x="100224" y="35925"/>
                </a:lnTo>
                <a:lnTo>
                  <a:pt x="100573" y="35467"/>
                </a:lnTo>
                <a:lnTo>
                  <a:pt x="100935" y="35025"/>
                </a:lnTo>
                <a:lnTo>
                  <a:pt x="101309" y="34600"/>
                </a:lnTo>
                <a:lnTo>
                  <a:pt x="101695" y="34194"/>
                </a:lnTo>
                <a:lnTo>
                  <a:pt x="102093" y="33805"/>
                </a:lnTo>
                <a:lnTo>
                  <a:pt x="102503" y="33435"/>
                </a:lnTo>
                <a:lnTo>
                  <a:pt x="102925" y="33083"/>
                </a:lnTo>
                <a:lnTo>
                  <a:pt x="103359" y="32748"/>
                </a:lnTo>
                <a:lnTo>
                  <a:pt x="103805" y="32432"/>
                </a:lnTo>
                <a:lnTo>
                  <a:pt x="104263" y="32134"/>
                </a:lnTo>
                <a:lnTo>
                  <a:pt x="104734" y="31854"/>
                </a:lnTo>
                <a:lnTo>
                  <a:pt x="105216" y="31592"/>
                </a:lnTo>
                <a:lnTo>
                  <a:pt x="105710" y="31348"/>
                </a:lnTo>
                <a:lnTo>
                  <a:pt x="106217" y="31122"/>
                </a:lnTo>
                <a:lnTo>
                  <a:pt x="106735" y="30914"/>
                </a:lnTo>
                <a:lnTo>
                  <a:pt x="107266" y="30725"/>
                </a:lnTo>
                <a:lnTo>
                  <a:pt x="107808" y="30553"/>
                </a:lnTo>
                <a:lnTo>
                  <a:pt x="108363" y="30399"/>
                </a:lnTo>
                <a:lnTo>
                  <a:pt x="108930" y="30264"/>
                </a:lnTo>
                <a:lnTo>
                  <a:pt x="109508" y="30146"/>
                </a:lnTo>
                <a:lnTo>
                  <a:pt x="110099" y="30047"/>
                </a:lnTo>
                <a:lnTo>
                  <a:pt x="110702" y="29966"/>
                </a:lnTo>
                <a:lnTo>
                  <a:pt x="111317" y="29903"/>
                </a:lnTo>
                <a:lnTo>
                  <a:pt x="111944" y="29857"/>
                </a:lnTo>
                <a:lnTo>
                  <a:pt x="112583" y="29830"/>
                </a:lnTo>
                <a:lnTo>
                  <a:pt x="113234" y="29821"/>
                </a:lnTo>
                <a:lnTo>
                  <a:pt x="113874" y="29830"/>
                </a:lnTo>
                <a:lnTo>
                  <a:pt x="114501" y="29858"/>
                </a:lnTo>
                <a:lnTo>
                  <a:pt x="115117" y="29903"/>
                </a:lnTo>
                <a:lnTo>
                  <a:pt x="115722" y="29967"/>
                </a:lnTo>
                <a:lnTo>
                  <a:pt x="116314" y="30049"/>
                </a:lnTo>
                <a:lnTo>
                  <a:pt x="116894" y="30149"/>
                </a:lnTo>
                <a:lnTo>
                  <a:pt x="117462" y="30267"/>
                </a:lnTo>
                <a:lnTo>
                  <a:pt x="118018" y="30403"/>
                </a:lnTo>
                <a:lnTo>
                  <a:pt x="118563" y="30558"/>
                </a:lnTo>
                <a:lnTo>
                  <a:pt x="119095" y="30731"/>
                </a:lnTo>
                <a:lnTo>
                  <a:pt x="119616" y="30922"/>
                </a:lnTo>
                <a:lnTo>
                  <a:pt x="120124" y="31131"/>
                </a:lnTo>
                <a:lnTo>
                  <a:pt x="120621" y="31359"/>
                </a:lnTo>
                <a:lnTo>
                  <a:pt x="121106" y="31604"/>
                </a:lnTo>
                <a:lnTo>
                  <a:pt x="121578" y="31868"/>
                </a:lnTo>
                <a:lnTo>
                  <a:pt x="122039" y="32150"/>
                </a:lnTo>
                <a:lnTo>
                  <a:pt x="122488" y="32450"/>
                </a:lnTo>
                <a:lnTo>
                  <a:pt x="122925" y="32768"/>
                </a:lnTo>
                <a:lnTo>
                  <a:pt x="123350" y="33105"/>
                </a:lnTo>
                <a:lnTo>
                  <a:pt x="123763" y="33460"/>
                </a:lnTo>
                <a:lnTo>
                  <a:pt x="124165" y="33833"/>
                </a:lnTo>
                <a:lnTo>
                  <a:pt x="124554" y="34224"/>
                </a:lnTo>
                <a:lnTo>
                  <a:pt x="124931" y="34633"/>
                </a:lnTo>
                <a:lnTo>
                  <a:pt x="125297" y="35061"/>
                </a:lnTo>
                <a:lnTo>
                  <a:pt x="125649" y="35505"/>
                </a:lnTo>
                <a:lnTo>
                  <a:pt x="125987" y="35966"/>
                </a:lnTo>
                <a:lnTo>
                  <a:pt x="126311" y="36443"/>
                </a:lnTo>
                <a:lnTo>
                  <a:pt x="126620" y="36936"/>
                </a:lnTo>
                <a:lnTo>
                  <a:pt x="126915" y="37446"/>
                </a:lnTo>
                <a:lnTo>
                  <a:pt x="127196" y="37971"/>
                </a:lnTo>
                <a:lnTo>
                  <a:pt x="127463" y="38513"/>
                </a:lnTo>
                <a:lnTo>
                  <a:pt x="127715" y="39071"/>
                </a:lnTo>
                <a:lnTo>
                  <a:pt x="127953" y="39645"/>
                </a:lnTo>
                <a:lnTo>
                  <a:pt x="128177" y="40235"/>
                </a:lnTo>
                <a:lnTo>
                  <a:pt x="128387" y="40842"/>
                </a:lnTo>
                <a:lnTo>
                  <a:pt x="128582" y="41464"/>
                </a:lnTo>
                <a:lnTo>
                  <a:pt x="128763" y="42103"/>
                </a:lnTo>
                <a:lnTo>
                  <a:pt x="128930" y="42758"/>
                </a:lnTo>
                <a:lnTo>
                  <a:pt x="129082" y="43429"/>
                </a:lnTo>
                <a:lnTo>
                  <a:pt x="129220" y="44116"/>
                </a:lnTo>
                <a:lnTo>
                  <a:pt x="129344" y="44820"/>
                </a:lnTo>
                <a:lnTo>
                  <a:pt x="129454" y="45540"/>
                </a:lnTo>
                <a:lnTo>
                  <a:pt x="129549" y="46275"/>
                </a:lnTo>
                <a:lnTo>
                  <a:pt x="129630" y="47027"/>
                </a:lnTo>
                <a:lnTo>
                  <a:pt x="129697" y="47795"/>
                </a:lnTo>
                <a:lnTo>
                  <a:pt x="129749" y="48580"/>
                </a:lnTo>
                <a:lnTo>
                  <a:pt x="129788" y="49380"/>
                </a:lnTo>
                <a:lnTo>
                  <a:pt x="129812" y="50197"/>
                </a:lnTo>
                <a:lnTo>
                  <a:pt x="95712" y="50197"/>
                </a:lnTo>
                <a:lnTo>
                  <a:pt x="95786" y="49374"/>
                </a:lnTo>
                <a:lnTo>
                  <a:pt x="95872" y="48569"/>
                </a:lnTo>
                <a:lnTo>
                  <a:pt x="95971" y="47779"/>
                </a:lnTo>
                <a:lnTo>
                  <a:pt x="96082" y="47006"/>
                </a:lnTo>
                <a:close/>
                <a:moveTo>
                  <a:pt x="349231" y="91942"/>
                </a:moveTo>
                <a:lnTo>
                  <a:pt x="349799" y="91894"/>
                </a:lnTo>
                <a:lnTo>
                  <a:pt x="350360" y="91836"/>
                </a:lnTo>
                <a:lnTo>
                  <a:pt x="350914" y="91766"/>
                </a:lnTo>
                <a:lnTo>
                  <a:pt x="351461" y="91687"/>
                </a:lnTo>
                <a:lnTo>
                  <a:pt x="352000" y="91596"/>
                </a:lnTo>
                <a:lnTo>
                  <a:pt x="352532" y="91495"/>
                </a:lnTo>
                <a:lnTo>
                  <a:pt x="353056" y="91383"/>
                </a:lnTo>
                <a:lnTo>
                  <a:pt x="353574" y="91260"/>
                </a:lnTo>
                <a:lnTo>
                  <a:pt x="354084" y="91127"/>
                </a:lnTo>
                <a:lnTo>
                  <a:pt x="354587" y="90983"/>
                </a:lnTo>
                <a:lnTo>
                  <a:pt x="355083" y="90828"/>
                </a:lnTo>
                <a:lnTo>
                  <a:pt x="355571" y="90663"/>
                </a:lnTo>
                <a:lnTo>
                  <a:pt x="356053" y="90487"/>
                </a:lnTo>
                <a:lnTo>
                  <a:pt x="356526" y="90301"/>
                </a:lnTo>
                <a:lnTo>
                  <a:pt x="356993" y="90104"/>
                </a:lnTo>
                <a:lnTo>
                  <a:pt x="357453" y="89896"/>
                </a:lnTo>
                <a:lnTo>
                  <a:pt x="357905" y="89677"/>
                </a:lnTo>
                <a:lnTo>
                  <a:pt x="358350" y="89448"/>
                </a:lnTo>
                <a:lnTo>
                  <a:pt x="358787" y="89208"/>
                </a:lnTo>
                <a:lnTo>
                  <a:pt x="359218" y="88958"/>
                </a:lnTo>
                <a:lnTo>
                  <a:pt x="359641" y="88699"/>
                </a:lnTo>
                <a:lnTo>
                  <a:pt x="360058" y="88433"/>
                </a:lnTo>
                <a:lnTo>
                  <a:pt x="360468" y="88160"/>
                </a:lnTo>
                <a:lnTo>
                  <a:pt x="360871" y="87881"/>
                </a:lnTo>
                <a:lnTo>
                  <a:pt x="361267" y="87595"/>
                </a:lnTo>
                <a:lnTo>
                  <a:pt x="361657" y="87303"/>
                </a:lnTo>
                <a:lnTo>
                  <a:pt x="362039" y="87003"/>
                </a:lnTo>
                <a:lnTo>
                  <a:pt x="362415" y="86698"/>
                </a:lnTo>
                <a:lnTo>
                  <a:pt x="362784" y="86385"/>
                </a:lnTo>
                <a:lnTo>
                  <a:pt x="363147" y="86066"/>
                </a:lnTo>
                <a:lnTo>
                  <a:pt x="363502" y="85740"/>
                </a:lnTo>
                <a:lnTo>
                  <a:pt x="363851" y="85407"/>
                </a:lnTo>
                <a:lnTo>
                  <a:pt x="364193" y="85068"/>
                </a:lnTo>
                <a:lnTo>
                  <a:pt x="364528" y="84722"/>
                </a:lnTo>
                <a:lnTo>
                  <a:pt x="364857" y="84369"/>
                </a:lnTo>
                <a:lnTo>
                  <a:pt x="365178" y="84010"/>
                </a:lnTo>
                <a:lnTo>
                  <a:pt x="365493" y="83644"/>
                </a:lnTo>
                <a:lnTo>
                  <a:pt x="365801" y="83271"/>
                </a:lnTo>
                <a:lnTo>
                  <a:pt x="366102" y="82892"/>
                </a:lnTo>
                <a:lnTo>
                  <a:pt x="366397" y="82506"/>
                </a:lnTo>
                <a:lnTo>
                  <a:pt x="366684" y="82113"/>
                </a:lnTo>
                <a:lnTo>
                  <a:pt x="366965" y="81714"/>
                </a:lnTo>
                <a:lnTo>
                  <a:pt x="367240" y="81308"/>
                </a:lnTo>
                <a:lnTo>
                  <a:pt x="367507" y="80895"/>
                </a:lnTo>
                <a:lnTo>
                  <a:pt x="368248" y="90813"/>
                </a:lnTo>
                <a:lnTo>
                  <a:pt x="378626" y="90813"/>
                </a:lnTo>
                <a:lnTo>
                  <a:pt x="378626" y="0"/>
                </a:lnTo>
                <a:lnTo>
                  <a:pt x="367642" y="0"/>
                </a:lnTo>
                <a:lnTo>
                  <a:pt x="367642" y="32453"/>
                </a:lnTo>
                <a:lnTo>
                  <a:pt x="367386" y="32023"/>
                </a:lnTo>
                <a:lnTo>
                  <a:pt x="367123" y="31602"/>
                </a:lnTo>
                <a:lnTo>
                  <a:pt x="366855" y="31188"/>
                </a:lnTo>
                <a:lnTo>
                  <a:pt x="366579" y="30781"/>
                </a:lnTo>
                <a:lnTo>
                  <a:pt x="366298" y="30382"/>
                </a:lnTo>
                <a:lnTo>
                  <a:pt x="366010" y="29990"/>
                </a:lnTo>
                <a:lnTo>
                  <a:pt x="365715" y="29606"/>
                </a:lnTo>
                <a:lnTo>
                  <a:pt x="365414" y="29229"/>
                </a:lnTo>
                <a:lnTo>
                  <a:pt x="365107" y="28860"/>
                </a:lnTo>
                <a:lnTo>
                  <a:pt x="364793" y="28498"/>
                </a:lnTo>
                <a:lnTo>
                  <a:pt x="364472" y="28144"/>
                </a:lnTo>
                <a:lnTo>
                  <a:pt x="364146" y="27797"/>
                </a:lnTo>
                <a:lnTo>
                  <a:pt x="363813" y="27458"/>
                </a:lnTo>
                <a:lnTo>
                  <a:pt x="363473" y="27126"/>
                </a:lnTo>
                <a:lnTo>
                  <a:pt x="363127" y="26802"/>
                </a:lnTo>
                <a:lnTo>
                  <a:pt x="362775" y="26485"/>
                </a:lnTo>
                <a:lnTo>
                  <a:pt x="362416" y="26176"/>
                </a:lnTo>
                <a:lnTo>
                  <a:pt x="362050" y="25874"/>
                </a:lnTo>
                <a:lnTo>
                  <a:pt x="361679" y="25580"/>
                </a:lnTo>
                <a:lnTo>
                  <a:pt x="361300" y="25293"/>
                </a:lnTo>
                <a:lnTo>
                  <a:pt x="360916" y="25014"/>
                </a:lnTo>
                <a:lnTo>
                  <a:pt x="360525" y="24742"/>
                </a:lnTo>
                <a:lnTo>
                  <a:pt x="360127" y="24478"/>
                </a:lnTo>
                <a:lnTo>
                  <a:pt x="359723" y="24221"/>
                </a:lnTo>
                <a:lnTo>
                  <a:pt x="359312" y="23974"/>
                </a:lnTo>
                <a:lnTo>
                  <a:pt x="358893" y="23736"/>
                </a:lnTo>
                <a:lnTo>
                  <a:pt x="358467" y="23510"/>
                </a:lnTo>
                <a:lnTo>
                  <a:pt x="358032" y="23294"/>
                </a:lnTo>
                <a:lnTo>
                  <a:pt x="357590" y="23088"/>
                </a:lnTo>
                <a:lnTo>
                  <a:pt x="357139" y="22893"/>
                </a:lnTo>
                <a:lnTo>
                  <a:pt x="356681" y="22709"/>
                </a:lnTo>
                <a:lnTo>
                  <a:pt x="356215" y="22535"/>
                </a:lnTo>
                <a:lnTo>
                  <a:pt x="355741" y="22371"/>
                </a:lnTo>
                <a:lnTo>
                  <a:pt x="355260" y="22218"/>
                </a:lnTo>
                <a:lnTo>
                  <a:pt x="354770" y="22076"/>
                </a:lnTo>
                <a:lnTo>
                  <a:pt x="354273" y="21944"/>
                </a:lnTo>
                <a:lnTo>
                  <a:pt x="353768" y="21823"/>
                </a:lnTo>
                <a:lnTo>
                  <a:pt x="353255" y="21712"/>
                </a:lnTo>
                <a:lnTo>
                  <a:pt x="352734" y="21612"/>
                </a:lnTo>
                <a:lnTo>
                  <a:pt x="352206" y="21523"/>
                </a:lnTo>
                <a:lnTo>
                  <a:pt x="351669" y="21444"/>
                </a:lnTo>
                <a:lnTo>
                  <a:pt x="351125" y="21375"/>
                </a:lnTo>
                <a:lnTo>
                  <a:pt x="350573" y="21317"/>
                </a:lnTo>
                <a:lnTo>
                  <a:pt x="350013" y="21270"/>
                </a:lnTo>
                <a:lnTo>
                  <a:pt x="349445" y="21233"/>
                </a:lnTo>
                <a:lnTo>
                  <a:pt x="348869" y="21206"/>
                </a:lnTo>
                <a:lnTo>
                  <a:pt x="348286" y="21191"/>
                </a:lnTo>
                <a:lnTo>
                  <a:pt x="347694" y="21185"/>
                </a:lnTo>
                <a:lnTo>
                  <a:pt x="347035" y="21192"/>
                </a:lnTo>
                <a:lnTo>
                  <a:pt x="346383" y="21213"/>
                </a:lnTo>
                <a:lnTo>
                  <a:pt x="345739" y="21248"/>
                </a:lnTo>
                <a:lnTo>
                  <a:pt x="345102" y="21297"/>
                </a:lnTo>
                <a:lnTo>
                  <a:pt x="344471" y="21360"/>
                </a:lnTo>
                <a:lnTo>
                  <a:pt x="343849" y="21437"/>
                </a:lnTo>
                <a:lnTo>
                  <a:pt x="343233" y="21528"/>
                </a:lnTo>
                <a:lnTo>
                  <a:pt x="342625" y="21633"/>
                </a:lnTo>
                <a:lnTo>
                  <a:pt x="342024" y="21752"/>
                </a:lnTo>
                <a:lnTo>
                  <a:pt x="341430" y="21885"/>
                </a:lnTo>
                <a:lnTo>
                  <a:pt x="340844" y="22033"/>
                </a:lnTo>
                <a:lnTo>
                  <a:pt x="340264" y="22194"/>
                </a:lnTo>
                <a:lnTo>
                  <a:pt x="339692" y="22369"/>
                </a:lnTo>
                <a:lnTo>
                  <a:pt x="339128" y="22558"/>
                </a:lnTo>
                <a:lnTo>
                  <a:pt x="338570" y="22761"/>
                </a:lnTo>
                <a:lnTo>
                  <a:pt x="338020" y="22978"/>
                </a:lnTo>
                <a:lnTo>
                  <a:pt x="337477" y="23209"/>
                </a:lnTo>
                <a:lnTo>
                  <a:pt x="336941" y="23454"/>
                </a:lnTo>
                <a:lnTo>
                  <a:pt x="336413" y="23713"/>
                </a:lnTo>
                <a:lnTo>
                  <a:pt x="335892" y="23986"/>
                </a:lnTo>
                <a:lnTo>
                  <a:pt x="335378" y="24273"/>
                </a:lnTo>
                <a:lnTo>
                  <a:pt x="334871" y="24574"/>
                </a:lnTo>
                <a:lnTo>
                  <a:pt x="334371" y="24890"/>
                </a:lnTo>
                <a:lnTo>
                  <a:pt x="333879" y="25219"/>
                </a:lnTo>
                <a:lnTo>
                  <a:pt x="333395" y="25562"/>
                </a:lnTo>
                <a:lnTo>
                  <a:pt x="332921" y="25918"/>
                </a:lnTo>
                <a:lnTo>
                  <a:pt x="332456" y="26288"/>
                </a:lnTo>
                <a:lnTo>
                  <a:pt x="332000" y="26672"/>
                </a:lnTo>
                <a:lnTo>
                  <a:pt x="331553" y="27070"/>
                </a:lnTo>
                <a:lnTo>
                  <a:pt x="331116" y="27481"/>
                </a:lnTo>
                <a:lnTo>
                  <a:pt x="330688" y="27906"/>
                </a:lnTo>
                <a:lnTo>
                  <a:pt x="330270" y="28344"/>
                </a:lnTo>
                <a:lnTo>
                  <a:pt x="329861" y="28796"/>
                </a:lnTo>
                <a:lnTo>
                  <a:pt x="329461" y="29262"/>
                </a:lnTo>
                <a:lnTo>
                  <a:pt x="329071" y="29741"/>
                </a:lnTo>
                <a:lnTo>
                  <a:pt x="328690" y="30234"/>
                </a:lnTo>
                <a:lnTo>
                  <a:pt x="328319" y="30741"/>
                </a:lnTo>
                <a:lnTo>
                  <a:pt x="327956" y="31261"/>
                </a:lnTo>
                <a:lnTo>
                  <a:pt x="327603" y="31795"/>
                </a:lnTo>
                <a:lnTo>
                  <a:pt x="327260" y="32342"/>
                </a:lnTo>
                <a:lnTo>
                  <a:pt x="326926" y="32903"/>
                </a:lnTo>
                <a:lnTo>
                  <a:pt x="326601" y="33478"/>
                </a:lnTo>
                <a:lnTo>
                  <a:pt x="326286" y="34067"/>
                </a:lnTo>
                <a:lnTo>
                  <a:pt x="325980" y="34669"/>
                </a:lnTo>
                <a:lnTo>
                  <a:pt x="325683" y="35284"/>
                </a:lnTo>
                <a:lnTo>
                  <a:pt x="325396" y="35914"/>
                </a:lnTo>
                <a:lnTo>
                  <a:pt x="325118" y="36557"/>
                </a:lnTo>
                <a:lnTo>
                  <a:pt x="324849" y="37213"/>
                </a:lnTo>
                <a:lnTo>
                  <a:pt x="324590" y="37883"/>
                </a:lnTo>
                <a:lnTo>
                  <a:pt x="324343" y="38567"/>
                </a:lnTo>
                <a:lnTo>
                  <a:pt x="324107" y="39264"/>
                </a:lnTo>
                <a:lnTo>
                  <a:pt x="323881" y="39975"/>
                </a:lnTo>
                <a:lnTo>
                  <a:pt x="323667" y="40699"/>
                </a:lnTo>
                <a:lnTo>
                  <a:pt x="323463" y="41436"/>
                </a:lnTo>
                <a:lnTo>
                  <a:pt x="323271" y="42188"/>
                </a:lnTo>
                <a:lnTo>
                  <a:pt x="323089" y="42952"/>
                </a:lnTo>
                <a:lnTo>
                  <a:pt x="322919" y="43731"/>
                </a:lnTo>
                <a:lnTo>
                  <a:pt x="322759" y="44522"/>
                </a:lnTo>
                <a:lnTo>
                  <a:pt x="322611" y="45328"/>
                </a:lnTo>
                <a:lnTo>
                  <a:pt x="322473" y="46147"/>
                </a:lnTo>
                <a:lnTo>
                  <a:pt x="322347" y="46979"/>
                </a:lnTo>
                <a:lnTo>
                  <a:pt x="322231" y="47825"/>
                </a:lnTo>
                <a:lnTo>
                  <a:pt x="322127" y="48684"/>
                </a:lnTo>
                <a:lnTo>
                  <a:pt x="322034" y="49557"/>
                </a:lnTo>
                <a:lnTo>
                  <a:pt x="321951" y="50444"/>
                </a:lnTo>
                <a:lnTo>
                  <a:pt x="321880" y="51344"/>
                </a:lnTo>
                <a:lnTo>
                  <a:pt x="321819" y="52257"/>
                </a:lnTo>
                <a:lnTo>
                  <a:pt x="321770" y="53184"/>
                </a:lnTo>
                <a:lnTo>
                  <a:pt x="321731" y="54125"/>
                </a:lnTo>
                <a:lnTo>
                  <a:pt x="321704" y="55079"/>
                </a:lnTo>
                <a:lnTo>
                  <a:pt x="321687" y="56047"/>
                </a:lnTo>
                <a:lnTo>
                  <a:pt x="321682" y="57028"/>
                </a:lnTo>
                <a:lnTo>
                  <a:pt x="321687" y="57980"/>
                </a:lnTo>
                <a:lnTo>
                  <a:pt x="321703" y="58919"/>
                </a:lnTo>
                <a:lnTo>
                  <a:pt x="321730" y="59845"/>
                </a:lnTo>
                <a:lnTo>
                  <a:pt x="321768" y="60759"/>
                </a:lnTo>
                <a:lnTo>
                  <a:pt x="321816" y="61659"/>
                </a:lnTo>
                <a:lnTo>
                  <a:pt x="321875" y="62547"/>
                </a:lnTo>
                <a:lnTo>
                  <a:pt x="321945" y="63421"/>
                </a:lnTo>
                <a:lnTo>
                  <a:pt x="322026" y="64283"/>
                </a:lnTo>
                <a:lnTo>
                  <a:pt x="322118" y="65132"/>
                </a:lnTo>
                <a:lnTo>
                  <a:pt x="322220" y="65968"/>
                </a:lnTo>
                <a:lnTo>
                  <a:pt x="322333" y="66791"/>
                </a:lnTo>
                <a:lnTo>
                  <a:pt x="322457" y="67601"/>
                </a:lnTo>
                <a:lnTo>
                  <a:pt x="322591" y="68398"/>
                </a:lnTo>
                <a:lnTo>
                  <a:pt x="322736" y="69182"/>
                </a:lnTo>
                <a:lnTo>
                  <a:pt x="322893" y="69954"/>
                </a:lnTo>
                <a:lnTo>
                  <a:pt x="323059" y="70712"/>
                </a:lnTo>
                <a:lnTo>
                  <a:pt x="323237" y="71458"/>
                </a:lnTo>
                <a:lnTo>
                  <a:pt x="323425" y="72190"/>
                </a:lnTo>
                <a:lnTo>
                  <a:pt x="323624" y="72910"/>
                </a:lnTo>
                <a:lnTo>
                  <a:pt x="323834" y="73617"/>
                </a:lnTo>
                <a:lnTo>
                  <a:pt x="324055" y="74311"/>
                </a:lnTo>
                <a:lnTo>
                  <a:pt x="324286" y="74992"/>
                </a:lnTo>
                <a:lnTo>
                  <a:pt x="324529" y="75660"/>
                </a:lnTo>
                <a:lnTo>
                  <a:pt x="324782" y="76316"/>
                </a:lnTo>
                <a:lnTo>
                  <a:pt x="325044" y="76958"/>
                </a:lnTo>
                <a:lnTo>
                  <a:pt x="325316" y="77587"/>
                </a:lnTo>
                <a:lnTo>
                  <a:pt x="325597" y="78203"/>
                </a:lnTo>
                <a:lnTo>
                  <a:pt x="325886" y="78805"/>
                </a:lnTo>
                <a:lnTo>
                  <a:pt x="326184" y="79394"/>
                </a:lnTo>
                <a:lnTo>
                  <a:pt x="326492" y="79970"/>
                </a:lnTo>
                <a:lnTo>
                  <a:pt x="326808" y="80533"/>
                </a:lnTo>
                <a:lnTo>
                  <a:pt x="327133" y="81082"/>
                </a:lnTo>
                <a:lnTo>
                  <a:pt x="327467" y="81618"/>
                </a:lnTo>
                <a:lnTo>
                  <a:pt x="327809" y="82141"/>
                </a:lnTo>
                <a:lnTo>
                  <a:pt x="328161" y="82650"/>
                </a:lnTo>
                <a:lnTo>
                  <a:pt x="328522" y="83146"/>
                </a:lnTo>
                <a:lnTo>
                  <a:pt x="328891" y="83629"/>
                </a:lnTo>
                <a:lnTo>
                  <a:pt x="329270" y="84099"/>
                </a:lnTo>
                <a:lnTo>
                  <a:pt x="329657" y="84556"/>
                </a:lnTo>
                <a:lnTo>
                  <a:pt x="330053" y="84999"/>
                </a:lnTo>
                <a:lnTo>
                  <a:pt x="330458" y="85429"/>
                </a:lnTo>
                <a:lnTo>
                  <a:pt x="330872" y="85845"/>
                </a:lnTo>
                <a:lnTo>
                  <a:pt x="331295" y="86248"/>
                </a:lnTo>
                <a:lnTo>
                  <a:pt x="331726" y="86638"/>
                </a:lnTo>
                <a:lnTo>
                  <a:pt x="332167" y="87015"/>
                </a:lnTo>
                <a:lnTo>
                  <a:pt x="332617" y="87379"/>
                </a:lnTo>
                <a:lnTo>
                  <a:pt x="333075" y="87729"/>
                </a:lnTo>
                <a:lnTo>
                  <a:pt x="333542" y="88066"/>
                </a:lnTo>
                <a:lnTo>
                  <a:pt x="334017" y="88389"/>
                </a:lnTo>
                <a:lnTo>
                  <a:pt x="334500" y="88699"/>
                </a:lnTo>
                <a:lnTo>
                  <a:pt x="334989" y="88994"/>
                </a:lnTo>
                <a:lnTo>
                  <a:pt x="335485" y="89276"/>
                </a:lnTo>
                <a:lnTo>
                  <a:pt x="335989" y="89545"/>
                </a:lnTo>
                <a:lnTo>
                  <a:pt x="336499" y="89799"/>
                </a:lnTo>
                <a:lnTo>
                  <a:pt x="337016" y="90040"/>
                </a:lnTo>
                <a:lnTo>
                  <a:pt x="337541" y="90267"/>
                </a:lnTo>
                <a:lnTo>
                  <a:pt x="338072" y="90480"/>
                </a:lnTo>
                <a:lnTo>
                  <a:pt x="338611" y="90680"/>
                </a:lnTo>
                <a:lnTo>
                  <a:pt x="339156" y="90865"/>
                </a:lnTo>
                <a:lnTo>
                  <a:pt x="339708" y="91037"/>
                </a:lnTo>
                <a:lnTo>
                  <a:pt x="340268" y="91195"/>
                </a:lnTo>
                <a:lnTo>
                  <a:pt x="340834" y="91340"/>
                </a:lnTo>
                <a:lnTo>
                  <a:pt x="341408" y="91471"/>
                </a:lnTo>
                <a:lnTo>
                  <a:pt x="341988" y="91587"/>
                </a:lnTo>
                <a:lnTo>
                  <a:pt x="342576" y="91691"/>
                </a:lnTo>
                <a:lnTo>
                  <a:pt x="343171" y="91780"/>
                </a:lnTo>
                <a:lnTo>
                  <a:pt x="343772" y="91856"/>
                </a:lnTo>
                <a:lnTo>
                  <a:pt x="344381" y="91918"/>
                </a:lnTo>
                <a:lnTo>
                  <a:pt x="344996" y="91966"/>
                </a:lnTo>
                <a:lnTo>
                  <a:pt x="345619" y="92000"/>
                </a:lnTo>
                <a:lnTo>
                  <a:pt x="346249" y="92021"/>
                </a:lnTo>
                <a:lnTo>
                  <a:pt x="346885" y="92028"/>
                </a:lnTo>
                <a:lnTo>
                  <a:pt x="347483" y="92022"/>
                </a:lnTo>
                <a:lnTo>
                  <a:pt x="348073" y="92006"/>
                </a:lnTo>
                <a:lnTo>
                  <a:pt x="348656" y="91980"/>
                </a:lnTo>
                <a:lnTo>
                  <a:pt x="349231" y="91942"/>
                </a:lnTo>
                <a:close/>
                <a:moveTo>
                  <a:pt x="346383" y="82600"/>
                </a:moveTo>
                <a:lnTo>
                  <a:pt x="345801" y="82496"/>
                </a:lnTo>
                <a:lnTo>
                  <a:pt x="345232" y="82369"/>
                </a:lnTo>
                <a:lnTo>
                  <a:pt x="344677" y="82219"/>
                </a:lnTo>
                <a:lnTo>
                  <a:pt x="344134" y="82045"/>
                </a:lnTo>
                <a:lnTo>
                  <a:pt x="343604" y="81849"/>
                </a:lnTo>
                <a:lnTo>
                  <a:pt x="343087" y="81630"/>
                </a:lnTo>
                <a:lnTo>
                  <a:pt x="342583" y="81387"/>
                </a:lnTo>
                <a:lnTo>
                  <a:pt x="342092" y="81122"/>
                </a:lnTo>
                <a:lnTo>
                  <a:pt x="341614" y="80833"/>
                </a:lnTo>
                <a:lnTo>
                  <a:pt x="341150" y="80522"/>
                </a:lnTo>
                <a:lnTo>
                  <a:pt x="340698" y="80187"/>
                </a:lnTo>
                <a:lnTo>
                  <a:pt x="340259" y="79829"/>
                </a:lnTo>
                <a:lnTo>
                  <a:pt x="339833" y="79448"/>
                </a:lnTo>
                <a:lnTo>
                  <a:pt x="339420" y="79044"/>
                </a:lnTo>
                <a:lnTo>
                  <a:pt x="339020" y="78617"/>
                </a:lnTo>
                <a:lnTo>
                  <a:pt x="338633" y="78166"/>
                </a:lnTo>
                <a:lnTo>
                  <a:pt x="338259" y="77693"/>
                </a:lnTo>
                <a:lnTo>
                  <a:pt x="337898" y="77197"/>
                </a:lnTo>
                <a:lnTo>
                  <a:pt x="337550" y="76677"/>
                </a:lnTo>
                <a:lnTo>
                  <a:pt x="337215" y="76134"/>
                </a:lnTo>
                <a:lnTo>
                  <a:pt x="336893" y="75570"/>
                </a:lnTo>
                <a:lnTo>
                  <a:pt x="336585" y="74985"/>
                </a:lnTo>
                <a:lnTo>
                  <a:pt x="336291" y="74380"/>
                </a:lnTo>
                <a:lnTo>
                  <a:pt x="336010" y="73754"/>
                </a:lnTo>
                <a:lnTo>
                  <a:pt x="335743" y="73108"/>
                </a:lnTo>
                <a:lnTo>
                  <a:pt x="335490" y="72442"/>
                </a:lnTo>
                <a:lnTo>
                  <a:pt x="335251" y="71755"/>
                </a:lnTo>
                <a:lnTo>
                  <a:pt x="335025" y="71048"/>
                </a:lnTo>
                <a:lnTo>
                  <a:pt x="334813" y="70320"/>
                </a:lnTo>
                <a:lnTo>
                  <a:pt x="334614" y="69572"/>
                </a:lnTo>
                <a:lnTo>
                  <a:pt x="334429" y="68804"/>
                </a:lnTo>
                <a:lnTo>
                  <a:pt x="334258" y="68016"/>
                </a:lnTo>
                <a:lnTo>
                  <a:pt x="334101" y="67207"/>
                </a:lnTo>
                <a:lnTo>
                  <a:pt x="333957" y="66377"/>
                </a:lnTo>
                <a:lnTo>
                  <a:pt x="333827" y="65527"/>
                </a:lnTo>
                <a:lnTo>
                  <a:pt x="333711" y="64657"/>
                </a:lnTo>
                <a:lnTo>
                  <a:pt x="333608" y="63767"/>
                </a:lnTo>
                <a:lnTo>
                  <a:pt x="333519" y="62856"/>
                </a:lnTo>
                <a:lnTo>
                  <a:pt x="333444" y="61925"/>
                </a:lnTo>
                <a:lnTo>
                  <a:pt x="333382" y="60973"/>
                </a:lnTo>
                <a:lnTo>
                  <a:pt x="333334" y="60001"/>
                </a:lnTo>
                <a:lnTo>
                  <a:pt x="333300" y="59009"/>
                </a:lnTo>
                <a:lnTo>
                  <a:pt x="333280" y="57996"/>
                </a:lnTo>
                <a:lnTo>
                  <a:pt x="333273" y="56963"/>
                </a:lnTo>
                <a:lnTo>
                  <a:pt x="333280" y="55906"/>
                </a:lnTo>
                <a:lnTo>
                  <a:pt x="333301" y="54870"/>
                </a:lnTo>
                <a:lnTo>
                  <a:pt x="333337" y="53854"/>
                </a:lnTo>
                <a:lnTo>
                  <a:pt x="333387" y="52860"/>
                </a:lnTo>
                <a:lnTo>
                  <a:pt x="333451" y="51885"/>
                </a:lnTo>
                <a:lnTo>
                  <a:pt x="333530" y="50932"/>
                </a:lnTo>
                <a:lnTo>
                  <a:pt x="333622" y="49999"/>
                </a:lnTo>
                <a:lnTo>
                  <a:pt x="333729" y="49086"/>
                </a:lnTo>
                <a:lnTo>
                  <a:pt x="333851" y="48195"/>
                </a:lnTo>
                <a:lnTo>
                  <a:pt x="333986" y="47324"/>
                </a:lnTo>
                <a:lnTo>
                  <a:pt x="334136" y="46473"/>
                </a:lnTo>
                <a:lnTo>
                  <a:pt x="334300" y="45643"/>
                </a:lnTo>
                <a:lnTo>
                  <a:pt x="334479" y="44834"/>
                </a:lnTo>
                <a:lnTo>
                  <a:pt x="334671" y="44045"/>
                </a:lnTo>
                <a:lnTo>
                  <a:pt x="334878" y="43277"/>
                </a:lnTo>
                <a:lnTo>
                  <a:pt x="335100" y="42530"/>
                </a:lnTo>
                <a:lnTo>
                  <a:pt x="335335" y="41803"/>
                </a:lnTo>
                <a:lnTo>
                  <a:pt x="335585" y="41097"/>
                </a:lnTo>
                <a:lnTo>
                  <a:pt x="335849" y="40412"/>
                </a:lnTo>
                <a:lnTo>
                  <a:pt x="336127" y="39747"/>
                </a:lnTo>
                <a:lnTo>
                  <a:pt x="336420" y="39102"/>
                </a:lnTo>
                <a:lnTo>
                  <a:pt x="336727" y="38479"/>
                </a:lnTo>
                <a:lnTo>
                  <a:pt x="337048" y="37876"/>
                </a:lnTo>
                <a:lnTo>
                  <a:pt x="337383" y="37293"/>
                </a:lnTo>
                <a:lnTo>
                  <a:pt x="337733" y="36733"/>
                </a:lnTo>
                <a:lnTo>
                  <a:pt x="338097" y="36197"/>
                </a:lnTo>
                <a:lnTo>
                  <a:pt x="338475" y="35684"/>
                </a:lnTo>
                <a:lnTo>
                  <a:pt x="338868" y="35196"/>
                </a:lnTo>
                <a:lnTo>
                  <a:pt x="339275" y="34731"/>
                </a:lnTo>
                <a:lnTo>
                  <a:pt x="339696" y="34290"/>
                </a:lnTo>
                <a:lnTo>
                  <a:pt x="340131" y="33873"/>
                </a:lnTo>
                <a:lnTo>
                  <a:pt x="340581" y="33480"/>
                </a:lnTo>
                <a:lnTo>
                  <a:pt x="341045" y="33110"/>
                </a:lnTo>
                <a:lnTo>
                  <a:pt x="341523" y="32764"/>
                </a:lnTo>
                <a:lnTo>
                  <a:pt x="342015" y="32443"/>
                </a:lnTo>
                <a:lnTo>
                  <a:pt x="342522" y="32145"/>
                </a:lnTo>
                <a:lnTo>
                  <a:pt x="343043" y="31871"/>
                </a:lnTo>
                <a:lnTo>
                  <a:pt x="343578" y="31620"/>
                </a:lnTo>
                <a:lnTo>
                  <a:pt x="344128" y="31394"/>
                </a:lnTo>
                <a:lnTo>
                  <a:pt x="344692" y="31191"/>
                </a:lnTo>
                <a:lnTo>
                  <a:pt x="345270" y="31012"/>
                </a:lnTo>
                <a:lnTo>
                  <a:pt x="345862" y="30858"/>
                </a:lnTo>
                <a:lnTo>
                  <a:pt x="346469" y="30726"/>
                </a:lnTo>
                <a:lnTo>
                  <a:pt x="347090" y="30619"/>
                </a:lnTo>
                <a:lnTo>
                  <a:pt x="347725" y="30536"/>
                </a:lnTo>
                <a:lnTo>
                  <a:pt x="348374" y="30476"/>
                </a:lnTo>
                <a:lnTo>
                  <a:pt x="349038" y="30440"/>
                </a:lnTo>
                <a:lnTo>
                  <a:pt x="349716" y="30428"/>
                </a:lnTo>
                <a:lnTo>
                  <a:pt x="350246" y="30435"/>
                </a:lnTo>
                <a:lnTo>
                  <a:pt x="350769" y="30453"/>
                </a:lnTo>
                <a:lnTo>
                  <a:pt x="351284" y="30485"/>
                </a:lnTo>
                <a:lnTo>
                  <a:pt x="351793" y="30528"/>
                </a:lnTo>
                <a:lnTo>
                  <a:pt x="352294" y="30584"/>
                </a:lnTo>
                <a:lnTo>
                  <a:pt x="352788" y="30653"/>
                </a:lnTo>
                <a:lnTo>
                  <a:pt x="353276" y="30734"/>
                </a:lnTo>
                <a:lnTo>
                  <a:pt x="353756" y="30828"/>
                </a:lnTo>
                <a:lnTo>
                  <a:pt x="354228" y="30934"/>
                </a:lnTo>
                <a:lnTo>
                  <a:pt x="354694" y="31052"/>
                </a:lnTo>
                <a:lnTo>
                  <a:pt x="355153" y="31183"/>
                </a:lnTo>
                <a:lnTo>
                  <a:pt x="355604" y="31327"/>
                </a:lnTo>
                <a:lnTo>
                  <a:pt x="356048" y="31483"/>
                </a:lnTo>
                <a:lnTo>
                  <a:pt x="356486" y="31651"/>
                </a:lnTo>
                <a:lnTo>
                  <a:pt x="356916" y="31832"/>
                </a:lnTo>
                <a:lnTo>
                  <a:pt x="357338" y="32025"/>
                </a:lnTo>
                <a:lnTo>
                  <a:pt x="357754" y="32231"/>
                </a:lnTo>
                <a:lnTo>
                  <a:pt x="358163" y="32449"/>
                </a:lnTo>
                <a:lnTo>
                  <a:pt x="358564" y="32680"/>
                </a:lnTo>
                <a:lnTo>
                  <a:pt x="358959" y="32923"/>
                </a:lnTo>
                <a:lnTo>
                  <a:pt x="359346" y="33179"/>
                </a:lnTo>
                <a:lnTo>
                  <a:pt x="359726" y="33447"/>
                </a:lnTo>
                <a:lnTo>
                  <a:pt x="360099" y="33728"/>
                </a:lnTo>
                <a:lnTo>
                  <a:pt x="360465" y="34021"/>
                </a:lnTo>
                <a:lnTo>
                  <a:pt x="360824" y="34324"/>
                </a:lnTo>
                <a:lnTo>
                  <a:pt x="361176" y="34635"/>
                </a:lnTo>
                <a:lnTo>
                  <a:pt x="361522" y="34953"/>
                </a:lnTo>
                <a:lnTo>
                  <a:pt x="361862" y="35279"/>
                </a:lnTo>
                <a:lnTo>
                  <a:pt x="362195" y="35612"/>
                </a:lnTo>
                <a:lnTo>
                  <a:pt x="362522" y="35953"/>
                </a:lnTo>
                <a:lnTo>
                  <a:pt x="362842" y="36302"/>
                </a:lnTo>
                <a:lnTo>
                  <a:pt x="363156" y="36657"/>
                </a:lnTo>
                <a:lnTo>
                  <a:pt x="363464" y="37021"/>
                </a:lnTo>
                <a:lnTo>
                  <a:pt x="363765" y="37392"/>
                </a:lnTo>
                <a:lnTo>
                  <a:pt x="364060" y="37770"/>
                </a:lnTo>
                <a:lnTo>
                  <a:pt x="364348" y="38156"/>
                </a:lnTo>
                <a:lnTo>
                  <a:pt x="364630" y="38550"/>
                </a:lnTo>
                <a:lnTo>
                  <a:pt x="364905" y="38951"/>
                </a:lnTo>
                <a:lnTo>
                  <a:pt x="365174" y="39360"/>
                </a:lnTo>
                <a:lnTo>
                  <a:pt x="365436" y="39776"/>
                </a:lnTo>
                <a:lnTo>
                  <a:pt x="365693" y="40199"/>
                </a:lnTo>
                <a:lnTo>
                  <a:pt x="365942" y="40631"/>
                </a:lnTo>
                <a:lnTo>
                  <a:pt x="366185" y="41069"/>
                </a:lnTo>
                <a:lnTo>
                  <a:pt x="366422" y="41516"/>
                </a:lnTo>
                <a:lnTo>
                  <a:pt x="366652" y="41970"/>
                </a:lnTo>
                <a:lnTo>
                  <a:pt x="366876" y="42431"/>
                </a:lnTo>
                <a:lnTo>
                  <a:pt x="367094" y="42900"/>
                </a:lnTo>
                <a:lnTo>
                  <a:pt x="367305" y="43376"/>
                </a:lnTo>
                <a:lnTo>
                  <a:pt x="367305" y="70265"/>
                </a:lnTo>
                <a:lnTo>
                  <a:pt x="367088" y="70689"/>
                </a:lnTo>
                <a:lnTo>
                  <a:pt x="366864" y="71108"/>
                </a:lnTo>
                <a:lnTo>
                  <a:pt x="366633" y="71523"/>
                </a:lnTo>
                <a:lnTo>
                  <a:pt x="366396" y="71932"/>
                </a:lnTo>
                <a:lnTo>
                  <a:pt x="366151" y="72337"/>
                </a:lnTo>
                <a:lnTo>
                  <a:pt x="365900" y="72737"/>
                </a:lnTo>
                <a:lnTo>
                  <a:pt x="365642" y="73131"/>
                </a:lnTo>
                <a:lnTo>
                  <a:pt x="365377" y="73521"/>
                </a:lnTo>
                <a:lnTo>
                  <a:pt x="365105" y="73906"/>
                </a:lnTo>
                <a:lnTo>
                  <a:pt x="364826" y="74286"/>
                </a:lnTo>
                <a:lnTo>
                  <a:pt x="364540" y="74661"/>
                </a:lnTo>
                <a:lnTo>
                  <a:pt x="364247" y="75031"/>
                </a:lnTo>
                <a:lnTo>
                  <a:pt x="363947" y="75396"/>
                </a:lnTo>
                <a:lnTo>
                  <a:pt x="363641" y="75756"/>
                </a:lnTo>
                <a:lnTo>
                  <a:pt x="363327" y="76111"/>
                </a:lnTo>
                <a:lnTo>
                  <a:pt x="363007" y="76462"/>
                </a:lnTo>
                <a:lnTo>
                  <a:pt x="362679" y="76807"/>
                </a:lnTo>
                <a:lnTo>
                  <a:pt x="362345" y="77147"/>
                </a:lnTo>
                <a:lnTo>
                  <a:pt x="362004" y="77483"/>
                </a:lnTo>
                <a:lnTo>
                  <a:pt x="361656" y="77813"/>
                </a:lnTo>
                <a:lnTo>
                  <a:pt x="361301" y="78139"/>
                </a:lnTo>
                <a:lnTo>
                  <a:pt x="360939" y="78460"/>
                </a:lnTo>
                <a:lnTo>
                  <a:pt x="360571" y="78775"/>
                </a:lnTo>
                <a:lnTo>
                  <a:pt x="360195" y="79086"/>
                </a:lnTo>
                <a:lnTo>
                  <a:pt x="359812" y="79388"/>
                </a:lnTo>
                <a:lnTo>
                  <a:pt x="359421" y="79677"/>
                </a:lnTo>
                <a:lnTo>
                  <a:pt x="359023" y="79953"/>
                </a:lnTo>
                <a:lnTo>
                  <a:pt x="358616" y="80216"/>
                </a:lnTo>
                <a:lnTo>
                  <a:pt x="358202" y="80467"/>
                </a:lnTo>
                <a:lnTo>
                  <a:pt x="357780" y="80704"/>
                </a:lnTo>
                <a:lnTo>
                  <a:pt x="357349" y="80929"/>
                </a:lnTo>
                <a:lnTo>
                  <a:pt x="356912" y="81141"/>
                </a:lnTo>
                <a:lnTo>
                  <a:pt x="356466" y="81340"/>
                </a:lnTo>
                <a:lnTo>
                  <a:pt x="356012" y="81526"/>
                </a:lnTo>
                <a:lnTo>
                  <a:pt x="355551" y="81699"/>
                </a:lnTo>
                <a:lnTo>
                  <a:pt x="355082" y="81860"/>
                </a:lnTo>
                <a:lnTo>
                  <a:pt x="354605" y="82008"/>
                </a:lnTo>
                <a:lnTo>
                  <a:pt x="354120" y="82142"/>
                </a:lnTo>
                <a:lnTo>
                  <a:pt x="353627" y="82264"/>
                </a:lnTo>
                <a:lnTo>
                  <a:pt x="353127" y="82373"/>
                </a:lnTo>
                <a:lnTo>
                  <a:pt x="352618" y="82470"/>
                </a:lnTo>
                <a:lnTo>
                  <a:pt x="352102" y="82553"/>
                </a:lnTo>
                <a:lnTo>
                  <a:pt x="351578" y="82624"/>
                </a:lnTo>
                <a:lnTo>
                  <a:pt x="351046" y="82682"/>
                </a:lnTo>
                <a:lnTo>
                  <a:pt x="350506" y="82727"/>
                </a:lnTo>
                <a:lnTo>
                  <a:pt x="349959" y="82759"/>
                </a:lnTo>
                <a:lnTo>
                  <a:pt x="349403" y="82778"/>
                </a:lnTo>
                <a:lnTo>
                  <a:pt x="348840" y="82784"/>
                </a:lnTo>
                <a:lnTo>
                  <a:pt x="348206" y="82773"/>
                </a:lnTo>
                <a:lnTo>
                  <a:pt x="347585" y="82738"/>
                </a:lnTo>
                <a:lnTo>
                  <a:pt x="346978" y="82680"/>
                </a:lnTo>
                <a:lnTo>
                  <a:pt x="346383" y="82600"/>
                </a:lnTo>
                <a:close/>
                <a:moveTo>
                  <a:pt x="487577" y="91942"/>
                </a:moveTo>
                <a:lnTo>
                  <a:pt x="488145" y="91894"/>
                </a:lnTo>
                <a:lnTo>
                  <a:pt x="488706" y="91836"/>
                </a:lnTo>
                <a:lnTo>
                  <a:pt x="489260" y="91766"/>
                </a:lnTo>
                <a:lnTo>
                  <a:pt x="489807" y="91687"/>
                </a:lnTo>
                <a:lnTo>
                  <a:pt x="490346" y="91596"/>
                </a:lnTo>
                <a:lnTo>
                  <a:pt x="490878" y="91495"/>
                </a:lnTo>
                <a:lnTo>
                  <a:pt x="491403" y="91383"/>
                </a:lnTo>
                <a:lnTo>
                  <a:pt x="491920" y="91260"/>
                </a:lnTo>
                <a:lnTo>
                  <a:pt x="492430" y="91127"/>
                </a:lnTo>
                <a:lnTo>
                  <a:pt x="492933" y="90983"/>
                </a:lnTo>
                <a:lnTo>
                  <a:pt x="493429" y="90828"/>
                </a:lnTo>
                <a:lnTo>
                  <a:pt x="493917" y="90663"/>
                </a:lnTo>
                <a:lnTo>
                  <a:pt x="494399" y="90487"/>
                </a:lnTo>
                <a:lnTo>
                  <a:pt x="494873" y="90301"/>
                </a:lnTo>
                <a:lnTo>
                  <a:pt x="495339" y="90104"/>
                </a:lnTo>
                <a:lnTo>
                  <a:pt x="495799" y="89896"/>
                </a:lnTo>
                <a:lnTo>
                  <a:pt x="496251" y="89677"/>
                </a:lnTo>
                <a:lnTo>
                  <a:pt x="496696" y="89448"/>
                </a:lnTo>
                <a:lnTo>
                  <a:pt x="497134" y="89208"/>
                </a:lnTo>
                <a:lnTo>
                  <a:pt x="497564" y="88958"/>
                </a:lnTo>
                <a:lnTo>
                  <a:pt x="497987" y="88699"/>
                </a:lnTo>
                <a:lnTo>
                  <a:pt x="498404" y="88433"/>
                </a:lnTo>
                <a:lnTo>
                  <a:pt x="498814" y="88160"/>
                </a:lnTo>
                <a:lnTo>
                  <a:pt x="499217" y="87881"/>
                </a:lnTo>
                <a:lnTo>
                  <a:pt x="499613" y="87595"/>
                </a:lnTo>
                <a:lnTo>
                  <a:pt x="500003" y="87303"/>
                </a:lnTo>
                <a:lnTo>
                  <a:pt x="500385" y="87003"/>
                </a:lnTo>
                <a:lnTo>
                  <a:pt x="500761" y="86698"/>
                </a:lnTo>
                <a:lnTo>
                  <a:pt x="501130" y="86385"/>
                </a:lnTo>
                <a:lnTo>
                  <a:pt x="501493" y="86066"/>
                </a:lnTo>
                <a:lnTo>
                  <a:pt x="501848" y="85740"/>
                </a:lnTo>
                <a:lnTo>
                  <a:pt x="502197" y="85407"/>
                </a:lnTo>
                <a:lnTo>
                  <a:pt x="502539" y="85068"/>
                </a:lnTo>
                <a:lnTo>
                  <a:pt x="502874" y="84722"/>
                </a:lnTo>
                <a:lnTo>
                  <a:pt x="503203" y="84369"/>
                </a:lnTo>
                <a:lnTo>
                  <a:pt x="503524" y="84010"/>
                </a:lnTo>
                <a:lnTo>
                  <a:pt x="503839" y="83644"/>
                </a:lnTo>
                <a:lnTo>
                  <a:pt x="504147" y="83271"/>
                </a:lnTo>
                <a:lnTo>
                  <a:pt x="504448" y="82892"/>
                </a:lnTo>
                <a:lnTo>
                  <a:pt x="504743" y="82506"/>
                </a:lnTo>
                <a:lnTo>
                  <a:pt x="505031" y="82113"/>
                </a:lnTo>
                <a:lnTo>
                  <a:pt x="505312" y="81714"/>
                </a:lnTo>
                <a:lnTo>
                  <a:pt x="505586" y="81308"/>
                </a:lnTo>
                <a:lnTo>
                  <a:pt x="505853" y="80895"/>
                </a:lnTo>
                <a:lnTo>
                  <a:pt x="506594" y="90813"/>
                </a:lnTo>
                <a:lnTo>
                  <a:pt x="516972" y="90813"/>
                </a:lnTo>
                <a:lnTo>
                  <a:pt x="516972" y="0"/>
                </a:lnTo>
                <a:lnTo>
                  <a:pt x="505988" y="0"/>
                </a:lnTo>
                <a:lnTo>
                  <a:pt x="505988" y="32453"/>
                </a:lnTo>
                <a:lnTo>
                  <a:pt x="505732" y="32023"/>
                </a:lnTo>
                <a:lnTo>
                  <a:pt x="505469" y="31602"/>
                </a:lnTo>
                <a:lnTo>
                  <a:pt x="505201" y="31188"/>
                </a:lnTo>
                <a:lnTo>
                  <a:pt x="504925" y="30781"/>
                </a:lnTo>
                <a:lnTo>
                  <a:pt x="504644" y="30382"/>
                </a:lnTo>
                <a:lnTo>
                  <a:pt x="504356" y="29990"/>
                </a:lnTo>
                <a:lnTo>
                  <a:pt x="504061" y="29606"/>
                </a:lnTo>
                <a:lnTo>
                  <a:pt x="503760" y="29229"/>
                </a:lnTo>
                <a:lnTo>
                  <a:pt x="503453" y="28860"/>
                </a:lnTo>
                <a:lnTo>
                  <a:pt x="503139" y="28498"/>
                </a:lnTo>
                <a:lnTo>
                  <a:pt x="502819" y="28144"/>
                </a:lnTo>
                <a:lnTo>
                  <a:pt x="502492" y="27797"/>
                </a:lnTo>
                <a:lnTo>
                  <a:pt x="502159" y="27458"/>
                </a:lnTo>
                <a:lnTo>
                  <a:pt x="501819" y="27126"/>
                </a:lnTo>
                <a:lnTo>
                  <a:pt x="501473" y="26802"/>
                </a:lnTo>
                <a:lnTo>
                  <a:pt x="501121" y="26485"/>
                </a:lnTo>
                <a:lnTo>
                  <a:pt x="500762" y="26176"/>
                </a:lnTo>
                <a:lnTo>
                  <a:pt x="500397" y="25874"/>
                </a:lnTo>
                <a:lnTo>
                  <a:pt x="500025" y="25580"/>
                </a:lnTo>
                <a:lnTo>
                  <a:pt x="499647" y="25293"/>
                </a:lnTo>
                <a:lnTo>
                  <a:pt x="499262" y="25014"/>
                </a:lnTo>
                <a:lnTo>
                  <a:pt x="498871" y="24742"/>
                </a:lnTo>
                <a:lnTo>
                  <a:pt x="498473" y="24478"/>
                </a:lnTo>
                <a:lnTo>
                  <a:pt x="498069" y="24221"/>
                </a:lnTo>
                <a:lnTo>
                  <a:pt x="497658" y="23974"/>
                </a:lnTo>
                <a:lnTo>
                  <a:pt x="497239" y="23736"/>
                </a:lnTo>
                <a:lnTo>
                  <a:pt x="496813" y="23510"/>
                </a:lnTo>
                <a:lnTo>
                  <a:pt x="496378" y="23294"/>
                </a:lnTo>
                <a:lnTo>
                  <a:pt x="495936" y="23088"/>
                </a:lnTo>
                <a:lnTo>
                  <a:pt x="495485" y="22893"/>
                </a:lnTo>
                <a:lnTo>
                  <a:pt x="495027" y="22709"/>
                </a:lnTo>
                <a:lnTo>
                  <a:pt x="494561" y="22535"/>
                </a:lnTo>
                <a:lnTo>
                  <a:pt x="494088" y="22371"/>
                </a:lnTo>
                <a:lnTo>
                  <a:pt x="493606" y="22218"/>
                </a:lnTo>
                <a:lnTo>
                  <a:pt x="493117" y="22076"/>
                </a:lnTo>
                <a:lnTo>
                  <a:pt x="492619" y="21944"/>
                </a:lnTo>
                <a:lnTo>
                  <a:pt x="492114" y="21823"/>
                </a:lnTo>
                <a:lnTo>
                  <a:pt x="491601" y="21712"/>
                </a:lnTo>
                <a:lnTo>
                  <a:pt x="491080" y="21612"/>
                </a:lnTo>
                <a:lnTo>
                  <a:pt x="490552" y="21523"/>
                </a:lnTo>
                <a:lnTo>
                  <a:pt x="490015" y="21444"/>
                </a:lnTo>
                <a:lnTo>
                  <a:pt x="489471" y="21375"/>
                </a:lnTo>
                <a:lnTo>
                  <a:pt x="488919" y="21317"/>
                </a:lnTo>
                <a:lnTo>
                  <a:pt x="488359" y="21270"/>
                </a:lnTo>
                <a:lnTo>
                  <a:pt x="487791" y="21233"/>
                </a:lnTo>
                <a:lnTo>
                  <a:pt x="487215" y="21206"/>
                </a:lnTo>
                <a:lnTo>
                  <a:pt x="486632" y="21191"/>
                </a:lnTo>
                <a:lnTo>
                  <a:pt x="486040" y="21185"/>
                </a:lnTo>
                <a:lnTo>
                  <a:pt x="485381" y="21192"/>
                </a:lnTo>
                <a:lnTo>
                  <a:pt x="484729" y="21213"/>
                </a:lnTo>
                <a:lnTo>
                  <a:pt x="484085" y="21248"/>
                </a:lnTo>
                <a:lnTo>
                  <a:pt x="483448" y="21297"/>
                </a:lnTo>
                <a:lnTo>
                  <a:pt x="482818" y="21360"/>
                </a:lnTo>
                <a:lnTo>
                  <a:pt x="482195" y="21437"/>
                </a:lnTo>
                <a:lnTo>
                  <a:pt x="481579" y="21528"/>
                </a:lnTo>
                <a:lnTo>
                  <a:pt x="480971" y="21633"/>
                </a:lnTo>
                <a:lnTo>
                  <a:pt x="480370" y="21752"/>
                </a:lnTo>
                <a:lnTo>
                  <a:pt x="479776" y="21885"/>
                </a:lnTo>
                <a:lnTo>
                  <a:pt x="479190" y="22033"/>
                </a:lnTo>
                <a:lnTo>
                  <a:pt x="478611" y="22194"/>
                </a:lnTo>
                <a:lnTo>
                  <a:pt x="478039" y="22369"/>
                </a:lnTo>
                <a:lnTo>
                  <a:pt x="477474" y="22558"/>
                </a:lnTo>
                <a:lnTo>
                  <a:pt x="476916" y="22761"/>
                </a:lnTo>
                <a:lnTo>
                  <a:pt x="476366" y="22978"/>
                </a:lnTo>
                <a:lnTo>
                  <a:pt x="475823" y="23209"/>
                </a:lnTo>
                <a:lnTo>
                  <a:pt x="475287" y="23454"/>
                </a:lnTo>
                <a:lnTo>
                  <a:pt x="474759" y="23713"/>
                </a:lnTo>
                <a:lnTo>
                  <a:pt x="474238" y="23986"/>
                </a:lnTo>
                <a:lnTo>
                  <a:pt x="473724" y="24273"/>
                </a:lnTo>
                <a:lnTo>
                  <a:pt x="473217" y="24574"/>
                </a:lnTo>
                <a:lnTo>
                  <a:pt x="472718" y="24890"/>
                </a:lnTo>
                <a:lnTo>
                  <a:pt x="472225" y="25219"/>
                </a:lnTo>
                <a:lnTo>
                  <a:pt x="471741" y="25562"/>
                </a:lnTo>
                <a:lnTo>
                  <a:pt x="471267" y="25918"/>
                </a:lnTo>
                <a:lnTo>
                  <a:pt x="470802" y="26288"/>
                </a:lnTo>
                <a:lnTo>
                  <a:pt x="470346" y="26672"/>
                </a:lnTo>
                <a:lnTo>
                  <a:pt x="469899" y="27070"/>
                </a:lnTo>
                <a:lnTo>
                  <a:pt x="469462" y="27481"/>
                </a:lnTo>
                <a:lnTo>
                  <a:pt x="469035" y="27906"/>
                </a:lnTo>
                <a:lnTo>
                  <a:pt x="468616" y="28344"/>
                </a:lnTo>
                <a:lnTo>
                  <a:pt x="468207" y="28796"/>
                </a:lnTo>
                <a:lnTo>
                  <a:pt x="467808" y="29262"/>
                </a:lnTo>
                <a:lnTo>
                  <a:pt x="467417" y="29741"/>
                </a:lnTo>
                <a:lnTo>
                  <a:pt x="467036" y="30234"/>
                </a:lnTo>
                <a:lnTo>
                  <a:pt x="466665" y="30741"/>
                </a:lnTo>
                <a:lnTo>
                  <a:pt x="466303" y="31261"/>
                </a:lnTo>
                <a:lnTo>
                  <a:pt x="465950" y="31795"/>
                </a:lnTo>
                <a:lnTo>
                  <a:pt x="465606" y="32342"/>
                </a:lnTo>
                <a:lnTo>
                  <a:pt x="465272" y="32903"/>
                </a:lnTo>
                <a:lnTo>
                  <a:pt x="464947" y="33478"/>
                </a:lnTo>
                <a:lnTo>
                  <a:pt x="464632" y="34067"/>
                </a:lnTo>
                <a:lnTo>
                  <a:pt x="464326" y="34669"/>
                </a:lnTo>
                <a:lnTo>
                  <a:pt x="464029" y="35284"/>
                </a:lnTo>
                <a:lnTo>
                  <a:pt x="463742" y="35914"/>
                </a:lnTo>
                <a:lnTo>
                  <a:pt x="463464" y="36557"/>
                </a:lnTo>
                <a:lnTo>
                  <a:pt x="463195" y="37213"/>
                </a:lnTo>
                <a:lnTo>
                  <a:pt x="462937" y="37883"/>
                </a:lnTo>
                <a:lnTo>
                  <a:pt x="462689" y="38567"/>
                </a:lnTo>
                <a:lnTo>
                  <a:pt x="462453" y="39264"/>
                </a:lnTo>
                <a:lnTo>
                  <a:pt x="462227" y="39975"/>
                </a:lnTo>
                <a:lnTo>
                  <a:pt x="462013" y="40699"/>
                </a:lnTo>
                <a:lnTo>
                  <a:pt x="461809" y="41436"/>
                </a:lnTo>
                <a:lnTo>
                  <a:pt x="461617" y="42188"/>
                </a:lnTo>
                <a:lnTo>
                  <a:pt x="461435" y="42952"/>
                </a:lnTo>
                <a:lnTo>
                  <a:pt x="461265" y="43731"/>
                </a:lnTo>
                <a:lnTo>
                  <a:pt x="461106" y="44522"/>
                </a:lnTo>
                <a:lnTo>
                  <a:pt x="460957" y="45328"/>
                </a:lnTo>
                <a:lnTo>
                  <a:pt x="460820" y="46147"/>
                </a:lnTo>
                <a:lnTo>
                  <a:pt x="460693" y="46979"/>
                </a:lnTo>
                <a:lnTo>
                  <a:pt x="460578" y="47825"/>
                </a:lnTo>
                <a:lnTo>
                  <a:pt x="460473" y="48684"/>
                </a:lnTo>
                <a:lnTo>
                  <a:pt x="460380" y="49557"/>
                </a:lnTo>
                <a:lnTo>
                  <a:pt x="460297" y="50444"/>
                </a:lnTo>
                <a:lnTo>
                  <a:pt x="460226" y="51344"/>
                </a:lnTo>
                <a:lnTo>
                  <a:pt x="460165" y="52257"/>
                </a:lnTo>
                <a:lnTo>
                  <a:pt x="460116" y="53184"/>
                </a:lnTo>
                <a:lnTo>
                  <a:pt x="460077" y="54125"/>
                </a:lnTo>
                <a:lnTo>
                  <a:pt x="460050" y="55079"/>
                </a:lnTo>
                <a:lnTo>
                  <a:pt x="460033" y="56047"/>
                </a:lnTo>
                <a:lnTo>
                  <a:pt x="460028" y="57028"/>
                </a:lnTo>
                <a:lnTo>
                  <a:pt x="460033" y="57980"/>
                </a:lnTo>
                <a:lnTo>
                  <a:pt x="460049" y="58919"/>
                </a:lnTo>
                <a:lnTo>
                  <a:pt x="460076" y="59845"/>
                </a:lnTo>
                <a:lnTo>
                  <a:pt x="460114" y="60759"/>
                </a:lnTo>
                <a:lnTo>
                  <a:pt x="460162" y="61659"/>
                </a:lnTo>
                <a:lnTo>
                  <a:pt x="460221" y="62547"/>
                </a:lnTo>
                <a:lnTo>
                  <a:pt x="460291" y="63421"/>
                </a:lnTo>
                <a:lnTo>
                  <a:pt x="460372" y="64283"/>
                </a:lnTo>
                <a:lnTo>
                  <a:pt x="460464" y="65132"/>
                </a:lnTo>
                <a:lnTo>
                  <a:pt x="460566" y="65968"/>
                </a:lnTo>
                <a:lnTo>
                  <a:pt x="460679" y="66791"/>
                </a:lnTo>
                <a:lnTo>
                  <a:pt x="460803" y="67601"/>
                </a:lnTo>
                <a:lnTo>
                  <a:pt x="460937" y="68398"/>
                </a:lnTo>
                <a:lnTo>
                  <a:pt x="461083" y="69182"/>
                </a:lnTo>
                <a:lnTo>
                  <a:pt x="461239" y="69954"/>
                </a:lnTo>
                <a:lnTo>
                  <a:pt x="461405" y="70712"/>
                </a:lnTo>
                <a:lnTo>
                  <a:pt x="461583" y="71458"/>
                </a:lnTo>
                <a:lnTo>
                  <a:pt x="461771" y="72190"/>
                </a:lnTo>
                <a:lnTo>
                  <a:pt x="461971" y="72910"/>
                </a:lnTo>
                <a:lnTo>
                  <a:pt x="462180" y="73617"/>
                </a:lnTo>
                <a:lnTo>
                  <a:pt x="462401" y="74311"/>
                </a:lnTo>
                <a:lnTo>
                  <a:pt x="462633" y="74992"/>
                </a:lnTo>
                <a:lnTo>
                  <a:pt x="462875" y="75660"/>
                </a:lnTo>
                <a:lnTo>
                  <a:pt x="463128" y="76316"/>
                </a:lnTo>
                <a:lnTo>
                  <a:pt x="463390" y="76958"/>
                </a:lnTo>
                <a:lnTo>
                  <a:pt x="463662" y="77587"/>
                </a:lnTo>
                <a:lnTo>
                  <a:pt x="463943" y="78203"/>
                </a:lnTo>
                <a:lnTo>
                  <a:pt x="464232" y="78805"/>
                </a:lnTo>
                <a:lnTo>
                  <a:pt x="464530" y="79394"/>
                </a:lnTo>
                <a:lnTo>
                  <a:pt x="464838" y="79970"/>
                </a:lnTo>
                <a:lnTo>
                  <a:pt x="465154" y="80533"/>
                </a:lnTo>
                <a:lnTo>
                  <a:pt x="465479" y="81082"/>
                </a:lnTo>
                <a:lnTo>
                  <a:pt x="465813" y="81618"/>
                </a:lnTo>
                <a:lnTo>
                  <a:pt x="466156" y="82141"/>
                </a:lnTo>
                <a:lnTo>
                  <a:pt x="466507" y="82650"/>
                </a:lnTo>
                <a:lnTo>
                  <a:pt x="466868" y="83146"/>
                </a:lnTo>
                <a:lnTo>
                  <a:pt x="467237" y="83629"/>
                </a:lnTo>
                <a:lnTo>
                  <a:pt x="467616" y="84099"/>
                </a:lnTo>
                <a:lnTo>
                  <a:pt x="468003" y="84556"/>
                </a:lnTo>
                <a:lnTo>
                  <a:pt x="468399" y="84999"/>
                </a:lnTo>
                <a:lnTo>
                  <a:pt x="468804" y="85429"/>
                </a:lnTo>
                <a:lnTo>
                  <a:pt x="469218" y="85845"/>
                </a:lnTo>
                <a:lnTo>
                  <a:pt x="469641" y="86248"/>
                </a:lnTo>
                <a:lnTo>
                  <a:pt x="470073" y="86638"/>
                </a:lnTo>
                <a:lnTo>
                  <a:pt x="470513" y="87015"/>
                </a:lnTo>
                <a:lnTo>
                  <a:pt x="470963" y="87379"/>
                </a:lnTo>
                <a:lnTo>
                  <a:pt x="471421" y="87729"/>
                </a:lnTo>
                <a:lnTo>
                  <a:pt x="471888" y="88066"/>
                </a:lnTo>
                <a:lnTo>
                  <a:pt x="472364" y="88389"/>
                </a:lnTo>
                <a:lnTo>
                  <a:pt x="472846" y="88699"/>
                </a:lnTo>
                <a:lnTo>
                  <a:pt x="473335" y="88994"/>
                </a:lnTo>
                <a:lnTo>
                  <a:pt x="473831" y="89276"/>
                </a:lnTo>
                <a:lnTo>
                  <a:pt x="474335" y="89545"/>
                </a:lnTo>
                <a:lnTo>
                  <a:pt x="474845" y="89799"/>
                </a:lnTo>
                <a:lnTo>
                  <a:pt x="475362" y="90040"/>
                </a:lnTo>
                <a:lnTo>
                  <a:pt x="475887" y="90267"/>
                </a:lnTo>
                <a:lnTo>
                  <a:pt x="476418" y="90480"/>
                </a:lnTo>
                <a:lnTo>
                  <a:pt x="476957" y="90680"/>
                </a:lnTo>
                <a:lnTo>
                  <a:pt x="477502" y="90865"/>
                </a:lnTo>
                <a:lnTo>
                  <a:pt x="478055" y="91037"/>
                </a:lnTo>
                <a:lnTo>
                  <a:pt x="478614" y="91195"/>
                </a:lnTo>
                <a:lnTo>
                  <a:pt x="479181" y="91340"/>
                </a:lnTo>
                <a:lnTo>
                  <a:pt x="479754" y="91471"/>
                </a:lnTo>
                <a:lnTo>
                  <a:pt x="480335" y="91587"/>
                </a:lnTo>
                <a:lnTo>
                  <a:pt x="480922" y="91691"/>
                </a:lnTo>
                <a:lnTo>
                  <a:pt x="481517" y="91780"/>
                </a:lnTo>
                <a:lnTo>
                  <a:pt x="482118" y="91856"/>
                </a:lnTo>
                <a:lnTo>
                  <a:pt x="482727" y="91918"/>
                </a:lnTo>
                <a:lnTo>
                  <a:pt x="483343" y="91966"/>
                </a:lnTo>
                <a:lnTo>
                  <a:pt x="483965" y="92000"/>
                </a:lnTo>
                <a:lnTo>
                  <a:pt x="484595" y="92021"/>
                </a:lnTo>
                <a:lnTo>
                  <a:pt x="485232" y="92028"/>
                </a:lnTo>
                <a:lnTo>
                  <a:pt x="485829" y="92022"/>
                </a:lnTo>
                <a:lnTo>
                  <a:pt x="486419" y="92006"/>
                </a:lnTo>
                <a:lnTo>
                  <a:pt x="487002" y="91980"/>
                </a:lnTo>
                <a:lnTo>
                  <a:pt x="487577" y="91942"/>
                </a:lnTo>
                <a:close/>
                <a:moveTo>
                  <a:pt x="484729" y="82600"/>
                </a:moveTo>
                <a:lnTo>
                  <a:pt x="484147" y="82496"/>
                </a:lnTo>
                <a:lnTo>
                  <a:pt x="483578" y="82369"/>
                </a:lnTo>
                <a:lnTo>
                  <a:pt x="483023" y="82219"/>
                </a:lnTo>
                <a:lnTo>
                  <a:pt x="482480" y="82045"/>
                </a:lnTo>
                <a:lnTo>
                  <a:pt x="481950" y="81849"/>
                </a:lnTo>
                <a:lnTo>
                  <a:pt x="481433" y="81630"/>
                </a:lnTo>
                <a:lnTo>
                  <a:pt x="480929" y="81387"/>
                </a:lnTo>
                <a:lnTo>
                  <a:pt x="480439" y="81122"/>
                </a:lnTo>
                <a:lnTo>
                  <a:pt x="479961" y="80833"/>
                </a:lnTo>
                <a:lnTo>
                  <a:pt x="479496" y="80522"/>
                </a:lnTo>
                <a:lnTo>
                  <a:pt x="479044" y="80187"/>
                </a:lnTo>
                <a:lnTo>
                  <a:pt x="478605" y="79829"/>
                </a:lnTo>
                <a:lnTo>
                  <a:pt x="478179" y="79448"/>
                </a:lnTo>
                <a:lnTo>
                  <a:pt x="477766" y="79044"/>
                </a:lnTo>
                <a:lnTo>
                  <a:pt x="477366" y="78617"/>
                </a:lnTo>
                <a:lnTo>
                  <a:pt x="476979" y="78166"/>
                </a:lnTo>
                <a:lnTo>
                  <a:pt x="476605" y="77693"/>
                </a:lnTo>
                <a:lnTo>
                  <a:pt x="476244" y="77197"/>
                </a:lnTo>
                <a:lnTo>
                  <a:pt x="475896" y="76677"/>
                </a:lnTo>
                <a:lnTo>
                  <a:pt x="475561" y="76134"/>
                </a:lnTo>
                <a:lnTo>
                  <a:pt x="475239" y="75570"/>
                </a:lnTo>
                <a:lnTo>
                  <a:pt x="474931" y="74985"/>
                </a:lnTo>
                <a:lnTo>
                  <a:pt x="474637" y="74380"/>
                </a:lnTo>
                <a:lnTo>
                  <a:pt x="474357" y="73754"/>
                </a:lnTo>
                <a:lnTo>
                  <a:pt x="474090" y="73108"/>
                </a:lnTo>
                <a:lnTo>
                  <a:pt x="473836" y="72442"/>
                </a:lnTo>
                <a:lnTo>
                  <a:pt x="473597" y="71755"/>
                </a:lnTo>
                <a:lnTo>
                  <a:pt x="473371" y="71048"/>
                </a:lnTo>
                <a:lnTo>
                  <a:pt x="473159" y="70320"/>
                </a:lnTo>
                <a:lnTo>
                  <a:pt x="472960" y="69572"/>
                </a:lnTo>
                <a:lnTo>
                  <a:pt x="472776" y="68804"/>
                </a:lnTo>
                <a:lnTo>
                  <a:pt x="472604" y="68016"/>
                </a:lnTo>
                <a:lnTo>
                  <a:pt x="472447" y="67207"/>
                </a:lnTo>
                <a:lnTo>
                  <a:pt x="472303" y="66377"/>
                </a:lnTo>
                <a:lnTo>
                  <a:pt x="472173" y="65527"/>
                </a:lnTo>
                <a:lnTo>
                  <a:pt x="472057" y="64657"/>
                </a:lnTo>
                <a:lnTo>
                  <a:pt x="471954" y="63767"/>
                </a:lnTo>
                <a:lnTo>
                  <a:pt x="471865" y="62856"/>
                </a:lnTo>
                <a:lnTo>
                  <a:pt x="471790" y="61925"/>
                </a:lnTo>
                <a:lnTo>
                  <a:pt x="471728" y="60973"/>
                </a:lnTo>
                <a:lnTo>
                  <a:pt x="471680" y="60001"/>
                </a:lnTo>
                <a:lnTo>
                  <a:pt x="471646" y="59009"/>
                </a:lnTo>
                <a:lnTo>
                  <a:pt x="471626" y="57996"/>
                </a:lnTo>
                <a:lnTo>
                  <a:pt x="471619" y="56963"/>
                </a:lnTo>
                <a:lnTo>
                  <a:pt x="471626" y="55906"/>
                </a:lnTo>
                <a:lnTo>
                  <a:pt x="471647" y="54870"/>
                </a:lnTo>
                <a:lnTo>
                  <a:pt x="471683" y="53854"/>
                </a:lnTo>
                <a:lnTo>
                  <a:pt x="471733" y="52860"/>
                </a:lnTo>
                <a:lnTo>
                  <a:pt x="471797" y="51885"/>
                </a:lnTo>
                <a:lnTo>
                  <a:pt x="471876" y="50932"/>
                </a:lnTo>
                <a:lnTo>
                  <a:pt x="471969" y="49999"/>
                </a:lnTo>
                <a:lnTo>
                  <a:pt x="472076" y="49086"/>
                </a:lnTo>
                <a:lnTo>
                  <a:pt x="472197" y="48195"/>
                </a:lnTo>
                <a:lnTo>
                  <a:pt x="472333" y="47324"/>
                </a:lnTo>
                <a:lnTo>
                  <a:pt x="472482" y="46473"/>
                </a:lnTo>
                <a:lnTo>
                  <a:pt x="472647" y="45643"/>
                </a:lnTo>
                <a:lnTo>
                  <a:pt x="472825" y="44834"/>
                </a:lnTo>
                <a:lnTo>
                  <a:pt x="473018" y="44045"/>
                </a:lnTo>
                <a:lnTo>
                  <a:pt x="473225" y="43277"/>
                </a:lnTo>
                <a:lnTo>
                  <a:pt x="473446" y="42530"/>
                </a:lnTo>
                <a:lnTo>
                  <a:pt x="473681" y="41803"/>
                </a:lnTo>
                <a:lnTo>
                  <a:pt x="473931" y="41097"/>
                </a:lnTo>
                <a:lnTo>
                  <a:pt x="474195" y="40412"/>
                </a:lnTo>
                <a:lnTo>
                  <a:pt x="474474" y="39747"/>
                </a:lnTo>
                <a:lnTo>
                  <a:pt x="474766" y="39102"/>
                </a:lnTo>
                <a:lnTo>
                  <a:pt x="475073" y="38479"/>
                </a:lnTo>
                <a:lnTo>
                  <a:pt x="475394" y="37876"/>
                </a:lnTo>
                <a:lnTo>
                  <a:pt x="475730" y="37293"/>
                </a:lnTo>
                <a:lnTo>
                  <a:pt x="476079" y="36733"/>
                </a:lnTo>
                <a:lnTo>
                  <a:pt x="476443" y="36197"/>
                </a:lnTo>
                <a:lnTo>
                  <a:pt x="476822" y="35684"/>
                </a:lnTo>
                <a:lnTo>
                  <a:pt x="477214" y="35196"/>
                </a:lnTo>
                <a:lnTo>
                  <a:pt x="477621" y="34731"/>
                </a:lnTo>
                <a:lnTo>
                  <a:pt x="478042" y="34290"/>
                </a:lnTo>
                <a:lnTo>
                  <a:pt x="478477" y="33873"/>
                </a:lnTo>
                <a:lnTo>
                  <a:pt x="478927" y="33480"/>
                </a:lnTo>
                <a:lnTo>
                  <a:pt x="479391" y="33110"/>
                </a:lnTo>
                <a:lnTo>
                  <a:pt x="479869" y="32764"/>
                </a:lnTo>
                <a:lnTo>
                  <a:pt x="480361" y="32443"/>
                </a:lnTo>
                <a:lnTo>
                  <a:pt x="480868" y="32145"/>
                </a:lnTo>
                <a:lnTo>
                  <a:pt x="481389" y="31871"/>
                </a:lnTo>
                <a:lnTo>
                  <a:pt x="481924" y="31620"/>
                </a:lnTo>
                <a:lnTo>
                  <a:pt x="482474" y="31394"/>
                </a:lnTo>
                <a:lnTo>
                  <a:pt x="483038" y="31191"/>
                </a:lnTo>
                <a:lnTo>
                  <a:pt x="483616" y="31012"/>
                </a:lnTo>
                <a:lnTo>
                  <a:pt x="484208" y="30858"/>
                </a:lnTo>
                <a:lnTo>
                  <a:pt x="484815" y="30726"/>
                </a:lnTo>
                <a:lnTo>
                  <a:pt x="485436" y="30619"/>
                </a:lnTo>
                <a:lnTo>
                  <a:pt x="486071" y="30536"/>
                </a:lnTo>
                <a:lnTo>
                  <a:pt x="486720" y="30476"/>
                </a:lnTo>
                <a:lnTo>
                  <a:pt x="487384" y="30440"/>
                </a:lnTo>
                <a:lnTo>
                  <a:pt x="488062" y="30428"/>
                </a:lnTo>
                <a:lnTo>
                  <a:pt x="488592" y="30435"/>
                </a:lnTo>
                <a:lnTo>
                  <a:pt x="489115" y="30453"/>
                </a:lnTo>
                <a:lnTo>
                  <a:pt x="489630" y="30485"/>
                </a:lnTo>
                <a:lnTo>
                  <a:pt x="490139" y="30528"/>
                </a:lnTo>
                <a:lnTo>
                  <a:pt x="490640" y="30584"/>
                </a:lnTo>
                <a:lnTo>
                  <a:pt x="491135" y="30653"/>
                </a:lnTo>
                <a:lnTo>
                  <a:pt x="491622" y="30734"/>
                </a:lnTo>
                <a:lnTo>
                  <a:pt x="492102" y="30828"/>
                </a:lnTo>
                <a:lnTo>
                  <a:pt x="492575" y="30934"/>
                </a:lnTo>
                <a:lnTo>
                  <a:pt x="493040" y="31052"/>
                </a:lnTo>
                <a:lnTo>
                  <a:pt x="493499" y="31183"/>
                </a:lnTo>
                <a:lnTo>
                  <a:pt x="493950" y="31327"/>
                </a:lnTo>
                <a:lnTo>
                  <a:pt x="494395" y="31483"/>
                </a:lnTo>
                <a:lnTo>
                  <a:pt x="494832" y="31651"/>
                </a:lnTo>
                <a:lnTo>
                  <a:pt x="495262" y="31832"/>
                </a:lnTo>
                <a:lnTo>
                  <a:pt x="495685" y="32025"/>
                </a:lnTo>
                <a:lnTo>
                  <a:pt x="496100" y="32231"/>
                </a:lnTo>
                <a:lnTo>
                  <a:pt x="496509" y="32449"/>
                </a:lnTo>
                <a:lnTo>
                  <a:pt x="496910" y="32680"/>
                </a:lnTo>
                <a:lnTo>
                  <a:pt x="497305" y="32923"/>
                </a:lnTo>
                <a:lnTo>
                  <a:pt x="497692" y="33179"/>
                </a:lnTo>
                <a:lnTo>
                  <a:pt x="498072" y="33447"/>
                </a:lnTo>
                <a:lnTo>
                  <a:pt x="498445" y="33728"/>
                </a:lnTo>
                <a:lnTo>
                  <a:pt x="498811" y="34021"/>
                </a:lnTo>
                <a:lnTo>
                  <a:pt x="499170" y="34324"/>
                </a:lnTo>
                <a:lnTo>
                  <a:pt x="499522" y="34635"/>
                </a:lnTo>
                <a:lnTo>
                  <a:pt x="499868" y="34953"/>
                </a:lnTo>
                <a:lnTo>
                  <a:pt x="500208" y="35279"/>
                </a:lnTo>
                <a:lnTo>
                  <a:pt x="500541" y="35612"/>
                </a:lnTo>
                <a:lnTo>
                  <a:pt x="500868" y="35953"/>
                </a:lnTo>
                <a:lnTo>
                  <a:pt x="501189" y="36302"/>
                </a:lnTo>
                <a:lnTo>
                  <a:pt x="501503" y="36657"/>
                </a:lnTo>
                <a:lnTo>
                  <a:pt x="501810" y="37021"/>
                </a:lnTo>
                <a:lnTo>
                  <a:pt x="502111" y="37392"/>
                </a:lnTo>
                <a:lnTo>
                  <a:pt x="502406" y="37770"/>
                </a:lnTo>
                <a:lnTo>
                  <a:pt x="502694" y="38156"/>
                </a:lnTo>
                <a:lnTo>
                  <a:pt x="502976" y="38550"/>
                </a:lnTo>
                <a:lnTo>
                  <a:pt x="503251" y="38951"/>
                </a:lnTo>
                <a:lnTo>
                  <a:pt x="503520" y="39360"/>
                </a:lnTo>
                <a:lnTo>
                  <a:pt x="503783" y="39776"/>
                </a:lnTo>
                <a:lnTo>
                  <a:pt x="504039" y="40199"/>
                </a:lnTo>
                <a:lnTo>
                  <a:pt x="504288" y="40631"/>
                </a:lnTo>
                <a:lnTo>
                  <a:pt x="504531" y="41069"/>
                </a:lnTo>
                <a:lnTo>
                  <a:pt x="504768" y="41516"/>
                </a:lnTo>
                <a:lnTo>
                  <a:pt x="504999" y="41970"/>
                </a:lnTo>
                <a:lnTo>
                  <a:pt x="505222" y="42431"/>
                </a:lnTo>
                <a:lnTo>
                  <a:pt x="505440" y="42900"/>
                </a:lnTo>
                <a:lnTo>
                  <a:pt x="505651" y="43376"/>
                </a:lnTo>
                <a:lnTo>
                  <a:pt x="505651" y="70265"/>
                </a:lnTo>
                <a:lnTo>
                  <a:pt x="505434" y="70689"/>
                </a:lnTo>
                <a:lnTo>
                  <a:pt x="505210" y="71108"/>
                </a:lnTo>
                <a:lnTo>
                  <a:pt x="504980" y="71523"/>
                </a:lnTo>
                <a:lnTo>
                  <a:pt x="504742" y="71932"/>
                </a:lnTo>
                <a:lnTo>
                  <a:pt x="504498" y="72337"/>
                </a:lnTo>
                <a:lnTo>
                  <a:pt x="504246" y="72737"/>
                </a:lnTo>
                <a:lnTo>
                  <a:pt x="503988" y="73131"/>
                </a:lnTo>
                <a:lnTo>
                  <a:pt x="503723" y="73521"/>
                </a:lnTo>
                <a:lnTo>
                  <a:pt x="503451" y="73906"/>
                </a:lnTo>
                <a:lnTo>
                  <a:pt x="503172" y="74286"/>
                </a:lnTo>
                <a:lnTo>
                  <a:pt x="502886" y="74661"/>
                </a:lnTo>
                <a:lnTo>
                  <a:pt x="502593" y="75031"/>
                </a:lnTo>
                <a:lnTo>
                  <a:pt x="502293" y="75396"/>
                </a:lnTo>
                <a:lnTo>
                  <a:pt x="501987" y="75756"/>
                </a:lnTo>
                <a:lnTo>
                  <a:pt x="501673" y="76111"/>
                </a:lnTo>
                <a:lnTo>
                  <a:pt x="501353" y="76462"/>
                </a:lnTo>
                <a:lnTo>
                  <a:pt x="501026" y="76807"/>
                </a:lnTo>
                <a:lnTo>
                  <a:pt x="500691" y="77147"/>
                </a:lnTo>
                <a:lnTo>
                  <a:pt x="500350" y="77483"/>
                </a:lnTo>
                <a:lnTo>
                  <a:pt x="500002" y="77813"/>
                </a:lnTo>
                <a:lnTo>
                  <a:pt x="499647" y="78139"/>
                </a:lnTo>
                <a:lnTo>
                  <a:pt x="499286" y="78460"/>
                </a:lnTo>
                <a:lnTo>
                  <a:pt x="498917" y="78775"/>
                </a:lnTo>
                <a:lnTo>
                  <a:pt x="498541" y="79086"/>
                </a:lnTo>
                <a:lnTo>
                  <a:pt x="498158" y="79388"/>
                </a:lnTo>
                <a:lnTo>
                  <a:pt x="497767" y="79677"/>
                </a:lnTo>
                <a:lnTo>
                  <a:pt x="497369" y="79953"/>
                </a:lnTo>
                <a:lnTo>
                  <a:pt x="496962" y="80216"/>
                </a:lnTo>
                <a:lnTo>
                  <a:pt x="496548" y="80467"/>
                </a:lnTo>
                <a:lnTo>
                  <a:pt x="496126" y="80704"/>
                </a:lnTo>
                <a:lnTo>
                  <a:pt x="495696" y="80929"/>
                </a:lnTo>
                <a:lnTo>
                  <a:pt x="495258" y="81141"/>
                </a:lnTo>
                <a:lnTo>
                  <a:pt x="494812" y="81340"/>
                </a:lnTo>
                <a:lnTo>
                  <a:pt x="494359" y="81526"/>
                </a:lnTo>
                <a:lnTo>
                  <a:pt x="493897" y="81699"/>
                </a:lnTo>
                <a:lnTo>
                  <a:pt x="493428" y="81860"/>
                </a:lnTo>
                <a:lnTo>
                  <a:pt x="492951" y="82008"/>
                </a:lnTo>
                <a:lnTo>
                  <a:pt x="492466" y="82142"/>
                </a:lnTo>
                <a:lnTo>
                  <a:pt x="491973" y="82264"/>
                </a:lnTo>
                <a:lnTo>
                  <a:pt x="491473" y="82373"/>
                </a:lnTo>
                <a:lnTo>
                  <a:pt x="490964" y="82470"/>
                </a:lnTo>
                <a:lnTo>
                  <a:pt x="490448" y="82553"/>
                </a:lnTo>
                <a:lnTo>
                  <a:pt x="489924" y="82624"/>
                </a:lnTo>
                <a:lnTo>
                  <a:pt x="489392" y="82682"/>
                </a:lnTo>
                <a:lnTo>
                  <a:pt x="488852" y="82727"/>
                </a:lnTo>
                <a:lnTo>
                  <a:pt x="488305" y="82759"/>
                </a:lnTo>
                <a:lnTo>
                  <a:pt x="487749" y="82778"/>
                </a:lnTo>
                <a:lnTo>
                  <a:pt x="487186" y="82784"/>
                </a:lnTo>
                <a:lnTo>
                  <a:pt x="486552" y="82773"/>
                </a:lnTo>
                <a:lnTo>
                  <a:pt x="485932" y="82738"/>
                </a:lnTo>
                <a:lnTo>
                  <a:pt x="485324" y="82680"/>
                </a:lnTo>
                <a:lnTo>
                  <a:pt x="484729" y="82600"/>
                </a:lnTo>
                <a:close/>
                <a:moveTo>
                  <a:pt x="227252" y="41599"/>
                </a:moveTo>
                <a:lnTo>
                  <a:pt x="227442" y="41344"/>
                </a:lnTo>
                <a:lnTo>
                  <a:pt x="227633" y="41092"/>
                </a:lnTo>
                <a:lnTo>
                  <a:pt x="227827" y="40843"/>
                </a:lnTo>
                <a:lnTo>
                  <a:pt x="228022" y="40597"/>
                </a:lnTo>
                <a:lnTo>
                  <a:pt x="228218" y="40352"/>
                </a:lnTo>
                <a:lnTo>
                  <a:pt x="228417" y="40111"/>
                </a:lnTo>
                <a:lnTo>
                  <a:pt x="228617" y="39872"/>
                </a:lnTo>
                <a:lnTo>
                  <a:pt x="228819" y="39636"/>
                </a:lnTo>
                <a:lnTo>
                  <a:pt x="229023" y="39402"/>
                </a:lnTo>
                <a:lnTo>
                  <a:pt x="229228" y="39171"/>
                </a:lnTo>
                <a:lnTo>
                  <a:pt x="229435" y="38942"/>
                </a:lnTo>
                <a:lnTo>
                  <a:pt x="229644" y="38717"/>
                </a:lnTo>
                <a:lnTo>
                  <a:pt x="229855" y="38493"/>
                </a:lnTo>
                <a:lnTo>
                  <a:pt x="230068" y="38272"/>
                </a:lnTo>
                <a:lnTo>
                  <a:pt x="230282" y="38054"/>
                </a:lnTo>
                <a:lnTo>
                  <a:pt x="230498" y="37839"/>
                </a:lnTo>
                <a:lnTo>
                  <a:pt x="230716" y="37626"/>
                </a:lnTo>
                <a:lnTo>
                  <a:pt x="230935" y="37415"/>
                </a:lnTo>
                <a:lnTo>
                  <a:pt x="231157" y="37208"/>
                </a:lnTo>
                <a:lnTo>
                  <a:pt x="231380" y="37002"/>
                </a:lnTo>
                <a:lnTo>
                  <a:pt x="231605" y="36800"/>
                </a:lnTo>
                <a:lnTo>
                  <a:pt x="231831" y="36600"/>
                </a:lnTo>
                <a:lnTo>
                  <a:pt x="232060" y="36403"/>
                </a:lnTo>
                <a:lnTo>
                  <a:pt x="232293" y="36209"/>
                </a:lnTo>
                <a:lnTo>
                  <a:pt x="232529" y="36019"/>
                </a:lnTo>
                <a:lnTo>
                  <a:pt x="232768" y="35833"/>
                </a:lnTo>
                <a:lnTo>
                  <a:pt x="233011" y="35650"/>
                </a:lnTo>
                <a:lnTo>
                  <a:pt x="233257" y="35471"/>
                </a:lnTo>
                <a:lnTo>
                  <a:pt x="233506" y="35296"/>
                </a:lnTo>
                <a:lnTo>
                  <a:pt x="233759" y="35124"/>
                </a:lnTo>
                <a:lnTo>
                  <a:pt x="234016" y="34955"/>
                </a:lnTo>
                <a:lnTo>
                  <a:pt x="234275" y="34791"/>
                </a:lnTo>
                <a:lnTo>
                  <a:pt x="234538" y="34629"/>
                </a:lnTo>
                <a:lnTo>
                  <a:pt x="234805" y="34472"/>
                </a:lnTo>
                <a:lnTo>
                  <a:pt x="235075" y="34318"/>
                </a:lnTo>
                <a:lnTo>
                  <a:pt x="235348" y="34168"/>
                </a:lnTo>
                <a:lnTo>
                  <a:pt x="235624" y="34021"/>
                </a:lnTo>
                <a:lnTo>
                  <a:pt x="235905" y="33878"/>
                </a:lnTo>
                <a:lnTo>
                  <a:pt x="236188" y="33738"/>
                </a:lnTo>
                <a:lnTo>
                  <a:pt x="236475" y="33602"/>
                </a:lnTo>
                <a:lnTo>
                  <a:pt x="236765" y="33470"/>
                </a:lnTo>
                <a:lnTo>
                  <a:pt x="237059" y="33341"/>
                </a:lnTo>
                <a:lnTo>
                  <a:pt x="237356" y="33216"/>
                </a:lnTo>
                <a:lnTo>
                  <a:pt x="237656" y="33094"/>
                </a:lnTo>
                <a:lnTo>
                  <a:pt x="237960" y="32976"/>
                </a:lnTo>
                <a:lnTo>
                  <a:pt x="238267" y="32862"/>
                </a:lnTo>
                <a:lnTo>
                  <a:pt x="238578" y="32751"/>
                </a:lnTo>
                <a:lnTo>
                  <a:pt x="238893" y="32645"/>
                </a:lnTo>
                <a:lnTo>
                  <a:pt x="239212" y="32544"/>
                </a:lnTo>
                <a:lnTo>
                  <a:pt x="239536" y="32448"/>
                </a:lnTo>
                <a:lnTo>
                  <a:pt x="239864" y="32356"/>
                </a:lnTo>
                <a:lnTo>
                  <a:pt x="240196" y="32269"/>
                </a:lnTo>
                <a:lnTo>
                  <a:pt x="240532" y="32187"/>
                </a:lnTo>
                <a:lnTo>
                  <a:pt x="240873" y="32110"/>
                </a:lnTo>
                <a:lnTo>
                  <a:pt x="241217" y="32037"/>
                </a:lnTo>
                <a:lnTo>
                  <a:pt x="241566" y="31969"/>
                </a:lnTo>
                <a:lnTo>
                  <a:pt x="241919" y="31905"/>
                </a:lnTo>
                <a:lnTo>
                  <a:pt x="242277" y="31846"/>
                </a:lnTo>
                <a:lnTo>
                  <a:pt x="242638" y="31792"/>
                </a:lnTo>
                <a:lnTo>
                  <a:pt x="243004" y="31743"/>
                </a:lnTo>
                <a:lnTo>
                  <a:pt x="243374" y="31698"/>
                </a:lnTo>
                <a:lnTo>
                  <a:pt x="243748" y="31658"/>
                </a:lnTo>
                <a:lnTo>
                  <a:pt x="244126" y="31623"/>
                </a:lnTo>
                <a:lnTo>
                  <a:pt x="244509" y="31593"/>
                </a:lnTo>
                <a:lnTo>
                  <a:pt x="244896" y="31567"/>
                </a:lnTo>
                <a:lnTo>
                  <a:pt x="245287" y="31546"/>
                </a:lnTo>
                <a:lnTo>
                  <a:pt x="245682" y="31529"/>
                </a:lnTo>
                <a:lnTo>
                  <a:pt x="246081" y="31517"/>
                </a:lnTo>
                <a:lnTo>
                  <a:pt x="246485" y="31510"/>
                </a:lnTo>
                <a:lnTo>
                  <a:pt x="246893" y="31508"/>
                </a:lnTo>
                <a:lnTo>
                  <a:pt x="248443" y="31508"/>
                </a:lnTo>
                <a:lnTo>
                  <a:pt x="248443" y="21185"/>
                </a:lnTo>
                <a:lnTo>
                  <a:pt x="247095" y="21185"/>
                </a:lnTo>
                <a:lnTo>
                  <a:pt x="246449" y="21191"/>
                </a:lnTo>
                <a:lnTo>
                  <a:pt x="245812" y="21209"/>
                </a:lnTo>
                <a:lnTo>
                  <a:pt x="245186" y="21239"/>
                </a:lnTo>
                <a:lnTo>
                  <a:pt x="244570" y="21281"/>
                </a:lnTo>
                <a:lnTo>
                  <a:pt x="243964" y="21335"/>
                </a:lnTo>
                <a:lnTo>
                  <a:pt x="243368" y="21400"/>
                </a:lnTo>
                <a:lnTo>
                  <a:pt x="242781" y="21478"/>
                </a:lnTo>
                <a:lnTo>
                  <a:pt x="242205" y="21568"/>
                </a:lnTo>
                <a:lnTo>
                  <a:pt x="241640" y="21669"/>
                </a:lnTo>
                <a:lnTo>
                  <a:pt x="241084" y="21783"/>
                </a:lnTo>
                <a:lnTo>
                  <a:pt x="240538" y="21908"/>
                </a:lnTo>
                <a:lnTo>
                  <a:pt x="240002" y="22045"/>
                </a:lnTo>
                <a:lnTo>
                  <a:pt x="239477" y="22195"/>
                </a:lnTo>
                <a:lnTo>
                  <a:pt x="238961" y="22356"/>
                </a:lnTo>
                <a:lnTo>
                  <a:pt x="238455" y="22529"/>
                </a:lnTo>
                <a:lnTo>
                  <a:pt x="237960" y="22715"/>
                </a:lnTo>
                <a:lnTo>
                  <a:pt x="237474" y="22912"/>
                </a:lnTo>
                <a:lnTo>
                  <a:pt x="236999" y="23121"/>
                </a:lnTo>
                <a:lnTo>
                  <a:pt x="236534" y="23342"/>
                </a:lnTo>
                <a:lnTo>
                  <a:pt x="236079" y="23575"/>
                </a:lnTo>
                <a:lnTo>
                  <a:pt x="235633" y="23820"/>
                </a:lnTo>
                <a:lnTo>
                  <a:pt x="235198" y="24077"/>
                </a:lnTo>
                <a:lnTo>
                  <a:pt x="234773" y="24345"/>
                </a:lnTo>
                <a:lnTo>
                  <a:pt x="234358" y="24626"/>
                </a:lnTo>
                <a:lnTo>
                  <a:pt x="233952" y="24916"/>
                </a:lnTo>
                <a:lnTo>
                  <a:pt x="233553" y="25211"/>
                </a:lnTo>
                <a:lnTo>
                  <a:pt x="233161" y="25512"/>
                </a:lnTo>
                <a:lnTo>
                  <a:pt x="232776" y="25818"/>
                </a:lnTo>
                <a:lnTo>
                  <a:pt x="232399" y="26130"/>
                </a:lnTo>
                <a:lnTo>
                  <a:pt x="232029" y="26448"/>
                </a:lnTo>
                <a:lnTo>
                  <a:pt x="231666" y="26771"/>
                </a:lnTo>
                <a:lnTo>
                  <a:pt x="231311" y="27100"/>
                </a:lnTo>
                <a:lnTo>
                  <a:pt x="230962" y="27435"/>
                </a:lnTo>
                <a:lnTo>
                  <a:pt x="230621" y="27775"/>
                </a:lnTo>
                <a:lnTo>
                  <a:pt x="230288" y="28120"/>
                </a:lnTo>
                <a:lnTo>
                  <a:pt x="229961" y="28472"/>
                </a:lnTo>
                <a:lnTo>
                  <a:pt x="229642" y="28829"/>
                </a:lnTo>
                <a:lnTo>
                  <a:pt x="229330" y="29192"/>
                </a:lnTo>
                <a:lnTo>
                  <a:pt x="229025" y="29560"/>
                </a:lnTo>
                <a:lnTo>
                  <a:pt x="228727" y="29934"/>
                </a:lnTo>
                <a:lnTo>
                  <a:pt x="228437" y="30313"/>
                </a:lnTo>
                <a:lnTo>
                  <a:pt x="228154" y="30698"/>
                </a:lnTo>
                <a:lnTo>
                  <a:pt x="227878" y="31089"/>
                </a:lnTo>
                <a:lnTo>
                  <a:pt x="227610" y="31486"/>
                </a:lnTo>
                <a:lnTo>
                  <a:pt x="227349" y="31888"/>
                </a:lnTo>
                <a:lnTo>
                  <a:pt x="227095" y="32295"/>
                </a:lnTo>
                <a:lnTo>
                  <a:pt x="226848" y="32708"/>
                </a:lnTo>
                <a:lnTo>
                  <a:pt x="226608" y="33127"/>
                </a:lnTo>
                <a:lnTo>
                  <a:pt x="226204" y="22400"/>
                </a:lnTo>
                <a:lnTo>
                  <a:pt x="215624" y="22400"/>
                </a:lnTo>
                <a:lnTo>
                  <a:pt x="215624" y="90813"/>
                </a:lnTo>
                <a:lnTo>
                  <a:pt x="226878" y="90813"/>
                </a:lnTo>
                <a:lnTo>
                  <a:pt x="226878" y="42115"/>
                </a:lnTo>
                <a:lnTo>
                  <a:pt x="227064" y="41856"/>
                </a:lnTo>
                <a:lnTo>
                  <a:pt x="227252" y="41599"/>
                </a:lnTo>
                <a:close/>
                <a:moveTo>
                  <a:pt x="276937" y="91947"/>
                </a:moveTo>
                <a:lnTo>
                  <a:pt x="277538" y="91902"/>
                </a:lnTo>
                <a:lnTo>
                  <a:pt x="278132" y="91846"/>
                </a:lnTo>
                <a:lnTo>
                  <a:pt x="278720" y="91781"/>
                </a:lnTo>
                <a:lnTo>
                  <a:pt x="279301" y="91705"/>
                </a:lnTo>
                <a:lnTo>
                  <a:pt x="279877" y="91620"/>
                </a:lnTo>
                <a:lnTo>
                  <a:pt x="280446" y="91524"/>
                </a:lnTo>
                <a:lnTo>
                  <a:pt x="281008" y="91418"/>
                </a:lnTo>
                <a:lnTo>
                  <a:pt x="281564" y="91302"/>
                </a:lnTo>
                <a:lnTo>
                  <a:pt x="282114" y="91176"/>
                </a:lnTo>
                <a:lnTo>
                  <a:pt x="282658" y="91040"/>
                </a:lnTo>
                <a:lnTo>
                  <a:pt x="283196" y="90894"/>
                </a:lnTo>
                <a:lnTo>
                  <a:pt x="283727" y="90738"/>
                </a:lnTo>
                <a:lnTo>
                  <a:pt x="284251" y="90572"/>
                </a:lnTo>
                <a:lnTo>
                  <a:pt x="284770" y="90396"/>
                </a:lnTo>
                <a:lnTo>
                  <a:pt x="285282" y="90209"/>
                </a:lnTo>
                <a:lnTo>
                  <a:pt x="285788" y="90013"/>
                </a:lnTo>
                <a:lnTo>
                  <a:pt x="286287" y="89806"/>
                </a:lnTo>
                <a:lnTo>
                  <a:pt x="286780" y="89590"/>
                </a:lnTo>
                <a:lnTo>
                  <a:pt x="287267" y="89363"/>
                </a:lnTo>
                <a:lnTo>
                  <a:pt x="287748" y="89126"/>
                </a:lnTo>
                <a:lnTo>
                  <a:pt x="288222" y="88881"/>
                </a:lnTo>
                <a:lnTo>
                  <a:pt x="288692" y="88628"/>
                </a:lnTo>
                <a:lnTo>
                  <a:pt x="289157" y="88368"/>
                </a:lnTo>
                <a:lnTo>
                  <a:pt x="289618" y="88101"/>
                </a:lnTo>
                <a:lnTo>
                  <a:pt x="290073" y="87827"/>
                </a:lnTo>
                <a:lnTo>
                  <a:pt x="290523" y="87545"/>
                </a:lnTo>
                <a:lnTo>
                  <a:pt x="290969" y="87256"/>
                </a:lnTo>
                <a:lnTo>
                  <a:pt x="291409" y="86960"/>
                </a:lnTo>
                <a:lnTo>
                  <a:pt x="291845" y="86656"/>
                </a:lnTo>
                <a:lnTo>
                  <a:pt x="292275" y="86346"/>
                </a:lnTo>
                <a:lnTo>
                  <a:pt x="292701" y="86028"/>
                </a:lnTo>
                <a:lnTo>
                  <a:pt x="293122" y="85702"/>
                </a:lnTo>
                <a:lnTo>
                  <a:pt x="293538" y="85370"/>
                </a:lnTo>
                <a:lnTo>
                  <a:pt x="293949" y="85030"/>
                </a:lnTo>
                <a:lnTo>
                  <a:pt x="294355" y="84683"/>
                </a:lnTo>
                <a:lnTo>
                  <a:pt x="294756" y="84329"/>
                </a:lnTo>
                <a:lnTo>
                  <a:pt x="295152" y="83967"/>
                </a:lnTo>
                <a:lnTo>
                  <a:pt x="295544" y="83598"/>
                </a:lnTo>
                <a:lnTo>
                  <a:pt x="295930" y="83222"/>
                </a:lnTo>
                <a:lnTo>
                  <a:pt x="296312" y="82839"/>
                </a:lnTo>
                <a:lnTo>
                  <a:pt x="296688" y="82448"/>
                </a:lnTo>
                <a:lnTo>
                  <a:pt x="297060" y="82050"/>
                </a:lnTo>
                <a:lnTo>
                  <a:pt x="297427" y="81645"/>
                </a:lnTo>
                <a:lnTo>
                  <a:pt x="297789" y="81233"/>
                </a:lnTo>
                <a:lnTo>
                  <a:pt x="298193" y="90813"/>
                </a:lnTo>
                <a:lnTo>
                  <a:pt x="308571" y="90813"/>
                </a:lnTo>
                <a:lnTo>
                  <a:pt x="308571" y="45073"/>
                </a:lnTo>
                <a:lnTo>
                  <a:pt x="308568" y="44463"/>
                </a:lnTo>
                <a:lnTo>
                  <a:pt x="308557" y="43863"/>
                </a:lnTo>
                <a:lnTo>
                  <a:pt x="308539" y="43271"/>
                </a:lnTo>
                <a:lnTo>
                  <a:pt x="308515" y="42690"/>
                </a:lnTo>
                <a:lnTo>
                  <a:pt x="308483" y="42117"/>
                </a:lnTo>
                <a:lnTo>
                  <a:pt x="308445" y="41554"/>
                </a:lnTo>
                <a:lnTo>
                  <a:pt x="308399" y="41000"/>
                </a:lnTo>
                <a:lnTo>
                  <a:pt x="308346" y="40456"/>
                </a:lnTo>
                <a:lnTo>
                  <a:pt x="308287" y="39921"/>
                </a:lnTo>
                <a:lnTo>
                  <a:pt x="308220" y="39395"/>
                </a:lnTo>
                <a:lnTo>
                  <a:pt x="308146" y="38879"/>
                </a:lnTo>
                <a:lnTo>
                  <a:pt x="308066" y="38372"/>
                </a:lnTo>
                <a:lnTo>
                  <a:pt x="307978" y="37875"/>
                </a:lnTo>
                <a:lnTo>
                  <a:pt x="307883" y="37387"/>
                </a:lnTo>
                <a:lnTo>
                  <a:pt x="307781" y="36909"/>
                </a:lnTo>
                <a:lnTo>
                  <a:pt x="307673" y="36439"/>
                </a:lnTo>
                <a:lnTo>
                  <a:pt x="307557" y="35980"/>
                </a:lnTo>
                <a:lnTo>
                  <a:pt x="307434" y="35529"/>
                </a:lnTo>
                <a:lnTo>
                  <a:pt x="307304" y="35088"/>
                </a:lnTo>
                <a:lnTo>
                  <a:pt x="307167" y="34656"/>
                </a:lnTo>
                <a:lnTo>
                  <a:pt x="307023" y="34234"/>
                </a:lnTo>
                <a:lnTo>
                  <a:pt x="306872" y="33821"/>
                </a:lnTo>
                <a:lnTo>
                  <a:pt x="306714" y="33418"/>
                </a:lnTo>
                <a:lnTo>
                  <a:pt x="306549" y="33024"/>
                </a:lnTo>
                <a:lnTo>
                  <a:pt x="306378" y="32638"/>
                </a:lnTo>
                <a:lnTo>
                  <a:pt x="306202" y="32260"/>
                </a:lnTo>
                <a:lnTo>
                  <a:pt x="306021" y="31888"/>
                </a:lnTo>
                <a:lnTo>
                  <a:pt x="305834" y="31524"/>
                </a:lnTo>
                <a:lnTo>
                  <a:pt x="305643" y="31167"/>
                </a:lnTo>
                <a:lnTo>
                  <a:pt x="305446" y="30817"/>
                </a:lnTo>
                <a:lnTo>
                  <a:pt x="305244" y="30475"/>
                </a:lnTo>
                <a:lnTo>
                  <a:pt x="305037" y="30139"/>
                </a:lnTo>
                <a:lnTo>
                  <a:pt x="304825" y="29811"/>
                </a:lnTo>
                <a:lnTo>
                  <a:pt x="304607" y="29490"/>
                </a:lnTo>
                <a:lnTo>
                  <a:pt x="304385" y="29176"/>
                </a:lnTo>
                <a:lnTo>
                  <a:pt x="304157" y="28870"/>
                </a:lnTo>
                <a:lnTo>
                  <a:pt x="303924" y="28570"/>
                </a:lnTo>
                <a:lnTo>
                  <a:pt x="303686" y="28278"/>
                </a:lnTo>
                <a:lnTo>
                  <a:pt x="303443" y="27993"/>
                </a:lnTo>
                <a:lnTo>
                  <a:pt x="303195" y="27715"/>
                </a:lnTo>
                <a:lnTo>
                  <a:pt x="302941" y="27445"/>
                </a:lnTo>
                <a:lnTo>
                  <a:pt x="302683" y="27181"/>
                </a:lnTo>
                <a:lnTo>
                  <a:pt x="302419" y="26925"/>
                </a:lnTo>
                <a:lnTo>
                  <a:pt x="302150" y="26676"/>
                </a:lnTo>
                <a:lnTo>
                  <a:pt x="301876" y="26434"/>
                </a:lnTo>
                <a:lnTo>
                  <a:pt x="301597" y="26200"/>
                </a:lnTo>
                <a:lnTo>
                  <a:pt x="301313" y="25972"/>
                </a:lnTo>
                <a:lnTo>
                  <a:pt x="301023" y="25752"/>
                </a:lnTo>
                <a:lnTo>
                  <a:pt x="300730" y="25538"/>
                </a:lnTo>
                <a:lnTo>
                  <a:pt x="300433" y="25330"/>
                </a:lnTo>
                <a:lnTo>
                  <a:pt x="300134" y="25127"/>
                </a:lnTo>
                <a:lnTo>
                  <a:pt x="299831" y="24930"/>
                </a:lnTo>
                <a:lnTo>
                  <a:pt x="299525" y="24739"/>
                </a:lnTo>
                <a:lnTo>
                  <a:pt x="299216" y="24553"/>
                </a:lnTo>
                <a:lnTo>
                  <a:pt x="298905" y="24373"/>
                </a:lnTo>
                <a:lnTo>
                  <a:pt x="298590" y="24199"/>
                </a:lnTo>
                <a:lnTo>
                  <a:pt x="298272" y="24030"/>
                </a:lnTo>
                <a:lnTo>
                  <a:pt x="297951" y="23866"/>
                </a:lnTo>
                <a:lnTo>
                  <a:pt x="297627" y="23709"/>
                </a:lnTo>
                <a:lnTo>
                  <a:pt x="297300" y="23557"/>
                </a:lnTo>
                <a:lnTo>
                  <a:pt x="296970" y="23410"/>
                </a:lnTo>
                <a:lnTo>
                  <a:pt x="296637" y="23269"/>
                </a:lnTo>
                <a:lnTo>
                  <a:pt x="296301" y="23134"/>
                </a:lnTo>
                <a:lnTo>
                  <a:pt x="295962" y="23005"/>
                </a:lnTo>
                <a:lnTo>
                  <a:pt x="295619" y="22881"/>
                </a:lnTo>
                <a:lnTo>
                  <a:pt x="295274" y="22762"/>
                </a:lnTo>
                <a:lnTo>
                  <a:pt x="294926" y="22649"/>
                </a:lnTo>
                <a:lnTo>
                  <a:pt x="294574" y="22542"/>
                </a:lnTo>
                <a:lnTo>
                  <a:pt x="294220" y="22441"/>
                </a:lnTo>
                <a:lnTo>
                  <a:pt x="293863" y="22345"/>
                </a:lnTo>
                <a:lnTo>
                  <a:pt x="293502" y="22255"/>
                </a:lnTo>
                <a:lnTo>
                  <a:pt x="293139" y="22170"/>
                </a:lnTo>
                <a:lnTo>
                  <a:pt x="292773" y="22090"/>
                </a:lnTo>
                <a:lnTo>
                  <a:pt x="292406" y="22013"/>
                </a:lnTo>
                <a:lnTo>
                  <a:pt x="292038" y="21939"/>
                </a:lnTo>
                <a:lnTo>
                  <a:pt x="291669" y="21869"/>
                </a:lnTo>
                <a:lnTo>
                  <a:pt x="291299" y="21802"/>
                </a:lnTo>
                <a:lnTo>
                  <a:pt x="290927" y="21739"/>
                </a:lnTo>
                <a:lnTo>
                  <a:pt x="290555" y="21679"/>
                </a:lnTo>
                <a:lnTo>
                  <a:pt x="290181" y="21623"/>
                </a:lnTo>
                <a:lnTo>
                  <a:pt x="289806" y="21570"/>
                </a:lnTo>
                <a:lnTo>
                  <a:pt x="289430" y="21520"/>
                </a:lnTo>
                <a:lnTo>
                  <a:pt x="289053" y="21474"/>
                </a:lnTo>
                <a:lnTo>
                  <a:pt x="288674" y="21431"/>
                </a:lnTo>
                <a:lnTo>
                  <a:pt x="288294" y="21392"/>
                </a:lnTo>
                <a:lnTo>
                  <a:pt x="287914" y="21356"/>
                </a:lnTo>
                <a:lnTo>
                  <a:pt x="287532" y="21324"/>
                </a:lnTo>
                <a:lnTo>
                  <a:pt x="287148" y="21295"/>
                </a:lnTo>
                <a:lnTo>
                  <a:pt x="286764" y="21269"/>
                </a:lnTo>
                <a:lnTo>
                  <a:pt x="286379" y="21247"/>
                </a:lnTo>
                <a:lnTo>
                  <a:pt x="285992" y="21228"/>
                </a:lnTo>
                <a:lnTo>
                  <a:pt x="285604" y="21213"/>
                </a:lnTo>
                <a:lnTo>
                  <a:pt x="285215" y="21201"/>
                </a:lnTo>
                <a:lnTo>
                  <a:pt x="284825" y="21192"/>
                </a:lnTo>
                <a:lnTo>
                  <a:pt x="284434" y="21187"/>
                </a:lnTo>
                <a:lnTo>
                  <a:pt x="284041" y="21185"/>
                </a:lnTo>
                <a:lnTo>
                  <a:pt x="283421" y="21189"/>
                </a:lnTo>
                <a:lnTo>
                  <a:pt x="282806" y="21202"/>
                </a:lnTo>
                <a:lnTo>
                  <a:pt x="282196" y="21222"/>
                </a:lnTo>
                <a:lnTo>
                  <a:pt x="281593" y="21251"/>
                </a:lnTo>
                <a:lnTo>
                  <a:pt x="280994" y="21287"/>
                </a:lnTo>
                <a:lnTo>
                  <a:pt x="280402" y="21332"/>
                </a:lnTo>
                <a:lnTo>
                  <a:pt x="279815" y="21385"/>
                </a:lnTo>
                <a:lnTo>
                  <a:pt x="279234" y="21447"/>
                </a:lnTo>
                <a:lnTo>
                  <a:pt x="278658" y="21516"/>
                </a:lnTo>
                <a:lnTo>
                  <a:pt x="278088" y="21594"/>
                </a:lnTo>
                <a:lnTo>
                  <a:pt x="277524" y="21680"/>
                </a:lnTo>
                <a:lnTo>
                  <a:pt x="276965" y="21773"/>
                </a:lnTo>
                <a:lnTo>
                  <a:pt x="276412" y="21876"/>
                </a:lnTo>
                <a:lnTo>
                  <a:pt x="275864" y="21986"/>
                </a:lnTo>
                <a:lnTo>
                  <a:pt x="275322" y="22104"/>
                </a:lnTo>
                <a:lnTo>
                  <a:pt x="274786" y="22231"/>
                </a:lnTo>
                <a:lnTo>
                  <a:pt x="274255" y="22366"/>
                </a:lnTo>
                <a:lnTo>
                  <a:pt x="273730" y="22509"/>
                </a:lnTo>
                <a:lnTo>
                  <a:pt x="273211" y="22660"/>
                </a:lnTo>
                <a:lnTo>
                  <a:pt x="272697" y="22819"/>
                </a:lnTo>
                <a:lnTo>
                  <a:pt x="272189" y="22987"/>
                </a:lnTo>
                <a:lnTo>
                  <a:pt x="271686" y="23162"/>
                </a:lnTo>
                <a:lnTo>
                  <a:pt x="271189" y="23346"/>
                </a:lnTo>
                <a:lnTo>
                  <a:pt x="270698" y="23538"/>
                </a:lnTo>
                <a:lnTo>
                  <a:pt x="270214" y="23739"/>
                </a:lnTo>
                <a:lnTo>
                  <a:pt x="269738" y="23950"/>
                </a:lnTo>
                <a:lnTo>
                  <a:pt x="269272" y="24170"/>
                </a:lnTo>
                <a:lnTo>
                  <a:pt x="268814" y="24400"/>
                </a:lnTo>
                <a:lnTo>
                  <a:pt x="268365" y="24640"/>
                </a:lnTo>
                <a:lnTo>
                  <a:pt x="267924" y="24889"/>
                </a:lnTo>
                <a:lnTo>
                  <a:pt x="267493" y="25149"/>
                </a:lnTo>
                <a:lnTo>
                  <a:pt x="267070" y="25418"/>
                </a:lnTo>
                <a:lnTo>
                  <a:pt x="266656" y="25697"/>
                </a:lnTo>
                <a:lnTo>
                  <a:pt x="266251" y="25985"/>
                </a:lnTo>
                <a:lnTo>
                  <a:pt x="265854" y="26284"/>
                </a:lnTo>
                <a:lnTo>
                  <a:pt x="265467" y="26592"/>
                </a:lnTo>
                <a:lnTo>
                  <a:pt x="265088" y="26910"/>
                </a:lnTo>
                <a:lnTo>
                  <a:pt x="264718" y="27237"/>
                </a:lnTo>
                <a:lnTo>
                  <a:pt x="264356" y="27575"/>
                </a:lnTo>
                <a:lnTo>
                  <a:pt x="264004" y="27922"/>
                </a:lnTo>
                <a:lnTo>
                  <a:pt x="263660" y="28279"/>
                </a:lnTo>
                <a:lnTo>
                  <a:pt x="263325" y="28645"/>
                </a:lnTo>
                <a:lnTo>
                  <a:pt x="262999" y="29022"/>
                </a:lnTo>
                <a:lnTo>
                  <a:pt x="262681" y="29408"/>
                </a:lnTo>
                <a:lnTo>
                  <a:pt x="262373" y="29804"/>
                </a:lnTo>
                <a:lnTo>
                  <a:pt x="262073" y="30210"/>
                </a:lnTo>
                <a:lnTo>
                  <a:pt x="261781" y="30625"/>
                </a:lnTo>
                <a:lnTo>
                  <a:pt x="261499" y="31050"/>
                </a:lnTo>
                <a:lnTo>
                  <a:pt x="261227" y="31486"/>
                </a:lnTo>
                <a:lnTo>
                  <a:pt x="260966" y="31932"/>
                </a:lnTo>
                <a:lnTo>
                  <a:pt x="260717" y="32389"/>
                </a:lnTo>
                <a:lnTo>
                  <a:pt x="260480" y="32857"/>
                </a:lnTo>
                <a:lnTo>
                  <a:pt x="260254" y="33336"/>
                </a:lnTo>
                <a:lnTo>
                  <a:pt x="260040" y="33826"/>
                </a:lnTo>
                <a:lnTo>
                  <a:pt x="259837" y="34326"/>
                </a:lnTo>
                <a:lnTo>
                  <a:pt x="259646" y="34837"/>
                </a:lnTo>
                <a:lnTo>
                  <a:pt x="259466" y="35360"/>
                </a:lnTo>
                <a:lnTo>
                  <a:pt x="259298" y="35893"/>
                </a:lnTo>
                <a:lnTo>
                  <a:pt x="259142" y="36437"/>
                </a:lnTo>
                <a:lnTo>
                  <a:pt x="258997" y="36991"/>
                </a:lnTo>
                <a:lnTo>
                  <a:pt x="258864" y="37557"/>
                </a:lnTo>
                <a:lnTo>
                  <a:pt x="258742" y="38134"/>
                </a:lnTo>
                <a:lnTo>
                  <a:pt x="258632" y="38721"/>
                </a:lnTo>
                <a:lnTo>
                  <a:pt x="258534" y="39319"/>
                </a:lnTo>
                <a:lnTo>
                  <a:pt x="258447" y="39928"/>
                </a:lnTo>
                <a:lnTo>
                  <a:pt x="258372" y="40548"/>
                </a:lnTo>
                <a:lnTo>
                  <a:pt x="258308" y="41179"/>
                </a:lnTo>
                <a:lnTo>
                  <a:pt x="258256" y="41821"/>
                </a:lnTo>
                <a:lnTo>
                  <a:pt x="258215" y="42473"/>
                </a:lnTo>
                <a:lnTo>
                  <a:pt x="258186" y="43136"/>
                </a:lnTo>
                <a:lnTo>
                  <a:pt x="258169" y="43811"/>
                </a:lnTo>
                <a:lnTo>
                  <a:pt x="258163" y="44496"/>
                </a:lnTo>
                <a:lnTo>
                  <a:pt x="269080" y="44496"/>
                </a:lnTo>
                <a:lnTo>
                  <a:pt x="269088" y="43851"/>
                </a:lnTo>
                <a:lnTo>
                  <a:pt x="269110" y="43220"/>
                </a:lnTo>
                <a:lnTo>
                  <a:pt x="269148" y="42605"/>
                </a:lnTo>
                <a:lnTo>
                  <a:pt x="269200" y="42004"/>
                </a:lnTo>
                <a:lnTo>
                  <a:pt x="269268" y="41418"/>
                </a:lnTo>
                <a:lnTo>
                  <a:pt x="269350" y="40848"/>
                </a:lnTo>
                <a:lnTo>
                  <a:pt x="269447" y="40291"/>
                </a:lnTo>
                <a:lnTo>
                  <a:pt x="269560" y="39750"/>
                </a:lnTo>
                <a:lnTo>
                  <a:pt x="269687" y="39224"/>
                </a:lnTo>
                <a:lnTo>
                  <a:pt x="269829" y="38712"/>
                </a:lnTo>
                <a:lnTo>
                  <a:pt x="269986" y="38215"/>
                </a:lnTo>
                <a:lnTo>
                  <a:pt x="270159" y="37734"/>
                </a:lnTo>
                <a:lnTo>
                  <a:pt x="270346" y="37267"/>
                </a:lnTo>
                <a:lnTo>
                  <a:pt x="270548" y="36814"/>
                </a:lnTo>
                <a:lnTo>
                  <a:pt x="270765" y="36377"/>
                </a:lnTo>
                <a:lnTo>
                  <a:pt x="270997" y="35954"/>
                </a:lnTo>
                <a:lnTo>
                  <a:pt x="271244" y="35547"/>
                </a:lnTo>
                <a:lnTo>
                  <a:pt x="271506" y="35154"/>
                </a:lnTo>
                <a:lnTo>
                  <a:pt x="271784" y="34776"/>
                </a:lnTo>
                <a:lnTo>
                  <a:pt x="272076" y="34413"/>
                </a:lnTo>
                <a:lnTo>
                  <a:pt x="272383" y="34064"/>
                </a:lnTo>
                <a:lnTo>
                  <a:pt x="272705" y="33731"/>
                </a:lnTo>
                <a:lnTo>
                  <a:pt x="273041" y="33412"/>
                </a:lnTo>
                <a:lnTo>
                  <a:pt x="273393" y="33108"/>
                </a:lnTo>
                <a:lnTo>
                  <a:pt x="273756" y="32818"/>
                </a:lnTo>
                <a:lnTo>
                  <a:pt x="274126" y="32540"/>
                </a:lnTo>
                <a:lnTo>
                  <a:pt x="274503" y="32275"/>
                </a:lnTo>
                <a:lnTo>
                  <a:pt x="274887" y="32021"/>
                </a:lnTo>
                <a:lnTo>
                  <a:pt x="275278" y="31781"/>
                </a:lnTo>
                <a:lnTo>
                  <a:pt x="275676" y="31552"/>
                </a:lnTo>
                <a:lnTo>
                  <a:pt x="276081" y="31336"/>
                </a:lnTo>
                <a:lnTo>
                  <a:pt x="276493" y="31132"/>
                </a:lnTo>
                <a:lnTo>
                  <a:pt x="276912" y="30941"/>
                </a:lnTo>
                <a:lnTo>
                  <a:pt x="277339" y="30762"/>
                </a:lnTo>
                <a:lnTo>
                  <a:pt x="277772" y="30595"/>
                </a:lnTo>
                <a:lnTo>
                  <a:pt x="278212" y="30441"/>
                </a:lnTo>
                <a:lnTo>
                  <a:pt x="278659" y="30299"/>
                </a:lnTo>
                <a:lnTo>
                  <a:pt x="279113" y="30169"/>
                </a:lnTo>
                <a:lnTo>
                  <a:pt x="279574" y="30052"/>
                </a:lnTo>
                <a:lnTo>
                  <a:pt x="280043" y="29947"/>
                </a:lnTo>
                <a:lnTo>
                  <a:pt x="280518" y="29854"/>
                </a:lnTo>
                <a:lnTo>
                  <a:pt x="281000" y="29774"/>
                </a:lnTo>
                <a:lnTo>
                  <a:pt x="281489" y="29706"/>
                </a:lnTo>
                <a:lnTo>
                  <a:pt x="281986" y="29650"/>
                </a:lnTo>
                <a:lnTo>
                  <a:pt x="282489" y="29607"/>
                </a:lnTo>
                <a:lnTo>
                  <a:pt x="282999" y="29576"/>
                </a:lnTo>
                <a:lnTo>
                  <a:pt x="283517" y="29558"/>
                </a:lnTo>
                <a:lnTo>
                  <a:pt x="284041" y="29551"/>
                </a:lnTo>
                <a:lnTo>
                  <a:pt x="284521" y="29557"/>
                </a:lnTo>
                <a:lnTo>
                  <a:pt x="284993" y="29575"/>
                </a:lnTo>
                <a:lnTo>
                  <a:pt x="285459" y="29604"/>
                </a:lnTo>
                <a:lnTo>
                  <a:pt x="285919" y="29645"/>
                </a:lnTo>
                <a:lnTo>
                  <a:pt x="286371" y="29697"/>
                </a:lnTo>
                <a:lnTo>
                  <a:pt x="286817" y="29762"/>
                </a:lnTo>
                <a:lnTo>
                  <a:pt x="287256" y="29838"/>
                </a:lnTo>
                <a:lnTo>
                  <a:pt x="287688" y="29925"/>
                </a:lnTo>
                <a:lnTo>
                  <a:pt x="288113" y="30025"/>
                </a:lnTo>
                <a:lnTo>
                  <a:pt x="288531" y="30136"/>
                </a:lnTo>
                <a:lnTo>
                  <a:pt x="288943" y="30258"/>
                </a:lnTo>
                <a:lnTo>
                  <a:pt x="289348" y="30393"/>
                </a:lnTo>
                <a:lnTo>
                  <a:pt x="289746" y="30539"/>
                </a:lnTo>
                <a:lnTo>
                  <a:pt x="290138" y="30696"/>
                </a:lnTo>
                <a:lnTo>
                  <a:pt x="290522" y="30866"/>
                </a:lnTo>
                <a:lnTo>
                  <a:pt x="290900" y="31047"/>
                </a:lnTo>
                <a:lnTo>
                  <a:pt x="291271" y="31240"/>
                </a:lnTo>
                <a:lnTo>
                  <a:pt x="291635" y="31444"/>
                </a:lnTo>
                <a:lnTo>
                  <a:pt x="291992" y="31660"/>
                </a:lnTo>
                <a:lnTo>
                  <a:pt x="292343" y="31888"/>
                </a:lnTo>
                <a:lnTo>
                  <a:pt x="292687" y="32128"/>
                </a:lnTo>
                <a:lnTo>
                  <a:pt x="293024" y="32379"/>
                </a:lnTo>
                <a:lnTo>
                  <a:pt x="293354" y="32642"/>
                </a:lnTo>
                <a:lnTo>
                  <a:pt x="293678" y="32916"/>
                </a:lnTo>
                <a:lnTo>
                  <a:pt x="293991" y="33207"/>
                </a:lnTo>
                <a:lnTo>
                  <a:pt x="294291" y="33517"/>
                </a:lnTo>
                <a:lnTo>
                  <a:pt x="294578" y="33846"/>
                </a:lnTo>
                <a:lnTo>
                  <a:pt x="294852" y="34196"/>
                </a:lnTo>
                <a:lnTo>
                  <a:pt x="295112" y="34565"/>
                </a:lnTo>
                <a:lnTo>
                  <a:pt x="295358" y="34954"/>
                </a:lnTo>
                <a:lnTo>
                  <a:pt x="295592" y="35363"/>
                </a:lnTo>
                <a:lnTo>
                  <a:pt x="295812" y="35791"/>
                </a:lnTo>
                <a:lnTo>
                  <a:pt x="296019" y="36239"/>
                </a:lnTo>
                <a:lnTo>
                  <a:pt x="296212" y="36707"/>
                </a:lnTo>
                <a:lnTo>
                  <a:pt x="296392" y="37195"/>
                </a:lnTo>
                <a:lnTo>
                  <a:pt x="296559" y="37702"/>
                </a:lnTo>
                <a:lnTo>
                  <a:pt x="296712" y="38229"/>
                </a:lnTo>
                <a:lnTo>
                  <a:pt x="296852" y="38776"/>
                </a:lnTo>
                <a:lnTo>
                  <a:pt x="296979" y="39342"/>
                </a:lnTo>
                <a:lnTo>
                  <a:pt x="297092" y="39928"/>
                </a:lnTo>
                <a:lnTo>
                  <a:pt x="297192" y="40534"/>
                </a:lnTo>
                <a:lnTo>
                  <a:pt x="297279" y="41160"/>
                </a:lnTo>
                <a:lnTo>
                  <a:pt x="297352" y="41806"/>
                </a:lnTo>
                <a:lnTo>
                  <a:pt x="297412" y="42471"/>
                </a:lnTo>
                <a:lnTo>
                  <a:pt x="297459" y="43156"/>
                </a:lnTo>
                <a:lnTo>
                  <a:pt x="297492" y="43860"/>
                </a:lnTo>
                <a:lnTo>
                  <a:pt x="297512" y="44585"/>
                </a:lnTo>
                <a:lnTo>
                  <a:pt x="297519" y="45329"/>
                </a:lnTo>
                <a:lnTo>
                  <a:pt x="297519" y="50467"/>
                </a:lnTo>
                <a:lnTo>
                  <a:pt x="296458" y="50481"/>
                </a:lnTo>
                <a:lnTo>
                  <a:pt x="295408" y="50501"/>
                </a:lnTo>
                <a:lnTo>
                  <a:pt x="294369" y="50526"/>
                </a:lnTo>
                <a:lnTo>
                  <a:pt x="293341" y="50556"/>
                </a:lnTo>
                <a:lnTo>
                  <a:pt x="292324" y="50591"/>
                </a:lnTo>
                <a:lnTo>
                  <a:pt x="291319" y="50632"/>
                </a:lnTo>
                <a:lnTo>
                  <a:pt x="290325" y="50679"/>
                </a:lnTo>
                <a:lnTo>
                  <a:pt x="289342" y="50730"/>
                </a:lnTo>
                <a:lnTo>
                  <a:pt x="288371" y="50787"/>
                </a:lnTo>
                <a:lnTo>
                  <a:pt x="287411" y="50849"/>
                </a:lnTo>
                <a:lnTo>
                  <a:pt x="286461" y="50917"/>
                </a:lnTo>
                <a:lnTo>
                  <a:pt x="285524" y="50990"/>
                </a:lnTo>
                <a:lnTo>
                  <a:pt x="284597" y="51068"/>
                </a:lnTo>
                <a:lnTo>
                  <a:pt x="283682" y="51151"/>
                </a:lnTo>
                <a:lnTo>
                  <a:pt x="282777" y="51240"/>
                </a:lnTo>
                <a:lnTo>
                  <a:pt x="281885" y="51334"/>
                </a:lnTo>
                <a:lnTo>
                  <a:pt x="281003" y="51434"/>
                </a:lnTo>
                <a:lnTo>
                  <a:pt x="280132" y="51539"/>
                </a:lnTo>
                <a:lnTo>
                  <a:pt x="279273" y="51649"/>
                </a:lnTo>
                <a:lnTo>
                  <a:pt x="278425" y="51765"/>
                </a:lnTo>
                <a:lnTo>
                  <a:pt x="277588" y="51885"/>
                </a:lnTo>
                <a:lnTo>
                  <a:pt x="276763" y="52012"/>
                </a:lnTo>
                <a:lnTo>
                  <a:pt x="275949" y="52143"/>
                </a:lnTo>
                <a:lnTo>
                  <a:pt x="275146" y="52280"/>
                </a:lnTo>
                <a:lnTo>
                  <a:pt x="274356" y="52425"/>
                </a:lnTo>
                <a:lnTo>
                  <a:pt x="273581" y="52580"/>
                </a:lnTo>
                <a:lnTo>
                  <a:pt x="272821" y="52746"/>
                </a:lnTo>
                <a:lnTo>
                  <a:pt x="272077" y="52923"/>
                </a:lnTo>
                <a:lnTo>
                  <a:pt x="271347" y="53111"/>
                </a:lnTo>
                <a:lnTo>
                  <a:pt x="270633" y="53309"/>
                </a:lnTo>
                <a:lnTo>
                  <a:pt x="269933" y="53517"/>
                </a:lnTo>
                <a:lnTo>
                  <a:pt x="269249" y="53737"/>
                </a:lnTo>
                <a:lnTo>
                  <a:pt x="268580" y="53967"/>
                </a:lnTo>
                <a:lnTo>
                  <a:pt x="267926" y="54208"/>
                </a:lnTo>
                <a:lnTo>
                  <a:pt x="267287" y="54459"/>
                </a:lnTo>
                <a:lnTo>
                  <a:pt x="266663" y="54721"/>
                </a:lnTo>
                <a:lnTo>
                  <a:pt x="266054" y="54994"/>
                </a:lnTo>
                <a:lnTo>
                  <a:pt x="265460" y="55277"/>
                </a:lnTo>
                <a:lnTo>
                  <a:pt x="264882" y="55571"/>
                </a:lnTo>
                <a:lnTo>
                  <a:pt x="264318" y="55876"/>
                </a:lnTo>
                <a:lnTo>
                  <a:pt x="263770" y="56191"/>
                </a:lnTo>
                <a:lnTo>
                  <a:pt x="263236" y="56517"/>
                </a:lnTo>
                <a:lnTo>
                  <a:pt x="262718" y="56853"/>
                </a:lnTo>
                <a:lnTo>
                  <a:pt x="262215" y="57200"/>
                </a:lnTo>
                <a:lnTo>
                  <a:pt x="261727" y="57558"/>
                </a:lnTo>
                <a:lnTo>
                  <a:pt x="261254" y="57927"/>
                </a:lnTo>
                <a:lnTo>
                  <a:pt x="260796" y="58306"/>
                </a:lnTo>
                <a:lnTo>
                  <a:pt x="260353" y="58696"/>
                </a:lnTo>
                <a:lnTo>
                  <a:pt x="259927" y="59099"/>
                </a:lnTo>
                <a:lnTo>
                  <a:pt x="259519" y="59517"/>
                </a:lnTo>
                <a:lnTo>
                  <a:pt x="259129" y="59951"/>
                </a:lnTo>
                <a:lnTo>
                  <a:pt x="258758" y="60400"/>
                </a:lnTo>
                <a:lnTo>
                  <a:pt x="258404" y="60865"/>
                </a:lnTo>
                <a:lnTo>
                  <a:pt x="258068" y="61346"/>
                </a:lnTo>
                <a:lnTo>
                  <a:pt x="257751" y="61841"/>
                </a:lnTo>
                <a:lnTo>
                  <a:pt x="257452" y="62353"/>
                </a:lnTo>
                <a:lnTo>
                  <a:pt x="257171" y="62880"/>
                </a:lnTo>
                <a:lnTo>
                  <a:pt x="256908" y="63422"/>
                </a:lnTo>
                <a:lnTo>
                  <a:pt x="256663" y="63980"/>
                </a:lnTo>
                <a:lnTo>
                  <a:pt x="256436" y="64553"/>
                </a:lnTo>
                <a:lnTo>
                  <a:pt x="256228" y="65142"/>
                </a:lnTo>
                <a:lnTo>
                  <a:pt x="256037" y="65746"/>
                </a:lnTo>
                <a:lnTo>
                  <a:pt x="255865" y="66366"/>
                </a:lnTo>
                <a:lnTo>
                  <a:pt x="255711" y="67001"/>
                </a:lnTo>
                <a:lnTo>
                  <a:pt x="255575" y="67652"/>
                </a:lnTo>
                <a:lnTo>
                  <a:pt x="255457" y="68318"/>
                </a:lnTo>
                <a:lnTo>
                  <a:pt x="255357" y="69000"/>
                </a:lnTo>
                <a:lnTo>
                  <a:pt x="255276" y="69697"/>
                </a:lnTo>
                <a:lnTo>
                  <a:pt x="255212" y="70410"/>
                </a:lnTo>
                <a:lnTo>
                  <a:pt x="255167" y="71138"/>
                </a:lnTo>
                <a:lnTo>
                  <a:pt x="255140" y="71882"/>
                </a:lnTo>
                <a:lnTo>
                  <a:pt x="255131" y="72641"/>
                </a:lnTo>
                <a:lnTo>
                  <a:pt x="255135" y="73172"/>
                </a:lnTo>
                <a:lnTo>
                  <a:pt x="255149" y="73696"/>
                </a:lnTo>
                <a:lnTo>
                  <a:pt x="255172" y="74212"/>
                </a:lnTo>
                <a:lnTo>
                  <a:pt x="255204" y="74721"/>
                </a:lnTo>
                <a:lnTo>
                  <a:pt x="255245" y="75223"/>
                </a:lnTo>
                <a:lnTo>
                  <a:pt x="255295" y="75718"/>
                </a:lnTo>
                <a:lnTo>
                  <a:pt x="255354" y="76206"/>
                </a:lnTo>
                <a:lnTo>
                  <a:pt x="255423" y="76686"/>
                </a:lnTo>
                <a:lnTo>
                  <a:pt x="255500" y="77159"/>
                </a:lnTo>
                <a:lnTo>
                  <a:pt x="255587" y="77624"/>
                </a:lnTo>
                <a:lnTo>
                  <a:pt x="255683" y="78083"/>
                </a:lnTo>
                <a:lnTo>
                  <a:pt x="255788" y="78534"/>
                </a:lnTo>
                <a:lnTo>
                  <a:pt x="255902" y="78978"/>
                </a:lnTo>
                <a:lnTo>
                  <a:pt x="256025" y="79414"/>
                </a:lnTo>
                <a:lnTo>
                  <a:pt x="256157" y="79844"/>
                </a:lnTo>
                <a:lnTo>
                  <a:pt x="256299" y="80266"/>
                </a:lnTo>
                <a:lnTo>
                  <a:pt x="256449" y="80681"/>
                </a:lnTo>
                <a:lnTo>
                  <a:pt x="256609" y="81088"/>
                </a:lnTo>
                <a:lnTo>
                  <a:pt x="256778" y="81488"/>
                </a:lnTo>
                <a:lnTo>
                  <a:pt x="256956" y="81882"/>
                </a:lnTo>
                <a:lnTo>
                  <a:pt x="257143" y="82267"/>
                </a:lnTo>
                <a:lnTo>
                  <a:pt x="257339" y="82646"/>
                </a:lnTo>
                <a:lnTo>
                  <a:pt x="257544" y="83017"/>
                </a:lnTo>
                <a:lnTo>
                  <a:pt x="257759" y="83381"/>
                </a:lnTo>
                <a:lnTo>
                  <a:pt x="257981" y="83737"/>
                </a:lnTo>
                <a:lnTo>
                  <a:pt x="258209" y="84086"/>
                </a:lnTo>
                <a:lnTo>
                  <a:pt x="258443" y="84428"/>
                </a:lnTo>
                <a:lnTo>
                  <a:pt x="258684" y="84762"/>
                </a:lnTo>
                <a:lnTo>
                  <a:pt x="258930" y="85088"/>
                </a:lnTo>
                <a:lnTo>
                  <a:pt x="259183" y="85407"/>
                </a:lnTo>
                <a:lnTo>
                  <a:pt x="259441" y="85719"/>
                </a:lnTo>
                <a:lnTo>
                  <a:pt x="259706" y="86023"/>
                </a:lnTo>
                <a:lnTo>
                  <a:pt x="259976" y="86319"/>
                </a:lnTo>
                <a:lnTo>
                  <a:pt x="260253" y="86608"/>
                </a:lnTo>
                <a:lnTo>
                  <a:pt x="260536" y="86890"/>
                </a:lnTo>
                <a:lnTo>
                  <a:pt x="260825" y="87164"/>
                </a:lnTo>
                <a:lnTo>
                  <a:pt x="261120" y="87430"/>
                </a:lnTo>
                <a:lnTo>
                  <a:pt x="261421" y="87689"/>
                </a:lnTo>
                <a:lnTo>
                  <a:pt x="261729" y="87940"/>
                </a:lnTo>
                <a:lnTo>
                  <a:pt x="262042" y="88184"/>
                </a:lnTo>
                <a:lnTo>
                  <a:pt x="262361" y="88421"/>
                </a:lnTo>
                <a:lnTo>
                  <a:pt x="262687" y="88650"/>
                </a:lnTo>
                <a:lnTo>
                  <a:pt x="263018" y="88871"/>
                </a:lnTo>
                <a:lnTo>
                  <a:pt x="263356" y="89085"/>
                </a:lnTo>
                <a:lnTo>
                  <a:pt x="263700" y="89292"/>
                </a:lnTo>
                <a:lnTo>
                  <a:pt x="264050" y="89491"/>
                </a:lnTo>
                <a:lnTo>
                  <a:pt x="264405" y="89682"/>
                </a:lnTo>
                <a:lnTo>
                  <a:pt x="264767" y="89867"/>
                </a:lnTo>
                <a:lnTo>
                  <a:pt x="265134" y="90043"/>
                </a:lnTo>
                <a:lnTo>
                  <a:pt x="265504" y="90212"/>
                </a:lnTo>
                <a:lnTo>
                  <a:pt x="265877" y="90373"/>
                </a:lnTo>
                <a:lnTo>
                  <a:pt x="266254" y="90527"/>
                </a:lnTo>
                <a:lnTo>
                  <a:pt x="266634" y="90673"/>
                </a:lnTo>
                <a:lnTo>
                  <a:pt x="267017" y="90812"/>
                </a:lnTo>
                <a:lnTo>
                  <a:pt x="267403" y="90943"/>
                </a:lnTo>
                <a:lnTo>
                  <a:pt x="267793" y="91067"/>
                </a:lnTo>
                <a:lnTo>
                  <a:pt x="268185" y="91183"/>
                </a:lnTo>
                <a:lnTo>
                  <a:pt x="268582" y="91292"/>
                </a:lnTo>
                <a:lnTo>
                  <a:pt x="268981" y="91394"/>
                </a:lnTo>
                <a:lnTo>
                  <a:pt x="269384" y="91487"/>
                </a:lnTo>
                <a:lnTo>
                  <a:pt x="269790" y="91574"/>
                </a:lnTo>
                <a:lnTo>
                  <a:pt x="270199" y="91652"/>
                </a:lnTo>
                <a:lnTo>
                  <a:pt x="270611" y="91724"/>
                </a:lnTo>
                <a:lnTo>
                  <a:pt x="271027" y="91787"/>
                </a:lnTo>
                <a:lnTo>
                  <a:pt x="271446" y="91844"/>
                </a:lnTo>
                <a:lnTo>
                  <a:pt x="271869" y="91893"/>
                </a:lnTo>
                <a:lnTo>
                  <a:pt x="272294" y="91934"/>
                </a:lnTo>
                <a:lnTo>
                  <a:pt x="272723" y="91968"/>
                </a:lnTo>
                <a:lnTo>
                  <a:pt x="273155" y="91994"/>
                </a:lnTo>
                <a:lnTo>
                  <a:pt x="273591" y="92013"/>
                </a:lnTo>
                <a:lnTo>
                  <a:pt x="274030" y="92024"/>
                </a:lnTo>
                <a:lnTo>
                  <a:pt x="274472" y="92028"/>
                </a:lnTo>
                <a:lnTo>
                  <a:pt x="275097" y="92023"/>
                </a:lnTo>
                <a:lnTo>
                  <a:pt x="275717" y="92007"/>
                </a:lnTo>
                <a:lnTo>
                  <a:pt x="276330" y="91982"/>
                </a:lnTo>
                <a:lnTo>
                  <a:pt x="276937" y="91947"/>
                </a:lnTo>
                <a:close/>
                <a:moveTo>
                  <a:pt x="275672" y="83308"/>
                </a:moveTo>
                <a:lnTo>
                  <a:pt x="275254" y="83260"/>
                </a:lnTo>
                <a:lnTo>
                  <a:pt x="274847" y="83203"/>
                </a:lnTo>
                <a:lnTo>
                  <a:pt x="274448" y="83134"/>
                </a:lnTo>
                <a:lnTo>
                  <a:pt x="274060" y="83056"/>
                </a:lnTo>
                <a:lnTo>
                  <a:pt x="273681" y="82966"/>
                </a:lnTo>
                <a:lnTo>
                  <a:pt x="273312" y="82867"/>
                </a:lnTo>
                <a:lnTo>
                  <a:pt x="272952" y="82756"/>
                </a:lnTo>
                <a:lnTo>
                  <a:pt x="272602" y="82636"/>
                </a:lnTo>
                <a:lnTo>
                  <a:pt x="272261" y="82505"/>
                </a:lnTo>
                <a:lnTo>
                  <a:pt x="271930" y="82363"/>
                </a:lnTo>
                <a:lnTo>
                  <a:pt x="271609" y="82211"/>
                </a:lnTo>
                <a:lnTo>
                  <a:pt x="271297" y="82048"/>
                </a:lnTo>
                <a:lnTo>
                  <a:pt x="270995" y="81875"/>
                </a:lnTo>
                <a:lnTo>
                  <a:pt x="270702" y="81691"/>
                </a:lnTo>
                <a:lnTo>
                  <a:pt x="270419" y="81497"/>
                </a:lnTo>
                <a:lnTo>
                  <a:pt x="270146" y="81292"/>
                </a:lnTo>
                <a:lnTo>
                  <a:pt x="269882" y="81077"/>
                </a:lnTo>
                <a:lnTo>
                  <a:pt x="269628" y="80851"/>
                </a:lnTo>
                <a:lnTo>
                  <a:pt x="269383" y="80615"/>
                </a:lnTo>
                <a:lnTo>
                  <a:pt x="269148" y="80368"/>
                </a:lnTo>
                <a:lnTo>
                  <a:pt x="268922" y="80112"/>
                </a:lnTo>
                <a:lnTo>
                  <a:pt x="268707" y="79849"/>
                </a:lnTo>
                <a:lnTo>
                  <a:pt x="268500" y="79579"/>
                </a:lnTo>
                <a:lnTo>
                  <a:pt x="268304" y="79301"/>
                </a:lnTo>
                <a:lnTo>
                  <a:pt x="268117" y="79016"/>
                </a:lnTo>
                <a:lnTo>
                  <a:pt x="267939" y="78724"/>
                </a:lnTo>
                <a:lnTo>
                  <a:pt x="267771" y="78425"/>
                </a:lnTo>
                <a:lnTo>
                  <a:pt x="267613" y="78118"/>
                </a:lnTo>
                <a:lnTo>
                  <a:pt x="267464" y="77804"/>
                </a:lnTo>
                <a:lnTo>
                  <a:pt x="267325" y="77482"/>
                </a:lnTo>
                <a:lnTo>
                  <a:pt x="267196" y="77154"/>
                </a:lnTo>
                <a:lnTo>
                  <a:pt x="267076" y="76818"/>
                </a:lnTo>
                <a:lnTo>
                  <a:pt x="266965" y="76474"/>
                </a:lnTo>
                <a:lnTo>
                  <a:pt x="266865" y="76124"/>
                </a:lnTo>
                <a:lnTo>
                  <a:pt x="266773" y="75766"/>
                </a:lnTo>
                <a:lnTo>
                  <a:pt x="266692" y="75401"/>
                </a:lnTo>
                <a:lnTo>
                  <a:pt x="266620" y="75028"/>
                </a:lnTo>
                <a:lnTo>
                  <a:pt x="266558" y="74649"/>
                </a:lnTo>
                <a:lnTo>
                  <a:pt x="266505" y="74262"/>
                </a:lnTo>
                <a:lnTo>
                  <a:pt x="266462" y="73867"/>
                </a:lnTo>
                <a:lnTo>
                  <a:pt x="266428" y="73466"/>
                </a:lnTo>
                <a:lnTo>
                  <a:pt x="266404" y="73057"/>
                </a:lnTo>
                <a:lnTo>
                  <a:pt x="266390" y="72641"/>
                </a:lnTo>
                <a:lnTo>
                  <a:pt x="266385" y="72217"/>
                </a:lnTo>
                <a:lnTo>
                  <a:pt x="266397" y="71578"/>
                </a:lnTo>
                <a:lnTo>
                  <a:pt x="266435" y="70954"/>
                </a:lnTo>
                <a:lnTo>
                  <a:pt x="266498" y="70346"/>
                </a:lnTo>
                <a:lnTo>
                  <a:pt x="266585" y="69752"/>
                </a:lnTo>
                <a:lnTo>
                  <a:pt x="266698" y="69174"/>
                </a:lnTo>
                <a:lnTo>
                  <a:pt x="266836" y="68611"/>
                </a:lnTo>
                <a:lnTo>
                  <a:pt x="266998" y="68064"/>
                </a:lnTo>
                <a:lnTo>
                  <a:pt x="267186" y="67531"/>
                </a:lnTo>
                <a:lnTo>
                  <a:pt x="267399" y="67014"/>
                </a:lnTo>
                <a:lnTo>
                  <a:pt x="267637" y="66512"/>
                </a:lnTo>
                <a:lnTo>
                  <a:pt x="267900" y="66025"/>
                </a:lnTo>
                <a:lnTo>
                  <a:pt x="268188" y="65553"/>
                </a:lnTo>
                <a:lnTo>
                  <a:pt x="268500" y="65096"/>
                </a:lnTo>
                <a:lnTo>
                  <a:pt x="268838" y="64655"/>
                </a:lnTo>
                <a:lnTo>
                  <a:pt x="269202" y="64229"/>
                </a:lnTo>
                <a:lnTo>
                  <a:pt x="269590" y="63818"/>
                </a:lnTo>
                <a:lnTo>
                  <a:pt x="270003" y="63422"/>
                </a:lnTo>
                <a:lnTo>
                  <a:pt x="270441" y="63042"/>
                </a:lnTo>
                <a:lnTo>
                  <a:pt x="270904" y="62677"/>
                </a:lnTo>
                <a:lnTo>
                  <a:pt x="271392" y="62327"/>
                </a:lnTo>
                <a:lnTo>
                  <a:pt x="271906" y="61992"/>
                </a:lnTo>
                <a:lnTo>
                  <a:pt x="272444" y="61672"/>
                </a:lnTo>
                <a:lnTo>
                  <a:pt x="273007" y="61368"/>
                </a:lnTo>
                <a:lnTo>
                  <a:pt x="273596" y="61078"/>
                </a:lnTo>
                <a:lnTo>
                  <a:pt x="274213" y="60802"/>
                </a:lnTo>
                <a:lnTo>
                  <a:pt x="274863" y="60537"/>
                </a:lnTo>
                <a:lnTo>
                  <a:pt x="275546" y="60282"/>
                </a:lnTo>
                <a:lnTo>
                  <a:pt x="276261" y="60039"/>
                </a:lnTo>
                <a:lnTo>
                  <a:pt x="277010" y="59807"/>
                </a:lnTo>
                <a:lnTo>
                  <a:pt x="277791" y="59585"/>
                </a:lnTo>
                <a:lnTo>
                  <a:pt x="278604" y="59375"/>
                </a:lnTo>
                <a:lnTo>
                  <a:pt x="279451" y="59176"/>
                </a:lnTo>
                <a:lnTo>
                  <a:pt x="280330" y="58988"/>
                </a:lnTo>
                <a:lnTo>
                  <a:pt x="281242" y="58810"/>
                </a:lnTo>
                <a:lnTo>
                  <a:pt x="282187" y="58644"/>
                </a:lnTo>
                <a:lnTo>
                  <a:pt x="283165" y="58489"/>
                </a:lnTo>
                <a:lnTo>
                  <a:pt x="284175" y="58344"/>
                </a:lnTo>
                <a:lnTo>
                  <a:pt x="285219" y="58211"/>
                </a:lnTo>
                <a:lnTo>
                  <a:pt x="286294" y="58089"/>
                </a:lnTo>
                <a:lnTo>
                  <a:pt x="287403" y="57978"/>
                </a:lnTo>
                <a:lnTo>
                  <a:pt x="288544" y="57877"/>
                </a:lnTo>
                <a:lnTo>
                  <a:pt x="289719" y="57788"/>
                </a:lnTo>
                <a:lnTo>
                  <a:pt x="290926" y="57710"/>
                </a:lnTo>
                <a:lnTo>
                  <a:pt x="292165" y="57643"/>
                </a:lnTo>
                <a:lnTo>
                  <a:pt x="293438" y="57586"/>
                </a:lnTo>
                <a:lnTo>
                  <a:pt x="294743" y="57541"/>
                </a:lnTo>
                <a:lnTo>
                  <a:pt x="296081" y="57507"/>
                </a:lnTo>
                <a:lnTo>
                  <a:pt x="297452" y="57484"/>
                </a:lnTo>
                <a:lnTo>
                  <a:pt x="297452" y="71932"/>
                </a:lnTo>
                <a:lnTo>
                  <a:pt x="297157" y="72356"/>
                </a:lnTo>
                <a:lnTo>
                  <a:pt x="296857" y="72773"/>
                </a:lnTo>
                <a:lnTo>
                  <a:pt x="296551" y="73183"/>
                </a:lnTo>
                <a:lnTo>
                  <a:pt x="296241" y="73587"/>
                </a:lnTo>
                <a:lnTo>
                  <a:pt x="295924" y="73983"/>
                </a:lnTo>
                <a:lnTo>
                  <a:pt x="295603" y="74373"/>
                </a:lnTo>
                <a:lnTo>
                  <a:pt x="295276" y="74756"/>
                </a:lnTo>
                <a:lnTo>
                  <a:pt x="294943" y="75132"/>
                </a:lnTo>
                <a:lnTo>
                  <a:pt x="294606" y="75501"/>
                </a:lnTo>
                <a:lnTo>
                  <a:pt x="294262" y="75864"/>
                </a:lnTo>
                <a:lnTo>
                  <a:pt x="293914" y="76219"/>
                </a:lnTo>
                <a:lnTo>
                  <a:pt x="293560" y="76568"/>
                </a:lnTo>
                <a:lnTo>
                  <a:pt x="293201" y="76910"/>
                </a:lnTo>
                <a:lnTo>
                  <a:pt x="292836" y="77246"/>
                </a:lnTo>
                <a:lnTo>
                  <a:pt x="292466" y="77574"/>
                </a:lnTo>
                <a:lnTo>
                  <a:pt x="292090" y="77896"/>
                </a:lnTo>
                <a:lnTo>
                  <a:pt x="291710" y="78211"/>
                </a:lnTo>
                <a:lnTo>
                  <a:pt x="291323" y="78519"/>
                </a:lnTo>
                <a:lnTo>
                  <a:pt x="290932" y="78820"/>
                </a:lnTo>
                <a:lnTo>
                  <a:pt x="290535" y="79115"/>
                </a:lnTo>
                <a:lnTo>
                  <a:pt x="290132" y="79402"/>
                </a:lnTo>
                <a:lnTo>
                  <a:pt x="289725" y="79683"/>
                </a:lnTo>
                <a:lnTo>
                  <a:pt x="289312" y="79957"/>
                </a:lnTo>
                <a:lnTo>
                  <a:pt x="288893" y="80225"/>
                </a:lnTo>
                <a:lnTo>
                  <a:pt x="288470" y="80483"/>
                </a:lnTo>
                <a:lnTo>
                  <a:pt x="288041" y="80731"/>
                </a:lnTo>
                <a:lnTo>
                  <a:pt x="287609" y="80967"/>
                </a:lnTo>
                <a:lnTo>
                  <a:pt x="287171" y="81192"/>
                </a:lnTo>
                <a:lnTo>
                  <a:pt x="286729" y="81407"/>
                </a:lnTo>
                <a:lnTo>
                  <a:pt x="286282" y="81610"/>
                </a:lnTo>
                <a:lnTo>
                  <a:pt x="285830" y="81803"/>
                </a:lnTo>
                <a:lnTo>
                  <a:pt x="285374" y="81984"/>
                </a:lnTo>
                <a:lnTo>
                  <a:pt x="284913" y="82155"/>
                </a:lnTo>
                <a:lnTo>
                  <a:pt x="284447" y="82314"/>
                </a:lnTo>
                <a:lnTo>
                  <a:pt x="283977" y="82462"/>
                </a:lnTo>
                <a:lnTo>
                  <a:pt x="283502" y="82600"/>
                </a:lnTo>
                <a:lnTo>
                  <a:pt x="283022" y="82726"/>
                </a:lnTo>
                <a:lnTo>
                  <a:pt x="282538" y="82842"/>
                </a:lnTo>
                <a:lnTo>
                  <a:pt x="282049" y="82946"/>
                </a:lnTo>
                <a:lnTo>
                  <a:pt x="281555" y="83040"/>
                </a:lnTo>
                <a:lnTo>
                  <a:pt x="281057" y="83122"/>
                </a:lnTo>
                <a:lnTo>
                  <a:pt x="280554" y="83194"/>
                </a:lnTo>
                <a:lnTo>
                  <a:pt x="280046" y="83254"/>
                </a:lnTo>
                <a:lnTo>
                  <a:pt x="279533" y="83304"/>
                </a:lnTo>
                <a:lnTo>
                  <a:pt x="279016" y="83342"/>
                </a:lnTo>
                <a:lnTo>
                  <a:pt x="278494" y="83370"/>
                </a:lnTo>
                <a:lnTo>
                  <a:pt x="277968" y="83386"/>
                </a:lnTo>
                <a:lnTo>
                  <a:pt x="277437" y="83392"/>
                </a:lnTo>
                <a:lnTo>
                  <a:pt x="276981" y="83386"/>
                </a:lnTo>
                <a:lnTo>
                  <a:pt x="276535" y="83371"/>
                </a:lnTo>
                <a:lnTo>
                  <a:pt x="276098" y="83344"/>
                </a:lnTo>
                <a:lnTo>
                  <a:pt x="275672" y="83308"/>
                </a:lnTo>
                <a:close/>
                <a:moveTo>
                  <a:pt x="424440" y="91949"/>
                </a:moveTo>
                <a:lnTo>
                  <a:pt x="425079" y="91904"/>
                </a:lnTo>
                <a:lnTo>
                  <a:pt x="425711" y="91850"/>
                </a:lnTo>
                <a:lnTo>
                  <a:pt x="426334" y="91786"/>
                </a:lnTo>
                <a:lnTo>
                  <a:pt x="426950" y="91712"/>
                </a:lnTo>
                <a:lnTo>
                  <a:pt x="427559" y="91628"/>
                </a:lnTo>
                <a:lnTo>
                  <a:pt x="428159" y="91535"/>
                </a:lnTo>
                <a:lnTo>
                  <a:pt x="428752" y="91431"/>
                </a:lnTo>
                <a:lnTo>
                  <a:pt x="429337" y="91318"/>
                </a:lnTo>
                <a:lnTo>
                  <a:pt x="429915" y="91194"/>
                </a:lnTo>
                <a:lnTo>
                  <a:pt x="430484" y="91061"/>
                </a:lnTo>
                <a:lnTo>
                  <a:pt x="431046" y="90918"/>
                </a:lnTo>
                <a:lnTo>
                  <a:pt x="431600" y="90765"/>
                </a:lnTo>
                <a:lnTo>
                  <a:pt x="432147" y="90603"/>
                </a:lnTo>
                <a:lnTo>
                  <a:pt x="432686" y="90430"/>
                </a:lnTo>
                <a:lnTo>
                  <a:pt x="433217" y="90248"/>
                </a:lnTo>
                <a:lnTo>
                  <a:pt x="433740" y="90055"/>
                </a:lnTo>
                <a:lnTo>
                  <a:pt x="434256" y="89853"/>
                </a:lnTo>
                <a:lnTo>
                  <a:pt x="434763" y="89641"/>
                </a:lnTo>
                <a:lnTo>
                  <a:pt x="435264" y="89419"/>
                </a:lnTo>
                <a:lnTo>
                  <a:pt x="435756" y="89188"/>
                </a:lnTo>
                <a:lnTo>
                  <a:pt x="436240" y="88947"/>
                </a:lnTo>
                <a:lnTo>
                  <a:pt x="436715" y="88697"/>
                </a:lnTo>
                <a:lnTo>
                  <a:pt x="437181" y="88440"/>
                </a:lnTo>
                <a:lnTo>
                  <a:pt x="437638" y="88174"/>
                </a:lnTo>
                <a:lnTo>
                  <a:pt x="438086" y="87900"/>
                </a:lnTo>
                <a:lnTo>
                  <a:pt x="438525" y="87618"/>
                </a:lnTo>
                <a:lnTo>
                  <a:pt x="438955" y="87327"/>
                </a:lnTo>
                <a:lnTo>
                  <a:pt x="439376" y="87028"/>
                </a:lnTo>
                <a:lnTo>
                  <a:pt x="439788" y="86721"/>
                </a:lnTo>
                <a:lnTo>
                  <a:pt x="440191" y="86406"/>
                </a:lnTo>
                <a:lnTo>
                  <a:pt x="440585" y="86082"/>
                </a:lnTo>
                <a:lnTo>
                  <a:pt x="440970" y="85750"/>
                </a:lnTo>
                <a:lnTo>
                  <a:pt x="441346" y="85410"/>
                </a:lnTo>
                <a:lnTo>
                  <a:pt x="441713" y="85061"/>
                </a:lnTo>
                <a:lnTo>
                  <a:pt x="442071" y="84704"/>
                </a:lnTo>
                <a:lnTo>
                  <a:pt x="442420" y="84339"/>
                </a:lnTo>
                <a:lnTo>
                  <a:pt x="442760" y="83966"/>
                </a:lnTo>
                <a:lnTo>
                  <a:pt x="443091" y="83584"/>
                </a:lnTo>
                <a:lnTo>
                  <a:pt x="443413" y="83194"/>
                </a:lnTo>
                <a:lnTo>
                  <a:pt x="443726" y="82796"/>
                </a:lnTo>
                <a:lnTo>
                  <a:pt x="444030" y="82390"/>
                </a:lnTo>
                <a:lnTo>
                  <a:pt x="444325" y="81975"/>
                </a:lnTo>
                <a:lnTo>
                  <a:pt x="444611" y="81552"/>
                </a:lnTo>
                <a:lnTo>
                  <a:pt x="444887" y="81121"/>
                </a:lnTo>
                <a:lnTo>
                  <a:pt x="445154" y="80682"/>
                </a:lnTo>
                <a:lnTo>
                  <a:pt x="445411" y="80236"/>
                </a:lnTo>
                <a:lnTo>
                  <a:pt x="445657" y="79783"/>
                </a:lnTo>
                <a:lnTo>
                  <a:pt x="445892" y="79323"/>
                </a:lnTo>
                <a:lnTo>
                  <a:pt x="446116" y="78856"/>
                </a:lnTo>
                <a:lnTo>
                  <a:pt x="446330" y="78383"/>
                </a:lnTo>
                <a:lnTo>
                  <a:pt x="446533" y="77902"/>
                </a:lnTo>
                <a:lnTo>
                  <a:pt x="446726" y="77414"/>
                </a:lnTo>
                <a:lnTo>
                  <a:pt x="446908" y="76920"/>
                </a:lnTo>
                <a:lnTo>
                  <a:pt x="447079" y="76418"/>
                </a:lnTo>
                <a:lnTo>
                  <a:pt x="447239" y="75910"/>
                </a:lnTo>
                <a:lnTo>
                  <a:pt x="447389" y="75394"/>
                </a:lnTo>
                <a:lnTo>
                  <a:pt x="447529" y="74872"/>
                </a:lnTo>
                <a:lnTo>
                  <a:pt x="447657" y="74343"/>
                </a:lnTo>
                <a:lnTo>
                  <a:pt x="447775" y="73807"/>
                </a:lnTo>
                <a:lnTo>
                  <a:pt x="447883" y="73264"/>
                </a:lnTo>
                <a:lnTo>
                  <a:pt x="447979" y="72713"/>
                </a:lnTo>
                <a:lnTo>
                  <a:pt x="448065" y="72156"/>
                </a:lnTo>
                <a:lnTo>
                  <a:pt x="448141" y="71592"/>
                </a:lnTo>
                <a:lnTo>
                  <a:pt x="448205" y="71022"/>
                </a:lnTo>
                <a:lnTo>
                  <a:pt x="448260" y="70444"/>
                </a:lnTo>
                <a:lnTo>
                  <a:pt x="448303" y="69859"/>
                </a:lnTo>
                <a:lnTo>
                  <a:pt x="448336" y="69267"/>
                </a:lnTo>
                <a:lnTo>
                  <a:pt x="448358" y="68669"/>
                </a:lnTo>
                <a:lnTo>
                  <a:pt x="437239" y="68669"/>
                </a:lnTo>
                <a:lnTo>
                  <a:pt x="437215" y="69255"/>
                </a:lnTo>
                <a:lnTo>
                  <a:pt x="437178" y="69831"/>
                </a:lnTo>
                <a:lnTo>
                  <a:pt x="437129" y="70394"/>
                </a:lnTo>
                <a:lnTo>
                  <a:pt x="437065" y="70946"/>
                </a:lnTo>
                <a:lnTo>
                  <a:pt x="436989" y="71487"/>
                </a:lnTo>
                <a:lnTo>
                  <a:pt x="436900" y="72016"/>
                </a:lnTo>
                <a:lnTo>
                  <a:pt x="436797" y="72533"/>
                </a:lnTo>
                <a:lnTo>
                  <a:pt x="436681" y="73039"/>
                </a:lnTo>
                <a:lnTo>
                  <a:pt x="436552" y="73533"/>
                </a:lnTo>
                <a:lnTo>
                  <a:pt x="436409" y="74015"/>
                </a:lnTo>
                <a:lnTo>
                  <a:pt x="436253" y="74486"/>
                </a:lnTo>
                <a:lnTo>
                  <a:pt x="436085" y="74945"/>
                </a:lnTo>
                <a:lnTo>
                  <a:pt x="435902" y="75393"/>
                </a:lnTo>
                <a:lnTo>
                  <a:pt x="435707" y="75829"/>
                </a:lnTo>
                <a:lnTo>
                  <a:pt x="435499" y="76254"/>
                </a:lnTo>
                <a:lnTo>
                  <a:pt x="435277" y="76666"/>
                </a:lnTo>
                <a:lnTo>
                  <a:pt x="435042" y="77068"/>
                </a:lnTo>
                <a:lnTo>
                  <a:pt x="434794" y="77457"/>
                </a:lnTo>
                <a:lnTo>
                  <a:pt x="434532" y="77836"/>
                </a:lnTo>
                <a:lnTo>
                  <a:pt x="434258" y="78202"/>
                </a:lnTo>
                <a:lnTo>
                  <a:pt x="433970" y="78557"/>
                </a:lnTo>
                <a:lnTo>
                  <a:pt x="433669" y="78900"/>
                </a:lnTo>
                <a:lnTo>
                  <a:pt x="433354" y="79232"/>
                </a:lnTo>
                <a:lnTo>
                  <a:pt x="433027" y="79552"/>
                </a:lnTo>
                <a:lnTo>
                  <a:pt x="432687" y="79860"/>
                </a:lnTo>
                <a:lnTo>
                  <a:pt x="432336" y="80155"/>
                </a:lnTo>
                <a:lnTo>
                  <a:pt x="431974" y="80436"/>
                </a:lnTo>
                <a:lnTo>
                  <a:pt x="431601" y="80705"/>
                </a:lnTo>
                <a:lnTo>
                  <a:pt x="431217" y="80960"/>
                </a:lnTo>
                <a:lnTo>
                  <a:pt x="430822" y="81202"/>
                </a:lnTo>
                <a:lnTo>
                  <a:pt x="430415" y="81432"/>
                </a:lnTo>
                <a:lnTo>
                  <a:pt x="429998" y="81648"/>
                </a:lnTo>
                <a:lnTo>
                  <a:pt x="429569" y="81851"/>
                </a:lnTo>
                <a:lnTo>
                  <a:pt x="429130" y="82041"/>
                </a:lnTo>
                <a:lnTo>
                  <a:pt x="428679" y="82217"/>
                </a:lnTo>
                <a:lnTo>
                  <a:pt x="428217" y="82381"/>
                </a:lnTo>
                <a:lnTo>
                  <a:pt x="427744" y="82532"/>
                </a:lnTo>
                <a:lnTo>
                  <a:pt x="427259" y="82669"/>
                </a:lnTo>
                <a:lnTo>
                  <a:pt x="426764" y="82794"/>
                </a:lnTo>
                <a:lnTo>
                  <a:pt x="426258" y="82905"/>
                </a:lnTo>
                <a:lnTo>
                  <a:pt x="425740" y="83003"/>
                </a:lnTo>
                <a:lnTo>
                  <a:pt x="425212" y="83088"/>
                </a:lnTo>
                <a:lnTo>
                  <a:pt x="424672" y="83160"/>
                </a:lnTo>
                <a:lnTo>
                  <a:pt x="424121" y="83219"/>
                </a:lnTo>
                <a:lnTo>
                  <a:pt x="423559" y="83265"/>
                </a:lnTo>
                <a:lnTo>
                  <a:pt x="422986" y="83298"/>
                </a:lnTo>
                <a:lnTo>
                  <a:pt x="422402" y="83318"/>
                </a:lnTo>
                <a:lnTo>
                  <a:pt x="421806" y="83324"/>
                </a:lnTo>
                <a:lnTo>
                  <a:pt x="421255" y="83318"/>
                </a:lnTo>
                <a:lnTo>
                  <a:pt x="420712" y="83300"/>
                </a:lnTo>
                <a:lnTo>
                  <a:pt x="420178" y="83271"/>
                </a:lnTo>
                <a:lnTo>
                  <a:pt x="419653" y="83229"/>
                </a:lnTo>
                <a:lnTo>
                  <a:pt x="419136" y="83176"/>
                </a:lnTo>
                <a:lnTo>
                  <a:pt x="418628" y="83111"/>
                </a:lnTo>
                <a:lnTo>
                  <a:pt x="418129" y="83034"/>
                </a:lnTo>
                <a:lnTo>
                  <a:pt x="417639" y="82945"/>
                </a:lnTo>
                <a:lnTo>
                  <a:pt x="417158" y="82844"/>
                </a:lnTo>
                <a:lnTo>
                  <a:pt x="416685" y="82732"/>
                </a:lnTo>
                <a:lnTo>
                  <a:pt x="416222" y="82607"/>
                </a:lnTo>
                <a:lnTo>
                  <a:pt x="415766" y="82471"/>
                </a:lnTo>
                <a:lnTo>
                  <a:pt x="415320" y="82323"/>
                </a:lnTo>
                <a:lnTo>
                  <a:pt x="414883" y="82163"/>
                </a:lnTo>
                <a:lnTo>
                  <a:pt x="414454" y="81991"/>
                </a:lnTo>
                <a:lnTo>
                  <a:pt x="414034" y="81807"/>
                </a:lnTo>
                <a:lnTo>
                  <a:pt x="413623" y="81611"/>
                </a:lnTo>
                <a:lnTo>
                  <a:pt x="413220" y="81404"/>
                </a:lnTo>
                <a:lnTo>
                  <a:pt x="412827" y="81185"/>
                </a:lnTo>
                <a:lnTo>
                  <a:pt x="412442" y="80954"/>
                </a:lnTo>
                <a:lnTo>
                  <a:pt x="412066" y="80711"/>
                </a:lnTo>
                <a:lnTo>
                  <a:pt x="411698" y="80456"/>
                </a:lnTo>
                <a:lnTo>
                  <a:pt x="411340" y="80189"/>
                </a:lnTo>
                <a:lnTo>
                  <a:pt x="410990" y="79911"/>
                </a:lnTo>
                <a:lnTo>
                  <a:pt x="410649" y="79622"/>
                </a:lnTo>
                <a:lnTo>
                  <a:pt x="410315" y="79326"/>
                </a:lnTo>
                <a:lnTo>
                  <a:pt x="409989" y="79022"/>
                </a:lnTo>
                <a:lnTo>
                  <a:pt x="409671" y="78710"/>
                </a:lnTo>
                <a:lnTo>
                  <a:pt x="409361" y="78390"/>
                </a:lnTo>
                <a:lnTo>
                  <a:pt x="409059" y="78063"/>
                </a:lnTo>
                <a:lnTo>
                  <a:pt x="408765" y="77728"/>
                </a:lnTo>
                <a:lnTo>
                  <a:pt x="408478" y="77385"/>
                </a:lnTo>
                <a:lnTo>
                  <a:pt x="408199" y="77034"/>
                </a:lnTo>
                <a:lnTo>
                  <a:pt x="407928" y="76676"/>
                </a:lnTo>
                <a:lnTo>
                  <a:pt x="407665" y="76309"/>
                </a:lnTo>
                <a:lnTo>
                  <a:pt x="407410" y="75935"/>
                </a:lnTo>
                <a:lnTo>
                  <a:pt x="407163" y="75553"/>
                </a:lnTo>
                <a:lnTo>
                  <a:pt x="406923" y="75164"/>
                </a:lnTo>
                <a:lnTo>
                  <a:pt x="406691" y="74766"/>
                </a:lnTo>
                <a:lnTo>
                  <a:pt x="406468" y="74361"/>
                </a:lnTo>
                <a:lnTo>
                  <a:pt x="406252" y="73948"/>
                </a:lnTo>
                <a:lnTo>
                  <a:pt x="406043" y="73528"/>
                </a:lnTo>
                <a:lnTo>
                  <a:pt x="405843" y="73099"/>
                </a:lnTo>
                <a:lnTo>
                  <a:pt x="405650" y="72663"/>
                </a:lnTo>
                <a:lnTo>
                  <a:pt x="405466" y="72219"/>
                </a:lnTo>
                <a:lnTo>
                  <a:pt x="405289" y="71767"/>
                </a:lnTo>
                <a:lnTo>
                  <a:pt x="405120" y="71308"/>
                </a:lnTo>
                <a:lnTo>
                  <a:pt x="404959" y="70840"/>
                </a:lnTo>
                <a:lnTo>
                  <a:pt x="404805" y="70367"/>
                </a:lnTo>
                <a:lnTo>
                  <a:pt x="404657" y="69890"/>
                </a:lnTo>
                <a:lnTo>
                  <a:pt x="404515" y="69409"/>
                </a:lnTo>
                <a:lnTo>
                  <a:pt x="404380" y="68925"/>
                </a:lnTo>
                <a:lnTo>
                  <a:pt x="404252" y="68436"/>
                </a:lnTo>
                <a:lnTo>
                  <a:pt x="404129" y="67944"/>
                </a:lnTo>
                <a:lnTo>
                  <a:pt x="404013" y="67448"/>
                </a:lnTo>
                <a:lnTo>
                  <a:pt x="403903" y="66948"/>
                </a:lnTo>
                <a:lnTo>
                  <a:pt x="403799" y="66444"/>
                </a:lnTo>
                <a:lnTo>
                  <a:pt x="403702" y="65937"/>
                </a:lnTo>
                <a:lnTo>
                  <a:pt x="403611" y="65425"/>
                </a:lnTo>
                <a:lnTo>
                  <a:pt x="403527" y="64910"/>
                </a:lnTo>
                <a:lnTo>
                  <a:pt x="403448" y="64391"/>
                </a:lnTo>
                <a:lnTo>
                  <a:pt x="403376" y="63868"/>
                </a:lnTo>
                <a:lnTo>
                  <a:pt x="403311" y="63341"/>
                </a:lnTo>
                <a:lnTo>
                  <a:pt x="403252" y="62811"/>
                </a:lnTo>
                <a:lnTo>
                  <a:pt x="403199" y="62276"/>
                </a:lnTo>
                <a:lnTo>
                  <a:pt x="403152" y="61738"/>
                </a:lnTo>
                <a:lnTo>
                  <a:pt x="403111" y="61196"/>
                </a:lnTo>
                <a:lnTo>
                  <a:pt x="403077" y="60650"/>
                </a:lnTo>
                <a:lnTo>
                  <a:pt x="403050" y="60100"/>
                </a:lnTo>
                <a:lnTo>
                  <a:pt x="403028" y="59547"/>
                </a:lnTo>
                <a:lnTo>
                  <a:pt x="403013" y="58989"/>
                </a:lnTo>
                <a:lnTo>
                  <a:pt x="403004" y="58428"/>
                </a:lnTo>
                <a:lnTo>
                  <a:pt x="448088" y="58428"/>
                </a:lnTo>
                <a:lnTo>
                  <a:pt x="448099" y="58374"/>
                </a:lnTo>
                <a:lnTo>
                  <a:pt x="448110" y="58317"/>
                </a:lnTo>
                <a:lnTo>
                  <a:pt x="448121" y="58257"/>
                </a:lnTo>
                <a:lnTo>
                  <a:pt x="448131" y="58195"/>
                </a:lnTo>
                <a:lnTo>
                  <a:pt x="448140" y="58129"/>
                </a:lnTo>
                <a:lnTo>
                  <a:pt x="448149" y="58061"/>
                </a:lnTo>
                <a:lnTo>
                  <a:pt x="448158" y="57990"/>
                </a:lnTo>
                <a:lnTo>
                  <a:pt x="448167" y="57917"/>
                </a:lnTo>
                <a:lnTo>
                  <a:pt x="448175" y="57840"/>
                </a:lnTo>
                <a:lnTo>
                  <a:pt x="448183" y="57761"/>
                </a:lnTo>
                <a:lnTo>
                  <a:pt x="448191" y="57679"/>
                </a:lnTo>
                <a:lnTo>
                  <a:pt x="448198" y="57594"/>
                </a:lnTo>
                <a:lnTo>
                  <a:pt x="448205" y="57506"/>
                </a:lnTo>
                <a:lnTo>
                  <a:pt x="448211" y="57415"/>
                </a:lnTo>
                <a:lnTo>
                  <a:pt x="448217" y="57322"/>
                </a:lnTo>
                <a:lnTo>
                  <a:pt x="448223" y="57226"/>
                </a:lnTo>
                <a:lnTo>
                  <a:pt x="448229" y="57127"/>
                </a:lnTo>
                <a:lnTo>
                  <a:pt x="448234" y="57025"/>
                </a:lnTo>
                <a:lnTo>
                  <a:pt x="448238" y="56920"/>
                </a:lnTo>
                <a:lnTo>
                  <a:pt x="448243" y="56813"/>
                </a:lnTo>
                <a:lnTo>
                  <a:pt x="448247" y="56703"/>
                </a:lnTo>
                <a:lnTo>
                  <a:pt x="448251" y="56590"/>
                </a:lnTo>
                <a:lnTo>
                  <a:pt x="448254" y="56474"/>
                </a:lnTo>
                <a:lnTo>
                  <a:pt x="448257" y="56356"/>
                </a:lnTo>
                <a:lnTo>
                  <a:pt x="448260" y="56236"/>
                </a:lnTo>
                <a:lnTo>
                  <a:pt x="448262" y="56118"/>
                </a:lnTo>
                <a:lnTo>
                  <a:pt x="448265" y="56002"/>
                </a:lnTo>
                <a:lnTo>
                  <a:pt x="448267" y="55886"/>
                </a:lnTo>
                <a:lnTo>
                  <a:pt x="448269" y="55772"/>
                </a:lnTo>
                <a:lnTo>
                  <a:pt x="448272" y="55660"/>
                </a:lnTo>
                <a:lnTo>
                  <a:pt x="448274" y="55548"/>
                </a:lnTo>
                <a:lnTo>
                  <a:pt x="448276" y="55438"/>
                </a:lnTo>
                <a:lnTo>
                  <a:pt x="448277" y="55330"/>
                </a:lnTo>
                <a:lnTo>
                  <a:pt x="448279" y="55222"/>
                </a:lnTo>
                <a:lnTo>
                  <a:pt x="448281" y="55117"/>
                </a:lnTo>
                <a:lnTo>
                  <a:pt x="448282" y="55012"/>
                </a:lnTo>
                <a:lnTo>
                  <a:pt x="448284" y="54909"/>
                </a:lnTo>
                <a:lnTo>
                  <a:pt x="448285" y="54807"/>
                </a:lnTo>
                <a:lnTo>
                  <a:pt x="448286" y="54706"/>
                </a:lnTo>
                <a:lnTo>
                  <a:pt x="448287" y="54607"/>
                </a:lnTo>
                <a:lnTo>
                  <a:pt x="448288" y="54509"/>
                </a:lnTo>
                <a:lnTo>
                  <a:pt x="448288" y="54413"/>
                </a:lnTo>
                <a:lnTo>
                  <a:pt x="448289" y="54317"/>
                </a:lnTo>
                <a:lnTo>
                  <a:pt x="448290" y="54223"/>
                </a:lnTo>
                <a:lnTo>
                  <a:pt x="448290" y="54131"/>
                </a:lnTo>
                <a:lnTo>
                  <a:pt x="448290" y="54040"/>
                </a:lnTo>
                <a:lnTo>
                  <a:pt x="448291" y="53950"/>
                </a:lnTo>
                <a:lnTo>
                  <a:pt x="448291" y="53861"/>
                </a:lnTo>
                <a:lnTo>
                  <a:pt x="448278" y="52557"/>
                </a:lnTo>
                <a:lnTo>
                  <a:pt x="448240" y="51277"/>
                </a:lnTo>
                <a:lnTo>
                  <a:pt x="448176" y="50024"/>
                </a:lnTo>
                <a:lnTo>
                  <a:pt x="448087" y="48796"/>
                </a:lnTo>
                <a:lnTo>
                  <a:pt x="447972" y="47594"/>
                </a:lnTo>
                <a:lnTo>
                  <a:pt x="447832" y="46417"/>
                </a:lnTo>
                <a:lnTo>
                  <a:pt x="447666" y="45266"/>
                </a:lnTo>
                <a:lnTo>
                  <a:pt x="447474" y="44141"/>
                </a:lnTo>
                <a:lnTo>
                  <a:pt x="447258" y="43041"/>
                </a:lnTo>
                <a:lnTo>
                  <a:pt x="447015" y="41967"/>
                </a:lnTo>
                <a:lnTo>
                  <a:pt x="446748" y="40918"/>
                </a:lnTo>
                <a:lnTo>
                  <a:pt x="446454" y="39895"/>
                </a:lnTo>
                <a:lnTo>
                  <a:pt x="446135" y="38898"/>
                </a:lnTo>
                <a:lnTo>
                  <a:pt x="445791" y="37926"/>
                </a:lnTo>
                <a:lnTo>
                  <a:pt x="445421" y="36980"/>
                </a:lnTo>
                <a:lnTo>
                  <a:pt x="445026" y="36060"/>
                </a:lnTo>
                <a:lnTo>
                  <a:pt x="444605" y="35165"/>
                </a:lnTo>
                <a:lnTo>
                  <a:pt x="444159" y="34296"/>
                </a:lnTo>
                <a:lnTo>
                  <a:pt x="443687" y="33452"/>
                </a:lnTo>
                <a:lnTo>
                  <a:pt x="443190" y="32634"/>
                </a:lnTo>
                <a:lnTo>
                  <a:pt x="442667" y="31842"/>
                </a:lnTo>
                <a:lnTo>
                  <a:pt x="442118" y="31075"/>
                </a:lnTo>
                <a:lnTo>
                  <a:pt x="441544" y="30334"/>
                </a:lnTo>
                <a:lnTo>
                  <a:pt x="440945" y="29619"/>
                </a:lnTo>
                <a:lnTo>
                  <a:pt x="440323" y="28931"/>
                </a:lnTo>
                <a:lnTo>
                  <a:pt x="439682" y="28272"/>
                </a:lnTo>
                <a:lnTo>
                  <a:pt x="439020" y="27642"/>
                </a:lnTo>
                <a:lnTo>
                  <a:pt x="438339" y="27042"/>
                </a:lnTo>
                <a:lnTo>
                  <a:pt x="437639" y="26471"/>
                </a:lnTo>
                <a:lnTo>
                  <a:pt x="436919" y="25929"/>
                </a:lnTo>
                <a:lnTo>
                  <a:pt x="436179" y="25417"/>
                </a:lnTo>
                <a:lnTo>
                  <a:pt x="435419" y="24934"/>
                </a:lnTo>
                <a:lnTo>
                  <a:pt x="434640" y="24480"/>
                </a:lnTo>
                <a:lnTo>
                  <a:pt x="433841" y="24055"/>
                </a:lnTo>
                <a:lnTo>
                  <a:pt x="433023" y="23660"/>
                </a:lnTo>
                <a:lnTo>
                  <a:pt x="432184" y="23294"/>
                </a:lnTo>
                <a:lnTo>
                  <a:pt x="431327" y="22957"/>
                </a:lnTo>
                <a:lnTo>
                  <a:pt x="430449" y="22649"/>
                </a:lnTo>
                <a:lnTo>
                  <a:pt x="429552" y="22371"/>
                </a:lnTo>
                <a:lnTo>
                  <a:pt x="428635" y="22122"/>
                </a:lnTo>
                <a:lnTo>
                  <a:pt x="427699" y="21903"/>
                </a:lnTo>
                <a:lnTo>
                  <a:pt x="426743" y="21712"/>
                </a:lnTo>
                <a:lnTo>
                  <a:pt x="425767" y="21551"/>
                </a:lnTo>
                <a:lnTo>
                  <a:pt x="424771" y="21420"/>
                </a:lnTo>
                <a:lnTo>
                  <a:pt x="423756" y="21317"/>
                </a:lnTo>
                <a:lnTo>
                  <a:pt x="422722" y="21244"/>
                </a:lnTo>
                <a:lnTo>
                  <a:pt x="421667" y="21200"/>
                </a:lnTo>
                <a:lnTo>
                  <a:pt x="420593" y="21185"/>
                </a:lnTo>
                <a:lnTo>
                  <a:pt x="419790" y="21193"/>
                </a:lnTo>
                <a:lnTo>
                  <a:pt x="418999" y="21216"/>
                </a:lnTo>
                <a:lnTo>
                  <a:pt x="418218" y="21255"/>
                </a:lnTo>
                <a:lnTo>
                  <a:pt x="417449" y="21310"/>
                </a:lnTo>
                <a:lnTo>
                  <a:pt x="416692" y="21380"/>
                </a:lnTo>
                <a:lnTo>
                  <a:pt x="415945" y="21466"/>
                </a:lnTo>
                <a:lnTo>
                  <a:pt x="415211" y="21567"/>
                </a:lnTo>
                <a:lnTo>
                  <a:pt x="414487" y="21684"/>
                </a:lnTo>
                <a:lnTo>
                  <a:pt x="413775" y="21817"/>
                </a:lnTo>
                <a:lnTo>
                  <a:pt x="413074" y="21965"/>
                </a:lnTo>
                <a:lnTo>
                  <a:pt x="412384" y="22129"/>
                </a:lnTo>
                <a:lnTo>
                  <a:pt x="411706" y="22308"/>
                </a:lnTo>
                <a:lnTo>
                  <a:pt x="411039" y="22504"/>
                </a:lnTo>
                <a:lnTo>
                  <a:pt x="410384" y="22714"/>
                </a:lnTo>
                <a:lnTo>
                  <a:pt x="409740" y="22940"/>
                </a:lnTo>
                <a:lnTo>
                  <a:pt x="409107" y="23182"/>
                </a:lnTo>
                <a:lnTo>
                  <a:pt x="408486" y="23440"/>
                </a:lnTo>
                <a:lnTo>
                  <a:pt x="407875" y="23713"/>
                </a:lnTo>
                <a:lnTo>
                  <a:pt x="407277" y="24001"/>
                </a:lnTo>
                <a:lnTo>
                  <a:pt x="406689" y="24305"/>
                </a:lnTo>
                <a:lnTo>
                  <a:pt x="406113" y="24625"/>
                </a:lnTo>
                <a:lnTo>
                  <a:pt x="405549" y="24961"/>
                </a:lnTo>
                <a:lnTo>
                  <a:pt x="404995" y="25312"/>
                </a:lnTo>
                <a:lnTo>
                  <a:pt x="404453" y="25678"/>
                </a:lnTo>
                <a:lnTo>
                  <a:pt x="403923" y="26059"/>
                </a:lnTo>
                <a:lnTo>
                  <a:pt x="403403" y="26451"/>
                </a:lnTo>
                <a:lnTo>
                  <a:pt x="402895" y="26856"/>
                </a:lnTo>
                <a:lnTo>
                  <a:pt x="402399" y="27272"/>
                </a:lnTo>
                <a:lnTo>
                  <a:pt x="401914" y="27701"/>
                </a:lnTo>
                <a:lnTo>
                  <a:pt x="401440" y="28142"/>
                </a:lnTo>
                <a:lnTo>
                  <a:pt x="400977" y="28595"/>
                </a:lnTo>
                <a:lnTo>
                  <a:pt x="400526" y="29060"/>
                </a:lnTo>
                <a:lnTo>
                  <a:pt x="400086" y="29537"/>
                </a:lnTo>
                <a:lnTo>
                  <a:pt x="399658" y="30026"/>
                </a:lnTo>
                <a:lnTo>
                  <a:pt x="399240" y="30527"/>
                </a:lnTo>
                <a:lnTo>
                  <a:pt x="398835" y="31040"/>
                </a:lnTo>
                <a:lnTo>
                  <a:pt x="398440" y="31566"/>
                </a:lnTo>
                <a:lnTo>
                  <a:pt x="398057" y="32103"/>
                </a:lnTo>
                <a:lnTo>
                  <a:pt x="397685" y="32653"/>
                </a:lnTo>
                <a:lnTo>
                  <a:pt x="397325" y="33214"/>
                </a:lnTo>
                <a:lnTo>
                  <a:pt x="396976" y="33788"/>
                </a:lnTo>
                <a:lnTo>
                  <a:pt x="396638" y="34373"/>
                </a:lnTo>
                <a:lnTo>
                  <a:pt x="396312" y="34971"/>
                </a:lnTo>
                <a:lnTo>
                  <a:pt x="395997" y="35581"/>
                </a:lnTo>
                <a:lnTo>
                  <a:pt x="395693" y="36203"/>
                </a:lnTo>
                <a:lnTo>
                  <a:pt x="395401" y="36837"/>
                </a:lnTo>
                <a:lnTo>
                  <a:pt x="395120" y="37483"/>
                </a:lnTo>
                <a:lnTo>
                  <a:pt x="394850" y="38141"/>
                </a:lnTo>
                <a:lnTo>
                  <a:pt x="394592" y="38809"/>
                </a:lnTo>
                <a:lnTo>
                  <a:pt x="394344" y="39487"/>
                </a:lnTo>
                <a:lnTo>
                  <a:pt x="394108" y="40172"/>
                </a:lnTo>
                <a:lnTo>
                  <a:pt x="393882" y="40867"/>
                </a:lnTo>
                <a:lnTo>
                  <a:pt x="393668" y="41570"/>
                </a:lnTo>
                <a:lnTo>
                  <a:pt x="393465" y="42282"/>
                </a:lnTo>
                <a:lnTo>
                  <a:pt x="393272" y="43002"/>
                </a:lnTo>
                <a:lnTo>
                  <a:pt x="393091" y="43731"/>
                </a:lnTo>
                <a:lnTo>
                  <a:pt x="392920" y="44469"/>
                </a:lnTo>
                <a:lnTo>
                  <a:pt x="392761" y="45215"/>
                </a:lnTo>
                <a:lnTo>
                  <a:pt x="392612" y="45970"/>
                </a:lnTo>
                <a:lnTo>
                  <a:pt x="392475" y="46733"/>
                </a:lnTo>
                <a:lnTo>
                  <a:pt x="392348" y="47506"/>
                </a:lnTo>
                <a:lnTo>
                  <a:pt x="392233" y="48286"/>
                </a:lnTo>
                <a:lnTo>
                  <a:pt x="392128" y="49076"/>
                </a:lnTo>
                <a:lnTo>
                  <a:pt x="392035" y="49874"/>
                </a:lnTo>
                <a:lnTo>
                  <a:pt x="391952" y="50681"/>
                </a:lnTo>
                <a:lnTo>
                  <a:pt x="391881" y="51496"/>
                </a:lnTo>
                <a:lnTo>
                  <a:pt x="391820" y="52320"/>
                </a:lnTo>
                <a:lnTo>
                  <a:pt x="391771" y="53153"/>
                </a:lnTo>
                <a:lnTo>
                  <a:pt x="391732" y="53995"/>
                </a:lnTo>
                <a:lnTo>
                  <a:pt x="391705" y="54845"/>
                </a:lnTo>
                <a:lnTo>
                  <a:pt x="391688" y="55703"/>
                </a:lnTo>
                <a:lnTo>
                  <a:pt x="391683" y="56571"/>
                </a:lnTo>
                <a:lnTo>
                  <a:pt x="391689" y="57404"/>
                </a:lnTo>
                <a:lnTo>
                  <a:pt x="391706" y="58230"/>
                </a:lnTo>
                <a:lnTo>
                  <a:pt x="391734" y="59049"/>
                </a:lnTo>
                <a:lnTo>
                  <a:pt x="391774" y="59862"/>
                </a:lnTo>
                <a:lnTo>
                  <a:pt x="391825" y="60667"/>
                </a:lnTo>
                <a:lnTo>
                  <a:pt x="391887" y="61466"/>
                </a:lnTo>
                <a:lnTo>
                  <a:pt x="391961" y="62257"/>
                </a:lnTo>
                <a:lnTo>
                  <a:pt x="392046" y="63042"/>
                </a:lnTo>
                <a:lnTo>
                  <a:pt x="392143" y="63819"/>
                </a:lnTo>
                <a:lnTo>
                  <a:pt x="392250" y="64590"/>
                </a:lnTo>
                <a:lnTo>
                  <a:pt x="392370" y="65354"/>
                </a:lnTo>
                <a:lnTo>
                  <a:pt x="392500" y="66111"/>
                </a:lnTo>
                <a:lnTo>
                  <a:pt x="392642" y="66860"/>
                </a:lnTo>
                <a:lnTo>
                  <a:pt x="392795" y="67603"/>
                </a:lnTo>
                <a:lnTo>
                  <a:pt x="392960" y="68339"/>
                </a:lnTo>
                <a:lnTo>
                  <a:pt x="393136" y="69068"/>
                </a:lnTo>
                <a:lnTo>
                  <a:pt x="393323" y="69790"/>
                </a:lnTo>
                <a:lnTo>
                  <a:pt x="393521" y="70505"/>
                </a:lnTo>
                <a:lnTo>
                  <a:pt x="393731" y="71214"/>
                </a:lnTo>
                <a:lnTo>
                  <a:pt x="393953" y="71915"/>
                </a:lnTo>
                <a:lnTo>
                  <a:pt x="394185" y="72609"/>
                </a:lnTo>
                <a:lnTo>
                  <a:pt x="394429" y="73296"/>
                </a:lnTo>
                <a:lnTo>
                  <a:pt x="394685" y="73977"/>
                </a:lnTo>
                <a:lnTo>
                  <a:pt x="394951" y="74650"/>
                </a:lnTo>
                <a:lnTo>
                  <a:pt x="395230" y="75314"/>
                </a:lnTo>
                <a:lnTo>
                  <a:pt x="395520" y="75967"/>
                </a:lnTo>
                <a:lnTo>
                  <a:pt x="395822" y="76607"/>
                </a:lnTo>
                <a:lnTo>
                  <a:pt x="396135" y="77236"/>
                </a:lnTo>
                <a:lnTo>
                  <a:pt x="396461" y="77854"/>
                </a:lnTo>
                <a:lnTo>
                  <a:pt x="396798" y="78459"/>
                </a:lnTo>
                <a:lnTo>
                  <a:pt x="397147" y="79053"/>
                </a:lnTo>
                <a:lnTo>
                  <a:pt x="397508" y="79635"/>
                </a:lnTo>
                <a:lnTo>
                  <a:pt x="397881" y="80206"/>
                </a:lnTo>
                <a:lnTo>
                  <a:pt x="398266" y="80765"/>
                </a:lnTo>
                <a:lnTo>
                  <a:pt x="398662" y="81312"/>
                </a:lnTo>
                <a:lnTo>
                  <a:pt x="399071" y="81847"/>
                </a:lnTo>
                <a:lnTo>
                  <a:pt x="399491" y="82371"/>
                </a:lnTo>
                <a:lnTo>
                  <a:pt x="399923" y="82883"/>
                </a:lnTo>
                <a:lnTo>
                  <a:pt x="400366" y="83383"/>
                </a:lnTo>
                <a:lnTo>
                  <a:pt x="400822" y="83872"/>
                </a:lnTo>
                <a:lnTo>
                  <a:pt x="401289" y="84349"/>
                </a:lnTo>
                <a:lnTo>
                  <a:pt x="401768" y="84814"/>
                </a:lnTo>
                <a:lnTo>
                  <a:pt x="402259" y="85267"/>
                </a:lnTo>
                <a:lnTo>
                  <a:pt x="402762" y="85709"/>
                </a:lnTo>
                <a:lnTo>
                  <a:pt x="403277" y="86139"/>
                </a:lnTo>
                <a:lnTo>
                  <a:pt x="403803" y="86558"/>
                </a:lnTo>
                <a:lnTo>
                  <a:pt x="404341" y="86965"/>
                </a:lnTo>
                <a:lnTo>
                  <a:pt x="404891" y="87360"/>
                </a:lnTo>
                <a:lnTo>
                  <a:pt x="405454" y="87741"/>
                </a:lnTo>
                <a:lnTo>
                  <a:pt x="406028" y="88105"/>
                </a:lnTo>
                <a:lnTo>
                  <a:pt x="406615" y="88454"/>
                </a:lnTo>
                <a:lnTo>
                  <a:pt x="407214" y="88786"/>
                </a:lnTo>
                <a:lnTo>
                  <a:pt x="407826" y="89102"/>
                </a:lnTo>
                <a:lnTo>
                  <a:pt x="408450" y="89402"/>
                </a:lnTo>
                <a:lnTo>
                  <a:pt x="409087" y="89686"/>
                </a:lnTo>
                <a:lnTo>
                  <a:pt x="409736" y="89953"/>
                </a:lnTo>
                <a:lnTo>
                  <a:pt x="410397" y="90204"/>
                </a:lnTo>
                <a:lnTo>
                  <a:pt x="411071" y="90439"/>
                </a:lnTo>
                <a:lnTo>
                  <a:pt x="411757" y="90658"/>
                </a:lnTo>
                <a:lnTo>
                  <a:pt x="412456" y="90861"/>
                </a:lnTo>
                <a:lnTo>
                  <a:pt x="413167" y="91047"/>
                </a:lnTo>
                <a:lnTo>
                  <a:pt x="413890" y="91217"/>
                </a:lnTo>
                <a:lnTo>
                  <a:pt x="414626" y="91371"/>
                </a:lnTo>
                <a:lnTo>
                  <a:pt x="415374" y="91509"/>
                </a:lnTo>
                <a:lnTo>
                  <a:pt x="416135" y="91631"/>
                </a:lnTo>
                <a:lnTo>
                  <a:pt x="416908" y="91736"/>
                </a:lnTo>
                <a:lnTo>
                  <a:pt x="417693" y="91825"/>
                </a:lnTo>
                <a:lnTo>
                  <a:pt x="418491" y="91898"/>
                </a:lnTo>
                <a:lnTo>
                  <a:pt x="419301" y="91955"/>
                </a:lnTo>
                <a:lnTo>
                  <a:pt x="420124" y="91995"/>
                </a:lnTo>
                <a:lnTo>
                  <a:pt x="420959" y="92020"/>
                </a:lnTo>
                <a:lnTo>
                  <a:pt x="421806" y="92028"/>
                </a:lnTo>
                <a:lnTo>
                  <a:pt x="422476" y="92023"/>
                </a:lnTo>
                <a:lnTo>
                  <a:pt x="423139" y="92008"/>
                </a:lnTo>
                <a:lnTo>
                  <a:pt x="423793" y="91983"/>
                </a:lnTo>
                <a:lnTo>
                  <a:pt x="424440" y="91949"/>
                </a:lnTo>
                <a:close/>
                <a:moveTo>
                  <a:pt x="403442" y="47006"/>
                </a:moveTo>
                <a:lnTo>
                  <a:pt x="403565" y="46250"/>
                </a:lnTo>
                <a:lnTo>
                  <a:pt x="403702" y="45510"/>
                </a:lnTo>
                <a:lnTo>
                  <a:pt x="403850" y="44787"/>
                </a:lnTo>
                <a:lnTo>
                  <a:pt x="404012" y="44081"/>
                </a:lnTo>
                <a:lnTo>
                  <a:pt x="404185" y="43391"/>
                </a:lnTo>
                <a:lnTo>
                  <a:pt x="404372" y="42717"/>
                </a:lnTo>
                <a:lnTo>
                  <a:pt x="404571" y="42060"/>
                </a:lnTo>
                <a:lnTo>
                  <a:pt x="404782" y="41420"/>
                </a:lnTo>
                <a:lnTo>
                  <a:pt x="405006" y="40796"/>
                </a:lnTo>
                <a:lnTo>
                  <a:pt x="405242" y="40188"/>
                </a:lnTo>
                <a:lnTo>
                  <a:pt x="405491" y="39598"/>
                </a:lnTo>
                <a:lnTo>
                  <a:pt x="405752" y="39023"/>
                </a:lnTo>
                <a:lnTo>
                  <a:pt x="406026" y="38466"/>
                </a:lnTo>
                <a:lnTo>
                  <a:pt x="406313" y="37924"/>
                </a:lnTo>
                <a:lnTo>
                  <a:pt x="406612" y="37400"/>
                </a:lnTo>
                <a:lnTo>
                  <a:pt x="406923" y="36892"/>
                </a:lnTo>
                <a:lnTo>
                  <a:pt x="407247" y="36400"/>
                </a:lnTo>
                <a:lnTo>
                  <a:pt x="407584" y="35925"/>
                </a:lnTo>
                <a:lnTo>
                  <a:pt x="407933" y="35467"/>
                </a:lnTo>
                <a:lnTo>
                  <a:pt x="408295" y="35025"/>
                </a:lnTo>
                <a:lnTo>
                  <a:pt x="408668" y="34600"/>
                </a:lnTo>
                <a:lnTo>
                  <a:pt x="409054" y="34194"/>
                </a:lnTo>
                <a:lnTo>
                  <a:pt x="409452" y="33805"/>
                </a:lnTo>
                <a:lnTo>
                  <a:pt x="409862" y="33435"/>
                </a:lnTo>
                <a:lnTo>
                  <a:pt x="410284" y="33083"/>
                </a:lnTo>
                <a:lnTo>
                  <a:pt x="410719" y="32748"/>
                </a:lnTo>
                <a:lnTo>
                  <a:pt x="411165" y="32432"/>
                </a:lnTo>
                <a:lnTo>
                  <a:pt x="411623" y="32134"/>
                </a:lnTo>
                <a:lnTo>
                  <a:pt x="412093" y="31854"/>
                </a:lnTo>
                <a:lnTo>
                  <a:pt x="412575" y="31592"/>
                </a:lnTo>
                <a:lnTo>
                  <a:pt x="413070" y="31348"/>
                </a:lnTo>
                <a:lnTo>
                  <a:pt x="413576" y="31122"/>
                </a:lnTo>
                <a:lnTo>
                  <a:pt x="414095" y="30914"/>
                </a:lnTo>
                <a:lnTo>
                  <a:pt x="414625" y="30725"/>
                </a:lnTo>
                <a:lnTo>
                  <a:pt x="415168" y="30553"/>
                </a:lnTo>
                <a:lnTo>
                  <a:pt x="415722" y="30399"/>
                </a:lnTo>
                <a:lnTo>
                  <a:pt x="416289" y="30264"/>
                </a:lnTo>
                <a:lnTo>
                  <a:pt x="416868" y="30146"/>
                </a:lnTo>
                <a:lnTo>
                  <a:pt x="417459" y="30047"/>
                </a:lnTo>
                <a:lnTo>
                  <a:pt x="418061" y="29966"/>
                </a:lnTo>
                <a:lnTo>
                  <a:pt x="418676" y="29903"/>
                </a:lnTo>
                <a:lnTo>
                  <a:pt x="419303" y="29857"/>
                </a:lnTo>
                <a:lnTo>
                  <a:pt x="419942" y="29830"/>
                </a:lnTo>
                <a:lnTo>
                  <a:pt x="420593" y="29821"/>
                </a:lnTo>
                <a:lnTo>
                  <a:pt x="421233" y="29830"/>
                </a:lnTo>
                <a:lnTo>
                  <a:pt x="421861" y="29858"/>
                </a:lnTo>
                <a:lnTo>
                  <a:pt x="422477" y="29903"/>
                </a:lnTo>
                <a:lnTo>
                  <a:pt x="423081" y="29967"/>
                </a:lnTo>
                <a:lnTo>
                  <a:pt x="423673" y="30049"/>
                </a:lnTo>
                <a:lnTo>
                  <a:pt x="424253" y="30149"/>
                </a:lnTo>
                <a:lnTo>
                  <a:pt x="424822" y="30267"/>
                </a:lnTo>
                <a:lnTo>
                  <a:pt x="425378" y="30403"/>
                </a:lnTo>
                <a:lnTo>
                  <a:pt x="425922" y="30558"/>
                </a:lnTo>
                <a:lnTo>
                  <a:pt x="426455" y="30731"/>
                </a:lnTo>
                <a:lnTo>
                  <a:pt x="426975" y="30922"/>
                </a:lnTo>
                <a:lnTo>
                  <a:pt x="427484" y="31131"/>
                </a:lnTo>
                <a:lnTo>
                  <a:pt x="427981" y="31359"/>
                </a:lnTo>
                <a:lnTo>
                  <a:pt x="428465" y="31604"/>
                </a:lnTo>
                <a:lnTo>
                  <a:pt x="428938" y="31868"/>
                </a:lnTo>
                <a:lnTo>
                  <a:pt x="429399" y="32150"/>
                </a:lnTo>
                <a:lnTo>
                  <a:pt x="429848" y="32450"/>
                </a:lnTo>
                <a:lnTo>
                  <a:pt x="430285" y="32768"/>
                </a:lnTo>
                <a:lnTo>
                  <a:pt x="430710" y="33105"/>
                </a:lnTo>
                <a:lnTo>
                  <a:pt x="431123" y="33460"/>
                </a:lnTo>
                <a:lnTo>
                  <a:pt x="431524" y="33833"/>
                </a:lnTo>
                <a:lnTo>
                  <a:pt x="431913" y="34224"/>
                </a:lnTo>
                <a:lnTo>
                  <a:pt x="432291" y="34633"/>
                </a:lnTo>
                <a:lnTo>
                  <a:pt x="432656" y="35061"/>
                </a:lnTo>
                <a:lnTo>
                  <a:pt x="433008" y="35505"/>
                </a:lnTo>
                <a:lnTo>
                  <a:pt x="433346" y="35966"/>
                </a:lnTo>
                <a:lnTo>
                  <a:pt x="433670" y="36443"/>
                </a:lnTo>
                <a:lnTo>
                  <a:pt x="433980" y="36936"/>
                </a:lnTo>
                <a:lnTo>
                  <a:pt x="434275" y="37446"/>
                </a:lnTo>
                <a:lnTo>
                  <a:pt x="434556" y="37971"/>
                </a:lnTo>
                <a:lnTo>
                  <a:pt x="434822" y="38513"/>
                </a:lnTo>
                <a:lnTo>
                  <a:pt x="435075" y="39071"/>
                </a:lnTo>
                <a:lnTo>
                  <a:pt x="435313" y="39645"/>
                </a:lnTo>
                <a:lnTo>
                  <a:pt x="435537" y="40235"/>
                </a:lnTo>
                <a:lnTo>
                  <a:pt x="435746" y="40842"/>
                </a:lnTo>
                <a:lnTo>
                  <a:pt x="435941" y="41464"/>
                </a:lnTo>
                <a:lnTo>
                  <a:pt x="436122" y="42103"/>
                </a:lnTo>
                <a:lnTo>
                  <a:pt x="436289" y="42758"/>
                </a:lnTo>
                <a:lnTo>
                  <a:pt x="436442" y="43429"/>
                </a:lnTo>
                <a:lnTo>
                  <a:pt x="436580" y="44116"/>
                </a:lnTo>
                <a:lnTo>
                  <a:pt x="436704" y="44820"/>
                </a:lnTo>
                <a:lnTo>
                  <a:pt x="436813" y="45540"/>
                </a:lnTo>
                <a:lnTo>
                  <a:pt x="436909" y="46275"/>
                </a:lnTo>
                <a:lnTo>
                  <a:pt x="436990" y="47027"/>
                </a:lnTo>
                <a:lnTo>
                  <a:pt x="437056" y="47795"/>
                </a:lnTo>
                <a:lnTo>
                  <a:pt x="437109" y="48580"/>
                </a:lnTo>
                <a:lnTo>
                  <a:pt x="437147" y="49380"/>
                </a:lnTo>
                <a:lnTo>
                  <a:pt x="437171" y="50197"/>
                </a:lnTo>
                <a:lnTo>
                  <a:pt x="403072" y="50197"/>
                </a:lnTo>
                <a:lnTo>
                  <a:pt x="403145" y="49374"/>
                </a:lnTo>
                <a:lnTo>
                  <a:pt x="403232" y="48569"/>
                </a:lnTo>
                <a:lnTo>
                  <a:pt x="403330" y="47779"/>
                </a:lnTo>
                <a:lnTo>
                  <a:pt x="403442" y="470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B024200D-76EE-45F1-BE4F-D27EB3B5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19" y="4672950"/>
            <a:ext cx="535252" cy="114967"/>
          </a:xfrm>
          <a:custGeom xmlns:a="http://schemas.openxmlformats.org/drawingml/2006/main">
            <a:pathLst>
              <a:path w="535252" h="114967">
                <a:moveTo>
                  <a:pt x="0" y="90813"/>
                </a:moveTo>
                <a:lnTo>
                  <a:pt x="0" y="0"/>
                </a:lnTo>
                <a:lnTo>
                  <a:pt x="34302" y="0"/>
                </a:lnTo>
                <a:cubicBezTo>
                  <a:pt x="39513" y="0"/>
                  <a:pt x="44264" y="832"/>
                  <a:pt x="48555" y="2496"/>
                </a:cubicBezTo>
                <a:cubicBezTo>
                  <a:pt x="52845" y="4161"/>
                  <a:pt x="56293" y="6769"/>
                  <a:pt x="58899" y="10323"/>
                </a:cubicBezTo>
                <a:cubicBezTo>
                  <a:pt x="61505" y="13876"/>
                  <a:pt x="62808" y="18486"/>
                  <a:pt x="62808" y="24154"/>
                </a:cubicBezTo>
                <a:cubicBezTo>
                  <a:pt x="62808" y="29911"/>
                  <a:pt x="61201" y="34814"/>
                  <a:pt x="57989" y="38862"/>
                </a:cubicBezTo>
                <a:cubicBezTo>
                  <a:pt x="54777" y="42910"/>
                  <a:pt x="50026" y="45654"/>
                  <a:pt x="43736" y="47093"/>
                </a:cubicBezTo>
                <a:cubicBezTo>
                  <a:pt x="47016" y="47588"/>
                  <a:pt x="49756" y="48634"/>
                  <a:pt x="51958" y="50231"/>
                </a:cubicBezTo>
                <a:cubicBezTo>
                  <a:pt x="54159" y="51827"/>
                  <a:pt x="56012" y="54088"/>
                  <a:pt x="57517" y="57011"/>
                </a:cubicBezTo>
                <a:cubicBezTo>
                  <a:pt x="59023" y="59935"/>
                  <a:pt x="60337" y="63623"/>
                  <a:pt x="61460" y="68076"/>
                </a:cubicBezTo>
                <a:lnTo>
                  <a:pt x="67390" y="90813"/>
                </a:lnTo>
                <a:lnTo>
                  <a:pt x="55058" y="90813"/>
                </a:lnTo>
                <a:lnTo>
                  <a:pt x="49801" y="69965"/>
                </a:lnTo>
                <a:cubicBezTo>
                  <a:pt x="48768" y="65782"/>
                  <a:pt x="47555" y="62398"/>
                  <a:pt x="46162" y="59811"/>
                </a:cubicBezTo>
                <a:cubicBezTo>
                  <a:pt x="44769" y="57225"/>
                  <a:pt x="43062" y="55336"/>
                  <a:pt x="41041" y="54144"/>
                </a:cubicBezTo>
                <a:cubicBezTo>
                  <a:pt x="39019" y="52952"/>
                  <a:pt x="36481" y="52356"/>
                  <a:pt x="33425" y="52356"/>
                </a:cubicBezTo>
                <a:lnTo>
                  <a:pt x="12130" y="52356"/>
                </a:lnTo>
                <a:lnTo>
                  <a:pt x="12130" y="90813"/>
                </a:lnTo>
                <a:lnTo>
                  <a:pt x="0" y="90813"/>
                </a:lnTo>
                <a:moveTo>
                  <a:pt x="12130" y="42236"/>
                </a:moveTo>
                <a:lnTo>
                  <a:pt x="32752" y="42236"/>
                </a:lnTo>
                <a:cubicBezTo>
                  <a:pt x="36076" y="42236"/>
                  <a:pt x="39086" y="41606"/>
                  <a:pt x="41782" y="40346"/>
                </a:cubicBezTo>
                <a:cubicBezTo>
                  <a:pt x="44477" y="39087"/>
                  <a:pt x="46623" y="37265"/>
                  <a:pt x="48218" y="34881"/>
                </a:cubicBezTo>
                <a:cubicBezTo>
                  <a:pt x="49813" y="32498"/>
                  <a:pt x="50610" y="29619"/>
                  <a:pt x="50610" y="26245"/>
                </a:cubicBezTo>
                <a:cubicBezTo>
                  <a:pt x="50610" y="21163"/>
                  <a:pt x="49116" y="17205"/>
                  <a:pt x="46129" y="14371"/>
                </a:cubicBezTo>
                <a:cubicBezTo>
                  <a:pt x="43141" y="11537"/>
                  <a:pt x="38817" y="10120"/>
                  <a:pt x="33156" y="10120"/>
                </a:cubicBezTo>
                <a:lnTo>
                  <a:pt x="12130" y="10120"/>
                </a:lnTo>
                <a:lnTo>
                  <a:pt x="12130" y="42236"/>
                </a:lnTo>
                <a:close/>
                <a:moveTo>
                  <a:pt x="105918" y="92028"/>
                </a:moveTo>
                <a:cubicBezTo>
                  <a:pt x="99089" y="92028"/>
                  <a:pt x="93450" y="90472"/>
                  <a:pt x="89003" y="87360"/>
                </a:cubicBezTo>
                <a:cubicBezTo>
                  <a:pt x="84555" y="84246"/>
                  <a:pt x="81242" y="80010"/>
                  <a:pt x="79063" y="74650"/>
                </a:cubicBezTo>
                <a:cubicBezTo>
                  <a:pt x="76884" y="69291"/>
                  <a:pt x="75794" y="63264"/>
                  <a:pt x="75794" y="56571"/>
                </a:cubicBezTo>
                <a:cubicBezTo>
                  <a:pt x="75794" y="49597"/>
                  <a:pt x="76850" y="43454"/>
                  <a:pt x="78962" y="38141"/>
                </a:cubicBezTo>
                <a:cubicBezTo>
                  <a:pt x="81073" y="32828"/>
                  <a:pt x="84274" y="28674"/>
                  <a:pt x="88565" y="25678"/>
                </a:cubicBezTo>
                <a:cubicBezTo>
                  <a:pt x="92855" y="22683"/>
                  <a:pt x="98235" y="21185"/>
                  <a:pt x="104705" y="21185"/>
                </a:cubicBezTo>
                <a:cubicBezTo>
                  <a:pt x="113375" y="21185"/>
                  <a:pt x="120159" y="23996"/>
                  <a:pt x="125056" y="29619"/>
                </a:cubicBezTo>
                <a:cubicBezTo>
                  <a:pt x="129953" y="35240"/>
                  <a:pt x="132402" y="43321"/>
                  <a:pt x="132402" y="53861"/>
                </a:cubicBezTo>
                <a:cubicBezTo>
                  <a:pt x="132402" y="54564"/>
                  <a:pt x="132391" y="55396"/>
                  <a:pt x="132368" y="56356"/>
                </a:cubicBezTo>
                <a:cubicBezTo>
                  <a:pt x="132346" y="57316"/>
                  <a:pt x="132290" y="58006"/>
                  <a:pt x="132200" y="58428"/>
                </a:cubicBezTo>
                <a:lnTo>
                  <a:pt x="87116" y="58428"/>
                </a:lnTo>
                <a:cubicBezTo>
                  <a:pt x="87161" y="62933"/>
                  <a:pt x="87812" y="67070"/>
                  <a:pt x="89070" y="70840"/>
                </a:cubicBezTo>
                <a:cubicBezTo>
                  <a:pt x="90328" y="74610"/>
                  <a:pt x="92339" y="77634"/>
                  <a:pt x="95102" y="79911"/>
                </a:cubicBezTo>
                <a:cubicBezTo>
                  <a:pt x="97865" y="82186"/>
                  <a:pt x="101470" y="83324"/>
                  <a:pt x="105918" y="83324"/>
                </a:cubicBezTo>
                <a:cubicBezTo>
                  <a:pt x="110725" y="83324"/>
                  <a:pt x="114465" y="82067"/>
                  <a:pt x="117138" y="79552"/>
                </a:cubicBezTo>
                <a:cubicBezTo>
                  <a:pt x="119811" y="77038"/>
                  <a:pt x="121215" y="73410"/>
                  <a:pt x="121350" y="68669"/>
                </a:cubicBezTo>
                <a:lnTo>
                  <a:pt x="132469" y="68669"/>
                </a:lnTo>
                <a:cubicBezTo>
                  <a:pt x="132335" y="73486"/>
                  <a:pt x="131178" y="77636"/>
                  <a:pt x="128999" y="81121"/>
                </a:cubicBezTo>
                <a:cubicBezTo>
                  <a:pt x="126820" y="84604"/>
                  <a:pt x="123776" y="87293"/>
                  <a:pt x="119867" y="89188"/>
                </a:cubicBezTo>
                <a:cubicBezTo>
                  <a:pt x="115959" y="91081"/>
                  <a:pt x="111309" y="92028"/>
                  <a:pt x="105918" y="92028"/>
                </a:cubicBezTo>
                <a:moveTo>
                  <a:pt x="87183" y="50197"/>
                </a:moveTo>
                <a:lnTo>
                  <a:pt x="121283" y="50197"/>
                </a:lnTo>
                <a:cubicBezTo>
                  <a:pt x="121148" y="43599"/>
                  <a:pt x="119643" y="38554"/>
                  <a:pt x="116767" y="35061"/>
                </a:cubicBezTo>
                <a:cubicBezTo>
                  <a:pt x="113892" y="31568"/>
                  <a:pt x="109871" y="29821"/>
                  <a:pt x="104705" y="29821"/>
                </a:cubicBezTo>
                <a:cubicBezTo>
                  <a:pt x="99448" y="29821"/>
                  <a:pt x="95349" y="31556"/>
                  <a:pt x="92406" y="35025"/>
                </a:cubicBezTo>
                <a:cubicBezTo>
                  <a:pt x="89463" y="38494"/>
                  <a:pt x="87722" y="43551"/>
                  <a:pt x="87183" y="50197"/>
                </a:cubicBezTo>
                <a:close/>
                <a:moveTo>
                  <a:pt x="170783" y="92028"/>
                </a:moveTo>
                <a:cubicBezTo>
                  <a:pt x="167054" y="92028"/>
                  <a:pt x="163538" y="91614"/>
                  <a:pt x="160236" y="90788"/>
                </a:cubicBezTo>
                <a:cubicBezTo>
                  <a:pt x="156934" y="89961"/>
                  <a:pt x="154025" y="88627"/>
                  <a:pt x="151509" y="86786"/>
                </a:cubicBezTo>
                <a:cubicBezTo>
                  <a:pt x="148993" y="84943"/>
                  <a:pt x="147028" y="82558"/>
                  <a:pt x="145612" y="79630"/>
                </a:cubicBezTo>
                <a:cubicBezTo>
                  <a:pt x="144197" y="76702"/>
                  <a:pt x="143490" y="73136"/>
                  <a:pt x="143490" y="68932"/>
                </a:cubicBezTo>
                <a:lnTo>
                  <a:pt x="154339" y="68932"/>
                </a:lnTo>
                <a:cubicBezTo>
                  <a:pt x="154339" y="74376"/>
                  <a:pt x="155934" y="78192"/>
                  <a:pt x="159124" y="80381"/>
                </a:cubicBezTo>
                <a:cubicBezTo>
                  <a:pt x="162314" y="82568"/>
                  <a:pt x="166290" y="83661"/>
                  <a:pt x="171052" y="83661"/>
                </a:cubicBezTo>
                <a:cubicBezTo>
                  <a:pt x="175320" y="83661"/>
                  <a:pt x="178836" y="82791"/>
                  <a:pt x="181599" y="81049"/>
                </a:cubicBezTo>
                <a:cubicBezTo>
                  <a:pt x="184362" y="79308"/>
                  <a:pt x="185743" y="76449"/>
                  <a:pt x="185743" y="72474"/>
                </a:cubicBezTo>
                <a:cubicBezTo>
                  <a:pt x="185743" y="69074"/>
                  <a:pt x="184497" y="66571"/>
                  <a:pt x="182003" y="64966"/>
                </a:cubicBezTo>
                <a:cubicBezTo>
                  <a:pt x="179510" y="63360"/>
                  <a:pt x="175096" y="61730"/>
                  <a:pt x="168761" y="60077"/>
                </a:cubicBezTo>
                <a:cubicBezTo>
                  <a:pt x="163639" y="58802"/>
                  <a:pt x="159349" y="57326"/>
                  <a:pt x="155889" y="55649"/>
                </a:cubicBezTo>
                <a:cubicBezTo>
                  <a:pt x="152430" y="53972"/>
                  <a:pt x="149824" y="51847"/>
                  <a:pt x="148072" y="49273"/>
                </a:cubicBezTo>
                <a:cubicBezTo>
                  <a:pt x="146320" y="46700"/>
                  <a:pt x="145444" y="43453"/>
                  <a:pt x="145444" y="39533"/>
                </a:cubicBezTo>
                <a:cubicBezTo>
                  <a:pt x="145444" y="36511"/>
                  <a:pt x="146062" y="33855"/>
                  <a:pt x="147297" y="31565"/>
                </a:cubicBezTo>
                <a:cubicBezTo>
                  <a:pt x="148533" y="29274"/>
                  <a:pt x="150262" y="27361"/>
                  <a:pt x="152486" y="25826"/>
                </a:cubicBezTo>
                <a:cubicBezTo>
                  <a:pt x="154710" y="24291"/>
                  <a:pt x="157316" y="23134"/>
                  <a:pt x="160304" y="22355"/>
                </a:cubicBezTo>
                <a:cubicBezTo>
                  <a:pt x="163291" y="21575"/>
                  <a:pt x="166537" y="21185"/>
                  <a:pt x="170041" y="21185"/>
                </a:cubicBezTo>
                <a:cubicBezTo>
                  <a:pt x="173501" y="21185"/>
                  <a:pt x="176747" y="21610"/>
                  <a:pt x="179779" y="22461"/>
                </a:cubicBezTo>
                <a:cubicBezTo>
                  <a:pt x="182812" y="23311"/>
                  <a:pt x="185496" y="24622"/>
                  <a:pt x="187832" y="26393"/>
                </a:cubicBezTo>
                <a:cubicBezTo>
                  <a:pt x="190169" y="28164"/>
                  <a:pt x="191999" y="30454"/>
                  <a:pt x="193325" y="33264"/>
                </a:cubicBezTo>
                <a:cubicBezTo>
                  <a:pt x="194650" y="36074"/>
                  <a:pt x="195313" y="39415"/>
                  <a:pt x="195313" y="43288"/>
                </a:cubicBezTo>
                <a:lnTo>
                  <a:pt x="184395" y="43288"/>
                </a:lnTo>
                <a:cubicBezTo>
                  <a:pt x="184395" y="38364"/>
                  <a:pt x="183014" y="34866"/>
                  <a:pt x="180251" y="32794"/>
                </a:cubicBezTo>
                <a:cubicBezTo>
                  <a:pt x="177488" y="30722"/>
                  <a:pt x="174085" y="29686"/>
                  <a:pt x="170041" y="29686"/>
                </a:cubicBezTo>
                <a:cubicBezTo>
                  <a:pt x="165998" y="29686"/>
                  <a:pt x="162718" y="30453"/>
                  <a:pt x="160202" y="31987"/>
                </a:cubicBezTo>
                <a:cubicBezTo>
                  <a:pt x="157687" y="33519"/>
                  <a:pt x="156429" y="35916"/>
                  <a:pt x="156429" y="39178"/>
                </a:cubicBezTo>
                <a:cubicBezTo>
                  <a:pt x="156429" y="41020"/>
                  <a:pt x="156990" y="42579"/>
                  <a:pt x="158113" y="43855"/>
                </a:cubicBezTo>
                <a:cubicBezTo>
                  <a:pt x="159237" y="45130"/>
                  <a:pt x="161123" y="46275"/>
                  <a:pt x="163774" y="47292"/>
                </a:cubicBezTo>
                <a:cubicBezTo>
                  <a:pt x="166425" y="48306"/>
                  <a:pt x="169974" y="49380"/>
                  <a:pt x="174422" y="50513"/>
                </a:cubicBezTo>
                <a:cubicBezTo>
                  <a:pt x="179364" y="51742"/>
                  <a:pt x="183486" y="53206"/>
                  <a:pt x="186788" y="54907"/>
                </a:cubicBezTo>
                <a:cubicBezTo>
                  <a:pt x="190090" y="56606"/>
                  <a:pt x="192583" y="58803"/>
                  <a:pt x="194268" y="61496"/>
                </a:cubicBezTo>
                <a:cubicBezTo>
                  <a:pt x="195953" y="64188"/>
                  <a:pt x="196795" y="67659"/>
                  <a:pt x="196795" y="71909"/>
                </a:cubicBezTo>
                <a:cubicBezTo>
                  <a:pt x="196795" y="75404"/>
                  <a:pt x="196144" y="78426"/>
                  <a:pt x="194841" y="80977"/>
                </a:cubicBezTo>
                <a:cubicBezTo>
                  <a:pt x="193538" y="83527"/>
                  <a:pt x="191707" y="85617"/>
                  <a:pt x="189349" y="87246"/>
                </a:cubicBezTo>
                <a:cubicBezTo>
                  <a:pt x="186990" y="88875"/>
                  <a:pt x="184227" y="90079"/>
                  <a:pt x="181060" y="90857"/>
                </a:cubicBezTo>
                <a:cubicBezTo>
                  <a:pt x="177892" y="91638"/>
                  <a:pt x="174467" y="92028"/>
                  <a:pt x="170783" y="92028"/>
                </a:cubicBezTo>
                <a:close/>
                <a:moveTo>
                  <a:pt x="210324" y="114967"/>
                </a:moveTo>
                <a:lnTo>
                  <a:pt x="210324" y="22400"/>
                </a:lnTo>
                <a:lnTo>
                  <a:pt x="221511" y="22400"/>
                </a:lnTo>
                <a:lnTo>
                  <a:pt x="221578" y="33060"/>
                </a:lnTo>
                <a:cubicBezTo>
                  <a:pt x="223825" y="29461"/>
                  <a:pt x="226677" y="26583"/>
                  <a:pt x="230137" y="24424"/>
                </a:cubicBezTo>
                <a:cubicBezTo>
                  <a:pt x="233596" y="22265"/>
                  <a:pt x="237662" y="21185"/>
                  <a:pt x="242334" y="21185"/>
                </a:cubicBezTo>
                <a:cubicBezTo>
                  <a:pt x="247456" y="21185"/>
                  <a:pt x="251881" y="22508"/>
                  <a:pt x="255610" y="25153"/>
                </a:cubicBezTo>
                <a:cubicBezTo>
                  <a:pt x="259339" y="27797"/>
                  <a:pt x="262203" y="31741"/>
                  <a:pt x="264202" y="36984"/>
                </a:cubicBezTo>
                <a:cubicBezTo>
                  <a:pt x="266202" y="42225"/>
                  <a:pt x="267201" y="48754"/>
                  <a:pt x="267201" y="56571"/>
                </a:cubicBezTo>
                <a:cubicBezTo>
                  <a:pt x="267201" y="64341"/>
                  <a:pt x="266168" y="70870"/>
                  <a:pt x="264101" y="76160"/>
                </a:cubicBezTo>
                <a:cubicBezTo>
                  <a:pt x="262035" y="81449"/>
                  <a:pt x="259114" y="85416"/>
                  <a:pt x="255341" y="88062"/>
                </a:cubicBezTo>
                <a:cubicBezTo>
                  <a:pt x="251567" y="90706"/>
                  <a:pt x="247119" y="92028"/>
                  <a:pt x="241997" y="92028"/>
                </a:cubicBezTo>
                <a:cubicBezTo>
                  <a:pt x="237325" y="92028"/>
                  <a:pt x="233293" y="91117"/>
                  <a:pt x="229901" y="89295"/>
                </a:cubicBezTo>
                <a:cubicBezTo>
                  <a:pt x="226509" y="87473"/>
                  <a:pt x="223667" y="84898"/>
                  <a:pt x="221376" y="81570"/>
                </a:cubicBezTo>
                <a:lnTo>
                  <a:pt x="221376" y="114967"/>
                </a:lnTo>
                <a:lnTo>
                  <a:pt x="210324" y="114967"/>
                </a:lnTo>
                <a:moveTo>
                  <a:pt x="239908" y="82784"/>
                </a:moveTo>
                <a:cubicBezTo>
                  <a:pt x="245210" y="82784"/>
                  <a:pt x="249152" y="80505"/>
                  <a:pt x="251735" y="75947"/>
                </a:cubicBezTo>
                <a:cubicBezTo>
                  <a:pt x="254319" y="71388"/>
                  <a:pt x="255610" y="64931"/>
                  <a:pt x="255610" y="56575"/>
                </a:cubicBezTo>
                <a:cubicBezTo>
                  <a:pt x="255610" y="48123"/>
                  <a:pt x="254296" y="41630"/>
                  <a:pt x="251668" y="37095"/>
                </a:cubicBezTo>
                <a:cubicBezTo>
                  <a:pt x="249040" y="32561"/>
                  <a:pt x="245142" y="30294"/>
                  <a:pt x="239976" y="30294"/>
                </a:cubicBezTo>
                <a:cubicBezTo>
                  <a:pt x="235438" y="30294"/>
                  <a:pt x="231675" y="31635"/>
                  <a:pt x="228688" y="34318"/>
                </a:cubicBezTo>
                <a:cubicBezTo>
                  <a:pt x="225700" y="37000"/>
                  <a:pt x="223353" y="40169"/>
                  <a:pt x="221646" y="43825"/>
                </a:cubicBezTo>
                <a:lnTo>
                  <a:pt x="221646" y="70606"/>
                </a:lnTo>
                <a:cubicBezTo>
                  <a:pt x="223353" y="74119"/>
                  <a:pt x="225711" y="77027"/>
                  <a:pt x="228722" y="79331"/>
                </a:cubicBezTo>
                <a:cubicBezTo>
                  <a:pt x="231732" y="81633"/>
                  <a:pt x="235461" y="82784"/>
                  <a:pt x="239908" y="82784"/>
                </a:cubicBezTo>
                <a:close/>
                <a:moveTo>
                  <a:pt x="306433" y="92028"/>
                </a:moveTo>
                <a:cubicBezTo>
                  <a:pt x="300278" y="92028"/>
                  <a:pt x="295021" y="90622"/>
                  <a:pt x="290663" y="87811"/>
                </a:cubicBezTo>
                <a:cubicBezTo>
                  <a:pt x="286306" y="85000"/>
                  <a:pt x="282970" y="80958"/>
                  <a:pt x="280656" y="75687"/>
                </a:cubicBezTo>
                <a:cubicBezTo>
                  <a:pt x="278342" y="70416"/>
                  <a:pt x="277185" y="64126"/>
                  <a:pt x="277185" y="56817"/>
                </a:cubicBezTo>
                <a:cubicBezTo>
                  <a:pt x="277185" y="49414"/>
                  <a:pt x="278342" y="43054"/>
                  <a:pt x="280656" y="37736"/>
                </a:cubicBezTo>
                <a:cubicBezTo>
                  <a:pt x="282970" y="32419"/>
                  <a:pt x="286306" y="28331"/>
                  <a:pt x="290663" y="25474"/>
                </a:cubicBezTo>
                <a:cubicBezTo>
                  <a:pt x="295021" y="22615"/>
                  <a:pt x="300278" y="21185"/>
                  <a:pt x="306433" y="21185"/>
                </a:cubicBezTo>
                <a:cubicBezTo>
                  <a:pt x="312723" y="21185"/>
                  <a:pt x="318114" y="22615"/>
                  <a:pt x="322606" y="25474"/>
                </a:cubicBezTo>
                <a:cubicBezTo>
                  <a:pt x="327099" y="28331"/>
                  <a:pt x="330536" y="32419"/>
                  <a:pt x="332917" y="37736"/>
                </a:cubicBezTo>
                <a:cubicBezTo>
                  <a:pt x="335298" y="43054"/>
                  <a:pt x="336489" y="49414"/>
                  <a:pt x="336489" y="56817"/>
                </a:cubicBezTo>
                <a:cubicBezTo>
                  <a:pt x="336489" y="64126"/>
                  <a:pt x="335298" y="70416"/>
                  <a:pt x="332917" y="75687"/>
                </a:cubicBezTo>
                <a:cubicBezTo>
                  <a:pt x="330536" y="80958"/>
                  <a:pt x="327099" y="85000"/>
                  <a:pt x="322606" y="87811"/>
                </a:cubicBezTo>
                <a:cubicBezTo>
                  <a:pt x="318114" y="90622"/>
                  <a:pt x="312723" y="92028"/>
                  <a:pt x="306433" y="92028"/>
                </a:cubicBezTo>
                <a:moveTo>
                  <a:pt x="306433" y="83122"/>
                </a:moveTo>
                <a:cubicBezTo>
                  <a:pt x="310970" y="83122"/>
                  <a:pt x="314576" y="81981"/>
                  <a:pt x="317249" y="79700"/>
                </a:cubicBezTo>
                <a:cubicBezTo>
                  <a:pt x="319922" y="77418"/>
                  <a:pt x="321854" y="74306"/>
                  <a:pt x="323044" y="70362"/>
                </a:cubicBezTo>
                <a:cubicBezTo>
                  <a:pt x="324235" y="66416"/>
                  <a:pt x="324830" y="61901"/>
                  <a:pt x="324830" y="56815"/>
                </a:cubicBezTo>
                <a:cubicBezTo>
                  <a:pt x="324830" y="51730"/>
                  <a:pt x="324235" y="47191"/>
                  <a:pt x="323044" y="43199"/>
                </a:cubicBezTo>
                <a:cubicBezTo>
                  <a:pt x="321854" y="39206"/>
                  <a:pt x="319922" y="36057"/>
                  <a:pt x="317249" y="33751"/>
                </a:cubicBezTo>
                <a:cubicBezTo>
                  <a:pt x="314576" y="31446"/>
                  <a:pt x="310970" y="30294"/>
                  <a:pt x="306433" y="30294"/>
                </a:cubicBezTo>
                <a:cubicBezTo>
                  <a:pt x="302165" y="30294"/>
                  <a:pt x="298728" y="31446"/>
                  <a:pt x="296122" y="33751"/>
                </a:cubicBezTo>
                <a:cubicBezTo>
                  <a:pt x="293516" y="36057"/>
                  <a:pt x="291641" y="39206"/>
                  <a:pt x="290495" y="43199"/>
                </a:cubicBezTo>
                <a:cubicBezTo>
                  <a:pt x="289349" y="47191"/>
                  <a:pt x="288777" y="51754"/>
                  <a:pt x="288777" y="56887"/>
                </a:cubicBezTo>
                <a:cubicBezTo>
                  <a:pt x="288777" y="61925"/>
                  <a:pt x="289349" y="66416"/>
                  <a:pt x="290495" y="70362"/>
                </a:cubicBezTo>
                <a:cubicBezTo>
                  <a:pt x="291641" y="74306"/>
                  <a:pt x="293516" y="77418"/>
                  <a:pt x="296122" y="79700"/>
                </a:cubicBezTo>
                <a:cubicBezTo>
                  <a:pt x="298728" y="81981"/>
                  <a:pt x="302165" y="83122"/>
                  <a:pt x="306433" y="83122"/>
                </a:cubicBezTo>
                <a:close/>
                <a:moveTo>
                  <a:pt x="350382" y="90813"/>
                </a:moveTo>
                <a:lnTo>
                  <a:pt x="350382" y="22400"/>
                </a:lnTo>
                <a:lnTo>
                  <a:pt x="361299" y="22400"/>
                </a:lnTo>
                <a:lnTo>
                  <a:pt x="361569" y="31913"/>
                </a:lnTo>
                <a:cubicBezTo>
                  <a:pt x="363500" y="29304"/>
                  <a:pt x="366263" y="26864"/>
                  <a:pt x="369858" y="24592"/>
                </a:cubicBezTo>
                <a:cubicBezTo>
                  <a:pt x="373452" y="22321"/>
                  <a:pt x="377944" y="21185"/>
                  <a:pt x="383336" y="21185"/>
                </a:cubicBezTo>
                <a:cubicBezTo>
                  <a:pt x="390344" y="21185"/>
                  <a:pt x="395353" y="23381"/>
                  <a:pt x="398364" y="27774"/>
                </a:cubicBezTo>
                <a:cubicBezTo>
                  <a:pt x="401374" y="32165"/>
                  <a:pt x="402879" y="38350"/>
                  <a:pt x="402879" y="46330"/>
                </a:cubicBezTo>
                <a:lnTo>
                  <a:pt x="402879" y="90813"/>
                </a:lnTo>
                <a:lnTo>
                  <a:pt x="391692" y="90813"/>
                </a:lnTo>
                <a:lnTo>
                  <a:pt x="391692" y="47623"/>
                </a:lnTo>
                <a:cubicBezTo>
                  <a:pt x="391692" y="44338"/>
                  <a:pt x="391389" y="41410"/>
                  <a:pt x="390782" y="38841"/>
                </a:cubicBezTo>
                <a:cubicBezTo>
                  <a:pt x="390176" y="36270"/>
                  <a:pt x="389075" y="34259"/>
                  <a:pt x="387480" y="32809"/>
                </a:cubicBezTo>
                <a:cubicBezTo>
                  <a:pt x="385885" y="31357"/>
                  <a:pt x="383605" y="30631"/>
                  <a:pt x="380640" y="30631"/>
                </a:cubicBezTo>
                <a:cubicBezTo>
                  <a:pt x="376102" y="30631"/>
                  <a:pt x="372272" y="31785"/>
                  <a:pt x="369150" y="34093"/>
                </a:cubicBezTo>
                <a:cubicBezTo>
                  <a:pt x="366028" y="36401"/>
                  <a:pt x="363523" y="38888"/>
                  <a:pt x="361636" y="41555"/>
                </a:cubicBezTo>
                <a:lnTo>
                  <a:pt x="361636" y="90813"/>
                </a:lnTo>
                <a:lnTo>
                  <a:pt x="350382" y="90813"/>
                </a:lnTo>
                <a:close/>
                <a:moveTo>
                  <a:pt x="442203" y="92028"/>
                </a:moveTo>
                <a:cubicBezTo>
                  <a:pt x="438474" y="92028"/>
                  <a:pt x="434958" y="91614"/>
                  <a:pt x="431656" y="90788"/>
                </a:cubicBezTo>
                <a:cubicBezTo>
                  <a:pt x="428354" y="89961"/>
                  <a:pt x="425445" y="88627"/>
                  <a:pt x="422929" y="86786"/>
                </a:cubicBezTo>
                <a:cubicBezTo>
                  <a:pt x="420413" y="84943"/>
                  <a:pt x="418448" y="82558"/>
                  <a:pt x="417033" y="79630"/>
                </a:cubicBezTo>
                <a:cubicBezTo>
                  <a:pt x="415617" y="76702"/>
                  <a:pt x="414910" y="73136"/>
                  <a:pt x="414910" y="68932"/>
                </a:cubicBezTo>
                <a:lnTo>
                  <a:pt x="425760" y="68932"/>
                </a:lnTo>
                <a:cubicBezTo>
                  <a:pt x="425760" y="74376"/>
                  <a:pt x="427355" y="78192"/>
                  <a:pt x="430544" y="80381"/>
                </a:cubicBezTo>
                <a:cubicBezTo>
                  <a:pt x="433734" y="82568"/>
                  <a:pt x="437710" y="83661"/>
                  <a:pt x="442472" y="83661"/>
                </a:cubicBezTo>
                <a:cubicBezTo>
                  <a:pt x="446740" y="83661"/>
                  <a:pt x="450256" y="82791"/>
                  <a:pt x="453019" y="81049"/>
                </a:cubicBezTo>
                <a:cubicBezTo>
                  <a:pt x="455782" y="79308"/>
                  <a:pt x="457163" y="76449"/>
                  <a:pt x="457163" y="72474"/>
                </a:cubicBezTo>
                <a:cubicBezTo>
                  <a:pt x="457163" y="69074"/>
                  <a:pt x="455917" y="66571"/>
                  <a:pt x="453423" y="64966"/>
                </a:cubicBezTo>
                <a:cubicBezTo>
                  <a:pt x="450930" y="63360"/>
                  <a:pt x="446516" y="61730"/>
                  <a:pt x="440181" y="60077"/>
                </a:cubicBezTo>
                <a:cubicBezTo>
                  <a:pt x="435060" y="58802"/>
                  <a:pt x="430769" y="57326"/>
                  <a:pt x="427310" y="55649"/>
                </a:cubicBezTo>
                <a:cubicBezTo>
                  <a:pt x="423850" y="53972"/>
                  <a:pt x="421245" y="51847"/>
                  <a:pt x="419492" y="49273"/>
                </a:cubicBezTo>
                <a:cubicBezTo>
                  <a:pt x="417740" y="46700"/>
                  <a:pt x="416864" y="43453"/>
                  <a:pt x="416864" y="39533"/>
                </a:cubicBezTo>
                <a:cubicBezTo>
                  <a:pt x="416864" y="36511"/>
                  <a:pt x="417482" y="33855"/>
                  <a:pt x="418717" y="31565"/>
                </a:cubicBezTo>
                <a:cubicBezTo>
                  <a:pt x="419953" y="29274"/>
                  <a:pt x="421683" y="27361"/>
                  <a:pt x="423906" y="25826"/>
                </a:cubicBezTo>
                <a:cubicBezTo>
                  <a:pt x="426130" y="24291"/>
                  <a:pt x="428736" y="23134"/>
                  <a:pt x="431724" y="22355"/>
                </a:cubicBezTo>
                <a:cubicBezTo>
                  <a:pt x="434711" y="21575"/>
                  <a:pt x="437957" y="21185"/>
                  <a:pt x="441462" y="21185"/>
                </a:cubicBezTo>
                <a:cubicBezTo>
                  <a:pt x="444921" y="21185"/>
                  <a:pt x="448167" y="21610"/>
                  <a:pt x="451199" y="22461"/>
                </a:cubicBezTo>
                <a:cubicBezTo>
                  <a:pt x="454232" y="23311"/>
                  <a:pt x="456916" y="24622"/>
                  <a:pt x="459253" y="26393"/>
                </a:cubicBezTo>
                <a:cubicBezTo>
                  <a:pt x="461589" y="28164"/>
                  <a:pt x="463420" y="30454"/>
                  <a:pt x="464745" y="33264"/>
                </a:cubicBezTo>
                <a:cubicBezTo>
                  <a:pt x="466070" y="36074"/>
                  <a:pt x="466733" y="39415"/>
                  <a:pt x="466733" y="43288"/>
                </a:cubicBezTo>
                <a:lnTo>
                  <a:pt x="455816" y="43288"/>
                </a:lnTo>
                <a:cubicBezTo>
                  <a:pt x="455816" y="38364"/>
                  <a:pt x="454434" y="34866"/>
                  <a:pt x="451671" y="32794"/>
                </a:cubicBezTo>
                <a:cubicBezTo>
                  <a:pt x="448908" y="30722"/>
                  <a:pt x="445505" y="29686"/>
                  <a:pt x="441462" y="29686"/>
                </a:cubicBezTo>
                <a:cubicBezTo>
                  <a:pt x="437418" y="29686"/>
                  <a:pt x="434139" y="30453"/>
                  <a:pt x="431623" y="31987"/>
                </a:cubicBezTo>
                <a:cubicBezTo>
                  <a:pt x="429107" y="33519"/>
                  <a:pt x="427849" y="35916"/>
                  <a:pt x="427849" y="39178"/>
                </a:cubicBezTo>
                <a:cubicBezTo>
                  <a:pt x="427849" y="41020"/>
                  <a:pt x="428410" y="42579"/>
                  <a:pt x="429534" y="43855"/>
                </a:cubicBezTo>
                <a:cubicBezTo>
                  <a:pt x="430657" y="45130"/>
                  <a:pt x="432544" y="46275"/>
                  <a:pt x="435194" y="47292"/>
                </a:cubicBezTo>
                <a:cubicBezTo>
                  <a:pt x="437845" y="48306"/>
                  <a:pt x="441394" y="49380"/>
                  <a:pt x="445842" y="50513"/>
                </a:cubicBezTo>
                <a:cubicBezTo>
                  <a:pt x="450784" y="51742"/>
                  <a:pt x="454906" y="53206"/>
                  <a:pt x="458208" y="54907"/>
                </a:cubicBezTo>
                <a:cubicBezTo>
                  <a:pt x="461510" y="56606"/>
                  <a:pt x="464004" y="58803"/>
                  <a:pt x="465688" y="61496"/>
                </a:cubicBezTo>
                <a:cubicBezTo>
                  <a:pt x="467373" y="64188"/>
                  <a:pt x="468215" y="67659"/>
                  <a:pt x="468215" y="71909"/>
                </a:cubicBezTo>
                <a:cubicBezTo>
                  <a:pt x="468215" y="75404"/>
                  <a:pt x="467564" y="78426"/>
                  <a:pt x="466261" y="80977"/>
                </a:cubicBezTo>
                <a:cubicBezTo>
                  <a:pt x="464958" y="83527"/>
                  <a:pt x="463128" y="85617"/>
                  <a:pt x="460769" y="87246"/>
                </a:cubicBezTo>
                <a:cubicBezTo>
                  <a:pt x="458410" y="88875"/>
                  <a:pt x="455647" y="90079"/>
                  <a:pt x="452480" y="90857"/>
                </a:cubicBezTo>
                <a:cubicBezTo>
                  <a:pt x="449313" y="91638"/>
                  <a:pt x="445887" y="92028"/>
                  <a:pt x="442203" y="92028"/>
                </a:cubicBezTo>
                <a:close/>
                <a:moveTo>
                  <a:pt x="508700" y="92028"/>
                </a:moveTo>
                <a:cubicBezTo>
                  <a:pt x="501871" y="92028"/>
                  <a:pt x="496233" y="90472"/>
                  <a:pt x="491785" y="87360"/>
                </a:cubicBezTo>
                <a:cubicBezTo>
                  <a:pt x="487338" y="84246"/>
                  <a:pt x="484024" y="80010"/>
                  <a:pt x="481845" y="74650"/>
                </a:cubicBezTo>
                <a:cubicBezTo>
                  <a:pt x="479666" y="69291"/>
                  <a:pt x="478577" y="63264"/>
                  <a:pt x="478577" y="56571"/>
                </a:cubicBezTo>
                <a:cubicBezTo>
                  <a:pt x="478577" y="49597"/>
                  <a:pt x="479633" y="43454"/>
                  <a:pt x="481744" y="38141"/>
                </a:cubicBezTo>
                <a:cubicBezTo>
                  <a:pt x="483856" y="32828"/>
                  <a:pt x="487057" y="28674"/>
                  <a:pt x="491347" y="25678"/>
                </a:cubicBezTo>
                <a:cubicBezTo>
                  <a:pt x="495638" y="22683"/>
                  <a:pt x="501018" y="21185"/>
                  <a:pt x="507487" y="21185"/>
                </a:cubicBezTo>
                <a:cubicBezTo>
                  <a:pt x="516158" y="21185"/>
                  <a:pt x="522942" y="23996"/>
                  <a:pt x="527839" y="29619"/>
                </a:cubicBezTo>
                <a:cubicBezTo>
                  <a:pt x="532736" y="35240"/>
                  <a:pt x="535185" y="43321"/>
                  <a:pt x="535185" y="53861"/>
                </a:cubicBezTo>
                <a:cubicBezTo>
                  <a:pt x="535185" y="54564"/>
                  <a:pt x="535173" y="55396"/>
                  <a:pt x="535151" y="56356"/>
                </a:cubicBezTo>
                <a:cubicBezTo>
                  <a:pt x="535128" y="57316"/>
                  <a:pt x="535072" y="58006"/>
                  <a:pt x="534982" y="58428"/>
                </a:cubicBezTo>
                <a:lnTo>
                  <a:pt x="489898" y="58428"/>
                </a:lnTo>
                <a:cubicBezTo>
                  <a:pt x="489943" y="62933"/>
                  <a:pt x="490595" y="67070"/>
                  <a:pt x="491853" y="70840"/>
                </a:cubicBezTo>
                <a:cubicBezTo>
                  <a:pt x="493111" y="74610"/>
                  <a:pt x="495121" y="77634"/>
                  <a:pt x="497884" y="79911"/>
                </a:cubicBezTo>
                <a:cubicBezTo>
                  <a:pt x="500647" y="82186"/>
                  <a:pt x="504253" y="83324"/>
                  <a:pt x="508700" y="83324"/>
                </a:cubicBezTo>
                <a:cubicBezTo>
                  <a:pt x="513507" y="83324"/>
                  <a:pt x="517248" y="82067"/>
                  <a:pt x="519921" y="79552"/>
                </a:cubicBezTo>
                <a:cubicBezTo>
                  <a:pt x="522594" y="77038"/>
                  <a:pt x="523998" y="73410"/>
                  <a:pt x="524133" y="68669"/>
                </a:cubicBezTo>
                <a:lnTo>
                  <a:pt x="535252" y="68669"/>
                </a:lnTo>
                <a:cubicBezTo>
                  <a:pt x="535117" y="73486"/>
                  <a:pt x="533960" y="77636"/>
                  <a:pt x="531781" y="81121"/>
                </a:cubicBezTo>
                <a:cubicBezTo>
                  <a:pt x="529602" y="84604"/>
                  <a:pt x="526559" y="87293"/>
                  <a:pt x="522650" y="89188"/>
                </a:cubicBezTo>
                <a:cubicBezTo>
                  <a:pt x="518741" y="91081"/>
                  <a:pt x="514091" y="92028"/>
                  <a:pt x="508700" y="92028"/>
                </a:cubicBezTo>
                <a:moveTo>
                  <a:pt x="489966" y="50197"/>
                </a:moveTo>
                <a:lnTo>
                  <a:pt x="524065" y="50197"/>
                </a:lnTo>
                <a:cubicBezTo>
                  <a:pt x="523930" y="43599"/>
                  <a:pt x="522425" y="38554"/>
                  <a:pt x="519550" y="35061"/>
                </a:cubicBezTo>
                <a:cubicBezTo>
                  <a:pt x="516675" y="31568"/>
                  <a:pt x="512654" y="29821"/>
                  <a:pt x="507487" y="29821"/>
                </a:cubicBezTo>
                <a:cubicBezTo>
                  <a:pt x="502231" y="29821"/>
                  <a:pt x="498131" y="31556"/>
                  <a:pt x="495189" y="35025"/>
                </a:cubicBezTo>
                <a:cubicBezTo>
                  <a:pt x="492246" y="38494"/>
                  <a:pt x="490505" y="43551"/>
                  <a:pt x="489966" y="501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556DB-5F0F-488F-A7B4-6D96AA3D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030" y="3726169"/>
            <a:ext cx="777559" cy="617523"/>
          </a:xfrm>
          <a:custGeom xmlns:a="http://schemas.openxmlformats.org/drawingml/2006/main">
            <a:pathLst>
              <a:path w="777559" h="617523" fill="none">
                <a:moveTo>
                  <a:pt x="0" y="0"/>
                </a:moveTo>
                <a:lnTo>
                  <a:pt x="777559" y="0"/>
                </a:lnTo>
                <a:lnTo>
                  <a:pt x="777559" y="617523"/>
                </a:lnTo>
                <a:lnTo>
                  <a:pt x="0" y="617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22" name="Text Generation">
            <a:extLst xmlns:a="http://schemas.openxmlformats.org/drawingml/2006/main">
              <a:ext uri="{FF2B5EF4-FFF2-40B4-BE49-F238E27FC236}">
                <a16:creationId xmlns:a16="http://schemas.microsoft.com/office/drawing/2014/main" id="{509C9C84-D187-4157-B49F-42F72149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318" y="4070846"/>
            <a:ext cx="716229" cy="118914"/>
          </a:xfrm>
          <a:custGeom xmlns:a="http://schemas.openxmlformats.org/drawingml/2006/main">
            <a:pathLst>
              <a:path w="716229" h="118914">
                <a:moveTo>
                  <a:pt x="52480" y="118914"/>
                </a:moveTo>
                <a:cubicBezTo>
                  <a:pt x="41080" y="118914"/>
                  <a:pt x="31477" y="116468"/>
                  <a:pt x="23671" y="111577"/>
                </a:cubicBezTo>
                <a:cubicBezTo>
                  <a:pt x="15865" y="106685"/>
                  <a:pt x="9968" y="99868"/>
                  <a:pt x="5981" y="91125"/>
                </a:cubicBezTo>
                <a:cubicBezTo>
                  <a:pt x="1994" y="82382"/>
                  <a:pt x="0" y="72248"/>
                  <a:pt x="0" y="60722"/>
                </a:cubicBezTo>
                <a:cubicBezTo>
                  <a:pt x="0" y="49140"/>
                  <a:pt x="1994" y="38963"/>
                  <a:pt x="5981" y="30192"/>
                </a:cubicBezTo>
                <a:cubicBezTo>
                  <a:pt x="9968" y="21421"/>
                  <a:pt x="15865" y="14590"/>
                  <a:pt x="23671" y="9699"/>
                </a:cubicBezTo>
                <a:cubicBezTo>
                  <a:pt x="31477" y="4807"/>
                  <a:pt x="41080" y="2361"/>
                  <a:pt x="52480" y="2361"/>
                </a:cubicBezTo>
                <a:cubicBezTo>
                  <a:pt x="58040" y="2361"/>
                  <a:pt x="63403" y="3106"/>
                  <a:pt x="68569" y="4596"/>
                </a:cubicBezTo>
                <a:cubicBezTo>
                  <a:pt x="73736" y="6086"/>
                  <a:pt x="78411" y="8335"/>
                  <a:pt x="82595" y="11343"/>
                </a:cubicBezTo>
                <a:cubicBezTo>
                  <a:pt x="86779" y="14351"/>
                  <a:pt x="90204" y="18132"/>
                  <a:pt x="92872" y="22686"/>
                </a:cubicBezTo>
                <a:cubicBezTo>
                  <a:pt x="95540" y="27241"/>
                  <a:pt x="97182" y="32610"/>
                  <a:pt x="97800" y="38795"/>
                </a:cubicBezTo>
                <a:lnTo>
                  <a:pt x="82469" y="38795"/>
                </a:lnTo>
                <a:cubicBezTo>
                  <a:pt x="81963" y="34465"/>
                  <a:pt x="80447" y="30488"/>
                  <a:pt x="77920" y="26861"/>
                </a:cubicBezTo>
                <a:cubicBezTo>
                  <a:pt x="75393" y="23235"/>
                  <a:pt x="71981" y="20311"/>
                  <a:pt x="67685" y="18090"/>
                </a:cubicBezTo>
                <a:cubicBezTo>
                  <a:pt x="63389" y="15869"/>
                  <a:pt x="58264" y="14759"/>
                  <a:pt x="52312" y="14759"/>
                </a:cubicBezTo>
                <a:cubicBezTo>
                  <a:pt x="43607" y="14759"/>
                  <a:pt x="36545" y="16825"/>
                  <a:pt x="31126" y="20958"/>
                </a:cubicBezTo>
                <a:cubicBezTo>
                  <a:pt x="25707" y="25090"/>
                  <a:pt x="21719" y="30614"/>
                  <a:pt x="19164" y="37530"/>
                </a:cubicBezTo>
                <a:cubicBezTo>
                  <a:pt x="16609" y="44445"/>
                  <a:pt x="15331" y="52176"/>
                  <a:pt x="15331" y="60722"/>
                </a:cubicBezTo>
                <a:cubicBezTo>
                  <a:pt x="15331" y="69212"/>
                  <a:pt x="16609" y="76901"/>
                  <a:pt x="19164" y="83788"/>
                </a:cubicBezTo>
                <a:cubicBezTo>
                  <a:pt x="21719" y="90675"/>
                  <a:pt x="25721" y="96143"/>
                  <a:pt x="31168" y="100191"/>
                </a:cubicBezTo>
                <a:cubicBezTo>
                  <a:pt x="36615" y="104239"/>
                  <a:pt x="43719" y="106264"/>
                  <a:pt x="52480" y="106264"/>
                </a:cubicBezTo>
                <a:cubicBezTo>
                  <a:pt x="60005" y="106264"/>
                  <a:pt x="66183" y="104844"/>
                  <a:pt x="71012" y="102005"/>
                </a:cubicBezTo>
                <a:cubicBezTo>
                  <a:pt x="75842" y="99165"/>
                  <a:pt x="79450" y="95201"/>
                  <a:pt x="81837" y="90113"/>
                </a:cubicBezTo>
                <a:cubicBezTo>
                  <a:pt x="84224" y="85025"/>
                  <a:pt x="85473" y="79164"/>
                  <a:pt x="85585" y="72529"/>
                </a:cubicBezTo>
                <a:lnTo>
                  <a:pt x="54165" y="72529"/>
                </a:lnTo>
                <a:lnTo>
                  <a:pt x="54165" y="59963"/>
                </a:lnTo>
                <a:lnTo>
                  <a:pt x="100327" y="59963"/>
                </a:lnTo>
                <a:lnTo>
                  <a:pt x="100327" y="68818"/>
                </a:lnTo>
                <a:cubicBezTo>
                  <a:pt x="100327" y="78658"/>
                  <a:pt x="98544" y="87344"/>
                  <a:pt x="94978" y="94878"/>
                </a:cubicBezTo>
                <a:cubicBezTo>
                  <a:pt x="91412" y="102412"/>
                  <a:pt x="86091" y="108302"/>
                  <a:pt x="79015" y="112547"/>
                </a:cubicBezTo>
                <a:cubicBezTo>
                  <a:pt x="71939" y="116792"/>
                  <a:pt x="63094" y="118914"/>
                  <a:pt x="52480" y="118914"/>
                </a:cubicBezTo>
                <a:close/>
                <a:moveTo>
                  <a:pt x="146321" y="118914"/>
                </a:moveTo>
                <a:cubicBezTo>
                  <a:pt x="137785" y="118914"/>
                  <a:pt x="130737" y="116969"/>
                  <a:pt x="125177" y="113079"/>
                </a:cubicBezTo>
                <a:cubicBezTo>
                  <a:pt x="119617" y="109187"/>
                  <a:pt x="115476" y="103892"/>
                  <a:pt x="112752" y="97192"/>
                </a:cubicBezTo>
                <a:cubicBezTo>
                  <a:pt x="110028" y="90493"/>
                  <a:pt x="108667" y="82960"/>
                  <a:pt x="108667" y="74593"/>
                </a:cubicBezTo>
                <a:cubicBezTo>
                  <a:pt x="108667" y="65876"/>
                  <a:pt x="109986" y="58197"/>
                  <a:pt x="112626" y="51556"/>
                </a:cubicBezTo>
                <a:cubicBezTo>
                  <a:pt x="115265" y="44914"/>
                  <a:pt x="119266" y="39721"/>
                  <a:pt x="124630" y="35977"/>
                </a:cubicBezTo>
                <a:cubicBezTo>
                  <a:pt x="129993" y="32233"/>
                  <a:pt x="136718" y="30361"/>
                  <a:pt x="144805" y="30361"/>
                </a:cubicBezTo>
                <a:cubicBezTo>
                  <a:pt x="155643" y="30361"/>
                  <a:pt x="164123" y="33875"/>
                  <a:pt x="170244" y="40903"/>
                </a:cubicBezTo>
                <a:cubicBezTo>
                  <a:pt x="176366" y="47929"/>
                  <a:pt x="179426" y="58030"/>
                  <a:pt x="179426" y="71206"/>
                </a:cubicBezTo>
                <a:cubicBezTo>
                  <a:pt x="179426" y="72085"/>
                  <a:pt x="179412" y="73124"/>
                  <a:pt x="179384" y="74324"/>
                </a:cubicBezTo>
                <a:cubicBezTo>
                  <a:pt x="179356" y="75524"/>
                  <a:pt x="179286" y="76387"/>
                  <a:pt x="179173" y="76915"/>
                </a:cubicBezTo>
                <a:lnTo>
                  <a:pt x="122818" y="76915"/>
                </a:lnTo>
                <a:cubicBezTo>
                  <a:pt x="122875" y="82546"/>
                  <a:pt x="123689" y="87718"/>
                  <a:pt x="125261" y="92430"/>
                </a:cubicBezTo>
                <a:cubicBezTo>
                  <a:pt x="126834" y="97142"/>
                  <a:pt x="129347" y="100921"/>
                  <a:pt x="132801" y="103768"/>
                </a:cubicBezTo>
                <a:cubicBezTo>
                  <a:pt x="136254" y="106612"/>
                  <a:pt x="140761" y="108035"/>
                  <a:pt x="146321" y="108035"/>
                </a:cubicBezTo>
                <a:cubicBezTo>
                  <a:pt x="152330" y="108035"/>
                  <a:pt x="157005" y="106463"/>
                  <a:pt x="160346" y="103320"/>
                </a:cubicBezTo>
                <a:cubicBezTo>
                  <a:pt x="163688" y="100176"/>
                  <a:pt x="165443" y="95642"/>
                  <a:pt x="165611" y="89715"/>
                </a:cubicBezTo>
                <a:lnTo>
                  <a:pt x="179510" y="89715"/>
                </a:lnTo>
                <a:cubicBezTo>
                  <a:pt x="179342" y="95736"/>
                  <a:pt x="177896" y="100925"/>
                  <a:pt x="175172" y="105281"/>
                </a:cubicBezTo>
                <a:cubicBezTo>
                  <a:pt x="172448" y="109634"/>
                  <a:pt x="168644" y="112996"/>
                  <a:pt x="163758" y="115364"/>
                </a:cubicBezTo>
                <a:cubicBezTo>
                  <a:pt x="158872" y="117731"/>
                  <a:pt x="153060" y="118914"/>
                  <a:pt x="146321" y="118914"/>
                </a:cubicBezTo>
                <a:moveTo>
                  <a:pt x="122903" y="66626"/>
                </a:moveTo>
                <a:lnTo>
                  <a:pt x="165527" y="66626"/>
                </a:lnTo>
                <a:cubicBezTo>
                  <a:pt x="165358" y="58378"/>
                  <a:pt x="163477" y="52071"/>
                  <a:pt x="159883" y="47705"/>
                </a:cubicBezTo>
                <a:cubicBezTo>
                  <a:pt x="156289" y="43339"/>
                  <a:pt x="151263" y="41156"/>
                  <a:pt x="144805" y="41156"/>
                </a:cubicBezTo>
                <a:cubicBezTo>
                  <a:pt x="138234" y="41156"/>
                  <a:pt x="133110" y="43324"/>
                  <a:pt x="129431" y="47660"/>
                </a:cubicBezTo>
                <a:cubicBezTo>
                  <a:pt x="125753" y="51997"/>
                  <a:pt x="123577" y="58318"/>
                  <a:pt x="122903" y="66626"/>
                </a:cubicBezTo>
                <a:close/>
                <a:moveTo>
                  <a:pt x="192899" y="117396"/>
                </a:moveTo>
                <a:lnTo>
                  <a:pt x="192899" y="31879"/>
                </a:lnTo>
                <a:lnTo>
                  <a:pt x="206545" y="31879"/>
                </a:lnTo>
                <a:lnTo>
                  <a:pt x="206882" y="43770"/>
                </a:lnTo>
                <a:cubicBezTo>
                  <a:pt x="209297" y="40509"/>
                  <a:pt x="212751" y="37459"/>
                  <a:pt x="217244" y="34620"/>
                </a:cubicBezTo>
                <a:cubicBezTo>
                  <a:pt x="221736" y="31781"/>
                  <a:pt x="227352" y="30361"/>
                  <a:pt x="234091" y="30361"/>
                </a:cubicBezTo>
                <a:cubicBezTo>
                  <a:pt x="242852" y="30361"/>
                  <a:pt x="249113" y="33106"/>
                  <a:pt x="252876" y="38597"/>
                </a:cubicBezTo>
                <a:cubicBezTo>
                  <a:pt x="256639" y="44086"/>
                  <a:pt x="258520" y="51818"/>
                  <a:pt x="258520" y="61792"/>
                </a:cubicBezTo>
                <a:lnTo>
                  <a:pt x="258520" y="117396"/>
                </a:lnTo>
                <a:lnTo>
                  <a:pt x="244537" y="117396"/>
                </a:lnTo>
                <a:lnTo>
                  <a:pt x="244537" y="63408"/>
                </a:lnTo>
                <a:cubicBezTo>
                  <a:pt x="244537" y="59301"/>
                  <a:pt x="244158" y="55643"/>
                  <a:pt x="243399" y="52431"/>
                </a:cubicBezTo>
                <a:cubicBezTo>
                  <a:pt x="242641" y="49217"/>
                  <a:pt x="241265" y="46704"/>
                  <a:pt x="239272" y="44891"/>
                </a:cubicBezTo>
                <a:cubicBezTo>
                  <a:pt x="237278" y="43076"/>
                  <a:pt x="234428" y="42168"/>
                  <a:pt x="230722" y="42168"/>
                </a:cubicBezTo>
                <a:cubicBezTo>
                  <a:pt x="225050" y="42168"/>
                  <a:pt x="220262" y="43611"/>
                  <a:pt x="216359" y="46496"/>
                </a:cubicBezTo>
                <a:cubicBezTo>
                  <a:pt x="212456" y="49381"/>
                  <a:pt x="209325" y="52490"/>
                  <a:pt x="206967" y="55823"/>
                </a:cubicBezTo>
                <a:lnTo>
                  <a:pt x="206967" y="117396"/>
                </a:lnTo>
                <a:lnTo>
                  <a:pt x="192899" y="117396"/>
                </a:lnTo>
                <a:close/>
                <a:moveTo>
                  <a:pt x="310317" y="118914"/>
                </a:moveTo>
                <a:cubicBezTo>
                  <a:pt x="301781" y="118914"/>
                  <a:pt x="294733" y="116969"/>
                  <a:pt x="289173" y="113079"/>
                </a:cubicBezTo>
                <a:cubicBezTo>
                  <a:pt x="283614" y="109187"/>
                  <a:pt x="279472" y="103892"/>
                  <a:pt x="276748" y="97192"/>
                </a:cubicBezTo>
                <a:cubicBezTo>
                  <a:pt x="274025" y="90493"/>
                  <a:pt x="272663" y="82960"/>
                  <a:pt x="272663" y="74593"/>
                </a:cubicBezTo>
                <a:cubicBezTo>
                  <a:pt x="272663" y="65876"/>
                  <a:pt x="273982" y="58197"/>
                  <a:pt x="276622" y="51556"/>
                </a:cubicBezTo>
                <a:cubicBezTo>
                  <a:pt x="279261" y="44914"/>
                  <a:pt x="283263" y="39721"/>
                  <a:pt x="288626" y="35977"/>
                </a:cubicBezTo>
                <a:cubicBezTo>
                  <a:pt x="293989" y="32233"/>
                  <a:pt x="300714" y="30361"/>
                  <a:pt x="308801" y="30361"/>
                </a:cubicBezTo>
                <a:cubicBezTo>
                  <a:pt x="319639" y="30361"/>
                  <a:pt x="328119" y="33875"/>
                  <a:pt x="334240" y="40903"/>
                </a:cubicBezTo>
                <a:cubicBezTo>
                  <a:pt x="340362" y="47929"/>
                  <a:pt x="343422" y="58030"/>
                  <a:pt x="343422" y="71206"/>
                </a:cubicBezTo>
                <a:cubicBezTo>
                  <a:pt x="343422" y="72085"/>
                  <a:pt x="343408" y="73124"/>
                  <a:pt x="343380" y="74324"/>
                </a:cubicBezTo>
                <a:cubicBezTo>
                  <a:pt x="343352" y="75524"/>
                  <a:pt x="343282" y="76387"/>
                  <a:pt x="343170" y="76915"/>
                </a:cubicBezTo>
                <a:lnTo>
                  <a:pt x="286815" y="76915"/>
                </a:lnTo>
                <a:cubicBezTo>
                  <a:pt x="286871" y="82546"/>
                  <a:pt x="287685" y="87718"/>
                  <a:pt x="289258" y="92430"/>
                </a:cubicBezTo>
                <a:cubicBezTo>
                  <a:pt x="290830" y="97142"/>
                  <a:pt x="293343" y="100921"/>
                  <a:pt x="296797" y="103768"/>
                </a:cubicBezTo>
                <a:cubicBezTo>
                  <a:pt x="300251" y="106612"/>
                  <a:pt x="304757" y="108035"/>
                  <a:pt x="310317" y="108035"/>
                </a:cubicBezTo>
                <a:cubicBezTo>
                  <a:pt x="316326" y="108035"/>
                  <a:pt x="321001" y="106463"/>
                  <a:pt x="324343" y="103320"/>
                </a:cubicBezTo>
                <a:cubicBezTo>
                  <a:pt x="327684" y="100176"/>
                  <a:pt x="329439" y="95642"/>
                  <a:pt x="329607" y="89715"/>
                </a:cubicBezTo>
                <a:lnTo>
                  <a:pt x="343507" y="89715"/>
                </a:lnTo>
                <a:cubicBezTo>
                  <a:pt x="343338" y="95736"/>
                  <a:pt x="341892" y="100925"/>
                  <a:pt x="339168" y="105281"/>
                </a:cubicBezTo>
                <a:cubicBezTo>
                  <a:pt x="336445" y="109634"/>
                  <a:pt x="332640" y="112996"/>
                  <a:pt x="327754" y="115364"/>
                </a:cubicBezTo>
                <a:cubicBezTo>
                  <a:pt x="322868" y="117731"/>
                  <a:pt x="317056" y="118914"/>
                  <a:pt x="310317" y="118914"/>
                </a:cubicBezTo>
                <a:moveTo>
                  <a:pt x="286899" y="66626"/>
                </a:moveTo>
                <a:lnTo>
                  <a:pt x="329523" y="66626"/>
                </a:lnTo>
                <a:cubicBezTo>
                  <a:pt x="329355" y="58378"/>
                  <a:pt x="327473" y="52071"/>
                  <a:pt x="323879" y="47705"/>
                </a:cubicBezTo>
                <a:cubicBezTo>
                  <a:pt x="320285" y="43339"/>
                  <a:pt x="315259" y="41156"/>
                  <a:pt x="308801" y="41156"/>
                </a:cubicBezTo>
                <a:cubicBezTo>
                  <a:pt x="302230" y="41156"/>
                  <a:pt x="297106" y="43324"/>
                  <a:pt x="293427" y="47660"/>
                </a:cubicBezTo>
                <a:cubicBezTo>
                  <a:pt x="289749" y="51997"/>
                  <a:pt x="287573" y="58318"/>
                  <a:pt x="286899" y="66626"/>
                </a:cubicBezTo>
                <a:close/>
                <a:moveTo>
                  <a:pt x="356895" y="117396"/>
                </a:moveTo>
                <a:lnTo>
                  <a:pt x="356895" y="31879"/>
                </a:lnTo>
                <a:lnTo>
                  <a:pt x="370120" y="31879"/>
                </a:lnTo>
                <a:lnTo>
                  <a:pt x="370626" y="45289"/>
                </a:lnTo>
                <a:cubicBezTo>
                  <a:pt x="372985" y="41072"/>
                  <a:pt x="376214" y="37530"/>
                  <a:pt x="380313" y="34662"/>
                </a:cubicBezTo>
                <a:cubicBezTo>
                  <a:pt x="384413" y="31795"/>
                  <a:pt x="389720" y="30361"/>
                  <a:pt x="396234" y="30361"/>
                </a:cubicBezTo>
                <a:lnTo>
                  <a:pt x="397919" y="30361"/>
                </a:lnTo>
                <a:lnTo>
                  <a:pt x="397919" y="43264"/>
                </a:lnTo>
                <a:lnTo>
                  <a:pt x="395981" y="43264"/>
                </a:lnTo>
                <a:cubicBezTo>
                  <a:pt x="391882" y="43264"/>
                  <a:pt x="388288" y="43828"/>
                  <a:pt x="385199" y="44956"/>
                </a:cubicBezTo>
                <a:cubicBezTo>
                  <a:pt x="382110" y="46083"/>
                  <a:pt x="379429" y="47640"/>
                  <a:pt x="377154" y="49629"/>
                </a:cubicBezTo>
                <a:cubicBezTo>
                  <a:pt x="374880" y="51616"/>
                  <a:pt x="372816" y="53915"/>
                  <a:pt x="370963" y="56524"/>
                </a:cubicBezTo>
                <a:lnTo>
                  <a:pt x="370963" y="117396"/>
                </a:lnTo>
                <a:lnTo>
                  <a:pt x="356895" y="117396"/>
                </a:lnTo>
                <a:close/>
                <a:moveTo>
                  <a:pt x="424434" y="118914"/>
                </a:moveTo>
                <a:cubicBezTo>
                  <a:pt x="419997" y="118914"/>
                  <a:pt x="415954" y="118014"/>
                  <a:pt x="412304" y="116213"/>
                </a:cubicBezTo>
                <a:cubicBezTo>
                  <a:pt x="408653" y="114410"/>
                  <a:pt x="405733" y="111708"/>
                  <a:pt x="403543" y="108106"/>
                </a:cubicBezTo>
                <a:cubicBezTo>
                  <a:pt x="401353" y="104502"/>
                  <a:pt x="400258" y="100027"/>
                  <a:pt x="400258" y="94681"/>
                </a:cubicBezTo>
                <a:cubicBezTo>
                  <a:pt x="400258" y="87011"/>
                  <a:pt x="402434" y="81201"/>
                  <a:pt x="406786" y="77249"/>
                </a:cubicBezTo>
                <a:cubicBezTo>
                  <a:pt x="411138" y="73298"/>
                  <a:pt x="417302" y="70625"/>
                  <a:pt x="425276" y="69229"/>
                </a:cubicBezTo>
                <a:cubicBezTo>
                  <a:pt x="433251" y="67834"/>
                  <a:pt x="442573" y="67079"/>
                  <a:pt x="453243" y="66963"/>
                </a:cubicBezTo>
                <a:lnTo>
                  <a:pt x="453243" y="60540"/>
                </a:lnTo>
                <a:cubicBezTo>
                  <a:pt x="453243" y="53001"/>
                  <a:pt x="451643" y="47829"/>
                  <a:pt x="448442" y="45025"/>
                </a:cubicBezTo>
                <a:cubicBezTo>
                  <a:pt x="445240" y="42221"/>
                  <a:pt x="441225" y="40819"/>
                  <a:pt x="436396" y="40819"/>
                </a:cubicBezTo>
                <a:cubicBezTo>
                  <a:pt x="431117" y="40819"/>
                  <a:pt x="426680" y="42301"/>
                  <a:pt x="423086" y="45265"/>
                </a:cubicBezTo>
                <a:cubicBezTo>
                  <a:pt x="419492" y="48229"/>
                  <a:pt x="417695" y="52974"/>
                  <a:pt x="417695" y="59499"/>
                </a:cubicBezTo>
                <a:lnTo>
                  <a:pt x="404048" y="59499"/>
                </a:lnTo>
                <a:cubicBezTo>
                  <a:pt x="404048" y="52594"/>
                  <a:pt x="405438" y="46992"/>
                  <a:pt x="408218" y="42693"/>
                </a:cubicBezTo>
                <a:cubicBezTo>
                  <a:pt x="410998" y="38391"/>
                  <a:pt x="414831" y="35261"/>
                  <a:pt x="419716" y="33302"/>
                </a:cubicBezTo>
                <a:cubicBezTo>
                  <a:pt x="424602" y="31341"/>
                  <a:pt x="430162" y="30361"/>
                  <a:pt x="436396" y="30361"/>
                </a:cubicBezTo>
                <a:cubicBezTo>
                  <a:pt x="440327" y="30361"/>
                  <a:pt x="444117" y="30771"/>
                  <a:pt x="447768" y="31592"/>
                </a:cubicBezTo>
                <a:cubicBezTo>
                  <a:pt x="451418" y="32411"/>
                  <a:pt x="454703" y="33903"/>
                  <a:pt x="457623" y="36070"/>
                </a:cubicBezTo>
                <a:cubicBezTo>
                  <a:pt x="460544" y="38236"/>
                  <a:pt x="462846" y="41266"/>
                  <a:pt x="464531" y="45159"/>
                </a:cubicBezTo>
                <a:cubicBezTo>
                  <a:pt x="466216" y="49053"/>
                  <a:pt x="467058" y="54074"/>
                  <a:pt x="467058" y="60221"/>
                </a:cubicBezTo>
                <a:lnTo>
                  <a:pt x="467058" y="117396"/>
                </a:lnTo>
                <a:lnTo>
                  <a:pt x="454085" y="117396"/>
                </a:lnTo>
                <a:lnTo>
                  <a:pt x="453580" y="105420"/>
                </a:lnTo>
                <a:cubicBezTo>
                  <a:pt x="449986" y="109581"/>
                  <a:pt x="445802" y="112870"/>
                  <a:pt x="441029" y="115288"/>
                </a:cubicBezTo>
                <a:cubicBezTo>
                  <a:pt x="436255" y="117705"/>
                  <a:pt x="430724" y="118914"/>
                  <a:pt x="424434" y="118914"/>
                </a:cubicBezTo>
                <a:moveTo>
                  <a:pt x="428140" y="108119"/>
                </a:moveTo>
                <a:cubicBezTo>
                  <a:pt x="433475" y="108119"/>
                  <a:pt x="438249" y="106799"/>
                  <a:pt x="442461" y="104160"/>
                </a:cubicBezTo>
                <a:cubicBezTo>
                  <a:pt x="446673" y="101521"/>
                  <a:pt x="450239" y="98066"/>
                  <a:pt x="453159" y="93795"/>
                </a:cubicBezTo>
                <a:lnTo>
                  <a:pt x="453159" y="75734"/>
                </a:lnTo>
                <a:cubicBezTo>
                  <a:pt x="439288" y="75911"/>
                  <a:pt x="429348" y="77409"/>
                  <a:pt x="423339" y="80227"/>
                </a:cubicBezTo>
                <a:cubicBezTo>
                  <a:pt x="417330" y="83044"/>
                  <a:pt x="414325" y="87685"/>
                  <a:pt x="414325" y="94151"/>
                </a:cubicBezTo>
                <a:cubicBezTo>
                  <a:pt x="414325" y="98422"/>
                  <a:pt x="415477" y="101818"/>
                  <a:pt x="417779" y="104340"/>
                </a:cubicBezTo>
                <a:cubicBezTo>
                  <a:pt x="420082" y="106859"/>
                  <a:pt x="423535" y="108119"/>
                  <a:pt x="428140" y="108119"/>
                </a:cubicBezTo>
                <a:close/>
                <a:moveTo>
                  <a:pt x="511498" y="117396"/>
                </a:moveTo>
                <a:cubicBezTo>
                  <a:pt x="504927" y="117396"/>
                  <a:pt x="499859" y="116292"/>
                  <a:pt x="496293" y="114083"/>
                </a:cubicBezTo>
                <a:cubicBezTo>
                  <a:pt x="492727" y="111875"/>
                  <a:pt x="490284" y="108693"/>
                  <a:pt x="488964" y="104540"/>
                </a:cubicBezTo>
                <a:cubicBezTo>
                  <a:pt x="487645" y="100386"/>
                  <a:pt x="486985" y="95394"/>
                  <a:pt x="486985" y="89562"/>
                </a:cubicBezTo>
                <a:lnTo>
                  <a:pt x="486985" y="43264"/>
                </a:lnTo>
                <a:lnTo>
                  <a:pt x="473338" y="43264"/>
                </a:lnTo>
                <a:lnTo>
                  <a:pt x="473338" y="31879"/>
                </a:lnTo>
                <a:lnTo>
                  <a:pt x="486985" y="31879"/>
                </a:lnTo>
                <a:lnTo>
                  <a:pt x="486985" y="13072"/>
                </a:lnTo>
                <a:lnTo>
                  <a:pt x="501052" y="13072"/>
                </a:lnTo>
                <a:lnTo>
                  <a:pt x="501052" y="31879"/>
                </a:lnTo>
                <a:lnTo>
                  <a:pt x="521354" y="31879"/>
                </a:lnTo>
                <a:lnTo>
                  <a:pt x="521354" y="43264"/>
                </a:lnTo>
                <a:lnTo>
                  <a:pt x="501052" y="43264"/>
                </a:lnTo>
                <a:lnTo>
                  <a:pt x="501052" y="89259"/>
                </a:lnTo>
                <a:cubicBezTo>
                  <a:pt x="501052" y="94666"/>
                  <a:pt x="501712" y="98795"/>
                  <a:pt x="503032" y="101649"/>
                </a:cubicBezTo>
                <a:cubicBezTo>
                  <a:pt x="504352" y="104500"/>
                  <a:pt x="507483" y="105926"/>
                  <a:pt x="512424" y="105926"/>
                </a:cubicBezTo>
                <a:lnTo>
                  <a:pt x="521354" y="105926"/>
                </a:lnTo>
                <a:lnTo>
                  <a:pt x="521354" y="117396"/>
                </a:lnTo>
                <a:lnTo>
                  <a:pt x="511498" y="117396"/>
                </a:lnTo>
                <a:close/>
                <a:moveTo>
                  <a:pt x="532674" y="117396"/>
                </a:moveTo>
                <a:lnTo>
                  <a:pt x="532674" y="31879"/>
                </a:lnTo>
                <a:lnTo>
                  <a:pt x="546742" y="31879"/>
                </a:lnTo>
                <a:lnTo>
                  <a:pt x="546742" y="117396"/>
                </a:lnTo>
                <a:lnTo>
                  <a:pt x="532674" y="117396"/>
                </a:lnTo>
                <a:moveTo>
                  <a:pt x="539750" y="16361"/>
                </a:moveTo>
                <a:cubicBezTo>
                  <a:pt x="537055" y="16361"/>
                  <a:pt x="534921" y="15588"/>
                  <a:pt x="533348" y="14042"/>
                </a:cubicBezTo>
                <a:cubicBezTo>
                  <a:pt x="531776" y="12496"/>
                  <a:pt x="530989" y="10542"/>
                  <a:pt x="530989" y="8181"/>
                </a:cubicBezTo>
                <a:cubicBezTo>
                  <a:pt x="530989" y="5819"/>
                  <a:pt x="531776" y="3865"/>
                  <a:pt x="533348" y="2319"/>
                </a:cubicBezTo>
                <a:cubicBezTo>
                  <a:pt x="534921" y="773"/>
                  <a:pt x="537055" y="0"/>
                  <a:pt x="539750" y="0"/>
                </a:cubicBezTo>
                <a:cubicBezTo>
                  <a:pt x="542390" y="0"/>
                  <a:pt x="544524" y="773"/>
                  <a:pt x="546152" y="2319"/>
                </a:cubicBezTo>
                <a:cubicBezTo>
                  <a:pt x="547781" y="3865"/>
                  <a:pt x="548595" y="5819"/>
                  <a:pt x="548595" y="8181"/>
                </a:cubicBezTo>
                <a:cubicBezTo>
                  <a:pt x="548595" y="10542"/>
                  <a:pt x="547781" y="12496"/>
                  <a:pt x="546152" y="14042"/>
                </a:cubicBezTo>
                <a:cubicBezTo>
                  <a:pt x="544524" y="15588"/>
                  <a:pt x="542390" y="16361"/>
                  <a:pt x="539750" y="16361"/>
                </a:cubicBezTo>
                <a:close/>
                <a:moveTo>
                  <a:pt x="599485" y="118914"/>
                </a:moveTo>
                <a:cubicBezTo>
                  <a:pt x="591791" y="118914"/>
                  <a:pt x="585221" y="117157"/>
                  <a:pt x="579773" y="113643"/>
                </a:cubicBezTo>
                <a:cubicBezTo>
                  <a:pt x="574326" y="110129"/>
                  <a:pt x="570156" y="105078"/>
                  <a:pt x="567264" y="98489"/>
                </a:cubicBezTo>
                <a:cubicBezTo>
                  <a:pt x="564372" y="91900"/>
                  <a:pt x="562926" y="84037"/>
                  <a:pt x="562926" y="74901"/>
                </a:cubicBezTo>
                <a:cubicBezTo>
                  <a:pt x="562926" y="65647"/>
                  <a:pt x="564372" y="57696"/>
                  <a:pt x="567264" y="51050"/>
                </a:cubicBezTo>
                <a:cubicBezTo>
                  <a:pt x="570156" y="44403"/>
                  <a:pt x="574326" y="39294"/>
                  <a:pt x="579773" y="35722"/>
                </a:cubicBezTo>
                <a:cubicBezTo>
                  <a:pt x="585221" y="32148"/>
                  <a:pt x="591791" y="30361"/>
                  <a:pt x="599485" y="30361"/>
                </a:cubicBezTo>
                <a:cubicBezTo>
                  <a:pt x="607347" y="30361"/>
                  <a:pt x="614086" y="32148"/>
                  <a:pt x="619702" y="35722"/>
                </a:cubicBezTo>
                <a:cubicBezTo>
                  <a:pt x="625318" y="39294"/>
                  <a:pt x="629614" y="44403"/>
                  <a:pt x="632590" y="51050"/>
                </a:cubicBezTo>
                <a:cubicBezTo>
                  <a:pt x="635567" y="57696"/>
                  <a:pt x="637055" y="65647"/>
                  <a:pt x="637055" y="74901"/>
                </a:cubicBezTo>
                <a:cubicBezTo>
                  <a:pt x="637055" y="84037"/>
                  <a:pt x="635567" y="91900"/>
                  <a:pt x="632590" y="98489"/>
                </a:cubicBezTo>
                <a:cubicBezTo>
                  <a:pt x="629614" y="105078"/>
                  <a:pt x="625318" y="110129"/>
                  <a:pt x="619702" y="113643"/>
                </a:cubicBezTo>
                <a:cubicBezTo>
                  <a:pt x="614086" y="117157"/>
                  <a:pt x="607347" y="118914"/>
                  <a:pt x="599485" y="118914"/>
                </a:cubicBezTo>
                <a:moveTo>
                  <a:pt x="599485" y="107782"/>
                </a:moveTo>
                <a:cubicBezTo>
                  <a:pt x="605157" y="107782"/>
                  <a:pt x="609663" y="106356"/>
                  <a:pt x="613005" y="103504"/>
                </a:cubicBezTo>
                <a:cubicBezTo>
                  <a:pt x="616346" y="100653"/>
                  <a:pt x="618761" y="96762"/>
                  <a:pt x="620249" y="91832"/>
                </a:cubicBezTo>
                <a:cubicBezTo>
                  <a:pt x="621738" y="86900"/>
                  <a:pt x="622482" y="81255"/>
                  <a:pt x="622482" y="74898"/>
                </a:cubicBezTo>
                <a:cubicBezTo>
                  <a:pt x="622482" y="68542"/>
                  <a:pt x="621738" y="62868"/>
                  <a:pt x="620249" y="57878"/>
                </a:cubicBezTo>
                <a:cubicBezTo>
                  <a:pt x="618761" y="52887"/>
                  <a:pt x="616346" y="48950"/>
                  <a:pt x="613005" y="46069"/>
                </a:cubicBezTo>
                <a:cubicBezTo>
                  <a:pt x="609663" y="43187"/>
                  <a:pt x="605157" y="41746"/>
                  <a:pt x="599485" y="41746"/>
                </a:cubicBezTo>
                <a:cubicBezTo>
                  <a:pt x="594150" y="41746"/>
                  <a:pt x="589854" y="43187"/>
                  <a:pt x="586596" y="46069"/>
                </a:cubicBezTo>
                <a:cubicBezTo>
                  <a:pt x="583339" y="48950"/>
                  <a:pt x="580995" y="52887"/>
                  <a:pt x="579563" y="57878"/>
                </a:cubicBezTo>
                <a:cubicBezTo>
                  <a:pt x="578131" y="62868"/>
                  <a:pt x="577414" y="68571"/>
                  <a:pt x="577414" y="74988"/>
                </a:cubicBezTo>
                <a:cubicBezTo>
                  <a:pt x="577414" y="81285"/>
                  <a:pt x="578131" y="86900"/>
                  <a:pt x="579563" y="91832"/>
                </a:cubicBezTo>
                <a:cubicBezTo>
                  <a:pt x="580995" y="96762"/>
                  <a:pt x="583339" y="100653"/>
                  <a:pt x="586596" y="103504"/>
                </a:cubicBezTo>
                <a:cubicBezTo>
                  <a:pt x="589854" y="106356"/>
                  <a:pt x="594150" y="107782"/>
                  <a:pt x="599485" y="107782"/>
                </a:cubicBezTo>
                <a:close/>
                <a:moveTo>
                  <a:pt x="650608" y="117396"/>
                </a:moveTo>
                <a:lnTo>
                  <a:pt x="650608" y="31879"/>
                </a:lnTo>
                <a:lnTo>
                  <a:pt x="664255" y="31879"/>
                </a:lnTo>
                <a:lnTo>
                  <a:pt x="664592" y="43770"/>
                </a:lnTo>
                <a:cubicBezTo>
                  <a:pt x="667006" y="40509"/>
                  <a:pt x="670460" y="37459"/>
                  <a:pt x="674953" y="34620"/>
                </a:cubicBezTo>
                <a:cubicBezTo>
                  <a:pt x="679445" y="31781"/>
                  <a:pt x="685061" y="30361"/>
                  <a:pt x="691800" y="30361"/>
                </a:cubicBezTo>
                <a:cubicBezTo>
                  <a:pt x="700561" y="30361"/>
                  <a:pt x="706823" y="33106"/>
                  <a:pt x="710585" y="38597"/>
                </a:cubicBezTo>
                <a:cubicBezTo>
                  <a:pt x="714348" y="44086"/>
                  <a:pt x="716229" y="51818"/>
                  <a:pt x="716229" y="61792"/>
                </a:cubicBezTo>
                <a:lnTo>
                  <a:pt x="716229" y="117396"/>
                </a:lnTo>
                <a:lnTo>
                  <a:pt x="702246" y="117396"/>
                </a:lnTo>
                <a:lnTo>
                  <a:pt x="702246" y="63408"/>
                </a:lnTo>
                <a:cubicBezTo>
                  <a:pt x="702246" y="59301"/>
                  <a:pt x="701867" y="55643"/>
                  <a:pt x="701109" y="52431"/>
                </a:cubicBezTo>
                <a:cubicBezTo>
                  <a:pt x="700350" y="49217"/>
                  <a:pt x="698975" y="46704"/>
                  <a:pt x="696981" y="44891"/>
                </a:cubicBezTo>
                <a:cubicBezTo>
                  <a:pt x="694987" y="43076"/>
                  <a:pt x="692137" y="42168"/>
                  <a:pt x="688431" y="42168"/>
                </a:cubicBezTo>
                <a:cubicBezTo>
                  <a:pt x="682759" y="42168"/>
                  <a:pt x="677971" y="43611"/>
                  <a:pt x="674068" y="46496"/>
                </a:cubicBezTo>
                <a:cubicBezTo>
                  <a:pt x="670165" y="49381"/>
                  <a:pt x="667034" y="52490"/>
                  <a:pt x="664676" y="55823"/>
                </a:cubicBezTo>
                <a:lnTo>
                  <a:pt x="664676" y="117396"/>
                </a:lnTo>
                <a:lnTo>
                  <a:pt x="650608" y="11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873e0e2db4f32"/>
          <a:stretch xmlns:a="http://schemas.openxmlformats.org/drawingml/2006/main"/>
        </p:blipFill>
        <p:spPr>
          <a:xfrm xmlns:a="http://schemas.openxmlformats.org/drawingml/2006/main">
            <a:off x="6107127" y="3770057"/>
            <a:ext cx="273270" cy="273270"/>
          </a:xfrm>
          <a:prstGeom xmlns:a="http://schemas.openxmlformats.org/drawingml/2006/main" prst="rect">
            <a:avLst/>
          </a:prstGeom>
        </p:spPr>
      </p:pic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5bfcf910349c3"/>
          <a:stretch xmlns:a="http://schemas.openxmlformats.org/drawingml/2006/main"/>
        </p:blipFill>
        <p:spPr>
          <a:xfrm xmlns:a="http://schemas.openxmlformats.org/drawingml/2006/main">
            <a:off x="6239621" y="3401557"/>
            <a:ext cx="389202" cy="360219"/>
          </a:xfrm>
          <a:prstGeom xmlns:a="http://schemas.openxmlformats.org/drawingml/2006/main" prst="rect">
            <a:avLst/>
          </a:prstGeom>
        </p:spPr>
      </p:pic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0A6FF-FC30-4733-810B-01378206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955" y="3491247"/>
            <a:ext cx="1032828" cy="234922"/>
          </a:xfrm>
          <a:custGeom xmlns:a="http://schemas.openxmlformats.org/drawingml/2006/main">
            <a:pathLst>
              <a:path w="1032828" h="234922">
                <a:moveTo>
                  <a:pt x="0" y="0"/>
                </a:moveTo>
                <a:lnTo>
                  <a:pt x="0" y="13674"/>
                </a:lnTo>
                <a:lnTo>
                  <a:pt x="985027" y="13674"/>
                </a:lnTo>
                <a:lnTo>
                  <a:pt x="985027" y="152881"/>
                </a:lnTo>
                <a:lnTo>
                  <a:pt x="950882" y="152881"/>
                </a:lnTo>
                <a:lnTo>
                  <a:pt x="991855" y="234922"/>
                </a:lnTo>
                <a:lnTo>
                  <a:pt x="1032828" y="152881"/>
                </a:lnTo>
                <a:lnTo>
                  <a:pt x="998683" y="152881"/>
                </a:lnTo>
                <a:lnTo>
                  <a:pt x="99868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EnhancedPrompt">
            <a:extLst xmlns:a="http://schemas.openxmlformats.org/drawingml/2006/main">
              <a:ext uri="{FF2B5EF4-FFF2-40B4-BE49-F238E27FC236}">
                <a16:creationId xmlns:a16="http://schemas.microsoft.com/office/drawing/2014/main" id="{BEC2BB1F-2DA8-4BDC-AEA8-5B548DCF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252" y="3574663"/>
            <a:ext cx="876088" cy="100596"/>
          </a:xfrm>
          <a:custGeom xmlns:a="http://schemas.openxmlformats.org/drawingml/2006/main">
            <a:pathLst>
              <a:path w="876088" h="100596">
                <a:moveTo>
                  <a:pt x="10614" y="42860"/>
                </a:moveTo>
                <a:lnTo>
                  <a:pt x="47409" y="42860"/>
                </a:lnTo>
                <a:lnTo>
                  <a:pt x="47409" y="34122"/>
                </a:lnTo>
                <a:lnTo>
                  <a:pt x="10614" y="34122"/>
                </a:lnTo>
                <a:lnTo>
                  <a:pt x="10614" y="8855"/>
                </a:lnTo>
                <a:lnTo>
                  <a:pt x="50593" y="8855"/>
                </a:lnTo>
                <a:lnTo>
                  <a:pt x="50593" y="0"/>
                </a:lnTo>
                <a:lnTo>
                  <a:pt x="0" y="0"/>
                </a:lnTo>
                <a:lnTo>
                  <a:pt x="0" y="79462"/>
                </a:lnTo>
                <a:lnTo>
                  <a:pt x="50593" y="79462"/>
                </a:lnTo>
                <a:lnTo>
                  <a:pt x="50593" y="70606"/>
                </a:lnTo>
                <a:lnTo>
                  <a:pt x="10614" y="70606"/>
                </a:lnTo>
                <a:lnTo>
                  <a:pt x="10614" y="42860"/>
                </a:lnTo>
                <a:close/>
                <a:moveTo>
                  <a:pt x="137232" y="35780"/>
                </a:moveTo>
                <a:lnTo>
                  <a:pt x="137453" y="35493"/>
                </a:lnTo>
                <a:lnTo>
                  <a:pt x="137680" y="35207"/>
                </a:lnTo>
                <a:lnTo>
                  <a:pt x="137912" y="34922"/>
                </a:lnTo>
                <a:lnTo>
                  <a:pt x="138150" y="34640"/>
                </a:lnTo>
                <a:lnTo>
                  <a:pt x="138393" y="34359"/>
                </a:lnTo>
                <a:lnTo>
                  <a:pt x="138643" y="34079"/>
                </a:lnTo>
                <a:lnTo>
                  <a:pt x="138898" y="33802"/>
                </a:lnTo>
                <a:lnTo>
                  <a:pt x="139159" y="33525"/>
                </a:lnTo>
                <a:lnTo>
                  <a:pt x="139425" y="33251"/>
                </a:lnTo>
                <a:lnTo>
                  <a:pt x="139698" y="32978"/>
                </a:lnTo>
                <a:lnTo>
                  <a:pt x="139976" y="32707"/>
                </a:lnTo>
                <a:lnTo>
                  <a:pt x="140259" y="32437"/>
                </a:lnTo>
                <a:lnTo>
                  <a:pt x="140549" y="32169"/>
                </a:lnTo>
                <a:lnTo>
                  <a:pt x="140844" y="31903"/>
                </a:lnTo>
                <a:lnTo>
                  <a:pt x="141145" y="31638"/>
                </a:lnTo>
                <a:lnTo>
                  <a:pt x="141452" y="31375"/>
                </a:lnTo>
                <a:lnTo>
                  <a:pt x="141764" y="31114"/>
                </a:lnTo>
                <a:lnTo>
                  <a:pt x="142082" y="30854"/>
                </a:lnTo>
                <a:lnTo>
                  <a:pt x="142406" y="30596"/>
                </a:lnTo>
                <a:lnTo>
                  <a:pt x="142736" y="30339"/>
                </a:lnTo>
                <a:lnTo>
                  <a:pt x="143071" y="30085"/>
                </a:lnTo>
                <a:lnTo>
                  <a:pt x="143412" y="29831"/>
                </a:lnTo>
                <a:lnTo>
                  <a:pt x="143760" y="29584"/>
                </a:lnTo>
                <a:lnTo>
                  <a:pt x="144113" y="29347"/>
                </a:lnTo>
                <a:lnTo>
                  <a:pt x="144474" y="29121"/>
                </a:lnTo>
                <a:lnTo>
                  <a:pt x="144841" y="28906"/>
                </a:lnTo>
                <a:lnTo>
                  <a:pt x="145214" y="28701"/>
                </a:lnTo>
                <a:lnTo>
                  <a:pt x="145594" y="28506"/>
                </a:lnTo>
                <a:lnTo>
                  <a:pt x="145981" y="28322"/>
                </a:lnTo>
                <a:lnTo>
                  <a:pt x="146374" y="28148"/>
                </a:lnTo>
                <a:lnTo>
                  <a:pt x="146773" y="27985"/>
                </a:lnTo>
                <a:lnTo>
                  <a:pt x="147180" y="27833"/>
                </a:lnTo>
                <a:lnTo>
                  <a:pt x="147592" y="27691"/>
                </a:lnTo>
                <a:lnTo>
                  <a:pt x="148012" y="27559"/>
                </a:lnTo>
                <a:lnTo>
                  <a:pt x="148438" y="27438"/>
                </a:lnTo>
                <a:lnTo>
                  <a:pt x="148870" y="27328"/>
                </a:lnTo>
                <a:lnTo>
                  <a:pt x="149309" y="27228"/>
                </a:lnTo>
                <a:lnTo>
                  <a:pt x="149755" y="27139"/>
                </a:lnTo>
                <a:lnTo>
                  <a:pt x="150207" y="27060"/>
                </a:lnTo>
                <a:lnTo>
                  <a:pt x="150665" y="26991"/>
                </a:lnTo>
                <a:lnTo>
                  <a:pt x="151130" y="26934"/>
                </a:lnTo>
                <a:lnTo>
                  <a:pt x="151602" y="26886"/>
                </a:lnTo>
                <a:lnTo>
                  <a:pt x="152080" y="26849"/>
                </a:lnTo>
                <a:lnTo>
                  <a:pt x="152565" y="26823"/>
                </a:lnTo>
                <a:lnTo>
                  <a:pt x="153057" y="26807"/>
                </a:lnTo>
                <a:lnTo>
                  <a:pt x="153555" y="26802"/>
                </a:lnTo>
                <a:lnTo>
                  <a:pt x="153881" y="26805"/>
                </a:lnTo>
                <a:lnTo>
                  <a:pt x="154200" y="26815"/>
                </a:lnTo>
                <a:lnTo>
                  <a:pt x="154512" y="26832"/>
                </a:lnTo>
                <a:lnTo>
                  <a:pt x="154818" y="26855"/>
                </a:lnTo>
                <a:lnTo>
                  <a:pt x="155118" y="26885"/>
                </a:lnTo>
                <a:lnTo>
                  <a:pt x="155410" y="26921"/>
                </a:lnTo>
                <a:lnTo>
                  <a:pt x="155696" y="26964"/>
                </a:lnTo>
                <a:lnTo>
                  <a:pt x="155976" y="27014"/>
                </a:lnTo>
                <a:lnTo>
                  <a:pt x="156248" y="27070"/>
                </a:lnTo>
                <a:lnTo>
                  <a:pt x="156514" y="27133"/>
                </a:lnTo>
                <a:lnTo>
                  <a:pt x="156774" y="27202"/>
                </a:lnTo>
                <a:lnTo>
                  <a:pt x="157026" y="27278"/>
                </a:lnTo>
                <a:lnTo>
                  <a:pt x="157272" y="27361"/>
                </a:lnTo>
                <a:lnTo>
                  <a:pt x="157512" y="27451"/>
                </a:lnTo>
                <a:lnTo>
                  <a:pt x="157744" y="27546"/>
                </a:lnTo>
                <a:lnTo>
                  <a:pt x="157971" y="27649"/>
                </a:lnTo>
                <a:lnTo>
                  <a:pt x="158190" y="27758"/>
                </a:lnTo>
                <a:lnTo>
                  <a:pt x="158403" y="27874"/>
                </a:lnTo>
                <a:lnTo>
                  <a:pt x="158609" y="27996"/>
                </a:lnTo>
                <a:lnTo>
                  <a:pt x="158808" y="28125"/>
                </a:lnTo>
                <a:lnTo>
                  <a:pt x="159001" y="28261"/>
                </a:lnTo>
                <a:lnTo>
                  <a:pt x="159187" y="28403"/>
                </a:lnTo>
                <a:lnTo>
                  <a:pt x="159367" y="28552"/>
                </a:lnTo>
                <a:lnTo>
                  <a:pt x="159540" y="28708"/>
                </a:lnTo>
                <a:lnTo>
                  <a:pt x="159707" y="28869"/>
                </a:lnTo>
                <a:lnTo>
                  <a:pt x="159870" y="29035"/>
                </a:lnTo>
                <a:lnTo>
                  <a:pt x="160028" y="29207"/>
                </a:lnTo>
                <a:lnTo>
                  <a:pt x="160183" y="29383"/>
                </a:lnTo>
                <a:lnTo>
                  <a:pt x="160332" y="29565"/>
                </a:lnTo>
                <a:lnTo>
                  <a:pt x="160478" y="29752"/>
                </a:lnTo>
                <a:lnTo>
                  <a:pt x="160619" y="29943"/>
                </a:lnTo>
                <a:lnTo>
                  <a:pt x="160755" y="30140"/>
                </a:lnTo>
                <a:lnTo>
                  <a:pt x="160887" y="30342"/>
                </a:lnTo>
                <a:lnTo>
                  <a:pt x="161015" y="30550"/>
                </a:lnTo>
                <a:lnTo>
                  <a:pt x="161138" y="30762"/>
                </a:lnTo>
                <a:lnTo>
                  <a:pt x="161257" y="30979"/>
                </a:lnTo>
                <a:lnTo>
                  <a:pt x="161372" y="31202"/>
                </a:lnTo>
                <a:lnTo>
                  <a:pt x="161482" y="31429"/>
                </a:lnTo>
                <a:lnTo>
                  <a:pt x="161587" y="31662"/>
                </a:lnTo>
                <a:lnTo>
                  <a:pt x="161689" y="31900"/>
                </a:lnTo>
                <a:lnTo>
                  <a:pt x="161786" y="32143"/>
                </a:lnTo>
                <a:lnTo>
                  <a:pt x="161878" y="32391"/>
                </a:lnTo>
                <a:lnTo>
                  <a:pt x="161966" y="32644"/>
                </a:lnTo>
                <a:lnTo>
                  <a:pt x="162050" y="32902"/>
                </a:lnTo>
                <a:lnTo>
                  <a:pt x="162129" y="33165"/>
                </a:lnTo>
                <a:lnTo>
                  <a:pt x="162204" y="33434"/>
                </a:lnTo>
                <a:lnTo>
                  <a:pt x="162275" y="33707"/>
                </a:lnTo>
                <a:lnTo>
                  <a:pt x="162341" y="33986"/>
                </a:lnTo>
                <a:lnTo>
                  <a:pt x="162403" y="34269"/>
                </a:lnTo>
                <a:lnTo>
                  <a:pt x="162463" y="34554"/>
                </a:lnTo>
                <a:lnTo>
                  <a:pt x="162520" y="34844"/>
                </a:lnTo>
                <a:lnTo>
                  <a:pt x="162575" y="35136"/>
                </a:lnTo>
                <a:lnTo>
                  <a:pt x="162627" y="35432"/>
                </a:lnTo>
                <a:lnTo>
                  <a:pt x="162676" y="35731"/>
                </a:lnTo>
                <a:lnTo>
                  <a:pt x="162723" y="36033"/>
                </a:lnTo>
                <a:lnTo>
                  <a:pt x="162766" y="36339"/>
                </a:lnTo>
                <a:lnTo>
                  <a:pt x="162808" y="36647"/>
                </a:lnTo>
                <a:lnTo>
                  <a:pt x="162846" y="36959"/>
                </a:lnTo>
                <a:lnTo>
                  <a:pt x="162882" y="37275"/>
                </a:lnTo>
                <a:lnTo>
                  <a:pt x="162916" y="37593"/>
                </a:lnTo>
                <a:lnTo>
                  <a:pt x="162946" y="37915"/>
                </a:lnTo>
                <a:lnTo>
                  <a:pt x="162974" y="38240"/>
                </a:lnTo>
                <a:lnTo>
                  <a:pt x="162999" y="38568"/>
                </a:lnTo>
                <a:lnTo>
                  <a:pt x="163022" y="38900"/>
                </a:lnTo>
                <a:lnTo>
                  <a:pt x="163042" y="39235"/>
                </a:lnTo>
                <a:lnTo>
                  <a:pt x="163059" y="39573"/>
                </a:lnTo>
                <a:lnTo>
                  <a:pt x="163074" y="39914"/>
                </a:lnTo>
                <a:lnTo>
                  <a:pt x="163086" y="40259"/>
                </a:lnTo>
                <a:lnTo>
                  <a:pt x="163095" y="40607"/>
                </a:lnTo>
                <a:lnTo>
                  <a:pt x="163102" y="40958"/>
                </a:lnTo>
                <a:lnTo>
                  <a:pt x="163106" y="41312"/>
                </a:lnTo>
                <a:lnTo>
                  <a:pt x="163107" y="41670"/>
                </a:lnTo>
                <a:lnTo>
                  <a:pt x="163107" y="79462"/>
                </a:lnTo>
                <a:lnTo>
                  <a:pt x="172896" y="79462"/>
                </a:lnTo>
                <a:lnTo>
                  <a:pt x="172896" y="40539"/>
                </a:lnTo>
                <a:lnTo>
                  <a:pt x="172889" y="39669"/>
                </a:lnTo>
                <a:lnTo>
                  <a:pt x="172868" y="38816"/>
                </a:lnTo>
                <a:lnTo>
                  <a:pt x="172834" y="37980"/>
                </a:lnTo>
                <a:lnTo>
                  <a:pt x="172786" y="37160"/>
                </a:lnTo>
                <a:lnTo>
                  <a:pt x="172724" y="36357"/>
                </a:lnTo>
                <a:lnTo>
                  <a:pt x="172649" y="35571"/>
                </a:lnTo>
                <a:lnTo>
                  <a:pt x="172560" y="34802"/>
                </a:lnTo>
                <a:lnTo>
                  <a:pt x="172457" y="34049"/>
                </a:lnTo>
                <a:lnTo>
                  <a:pt x="172340" y="33312"/>
                </a:lnTo>
                <a:lnTo>
                  <a:pt x="172210" y="32593"/>
                </a:lnTo>
                <a:lnTo>
                  <a:pt x="172066" y="31890"/>
                </a:lnTo>
                <a:lnTo>
                  <a:pt x="171908" y="31204"/>
                </a:lnTo>
                <a:lnTo>
                  <a:pt x="171736" y="30534"/>
                </a:lnTo>
                <a:lnTo>
                  <a:pt x="171551" y="29882"/>
                </a:lnTo>
                <a:lnTo>
                  <a:pt x="171352" y="29245"/>
                </a:lnTo>
                <a:lnTo>
                  <a:pt x="171140" y="28626"/>
                </a:lnTo>
                <a:lnTo>
                  <a:pt x="170913" y="28023"/>
                </a:lnTo>
                <a:lnTo>
                  <a:pt x="170673" y="27437"/>
                </a:lnTo>
                <a:lnTo>
                  <a:pt x="170420" y="26868"/>
                </a:lnTo>
                <a:lnTo>
                  <a:pt x="170152" y="26315"/>
                </a:lnTo>
                <a:lnTo>
                  <a:pt x="169871" y="25779"/>
                </a:lnTo>
                <a:lnTo>
                  <a:pt x="169576" y="25260"/>
                </a:lnTo>
                <a:lnTo>
                  <a:pt x="169267" y="24757"/>
                </a:lnTo>
                <a:lnTo>
                  <a:pt x="168945" y="24271"/>
                </a:lnTo>
                <a:lnTo>
                  <a:pt x="168607" y="23803"/>
                </a:lnTo>
                <a:lnTo>
                  <a:pt x="168251" y="23355"/>
                </a:lnTo>
                <a:lnTo>
                  <a:pt x="167878" y="22927"/>
                </a:lnTo>
                <a:lnTo>
                  <a:pt x="167487" y="22519"/>
                </a:lnTo>
                <a:lnTo>
                  <a:pt x="167079" y="22131"/>
                </a:lnTo>
                <a:lnTo>
                  <a:pt x="166653" y="21762"/>
                </a:lnTo>
                <a:lnTo>
                  <a:pt x="166209" y="21414"/>
                </a:lnTo>
                <a:lnTo>
                  <a:pt x="165748" y="21085"/>
                </a:lnTo>
                <a:lnTo>
                  <a:pt x="165269" y="20777"/>
                </a:lnTo>
                <a:lnTo>
                  <a:pt x="164772" y="20488"/>
                </a:lnTo>
                <a:lnTo>
                  <a:pt x="164258" y="20219"/>
                </a:lnTo>
                <a:lnTo>
                  <a:pt x="163726" y="19971"/>
                </a:lnTo>
                <a:lnTo>
                  <a:pt x="163177" y="19742"/>
                </a:lnTo>
                <a:lnTo>
                  <a:pt x="162610" y="19533"/>
                </a:lnTo>
                <a:lnTo>
                  <a:pt x="162026" y="19343"/>
                </a:lnTo>
                <a:lnTo>
                  <a:pt x="161423" y="19174"/>
                </a:lnTo>
                <a:lnTo>
                  <a:pt x="160804" y="19025"/>
                </a:lnTo>
                <a:lnTo>
                  <a:pt x="160166" y="18895"/>
                </a:lnTo>
                <a:lnTo>
                  <a:pt x="159511" y="18786"/>
                </a:lnTo>
                <a:lnTo>
                  <a:pt x="158839" y="18696"/>
                </a:lnTo>
                <a:lnTo>
                  <a:pt x="158148" y="18627"/>
                </a:lnTo>
                <a:lnTo>
                  <a:pt x="157441" y="18577"/>
                </a:lnTo>
                <a:lnTo>
                  <a:pt x="156715" y="18547"/>
                </a:lnTo>
                <a:lnTo>
                  <a:pt x="155972" y="18537"/>
                </a:lnTo>
                <a:lnTo>
                  <a:pt x="155372" y="18542"/>
                </a:lnTo>
                <a:lnTo>
                  <a:pt x="154781" y="18558"/>
                </a:lnTo>
                <a:lnTo>
                  <a:pt x="154199" y="18584"/>
                </a:lnTo>
                <a:lnTo>
                  <a:pt x="153626" y="18620"/>
                </a:lnTo>
                <a:lnTo>
                  <a:pt x="153062" y="18666"/>
                </a:lnTo>
                <a:lnTo>
                  <a:pt x="152506" y="18723"/>
                </a:lnTo>
                <a:lnTo>
                  <a:pt x="151960" y="18791"/>
                </a:lnTo>
                <a:lnTo>
                  <a:pt x="151422" y="18868"/>
                </a:lnTo>
                <a:lnTo>
                  <a:pt x="150893" y="18956"/>
                </a:lnTo>
                <a:lnTo>
                  <a:pt x="150374" y="19055"/>
                </a:lnTo>
                <a:lnTo>
                  <a:pt x="149863" y="19163"/>
                </a:lnTo>
                <a:lnTo>
                  <a:pt x="149361" y="19282"/>
                </a:lnTo>
                <a:lnTo>
                  <a:pt x="148868" y="19412"/>
                </a:lnTo>
                <a:lnTo>
                  <a:pt x="148383" y="19552"/>
                </a:lnTo>
                <a:lnTo>
                  <a:pt x="147908" y="19702"/>
                </a:lnTo>
                <a:lnTo>
                  <a:pt x="147442" y="19862"/>
                </a:lnTo>
                <a:lnTo>
                  <a:pt x="146984" y="20033"/>
                </a:lnTo>
                <a:lnTo>
                  <a:pt x="146536" y="20214"/>
                </a:lnTo>
                <a:lnTo>
                  <a:pt x="146096" y="20406"/>
                </a:lnTo>
                <a:lnTo>
                  <a:pt x="145665" y="20607"/>
                </a:lnTo>
                <a:lnTo>
                  <a:pt x="145244" y="20820"/>
                </a:lnTo>
                <a:lnTo>
                  <a:pt x="144831" y="21042"/>
                </a:lnTo>
                <a:lnTo>
                  <a:pt x="144427" y="21275"/>
                </a:lnTo>
                <a:lnTo>
                  <a:pt x="144032" y="21518"/>
                </a:lnTo>
                <a:lnTo>
                  <a:pt x="143645" y="21768"/>
                </a:lnTo>
                <a:lnTo>
                  <a:pt x="143265" y="22018"/>
                </a:lnTo>
                <a:lnTo>
                  <a:pt x="142892" y="22271"/>
                </a:lnTo>
                <a:lnTo>
                  <a:pt x="142527" y="22524"/>
                </a:lnTo>
                <a:lnTo>
                  <a:pt x="142169" y="22780"/>
                </a:lnTo>
                <a:lnTo>
                  <a:pt x="141818" y="23037"/>
                </a:lnTo>
                <a:lnTo>
                  <a:pt x="141475" y="23295"/>
                </a:lnTo>
                <a:lnTo>
                  <a:pt x="141139" y="23555"/>
                </a:lnTo>
                <a:lnTo>
                  <a:pt x="140810" y="23817"/>
                </a:lnTo>
                <a:lnTo>
                  <a:pt x="140488" y="24080"/>
                </a:lnTo>
                <a:lnTo>
                  <a:pt x="140174" y="24344"/>
                </a:lnTo>
                <a:lnTo>
                  <a:pt x="139867" y="24610"/>
                </a:lnTo>
                <a:lnTo>
                  <a:pt x="139567" y="24878"/>
                </a:lnTo>
                <a:lnTo>
                  <a:pt x="139275" y="25147"/>
                </a:lnTo>
                <a:lnTo>
                  <a:pt x="138989" y="25418"/>
                </a:lnTo>
                <a:lnTo>
                  <a:pt x="138711" y="25690"/>
                </a:lnTo>
                <a:lnTo>
                  <a:pt x="138441" y="25964"/>
                </a:lnTo>
                <a:lnTo>
                  <a:pt x="138177" y="26239"/>
                </a:lnTo>
                <a:lnTo>
                  <a:pt x="137921" y="26516"/>
                </a:lnTo>
                <a:lnTo>
                  <a:pt x="137672" y="26795"/>
                </a:lnTo>
                <a:lnTo>
                  <a:pt x="137431" y="27075"/>
                </a:lnTo>
                <a:lnTo>
                  <a:pt x="137196" y="27356"/>
                </a:lnTo>
                <a:lnTo>
                  <a:pt x="136969" y="27639"/>
                </a:lnTo>
                <a:lnTo>
                  <a:pt x="136749" y="27924"/>
                </a:lnTo>
                <a:lnTo>
                  <a:pt x="136749" y="0"/>
                </a:lnTo>
                <a:lnTo>
                  <a:pt x="126961" y="0"/>
                </a:lnTo>
                <a:lnTo>
                  <a:pt x="126961" y="79462"/>
                </a:lnTo>
                <a:lnTo>
                  <a:pt x="136808" y="79462"/>
                </a:lnTo>
                <a:lnTo>
                  <a:pt x="136808" y="36360"/>
                </a:lnTo>
                <a:lnTo>
                  <a:pt x="137017" y="36069"/>
                </a:lnTo>
                <a:lnTo>
                  <a:pt x="137232" y="35780"/>
                </a:lnTo>
                <a:close/>
                <a:moveTo>
                  <a:pt x="452196" y="80450"/>
                </a:moveTo>
                <a:lnTo>
                  <a:pt x="452693" y="80408"/>
                </a:lnTo>
                <a:lnTo>
                  <a:pt x="453184" y="80356"/>
                </a:lnTo>
                <a:lnTo>
                  <a:pt x="453669" y="80296"/>
                </a:lnTo>
                <a:lnTo>
                  <a:pt x="454147" y="80226"/>
                </a:lnTo>
                <a:lnTo>
                  <a:pt x="454619" y="80146"/>
                </a:lnTo>
                <a:lnTo>
                  <a:pt x="455084" y="80058"/>
                </a:lnTo>
                <a:lnTo>
                  <a:pt x="455543" y="79960"/>
                </a:lnTo>
                <a:lnTo>
                  <a:pt x="455996" y="79853"/>
                </a:lnTo>
                <a:lnTo>
                  <a:pt x="456442" y="79736"/>
                </a:lnTo>
                <a:lnTo>
                  <a:pt x="456883" y="79610"/>
                </a:lnTo>
                <a:lnTo>
                  <a:pt x="457316" y="79475"/>
                </a:lnTo>
                <a:lnTo>
                  <a:pt x="457744" y="79330"/>
                </a:lnTo>
                <a:lnTo>
                  <a:pt x="458165" y="79176"/>
                </a:lnTo>
                <a:lnTo>
                  <a:pt x="458580" y="79013"/>
                </a:lnTo>
                <a:lnTo>
                  <a:pt x="458988" y="78841"/>
                </a:lnTo>
                <a:lnTo>
                  <a:pt x="459390" y="78659"/>
                </a:lnTo>
                <a:lnTo>
                  <a:pt x="459786" y="78468"/>
                </a:lnTo>
                <a:lnTo>
                  <a:pt x="460175" y="78267"/>
                </a:lnTo>
                <a:lnTo>
                  <a:pt x="460558" y="78057"/>
                </a:lnTo>
                <a:lnTo>
                  <a:pt x="460934" y="77838"/>
                </a:lnTo>
                <a:lnTo>
                  <a:pt x="461305" y="77611"/>
                </a:lnTo>
                <a:lnTo>
                  <a:pt x="461670" y="77379"/>
                </a:lnTo>
                <a:lnTo>
                  <a:pt x="462028" y="77140"/>
                </a:lnTo>
                <a:lnTo>
                  <a:pt x="462381" y="76896"/>
                </a:lnTo>
                <a:lnTo>
                  <a:pt x="462728" y="76646"/>
                </a:lnTo>
                <a:lnTo>
                  <a:pt x="463068" y="76390"/>
                </a:lnTo>
                <a:lnTo>
                  <a:pt x="463403" y="76128"/>
                </a:lnTo>
                <a:lnTo>
                  <a:pt x="463732" y="75860"/>
                </a:lnTo>
                <a:lnTo>
                  <a:pt x="464055" y="75587"/>
                </a:lnTo>
                <a:lnTo>
                  <a:pt x="464372" y="75308"/>
                </a:lnTo>
                <a:lnTo>
                  <a:pt x="464683" y="75022"/>
                </a:lnTo>
                <a:lnTo>
                  <a:pt x="464988" y="74731"/>
                </a:lnTo>
                <a:lnTo>
                  <a:pt x="465288" y="74434"/>
                </a:lnTo>
                <a:lnTo>
                  <a:pt x="465581" y="74132"/>
                </a:lnTo>
                <a:lnTo>
                  <a:pt x="465868" y="73823"/>
                </a:lnTo>
                <a:lnTo>
                  <a:pt x="466150" y="73509"/>
                </a:lnTo>
                <a:lnTo>
                  <a:pt x="466425" y="73189"/>
                </a:lnTo>
                <a:lnTo>
                  <a:pt x="466695" y="72863"/>
                </a:lnTo>
                <a:lnTo>
                  <a:pt x="466958" y="72531"/>
                </a:lnTo>
                <a:lnTo>
                  <a:pt x="467216" y="72193"/>
                </a:lnTo>
                <a:lnTo>
                  <a:pt x="467468" y="71849"/>
                </a:lnTo>
                <a:lnTo>
                  <a:pt x="467714" y="71500"/>
                </a:lnTo>
                <a:lnTo>
                  <a:pt x="467953" y="71144"/>
                </a:lnTo>
                <a:lnTo>
                  <a:pt x="468187" y="70783"/>
                </a:lnTo>
                <a:lnTo>
                  <a:pt x="468836" y="79462"/>
                </a:lnTo>
                <a:lnTo>
                  <a:pt x="477917" y="79462"/>
                </a:lnTo>
                <a:lnTo>
                  <a:pt x="477917" y="0"/>
                </a:lnTo>
                <a:lnTo>
                  <a:pt x="468305" y="0"/>
                </a:lnTo>
                <a:lnTo>
                  <a:pt x="468305" y="28396"/>
                </a:lnTo>
                <a:lnTo>
                  <a:pt x="468081" y="28020"/>
                </a:lnTo>
                <a:lnTo>
                  <a:pt x="467852" y="27651"/>
                </a:lnTo>
                <a:lnTo>
                  <a:pt x="467617" y="27289"/>
                </a:lnTo>
                <a:lnTo>
                  <a:pt x="467376" y="26933"/>
                </a:lnTo>
                <a:lnTo>
                  <a:pt x="467129" y="26584"/>
                </a:lnTo>
                <a:lnTo>
                  <a:pt x="466877" y="26241"/>
                </a:lnTo>
                <a:lnTo>
                  <a:pt x="466619" y="25905"/>
                </a:lnTo>
                <a:lnTo>
                  <a:pt x="466356" y="25575"/>
                </a:lnTo>
                <a:lnTo>
                  <a:pt x="466087" y="25252"/>
                </a:lnTo>
                <a:lnTo>
                  <a:pt x="465813" y="24936"/>
                </a:lnTo>
                <a:lnTo>
                  <a:pt x="465532" y="24626"/>
                </a:lnTo>
                <a:lnTo>
                  <a:pt x="465246" y="24323"/>
                </a:lnTo>
                <a:lnTo>
                  <a:pt x="464955" y="24026"/>
                </a:lnTo>
                <a:lnTo>
                  <a:pt x="464658" y="23735"/>
                </a:lnTo>
                <a:lnTo>
                  <a:pt x="464355" y="23452"/>
                </a:lnTo>
                <a:lnTo>
                  <a:pt x="464047" y="23175"/>
                </a:lnTo>
                <a:lnTo>
                  <a:pt x="463733" y="22904"/>
                </a:lnTo>
                <a:lnTo>
                  <a:pt x="463413" y="22640"/>
                </a:lnTo>
                <a:lnTo>
                  <a:pt x="463088" y="22383"/>
                </a:lnTo>
                <a:lnTo>
                  <a:pt x="462757" y="22132"/>
                </a:lnTo>
                <a:lnTo>
                  <a:pt x="462420" y="21887"/>
                </a:lnTo>
                <a:lnTo>
                  <a:pt x="462078" y="21650"/>
                </a:lnTo>
                <a:lnTo>
                  <a:pt x="461730" y="21418"/>
                </a:lnTo>
                <a:lnTo>
                  <a:pt x="461377" y="21194"/>
                </a:lnTo>
                <a:lnTo>
                  <a:pt x="461017" y="20977"/>
                </a:lnTo>
                <a:lnTo>
                  <a:pt x="460650" y="20769"/>
                </a:lnTo>
                <a:lnTo>
                  <a:pt x="460277" y="20571"/>
                </a:lnTo>
                <a:lnTo>
                  <a:pt x="459897" y="20382"/>
                </a:lnTo>
                <a:lnTo>
                  <a:pt x="459510" y="20202"/>
                </a:lnTo>
                <a:lnTo>
                  <a:pt x="459116" y="20031"/>
                </a:lnTo>
                <a:lnTo>
                  <a:pt x="458715" y="19870"/>
                </a:lnTo>
                <a:lnTo>
                  <a:pt x="458307" y="19718"/>
                </a:lnTo>
                <a:lnTo>
                  <a:pt x="457893" y="19575"/>
                </a:lnTo>
                <a:lnTo>
                  <a:pt x="457471" y="19441"/>
                </a:lnTo>
                <a:lnTo>
                  <a:pt x="457043" y="19317"/>
                </a:lnTo>
                <a:lnTo>
                  <a:pt x="456608" y="19201"/>
                </a:lnTo>
                <a:lnTo>
                  <a:pt x="456166" y="19095"/>
                </a:lnTo>
                <a:lnTo>
                  <a:pt x="455717" y="18998"/>
                </a:lnTo>
                <a:lnTo>
                  <a:pt x="455261" y="18911"/>
                </a:lnTo>
                <a:lnTo>
                  <a:pt x="454799" y="18832"/>
                </a:lnTo>
                <a:lnTo>
                  <a:pt x="454329" y="18763"/>
                </a:lnTo>
                <a:lnTo>
                  <a:pt x="453853" y="18703"/>
                </a:lnTo>
                <a:lnTo>
                  <a:pt x="453370" y="18652"/>
                </a:lnTo>
                <a:lnTo>
                  <a:pt x="452880" y="18611"/>
                </a:lnTo>
                <a:lnTo>
                  <a:pt x="452383" y="18579"/>
                </a:lnTo>
                <a:lnTo>
                  <a:pt x="451879" y="18556"/>
                </a:lnTo>
                <a:lnTo>
                  <a:pt x="451369" y="18542"/>
                </a:lnTo>
                <a:lnTo>
                  <a:pt x="450851" y="18537"/>
                </a:lnTo>
                <a:lnTo>
                  <a:pt x="450275" y="18543"/>
                </a:lnTo>
                <a:lnTo>
                  <a:pt x="449704" y="18562"/>
                </a:lnTo>
                <a:lnTo>
                  <a:pt x="449140" y="18592"/>
                </a:lnTo>
                <a:lnTo>
                  <a:pt x="448583" y="18635"/>
                </a:lnTo>
                <a:lnTo>
                  <a:pt x="448031" y="18690"/>
                </a:lnTo>
                <a:lnTo>
                  <a:pt x="447486" y="18758"/>
                </a:lnTo>
                <a:lnTo>
                  <a:pt x="446948" y="18837"/>
                </a:lnTo>
                <a:lnTo>
                  <a:pt x="446416" y="18929"/>
                </a:lnTo>
                <a:lnTo>
                  <a:pt x="445890" y="19033"/>
                </a:lnTo>
                <a:lnTo>
                  <a:pt x="445370" y="19150"/>
                </a:lnTo>
                <a:lnTo>
                  <a:pt x="444857" y="19278"/>
                </a:lnTo>
                <a:lnTo>
                  <a:pt x="444350" y="19419"/>
                </a:lnTo>
                <a:lnTo>
                  <a:pt x="443850" y="19573"/>
                </a:lnTo>
                <a:lnTo>
                  <a:pt x="443356" y="19738"/>
                </a:lnTo>
                <a:lnTo>
                  <a:pt x="442868" y="19916"/>
                </a:lnTo>
                <a:lnTo>
                  <a:pt x="442386" y="20106"/>
                </a:lnTo>
                <a:lnTo>
                  <a:pt x="441911" y="20308"/>
                </a:lnTo>
                <a:lnTo>
                  <a:pt x="441442" y="20522"/>
                </a:lnTo>
                <a:lnTo>
                  <a:pt x="440980" y="20749"/>
                </a:lnTo>
                <a:lnTo>
                  <a:pt x="440524" y="20988"/>
                </a:lnTo>
                <a:lnTo>
                  <a:pt x="440074" y="21239"/>
                </a:lnTo>
                <a:lnTo>
                  <a:pt x="439631" y="21503"/>
                </a:lnTo>
                <a:lnTo>
                  <a:pt x="439194" y="21778"/>
                </a:lnTo>
                <a:lnTo>
                  <a:pt x="438763" y="22066"/>
                </a:lnTo>
                <a:lnTo>
                  <a:pt x="438340" y="22366"/>
                </a:lnTo>
                <a:lnTo>
                  <a:pt x="437924" y="22678"/>
                </a:lnTo>
                <a:lnTo>
                  <a:pt x="437517" y="23002"/>
                </a:lnTo>
                <a:lnTo>
                  <a:pt x="437119" y="23338"/>
                </a:lnTo>
                <a:lnTo>
                  <a:pt x="436728" y="23686"/>
                </a:lnTo>
                <a:lnTo>
                  <a:pt x="436346" y="24046"/>
                </a:lnTo>
                <a:lnTo>
                  <a:pt x="435971" y="24417"/>
                </a:lnTo>
                <a:lnTo>
                  <a:pt x="435605" y="24801"/>
                </a:lnTo>
                <a:lnTo>
                  <a:pt x="435247" y="25197"/>
                </a:lnTo>
                <a:lnTo>
                  <a:pt x="434898" y="25604"/>
                </a:lnTo>
                <a:lnTo>
                  <a:pt x="434556" y="26023"/>
                </a:lnTo>
                <a:lnTo>
                  <a:pt x="434223" y="26455"/>
                </a:lnTo>
                <a:lnTo>
                  <a:pt x="433898" y="26898"/>
                </a:lnTo>
                <a:lnTo>
                  <a:pt x="433581" y="27353"/>
                </a:lnTo>
                <a:lnTo>
                  <a:pt x="433272" y="27820"/>
                </a:lnTo>
                <a:lnTo>
                  <a:pt x="432971" y="28299"/>
                </a:lnTo>
                <a:lnTo>
                  <a:pt x="432679" y="28790"/>
                </a:lnTo>
                <a:lnTo>
                  <a:pt x="432395" y="29293"/>
                </a:lnTo>
                <a:lnTo>
                  <a:pt x="432119" y="29808"/>
                </a:lnTo>
                <a:lnTo>
                  <a:pt x="431851" y="30335"/>
                </a:lnTo>
                <a:lnTo>
                  <a:pt x="431591" y="30874"/>
                </a:lnTo>
                <a:lnTo>
                  <a:pt x="431340" y="31425"/>
                </a:lnTo>
                <a:lnTo>
                  <a:pt x="431097" y="31987"/>
                </a:lnTo>
                <a:lnTo>
                  <a:pt x="430862" y="32562"/>
                </a:lnTo>
                <a:lnTo>
                  <a:pt x="430635" y="33148"/>
                </a:lnTo>
                <a:lnTo>
                  <a:pt x="430419" y="33746"/>
                </a:lnTo>
                <a:lnTo>
                  <a:pt x="430212" y="34356"/>
                </a:lnTo>
                <a:lnTo>
                  <a:pt x="430015" y="34978"/>
                </a:lnTo>
                <a:lnTo>
                  <a:pt x="429827" y="35611"/>
                </a:lnTo>
                <a:lnTo>
                  <a:pt x="429649" y="36257"/>
                </a:lnTo>
                <a:lnTo>
                  <a:pt x="429481" y="36914"/>
                </a:lnTo>
                <a:lnTo>
                  <a:pt x="429322" y="37583"/>
                </a:lnTo>
                <a:lnTo>
                  <a:pt x="429173" y="38264"/>
                </a:lnTo>
                <a:lnTo>
                  <a:pt x="429033" y="38957"/>
                </a:lnTo>
                <a:lnTo>
                  <a:pt x="428903" y="39662"/>
                </a:lnTo>
                <a:lnTo>
                  <a:pt x="428783" y="40378"/>
                </a:lnTo>
                <a:lnTo>
                  <a:pt x="428672" y="41107"/>
                </a:lnTo>
                <a:lnTo>
                  <a:pt x="428571" y="41847"/>
                </a:lnTo>
                <a:lnTo>
                  <a:pt x="428480" y="42599"/>
                </a:lnTo>
                <a:lnTo>
                  <a:pt x="428398" y="43363"/>
                </a:lnTo>
                <a:lnTo>
                  <a:pt x="428326" y="44138"/>
                </a:lnTo>
                <a:lnTo>
                  <a:pt x="428263" y="44926"/>
                </a:lnTo>
                <a:lnTo>
                  <a:pt x="428210" y="45725"/>
                </a:lnTo>
                <a:lnTo>
                  <a:pt x="428167" y="46536"/>
                </a:lnTo>
                <a:lnTo>
                  <a:pt x="428134" y="47359"/>
                </a:lnTo>
                <a:lnTo>
                  <a:pt x="428109" y="48194"/>
                </a:lnTo>
                <a:lnTo>
                  <a:pt x="428095" y="49041"/>
                </a:lnTo>
                <a:lnTo>
                  <a:pt x="428090" y="49900"/>
                </a:lnTo>
                <a:lnTo>
                  <a:pt x="428095" y="50733"/>
                </a:lnTo>
                <a:lnTo>
                  <a:pt x="428109" y="51554"/>
                </a:lnTo>
                <a:lnTo>
                  <a:pt x="428133" y="52365"/>
                </a:lnTo>
                <a:lnTo>
                  <a:pt x="428166" y="53164"/>
                </a:lnTo>
                <a:lnTo>
                  <a:pt x="428208" y="53952"/>
                </a:lnTo>
                <a:lnTo>
                  <a:pt x="428260" y="54728"/>
                </a:lnTo>
                <a:lnTo>
                  <a:pt x="428321" y="55494"/>
                </a:lnTo>
                <a:lnTo>
                  <a:pt x="428392" y="56248"/>
                </a:lnTo>
                <a:lnTo>
                  <a:pt x="428472" y="56990"/>
                </a:lnTo>
                <a:lnTo>
                  <a:pt x="428561" y="57722"/>
                </a:lnTo>
                <a:lnTo>
                  <a:pt x="428660" y="58442"/>
                </a:lnTo>
                <a:lnTo>
                  <a:pt x="428768" y="59151"/>
                </a:lnTo>
                <a:lnTo>
                  <a:pt x="428886" y="59848"/>
                </a:lnTo>
                <a:lnTo>
                  <a:pt x="429013" y="60534"/>
                </a:lnTo>
                <a:lnTo>
                  <a:pt x="429150" y="61209"/>
                </a:lnTo>
                <a:lnTo>
                  <a:pt x="429296" y="61873"/>
                </a:lnTo>
                <a:lnTo>
                  <a:pt x="429451" y="62526"/>
                </a:lnTo>
                <a:lnTo>
                  <a:pt x="429616" y="63167"/>
                </a:lnTo>
                <a:lnTo>
                  <a:pt x="429790" y="63796"/>
                </a:lnTo>
                <a:lnTo>
                  <a:pt x="429974" y="64415"/>
                </a:lnTo>
                <a:lnTo>
                  <a:pt x="430167" y="65022"/>
                </a:lnTo>
                <a:lnTo>
                  <a:pt x="430369" y="65618"/>
                </a:lnTo>
                <a:lnTo>
                  <a:pt x="430581" y="66203"/>
                </a:lnTo>
                <a:lnTo>
                  <a:pt x="430803" y="66776"/>
                </a:lnTo>
                <a:lnTo>
                  <a:pt x="431033" y="67338"/>
                </a:lnTo>
                <a:lnTo>
                  <a:pt x="431270" y="67889"/>
                </a:lnTo>
                <a:lnTo>
                  <a:pt x="431516" y="68427"/>
                </a:lnTo>
                <a:lnTo>
                  <a:pt x="431769" y="68954"/>
                </a:lnTo>
                <a:lnTo>
                  <a:pt x="432030" y="69470"/>
                </a:lnTo>
                <a:lnTo>
                  <a:pt x="432299" y="69974"/>
                </a:lnTo>
                <a:lnTo>
                  <a:pt x="432576" y="70466"/>
                </a:lnTo>
                <a:lnTo>
                  <a:pt x="432860" y="70947"/>
                </a:lnTo>
                <a:lnTo>
                  <a:pt x="433152" y="71416"/>
                </a:lnTo>
                <a:lnTo>
                  <a:pt x="433452" y="71873"/>
                </a:lnTo>
                <a:lnTo>
                  <a:pt x="433760" y="72319"/>
                </a:lnTo>
                <a:lnTo>
                  <a:pt x="434075" y="72753"/>
                </a:lnTo>
                <a:lnTo>
                  <a:pt x="434399" y="73176"/>
                </a:lnTo>
                <a:lnTo>
                  <a:pt x="434730" y="73587"/>
                </a:lnTo>
                <a:lnTo>
                  <a:pt x="435069" y="73986"/>
                </a:lnTo>
                <a:lnTo>
                  <a:pt x="435415" y="74374"/>
                </a:lnTo>
                <a:lnTo>
                  <a:pt x="435770" y="74750"/>
                </a:lnTo>
                <a:lnTo>
                  <a:pt x="436132" y="75115"/>
                </a:lnTo>
                <a:lnTo>
                  <a:pt x="436502" y="75467"/>
                </a:lnTo>
                <a:lnTo>
                  <a:pt x="436879" y="75809"/>
                </a:lnTo>
                <a:lnTo>
                  <a:pt x="437265" y="76138"/>
                </a:lnTo>
                <a:lnTo>
                  <a:pt x="437658" y="76456"/>
                </a:lnTo>
                <a:lnTo>
                  <a:pt x="438059" y="76763"/>
                </a:lnTo>
                <a:lnTo>
                  <a:pt x="438468" y="77058"/>
                </a:lnTo>
                <a:lnTo>
                  <a:pt x="438884" y="77341"/>
                </a:lnTo>
                <a:lnTo>
                  <a:pt x="439306" y="77611"/>
                </a:lnTo>
                <a:lnTo>
                  <a:pt x="439734" y="77870"/>
                </a:lnTo>
                <a:lnTo>
                  <a:pt x="440168" y="78117"/>
                </a:lnTo>
                <a:lnTo>
                  <a:pt x="440609" y="78352"/>
                </a:lnTo>
                <a:lnTo>
                  <a:pt x="441055" y="78574"/>
                </a:lnTo>
                <a:lnTo>
                  <a:pt x="441508" y="78785"/>
                </a:lnTo>
                <a:lnTo>
                  <a:pt x="441967" y="78984"/>
                </a:lnTo>
                <a:lnTo>
                  <a:pt x="442432" y="79170"/>
                </a:lnTo>
                <a:lnTo>
                  <a:pt x="442903" y="79345"/>
                </a:lnTo>
                <a:lnTo>
                  <a:pt x="443380" y="79507"/>
                </a:lnTo>
                <a:lnTo>
                  <a:pt x="443864" y="79658"/>
                </a:lnTo>
                <a:lnTo>
                  <a:pt x="444353" y="79796"/>
                </a:lnTo>
                <a:lnTo>
                  <a:pt x="444849" y="79922"/>
                </a:lnTo>
                <a:lnTo>
                  <a:pt x="445351" y="80037"/>
                </a:lnTo>
                <a:lnTo>
                  <a:pt x="445859" y="80139"/>
                </a:lnTo>
                <a:lnTo>
                  <a:pt x="446373" y="80229"/>
                </a:lnTo>
                <a:lnTo>
                  <a:pt x="446893" y="80308"/>
                </a:lnTo>
                <a:lnTo>
                  <a:pt x="447420" y="80374"/>
                </a:lnTo>
                <a:lnTo>
                  <a:pt x="447952" y="80428"/>
                </a:lnTo>
                <a:lnTo>
                  <a:pt x="448491" y="80470"/>
                </a:lnTo>
                <a:lnTo>
                  <a:pt x="449036" y="80500"/>
                </a:lnTo>
                <a:lnTo>
                  <a:pt x="449587" y="80518"/>
                </a:lnTo>
                <a:lnTo>
                  <a:pt x="450144" y="80524"/>
                </a:lnTo>
                <a:lnTo>
                  <a:pt x="450666" y="80520"/>
                </a:lnTo>
                <a:lnTo>
                  <a:pt x="451183" y="80506"/>
                </a:lnTo>
                <a:lnTo>
                  <a:pt x="451692" y="80482"/>
                </a:lnTo>
                <a:lnTo>
                  <a:pt x="452196" y="80450"/>
                </a:lnTo>
                <a:close/>
                <a:moveTo>
                  <a:pt x="449704" y="72275"/>
                </a:moveTo>
                <a:lnTo>
                  <a:pt x="449195" y="72184"/>
                </a:lnTo>
                <a:lnTo>
                  <a:pt x="448697" y="72073"/>
                </a:lnTo>
                <a:lnTo>
                  <a:pt x="448211" y="71941"/>
                </a:lnTo>
                <a:lnTo>
                  <a:pt x="447736" y="71790"/>
                </a:lnTo>
                <a:lnTo>
                  <a:pt x="447272" y="71618"/>
                </a:lnTo>
                <a:lnTo>
                  <a:pt x="446820" y="71426"/>
                </a:lnTo>
                <a:lnTo>
                  <a:pt x="446379" y="71214"/>
                </a:lnTo>
                <a:lnTo>
                  <a:pt x="445950" y="70982"/>
                </a:lnTo>
                <a:lnTo>
                  <a:pt x="445532" y="70729"/>
                </a:lnTo>
                <a:lnTo>
                  <a:pt x="445125" y="70456"/>
                </a:lnTo>
                <a:lnTo>
                  <a:pt x="444729" y="70163"/>
                </a:lnTo>
                <a:lnTo>
                  <a:pt x="444345" y="69850"/>
                </a:lnTo>
                <a:lnTo>
                  <a:pt x="443973" y="69517"/>
                </a:lnTo>
                <a:lnTo>
                  <a:pt x="443611" y="69163"/>
                </a:lnTo>
                <a:lnTo>
                  <a:pt x="443261" y="68790"/>
                </a:lnTo>
                <a:lnTo>
                  <a:pt x="442923" y="68396"/>
                </a:lnTo>
                <a:lnTo>
                  <a:pt x="442595" y="67981"/>
                </a:lnTo>
                <a:lnTo>
                  <a:pt x="442280" y="67547"/>
                </a:lnTo>
                <a:lnTo>
                  <a:pt x="441975" y="67092"/>
                </a:lnTo>
                <a:lnTo>
                  <a:pt x="441682" y="66618"/>
                </a:lnTo>
                <a:lnTo>
                  <a:pt x="441400" y="66124"/>
                </a:lnTo>
                <a:lnTo>
                  <a:pt x="441131" y="65612"/>
                </a:lnTo>
                <a:lnTo>
                  <a:pt x="440873" y="65082"/>
                </a:lnTo>
                <a:lnTo>
                  <a:pt x="440628" y="64535"/>
                </a:lnTo>
                <a:lnTo>
                  <a:pt x="440394" y="63970"/>
                </a:lnTo>
                <a:lnTo>
                  <a:pt x="440173" y="63387"/>
                </a:lnTo>
                <a:lnTo>
                  <a:pt x="439963" y="62786"/>
                </a:lnTo>
                <a:lnTo>
                  <a:pt x="439766" y="62167"/>
                </a:lnTo>
                <a:lnTo>
                  <a:pt x="439580" y="61530"/>
                </a:lnTo>
                <a:lnTo>
                  <a:pt x="439406" y="60876"/>
                </a:lnTo>
                <a:lnTo>
                  <a:pt x="439245" y="60204"/>
                </a:lnTo>
                <a:lnTo>
                  <a:pt x="439095" y="59514"/>
                </a:lnTo>
                <a:lnTo>
                  <a:pt x="438957" y="58806"/>
                </a:lnTo>
                <a:lnTo>
                  <a:pt x="438831" y="58080"/>
                </a:lnTo>
                <a:lnTo>
                  <a:pt x="438718" y="57336"/>
                </a:lnTo>
                <a:lnTo>
                  <a:pt x="438616" y="56575"/>
                </a:lnTo>
                <a:lnTo>
                  <a:pt x="438526" y="55796"/>
                </a:lnTo>
                <a:lnTo>
                  <a:pt x="438448" y="54999"/>
                </a:lnTo>
                <a:lnTo>
                  <a:pt x="438382" y="54184"/>
                </a:lnTo>
                <a:lnTo>
                  <a:pt x="438328" y="53351"/>
                </a:lnTo>
                <a:lnTo>
                  <a:pt x="438286" y="52501"/>
                </a:lnTo>
                <a:lnTo>
                  <a:pt x="438256" y="51633"/>
                </a:lnTo>
                <a:lnTo>
                  <a:pt x="438238" y="50746"/>
                </a:lnTo>
                <a:lnTo>
                  <a:pt x="438232" y="49842"/>
                </a:lnTo>
                <a:lnTo>
                  <a:pt x="438239" y="48918"/>
                </a:lnTo>
                <a:lnTo>
                  <a:pt x="438257" y="48011"/>
                </a:lnTo>
                <a:lnTo>
                  <a:pt x="438289" y="47123"/>
                </a:lnTo>
                <a:lnTo>
                  <a:pt x="438332" y="46252"/>
                </a:lnTo>
                <a:lnTo>
                  <a:pt x="438389" y="45400"/>
                </a:lnTo>
                <a:lnTo>
                  <a:pt x="438457" y="44565"/>
                </a:lnTo>
                <a:lnTo>
                  <a:pt x="438538" y="43749"/>
                </a:lnTo>
                <a:lnTo>
                  <a:pt x="438632" y="42951"/>
                </a:lnTo>
                <a:lnTo>
                  <a:pt x="438738" y="42170"/>
                </a:lnTo>
                <a:lnTo>
                  <a:pt x="438857" y="41408"/>
                </a:lnTo>
                <a:lnTo>
                  <a:pt x="438988" y="40664"/>
                </a:lnTo>
                <a:lnTo>
                  <a:pt x="439132" y="39938"/>
                </a:lnTo>
                <a:lnTo>
                  <a:pt x="439288" y="39230"/>
                </a:lnTo>
                <a:lnTo>
                  <a:pt x="439456" y="38540"/>
                </a:lnTo>
                <a:lnTo>
                  <a:pt x="439637" y="37868"/>
                </a:lnTo>
                <a:lnTo>
                  <a:pt x="439831" y="37214"/>
                </a:lnTo>
                <a:lnTo>
                  <a:pt x="440037" y="36578"/>
                </a:lnTo>
                <a:lnTo>
                  <a:pt x="440256" y="35960"/>
                </a:lnTo>
                <a:lnTo>
                  <a:pt x="440487" y="35360"/>
                </a:lnTo>
                <a:lnTo>
                  <a:pt x="440730" y="34778"/>
                </a:lnTo>
                <a:lnTo>
                  <a:pt x="440986" y="34215"/>
                </a:lnTo>
                <a:lnTo>
                  <a:pt x="441255" y="33669"/>
                </a:lnTo>
                <a:lnTo>
                  <a:pt x="441536" y="33141"/>
                </a:lnTo>
                <a:lnTo>
                  <a:pt x="441829" y="32632"/>
                </a:lnTo>
                <a:lnTo>
                  <a:pt x="442135" y="32142"/>
                </a:lnTo>
                <a:lnTo>
                  <a:pt x="442454" y="31672"/>
                </a:lnTo>
                <a:lnTo>
                  <a:pt x="442785" y="31224"/>
                </a:lnTo>
                <a:lnTo>
                  <a:pt x="443128" y="30796"/>
                </a:lnTo>
                <a:lnTo>
                  <a:pt x="443484" y="30390"/>
                </a:lnTo>
                <a:lnTo>
                  <a:pt x="443853" y="30004"/>
                </a:lnTo>
                <a:lnTo>
                  <a:pt x="444234" y="29639"/>
                </a:lnTo>
                <a:lnTo>
                  <a:pt x="444627" y="29295"/>
                </a:lnTo>
                <a:lnTo>
                  <a:pt x="445033" y="28971"/>
                </a:lnTo>
                <a:lnTo>
                  <a:pt x="445451" y="28669"/>
                </a:lnTo>
                <a:lnTo>
                  <a:pt x="445882" y="28387"/>
                </a:lnTo>
                <a:lnTo>
                  <a:pt x="446326" y="28127"/>
                </a:lnTo>
                <a:lnTo>
                  <a:pt x="446781" y="27887"/>
                </a:lnTo>
                <a:lnTo>
                  <a:pt x="447250" y="27668"/>
                </a:lnTo>
                <a:lnTo>
                  <a:pt x="447731" y="27470"/>
                </a:lnTo>
                <a:lnTo>
                  <a:pt x="448224" y="27292"/>
                </a:lnTo>
                <a:lnTo>
                  <a:pt x="448730" y="27136"/>
                </a:lnTo>
                <a:lnTo>
                  <a:pt x="449248" y="27000"/>
                </a:lnTo>
                <a:lnTo>
                  <a:pt x="449779" y="26886"/>
                </a:lnTo>
                <a:lnTo>
                  <a:pt x="450322" y="26792"/>
                </a:lnTo>
                <a:lnTo>
                  <a:pt x="450878" y="26719"/>
                </a:lnTo>
                <a:lnTo>
                  <a:pt x="451446" y="26667"/>
                </a:lnTo>
                <a:lnTo>
                  <a:pt x="452027" y="26635"/>
                </a:lnTo>
                <a:lnTo>
                  <a:pt x="452620" y="26625"/>
                </a:lnTo>
                <a:lnTo>
                  <a:pt x="453084" y="26630"/>
                </a:lnTo>
                <a:lnTo>
                  <a:pt x="453541" y="26647"/>
                </a:lnTo>
                <a:lnTo>
                  <a:pt x="453993" y="26674"/>
                </a:lnTo>
                <a:lnTo>
                  <a:pt x="454438" y="26712"/>
                </a:lnTo>
                <a:lnTo>
                  <a:pt x="454876" y="26761"/>
                </a:lnTo>
                <a:lnTo>
                  <a:pt x="455309" y="26821"/>
                </a:lnTo>
                <a:lnTo>
                  <a:pt x="455735" y="26892"/>
                </a:lnTo>
                <a:lnTo>
                  <a:pt x="456155" y="26974"/>
                </a:lnTo>
                <a:lnTo>
                  <a:pt x="456569" y="27067"/>
                </a:lnTo>
                <a:lnTo>
                  <a:pt x="456976" y="27171"/>
                </a:lnTo>
                <a:lnTo>
                  <a:pt x="457377" y="27285"/>
                </a:lnTo>
                <a:lnTo>
                  <a:pt x="457772" y="27411"/>
                </a:lnTo>
                <a:lnTo>
                  <a:pt x="458161" y="27547"/>
                </a:lnTo>
                <a:lnTo>
                  <a:pt x="458544" y="27695"/>
                </a:lnTo>
                <a:lnTo>
                  <a:pt x="458920" y="27853"/>
                </a:lnTo>
                <a:lnTo>
                  <a:pt x="459290" y="28022"/>
                </a:lnTo>
                <a:lnTo>
                  <a:pt x="459654" y="28202"/>
                </a:lnTo>
                <a:lnTo>
                  <a:pt x="460011" y="28393"/>
                </a:lnTo>
                <a:lnTo>
                  <a:pt x="460363" y="28595"/>
                </a:lnTo>
                <a:lnTo>
                  <a:pt x="460708" y="28808"/>
                </a:lnTo>
                <a:lnTo>
                  <a:pt x="461046" y="29032"/>
                </a:lnTo>
                <a:lnTo>
                  <a:pt x="461379" y="29266"/>
                </a:lnTo>
                <a:lnTo>
                  <a:pt x="461705" y="29512"/>
                </a:lnTo>
                <a:lnTo>
                  <a:pt x="462025" y="29769"/>
                </a:lnTo>
                <a:lnTo>
                  <a:pt x="462339" y="30034"/>
                </a:lnTo>
                <a:lnTo>
                  <a:pt x="462648" y="30306"/>
                </a:lnTo>
                <a:lnTo>
                  <a:pt x="462951" y="30584"/>
                </a:lnTo>
                <a:lnTo>
                  <a:pt x="463248" y="30869"/>
                </a:lnTo>
                <a:lnTo>
                  <a:pt x="463540" y="31161"/>
                </a:lnTo>
                <a:lnTo>
                  <a:pt x="463826" y="31459"/>
                </a:lnTo>
                <a:lnTo>
                  <a:pt x="464106" y="31764"/>
                </a:lnTo>
                <a:lnTo>
                  <a:pt x="464381" y="32075"/>
                </a:lnTo>
                <a:lnTo>
                  <a:pt x="464650" y="32393"/>
                </a:lnTo>
                <a:lnTo>
                  <a:pt x="464913" y="32718"/>
                </a:lnTo>
                <a:lnTo>
                  <a:pt x="465171" y="33049"/>
                </a:lnTo>
                <a:lnTo>
                  <a:pt x="465423" y="33387"/>
                </a:lnTo>
                <a:lnTo>
                  <a:pt x="465670" y="33731"/>
                </a:lnTo>
                <a:lnTo>
                  <a:pt x="465911" y="34082"/>
                </a:lnTo>
                <a:lnTo>
                  <a:pt x="466146" y="34440"/>
                </a:lnTo>
                <a:lnTo>
                  <a:pt x="466376" y="34804"/>
                </a:lnTo>
                <a:lnTo>
                  <a:pt x="466600" y="35175"/>
                </a:lnTo>
                <a:lnTo>
                  <a:pt x="466818" y="35552"/>
                </a:lnTo>
                <a:lnTo>
                  <a:pt x="467031" y="35936"/>
                </a:lnTo>
                <a:lnTo>
                  <a:pt x="467238" y="36326"/>
                </a:lnTo>
                <a:lnTo>
                  <a:pt x="467440" y="36723"/>
                </a:lnTo>
                <a:lnTo>
                  <a:pt x="467636" y="37127"/>
                </a:lnTo>
                <a:lnTo>
                  <a:pt x="467826" y="37537"/>
                </a:lnTo>
                <a:lnTo>
                  <a:pt x="468010" y="37954"/>
                </a:lnTo>
                <a:lnTo>
                  <a:pt x="468010" y="61482"/>
                </a:lnTo>
                <a:lnTo>
                  <a:pt x="467821" y="61853"/>
                </a:lnTo>
                <a:lnTo>
                  <a:pt x="467625" y="62220"/>
                </a:lnTo>
                <a:lnTo>
                  <a:pt x="467423" y="62582"/>
                </a:lnTo>
                <a:lnTo>
                  <a:pt x="467215" y="62941"/>
                </a:lnTo>
                <a:lnTo>
                  <a:pt x="467001" y="63295"/>
                </a:lnTo>
                <a:lnTo>
                  <a:pt x="466781" y="63644"/>
                </a:lnTo>
                <a:lnTo>
                  <a:pt x="466555" y="63990"/>
                </a:lnTo>
                <a:lnTo>
                  <a:pt x="466323" y="64331"/>
                </a:lnTo>
                <a:lnTo>
                  <a:pt x="466085" y="64668"/>
                </a:lnTo>
                <a:lnTo>
                  <a:pt x="465841" y="65000"/>
                </a:lnTo>
                <a:lnTo>
                  <a:pt x="465591" y="65328"/>
                </a:lnTo>
                <a:lnTo>
                  <a:pt x="465335" y="65652"/>
                </a:lnTo>
                <a:lnTo>
                  <a:pt x="465073" y="65971"/>
                </a:lnTo>
                <a:lnTo>
                  <a:pt x="464804" y="66287"/>
                </a:lnTo>
                <a:lnTo>
                  <a:pt x="464530" y="66597"/>
                </a:lnTo>
                <a:lnTo>
                  <a:pt x="464250" y="66904"/>
                </a:lnTo>
                <a:lnTo>
                  <a:pt x="463963" y="67206"/>
                </a:lnTo>
                <a:lnTo>
                  <a:pt x="463671" y="67504"/>
                </a:lnTo>
                <a:lnTo>
                  <a:pt x="463372" y="67797"/>
                </a:lnTo>
                <a:lnTo>
                  <a:pt x="463068" y="68087"/>
                </a:lnTo>
                <a:lnTo>
                  <a:pt x="462757" y="68372"/>
                </a:lnTo>
                <a:lnTo>
                  <a:pt x="462441" y="68652"/>
                </a:lnTo>
                <a:lnTo>
                  <a:pt x="462118" y="68929"/>
                </a:lnTo>
                <a:lnTo>
                  <a:pt x="461789" y="69200"/>
                </a:lnTo>
                <a:lnTo>
                  <a:pt x="461454" y="69465"/>
                </a:lnTo>
                <a:lnTo>
                  <a:pt x="461112" y="69717"/>
                </a:lnTo>
                <a:lnTo>
                  <a:pt x="460764" y="69959"/>
                </a:lnTo>
                <a:lnTo>
                  <a:pt x="460408" y="70189"/>
                </a:lnTo>
                <a:lnTo>
                  <a:pt x="460045" y="70408"/>
                </a:lnTo>
                <a:lnTo>
                  <a:pt x="459676" y="70616"/>
                </a:lnTo>
                <a:lnTo>
                  <a:pt x="459300" y="70813"/>
                </a:lnTo>
                <a:lnTo>
                  <a:pt x="458917" y="70998"/>
                </a:lnTo>
                <a:lnTo>
                  <a:pt x="458527" y="71172"/>
                </a:lnTo>
                <a:lnTo>
                  <a:pt x="458130" y="71335"/>
                </a:lnTo>
                <a:lnTo>
                  <a:pt x="457726" y="71487"/>
                </a:lnTo>
                <a:lnTo>
                  <a:pt x="457315" y="71627"/>
                </a:lnTo>
                <a:lnTo>
                  <a:pt x="456898" y="71757"/>
                </a:lnTo>
                <a:lnTo>
                  <a:pt x="456474" y="71875"/>
                </a:lnTo>
                <a:lnTo>
                  <a:pt x="456043" y="71981"/>
                </a:lnTo>
                <a:lnTo>
                  <a:pt x="455605" y="72077"/>
                </a:lnTo>
                <a:lnTo>
                  <a:pt x="455160" y="72161"/>
                </a:lnTo>
                <a:lnTo>
                  <a:pt x="454708" y="72234"/>
                </a:lnTo>
                <a:lnTo>
                  <a:pt x="454249" y="72296"/>
                </a:lnTo>
                <a:lnTo>
                  <a:pt x="453784" y="72346"/>
                </a:lnTo>
                <a:lnTo>
                  <a:pt x="453312" y="72386"/>
                </a:lnTo>
                <a:lnTo>
                  <a:pt x="452833" y="72414"/>
                </a:lnTo>
                <a:lnTo>
                  <a:pt x="452347" y="72431"/>
                </a:lnTo>
                <a:lnTo>
                  <a:pt x="451854" y="72436"/>
                </a:lnTo>
                <a:lnTo>
                  <a:pt x="451299" y="72426"/>
                </a:lnTo>
                <a:lnTo>
                  <a:pt x="450756" y="72396"/>
                </a:lnTo>
                <a:lnTo>
                  <a:pt x="450224" y="72345"/>
                </a:lnTo>
                <a:lnTo>
                  <a:pt x="449704" y="72275"/>
                </a:lnTo>
                <a:close/>
                <a:moveTo>
                  <a:pt x="75728" y="35780"/>
                </a:moveTo>
                <a:lnTo>
                  <a:pt x="75948" y="35493"/>
                </a:lnTo>
                <a:lnTo>
                  <a:pt x="76174" y="35207"/>
                </a:lnTo>
                <a:lnTo>
                  <a:pt x="76406" y="34922"/>
                </a:lnTo>
                <a:lnTo>
                  <a:pt x="76643" y="34640"/>
                </a:lnTo>
                <a:lnTo>
                  <a:pt x="76886" y="34359"/>
                </a:lnTo>
                <a:lnTo>
                  <a:pt x="77135" y="34079"/>
                </a:lnTo>
                <a:lnTo>
                  <a:pt x="77389" y="33802"/>
                </a:lnTo>
                <a:lnTo>
                  <a:pt x="77649" y="33525"/>
                </a:lnTo>
                <a:lnTo>
                  <a:pt x="77914" y="33251"/>
                </a:lnTo>
                <a:lnTo>
                  <a:pt x="78186" y="32978"/>
                </a:lnTo>
                <a:lnTo>
                  <a:pt x="78462" y="32707"/>
                </a:lnTo>
                <a:lnTo>
                  <a:pt x="78745" y="32437"/>
                </a:lnTo>
                <a:lnTo>
                  <a:pt x="79033" y="32169"/>
                </a:lnTo>
                <a:lnTo>
                  <a:pt x="79326" y="31903"/>
                </a:lnTo>
                <a:lnTo>
                  <a:pt x="79626" y="31638"/>
                </a:lnTo>
                <a:lnTo>
                  <a:pt x="79931" y="31375"/>
                </a:lnTo>
                <a:lnTo>
                  <a:pt x="80241" y="31114"/>
                </a:lnTo>
                <a:lnTo>
                  <a:pt x="80557" y="30854"/>
                </a:lnTo>
                <a:lnTo>
                  <a:pt x="80879" y="30596"/>
                </a:lnTo>
                <a:lnTo>
                  <a:pt x="81207" y="30339"/>
                </a:lnTo>
                <a:lnTo>
                  <a:pt x="81540" y="30085"/>
                </a:lnTo>
                <a:lnTo>
                  <a:pt x="81878" y="29831"/>
                </a:lnTo>
                <a:lnTo>
                  <a:pt x="82223" y="29584"/>
                </a:lnTo>
                <a:lnTo>
                  <a:pt x="82574" y="29347"/>
                </a:lnTo>
                <a:lnTo>
                  <a:pt x="82932" y="29121"/>
                </a:lnTo>
                <a:lnTo>
                  <a:pt x="83296" y="28906"/>
                </a:lnTo>
                <a:lnTo>
                  <a:pt x="83667" y="28701"/>
                </a:lnTo>
                <a:lnTo>
                  <a:pt x="84044" y="28506"/>
                </a:lnTo>
                <a:lnTo>
                  <a:pt x="84427" y="28322"/>
                </a:lnTo>
                <a:lnTo>
                  <a:pt x="84817" y="28148"/>
                </a:lnTo>
                <a:lnTo>
                  <a:pt x="85213" y="27985"/>
                </a:lnTo>
                <a:lnTo>
                  <a:pt x="85616" y="27833"/>
                </a:lnTo>
                <a:lnTo>
                  <a:pt x="86025" y="27691"/>
                </a:lnTo>
                <a:lnTo>
                  <a:pt x="86441" y="27559"/>
                </a:lnTo>
                <a:lnTo>
                  <a:pt x="86863" y="27438"/>
                </a:lnTo>
                <a:lnTo>
                  <a:pt x="87292" y="27328"/>
                </a:lnTo>
                <a:lnTo>
                  <a:pt x="87727" y="27228"/>
                </a:lnTo>
                <a:lnTo>
                  <a:pt x="88168" y="27139"/>
                </a:lnTo>
                <a:lnTo>
                  <a:pt x="88616" y="27060"/>
                </a:lnTo>
                <a:lnTo>
                  <a:pt x="89070" y="26991"/>
                </a:lnTo>
                <a:lnTo>
                  <a:pt x="89531" y="26934"/>
                </a:lnTo>
                <a:lnTo>
                  <a:pt x="89999" y="26886"/>
                </a:lnTo>
                <a:lnTo>
                  <a:pt x="90472" y="26849"/>
                </a:lnTo>
                <a:lnTo>
                  <a:pt x="90952" y="26823"/>
                </a:lnTo>
                <a:lnTo>
                  <a:pt x="91439" y="26807"/>
                </a:lnTo>
                <a:lnTo>
                  <a:pt x="91932" y="26802"/>
                </a:lnTo>
                <a:lnTo>
                  <a:pt x="92253" y="26805"/>
                </a:lnTo>
                <a:lnTo>
                  <a:pt x="92568" y="26815"/>
                </a:lnTo>
                <a:lnTo>
                  <a:pt x="92877" y="26832"/>
                </a:lnTo>
                <a:lnTo>
                  <a:pt x="93179" y="26855"/>
                </a:lnTo>
                <a:lnTo>
                  <a:pt x="93476" y="26885"/>
                </a:lnTo>
                <a:lnTo>
                  <a:pt x="93766" y="26921"/>
                </a:lnTo>
                <a:lnTo>
                  <a:pt x="94049" y="26964"/>
                </a:lnTo>
                <a:lnTo>
                  <a:pt x="94327" y="27014"/>
                </a:lnTo>
                <a:lnTo>
                  <a:pt x="94598" y="27070"/>
                </a:lnTo>
                <a:lnTo>
                  <a:pt x="94863" y="27133"/>
                </a:lnTo>
                <a:lnTo>
                  <a:pt x="95122" y="27202"/>
                </a:lnTo>
                <a:lnTo>
                  <a:pt x="95374" y="27278"/>
                </a:lnTo>
                <a:lnTo>
                  <a:pt x="95621" y="27361"/>
                </a:lnTo>
                <a:lnTo>
                  <a:pt x="95861" y="27451"/>
                </a:lnTo>
                <a:lnTo>
                  <a:pt x="96094" y="27546"/>
                </a:lnTo>
                <a:lnTo>
                  <a:pt x="96322" y="27649"/>
                </a:lnTo>
                <a:lnTo>
                  <a:pt x="96543" y="27758"/>
                </a:lnTo>
                <a:lnTo>
                  <a:pt x="96758" y="27874"/>
                </a:lnTo>
                <a:lnTo>
                  <a:pt x="96967" y="27996"/>
                </a:lnTo>
                <a:lnTo>
                  <a:pt x="97170" y="28125"/>
                </a:lnTo>
                <a:lnTo>
                  <a:pt x="97366" y="28261"/>
                </a:lnTo>
                <a:lnTo>
                  <a:pt x="97556" y="28403"/>
                </a:lnTo>
                <a:lnTo>
                  <a:pt x="97740" y="28552"/>
                </a:lnTo>
                <a:lnTo>
                  <a:pt x="97917" y="28708"/>
                </a:lnTo>
                <a:lnTo>
                  <a:pt x="98089" y="28869"/>
                </a:lnTo>
                <a:lnTo>
                  <a:pt x="98257" y="29035"/>
                </a:lnTo>
                <a:lnTo>
                  <a:pt x="98420" y="29207"/>
                </a:lnTo>
                <a:lnTo>
                  <a:pt x="98579" y="29383"/>
                </a:lnTo>
                <a:lnTo>
                  <a:pt x="98733" y="29565"/>
                </a:lnTo>
                <a:lnTo>
                  <a:pt x="98883" y="29752"/>
                </a:lnTo>
                <a:lnTo>
                  <a:pt x="99028" y="29943"/>
                </a:lnTo>
                <a:lnTo>
                  <a:pt x="99169" y="30140"/>
                </a:lnTo>
                <a:lnTo>
                  <a:pt x="99305" y="30342"/>
                </a:lnTo>
                <a:lnTo>
                  <a:pt x="99436" y="30550"/>
                </a:lnTo>
                <a:lnTo>
                  <a:pt x="99564" y="30762"/>
                </a:lnTo>
                <a:lnTo>
                  <a:pt x="99686" y="30979"/>
                </a:lnTo>
                <a:lnTo>
                  <a:pt x="99804" y="31202"/>
                </a:lnTo>
                <a:lnTo>
                  <a:pt x="99918" y="31429"/>
                </a:lnTo>
                <a:lnTo>
                  <a:pt x="100027" y="31662"/>
                </a:lnTo>
                <a:lnTo>
                  <a:pt x="100132" y="31900"/>
                </a:lnTo>
                <a:lnTo>
                  <a:pt x="100232" y="32143"/>
                </a:lnTo>
                <a:lnTo>
                  <a:pt x="100327" y="32391"/>
                </a:lnTo>
                <a:lnTo>
                  <a:pt x="100419" y="32644"/>
                </a:lnTo>
                <a:lnTo>
                  <a:pt x="100505" y="32902"/>
                </a:lnTo>
                <a:lnTo>
                  <a:pt x="100587" y="33165"/>
                </a:lnTo>
                <a:lnTo>
                  <a:pt x="100665" y="33434"/>
                </a:lnTo>
                <a:lnTo>
                  <a:pt x="100738" y="33707"/>
                </a:lnTo>
                <a:lnTo>
                  <a:pt x="100807" y="33986"/>
                </a:lnTo>
                <a:lnTo>
                  <a:pt x="100872" y="34269"/>
                </a:lnTo>
                <a:lnTo>
                  <a:pt x="100934" y="34554"/>
                </a:lnTo>
                <a:lnTo>
                  <a:pt x="100993" y="34844"/>
                </a:lnTo>
                <a:lnTo>
                  <a:pt x="101050" y="35136"/>
                </a:lnTo>
                <a:lnTo>
                  <a:pt x="101104" y="35432"/>
                </a:lnTo>
                <a:lnTo>
                  <a:pt x="101155" y="35731"/>
                </a:lnTo>
                <a:lnTo>
                  <a:pt x="101203" y="36033"/>
                </a:lnTo>
                <a:lnTo>
                  <a:pt x="101249" y="36339"/>
                </a:lnTo>
                <a:lnTo>
                  <a:pt x="101292" y="36647"/>
                </a:lnTo>
                <a:lnTo>
                  <a:pt x="101332" y="36959"/>
                </a:lnTo>
                <a:lnTo>
                  <a:pt x="101369" y="37275"/>
                </a:lnTo>
                <a:lnTo>
                  <a:pt x="101404" y="37593"/>
                </a:lnTo>
                <a:lnTo>
                  <a:pt x="101435" y="37915"/>
                </a:lnTo>
                <a:lnTo>
                  <a:pt x="101464" y="38240"/>
                </a:lnTo>
                <a:lnTo>
                  <a:pt x="101491" y="38568"/>
                </a:lnTo>
                <a:lnTo>
                  <a:pt x="101514" y="38900"/>
                </a:lnTo>
                <a:lnTo>
                  <a:pt x="101535" y="39235"/>
                </a:lnTo>
                <a:lnTo>
                  <a:pt x="101553" y="39573"/>
                </a:lnTo>
                <a:lnTo>
                  <a:pt x="101568" y="39914"/>
                </a:lnTo>
                <a:lnTo>
                  <a:pt x="101581" y="40259"/>
                </a:lnTo>
                <a:lnTo>
                  <a:pt x="101590" y="40607"/>
                </a:lnTo>
                <a:lnTo>
                  <a:pt x="101597" y="40958"/>
                </a:lnTo>
                <a:lnTo>
                  <a:pt x="101601" y="41312"/>
                </a:lnTo>
                <a:lnTo>
                  <a:pt x="101603" y="41670"/>
                </a:lnTo>
                <a:lnTo>
                  <a:pt x="101603" y="79462"/>
                </a:lnTo>
                <a:lnTo>
                  <a:pt x="111391" y="79462"/>
                </a:lnTo>
                <a:lnTo>
                  <a:pt x="111391" y="40539"/>
                </a:lnTo>
                <a:lnTo>
                  <a:pt x="111384" y="39674"/>
                </a:lnTo>
                <a:lnTo>
                  <a:pt x="111364" y="38826"/>
                </a:lnTo>
                <a:lnTo>
                  <a:pt x="111329" y="37994"/>
                </a:lnTo>
                <a:lnTo>
                  <a:pt x="111281" y="37179"/>
                </a:lnTo>
                <a:lnTo>
                  <a:pt x="111220" y="36379"/>
                </a:lnTo>
                <a:lnTo>
                  <a:pt x="111144" y="35597"/>
                </a:lnTo>
                <a:lnTo>
                  <a:pt x="111055" y="34830"/>
                </a:lnTo>
                <a:lnTo>
                  <a:pt x="110952" y="34080"/>
                </a:lnTo>
                <a:lnTo>
                  <a:pt x="110835" y="33346"/>
                </a:lnTo>
                <a:lnTo>
                  <a:pt x="110705" y="32629"/>
                </a:lnTo>
                <a:lnTo>
                  <a:pt x="110561" y="31928"/>
                </a:lnTo>
                <a:lnTo>
                  <a:pt x="110403" y="31243"/>
                </a:lnTo>
                <a:lnTo>
                  <a:pt x="110232" y="30575"/>
                </a:lnTo>
                <a:lnTo>
                  <a:pt x="110047" y="29923"/>
                </a:lnTo>
                <a:lnTo>
                  <a:pt x="109848" y="29287"/>
                </a:lnTo>
                <a:lnTo>
                  <a:pt x="109635" y="28668"/>
                </a:lnTo>
                <a:lnTo>
                  <a:pt x="109409" y="28065"/>
                </a:lnTo>
                <a:lnTo>
                  <a:pt x="109169" y="27478"/>
                </a:lnTo>
                <a:lnTo>
                  <a:pt x="108915" y="26908"/>
                </a:lnTo>
                <a:lnTo>
                  <a:pt x="108647" y="26354"/>
                </a:lnTo>
                <a:lnTo>
                  <a:pt x="108366" y="25817"/>
                </a:lnTo>
                <a:lnTo>
                  <a:pt x="108071" y="25296"/>
                </a:lnTo>
                <a:lnTo>
                  <a:pt x="107763" y="24791"/>
                </a:lnTo>
                <a:lnTo>
                  <a:pt x="107440" y="24302"/>
                </a:lnTo>
                <a:lnTo>
                  <a:pt x="107102" y="23832"/>
                </a:lnTo>
                <a:lnTo>
                  <a:pt x="106745" y="23381"/>
                </a:lnTo>
                <a:lnTo>
                  <a:pt x="106371" y="22951"/>
                </a:lnTo>
                <a:lnTo>
                  <a:pt x="105978" y="22541"/>
                </a:lnTo>
                <a:lnTo>
                  <a:pt x="105566" y="22150"/>
                </a:lnTo>
                <a:lnTo>
                  <a:pt x="105137" y="21780"/>
                </a:lnTo>
                <a:lnTo>
                  <a:pt x="104689" y="21430"/>
                </a:lnTo>
                <a:lnTo>
                  <a:pt x="104223" y="21099"/>
                </a:lnTo>
                <a:lnTo>
                  <a:pt x="103739" y="20789"/>
                </a:lnTo>
                <a:lnTo>
                  <a:pt x="103237" y="20499"/>
                </a:lnTo>
                <a:lnTo>
                  <a:pt x="102716" y="20229"/>
                </a:lnTo>
                <a:lnTo>
                  <a:pt x="102178" y="19978"/>
                </a:lnTo>
                <a:lnTo>
                  <a:pt x="101621" y="19748"/>
                </a:lnTo>
                <a:lnTo>
                  <a:pt x="101045" y="19538"/>
                </a:lnTo>
                <a:lnTo>
                  <a:pt x="100452" y="19348"/>
                </a:lnTo>
                <a:lnTo>
                  <a:pt x="99840" y="19178"/>
                </a:lnTo>
                <a:lnTo>
                  <a:pt x="99210" y="19028"/>
                </a:lnTo>
                <a:lnTo>
                  <a:pt x="98562" y="18897"/>
                </a:lnTo>
                <a:lnTo>
                  <a:pt x="97896" y="18787"/>
                </a:lnTo>
                <a:lnTo>
                  <a:pt x="97211" y="18697"/>
                </a:lnTo>
                <a:lnTo>
                  <a:pt x="96508" y="18627"/>
                </a:lnTo>
                <a:lnTo>
                  <a:pt x="95787" y="18577"/>
                </a:lnTo>
                <a:lnTo>
                  <a:pt x="95048" y="18547"/>
                </a:lnTo>
                <a:lnTo>
                  <a:pt x="94291" y="18537"/>
                </a:lnTo>
                <a:lnTo>
                  <a:pt x="93705" y="18542"/>
                </a:lnTo>
                <a:lnTo>
                  <a:pt x="93128" y="18558"/>
                </a:lnTo>
                <a:lnTo>
                  <a:pt x="92559" y="18584"/>
                </a:lnTo>
                <a:lnTo>
                  <a:pt x="91998" y="18620"/>
                </a:lnTo>
                <a:lnTo>
                  <a:pt x="91445" y="18666"/>
                </a:lnTo>
                <a:lnTo>
                  <a:pt x="90900" y="18723"/>
                </a:lnTo>
                <a:lnTo>
                  <a:pt x="90364" y="18791"/>
                </a:lnTo>
                <a:lnTo>
                  <a:pt x="89836" y="18868"/>
                </a:lnTo>
                <a:lnTo>
                  <a:pt x="89316" y="18956"/>
                </a:lnTo>
                <a:lnTo>
                  <a:pt x="88804" y="19055"/>
                </a:lnTo>
                <a:lnTo>
                  <a:pt x="88300" y="19163"/>
                </a:lnTo>
                <a:lnTo>
                  <a:pt x="87804" y="19282"/>
                </a:lnTo>
                <a:lnTo>
                  <a:pt x="87317" y="19412"/>
                </a:lnTo>
                <a:lnTo>
                  <a:pt x="86838" y="19552"/>
                </a:lnTo>
                <a:lnTo>
                  <a:pt x="86367" y="19702"/>
                </a:lnTo>
                <a:lnTo>
                  <a:pt x="85904" y="19862"/>
                </a:lnTo>
                <a:lnTo>
                  <a:pt x="85450" y="20033"/>
                </a:lnTo>
                <a:lnTo>
                  <a:pt x="85004" y="20214"/>
                </a:lnTo>
                <a:lnTo>
                  <a:pt x="84565" y="20406"/>
                </a:lnTo>
                <a:lnTo>
                  <a:pt x="84135" y="20607"/>
                </a:lnTo>
                <a:lnTo>
                  <a:pt x="83714" y="20820"/>
                </a:lnTo>
                <a:lnTo>
                  <a:pt x="83300" y="21042"/>
                </a:lnTo>
                <a:lnTo>
                  <a:pt x="82895" y="21275"/>
                </a:lnTo>
                <a:lnTo>
                  <a:pt x="82498" y="21518"/>
                </a:lnTo>
                <a:lnTo>
                  <a:pt x="82108" y="21768"/>
                </a:lnTo>
                <a:lnTo>
                  <a:pt x="81726" y="22018"/>
                </a:lnTo>
                <a:lnTo>
                  <a:pt x="81352" y="22271"/>
                </a:lnTo>
                <a:lnTo>
                  <a:pt x="80986" y="22524"/>
                </a:lnTo>
                <a:lnTo>
                  <a:pt x="80627" y="22780"/>
                </a:lnTo>
                <a:lnTo>
                  <a:pt x="80275" y="23037"/>
                </a:lnTo>
                <a:lnTo>
                  <a:pt x="79931" y="23295"/>
                </a:lnTo>
                <a:lnTo>
                  <a:pt x="79595" y="23555"/>
                </a:lnTo>
                <a:lnTo>
                  <a:pt x="79266" y="23817"/>
                </a:lnTo>
                <a:lnTo>
                  <a:pt x="78945" y="24080"/>
                </a:lnTo>
                <a:lnTo>
                  <a:pt x="78632" y="24344"/>
                </a:lnTo>
                <a:lnTo>
                  <a:pt x="78326" y="24610"/>
                </a:lnTo>
                <a:lnTo>
                  <a:pt x="78027" y="24878"/>
                </a:lnTo>
                <a:lnTo>
                  <a:pt x="77736" y="25147"/>
                </a:lnTo>
                <a:lnTo>
                  <a:pt x="77453" y="25418"/>
                </a:lnTo>
                <a:lnTo>
                  <a:pt x="77177" y="25690"/>
                </a:lnTo>
                <a:lnTo>
                  <a:pt x="76909" y="25964"/>
                </a:lnTo>
                <a:lnTo>
                  <a:pt x="76649" y="26239"/>
                </a:lnTo>
                <a:lnTo>
                  <a:pt x="76396" y="26516"/>
                </a:lnTo>
                <a:lnTo>
                  <a:pt x="76150" y="26795"/>
                </a:lnTo>
                <a:lnTo>
                  <a:pt x="75913" y="27075"/>
                </a:lnTo>
                <a:lnTo>
                  <a:pt x="75682" y="27356"/>
                </a:lnTo>
                <a:lnTo>
                  <a:pt x="75460" y="27639"/>
                </a:lnTo>
                <a:lnTo>
                  <a:pt x="75245" y="27924"/>
                </a:lnTo>
                <a:lnTo>
                  <a:pt x="75009" y="19600"/>
                </a:lnTo>
                <a:lnTo>
                  <a:pt x="65456" y="19600"/>
                </a:lnTo>
                <a:lnTo>
                  <a:pt x="65456" y="79462"/>
                </a:lnTo>
                <a:lnTo>
                  <a:pt x="75304" y="79462"/>
                </a:lnTo>
                <a:lnTo>
                  <a:pt x="75304" y="36360"/>
                </a:lnTo>
                <a:lnTo>
                  <a:pt x="75513" y="36069"/>
                </a:lnTo>
                <a:lnTo>
                  <a:pt x="75728" y="35780"/>
                </a:lnTo>
                <a:close/>
                <a:moveTo>
                  <a:pt x="258430" y="35780"/>
                </a:moveTo>
                <a:lnTo>
                  <a:pt x="258651" y="35493"/>
                </a:lnTo>
                <a:lnTo>
                  <a:pt x="258877" y="35207"/>
                </a:lnTo>
                <a:lnTo>
                  <a:pt x="259108" y="34922"/>
                </a:lnTo>
                <a:lnTo>
                  <a:pt x="259346" y="34640"/>
                </a:lnTo>
                <a:lnTo>
                  <a:pt x="259589" y="34359"/>
                </a:lnTo>
                <a:lnTo>
                  <a:pt x="259837" y="34079"/>
                </a:lnTo>
                <a:lnTo>
                  <a:pt x="260092" y="33802"/>
                </a:lnTo>
                <a:lnTo>
                  <a:pt x="260352" y="33525"/>
                </a:lnTo>
                <a:lnTo>
                  <a:pt x="260617" y="33251"/>
                </a:lnTo>
                <a:lnTo>
                  <a:pt x="260888" y="32978"/>
                </a:lnTo>
                <a:lnTo>
                  <a:pt x="261165" y="32707"/>
                </a:lnTo>
                <a:lnTo>
                  <a:pt x="261447" y="32437"/>
                </a:lnTo>
                <a:lnTo>
                  <a:pt x="261735" y="32169"/>
                </a:lnTo>
                <a:lnTo>
                  <a:pt x="262029" y="31903"/>
                </a:lnTo>
                <a:lnTo>
                  <a:pt x="262328" y="31638"/>
                </a:lnTo>
                <a:lnTo>
                  <a:pt x="262633" y="31375"/>
                </a:lnTo>
                <a:lnTo>
                  <a:pt x="262944" y="31114"/>
                </a:lnTo>
                <a:lnTo>
                  <a:pt x="263260" y="30854"/>
                </a:lnTo>
                <a:lnTo>
                  <a:pt x="263582" y="30596"/>
                </a:lnTo>
                <a:lnTo>
                  <a:pt x="263909" y="30339"/>
                </a:lnTo>
                <a:lnTo>
                  <a:pt x="264242" y="30085"/>
                </a:lnTo>
                <a:lnTo>
                  <a:pt x="264581" y="29831"/>
                </a:lnTo>
                <a:lnTo>
                  <a:pt x="264926" y="29584"/>
                </a:lnTo>
                <a:lnTo>
                  <a:pt x="265277" y="29347"/>
                </a:lnTo>
                <a:lnTo>
                  <a:pt x="265634" y="29121"/>
                </a:lnTo>
                <a:lnTo>
                  <a:pt x="265999" y="28906"/>
                </a:lnTo>
                <a:lnTo>
                  <a:pt x="266369" y="28701"/>
                </a:lnTo>
                <a:lnTo>
                  <a:pt x="266746" y="28506"/>
                </a:lnTo>
                <a:lnTo>
                  <a:pt x="267130" y="28322"/>
                </a:lnTo>
                <a:lnTo>
                  <a:pt x="267519" y="28148"/>
                </a:lnTo>
                <a:lnTo>
                  <a:pt x="267916" y="27985"/>
                </a:lnTo>
                <a:lnTo>
                  <a:pt x="268319" y="27833"/>
                </a:lnTo>
                <a:lnTo>
                  <a:pt x="268728" y="27691"/>
                </a:lnTo>
                <a:lnTo>
                  <a:pt x="269143" y="27559"/>
                </a:lnTo>
                <a:lnTo>
                  <a:pt x="269566" y="27438"/>
                </a:lnTo>
                <a:lnTo>
                  <a:pt x="269994" y="27328"/>
                </a:lnTo>
                <a:lnTo>
                  <a:pt x="270429" y="27228"/>
                </a:lnTo>
                <a:lnTo>
                  <a:pt x="270871" y="27139"/>
                </a:lnTo>
                <a:lnTo>
                  <a:pt x="271319" y="27060"/>
                </a:lnTo>
                <a:lnTo>
                  <a:pt x="271773" y="26991"/>
                </a:lnTo>
                <a:lnTo>
                  <a:pt x="272234" y="26934"/>
                </a:lnTo>
                <a:lnTo>
                  <a:pt x="272701" y="26886"/>
                </a:lnTo>
                <a:lnTo>
                  <a:pt x="273175" y="26849"/>
                </a:lnTo>
                <a:lnTo>
                  <a:pt x="273655" y="26823"/>
                </a:lnTo>
                <a:lnTo>
                  <a:pt x="274142" y="26807"/>
                </a:lnTo>
                <a:lnTo>
                  <a:pt x="274635" y="26802"/>
                </a:lnTo>
                <a:lnTo>
                  <a:pt x="274956" y="26805"/>
                </a:lnTo>
                <a:lnTo>
                  <a:pt x="275271" y="26815"/>
                </a:lnTo>
                <a:lnTo>
                  <a:pt x="275580" y="26832"/>
                </a:lnTo>
                <a:lnTo>
                  <a:pt x="275882" y="26855"/>
                </a:lnTo>
                <a:lnTo>
                  <a:pt x="276178" y="26885"/>
                </a:lnTo>
                <a:lnTo>
                  <a:pt x="276468" y="26921"/>
                </a:lnTo>
                <a:lnTo>
                  <a:pt x="276752" y="26964"/>
                </a:lnTo>
                <a:lnTo>
                  <a:pt x="277029" y="27014"/>
                </a:lnTo>
                <a:lnTo>
                  <a:pt x="277301" y="27070"/>
                </a:lnTo>
                <a:lnTo>
                  <a:pt x="277566" y="27133"/>
                </a:lnTo>
                <a:lnTo>
                  <a:pt x="277824" y="27202"/>
                </a:lnTo>
                <a:lnTo>
                  <a:pt x="278077" y="27278"/>
                </a:lnTo>
                <a:lnTo>
                  <a:pt x="278323" y="27361"/>
                </a:lnTo>
                <a:lnTo>
                  <a:pt x="278563" y="27451"/>
                </a:lnTo>
                <a:lnTo>
                  <a:pt x="278797" y="27546"/>
                </a:lnTo>
                <a:lnTo>
                  <a:pt x="279024" y="27649"/>
                </a:lnTo>
                <a:lnTo>
                  <a:pt x="279246" y="27758"/>
                </a:lnTo>
                <a:lnTo>
                  <a:pt x="279461" y="27874"/>
                </a:lnTo>
                <a:lnTo>
                  <a:pt x="279670" y="27996"/>
                </a:lnTo>
                <a:lnTo>
                  <a:pt x="279872" y="28125"/>
                </a:lnTo>
                <a:lnTo>
                  <a:pt x="280068" y="28261"/>
                </a:lnTo>
                <a:lnTo>
                  <a:pt x="280258" y="28403"/>
                </a:lnTo>
                <a:lnTo>
                  <a:pt x="280442" y="28552"/>
                </a:lnTo>
                <a:lnTo>
                  <a:pt x="280620" y="28708"/>
                </a:lnTo>
                <a:lnTo>
                  <a:pt x="280792" y="28869"/>
                </a:lnTo>
                <a:lnTo>
                  <a:pt x="280960" y="29035"/>
                </a:lnTo>
                <a:lnTo>
                  <a:pt x="281123" y="29207"/>
                </a:lnTo>
                <a:lnTo>
                  <a:pt x="281282" y="29383"/>
                </a:lnTo>
                <a:lnTo>
                  <a:pt x="281436" y="29565"/>
                </a:lnTo>
                <a:lnTo>
                  <a:pt x="281585" y="29752"/>
                </a:lnTo>
                <a:lnTo>
                  <a:pt x="281731" y="29943"/>
                </a:lnTo>
                <a:lnTo>
                  <a:pt x="281871" y="30140"/>
                </a:lnTo>
                <a:lnTo>
                  <a:pt x="282007" y="30342"/>
                </a:lnTo>
                <a:lnTo>
                  <a:pt x="282139" y="30550"/>
                </a:lnTo>
                <a:lnTo>
                  <a:pt x="282266" y="30762"/>
                </a:lnTo>
                <a:lnTo>
                  <a:pt x="282389" y="30979"/>
                </a:lnTo>
                <a:lnTo>
                  <a:pt x="282507" y="31202"/>
                </a:lnTo>
                <a:lnTo>
                  <a:pt x="282621" y="31429"/>
                </a:lnTo>
                <a:lnTo>
                  <a:pt x="282730" y="31662"/>
                </a:lnTo>
                <a:lnTo>
                  <a:pt x="282834" y="31900"/>
                </a:lnTo>
                <a:lnTo>
                  <a:pt x="282934" y="32143"/>
                </a:lnTo>
                <a:lnTo>
                  <a:pt x="283030" y="32391"/>
                </a:lnTo>
                <a:lnTo>
                  <a:pt x="283121" y="32644"/>
                </a:lnTo>
                <a:lnTo>
                  <a:pt x="283208" y="32902"/>
                </a:lnTo>
                <a:lnTo>
                  <a:pt x="283290" y="33165"/>
                </a:lnTo>
                <a:lnTo>
                  <a:pt x="283367" y="33434"/>
                </a:lnTo>
                <a:lnTo>
                  <a:pt x="283441" y="33707"/>
                </a:lnTo>
                <a:lnTo>
                  <a:pt x="283509" y="33986"/>
                </a:lnTo>
                <a:lnTo>
                  <a:pt x="283574" y="34269"/>
                </a:lnTo>
                <a:lnTo>
                  <a:pt x="283636" y="34554"/>
                </a:lnTo>
                <a:lnTo>
                  <a:pt x="283696" y="34844"/>
                </a:lnTo>
                <a:lnTo>
                  <a:pt x="283752" y="35136"/>
                </a:lnTo>
                <a:lnTo>
                  <a:pt x="283806" y="35432"/>
                </a:lnTo>
                <a:lnTo>
                  <a:pt x="283857" y="35731"/>
                </a:lnTo>
                <a:lnTo>
                  <a:pt x="283906" y="36033"/>
                </a:lnTo>
                <a:lnTo>
                  <a:pt x="283951" y="36339"/>
                </a:lnTo>
                <a:lnTo>
                  <a:pt x="283994" y="36647"/>
                </a:lnTo>
                <a:lnTo>
                  <a:pt x="284034" y="36959"/>
                </a:lnTo>
                <a:lnTo>
                  <a:pt x="284072" y="37275"/>
                </a:lnTo>
                <a:lnTo>
                  <a:pt x="284106" y="37593"/>
                </a:lnTo>
                <a:lnTo>
                  <a:pt x="284138" y="37915"/>
                </a:lnTo>
                <a:lnTo>
                  <a:pt x="284167" y="38240"/>
                </a:lnTo>
                <a:lnTo>
                  <a:pt x="284193" y="38568"/>
                </a:lnTo>
                <a:lnTo>
                  <a:pt x="284217" y="38900"/>
                </a:lnTo>
                <a:lnTo>
                  <a:pt x="284237" y="39235"/>
                </a:lnTo>
                <a:lnTo>
                  <a:pt x="284255" y="39573"/>
                </a:lnTo>
                <a:lnTo>
                  <a:pt x="284271" y="39914"/>
                </a:lnTo>
                <a:lnTo>
                  <a:pt x="284283" y="40259"/>
                </a:lnTo>
                <a:lnTo>
                  <a:pt x="284293" y="40607"/>
                </a:lnTo>
                <a:lnTo>
                  <a:pt x="284300" y="40958"/>
                </a:lnTo>
                <a:lnTo>
                  <a:pt x="284304" y="41312"/>
                </a:lnTo>
                <a:lnTo>
                  <a:pt x="284305" y="41670"/>
                </a:lnTo>
                <a:lnTo>
                  <a:pt x="284305" y="79462"/>
                </a:lnTo>
                <a:lnTo>
                  <a:pt x="294094" y="79462"/>
                </a:lnTo>
                <a:lnTo>
                  <a:pt x="294094" y="40539"/>
                </a:lnTo>
                <a:lnTo>
                  <a:pt x="294087" y="39674"/>
                </a:lnTo>
                <a:lnTo>
                  <a:pt x="294066" y="38826"/>
                </a:lnTo>
                <a:lnTo>
                  <a:pt x="294032" y="37994"/>
                </a:lnTo>
                <a:lnTo>
                  <a:pt x="293984" y="37179"/>
                </a:lnTo>
                <a:lnTo>
                  <a:pt x="293922" y="36379"/>
                </a:lnTo>
                <a:lnTo>
                  <a:pt x="293847" y="35597"/>
                </a:lnTo>
                <a:lnTo>
                  <a:pt x="293758" y="34830"/>
                </a:lnTo>
                <a:lnTo>
                  <a:pt x="293655" y="34080"/>
                </a:lnTo>
                <a:lnTo>
                  <a:pt x="293538" y="33346"/>
                </a:lnTo>
                <a:lnTo>
                  <a:pt x="293408" y="32629"/>
                </a:lnTo>
                <a:lnTo>
                  <a:pt x="293264" y="31928"/>
                </a:lnTo>
                <a:lnTo>
                  <a:pt x="293106" y="31243"/>
                </a:lnTo>
                <a:lnTo>
                  <a:pt x="292934" y="30575"/>
                </a:lnTo>
                <a:lnTo>
                  <a:pt x="292749" y="29923"/>
                </a:lnTo>
                <a:lnTo>
                  <a:pt x="292550" y="29287"/>
                </a:lnTo>
                <a:lnTo>
                  <a:pt x="292338" y="28668"/>
                </a:lnTo>
                <a:lnTo>
                  <a:pt x="292111" y="28065"/>
                </a:lnTo>
                <a:lnTo>
                  <a:pt x="291871" y="27478"/>
                </a:lnTo>
                <a:lnTo>
                  <a:pt x="291618" y="26908"/>
                </a:lnTo>
                <a:lnTo>
                  <a:pt x="291350" y="26354"/>
                </a:lnTo>
                <a:lnTo>
                  <a:pt x="291069" y="25817"/>
                </a:lnTo>
                <a:lnTo>
                  <a:pt x="290774" y="25296"/>
                </a:lnTo>
                <a:lnTo>
                  <a:pt x="290465" y="24791"/>
                </a:lnTo>
                <a:lnTo>
                  <a:pt x="290143" y="24302"/>
                </a:lnTo>
                <a:lnTo>
                  <a:pt x="289805" y="23832"/>
                </a:lnTo>
                <a:lnTo>
                  <a:pt x="289448" y="23381"/>
                </a:lnTo>
                <a:lnTo>
                  <a:pt x="289073" y="22951"/>
                </a:lnTo>
                <a:lnTo>
                  <a:pt x="288680" y="22541"/>
                </a:lnTo>
                <a:lnTo>
                  <a:pt x="288269" y="22150"/>
                </a:lnTo>
                <a:lnTo>
                  <a:pt x="287839" y="21780"/>
                </a:lnTo>
                <a:lnTo>
                  <a:pt x="287392" y="21430"/>
                </a:lnTo>
                <a:lnTo>
                  <a:pt x="286926" y="21099"/>
                </a:lnTo>
                <a:lnTo>
                  <a:pt x="286442" y="20789"/>
                </a:lnTo>
                <a:lnTo>
                  <a:pt x="285939" y="20499"/>
                </a:lnTo>
                <a:lnTo>
                  <a:pt x="285419" y="20229"/>
                </a:lnTo>
                <a:lnTo>
                  <a:pt x="284880" y="19978"/>
                </a:lnTo>
                <a:lnTo>
                  <a:pt x="284323" y="19748"/>
                </a:lnTo>
                <a:lnTo>
                  <a:pt x="283748" y="19538"/>
                </a:lnTo>
                <a:lnTo>
                  <a:pt x="283154" y="19348"/>
                </a:lnTo>
                <a:lnTo>
                  <a:pt x="282543" y="19178"/>
                </a:lnTo>
                <a:lnTo>
                  <a:pt x="281913" y="19028"/>
                </a:lnTo>
                <a:lnTo>
                  <a:pt x="281265" y="18897"/>
                </a:lnTo>
                <a:lnTo>
                  <a:pt x="280598" y="18787"/>
                </a:lnTo>
                <a:lnTo>
                  <a:pt x="279914" y="18697"/>
                </a:lnTo>
                <a:lnTo>
                  <a:pt x="279211" y="18627"/>
                </a:lnTo>
                <a:lnTo>
                  <a:pt x="278490" y="18577"/>
                </a:lnTo>
                <a:lnTo>
                  <a:pt x="277751" y="18547"/>
                </a:lnTo>
                <a:lnTo>
                  <a:pt x="276993" y="18537"/>
                </a:lnTo>
                <a:lnTo>
                  <a:pt x="276408" y="18542"/>
                </a:lnTo>
                <a:lnTo>
                  <a:pt x="275830" y="18558"/>
                </a:lnTo>
                <a:lnTo>
                  <a:pt x="275261" y="18584"/>
                </a:lnTo>
                <a:lnTo>
                  <a:pt x="274700" y="18620"/>
                </a:lnTo>
                <a:lnTo>
                  <a:pt x="274147" y="18666"/>
                </a:lnTo>
                <a:lnTo>
                  <a:pt x="273603" y="18723"/>
                </a:lnTo>
                <a:lnTo>
                  <a:pt x="273066" y="18791"/>
                </a:lnTo>
                <a:lnTo>
                  <a:pt x="272538" y="18868"/>
                </a:lnTo>
                <a:lnTo>
                  <a:pt x="272018" y="18956"/>
                </a:lnTo>
                <a:lnTo>
                  <a:pt x="271506" y="19055"/>
                </a:lnTo>
                <a:lnTo>
                  <a:pt x="271003" y="19163"/>
                </a:lnTo>
                <a:lnTo>
                  <a:pt x="270507" y="19282"/>
                </a:lnTo>
                <a:lnTo>
                  <a:pt x="270020" y="19412"/>
                </a:lnTo>
                <a:lnTo>
                  <a:pt x="269541" y="19552"/>
                </a:lnTo>
                <a:lnTo>
                  <a:pt x="269070" y="19702"/>
                </a:lnTo>
                <a:lnTo>
                  <a:pt x="268607" y="19862"/>
                </a:lnTo>
                <a:lnTo>
                  <a:pt x="268152" y="20033"/>
                </a:lnTo>
                <a:lnTo>
                  <a:pt x="267706" y="20214"/>
                </a:lnTo>
                <a:lnTo>
                  <a:pt x="267268" y="20406"/>
                </a:lnTo>
                <a:lnTo>
                  <a:pt x="266838" y="20607"/>
                </a:lnTo>
                <a:lnTo>
                  <a:pt x="266416" y="20820"/>
                </a:lnTo>
                <a:lnTo>
                  <a:pt x="266003" y="21042"/>
                </a:lnTo>
                <a:lnTo>
                  <a:pt x="265597" y="21275"/>
                </a:lnTo>
                <a:lnTo>
                  <a:pt x="265200" y="21518"/>
                </a:lnTo>
                <a:lnTo>
                  <a:pt x="264811" y="21768"/>
                </a:lnTo>
                <a:lnTo>
                  <a:pt x="264429" y="22018"/>
                </a:lnTo>
                <a:lnTo>
                  <a:pt x="264055" y="22271"/>
                </a:lnTo>
                <a:lnTo>
                  <a:pt x="263688" y="22524"/>
                </a:lnTo>
                <a:lnTo>
                  <a:pt x="263329" y="22780"/>
                </a:lnTo>
                <a:lnTo>
                  <a:pt x="262978" y="23037"/>
                </a:lnTo>
                <a:lnTo>
                  <a:pt x="262634" y="23295"/>
                </a:lnTo>
                <a:lnTo>
                  <a:pt x="262298" y="23555"/>
                </a:lnTo>
                <a:lnTo>
                  <a:pt x="261969" y="23817"/>
                </a:lnTo>
                <a:lnTo>
                  <a:pt x="261648" y="24080"/>
                </a:lnTo>
                <a:lnTo>
                  <a:pt x="261334" y="24344"/>
                </a:lnTo>
                <a:lnTo>
                  <a:pt x="261028" y="24610"/>
                </a:lnTo>
                <a:lnTo>
                  <a:pt x="260730" y="24878"/>
                </a:lnTo>
                <a:lnTo>
                  <a:pt x="260439" y="25147"/>
                </a:lnTo>
                <a:lnTo>
                  <a:pt x="260156" y="25418"/>
                </a:lnTo>
                <a:lnTo>
                  <a:pt x="259880" y="25690"/>
                </a:lnTo>
                <a:lnTo>
                  <a:pt x="259612" y="25964"/>
                </a:lnTo>
                <a:lnTo>
                  <a:pt x="259351" y="26239"/>
                </a:lnTo>
                <a:lnTo>
                  <a:pt x="259098" y="26516"/>
                </a:lnTo>
                <a:lnTo>
                  <a:pt x="258853" y="26795"/>
                </a:lnTo>
                <a:lnTo>
                  <a:pt x="258615" y="27075"/>
                </a:lnTo>
                <a:lnTo>
                  <a:pt x="258385" y="27356"/>
                </a:lnTo>
                <a:lnTo>
                  <a:pt x="258162" y="27639"/>
                </a:lnTo>
                <a:lnTo>
                  <a:pt x="257947" y="27924"/>
                </a:lnTo>
                <a:lnTo>
                  <a:pt x="257711" y="19600"/>
                </a:lnTo>
                <a:lnTo>
                  <a:pt x="248159" y="19600"/>
                </a:lnTo>
                <a:lnTo>
                  <a:pt x="248159" y="79462"/>
                </a:lnTo>
                <a:lnTo>
                  <a:pt x="258006" y="79462"/>
                </a:lnTo>
                <a:lnTo>
                  <a:pt x="258006" y="36360"/>
                </a:lnTo>
                <a:lnTo>
                  <a:pt x="258215" y="36069"/>
                </a:lnTo>
                <a:lnTo>
                  <a:pt x="258430" y="35780"/>
                </a:lnTo>
                <a:close/>
                <a:moveTo>
                  <a:pt x="204774" y="80454"/>
                </a:moveTo>
                <a:lnTo>
                  <a:pt x="205300" y="80414"/>
                </a:lnTo>
                <a:lnTo>
                  <a:pt x="205820" y="80366"/>
                </a:lnTo>
                <a:lnTo>
                  <a:pt x="206334" y="80308"/>
                </a:lnTo>
                <a:lnTo>
                  <a:pt x="206843" y="80242"/>
                </a:lnTo>
                <a:lnTo>
                  <a:pt x="207347" y="80167"/>
                </a:lnTo>
                <a:lnTo>
                  <a:pt x="207844" y="80083"/>
                </a:lnTo>
                <a:lnTo>
                  <a:pt x="208337" y="79991"/>
                </a:lnTo>
                <a:lnTo>
                  <a:pt x="208823" y="79890"/>
                </a:lnTo>
                <a:lnTo>
                  <a:pt x="209305" y="79779"/>
                </a:lnTo>
                <a:lnTo>
                  <a:pt x="209780" y="79660"/>
                </a:lnTo>
                <a:lnTo>
                  <a:pt x="210251" y="79533"/>
                </a:lnTo>
                <a:lnTo>
                  <a:pt x="210715" y="79396"/>
                </a:lnTo>
                <a:lnTo>
                  <a:pt x="211174" y="79251"/>
                </a:lnTo>
                <a:lnTo>
                  <a:pt x="211628" y="79096"/>
                </a:lnTo>
                <a:lnTo>
                  <a:pt x="212076" y="78933"/>
                </a:lnTo>
                <a:lnTo>
                  <a:pt x="212519" y="78761"/>
                </a:lnTo>
                <a:lnTo>
                  <a:pt x="212956" y="78581"/>
                </a:lnTo>
                <a:lnTo>
                  <a:pt x="213387" y="78391"/>
                </a:lnTo>
                <a:lnTo>
                  <a:pt x="213813" y="78193"/>
                </a:lnTo>
                <a:lnTo>
                  <a:pt x="214234" y="77986"/>
                </a:lnTo>
                <a:lnTo>
                  <a:pt x="214649" y="77771"/>
                </a:lnTo>
                <a:lnTo>
                  <a:pt x="215060" y="77550"/>
                </a:lnTo>
                <a:lnTo>
                  <a:pt x="215467" y="77322"/>
                </a:lnTo>
                <a:lnTo>
                  <a:pt x="215870" y="77089"/>
                </a:lnTo>
                <a:lnTo>
                  <a:pt x="216268" y="76849"/>
                </a:lnTo>
                <a:lnTo>
                  <a:pt x="216662" y="76602"/>
                </a:lnTo>
                <a:lnTo>
                  <a:pt x="217052" y="76349"/>
                </a:lnTo>
                <a:lnTo>
                  <a:pt x="217437" y="76090"/>
                </a:lnTo>
                <a:lnTo>
                  <a:pt x="217819" y="75824"/>
                </a:lnTo>
                <a:lnTo>
                  <a:pt x="218195" y="75553"/>
                </a:lnTo>
                <a:lnTo>
                  <a:pt x="218568" y="75274"/>
                </a:lnTo>
                <a:lnTo>
                  <a:pt x="218936" y="74990"/>
                </a:lnTo>
                <a:lnTo>
                  <a:pt x="219300" y="74699"/>
                </a:lnTo>
                <a:lnTo>
                  <a:pt x="219660" y="74401"/>
                </a:lnTo>
                <a:lnTo>
                  <a:pt x="220015" y="74098"/>
                </a:lnTo>
                <a:lnTo>
                  <a:pt x="220366" y="73788"/>
                </a:lnTo>
                <a:lnTo>
                  <a:pt x="220713" y="73471"/>
                </a:lnTo>
                <a:lnTo>
                  <a:pt x="221055" y="73148"/>
                </a:lnTo>
                <a:lnTo>
                  <a:pt x="221393" y="72819"/>
                </a:lnTo>
                <a:lnTo>
                  <a:pt x="221727" y="72484"/>
                </a:lnTo>
                <a:lnTo>
                  <a:pt x="222057" y="72142"/>
                </a:lnTo>
                <a:lnTo>
                  <a:pt x="222382" y="71794"/>
                </a:lnTo>
                <a:lnTo>
                  <a:pt x="222703" y="71439"/>
                </a:lnTo>
                <a:lnTo>
                  <a:pt x="223020" y="71079"/>
                </a:lnTo>
                <a:lnTo>
                  <a:pt x="223373" y="79462"/>
                </a:lnTo>
                <a:lnTo>
                  <a:pt x="232454" y="79462"/>
                </a:lnTo>
                <a:lnTo>
                  <a:pt x="232454" y="39439"/>
                </a:lnTo>
                <a:lnTo>
                  <a:pt x="232451" y="38905"/>
                </a:lnTo>
                <a:lnTo>
                  <a:pt x="232442" y="38380"/>
                </a:lnTo>
                <a:lnTo>
                  <a:pt x="232427" y="37862"/>
                </a:lnTo>
                <a:lnTo>
                  <a:pt x="232405" y="37353"/>
                </a:lnTo>
                <a:lnTo>
                  <a:pt x="232377" y="36852"/>
                </a:lnTo>
                <a:lnTo>
                  <a:pt x="232344" y="36360"/>
                </a:lnTo>
                <a:lnTo>
                  <a:pt x="232304" y="35875"/>
                </a:lnTo>
                <a:lnTo>
                  <a:pt x="232258" y="35399"/>
                </a:lnTo>
                <a:lnTo>
                  <a:pt x="232205" y="34931"/>
                </a:lnTo>
                <a:lnTo>
                  <a:pt x="232147" y="34471"/>
                </a:lnTo>
                <a:lnTo>
                  <a:pt x="232083" y="34019"/>
                </a:lnTo>
                <a:lnTo>
                  <a:pt x="232012" y="33576"/>
                </a:lnTo>
                <a:lnTo>
                  <a:pt x="231935" y="33141"/>
                </a:lnTo>
                <a:lnTo>
                  <a:pt x="231852" y="32714"/>
                </a:lnTo>
                <a:lnTo>
                  <a:pt x="231763" y="32295"/>
                </a:lnTo>
                <a:lnTo>
                  <a:pt x="231668" y="31884"/>
                </a:lnTo>
                <a:lnTo>
                  <a:pt x="231567" y="31482"/>
                </a:lnTo>
                <a:lnTo>
                  <a:pt x="231459" y="31088"/>
                </a:lnTo>
                <a:lnTo>
                  <a:pt x="231346" y="30702"/>
                </a:lnTo>
                <a:lnTo>
                  <a:pt x="231226" y="30324"/>
                </a:lnTo>
                <a:lnTo>
                  <a:pt x="231100" y="29955"/>
                </a:lnTo>
                <a:lnTo>
                  <a:pt x="230968" y="29594"/>
                </a:lnTo>
                <a:lnTo>
                  <a:pt x="230830" y="29241"/>
                </a:lnTo>
                <a:lnTo>
                  <a:pt x="230685" y="28896"/>
                </a:lnTo>
                <a:lnTo>
                  <a:pt x="230536" y="28558"/>
                </a:lnTo>
                <a:lnTo>
                  <a:pt x="230381" y="28227"/>
                </a:lnTo>
                <a:lnTo>
                  <a:pt x="230223" y="27902"/>
                </a:lnTo>
                <a:lnTo>
                  <a:pt x="230060" y="27584"/>
                </a:lnTo>
                <a:lnTo>
                  <a:pt x="229892" y="27271"/>
                </a:lnTo>
                <a:lnTo>
                  <a:pt x="229720" y="26965"/>
                </a:lnTo>
                <a:lnTo>
                  <a:pt x="229543" y="26665"/>
                </a:lnTo>
                <a:lnTo>
                  <a:pt x="229362" y="26372"/>
                </a:lnTo>
                <a:lnTo>
                  <a:pt x="229176" y="26085"/>
                </a:lnTo>
                <a:lnTo>
                  <a:pt x="228986" y="25804"/>
                </a:lnTo>
                <a:lnTo>
                  <a:pt x="228791" y="25529"/>
                </a:lnTo>
                <a:lnTo>
                  <a:pt x="228592" y="25261"/>
                </a:lnTo>
                <a:lnTo>
                  <a:pt x="228388" y="24999"/>
                </a:lnTo>
                <a:lnTo>
                  <a:pt x="228180" y="24743"/>
                </a:lnTo>
                <a:lnTo>
                  <a:pt x="227967" y="24494"/>
                </a:lnTo>
                <a:lnTo>
                  <a:pt x="227750" y="24251"/>
                </a:lnTo>
                <a:lnTo>
                  <a:pt x="227528" y="24014"/>
                </a:lnTo>
                <a:lnTo>
                  <a:pt x="227302" y="23784"/>
                </a:lnTo>
                <a:lnTo>
                  <a:pt x="227071" y="23560"/>
                </a:lnTo>
                <a:lnTo>
                  <a:pt x="226836" y="23342"/>
                </a:lnTo>
                <a:lnTo>
                  <a:pt x="226596" y="23130"/>
                </a:lnTo>
                <a:lnTo>
                  <a:pt x="226352" y="22925"/>
                </a:lnTo>
                <a:lnTo>
                  <a:pt x="226103" y="22726"/>
                </a:lnTo>
                <a:lnTo>
                  <a:pt x="225850" y="22533"/>
                </a:lnTo>
                <a:lnTo>
                  <a:pt x="225593" y="22346"/>
                </a:lnTo>
                <a:lnTo>
                  <a:pt x="225334" y="22164"/>
                </a:lnTo>
                <a:lnTo>
                  <a:pt x="225071" y="21986"/>
                </a:lnTo>
                <a:lnTo>
                  <a:pt x="224807" y="21814"/>
                </a:lnTo>
                <a:lnTo>
                  <a:pt x="224539" y="21647"/>
                </a:lnTo>
                <a:lnTo>
                  <a:pt x="224269" y="21484"/>
                </a:lnTo>
                <a:lnTo>
                  <a:pt x="223996" y="21327"/>
                </a:lnTo>
                <a:lnTo>
                  <a:pt x="223721" y="21174"/>
                </a:lnTo>
                <a:lnTo>
                  <a:pt x="223443" y="21026"/>
                </a:lnTo>
                <a:lnTo>
                  <a:pt x="223162" y="20883"/>
                </a:lnTo>
                <a:lnTo>
                  <a:pt x="222878" y="20745"/>
                </a:lnTo>
                <a:lnTo>
                  <a:pt x="222592" y="20612"/>
                </a:lnTo>
                <a:lnTo>
                  <a:pt x="222303" y="20484"/>
                </a:lnTo>
                <a:lnTo>
                  <a:pt x="222012" y="20361"/>
                </a:lnTo>
                <a:lnTo>
                  <a:pt x="221718" y="20242"/>
                </a:lnTo>
                <a:lnTo>
                  <a:pt x="221421" y="20129"/>
                </a:lnTo>
                <a:lnTo>
                  <a:pt x="221122" y="20021"/>
                </a:lnTo>
                <a:lnTo>
                  <a:pt x="220819" y="19917"/>
                </a:lnTo>
                <a:lnTo>
                  <a:pt x="220515" y="19818"/>
                </a:lnTo>
                <a:lnTo>
                  <a:pt x="220207" y="19725"/>
                </a:lnTo>
                <a:lnTo>
                  <a:pt x="219897" y="19636"/>
                </a:lnTo>
                <a:lnTo>
                  <a:pt x="219584" y="19552"/>
                </a:lnTo>
                <a:lnTo>
                  <a:pt x="219269" y="19473"/>
                </a:lnTo>
                <a:lnTo>
                  <a:pt x="218951" y="19399"/>
                </a:lnTo>
                <a:lnTo>
                  <a:pt x="218631" y="19328"/>
                </a:lnTo>
                <a:lnTo>
                  <a:pt x="218310" y="19261"/>
                </a:lnTo>
                <a:lnTo>
                  <a:pt x="217988" y="19197"/>
                </a:lnTo>
                <a:lnTo>
                  <a:pt x="217665" y="19135"/>
                </a:lnTo>
                <a:lnTo>
                  <a:pt x="217341" y="19077"/>
                </a:lnTo>
                <a:lnTo>
                  <a:pt x="217016" y="19022"/>
                </a:lnTo>
                <a:lnTo>
                  <a:pt x="216690" y="18969"/>
                </a:lnTo>
                <a:lnTo>
                  <a:pt x="216363" y="18920"/>
                </a:lnTo>
                <a:lnTo>
                  <a:pt x="216035" y="18874"/>
                </a:lnTo>
                <a:lnTo>
                  <a:pt x="215706" y="18830"/>
                </a:lnTo>
                <a:lnTo>
                  <a:pt x="215376" y="18790"/>
                </a:lnTo>
                <a:lnTo>
                  <a:pt x="215044" y="18752"/>
                </a:lnTo>
                <a:lnTo>
                  <a:pt x="214712" y="18718"/>
                </a:lnTo>
                <a:lnTo>
                  <a:pt x="214379" y="18687"/>
                </a:lnTo>
                <a:lnTo>
                  <a:pt x="214045" y="18658"/>
                </a:lnTo>
                <a:lnTo>
                  <a:pt x="213709" y="18633"/>
                </a:lnTo>
                <a:lnTo>
                  <a:pt x="213373" y="18610"/>
                </a:lnTo>
                <a:lnTo>
                  <a:pt x="213036" y="18591"/>
                </a:lnTo>
                <a:lnTo>
                  <a:pt x="212698" y="18574"/>
                </a:lnTo>
                <a:lnTo>
                  <a:pt x="212358" y="18561"/>
                </a:lnTo>
                <a:lnTo>
                  <a:pt x="212018" y="18551"/>
                </a:lnTo>
                <a:lnTo>
                  <a:pt x="211676" y="18543"/>
                </a:lnTo>
                <a:lnTo>
                  <a:pt x="211334" y="18539"/>
                </a:lnTo>
                <a:lnTo>
                  <a:pt x="210990" y="18537"/>
                </a:lnTo>
                <a:lnTo>
                  <a:pt x="210448" y="18541"/>
                </a:lnTo>
                <a:lnTo>
                  <a:pt x="209909" y="18551"/>
                </a:lnTo>
                <a:lnTo>
                  <a:pt x="209376" y="18569"/>
                </a:lnTo>
                <a:lnTo>
                  <a:pt x="208848" y="18594"/>
                </a:lnTo>
                <a:lnTo>
                  <a:pt x="208325" y="18626"/>
                </a:lnTo>
                <a:lnTo>
                  <a:pt x="207806" y="18666"/>
                </a:lnTo>
                <a:lnTo>
                  <a:pt x="207293" y="18712"/>
                </a:lnTo>
                <a:lnTo>
                  <a:pt x="206784" y="18766"/>
                </a:lnTo>
                <a:lnTo>
                  <a:pt x="206281" y="18827"/>
                </a:lnTo>
                <a:lnTo>
                  <a:pt x="205782" y="18895"/>
                </a:lnTo>
                <a:lnTo>
                  <a:pt x="205288" y="18970"/>
                </a:lnTo>
                <a:lnTo>
                  <a:pt x="204799" y="19052"/>
                </a:lnTo>
                <a:lnTo>
                  <a:pt x="204315" y="19141"/>
                </a:lnTo>
                <a:lnTo>
                  <a:pt x="203836" y="19238"/>
                </a:lnTo>
                <a:lnTo>
                  <a:pt x="203362" y="19341"/>
                </a:lnTo>
                <a:lnTo>
                  <a:pt x="202892" y="19452"/>
                </a:lnTo>
                <a:lnTo>
                  <a:pt x="202428" y="19570"/>
                </a:lnTo>
                <a:lnTo>
                  <a:pt x="201969" y="19695"/>
                </a:lnTo>
                <a:lnTo>
                  <a:pt x="201514" y="19827"/>
                </a:lnTo>
                <a:lnTo>
                  <a:pt x="201064" y="19967"/>
                </a:lnTo>
                <a:lnTo>
                  <a:pt x="200620" y="20113"/>
                </a:lnTo>
                <a:lnTo>
                  <a:pt x="200180" y="20267"/>
                </a:lnTo>
                <a:lnTo>
                  <a:pt x="199745" y="20428"/>
                </a:lnTo>
                <a:lnTo>
                  <a:pt x="199315" y="20596"/>
                </a:lnTo>
                <a:lnTo>
                  <a:pt x="198891" y="20772"/>
                </a:lnTo>
                <a:lnTo>
                  <a:pt x="198475" y="20956"/>
                </a:lnTo>
                <a:lnTo>
                  <a:pt x="198067" y="21149"/>
                </a:lnTo>
                <a:lnTo>
                  <a:pt x="197667" y="21350"/>
                </a:lnTo>
                <a:lnTo>
                  <a:pt x="197274" y="21560"/>
                </a:lnTo>
                <a:lnTo>
                  <a:pt x="196888" y="21778"/>
                </a:lnTo>
                <a:lnTo>
                  <a:pt x="196511" y="22005"/>
                </a:lnTo>
                <a:lnTo>
                  <a:pt x="196141" y="22241"/>
                </a:lnTo>
                <a:lnTo>
                  <a:pt x="195779" y="22485"/>
                </a:lnTo>
                <a:lnTo>
                  <a:pt x="195424" y="22737"/>
                </a:lnTo>
                <a:lnTo>
                  <a:pt x="195077" y="22998"/>
                </a:lnTo>
                <a:lnTo>
                  <a:pt x="194738" y="23268"/>
                </a:lnTo>
                <a:lnTo>
                  <a:pt x="194406" y="23546"/>
                </a:lnTo>
                <a:lnTo>
                  <a:pt x="194082" y="23833"/>
                </a:lnTo>
                <a:lnTo>
                  <a:pt x="193766" y="24128"/>
                </a:lnTo>
                <a:lnTo>
                  <a:pt x="193458" y="24432"/>
                </a:lnTo>
                <a:lnTo>
                  <a:pt x="193157" y="24744"/>
                </a:lnTo>
                <a:lnTo>
                  <a:pt x="192864" y="25065"/>
                </a:lnTo>
                <a:lnTo>
                  <a:pt x="192578" y="25394"/>
                </a:lnTo>
                <a:lnTo>
                  <a:pt x="192301" y="25732"/>
                </a:lnTo>
                <a:lnTo>
                  <a:pt x="192030" y="26079"/>
                </a:lnTo>
                <a:lnTo>
                  <a:pt x="191768" y="26434"/>
                </a:lnTo>
                <a:lnTo>
                  <a:pt x="191513" y="26797"/>
                </a:lnTo>
                <a:lnTo>
                  <a:pt x="191266" y="27169"/>
                </a:lnTo>
                <a:lnTo>
                  <a:pt x="191028" y="27550"/>
                </a:lnTo>
                <a:lnTo>
                  <a:pt x="190800" y="27941"/>
                </a:lnTo>
                <a:lnTo>
                  <a:pt x="190582" y="28341"/>
                </a:lnTo>
                <a:lnTo>
                  <a:pt x="190374" y="28750"/>
                </a:lnTo>
                <a:lnTo>
                  <a:pt x="190177" y="29169"/>
                </a:lnTo>
                <a:lnTo>
                  <a:pt x="189989" y="29597"/>
                </a:lnTo>
                <a:lnTo>
                  <a:pt x="189812" y="30035"/>
                </a:lnTo>
                <a:lnTo>
                  <a:pt x="189645" y="30483"/>
                </a:lnTo>
                <a:lnTo>
                  <a:pt x="189488" y="30940"/>
                </a:lnTo>
                <a:lnTo>
                  <a:pt x="189341" y="31406"/>
                </a:lnTo>
                <a:lnTo>
                  <a:pt x="189204" y="31882"/>
                </a:lnTo>
                <a:lnTo>
                  <a:pt x="189077" y="32368"/>
                </a:lnTo>
                <a:lnTo>
                  <a:pt x="188961" y="32862"/>
                </a:lnTo>
                <a:lnTo>
                  <a:pt x="188854" y="33367"/>
                </a:lnTo>
                <a:lnTo>
                  <a:pt x="188758" y="33881"/>
                </a:lnTo>
                <a:lnTo>
                  <a:pt x="188672" y="34404"/>
                </a:lnTo>
                <a:lnTo>
                  <a:pt x="188596" y="34937"/>
                </a:lnTo>
                <a:lnTo>
                  <a:pt x="188530" y="35480"/>
                </a:lnTo>
                <a:lnTo>
                  <a:pt x="188474" y="36032"/>
                </a:lnTo>
                <a:lnTo>
                  <a:pt x="188428" y="36593"/>
                </a:lnTo>
                <a:lnTo>
                  <a:pt x="188393" y="37164"/>
                </a:lnTo>
                <a:lnTo>
                  <a:pt x="188368" y="37744"/>
                </a:lnTo>
                <a:lnTo>
                  <a:pt x="188352" y="38334"/>
                </a:lnTo>
                <a:lnTo>
                  <a:pt x="188347" y="38934"/>
                </a:lnTo>
                <a:lnTo>
                  <a:pt x="197900" y="38934"/>
                </a:lnTo>
                <a:lnTo>
                  <a:pt x="197907" y="38369"/>
                </a:lnTo>
                <a:lnTo>
                  <a:pt x="197926" y="37818"/>
                </a:lnTo>
                <a:lnTo>
                  <a:pt x="197959" y="37279"/>
                </a:lnTo>
                <a:lnTo>
                  <a:pt x="198005" y="36754"/>
                </a:lnTo>
                <a:lnTo>
                  <a:pt x="198064" y="36241"/>
                </a:lnTo>
                <a:lnTo>
                  <a:pt x="198136" y="35742"/>
                </a:lnTo>
                <a:lnTo>
                  <a:pt x="198221" y="35255"/>
                </a:lnTo>
                <a:lnTo>
                  <a:pt x="198319" y="34781"/>
                </a:lnTo>
                <a:lnTo>
                  <a:pt x="198431" y="34321"/>
                </a:lnTo>
                <a:lnTo>
                  <a:pt x="198555" y="33873"/>
                </a:lnTo>
                <a:lnTo>
                  <a:pt x="198693" y="33439"/>
                </a:lnTo>
                <a:lnTo>
                  <a:pt x="198843" y="33017"/>
                </a:lnTo>
                <a:lnTo>
                  <a:pt x="199007" y="32608"/>
                </a:lnTo>
                <a:lnTo>
                  <a:pt x="199184" y="32213"/>
                </a:lnTo>
                <a:lnTo>
                  <a:pt x="199374" y="31830"/>
                </a:lnTo>
                <a:lnTo>
                  <a:pt x="199577" y="31460"/>
                </a:lnTo>
                <a:lnTo>
                  <a:pt x="199793" y="31103"/>
                </a:lnTo>
                <a:lnTo>
                  <a:pt x="200023" y="30760"/>
                </a:lnTo>
                <a:lnTo>
                  <a:pt x="200265" y="30429"/>
                </a:lnTo>
                <a:lnTo>
                  <a:pt x="200521" y="30111"/>
                </a:lnTo>
                <a:lnTo>
                  <a:pt x="200789" y="29806"/>
                </a:lnTo>
                <a:lnTo>
                  <a:pt x="201071" y="29514"/>
                </a:lnTo>
                <a:lnTo>
                  <a:pt x="201366" y="29236"/>
                </a:lnTo>
                <a:lnTo>
                  <a:pt x="201674" y="28970"/>
                </a:lnTo>
                <a:lnTo>
                  <a:pt x="201991" y="28716"/>
                </a:lnTo>
                <a:lnTo>
                  <a:pt x="202315" y="28473"/>
                </a:lnTo>
                <a:lnTo>
                  <a:pt x="202645" y="28240"/>
                </a:lnTo>
                <a:lnTo>
                  <a:pt x="202981" y="28019"/>
                </a:lnTo>
                <a:lnTo>
                  <a:pt x="203323" y="27808"/>
                </a:lnTo>
                <a:lnTo>
                  <a:pt x="203671" y="27608"/>
                </a:lnTo>
                <a:lnTo>
                  <a:pt x="204026" y="27419"/>
                </a:lnTo>
                <a:lnTo>
                  <a:pt x="204386" y="27241"/>
                </a:lnTo>
                <a:lnTo>
                  <a:pt x="204753" y="27073"/>
                </a:lnTo>
                <a:lnTo>
                  <a:pt x="205126" y="26917"/>
                </a:lnTo>
                <a:lnTo>
                  <a:pt x="205505" y="26771"/>
                </a:lnTo>
                <a:lnTo>
                  <a:pt x="205890" y="26636"/>
                </a:lnTo>
                <a:lnTo>
                  <a:pt x="206281" y="26511"/>
                </a:lnTo>
                <a:lnTo>
                  <a:pt x="206679" y="26398"/>
                </a:lnTo>
                <a:lnTo>
                  <a:pt x="207082" y="26295"/>
                </a:lnTo>
                <a:lnTo>
                  <a:pt x="207492" y="26203"/>
                </a:lnTo>
                <a:lnTo>
                  <a:pt x="207908" y="26122"/>
                </a:lnTo>
                <a:lnTo>
                  <a:pt x="208330" y="26052"/>
                </a:lnTo>
                <a:lnTo>
                  <a:pt x="208758" y="25993"/>
                </a:lnTo>
                <a:lnTo>
                  <a:pt x="209192" y="25944"/>
                </a:lnTo>
                <a:lnTo>
                  <a:pt x="209632" y="25906"/>
                </a:lnTo>
                <a:lnTo>
                  <a:pt x="210079" y="25879"/>
                </a:lnTo>
                <a:lnTo>
                  <a:pt x="210532" y="25863"/>
                </a:lnTo>
                <a:lnTo>
                  <a:pt x="210990" y="25857"/>
                </a:lnTo>
                <a:lnTo>
                  <a:pt x="211410" y="25863"/>
                </a:lnTo>
                <a:lnTo>
                  <a:pt x="211824" y="25878"/>
                </a:lnTo>
                <a:lnTo>
                  <a:pt x="212232" y="25903"/>
                </a:lnTo>
                <a:lnTo>
                  <a:pt x="212633" y="25939"/>
                </a:lnTo>
                <a:lnTo>
                  <a:pt x="213029" y="25985"/>
                </a:lnTo>
                <a:lnTo>
                  <a:pt x="213419" y="26042"/>
                </a:lnTo>
                <a:lnTo>
                  <a:pt x="213803" y="26108"/>
                </a:lnTo>
                <a:lnTo>
                  <a:pt x="214181" y="26185"/>
                </a:lnTo>
                <a:lnTo>
                  <a:pt x="214553" y="26272"/>
                </a:lnTo>
                <a:lnTo>
                  <a:pt x="214920" y="26369"/>
                </a:lnTo>
                <a:lnTo>
                  <a:pt x="215280" y="26476"/>
                </a:lnTo>
                <a:lnTo>
                  <a:pt x="215634" y="26594"/>
                </a:lnTo>
                <a:lnTo>
                  <a:pt x="215982" y="26721"/>
                </a:lnTo>
                <a:lnTo>
                  <a:pt x="216325" y="26859"/>
                </a:lnTo>
                <a:lnTo>
                  <a:pt x="216661" y="27008"/>
                </a:lnTo>
                <a:lnTo>
                  <a:pt x="216992" y="27166"/>
                </a:lnTo>
                <a:lnTo>
                  <a:pt x="217317" y="27335"/>
                </a:lnTo>
                <a:lnTo>
                  <a:pt x="217635" y="27514"/>
                </a:lnTo>
                <a:lnTo>
                  <a:pt x="217948" y="27703"/>
                </a:lnTo>
                <a:lnTo>
                  <a:pt x="218255" y="27902"/>
                </a:lnTo>
                <a:lnTo>
                  <a:pt x="218556" y="28112"/>
                </a:lnTo>
                <a:lnTo>
                  <a:pt x="218851" y="28332"/>
                </a:lnTo>
                <a:lnTo>
                  <a:pt x="219140" y="28562"/>
                </a:lnTo>
                <a:lnTo>
                  <a:pt x="219423" y="28802"/>
                </a:lnTo>
                <a:lnTo>
                  <a:pt x="219697" y="29056"/>
                </a:lnTo>
                <a:lnTo>
                  <a:pt x="219960" y="29327"/>
                </a:lnTo>
                <a:lnTo>
                  <a:pt x="220210" y="29616"/>
                </a:lnTo>
                <a:lnTo>
                  <a:pt x="220450" y="29921"/>
                </a:lnTo>
                <a:lnTo>
                  <a:pt x="220677" y="30244"/>
                </a:lnTo>
                <a:lnTo>
                  <a:pt x="220893" y="30585"/>
                </a:lnTo>
                <a:lnTo>
                  <a:pt x="221097" y="30942"/>
                </a:lnTo>
                <a:lnTo>
                  <a:pt x="221290" y="31317"/>
                </a:lnTo>
                <a:lnTo>
                  <a:pt x="221471" y="31709"/>
                </a:lnTo>
                <a:lnTo>
                  <a:pt x="221640" y="32119"/>
                </a:lnTo>
                <a:lnTo>
                  <a:pt x="221798" y="32545"/>
                </a:lnTo>
                <a:lnTo>
                  <a:pt x="221943" y="32989"/>
                </a:lnTo>
                <a:lnTo>
                  <a:pt x="222078" y="33450"/>
                </a:lnTo>
                <a:lnTo>
                  <a:pt x="222200" y="33929"/>
                </a:lnTo>
                <a:lnTo>
                  <a:pt x="222311" y="34424"/>
                </a:lnTo>
                <a:lnTo>
                  <a:pt x="222410" y="34937"/>
                </a:lnTo>
                <a:lnTo>
                  <a:pt x="222498" y="35468"/>
                </a:lnTo>
                <a:lnTo>
                  <a:pt x="222574" y="36015"/>
                </a:lnTo>
                <a:lnTo>
                  <a:pt x="222638" y="36580"/>
                </a:lnTo>
                <a:lnTo>
                  <a:pt x="222690" y="37162"/>
                </a:lnTo>
                <a:lnTo>
                  <a:pt x="222731" y="37761"/>
                </a:lnTo>
                <a:lnTo>
                  <a:pt x="222760" y="38378"/>
                </a:lnTo>
                <a:lnTo>
                  <a:pt x="222778" y="39011"/>
                </a:lnTo>
                <a:lnTo>
                  <a:pt x="222784" y="39663"/>
                </a:lnTo>
                <a:lnTo>
                  <a:pt x="222784" y="44158"/>
                </a:lnTo>
                <a:lnTo>
                  <a:pt x="221855" y="44171"/>
                </a:lnTo>
                <a:lnTo>
                  <a:pt x="220936" y="44188"/>
                </a:lnTo>
                <a:lnTo>
                  <a:pt x="220027" y="44210"/>
                </a:lnTo>
                <a:lnTo>
                  <a:pt x="219128" y="44236"/>
                </a:lnTo>
                <a:lnTo>
                  <a:pt x="218238" y="44267"/>
                </a:lnTo>
                <a:lnTo>
                  <a:pt x="217359" y="44303"/>
                </a:lnTo>
                <a:lnTo>
                  <a:pt x="216489" y="44344"/>
                </a:lnTo>
                <a:lnTo>
                  <a:pt x="215629" y="44389"/>
                </a:lnTo>
                <a:lnTo>
                  <a:pt x="214779" y="44439"/>
                </a:lnTo>
                <a:lnTo>
                  <a:pt x="213939" y="44493"/>
                </a:lnTo>
                <a:lnTo>
                  <a:pt x="213108" y="44552"/>
                </a:lnTo>
                <a:lnTo>
                  <a:pt x="212288" y="44616"/>
                </a:lnTo>
                <a:lnTo>
                  <a:pt x="211477" y="44684"/>
                </a:lnTo>
                <a:lnTo>
                  <a:pt x="210676" y="44757"/>
                </a:lnTo>
                <a:lnTo>
                  <a:pt x="209885" y="44835"/>
                </a:lnTo>
                <a:lnTo>
                  <a:pt x="209104" y="44918"/>
                </a:lnTo>
                <a:lnTo>
                  <a:pt x="208332" y="45005"/>
                </a:lnTo>
                <a:lnTo>
                  <a:pt x="207570" y="45097"/>
                </a:lnTo>
                <a:lnTo>
                  <a:pt x="206819" y="45193"/>
                </a:lnTo>
                <a:lnTo>
                  <a:pt x="206077" y="45294"/>
                </a:lnTo>
                <a:lnTo>
                  <a:pt x="205344" y="45400"/>
                </a:lnTo>
                <a:lnTo>
                  <a:pt x="204622" y="45510"/>
                </a:lnTo>
                <a:lnTo>
                  <a:pt x="203910" y="45625"/>
                </a:lnTo>
                <a:lnTo>
                  <a:pt x="203207" y="45745"/>
                </a:lnTo>
                <a:lnTo>
                  <a:pt x="202516" y="45872"/>
                </a:lnTo>
                <a:lnTo>
                  <a:pt x="201838" y="46008"/>
                </a:lnTo>
                <a:lnTo>
                  <a:pt x="201173" y="46153"/>
                </a:lnTo>
                <a:lnTo>
                  <a:pt x="200521" y="46308"/>
                </a:lnTo>
                <a:lnTo>
                  <a:pt x="199883" y="46472"/>
                </a:lnTo>
                <a:lnTo>
                  <a:pt x="199258" y="46645"/>
                </a:lnTo>
                <a:lnTo>
                  <a:pt x="198646" y="46828"/>
                </a:lnTo>
                <a:lnTo>
                  <a:pt x="198047" y="47020"/>
                </a:lnTo>
                <a:lnTo>
                  <a:pt x="197462" y="47221"/>
                </a:lnTo>
                <a:lnTo>
                  <a:pt x="196890" y="47432"/>
                </a:lnTo>
                <a:lnTo>
                  <a:pt x="196330" y="47652"/>
                </a:lnTo>
                <a:lnTo>
                  <a:pt x="195785" y="47881"/>
                </a:lnTo>
                <a:lnTo>
                  <a:pt x="195252" y="48119"/>
                </a:lnTo>
                <a:lnTo>
                  <a:pt x="194732" y="48367"/>
                </a:lnTo>
                <a:lnTo>
                  <a:pt x="194226" y="48625"/>
                </a:lnTo>
                <a:lnTo>
                  <a:pt x="193733" y="48891"/>
                </a:lnTo>
                <a:lnTo>
                  <a:pt x="193253" y="49167"/>
                </a:lnTo>
                <a:lnTo>
                  <a:pt x="192786" y="49452"/>
                </a:lnTo>
                <a:lnTo>
                  <a:pt x="192333" y="49747"/>
                </a:lnTo>
                <a:lnTo>
                  <a:pt x="191893" y="50050"/>
                </a:lnTo>
                <a:lnTo>
                  <a:pt x="191466" y="50364"/>
                </a:lnTo>
                <a:lnTo>
                  <a:pt x="191052" y="50686"/>
                </a:lnTo>
                <a:lnTo>
                  <a:pt x="190651" y="51018"/>
                </a:lnTo>
                <a:lnTo>
                  <a:pt x="190264" y="51359"/>
                </a:lnTo>
                <a:lnTo>
                  <a:pt x="189891" y="51711"/>
                </a:lnTo>
                <a:lnTo>
                  <a:pt x="189534" y="52078"/>
                </a:lnTo>
                <a:lnTo>
                  <a:pt x="189193" y="52457"/>
                </a:lnTo>
                <a:lnTo>
                  <a:pt x="188867" y="52850"/>
                </a:lnTo>
                <a:lnTo>
                  <a:pt x="188558" y="53257"/>
                </a:lnTo>
                <a:lnTo>
                  <a:pt x="188264" y="53677"/>
                </a:lnTo>
                <a:lnTo>
                  <a:pt x="187987" y="54111"/>
                </a:lnTo>
                <a:lnTo>
                  <a:pt x="187725" y="54559"/>
                </a:lnTo>
                <a:lnTo>
                  <a:pt x="187479" y="55020"/>
                </a:lnTo>
                <a:lnTo>
                  <a:pt x="187249" y="55494"/>
                </a:lnTo>
                <a:lnTo>
                  <a:pt x="187035" y="55982"/>
                </a:lnTo>
                <a:lnTo>
                  <a:pt x="186836" y="56484"/>
                </a:lnTo>
                <a:lnTo>
                  <a:pt x="186654" y="56999"/>
                </a:lnTo>
                <a:lnTo>
                  <a:pt x="186487" y="57528"/>
                </a:lnTo>
                <a:lnTo>
                  <a:pt x="186337" y="58070"/>
                </a:lnTo>
                <a:lnTo>
                  <a:pt x="186202" y="58626"/>
                </a:lnTo>
                <a:lnTo>
                  <a:pt x="186083" y="59195"/>
                </a:lnTo>
                <a:lnTo>
                  <a:pt x="185980" y="59778"/>
                </a:lnTo>
                <a:lnTo>
                  <a:pt x="185892" y="60375"/>
                </a:lnTo>
                <a:lnTo>
                  <a:pt x="185821" y="60985"/>
                </a:lnTo>
                <a:lnTo>
                  <a:pt x="185765" y="61609"/>
                </a:lnTo>
                <a:lnTo>
                  <a:pt x="185726" y="62246"/>
                </a:lnTo>
                <a:lnTo>
                  <a:pt x="185702" y="62896"/>
                </a:lnTo>
                <a:lnTo>
                  <a:pt x="185694" y="63561"/>
                </a:lnTo>
                <a:lnTo>
                  <a:pt x="185698" y="64025"/>
                </a:lnTo>
                <a:lnTo>
                  <a:pt x="185710" y="64484"/>
                </a:lnTo>
                <a:lnTo>
                  <a:pt x="185730" y="64936"/>
                </a:lnTo>
                <a:lnTo>
                  <a:pt x="185758" y="65381"/>
                </a:lnTo>
                <a:lnTo>
                  <a:pt x="185794" y="65820"/>
                </a:lnTo>
                <a:lnTo>
                  <a:pt x="185838" y="66253"/>
                </a:lnTo>
                <a:lnTo>
                  <a:pt x="185890" y="66680"/>
                </a:lnTo>
                <a:lnTo>
                  <a:pt x="185949" y="67100"/>
                </a:lnTo>
                <a:lnTo>
                  <a:pt x="186017" y="67514"/>
                </a:lnTo>
                <a:lnTo>
                  <a:pt x="186093" y="67921"/>
                </a:lnTo>
                <a:lnTo>
                  <a:pt x="186177" y="68322"/>
                </a:lnTo>
                <a:lnTo>
                  <a:pt x="186269" y="68717"/>
                </a:lnTo>
                <a:lnTo>
                  <a:pt x="186369" y="69106"/>
                </a:lnTo>
                <a:lnTo>
                  <a:pt x="186476" y="69488"/>
                </a:lnTo>
                <a:lnTo>
                  <a:pt x="186592" y="69863"/>
                </a:lnTo>
                <a:lnTo>
                  <a:pt x="186716" y="70233"/>
                </a:lnTo>
                <a:lnTo>
                  <a:pt x="186848" y="70596"/>
                </a:lnTo>
                <a:lnTo>
                  <a:pt x="186987" y="70952"/>
                </a:lnTo>
                <a:lnTo>
                  <a:pt x="187135" y="71302"/>
                </a:lnTo>
                <a:lnTo>
                  <a:pt x="187291" y="71646"/>
                </a:lnTo>
                <a:lnTo>
                  <a:pt x="187455" y="71984"/>
                </a:lnTo>
                <a:lnTo>
                  <a:pt x="187626" y="72315"/>
                </a:lnTo>
                <a:lnTo>
                  <a:pt x="187806" y="72640"/>
                </a:lnTo>
                <a:lnTo>
                  <a:pt x="187994" y="72958"/>
                </a:lnTo>
                <a:lnTo>
                  <a:pt x="188188" y="73270"/>
                </a:lnTo>
                <a:lnTo>
                  <a:pt x="188388" y="73576"/>
                </a:lnTo>
                <a:lnTo>
                  <a:pt x="188592" y="73874"/>
                </a:lnTo>
                <a:lnTo>
                  <a:pt x="188803" y="74167"/>
                </a:lnTo>
                <a:lnTo>
                  <a:pt x="189018" y="74452"/>
                </a:lnTo>
                <a:lnTo>
                  <a:pt x="189239" y="74731"/>
                </a:lnTo>
                <a:lnTo>
                  <a:pt x="189466" y="75004"/>
                </a:lnTo>
                <a:lnTo>
                  <a:pt x="189697" y="75270"/>
                </a:lnTo>
                <a:lnTo>
                  <a:pt x="189934" y="75529"/>
                </a:lnTo>
                <a:lnTo>
                  <a:pt x="190176" y="75782"/>
                </a:lnTo>
                <a:lnTo>
                  <a:pt x="190424" y="76028"/>
                </a:lnTo>
                <a:lnTo>
                  <a:pt x="190677" y="76268"/>
                </a:lnTo>
                <a:lnTo>
                  <a:pt x="190935" y="76501"/>
                </a:lnTo>
                <a:lnTo>
                  <a:pt x="191198" y="76728"/>
                </a:lnTo>
                <a:lnTo>
                  <a:pt x="191467" y="76948"/>
                </a:lnTo>
                <a:lnTo>
                  <a:pt x="191741" y="77161"/>
                </a:lnTo>
                <a:lnTo>
                  <a:pt x="192021" y="77368"/>
                </a:lnTo>
                <a:lnTo>
                  <a:pt x="192306" y="77569"/>
                </a:lnTo>
                <a:lnTo>
                  <a:pt x="192596" y="77763"/>
                </a:lnTo>
                <a:lnTo>
                  <a:pt x="192891" y="77950"/>
                </a:lnTo>
                <a:lnTo>
                  <a:pt x="193192" y="78130"/>
                </a:lnTo>
                <a:lnTo>
                  <a:pt x="193498" y="78305"/>
                </a:lnTo>
                <a:lnTo>
                  <a:pt x="193809" y="78472"/>
                </a:lnTo>
                <a:lnTo>
                  <a:pt x="194126" y="78633"/>
                </a:lnTo>
                <a:lnTo>
                  <a:pt x="194447" y="78788"/>
                </a:lnTo>
                <a:lnTo>
                  <a:pt x="194771" y="78935"/>
                </a:lnTo>
                <a:lnTo>
                  <a:pt x="195097" y="79076"/>
                </a:lnTo>
                <a:lnTo>
                  <a:pt x="195427" y="79211"/>
                </a:lnTo>
                <a:lnTo>
                  <a:pt x="195759" y="79339"/>
                </a:lnTo>
                <a:lnTo>
                  <a:pt x="196094" y="79461"/>
                </a:lnTo>
                <a:lnTo>
                  <a:pt x="196432" y="79575"/>
                </a:lnTo>
                <a:lnTo>
                  <a:pt x="196773" y="79684"/>
                </a:lnTo>
                <a:lnTo>
                  <a:pt x="197117" y="79786"/>
                </a:lnTo>
                <a:lnTo>
                  <a:pt x="197463" y="79881"/>
                </a:lnTo>
                <a:lnTo>
                  <a:pt x="197813" y="79969"/>
                </a:lnTo>
                <a:lnTo>
                  <a:pt x="198165" y="80051"/>
                </a:lnTo>
                <a:lnTo>
                  <a:pt x="198521" y="80127"/>
                </a:lnTo>
                <a:lnTo>
                  <a:pt x="198879" y="80196"/>
                </a:lnTo>
                <a:lnTo>
                  <a:pt x="199240" y="80258"/>
                </a:lnTo>
                <a:lnTo>
                  <a:pt x="199603" y="80314"/>
                </a:lnTo>
                <a:lnTo>
                  <a:pt x="199970" y="80363"/>
                </a:lnTo>
                <a:lnTo>
                  <a:pt x="200340" y="80406"/>
                </a:lnTo>
                <a:lnTo>
                  <a:pt x="200712" y="80442"/>
                </a:lnTo>
                <a:lnTo>
                  <a:pt x="201087" y="80472"/>
                </a:lnTo>
                <a:lnTo>
                  <a:pt x="201466" y="80495"/>
                </a:lnTo>
                <a:lnTo>
                  <a:pt x="201847" y="80511"/>
                </a:lnTo>
                <a:lnTo>
                  <a:pt x="202231" y="80521"/>
                </a:lnTo>
                <a:lnTo>
                  <a:pt x="202617" y="80524"/>
                </a:lnTo>
                <a:lnTo>
                  <a:pt x="203165" y="80520"/>
                </a:lnTo>
                <a:lnTo>
                  <a:pt x="203707" y="80507"/>
                </a:lnTo>
                <a:lnTo>
                  <a:pt x="204243" y="80485"/>
                </a:lnTo>
                <a:lnTo>
                  <a:pt x="204774" y="80454"/>
                </a:lnTo>
                <a:close/>
                <a:moveTo>
                  <a:pt x="203667" y="72894"/>
                </a:moveTo>
                <a:lnTo>
                  <a:pt x="203302" y="72853"/>
                </a:lnTo>
                <a:lnTo>
                  <a:pt x="202945" y="72802"/>
                </a:lnTo>
                <a:lnTo>
                  <a:pt x="202597" y="72743"/>
                </a:lnTo>
                <a:lnTo>
                  <a:pt x="202257" y="72674"/>
                </a:lnTo>
                <a:lnTo>
                  <a:pt x="201925" y="72596"/>
                </a:lnTo>
                <a:lnTo>
                  <a:pt x="201602" y="72508"/>
                </a:lnTo>
                <a:lnTo>
                  <a:pt x="201287" y="72412"/>
                </a:lnTo>
                <a:lnTo>
                  <a:pt x="200981" y="72306"/>
                </a:lnTo>
                <a:lnTo>
                  <a:pt x="200683" y="72191"/>
                </a:lnTo>
                <a:lnTo>
                  <a:pt x="200393" y="72067"/>
                </a:lnTo>
                <a:lnTo>
                  <a:pt x="200112" y="71934"/>
                </a:lnTo>
                <a:lnTo>
                  <a:pt x="199839" y="71792"/>
                </a:lnTo>
                <a:lnTo>
                  <a:pt x="199575" y="71640"/>
                </a:lnTo>
                <a:lnTo>
                  <a:pt x="199319" y="71480"/>
                </a:lnTo>
                <a:lnTo>
                  <a:pt x="199071" y="71310"/>
                </a:lnTo>
                <a:lnTo>
                  <a:pt x="198832" y="71131"/>
                </a:lnTo>
                <a:lnTo>
                  <a:pt x="198601" y="70942"/>
                </a:lnTo>
                <a:lnTo>
                  <a:pt x="198379" y="70745"/>
                </a:lnTo>
                <a:lnTo>
                  <a:pt x="198165" y="70538"/>
                </a:lnTo>
                <a:lnTo>
                  <a:pt x="197959" y="70322"/>
                </a:lnTo>
                <a:lnTo>
                  <a:pt x="197762" y="70098"/>
                </a:lnTo>
                <a:lnTo>
                  <a:pt x="197573" y="69868"/>
                </a:lnTo>
                <a:lnTo>
                  <a:pt x="197392" y="69632"/>
                </a:lnTo>
                <a:lnTo>
                  <a:pt x="197220" y="69389"/>
                </a:lnTo>
                <a:lnTo>
                  <a:pt x="197057" y="69139"/>
                </a:lnTo>
                <a:lnTo>
                  <a:pt x="196901" y="68884"/>
                </a:lnTo>
                <a:lnTo>
                  <a:pt x="196754" y="68622"/>
                </a:lnTo>
                <a:lnTo>
                  <a:pt x="196616" y="68353"/>
                </a:lnTo>
                <a:lnTo>
                  <a:pt x="196486" y="68078"/>
                </a:lnTo>
                <a:lnTo>
                  <a:pt x="196364" y="67797"/>
                </a:lnTo>
                <a:lnTo>
                  <a:pt x="196251" y="67509"/>
                </a:lnTo>
                <a:lnTo>
                  <a:pt x="196146" y="67215"/>
                </a:lnTo>
                <a:lnTo>
                  <a:pt x="196049" y="66915"/>
                </a:lnTo>
                <a:lnTo>
                  <a:pt x="195961" y="66608"/>
                </a:lnTo>
                <a:lnTo>
                  <a:pt x="195881" y="66295"/>
                </a:lnTo>
                <a:lnTo>
                  <a:pt x="195810" y="65976"/>
                </a:lnTo>
                <a:lnTo>
                  <a:pt x="195747" y="65650"/>
                </a:lnTo>
                <a:lnTo>
                  <a:pt x="195692" y="65318"/>
                </a:lnTo>
                <a:lnTo>
                  <a:pt x="195646" y="64979"/>
                </a:lnTo>
                <a:lnTo>
                  <a:pt x="195608" y="64634"/>
                </a:lnTo>
                <a:lnTo>
                  <a:pt x="195579" y="64282"/>
                </a:lnTo>
                <a:lnTo>
                  <a:pt x="195558" y="63925"/>
                </a:lnTo>
                <a:lnTo>
                  <a:pt x="195545" y="63560"/>
                </a:lnTo>
                <a:lnTo>
                  <a:pt x="195541" y="63190"/>
                </a:lnTo>
                <a:lnTo>
                  <a:pt x="195552" y="62631"/>
                </a:lnTo>
                <a:lnTo>
                  <a:pt x="195585" y="62085"/>
                </a:lnTo>
                <a:lnTo>
                  <a:pt x="195640" y="61553"/>
                </a:lnTo>
                <a:lnTo>
                  <a:pt x="195717" y="61033"/>
                </a:lnTo>
                <a:lnTo>
                  <a:pt x="195815" y="60527"/>
                </a:lnTo>
                <a:lnTo>
                  <a:pt x="195936" y="60035"/>
                </a:lnTo>
                <a:lnTo>
                  <a:pt x="196078" y="59556"/>
                </a:lnTo>
                <a:lnTo>
                  <a:pt x="196242" y="59090"/>
                </a:lnTo>
                <a:lnTo>
                  <a:pt x="196429" y="58637"/>
                </a:lnTo>
                <a:lnTo>
                  <a:pt x="196637" y="58198"/>
                </a:lnTo>
                <a:lnTo>
                  <a:pt x="196867" y="57772"/>
                </a:lnTo>
                <a:lnTo>
                  <a:pt x="197119" y="57359"/>
                </a:lnTo>
                <a:lnTo>
                  <a:pt x="197392" y="56959"/>
                </a:lnTo>
                <a:lnTo>
                  <a:pt x="197688" y="56573"/>
                </a:lnTo>
                <a:lnTo>
                  <a:pt x="198006" y="56200"/>
                </a:lnTo>
                <a:lnTo>
                  <a:pt x="198345" y="55841"/>
                </a:lnTo>
                <a:lnTo>
                  <a:pt x="198707" y="55495"/>
                </a:lnTo>
                <a:lnTo>
                  <a:pt x="199090" y="55162"/>
                </a:lnTo>
                <a:lnTo>
                  <a:pt x="199496" y="54842"/>
                </a:lnTo>
                <a:lnTo>
                  <a:pt x="199923" y="54536"/>
                </a:lnTo>
                <a:lnTo>
                  <a:pt x="200372" y="54243"/>
                </a:lnTo>
                <a:lnTo>
                  <a:pt x="200843" y="53963"/>
                </a:lnTo>
                <a:lnTo>
                  <a:pt x="201336" y="53697"/>
                </a:lnTo>
                <a:lnTo>
                  <a:pt x="201851" y="53444"/>
                </a:lnTo>
                <a:lnTo>
                  <a:pt x="202391" y="53202"/>
                </a:lnTo>
                <a:lnTo>
                  <a:pt x="202960" y="52970"/>
                </a:lnTo>
                <a:lnTo>
                  <a:pt x="203557" y="52747"/>
                </a:lnTo>
                <a:lnTo>
                  <a:pt x="204183" y="52534"/>
                </a:lnTo>
                <a:lnTo>
                  <a:pt x="204838" y="52331"/>
                </a:lnTo>
                <a:lnTo>
                  <a:pt x="205521" y="52137"/>
                </a:lnTo>
                <a:lnTo>
                  <a:pt x="206233" y="51953"/>
                </a:lnTo>
                <a:lnTo>
                  <a:pt x="206974" y="51779"/>
                </a:lnTo>
                <a:lnTo>
                  <a:pt x="207744" y="51614"/>
                </a:lnTo>
                <a:lnTo>
                  <a:pt x="208542" y="51459"/>
                </a:lnTo>
                <a:lnTo>
                  <a:pt x="209369" y="51314"/>
                </a:lnTo>
                <a:lnTo>
                  <a:pt x="210224" y="51178"/>
                </a:lnTo>
                <a:lnTo>
                  <a:pt x="211108" y="51051"/>
                </a:lnTo>
                <a:lnTo>
                  <a:pt x="212021" y="50935"/>
                </a:lnTo>
                <a:lnTo>
                  <a:pt x="212962" y="50828"/>
                </a:lnTo>
                <a:lnTo>
                  <a:pt x="213932" y="50730"/>
                </a:lnTo>
                <a:lnTo>
                  <a:pt x="214931" y="50643"/>
                </a:lnTo>
                <a:lnTo>
                  <a:pt x="215958" y="50565"/>
                </a:lnTo>
                <a:lnTo>
                  <a:pt x="217014" y="50496"/>
                </a:lnTo>
                <a:lnTo>
                  <a:pt x="218099" y="50437"/>
                </a:lnTo>
                <a:lnTo>
                  <a:pt x="219213" y="50388"/>
                </a:lnTo>
                <a:lnTo>
                  <a:pt x="220355" y="50348"/>
                </a:lnTo>
                <a:lnTo>
                  <a:pt x="221525" y="50318"/>
                </a:lnTo>
                <a:lnTo>
                  <a:pt x="222725" y="50298"/>
                </a:lnTo>
                <a:lnTo>
                  <a:pt x="222725" y="62941"/>
                </a:lnTo>
                <a:lnTo>
                  <a:pt x="222467" y="63312"/>
                </a:lnTo>
                <a:lnTo>
                  <a:pt x="222204" y="63676"/>
                </a:lnTo>
                <a:lnTo>
                  <a:pt x="221937" y="64035"/>
                </a:lnTo>
                <a:lnTo>
                  <a:pt x="221665" y="64388"/>
                </a:lnTo>
                <a:lnTo>
                  <a:pt x="221388" y="64735"/>
                </a:lnTo>
                <a:lnTo>
                  <a:pt x="221107" y="65076"/>
                </a:lnTo>
                <a:lnTo>
                  <a:pt x="220821" y="65411"/>
                </a:lnTo>
                <a:lnTo>
                  <a:pt x="220530" y="65740"/>
                </a:lnTo>
                <a:lnTo>
                  <a:pt x="220234" y="66064"/>
                </a:lnTo>
                <a:lnTo>
                  <a:pt x="219934" y="66381"/>
                </a:lnTo>
                <a:lnTo>
                  <a:pt x="219629" y="66692"/>
                </a:lnTo>
                <a:lnTo>
                  <a:pt x="219319" y="66997"/>
                </a:lnTo>
                <a:lnTo>
                  <a:pt x="219005" y="67297"/>
                </a:lnTo>
                <a:lnTo>
                  <a:pt x="218686" y="67590"/>
                </a:lnTo>
                <a:lnTo>
                  <a:pt x="218362" y="67877"/>
                </a:lnTo>
                <a:lnTo>
                  <a:pt x="218034" y="68159"/>
                </a:lnTo>
                <a:lnTo>
                  <a:pt x="217700" y="68435"/>
                </a:lnTo>
                <a:lnTo>
                  <a:pt x="217363" y="68704"/>
                </a:lnTo>
                <a:lnTo>
                  <a:pt x="217020" y="68968"/>
                </a:lnTo>
                <a:lnTo>
                  <a:pt x="216673" y="69225"/>
                </a:lnTo>
                <a:lnTo>
                  <a:pt x="216320" y="69477"/>
                </a:lnTo>
                <a:lnTo>
                  <a:pt x="215964" y="69723"/>
                </a:lnTo>
                <a:lnTo>
                  <a:pt x="215602" y="69963"/>
                </a:lnTo>
                <a:lnTo>
                  <a:pt x="215236" y="70197"/>
                </a:lnTo>
                <a:lnTo>
                  <a:pt x="214865" y="70423"/>
                </a:lnTo>
                <a:lnTo>
                  <a:pt x="214491" y="70639"/>
                </a:lnTo>
                <a:lnTo>
                  <a:pt x="214112" y="70846"/>
                </a:lnTo>
                <a:lnTo>
                  <a:pt x="213729" y="71043"/>
                </a:lnTo>
                <a:lnTo>
                  <a:pt x="213342" y="71231"/>
                </a:lnTo>
                <a:lnTo>
                  <a:pt x="212951" y="71409"/>
                </a:lnTo>
                <a:lnTo>
                  <a:pt x="212556" y="71577"/>
                </a:lnTo>
                <a:lnTo>
                  <a:pt x="212157" y="71736"/>
                </a:lnTo>
                <a:lnTo>
                  <a:pt x="211753" y="71885"/>
                </a:lnTo>
                <a:lnTo>
                  <a:pt x="211346" y="72025"/>
                </a:lnTo>
                <a:lnTo>
                  <a:pt x="210934" y="72155"/>
                </a:lnTo>
                <a:lnTo>
                  <a:pt x="210519" y="72275"/>
                </a:lnTo>
                <a:lnTo>
                  <a:pt x="210099" y="72386"/>
                </a:lnTo>
                <a:lnTo>
                  <a:pt x="209675" y="72487"/>
                </a:lnTo>
                <a:lnTo>
                  <a:pt x="209247" y="72578"/>
                </a:lnTo>
                <a:lnTo>
                  <a:pt x="208815" y="72660"/>
                </a:lnTo>
                <a:lnTo>
                  <a:pt x="208379" y="72732"/>
                </a:lnTo>
                <a:lnTo>
                  <a:pt x="207939" y="72794"/>
                </a:lnTo>
                <a:lnTo>
                  <a:pt x="207495" y="72847"/>
                </a:lnTo>
                <a:lnTo>
                  <a:pt x="207046" y="72891"/>
                </a:lnTo>
                <a:lnTo>
                  <a:pt x="206594" y="72924"/>
                </a:lnTo>
                <a:lnTo>
                  <a:pt x="206137" y="72948"/>
                </a:lnTo>
                <a:lnTo>
                  <a:pt x="205677" y="72963"/>
                </a:lnTo>
                <a:lnTo>
                  <a:pt x="205212" y="72968"/>
                </a:lnTo>
                <a:lnTo>
                  <a:pt x="204813" y="72963"/>
                </a:lnTo>
                <a:lnTo>
                  <a:pt x="204423" y="72949"/>
                </a:lnTo>
                <a:lnTo>
                  <a:pt x="204041" y="72926"/>
                </a:lnTo>
                <a:lnTo>
                  <a:pt x="203667" y="72894"/>
                </a:lnTo>
                <a:close/>
                <a:moveTo>
                  <a:pt x="334884" y="80457"/>
                </a:moveTo>
                <a:lnTo>
                  <a:pt x="335413" y="80420"/>
                </a:lnTo>
                <a:lnTo>
                  <a:pt x="335938" y="80374"/>
                </a:lnTo>
                <a:lnTo>
                  <a:pt x="336459" y="80320"/>
                </a:lnTo>
                <a:lnTo>
                  <a:pt x="336975" y="80257"/>
                </a:lnTo>
                <a:lnTo>
                  <a:pt x="337486" y="80186"/>
                </a:lnTo>
                <a:lnTo>
                  <a:pt x="337992" y="80107"/>
                </a:lnTo>
                <a:lnTo>
                  <a:pt x="338494" y="80019"/>
                </a:lnTo>
                <a:lnTo>
                  <a:pt x="338992" y="79923"/>
                </a:lnTo>
                <a:lnTo>
                  <a:pt x="339485" y="79818"/>
                </a:lnTo>
                <a:lnTo>
                  <a:pt x="339973" y="79706"/>
                </a:lnTo>
                <a:lnTo>
                  <a:pt x="340456" y="79584"/>
                </a:lnTo>
                <a:lnTo>
                  <a:pt x="340935" y="79455"/>
                </a:lnTo>
                <a:lnTo>
                  <a:pt x="341410" y="79317"/>
                </a:lnTo>
                <a:lnTo>
                  <a:pt x="341879" y="79171"/>
                </a:lnTo>
                <a:lnTo>
                  <a:pt x="342344" y="79016"/>
                </a:lnTo>
                <a:lnTo>
                  <a:pt x="342805" y="78854"/>
                </a:lnTo>
                <a:lnTo>
                  <a:pt x="343261" y="78682"/>
                </a:lnTo>
                <a:lnTo>
                  <a:pt x="343712" y="78503"/>
                </a:lnTo>
                <a:lnTo>
                  <a:pt x="344159" y="78315"/>
                </a:lnTo>
                <a:lnTo>
                  <a:pt x="344601" y="78119"/>
                </a:lnTo>
                <a:lnTo>
                  <a:pt x="345037" y="77914"/>
                </a:lnTo>
                <a:lnTo>
                  <a:pt x="345466" y="77700"/>
                </a:lnTo>
                <a:lnTo>
                  <a:pt x="345887" y="77479"/>
                </a:lnTo>
                <a:lnTo>
                  <a:pt x="346301" y="77248"/>
                </a:lnTo>
                <a:lnTo>
                  <a:pt x="346708" y="77010"/>
                </a:lnTo>
                <a:lnTo>
                  <a:pt x="347107" y="76762"/>
                </a:lnTo>
                <a:lnTo>
                  <a:pt x="347499" y="76507"/>
                </a:lnTo>
                <a:lnTo>
                  <a:pt x="347883" y="76243"/>
                </a:lnTo>
                <a:lnTo>
                  <a:pt x="348261" y="75970"/>
                </a:lnTo>
                <a:lnTo>
                  <a:pt x="348630" y="75689"/>
                </a:lnTo>
                <a:lnTo>
                  <a:pt x="348993" y="75400"/>
                </a:lnTo>
                <a:lnTo>
                  <a:pt x="349348" y="75102"/>
                </a:lnTo>
                <a:lnTo>
                  <a:pt x="349695" y="74795"/>
                </a:lnTo>
                <a:lnTo>
                  <a:pt x="350036" y="74480"/>
                </a:lnTo>
                <a:lnTo>
                  <a:pt x="350369" y="74157"/>
                </a:lnTo>
                <a:lnTo>
                  <a:pt x="350694" y="73825"/>
                </a:lnTo>
                <a:lnTo>
                  <a:pt x="351012" y="73485"/>
                </a:lnTo>
                <a:lnTo>
                  <a:pt x="351323" y="73136"/>
                </a:lnTo>
                <a:lnTo>
                  <a:pt x="351627" y="72779"/>
                </a:lnTo>
                <a:lnTo>
                  <a:pt x="351923" y="72414"/>
                </a:lnTo>
                <a:lnTo>
                  <a:pt x="352211" y="72039"/>
                </a:lnTo>
                <a:lnTo>
                  <a:pt x="352493" y="71657"/>
                </a:lnTo>
                <a:lnTo>
                  <a:pt x="352767" y="71266"/>
                </a:lnTo>
                <a:lnTo>
                  <a:pt x="353033" y="70866"/>
                </a:lnTo>
                <a:lnTo>
                  <a:pt x="353291" y="70458"/>
                </a:lnTo>
                <a:lnTo>
                  <a:pt x="353538" y="70042"/>
                </a:lnTo>
                <a:lnTo>
                  <a:pt x="353774" y="69618"/>
                </a:lnTo>
                <a:lnTo>
                  <a:pt x="354000" y="69185"/>
                </a:lnTo>
                <a:lnTo>
                  <a:pt x="354216" y="68744"/>
                </a:lnTo>
                <a:lnTo>
                  <a:pt x="354421" y="68295"/>
                </a:lnTo>
                <a:lnTo>
                  <a:pt x="354615" y="67837"/>
                </a:lnTo>
                <a:lnTo>
                  <a:pt x="354799" y="67372"/>
                </a:lnTo>
                <a:lnTo>
                  <a:pt x="354972" y="66898"/>
                </a:lnTo>
                <a:lnTo>
                  <a:pt x="355135" y="66415"/>
                </a:lnTo>
                <a:lnTo>
                  <a:pt x="355287" y="65925"/>
                </a:lnTo>
                <a:lnTo>
                  <a:pt x="355429" y="65426"/>
                </a:lnTo>
                <a:lnTo>
                  <a:pt x="355560" y="64919"/>
                </a:lnTo>
                <a:lnTo>
                  <a:pt x="355680" y="64404"/>
                </a:lnTo>
                <a:lnTo>
                  <a:pt x="355790" y="63881"/>
                </a:lnTo>
                <a:lnTo>
                  <a:pt x="355890" y="63349"/>
                </a:lnTo>
                <a:lnTo>
                  <a:pt x="355979" y="62809"/>
                </a:lnTo>
                <a:lnTo>
                  <a:pt x="356057" y="62261"/>
                </a:lnTo>
                <a:lnTo>
                  <a:pt x="356125" y="61705"/>
                </a:lnTo>
                <a:lnTo>
                  <a:pt x="356182" y="61140"/>
                </a:lnTo>
                <a:lnTo>
                  <a:pt x="356229" y="60567"/>
                </a:lnTo>
                <a:lnTo>
                  <a:pt x="356265" y="59986"/>
                </a:lnTo>
                <a:lnTo>
                  <a:pt x="356291" y="59397"/>
                </a:lnTo>
                <a:lnTo>
                  <a:pt x="356306" y="58799"/>
                </a:lnTo>
                <a:lnTo>
                  <a:pt x="346635" y="58799"/>
                </a:lnTo>
                <a:lnTo>
                  <a:pt x="346614" y="59359"/>
                </a:lnTo>
                <a:lnTo>
                  <a:pt x="346580" y="59907"/>
                </a:lnTo>
                <a:lnTo>
                  <a:pt x="346534" y="60443"/>
                </a:lnTo>
                <a:lnTo>
                  <a:pt x="346475" y="60968"/>
                </a:lnTo>
                <a:lnTo>
                  <a:pt x="346403" y="61482"/>
                </a:lnTo>
                <a:lnTo>
                  <a:pt x="346318" y="61984"/>
                </a:lnTo>
                <a:lnTo>
                  <a:pt x="346221" y="62475"/>
                </a:lnTo>
                <a:lnTo>
                  <a:pt x="346111" y="62954"/>
                </a:lnTo>
                <a:lnTo>
                  <a:pt x="345988" y="63422"/>
                </a:lnTo>
                <a:lnTo>
                  <a:pt x="345853" y="63879"/>
                </a:lnTo>
                <a:lnTo>
                  <a:pt x="345705" y="64324"/>
                </a:lnTo>
                <a:lnTo>
                  <a:pt x="345544" y="64757"/>
                </a:lnTo>
                <a:lnTo>
                  <a:pt x="345371" y="65179"/>
                </a:lnTo>
                <a:lnTo>
                  <a:pt x="345185" y="65590"/>
                </a:lnTo>
                <a:lnTo>
                  <a:pt x="344986" y="65989"/>
                </a:lnTo>
                <a:lnTo>
                  <a:pt x="344775" y="66377"/>
                </a:lnTo>
                <a:lnTo>
                  <a:pt x="344550" y="66753"/>
                </a:lnTo>
                <a:lnTo>
                  <a:pt x="344313" y="67118"/>
                </a:lnTo>
                <a:lnTo>
                  <a:pt x="344064" y="67472"/>
                </a:lnTo>
                <a:lnTo>
                  <a:pt x="343802" y="67814"/>
                </a:lnTo>
                <a:lnTo>
                  <a:pt x="343527" y="68144"/>
                </a:lnTo>
                <a:lnTo>
                  <a:pt x="343239" y="68464"/>
                </a:lnTo>
                <a:lnTo>
                  <a:pt x="342939" y="68771"/>
                </a:lnTo>
                <a:lnTo>
                  <a:pt x="342626" y="69068"/>
                </a:lnTo>
                <a:lnTo>
                  <a:pt x="342303" y="69352"/>
                </a:lnTo>
                <a:lnTo>
                  <a:pt x="341972" y="69625"/>
                </a:lnTo>
                <a:lnTo>
                  <a:pt x="341635" y="69885"/>
                </a:lnTo>
                <a:lnTo>
                  <a:pt x="341291" y="70133"/>
                </a:lnTo>
                <a:lnTo>
                  <a:pt x="340939" y="70369"/>
                </a:lnTo>
                <a:lnTo>
                  <a:pt x="340580" y="70593"/>
                </a:lnTo>
                <a:lnTo>
                  <a:pt x="340214" y="70805"/>
                </a:lnTo>
                <a:lnTo>
                  <a:pt x="339841" y="71005"/>
                </a:lnTo>
                <a:lnTo>
                  <a:pt x="339461" y="71192"/>
                </a:lnTo>
                <a:lnTo>
                  <a:pt x="339073" y="71368"/>
                </a:lnTo>
                <a:lnTo>
                  <a:pt x="338679" y="71531"/>
                </a:lnTo>
                <a:lnTo>
                  <a:pt x="338277" y="71683"/>
                </a:lnTo>
                <a:lnTo>
                  <a:pt x="337868" y="71822"/>
                </a:lnTo>
                <a:lnTo>
                  <a:pt x="337452" y="71949"/>
                </a:lnTo>
                <a:lnTo>
                  <a:pt x="337028" y="72064"/>
                </a:lnTo>
                <a:lnTo>
                  <a:pt x="336598" y="72167"/>
                </a:lnTo>
                <a:lnTo>
                  <a:pt x="336160" y="72258"/>
                </a:lnTo>
                <a:lnTo>
                  <a:pt x="335715" y="72337"/>
                </a:lnTo>
                <a:lnTo>
                  <a:pt x="335263" y="72403"/>
                </a:lnTo>
                <a:lnTo>
                  <a:pt x="334804" y="72458"/>
                </a:lnTo>
                <a:lnTo>
                  <a:pt x="334338" y="72500"/>
                </a:lnTo>
                <a:lnTo>
                  <a:pt x="333865" y="72530"/>
                </a:lnTo>
                <a:lnTo>
                  <a:pt x="333384" y="72548"/>
                </a:lnTo>
                <a:lnTo>
                  <a:pt x="332896" y="72554"/>
                </a:lnTo>
                <a:lnTo>
                  <a:pt x="332462" y="72550"/>
                </a:lnTo>
                <a:lnTo>
                  <a:pt x="332033" y="72536"/>
                </a:lnTo>
                <a:lnTo>
                  <a:pt x="331611" y="72512"/>
                </a:lnTo>
                <a:lnTo>
                  <a:pt x="331194" y="72480"/>
                </a:lnTo>
                <a:lnTo>
                  <a:pt x="330784" y="72438"/>
                </a:lnTo>
                <a:lnTo>
                  <a:pt x="330379" y="72387"/>
                </a:lnTo>
                <a:lnTo>
                  <a:pt x="329980" y="72326"/>
                </a:lnTo>
                <a:lnTo>
                  <a:pt x="329587" y="72256"/>
                </a:lnTo>
                <a:lnTo>
                  <a:pt x="329201" y="72177"/>
                </a:lnTo>
                <a:lnTo>
                  <a:pt x="328820" y="72088"/>
                </a:lnTo>
                <a:lnTo>
                  <a:pt x="328445" y="71990"/>
                </a:lnTo>
                <a:lnTo>
                  <a:pt x="328076" y="71883"/>
                </a:lnTo>
                <a:lnTo>
                  <a:pt x="327712" y="71766"/>
                </a:lnTo>
                <a:lnTo>
                  <a:pt x="327355" y="71640"/>
                </a:lnTo>
                <a:lnTo>
                  <a:pt x="327004" y="71505"/>
                </a:lnTo>
                <a:lnTo>
                  <a:pt x="326659" y="71361"/>
                </a:lnTo>
                <a:lnTo>
                  <a:pt x="326319" y="71207"/>
                </a:lnTo>
                <a:lnTo>
                  <a:pt x="325986" y="71043"/>
                </a:lnTo>
                <a:lnTo>
                  <a:pt x="325658" y="70871"/>
                </a:lnTo>
                <a:lnTo>
                  <a:pt x="325337" y="70689"/>
                </a:lnTo>
                <a:lnTo>
                  <a:pt x="325021" y="70498"/>
                </a:lnTo>
                <a:lnTo>
                  <a:pt x="324712" y="70297"/>
                </a:lnTo>
                <a:lnTo>
                  <a:pt x="324408" y="70087"/>
                </a:lnTo>
                <a:lnTo>
                  <a:pt x="324110" y="69868"/>
                </a:lnTo>
                <a:lnTo>
                  <a:pt x="323818" y="69640"/>
                </a:lnTo>
                <a:lnTo>
                  <a:pt x="323533" y="69403"/>
                </a:lnTo>
                <a:lnTo>
                  <a:pt x="323253" y="69158"/>
                </a:lnTo>
                <a:lnTo>
                  <a:pt x="322980" y="68905"/>
                </a:lnTo>
                <a:lnTo>
                  <a:pt x="322713" y="68643"/>
                </a:lnTo>
                <a:lnTo>
                  <a:pt x="322452" y="68372"/>
                </a:lnTo>
                <a:lnTo>
                  <a:pt x="322197" y="68093"/>
                </a:lnTo>
                <a:lnTo>
                  <a:pt x="321948" y="67806"/>
                </a:lnTo>
                <a:lnTo>
                  <a:pt x="321705" y="67510"/>
                </a:lnTo>
                <a:lnTo>
                  <a:pt x="321469" y="67206"/>
                </a:lnTo>
                <a:lnTo>
                  <a:pt x="321239" y="66893"/>
                </a:lnTo>
                <a:lnTo>
                  <a:pt x="321014" y="66572"/>
                </a:lnTo>
                <a:lnTo>
                  <a:pt x="320796" y="66242"/>
                </a:lnTo>
                <a:lnTo>
                  <a:pt x="320584" y="65904"/>
                </a:lnTo>
                <a:lnTo>
                  <a:pt x="320379" y="65557"/>
                </a:lnTo>
                <a:lnTo>
                  <a:pt x="320179" y="65202"/>
                </a:lnTo>
                <a:lnTo>
                  <a:pt x="319986" y="64839"/>
                </a:lnTo>
                <a:lnTo>
                  <a:pt x="319798" y="64467"/>
                </a:lnTo>
                <a:lnTo>
                  <a:pt x="319617" y="64086"/>
                </a:lnTo>
                <a:lnTo>
                  <a:pt x="319442" y="63697"/>
                </a:lnTo>
                <a:lnTo>
                  <a:pt x="319273" y="63300"/>
                </a:lnTo>
                <a:lnTo>
                  <a:pt x="319110" y="62894"/>
                </a:lnTo>
                <a:lnTo>
                  <a:pt x="318954" y="62480"/>
                </a:lnTo>
                <a:lnTo>
                  <a:pt x="318803" y="62057"/>
                </a:lnTo>
                <a:lnTo>
                  <a:pt x="318659" y="61627"/>
                </a:lnTo>
                <a:lnTo>
                  <a:pt x="318521" y="61189"/>
                </a:lnTo>
                <a:lnTo>
                  <a:pt x="318389" y="60743"/>
                </a:lnTo>
                <a:lnTo>
                  <a:pt x="318263" y="60291"/>
                </a:lnTo>
                <a:lnTo>
                  <a:pt x="318143" y="59830"/>
                </a:lnTo>
                <a:lnTo>
                  <a:pt x="318029" y="59363"/>
                </a:lnTo>
                <a:lnTo>
                  <a:pt x="317922" y="58888"/>
                </a:lnTo>
                <a:lnTo>
                  <a:pt x="317820" y="58406"/>
                </a:lnTo>
                <a:lnTo>
                  <a:pt x="317725" y="57916"/>
                </a:lnTo>
                <a:lnTo>
                  <a:pt x="317636" y="57419"/>
                </a:lnTo>
                <a:lnTo>
                  <a:pt x="317553" y="56915"/>
                </a:lnTo>
                <a:lnTo>
                  <a:pt x="317476" y="56403"/>
                </a:lnTo>
                <a:lnTo>
                  <a:pt x="317406" y="55884"/>
                </a:lnTo>
                <a:lnTo>
                  <a:pt x="317341" y="55358"/>
                </a:lnTo>
                <a:lnTo>
                  <a:pt x="317283" y="54824"/>
                </a:lnTo>
                <a:lnTo>
                  <a:pt x="317231" y="54283"/>
                </a:lnTo>
                <a:lnTo>
                  <a:pt x="317185" y="53734"/>
                </a:lnTo>
                <a:lnTo>
                  <a:pt x="317145" y="53178"/>
                </a:lnTo>
                <a:lnTo>
                  <a:pt x="317111" y="52615"/>
                </a:lnTo>
                <a:lnTo>
                  <a:pt x="317083" y="52044"/>
                </a:lnTo>
                <a:lnTo>
                  <a:pt x="317062" y="51466"/>
                </a:lnTo>
                <a:lnTo>
                  <a:pt x="317046" y="50880"/>
                </a:lnTo>
                <a:lnTo>
                  <a:pt x="317037" y="50288"/>
                </a:lnTo>
                <a:lnTo>
                  <a:pt x="317034" y="49687"/>
                </a:lnTo>
                <a:lnTo>
                  <a:pt x="317041" y="48780"/>
                </a:lnTo>
                <a:lnTo>
                  <a:pt x="317062" y="47889"/>
                </a:lnTo>
                <a:lnTo>
                  <a:pt x="317097" y="47015"/>
                </a:lnTo>
                <a:lnTo>
                  <a:pt x="317146" y="46158"/>
                </a:lnTo>
                <a:lnTo>
                  <a:pt x="317208" y="45318"/>
                </a:lnTo>
                <a:lnTo>
                  <a:pt x="317285" y="44495"/>
                </a:lnTo>
                <a:lnTo>
                  <a:pt x="317375" y="43690"/>
                </a:lnTo>
                <a:lnTo>
                  <a:pt x="317480" y="42901"/>
                </a:lnTo>
                <a:lnTo>
                  <a:pt x="317598" y="42129"/>
                </a:lnTo>
                <a:lnTo>
                  <a:pt x="317730" y="41375"/>
                </a:lnTo>
                <a:lnTo>
                  <a:pt x="317876" y="40637"/>
                </a:lnTo>
                <a:lnTo>
                  <a:pt x="318037" y="39917"/>
                </a:lnTo>
                <a:lnTo>
                  <a:pt x="318211" y="39213"/>
                </a:lnTo>
                <a:lnTo>
                  <a:pt x="318399" y="38527"/>
                </a:lnTo>
                <a:lnTo>
                  <a:pt x="318600" y="37857"/>
                </a:lnTo>
                <a:lnTo>
                  <a:pt x="318816" y="37205"/>
                </a:lnTo>
                <a:lnTo>
                  <a:pt x="319046" y="36569"/>
                </a:lnTo>
                <a:lnTo>
                  <a:pt x="319290" y="35951"/>
                </a:lnTo>
                <a:lnTo>
                  <a:pt x="319547" y="35350"/>
                </a:lnTo>
                <a:lnTo>
                  <a:pt x="319819" y="34765"/>
                </a:lnTo>
                <a:lnTo>
                  <a:pt x="320104" y="34198"/>
                </a:lnTo>
                <a:lnTo>
                  <a:pt x="320403" y="33648"/>
                </a:lnTo>
                <a:lnTo>
                  <a:pt x="320717" y="33115"/>
                </a:lnTo>
                <a:lnTo>
                  <a:pt x="321044" y="32599"/>
                </a:lnTo>
                <a:lnTo>
                  <a:pt x="321385" y="32102"/>
                </a:lnTo>
                <a:lnTo>
                  <a:pt x="321739" y="31626"/>
                </a:lnTo>
                <a:lnTo>
                  <a:pt x="322106" y="31171"/>
                </a:lnTo>
                <a:lnTo>
                  <a:pt x="322487" y="30737"/>
                </a:lnTo>
                <a:lnTo>
                  <a:pt x="322881" y="30325"/>
                </a:lnTo>
                <a:lnTo>
                  <a:pt x="323288" y="29933"/>
                </a:lnTo>
                <a:lnTo>
                  <a:pt x="323709" y="29563"/>
                </a:lnTo>
                <a:lnTo>
                  <a:pt x="324143" y="29214"/>
                </a:lnTo>
                <a:lnTo>
                  <a:pt x="324590" y="28886"/>
                </a:lnTo>
                <a:lnTo>
                  <a:pt x="325051" y="28580"/>
                </a:lnTo>
                <a:lnTo>
                  <a:pt x="325525" y="28294"/>
                </a:lnTo>
                <a:lnTo>
                  <a:pt x="326012" y="28030"/>
                </a:lnTo>
                <a:lnTo>
                  <a:pt x="326512" y="27787"/>
                </a:lnTo>
                <a:lnTo>
                  <a:pt x="327026" y="27564"/>
                </a:lnTo>
                <a:lnTo>
                  <a:pt x="327553" y="27364"/>
                </a:lnTo>
                <a:lnTo>
                  <a:pt x="328094" y="27184"/>
                </a:lnTo>
                <a:lnTo>
                  <a:pt x="328647" y="27025"/>
                </a:lnTo>
                <a:lnTo>
                  <a:pt x="329214" y="26888"/>
                </a:lnTo>
                <a:lnTo>
                  <a:pt x="329795" y="26771"/>
                </a:lnTo>
                <a:lnTo>
                  <a:pt x="330388" y="26676"/>
                </a:lnTo>
                <a:lnTo>
                  <a:pt x="330995" y="26602"/>
                </a:lnTo>
                <a:lnTo>
                  <a:pt x="331616" y="26549"/>
                </a:lnTo>
                <a:lnTo>
                  <a:pt x="332249" y="26517"/>
                </a:lnTo>
                <a:lnTo>
                  <a:pt x="332896" y="26507"/>
                </a:lnTo>
                <a:lnTo>
                  <a:pt x="333374" y="26513"/>
                </a:lnTo>
                <a:lnTo>
                  <a:pt x="333844" y="26531"/>
                </a:lnTo>
                <a:lnTo>
                  <a:pt x="334306" y="26560"/>
                </a:lnTo>
                <a:lnTo>
                  <a:pt x="334761" y="26602"/>
                </a:lnTo>
                <a:lnTo>
                  <a:pt x="335208" y="26656"/>
                </a:lnTo>
                <a:lnTo>
                  <a:pt x="335647" y="26721"/>
                </a:lnTo>
                <a:lnTo>
                  <a:pt x="336079" y="26798"/>
                </a:lnTo>
                <a:lnTo>
                  <a:pt x="336503" y="26888"/>
                </a:lnTo>
                <a:lnTo>
                  <a:pt x="336919" y="26989"/>
                </a:lnTo>
                <a:lnTo>
                  <a:pt x="337328" y="27102"/>
                </a:lnTo>
                <a:lnTo>
                  <a:pt x="337729" y="27227"/>
                </a:lnTo>
                <a:lnTo>
                  <a:pt x="338122" y="27363"/>
                </a:lnTo>
                <a:lnTo>
                  <a:pt x="338508" y="27512"/>
                </a:lnTo>
                <a:lnTo>
                  <a:pt x="338885" y="27673"/>
                </a:lnTo>
                <a:lnTo>
                  <a:pt x="339256" y="27845"/>
                </a:lnTo>
                <a:lnTo>
                  <a:pt x="339618" y="28029"/>
                </a:lnTo>
                <a:lnTo>
                  <a:pt x="339973" y="28226"/>
                </a:lnTo>
                <a:lnTo>
                  <a:pt x="340320" y="28434"/>
                </a:lnTo>
                <a:lnTo>
                  <a:pt x="340660" y="28654"/>
                </a:lnTo>
                <a:lnTo>
                  <a:pt x="340992" y="28886"/>
                </a:lnTo>
                <a:lnTo>
                  <a:pt x="341316" y="29130"/>
                </a:lnTo>
                <a:lnTo>
                  <a:pt x="341632" y="29386"/>
                </a:lnTo>
                <a:lnTo>
                  <a:pt x="341941" y="29653"/>
                </a:lnTo>
                <a:lnTo>
                  <a:pt x="342242" y="29933"/>
                </a:lnTo>
                <a:lnTo>
                  <a:pt x="342534" y="30223"/>
                </a:lnTo>
                <a:lnTo>
                  <a:pt x="342815" y="30521"/>
                </a:lnTo>
                <a:lnTo>
                  <a:pt x="343085" y="30828"/>
                </a:lnTo>
                <a:lnTo>
                  <a:pt x="343344" y="31145"/>
                </a:lnTo>
                <a:lnTo>
                  <a:pt x="343592" y="31470"/>
                </a:lnTo>
                <a:lnTo>
                  <a:pt x="343829" y="31803"/>
                </a:lnTo>
                <a:lnTo>
                  <a:pt x="344055" y="32146"/>
                </a:lnTo>
                <a:lnTo>
                  <a:pt x="344270" y="32497"/>
                </a:lnTo>
                <a:lnTo>
                  <a:pt x="344474" y="32858"/>
                </a:lnTo>
                <a:lnTo>
                  <a:pt x="344667" y="33227"/>
                </a:lnTo>
                <a:lnTo>
                  <a:pt x="344850" y="33604"/>
                </a:lnTo>
                <a:lnTo>
                  <a:pt x="345021" y="33991"/>
                </a:lnTo>
                <a:lnTo>
                  <a:pt x="345181" y="34386"/>
                </a:lnTo>
                <a:lnTo>
                  <a:pt x="345331" y="34791"/>
                </a:lnTo>
                <a:lnTo>
                  <a:pt x="345469" y="35204"/>
                </a:lnTo>
                <a:lnTo>
                  <a:pt x="345597" y="35626"/>
                </a:lnTo>
                <a:lnTo>
                  <a:pt x="345713" y="36056"/>
                </a:lnTo>
                <a:lnTo>
                  <a:pt x="345819" y="36496"/>
                </a:lnTo>
                <a:lnTo>
                  <a:pt x="345914" y="36944"/>
                </a:lnTo>
                <a:lnTo>
                  <a:pt x="345997" y="37401"/>
                </a:lnTo>
                <a:lnTo>
                  <a:pt x="346070" y="37867"/>
                </a:lnTo>
                <a:lnTo>
                  <a:pt x="346132" y="38342"/>
                </a:lnTo>
                <a:lnTo>
                  <a:pt x="346183" y="38825"/>
                </a:lnTo>
                <a:lnTo>
                  <a:pt x="346222" y="39318"/>
                </a:lnTo>
                <a:lnTo>
                  <a:pt x="355952" y="39318"/>
                </a:lnTo>
                <a:lnTo>
                  <a:pt x="355927" y="38736"/>
                </a:lnTo>
                <a:lnTo>
                  <a:pt x="355893" y="38163"/>
                </a:lnTo>
                <a:lnTo>
                  <a:pt x="355848" y="37598"/>
                </a:lnTo>
                <a:lnTo>
                  <a:pt x="355794" y="37042"/>
                </a:lnTo>
                <a:lnTo>
                  <a:pt x="355730" y="36495"/>
                </a:lnTo>
                <a:lnTo>
                  <a:pt x="355655" y="35955"/>
                </a:lnTo>
                <a:lnTo>
                  <a:pt x="355571" y="35425"/>
                </a:lnTo>
                <a:lnTo>
                  <a:pt x="355477" y="34902"/>
                </a:lnTo>
                <a:lnTo>
                  <a:pt x="355373" y="34388"/>
                </a:lnTo>
                <a:lnTo>
                  <a:pt x="355259" y="33883"/>
                </a:lnTo>
                <a:lnTo>
                  <a:pt x="355135" y="33386"/>
                </a:lnTo>
                <a:lnTo>
                  <a:pt x="355001" y="32897"/>
                </a:lnTo>
                <a:lnTo>
                  <a:pt x="354857" y="32417"/>
                </a:lnTo>
                <a:lnTo>
                  <a:pt x="354704" y="31946"/>
                </a:lnTo>
                <a:lnTo>
                  <a:pt x="354540" y="31483"/>
                </a:lnTo>
                <a:lnTo>
                  <a:pt x="354366" y="31028"/>
                </a:lnTo>
                <a:lnTo>
                  <a:pt x="354183" y="30582"/>
                </a:lnTo>
                <a:lnTo>
                  <a:pt x="353989" y="30144"/>
                </a:lnTo>
                <a:lnTo>
                  <a:pt x="353786" y="29715"/>
                </a:lnTo>
                <a:lnTo>
                  <a:pt x="353573" y="29294"/>
                </a:lnTo>
                <a:lnTo>
                  <a:pt x="353350" y="28881"/>
                </a:lnTo>
                <a:lnTo>
                  <a:pt x="353116" y="28477"/>
                </a:lnTo>
                <a:lnTo>
                  <a:pt x="352873" y="28082"/>
                </a:lnTo>
                <a:lnTo>
                  <a:pt x="352620" y="27695"/>
                </a:lnTo>
                <a:lnTo>
                  <a:pt x="352359" y="27316"/>
                </a:lnTo>
                <a:lnTo>
                  <a:pt x="352090" y="26945"/>
                </a:lnTo>
                <a:lnTo>
                  <a:pt x="351814" y="26582"/>
                </a:lnTo>
                <a:lnTo>
                  <a:pt x="351531" y="26227"/>
                </a:lnTo>
                <a:lnTo>
                  <a:pt x="351241" y="25881"/>
                </a:lnTo>
                <a:lnTo>
                  <a:pt x="350943" y="25542"/>
                </a:lnTo>
                <a:lnTo>
                  <a:pt x="350639" y="25211"/>
                </a:lnTo>
                <a:lnTo>
                  <a:pt x="350327" y="24889"/>
                </a:lnTo>
                <a:lnTo>
                  <a:pt x="350008" y="24574"/>
                </a:lnTo>
                <a:lnTo>
                  <a:pt x="349682" y="24267"/>
                </a:lnTo>
                <a:lnTo>
                  <a:pt x="349349" y="23969"/>
                </a:lnTo>
                <a:lnTo>
                  <a:pt x="349009" y="23678"/>
                </a:lnTo>
                <a:lnTo>
                  <a:pt x="348661" y="23396"/>
                </a:lnTo>
                <a:lnTo>
                  <a:pt x="348306" y="23121"/>
                </a:lnTo>
                <a:lnTo>
                  <a:pt x="347944" y="22855"/>
                </a:lnTo>
                <a:lnTo>
                  <a:pt x="347575" y="22597"/>
                </a:lnTo>
                <a:lnTo>
                  <a:pt x="347199" y="22346"/>
                </a:lnTo>
                <a:lnTo>
                  <a:pt x="346816" y="22104"/>
                </a:lnTo>
                <a:lnTo>
                  <a:pt x="346425" y="21870"/>
                </a:lnTo>
                <a:lnTo>
                  <a:pt x="346028" y="21644"/>
                </a:lnTo>
                <a:lnTo>
                  <a:pt x="345623" y="21425"/>
                </a:lnTo>
                <a:lnTo>
                  <a:pt x="345211" y="21215"/>
                </a:lnTo>
                <a:lnTo>
                  <a:pt x="344791" y="21013"/>
                </a:lnTo>
                <a:lnTo>
                  <a:pt x="344365" y="20819"/>
                </a:lnTo>
                <a:lnTo>
                  <a:pt x="343933" y="20633"/>
                </a:lnTo>
                <a:lnTo>
                  <a:pt x="343496" y="20455"/>
                </a:lnTo>
                <a:lnTo>
                  <a:pt x="343054" y="20284"/>
                </a:lnTo>
                <a:lnTo>
                  <a:pt x="342608" y="20122"/>
                </a:lnTo>
                <a:lnTo>
                  <a:pt x="342158" y="19967"/>
                </a:lnTo>
                <a:lnTo>
                  <a:pt x="341702" y="19821"/>
                </a:lnTo>
                <a:lnTo>
                  <a:pt x="341242" y="19682"/>
                </a:lnTo>
                <a:lnTo>
                  <a:pt x="340778" y="19551"/>
                </a:lnTo>
                <a:lnTo>
                  <a:pt x="340309" y="19429"/>
                </a:lnTo>
                <a:lnTo>
                  <a:pt x="339835" y="19314"/>
                </a:lnTo>
                <a:lnTo>
                  <a:pt x="339357" y="19207"/>
                </a:lnTo>
                <a:lnTo>
                  <a:pt x="338874" y="19108"/>
                </a:lnTo>
                <a:lnTo>
                  <a:pt x="338386" y="19016"/>
                </a:lnTo>
                <a:lnTo>
                  <a:pt x="337894" y="18933"/>
                </a:lnTo>
                <a:lnTo>
                  <a:pt x="337397" y="18858"/>
                </a:lnTo>
                <a:lnTo>
                  <a:pt x="336896" y="18791"/>
                </a:lnTo>
                <a:lnTo>
                  <a:pt x="336390" y="18731"/>
                </a:lnTo>
                <a:lnTo>
                  <a:pt x="335879" y="18680"/>
                </a:lnTo>
                <a:lnTo>
                  <a:pt x="335364" y="18636"/>
                </a:lnTo>
                <a:lnTo>
                  <a:pt x="334844" y="18600"/>
                </a:lnTo>
                <a:lnTo>
                  <a:pt x="334320" y="18573"/>
                </a:lnTo>
                <a:lnTo>
                  <a:pt x="333791" y="18553"/>
                </a:lnTo>
                <a:lnTo>
                  <a:pt x="333257" y="18541"/>
                </a:lnTo>
                <a:lnTo>
                  <a:pt x="332719" y="18537"/>
                </a:lnTo>
                <a:lnTo>
                  <a:pt x="332079" y="18543"/>
                </a:lnTo>
                <a:lnTo>
                  <a:pt x="331445" y="18561"/>
                </a:lnTo>
                <a:lnTo>
                  <a:pt x="330818" y="18592"/>
                </a:lnTo>
                <a:lnTo>
                  <a:pt x="330198" y="18635"/>
                </a:lnTo>
                <a:lnTo>
                  <a:pt x="329584" y="18689"/>
                </a:lnTo>
                <a:lnTo>
                  <a:pt x="328977" y="18756"/>
                </a:lnTo>
                <a:lnTo>
                  <a:pt x="328376" y="18836"/>
                </a:lnTo>
                <a:lnTo>
                  <a:pt x="327782" y="18927"/>
                </a:lnTo>
                <a:lnTo>
                  <a:pt x="327195" y="19031"/>
                </a:lnTo>
                <a:lnTo>
                  <a:pt x="326615" y="19146"/>
                </a:lnTo>
                <a:lnTo>
                  <a:pt x="326041" y="19274"/>
                </a:lnTo>
                <a:lnTo>
                  <a:pt x="325474" y="19414"/>
                </a:lnTo>
                <a:lnTo>
                  <a:pt x="324913" y="19567"/>
                </a:lnTo>
                <a:lnTo>
                  <a:pt x="324359" y="19731"/>
                </a:lnTo>
                <a:lnTo>
                  <a:pt x="323812" y="19908"/>
                </a:lnTo>
                <a:lnTo>
                  <a:pt x="323271" y="20097"/>
                </a:lnTo>
                <a:lnTo>
                  <a:pt x="322738" y="20298"/>
                </a:lnTo>
                <a:lnTo>
                  <a:pt x="322210" y="20511"/>
                </a:lnTo>
                <a:lnTo>
                  <a:pt x="321690" y="20736"/>
                </a:lnTo>
                <a:lnTo>
                  <a:pt x="321176" y="20974"/>
                </a:lnTo>
                <a:lnTo>
                  <a:pt x="320668" y="21224"/>
                </a:lnTo>
                <a:lnTo>
                  <a:pt x="320168" y="21486"/>
                </a:lnTo>
                <a:lnTo>
                  <a:pt x="319674" y="21760"/>
                </a:lnTo>
                <a:lnTo>
                  <a:pt x="319186" y="22046"/>
                </a:lnTo>
                <a:lnTo>
                  <a:pt x="318707" y="22344"/>
                </a:lnTo>
                <a:lnTo>
                  <a:pt x="318236" y="22655"/>
                </a:lnTo>
                <a:lnTo>
                  <a:pt x="317774" y="22977"/>
                </a:lnTo>
                <a:lnTo>
                  <a:pt x="317322" y="23311"/>
                </a:lnTo>
                <a:lnTo>
                  <a:pt x="316878" y="23658"/>
                </a:lnTo>
                <a:lnTo>
                  <a:pt x="316443" y="24016"/>
                </a:lnTo>
                <a:lnTo>
                  <a:pt x="316017" y="24386"/>
                </a:lnTo>
                <a:lnTo>
                  <a:pt x="315599" y="24768"/>
                </a:lnTo>
                <a:lnTo>
                  <a:pt x="315191" y="25163"/>
                </a:lnTo>
                <a:lnTo>
                  <a:pt x="314792" y="25569"/>
                </a:lnTo>
                <a:lnTo>
                  <a:pt x="314401" y="25987"/>
                </a:lnTo>
                <a:lnTo>
                  <a:pt x="314019" y="26417"/>
                </a:lnTo>
                <a:lnTo>
                  <a:pt x="313647" y="26859"/>
                </a:lnTo>
                <a:lnTo>
                  <a:pt x="313283" y="27313"/>
                </a:lnTo>
                <a:lnTo>
                  <a:pt x="312928" y="27779"/>
                </a:lnTo>
                <a:lnTo>
                  <a:pt x="312582" y="28257"/>
                </a:lnTo>
                <a:lnTo>
                  <a:pt x="312245" y="28747"/>
                </a:lnTo>
                <a:lnTo>
                  <a:pt x="311917" y="29249"/>
                </a:lnTo>
                <a:lnTo>
                  <a:pt x="311598" y="29763"/>
                </a:lnTo>
                <a:lnTo>
                  <a:pt x="311287" y="30289"/>
                </a:lnTo>
                <a:lnTo>
                  <a:pt x="310986" y="30827"/>
                </a:lnTo>
                <a:lnTo>
                  <a:pt x="310693" y="31376"/>
                </a:lnTo>
                <a:lnTo>
                  <a:pt x="310410" y="31938"/>
                </a:lnTo>
                <a:lnTo>
                  <a:pt x="310135" y="32512"/>
                </a:lnTo>
                <a:lnTo>
                  <a:pt x="309870" y="33097"/>
                </a:lnTo>
                <a:lnTo>
                  <a:pt x="309617" y="33694"/>
                </a:lnTo>
                <a:lnTo>
                  <a:pt x="309375" y="34302"/>
                </a:lnTo>
                <a:lnTo>
                  <a:pt x="309144" y="34921"/>
                </a:lnTo>
                <a:lnTo>
                  <a:pt x="308925" y="35551"/>
                </a:lnTo>
                <a:lnTo>
                  <a:pt x="308716" y="36193"/>
                </a:lnTo>
                <a:lnTo>
                  <a:pt x="308519" y="36846"/>
                </a:lnTo>
                <a:lnTo>
                  <a:pt x="308333" y="37511"/>
                </a:lnTo>
                <a:lnTo>
                  <a:pt x="308159" y="38187"/>
                </a:lnTo>
                <a:lnTo>
                  <a:pt x="307995" y="38874"/>
                </a:lnTo>
                <a:lnTo>
                  <a:pt x="307843" y="39573"/>
                </a:lnTo>
                <a:lnTo>
                  <a:pt x="307703" y="40282"/>
                </a:lnTo>
                <a:lnTo>
                  <a:pt x="307573" y="41004"/>
                </a:lnTo>
                <a:lnTo>
                  <a:pt x="307455" y="41736"/>
                </a:lnTo>
                <a:lnTo>
                  <a:pt x="307348" y="42480"/>
                </a:lnTo>
                <a:lnTo>
                  <a:pt x="307252" y="43235"/>
                </a:lnTo>
                <a:lnTo>
                  <a:pt x="307168" y="44001"/>
                </a:lnTo>
                <a:lnTo>
                  <a:pt x="307095" y="44779"/>
                </a:lnTo>
                <a:lnTo>
                  <a:pt x="307033" y="45568"/>
                </a:lnTo>
                <a:lnTo>
                  <a:pt x="306982" y="46369"/>
                </a:lnTo>
                <a:lnTo>
                  <a:pt x="306943" y="47181"/>
                </a:lnTo>
                <a:lnTo>
                  <a:pt x="306914" y="48004"/>
                </a:lnTo>
                <a:lnTo>
                  <a:pt x="306898" y="48838"/>
                </a:lnTo>
                <a:lnTo>
                  <a:pt x="306892" y="49684"/>
                </a:lnTo>
                <a:lnTo>
                  <a:pt x="306898" y="50529"/>
                </a:lnTo>
                <a:lnTo>
                  <a:pt x="306915" y="51364"/>
                </a:lnTo>
                <a:lnTo>
                  <a:pt x="306944" y="52186"/>
                </a:lnTo>
                <a:lnTo>
                  <a:pt x="306984" y="52997"/>
                </a:lnTo>
                <a:lnTo>
                  <a:pt x="307035" y="53796"/>
                </a:lnTo>
                <a:lnTo>
                  <a:pt x="307098" y="54583"/>
                </a:lnTo>
                <a:lnTo>
                  <a:pt x="307173" y="55359"/>
                </a:lnTo>
                <a:lnTo>
                  <a:pt x="307259" y="56124"/>
                </a:lnTo>
                <a:lnTo>
                  <a:pt x="307356" y="56876"/>
                </a:lnTo>
                <a:lnTo>
                  <a:pt x="307465" y="57617"/>
                </a:lnTo>
                <a:lnTo>
                  <a:pt x="307586" y="58346"/>
                </a:lnTo>
                <a:lnTo>
                  <a:pt x="307717" y="59064"/>
                </a:lnTo>
                <a:lnTo>
                  <a:pt x="307861" y="59770"/>
                </a:lnTo>
                <a:lnTo>
                  <a:pt x="308016" y="60464"/>
                </a:lnTo>
                <a:lnTo>
                  <a:pt x="308182" y="61147"/>
                </a:lnTo>
                <a:lnTo>
                  <a:pt x="308360" y="61818"/>
                </a:lnTo>
                <a:lnTo>
                  <a:pt x="308549" y="62477"/>
                </a:lnTo>
                <a:lnTo>
                  <a:pt x="308749" y="63125"/>
                </a:lnTo>
                <a:lnTo>
                  <a:pt x="308961" y="63761"/>
                </a:lnTo>
                <a:lnTo>
                  <a:pt x="309185" y="64386"/>
                </a:lnTo>
                <a:lnTo>
                  <a:pt x="309420" y="64999"/>
                </a:lnTo>
                <a:lnTo>
                  <a:pt x="309667" y="65600"/>
                </a:lnTo>
                <a:lnTo>
                  <a:pt x="309925" y="66189"/>
                </a:lnTo>
                <a:lnTo>
                  <a:pt x="310194" y="66767"/>
                </a:lnTo>
                <a:lnTo>
                  <a:pt x="310474" y="67333"/>
                </a:lnTo>
                <a:lnTo>
                  <a:pt x="310762" y="67887"/>
                </a:lnTo>
                <a:lnTo>
                  <a:pt x="311059" y="68429"/>
                </a:lnTo>
                <a:lnTo>
                  <a:pt x="311365" y="68960"/>
                </a:lnTo>
                <a:lnTo>
                  <a:pt x="311680" y="69478"/>
                </a:lnTo>
                <a:lnTo>
                  <a:pt x="312004" y="69985"/>
                </a:lnTo>
                <a:lnTo>
                  <a:pt x="312336" y="70480"/>
                </a:lnTo>
                <a:lnTo>
                  <a:pt x="312677" y="70963"/>
                </a:lnTo>
                <a:lnTo>
                  <a:pt x="313027" y="71434"/>
                </a:lnTo>
                <a:lnTo>
                  <a:pt x="313386" y="71893"/>
                </a:lnTo>
                <a:lnTo>
                  <a:pt x="313754" y="72341"/>
                </a:lnTo>
                <a:lnTo>
                  <a:pt x="314130" y="72776"/>
                </a:lnTo>
                <a:lnTo>
                  <a:pt x="314515" y="73200"/>
                </a:lnTo>
                <a:lnTo>
                  <a:pt x="314909" y="73612"/>
                </a:lnTo>
                <a:lnTo>
                  <a:pt x="315312" y="74012"/>
                </a:lnTo>
                <a:lnTo>
                  <a:pt x="315724" y="74400"/>
                </a:lnTo>
                <a:lnTo>
                  <a:pt x="316144" y="74776"/>
                </a:lnTo>
                <a:lnTo>
                  <a:pt x="316573" y="75141"/>
                </a:lnTo>
                <a:lnTo>
                  <a:pt x="317012" y="75493"/>
                </a:lnTo>
                <a:lnTo>
                  <a:pt x="317458" y="75834"/>
                </a:lnTo>
                <a:lnTo>
                  <a:pt x="317914" y="76163"/>
                </a:lnTo>
                <a:lnTo>
                  <a:pt x="318378" y="76480"/>
                </a:lnTo>
                <a:lnTo>
                  <a:pt x="318852" y="76785"/>
                </a:lnTo>
                <a:lnTo>
                  <a:pt x="319334" y="77078"/>
                </a:lnTo>
                <a:lnTo>
                  <a:pt x="319823" y="77359"/>
                </a:lnTo>
                <a:lnTo>
                  <a:pt x="320319" y="77628"/>
                </a:lnTo>
                <a:lnTo>
                  <a:pt x="320820" y="77886"/>
                </a:lnTo>
                <a:lnTo>
                  <a:pt x="321327" y="78131"/>
                </a:lnTo>
                <a:lnTo>
                  <a:pt x="321840" y="78364"/>
                </a:lnTo>
                <a:lnTo>
                  <a:pt x="322360" y="78586"/>
                </a:lnTo>
                <a:lnTo>
                  <a:pt x="322885" y="78795"/>
                </a:lnTo>
                <a:lnTo>
                  <a:pt x="323416" y="78993"/>
                </a:lnTo>
                <a:lnTo>
                  <a:pt x="323953" y="79178"/>
                </a:lnTo>
                <a:lnTo>
                  <a:pt x="324495" y="79352"/>
                </a:lnTo>
                <a:lnTo>
                  <a:pt x="325044" y="79513"/>
                </a:lnTo>
                <a:lnTo>
                  <a:pt x="325599" y="79663"/>
                </a:lnTo>
                <a:lnTo>
                  <a:pt x="326160" y="79800"/>
                </a:lnTo>
                <a:lnTo>
                  <a:pt x="326726" y="79926"/>
                </a:lnTo>
                <a:lnTo>
                  <a:pt x="327299" y="80040"/>
                </a:lnTo>
                <a:lnTo>
                  <a:pt x="327877" y="80141"/>
                </a:lnTo>
                <a:lnTo>
                  <a:pt x="328462" y="80231"/>
                </a:lnTo>
                <a:lnTo>
                  <a:pt x="329052" y="80309"/>
                </a:lnTo>
                <a:lnTo>
                  <a:pt x="329649" y="80375"/>
                </a:lnTo>
                <a:lnTo>
                  <a:pt x="330251" y="80428"/>
                </a:lnTo>
                <a:lnTo>
                  <a:pt x="330859" y="80470"/>
                </a:lnTo>
                <a:lnTo>
                  <a:pt x="331473" y="80500"/>
                </a:lnTo>
                <a:lnTo>
                  <a:pt x="332093" y="80518"/>
                </a:lnTo>
                <a:lnTo>
                  <a:pt x="332719" y="80524"/>
                </a:lnTo>
                <a:lnTo>
                  <a:pt x="333267" y="80520"/>
                </a:lnTo>
                <a:lnTo>
                  <a:pt x="333811" y="80507"/>
                </a:lnTo>
                <a:lnTo>
                  <a:pt x="334350" y="80487"/>
                </a:lnTo>
                <a:lnTo>
                  <a:pt x="334884" y="80457"/>
                </a:lnTo>
                <a:close/>
                <a:moveTo>
                  <a:pt x="395248" y="80455"/>
                </a:moveTo>
                <a:lnTo>
                  <a:pt x="395807" y="80416"/>
                </a:lnTo>
                <a:lnTo>
                  <a:pt x="396359" y="80369"/>
                </a:lnTo>
                <a:lnTo>
                  <a:pt x="396905" y="80313"/>
                </a:lnTo>
                <a:lnTo>
                  <a:pt x="397444" y="80248"/>
                </a:lnTo>
                <a:lnTo>
                  <a:pt x="397976" y="80175"/>
                </a:lnTo>
                <a:lnTo>
                  <a:pt x="398502" y="80093"/>
                </a:lnTo>
                <a:lnTo>
                  <a:pt x="399021" y="80002"/>
                </a:lnTo>
                <a:lnTo>
                  <a:pt x="399533" y="79903"/>
                </a:lnTo>
                <a:lnTo>
                  <a:pt x="400038" y="79795"/>
                </a:lnTo>
                <a:lnTo>
                  <a:pt x="400536" y="79679"/>
                </a:lnTo>
                <a:lnTo>
                  <a:pt x="401028" y="79553"/>
                </a:lnTo>
                <a:lnTo>
                  <a:pt x="401513" y="79420"/>
                </a:lnTo>
                <a:lnTo>
                  <a:pt x="401991" y="79277"/>
                </a:lnTo>
                <a:lnTo>
                  <a:pt x="402462" y="79126"/>
                </a:lnTo>
                <a:lnTo>
                  <a:pt x="402927" y="78967"/>
                </a:lnTo>
                <a:lnTo>
                  <a:pt x="403385" y="78798"/>
                </a:lnTo>
                <a:lnTo>
                  <a:pt x="403836" y="78622"/>
                </a:lnTo>
                <a:lnTo>
                  <a:pt x="404281" y="78436"/>
                </a:lnTo>
                <a:lnTo>
                  <a:pt x="404718" y="78242"/>
                </a:lnTo>
                <a:lnTo>
                  <a:pt x="405149" y="78039"/>
                </a:lnTo>
                <a:lnTo>
                  <a:pt x="405573" y="77828"/>
                </a:lnTo>
                <a:lnTo>
                  <a:pt x="405988" y="77610"/>
                </a:lnTo>
                <a:lnTo>
                  <a:pt x="406396" y="77385"/>
                </a:lnTo>
                <a:lnTo>
                  <a:pt x="406796" y="77152"/>
                </a:lnTo>
                <a:lnTo>
                  <a:pt x="407188" y="76913"/>
                </a:lnTo>
                <a:lnTo>
                  <a:pt x="407572" y="76665"/>
                </a:lnTo>
                <a:lnTo>
                  <a:pt x="407949" y="76411"/>
                </a:lnTo>
                <a:lnTo>
                  <a:pt x="408317" y="76150"/>
                </a:lnTo>
                <a:lnTo>
                  <a:pt x="408677" y="75881"/>
                </a:lnTo>
                <a:lnTo>
                  <a:pt x="409030" y="75605"/>
                </a:lnTo>
                <a:lnTo>
                  <a:pt x="409375" y="75322"/>
                </a:lnTo>
                <a:lnTo>
                  <a:pt x="409712" y="75031"/>
                </a:lnTo>
                <a:lnTo>
                  <a:pt x="410041" y="74733"/>
                </a:lnTo>
                <a:lnTo>
                  <a:pt x="410362" y="74428"/>
                </a:lnTo>
                <a:lnTo>
                  <a:pt x="410675" y="74116"/>
                </a:lnTo>
                <a:lnTo>
                  <a:pt x="410980" y="73797"/>
                </a:lnTo>
                <a:lnTo>
                  <a:pt x="411278" y="73470"/>
                </a:lnTo>
                <a:lnTo>
                  <a:pt x="411567" y="73136"/>
                </a:lnTo>
                <a:lnTo>
                  <a:pt x="411849" y="72795"/>
                </a:lnTo>
                <a:lnTo>
                  <a:pt x="412123" y="72447"/>
                </a:lnTo>
                <a:lnTo>
                  <a:pt x="412389" y="72091"/>
                </a:lnTo>
                <a:lnTo>
                  <a:pt x="412647" y="71728"/>
                </a:lnTo>
                <a:lnTo>
                  <a:pt x="412897" y="71358"/>
                </a:lnTo>
                <a:lnTo>
                  <a:pt x="413139" y="70981"/>
                </a:lnTo>
                <a:lnTo>
                  <a:pt x="413373" y="70597"/>
                </a:lnTo>
                <a:lnTo>
                  <a:pt x="413597" y="70206"/>
                </a:lnTo>
                <a:lnTo>
                  <a:pt x="413812" y="69810"/>
                </a:lnTo>
                <a:lnTo>
                  <a:pt x="414018" y="69408"/>
                </a:lnTo>
                <a:lnTo>
                  <a:pt x="414214" y="68999"/>
                </a:lnTo>
                <a:lnTo>
                  <a:pt x="414401" y="68585"/>
                </a:lnTo>
                <a:lnTo>
                  <a:pt x="414579" y="68164"/>
                </a:lnTo>
                <a:lnTo>
                  <a:pt x="414748" y="67738"/>
                </a:lnTo>
                <a:lnTo>
                  <a:pt x="414907" y="67305"/>
                </a:lnTo>
                <a:lnTo>
                  <a:pt x="415056" y="66866"/>
                </a:lnTo>
                <a:lnTo>
                  <a:pt x="415197" y="66421"/>
                </a:lnTo>
                <a:lnTo>
                  <a:pt x="415328" y="65970"/>
                </a:lnTo>
                <a:lnTo>
                  <a:pt x="415450" y="65513"/>
                </a:lnTo>
                <a:lnTo>
                  <a:pt x="415563" y="65050"/>
                </a:lnTo>
                <a:lnTo>
                  <a:pt x="415666" y="64581"/>
                </a:lnTo>
                <a:lnTo>
                  <a:pt x="415760" y="64106"/>
                </a:lnTo>
                <a:lnTo>
                  <a:pt x="415844" y="63624"/>
                </a:lnTo>
                <a:lnTo>
                  <a:pt x="415920" y="63137"/>
                </a:lnTo>
                <a:lnTo>
                  <a:pt x="415986" y="62643"/>
                </a:lnTo>
                <a:lnTo>
                  <a:pt x="416042" y="62144"/>
                </a:lnTo>
                <a:lnTo>
                  <a:pt x="416090" y="61638"/>
                </a:lnTo>
                <a:lnTo>
                  <a:pt x="416128" y="61127"/>
                </a:lnTo>
                <a:lnTo>
                  <a:pt x="416156" y="60609"/>
                </a:lnTo>
                <a:lnTo>
                  <a:pt x="416176" y="60085"/>
                </a:lnTo>
                <a:lnTo>
                  <a:pt x="406446" y="60085"/>
                </a:lnTo>
                <a:lnTo>
                  <a:pt x="406426" y="60599"/>
                </a:lnTo>
                <a:lnTo>
                  <a:pt x="406394" y="61102"/>
                </a:lnTo>
                <a:lnTo>
                  <a:pt x="406350" y="61595"/>
                </a:lnTo>
                <a:lnTo>
                  <a:pt x="406295" y="62078"/>
                </a:lnTo>
                <a:lnTo>
                  <a:pt x="406228" y="62551"/>
                </a:lnTo>
                <a:lnTo>
                  <a:pt x="406150" y="63014"/>
                </a:lnTo>
                <a:lnTo>
                  <a:pt x="406060" y="63466"/>
                </a:lnTo>
                <a:lnTo>
                  <a:pt x="405958" y="63909"/>
                </a:lnTo>
                <a:lnTo>
                  <a:pt x="405845" y="64341"/>
                </a:lnTo>
                <a:lnTo>
                  <a:pt x="405721" y="64763"/>
                </a:lnTo>
                <a:lnTo>
                  <a:pt x="405584" y="65175"/>
                </a:lnTo>
                <a:lnTo>
                  <a:pt x="405437" y="65577"/>
                </a:lnTo>
                <a:lnTo>
                  <a:pt x="405277" y="65969"/>
                </a:lnTo>
                <a:lnTo>
                  <a:pt x="405106" y="66350"/>
                </a:lnTo>
                <a:lnTo>
                  <a:pt x="404924" y="66722"/>
                </a:lnTo>
                <a:lnTo>
                  <a:pt x="404730" y="67083"/>
                </a:lnTo>
                <a:lnTo>
                  <a:pt x="404524" y="67434"/>
                </a:lnTo>
                <a:lnTo>
                  <a:pt x="404307" y="67775"/>
                </a:lnTo>
                <a:lnTo>
                  <a:pt x="404078" y="68106"/>
                </a:lnTo>
                <a:lnTo>
                  <a:pt x="403838" y="68427"/>
                </a:lnTo>
                <a:lnTo>
                  <a:pt x="403586" y="68737"/>
                </a:lnTo>
                <a:lnTo>
                  <a:pt x="403323" y="69038"/>
                </a:lnTo>
                <a:lnTo>
                  <a:pt x="403048" y="69328"/>
                </a:lnTo>
                <a:lnTo>
                  <a:pt x="402761" y="69608"/>
                </a:lnTo>
                <a:lnTo>
                  <a:pt x="402464" y="69877"/>
                </a:lnTo>
                <a:lnTo>
                  <a:pt x="402157" y="70135"/>
                </a:lnTo>
                <a:lnTo>
                  <a:pt x="401840" y="70382"/>
                </a:lnTo>
                <a:lnTo>
                  <a:pt x="401514" y="70617"/>
                </a:lnTo>
                <a:lnTo>
                  <a:pt x="401178" y="70840"/>
                </a:lnTo>
                <a:lnTo>
                  <a:pt x="400832" y="71052"/>
                </a:lnTo>
                <a:lnTo>
                  <a:pt x="400476" y="71253"/>
                </a:lnTo>
                <a:lnTo>
                  <a:pt x="400111" y="71442"/>
                </a:lnTo>
                <a:lnTo>
                  <a:pt x="399736" y="71619"/>
                </a:lnTo>
                <a:lnTo>
                  <a:pt x="399351" y="71786"/>
                </a:lnTo>
                <a:lnTo>
                  <a:pt x="398956" y="71940"/>
                </a:lnTo>
                <a:lnTo>
                  <a:pt x="398552" y="72084"/>
                </a:lnTo>
                <a:lnTo>
                  <a:pt x="398138" y="72215"/>
                </a:lnTo>
                <a:lnTo>
                  <a:pt x="397715" y="72336"/>
                </a:lnTo>
                <a:lnTo>
                  <a:pt x="397281" y="72445"/>
                </a:lnTo>
                <a:lnTo>
                  <a:pt x="396838" y="72542"/>
                </a:lnTo>
                <a:lnTo>
                  <a:pt x="396385" y="72628"/>
                </a:lnTo>
                <a:lnTo>
                  <a:pt x="395923" y="72702"/>
                </a:lnTo>
                <a:lnTo>
                  <a:pt x="395450" y="72765"/>
                </a:lnTo>
                <a:lnTo>
                  <a:pt x="394968" y="72817"/>
                </a:lnTo>
                <a:lnTo>
                  <a:pt x="394477" y="72857"/>
                </a:lnTo>
                <a:lnTo>
                  <a:pt x="393975" y="72886"/>
                </a:lnTo>
                <a:lnTo>
                  <a:pt x="393464" y="72903"/>
                </a:lnTo>
                <a:lnTo>
                  <a:pt x="392943" y="72909"/>
                </a:lnTo>
                <a:lnTo>
                  <a:pt x="392460" y="72903"/>
                </a:lnTo>
                <a:lnTo>
                  <a:pt x="391985" y="72888"/>
                </a:lnTo>
                <a:lnTo>
                  <a:pt x="391518" y="72862"/>
                </a:lnTo>
                <a:lnTo>
                  <a:pt x="391059" y="72826"/>
                </a:lnTo>
                <a:lnTo>
                  <a:pt x="390607" y="72779"/>
                </a:lnTo>
                <a:lnTo>
                  <a:pt x="390162" y="72722"/>
                </a:lnTo>
                <a:lnTo>
                  <a:pt x="389726" y="72655"/>
                </a:lnTo>
                <a:lnTo>
                  <a:pt x="389297" y="72577"/>
                </a:lnTo>
                <a:lnTo>
                  <a:pt x="388876" y="72489"/>
                </a:lnTo>
                <a:lnTo>
                  <a:pt x="388462" y="72390"/>
                </a:lnTo>
                <a:lnTo>
                  <a:pt x="388056" y="72281"/>
                </a:lnTo>
                <a:lnTo>
                  <a:pt x="387658" y="72162"/>
                </a:lnTo>
                <a:lnTo>
                  <a:pt x="387268" y="72032"/>
                </a:lnTo>
                <a:lnTo>
                  <a:pt x="386885" y="71892"/>
                </a:lnTo>
                <a:lnTo>
                  <a:pt x="386510" y="71742"/>
                </a:lnTo>
                <a:lnTo>
                  <a:pt x="386142" y="71581"/>
                </a:lnTo>
                <a:lnTo>
                  <a:pt x="385782" y="71410"/>
                </a:lnTo>
                <a:lnTo>
                  <a:pt x="385430" y="71229"/>
                </a:lnTo>
                <a:lnTo>
                  <a:pt x="385086" y="71037"/>
                </a:lnTo>
                <a:lnTo>
                  <a:pt x="384749" y="70834"/>
                </a:lnTo>
                <a:lnTo>
                  <a:pt x="384420" y="70622"/>
                </a:lnTo>
                <a:lnTo>
                  <a:pt x="384099" y="70399"/>
                </a:lnTo>
                <a:lnTo>
                  <a:pt x="383785" y="70166"/>
                </a:lnTo>
                <a:lnTo>
                  <a:pt x="383479" y="69922"/>
                </a:lnTo>
                <a:lnTo>
                  <a:pt x="383180" y="69669"/>
                </a:lnTo>
                <a:lnTo>
                  <a:pt x="382888" y="69410"/>
                </a:lnTo>
                <a:lnTo>
                  <a:pt x="382603" y="69144"/>
                </a:lnTo>
                <a:lnTo>
                  <a:pt x="382325" y="68871"/>
                </a:lnTo>
                <a:lnTo>
                  <a:pt x="382054" y="68592"/>
                </a:lnTo>
                <a:lnTo>
                  <a:pt x="381789" y="68305"/>
                </a:lnTo>
                <a:lnTo>
                  <a:pt x="381532" y="68012"/>
                </a:lnTo>
                <a:lnTo>
                  <a:pt x="381281" y="67712"/>
                </a:lnTo>
                <a:lnTo>
                  <a:pt x="381037" y="67405"/>
                </a:lnTo>
                <a:lnTo>
                  <a:pt x="380800" y="67091"/>
                </a:lnTo>
                <a:lnTo>
                  <a:pt x="380570" y="66771"/>
                </a:lnTo>
                <a:lnTo>
                  <a:pt x="380346" y="66443"/>
                </a:lnTo>
                <a:lnTo>
                  <a:pt x="380130" y="66109"/>
                </a:lnTo>
                <a:lnTo>
                  <a:pt x="379920" y="65768"/>
                </a:lnTo>
                <a:lnTo>
                  <a:pt x="379718" y="65421"/>
                </a:lnTo>
                <a:lnTo>
                  <a:pt x="379522" y="65066"/>
                </a:lnTo>
                <a:lnTo>
                  <a:pt x="379333" y="64705"/>
                </a:lnTo>
                <a:lnTo>
                  <a:pt x="379150" y="64337"/>
                </a:lnTo>
                <a:lnTo>
                  <a:pt x="378975" y="63962"/>
                </a:lnTo>
                <a:lnTo>
                  <a:pt x="378807" y="63580"/>
                </a:lnTo>
                <a:lnTo>
                  <a:pt x="378645" y="63192"/>
                </a:lnTo>
                <a:lnTo>
                  <a:pt x="378490" y="62796"/>
                </a:lnTo>
                <a:lnTo>
                  <a:pt x="378342" y="62394"/>
                </a:lnTo>
                <a:lnTo>
                  <a:pt x="378201" y="61985"/>
                </a:lnTo>
                <a:lnTo>
                  <a:pt x="378067" y="61571"/>
                </a:lnTo>
                <a:lnTo>
                  <a:pt x="377937" y="61154"/>
                </a:lnTo>
                <a:lnTo>
                  <a:pt x="377814" y="60733"/>
                </a:lnTo>
                <a:lnTo>
                  <a:pt x="377695" y="60309"/>
                </a:lnTo>
                <a:lnTo>
                  <a:pt x="377583" y="59882"/>
                </a:lnTo>
                <a:lnTo>
                  <a:pt x="377475" y="59451"/>
                </a:lnTo>
                <a:lnTo>
                  <a:pt x="377374" y="59017"/>
                </a:lnTo>
                <a:lnTo>
                  <a:pt x="377278" y="58579"/>
                </a:lnTo>
                <a:lnTo>
                  <a:pt x="377187" y="58139"/>
                </a:lnTo>
                <a:lnTo>
                  <a:pt x="377102" y="57694"/>
                </a:lnTo>
                <a:lnTo>
                  <a:pt x="377022" y="57247"/>
                </a:lnTo>
                <a:lnTo>
                  <a:pt x="376948" y="56796"/>
                </a:lnTo>
                <a:lnTo>
                  <a:pt x="376880" y="56342"/>
                </a:lnTo>
                <a:lnTo>
                  <a:pt x="376817" y="55884"/>
                </a:lnTo>
                <a:lnTo>
                  <a:pt x="376760" y="55423"/>
                </a:lnTo>
                <a:lnTo>
                  <a:pt x="376708" y="54959"/>
                </a:lnTo>
                <a:lnTo>
                  <a:pt x="376661" y="54492"/>
                </a:lnTo>
                <a:lnTo>
                  <a:pt x="376620" y="54021"/>
                </a:lnTo>
                <a:lnTo>
                  <a:pt x="376585" y="53546"/>
                </a:lnTo>
                <a:lnTo>
                  <a:pt x="376555" y="53069"/>
                </a:lnTo>
                <a:lnTo>
                  <a:pt x="376531" y="52588"/>
                </a:lnTo>
                <a:lnTo>
                  <a:pt x="376512" y="52103"/>
                </a:lnTo>
                <a:lnTo>
                  <a:pt x="376499" y="51616"/>
                </a:lnTo>
                <a:lnTo>
                  <a:pt x="376491" y="51125"/>
                </a:lnTo>
                <a:lnTo>
                  <a:pt x="415940" y="51125"/>
                </a:lnTo>
                <a:lnTo>
                  <a:pt x="415950" y="51077"/>
                </a:lnTo>
                <a:lnTo>
                  <a:pt x="415959" y="51027"/>
                </a:lnTo>
                <a:lnTo>
                  <a:pt x="415968" y="50975"/>
                </a:lnTo>
                <a:lnTo>
                  <a:pt x="415977" y="50920"/>
                </a:lnTo>
                <a:lnTo>
                  <a:pt x="415985" y="50863"/>
                </a:lnTo>
                <a:lnTo>
                  <a:pt x="415993" y="50804"/>
                </a:lnTo>
                <a:lnTo>
                  <a:pt x="416001" y="50742"/>
                </a:lnTo>
                <a:lnTo>
                  <a:pt x="416009" y="50677"/>
                </a:lnTo>
                <a:lnTo>
                  <a:pt x="416016" y="50610"/>
                </a:lnTo>
                <a:lnTo>
                  <a:pt x="416023" y="50541"/>
                </a:lnTo>
                <a:lnTo>
                  <a:pt x="416029" y="50469"/>
                </a:lnTo>
                <a:lnTo>
                  <a:pt x="416036" y="50394"/>
                </a:lnTo>
                <a:lnTo>
                  <a:pt x="416042" y="50318"/>
                </a:lnTo>
                <a:lnTo>
                  <a:pt x="416047" y="50238"/>
                </a:lnTo>
                <a:lnTo>
                  <a:pt x="416053" y="50157"/>
                </a:lnTo>
                <a:lnTo>
                  <a:pt x="416058" y="50073"/>
                </a:lnTo>
                <a:lnTo>
                  <a:pt x="416063" y="49986"/>
                </a:lnTo>
                <a:lnTo>
                  <a:pt x="416067" y="49897"/>
                </a:lnTo>
                <a:lnTo>
                  <a:pt x="416071" y="49805"/>
                </a:lnTo>
                <a:lnTo>
                  <a:pt x="416075" y="49711"/>
                </a:lnTo>
                <a:lnTo>
                  <a:pt x="416079" y="49615"/>
                </a:lnTo>
                <a:lnTo>
                  <a:pt x="416082" y="49516"/>
                </a:lnTo>
                <a:lnTo>
                  <a:pt x="416085" y="49415"/>
                </a:lnTo>
                <a:lnTo>
                  <a:pt x="416087" y="49311"/>
                </a:lnTo>
                <a:lnTo>
                  <a:pt x="416090" y="49207"/>
                </a:lnTo>
                <a:lnTo>
                  <a:pt x="416092" y="49103"/>
                </a:lnTo>
                <a:lnTo>
                  <a:pt x="416094" y="49001"/>
                </a:lnTo>
                <a:lnTo>
                  <a:pt x="416096" y="48900"/>
                </a:lnTo>
                <a:lnTo>
                  <a:pt x="416098" y="48801"/>
                </a:lnTo>
                <a:lnTo>
                  <a:pt x="416100" y="48702"/>
                </a:lnTo>
                <a:lnTo>
                  <a:pt x="416102" y="48605"/>
                </a:lnTo>
                <a:lnTo>
                  <a:pt x="416104" y="48509"/>
                </a:lnTo>
                <a:lnTo>
                  <a:pt x="416105" y="48414"/>
                </a:lnTo>
                <a:lnTo>
                  <a:pt x="416107" y="48320"/>
                </a:lnTo>
                <a:lnTo>
                  <a:pt x="416108" y="48227"/>
                </a:lnTo>
                <a:lnTo>
                  <a:pt x="416109" y="48135"/>
                </a:lnTo>
                <a:lnTo>
                  <a:pt x="416111" y="48045"/>
                </a:lnTo>
                <a:lnTo>
                  <a:pt x="416112" y="47956"/>
                </a:lnTo>
                <a:lnTo>
                  <a:pt x="416113" y="47868"/>
                </a:lnTo>
                <a:lnTo>
                  <a:pt x="416114" y="47781"/>
                </a:lnTo>
                <a:lnTo>
                  <a:pt x="416114" y="47695"/>
                </a:lnTo>
                <a:lnTo>
                  <a:pt x="416115" y="47611"/>
                </a:lnTo>
                <a:lnTo>
                  <a:pt x="416116" y="47528"/>
                </a:lnTo>
                <a:lnTo>
                  <a:pt x="416116" y="47445"/>
                </a:lnTo>
                <a:lnTo>
                  <a:pt x="416116" y="47365"/>
                </a:lnTo>
                <a:lnTo>
                  <a:pt x="416117" y="47285"/>
                </a:lnTo>
                <a:lnTo>
                  <a:pt x="416117" y="47206"/>
                </a:lnTo>
                <a:lnTo>
                  <a:pt x="416117" y="47129"/>
                </a:lnTo>
                <a:lnTo>
                  <a:pt x="416106" y="45987"/>
                </a:lnTo>
                <a:lnTo>
                  <a:pt x="416072" y="44868"/>
                </a:lnTo>
                <a:lnTo>
                  <a:pt x="416016" y="43771"/>
                </a:lnTo>
                <a:lnTo>
                  <a:pt x="415938" y="42696"/>
                </a:lnTo>
                <a:lnTo>
                  <a:pt x="415838" y="41644"/>
                </a:lnTo>
                <a:lnTo>
                  <a:pt x="415715" y="40615"/>
                </a:lnTo>
                <a:lnTo>
                  <a:pt x="415570" y="39608"/>
                </a:lnTo>
                <a:lnTo>
                  <a:pt x="415403" y="38623"/>
                </a:lnTo>
                <a:lnTo>
                  <a:pt x="415213" y="37661"/>
                </a:lnTo>
                <a:lnTo>
                  <a:pt x="415001" y="36721"/>
                </a:lnTo>
                <a:lnTo>
                  <a:pt x="414767" y="35803"/>
                </a:lnTo>
                <a:lnTo>
                  <a:pt x="414510" y="34908"/>
                </a:lnTo>
                <a:lnTo>
                  <a:pt x="414231" y="34036"/>
                </a:lnTo>
                <a:lnTo>
                  <a:pt x="413930" y="33185"/>
                </a:lnTo>
                <a:lnTo>
                  <a:pt x="413606" y="32358"/>
                </a:lnTo>
                <a:lnTo>
                  <a:pt x="413260" y="31552"/>
                </a:lnTo>
                <a:lnTo>
                  <a:pt x="412892" y="30769"/>
                </a:lnTo>
                <a:lnTo>
                  <a:pt x="412501" y="30009"/>
                </a:lnTo>
                <a:lnTo>
                  <a:pt x="412089" y="29271"/>
                </a:lnTo>
                <a:lnTo>
                  <a:pt x="411653" y="28555"/>
                </a:lnTo>
                <a:lnTo>
                  <a:pt x="411196" y="27862"/>
                </a:lnTo>
                <a:lnTo>
                  <a:pt x="410716" y="27191"/>
                </a:lnTo>
                <a:lnTo>
                  <a:pt x="410214" y="26543"/>
                </a:lnTo>
                <a:lnTo>
                  <a:pt x="409690" y="25917"/>
                </a:lnTo>
                <a:lnTo>
                  <a:pt x="409145" y="25314"/>
                </a:lnTo>
                <a:lnTo>
                  <a:pt x="408584" y="24738"/>
                </a:lnTo>
                <a:lnTo>
                  <a:pt x="408005" y="24187"/>
                </a:lnTo>
                <a:lnTo>
                  <a:pt x="407409" y="23662"/>
                </a:lnTo>
                <a:lnTo>
                  <a:pt x="406796" y="23162"/>
                </a:lnTo>
                <a:lnTo>
                  <a:pt x="406166" y="22688"/>
                </a:lnTo>
                <a:lnTo>
                  <a:pt x="405519" y="22240"/>
                </a:lnTo>
                <a:lnTo>
                  <a:pt x="404854" y="21817"/>
                </a:lnTo>
                <a:lnTo>
                  <a:pt x="404172" y="21420"/>
                </a:lnTo>
                <a:lnTo>
                  <a:pt x="403473" y="21048"/>
                </a:lnTo>
                <a:lnTo>
                  <a:pt x="402757" y="20702"/>
                </a:lnTo>
                <a:lnTo>
                  <a:pt x="402024" y="20382"/>
                </a:lnTo>
                <a:lnTo>
                  <a:pt x="401273" y="20087"/>
                </a:lnTo>
                <a:lnTo>
                  <a:pt x="400505" y="19818"/>
                </a:lnTo>
                <a:lnTo>
                  <a:pt x="399721" y="19575"/>
                </a:lnTo>
                <a:lnTo>
                  <a:pt x="398918" y="19357"/>
                </a:lnTo>
                <a:lnTo>
                  <a:pt x="398099" y="19165"/>
                </a:lnTo>
                <a:lnTo>
                  <a:pt x="397262" y="18998"/>
                </a:lnTo>
                <a:lnTo>
                  <a:pt x="396409" y="18857"/>
                </a:lnTo>
                <a:lnTo>
                  <a:pt x="395538" y="18742"/>
                </a:lnTo>
                <a:lnTo>
                  <a:pt x="394649" y="18652"/>
                </a:lnTo>
                <a:lnTo>
                  <a:pt x="393744" y="18588"/>
                </a:lnTo>
                <a:lnTo>
                  <a:pt x="392821" y="18550"/>
                </a:lnTo>
                <a:lnTo>
                  <a:pt x="391882" y="18537"/>
                </a:lnTo>
                <a:lnTo>
                  <a:pt x="391179" y="18544"/>
                </a:lnTo>
                <a:lnTo>
                  <a:pt x="390486" y="18564"/>
                </a:lnTo>
                <a:lnTo>
                  <a:pt x="389804" y="18599"/>
                </a:lnTo>
                <a:lnTo>
                  <a:pt x="389131" y="18646"/>
                </a:lnTo>
                <a:lnTo>
                  <a:pt x="388468" y="18708"/>
                </a:lnTo>
                <a:lnTo>
                  <a:pt x="387815" y="18783"/>
                </a:lnTo>
                <a:lnTo>
                  <a:pt x="387172" y="18872"/>
                </a:lnTo>
                <a:lnTo>
                  <a:pt x="386539" y="18974"/>
                </a:lnTo>
                <a:lnTo>
                  <a:pt x="385915" y="19090"/>
                </a:lnTo>
                <a:lnTo>
                  <a:pt x="385302" y="19220"/>
                </a:lnTo>
                <a:lnTo>
                  <a:pt x="384699" y="19363"/>
                </a:lnTo>
                <a:lnTo>
                  <a:pt x="384105" y="19520"/>
                </a:lnTo>
                <a:lnTo>
                  <a:pt x="383522" y="19691"/>
                </a:lnTo>
                <a:lnTo>
                  <a:pt x="382948" y="19875"/>
                </a:lnTo>
                <a:lnTo>
                  <a:pt x="382385" y="20073"/>
                </a:lnTo>
                <a:lnTo>
                  <a:pt x="381831" y="20284"/>
                </a:lnTo>
                <a:lnTo>
                  <a:pt x="381287" y="20510"/>
                </a:lnTo>
                <a:lnTo>
                  <a:pt x="380754" y="20749"/>
                </a:lnTo>
                <a:lnTo>
                  <a:pt x="380230" y="21001"/>
                </a:lnTo>
                <a:lnTo>
                  <a:pt x="379716" y="21267"/>
                </a:lnTo>
                <a:lnTo>
                  <a:pt x="379212" y="21547"/>
                </a:lnTo>
                <a:lnTo>
                  <a:pt x="378718" y="21841"/>
                </a:lnTo>
                <a:lnTo>
                  <a:pt x="378233" y="22148"/>
                </a:lnTo>
                <a:lnTo>
                  <a:pt x="377759" y="22468"/>
                </a:lnTo>
                <a:lnTo>
                  <a:pt x="377295" y="22801"/>
                </a:lnTo>
                <a:lnTo>
                  <a:pt x="376841" y="23145"/>
                </a:lnTo>
                <a:lnTo>
                  <a:pt x="376396" y="23499"/>
                </a:lnTo>
                <a:lnTo>
                  <a:pt x="375962" y="23863"/>
                </a:lnTo>
                <a:lnTo>
                  <a:pt x="375537" y="24239"/>
                </a:lnTo>
                <a:lnTo>
                  <a:pt x="375122" y="24624"/>
                </a:lnTo>
                <a:lnTo>
                  <a:pt x="374718" y="25021"/>
                </a:lnTo>
                <a:lnTo>
                  <a:pt x="374323" y="25427"/>
                </a:lnTo>
                <a:lnTo>
                  <a:pt x="373938" y="25845"/>
                </a:lnTo>
                <a:lnTo>
                  <a:pt x="373563" y="26273"/>
                </a:lnTo>
                <a:lnTo>
                  <a:pt x="373198" y="26711"/>
                </a:lnTo>
                <a:lnTo>
                  <a:pt x="372843" y="27160"/>
                </a:lnTo>
                <a:lnTo>
                  <a:pt x="372498" y="27620"/>
                </a:lnTo>
                <a:lnTo>
                  <a:pt x="372163" y="28090"/>
                </a:lnTo>
                <a:lnTo>
                  <a:pt x="371837" y="28571"/>
                </a:lnTo>
                <a:lnTo>
                  <a:pt x="371522" y="29062"/>
                </a:lnTo>
                <a:lnTo>
                  <a:pt x="371216" y="29564"/>
                </a:lnTo>
                <a:lnTo>
                  <a:pt x="370921" y="30077"/>
                </a:lnTo>
                <a:lnTo>
                  <a:pt x="370635" y="30600"/>
                </a:lnTo>
                <a:lnTo>
                  <a:pt x="370360" y="31133"/>
                </a:lnTo>
                <a:lnTo>
                  <a:pt x="370094" y="31678"/>
                </a:lnTo>
                <a:lnTo>
                  <a:pt x="369838" y="32232"/>
                </a:lnTo>
                <a:lnTo>
                  <a:pt x="369592" y="32798"/>
                </a:lnTo>
                <a:lnTo>
                  <a:pt x="369357" y="33373"/>
                </a:lnTo>
                <a:lnTo>
                  <a:pt x="369130" y="33958"/>
                </a:lnTo>
                <a:lnTo>
                  <a:pt x="368914" y="34551"/>
                </a:lnTo>
                <a:lnTo>
                  <a:pt x="368707" y="35151"/>
                </a:lnTo>
                <a:lnTo>
                  <a:pt x="368510" y="35758"/>
                </a:lnTo>
                <a:lnTo>
                  <a:pt x="368322" y="36374"/>
                </a:lnTo>
                <a:lnTo>
                  <a:pt x="368144" y="36996"/>
                </a:lnTo>
                <a:lnTo>
                  <a:pt x="367976" y="37627"/>
                </a:lnTo>
                <a:lnTo>
                  <a:pt x="367817" y="38265"/>
                </a:lnTo>
                <a:lnTo>
                  <a:pt x="367668" y="38910"/>
                </a:lnTo>
                <a:lnTo>
                  <a:pt x="367528" y="39563"/>
                </a:lnTo>
                <a:lnTo>
                  <a:pt x="367398" y="40224"/>
                </a:lnTo>
                <a:lnTo>
                  <a:pt x="367278" y="40892"/>
                </a:lnTo>
                <a:lnTo>
                  <a:pt x="367167" y="41567"/>
                </a:lnTo>
                <a:lnTo>
                  <a:pt x="367066" y="42251"/>
                </a:lnTo>
                <a:lnTo>
                  <a:pt x="366975" y="42941"/>
                </a:lnTo>
                <a:lnTo>
                  <a:pt x="366893" y="43640"/>
                </a:lnTo>
                <a:lnTo>
                  <a:pt x="366821" y="44346"/>
                </a:lnTo>
                <a:lnTo>
                  <a:pt x="366758" y="45059"/>
                </a:lnTo>
                <a:lnTo>
                  <a:pt x="366705" y="45780"/>
                </a:lnTo>
                <a:lnTo>
                  <a:pt x="366662" y="46509"/>
                </a:lnTo>
                <a:lnTo>
                  <a:pt x="366628" y="47245"/>
                </a:lnTo>
                <a:lnTo>
                  <a:pt x="366604" y="47989"/>
                </a:lnTo>
                <a:lnTo>
                  <a:pt x="366590" y="48740"/>
                </a:lnTo>
                <a:lnTo>
                  <a:pt x="366585" y="49499"/>
                </a:lnTo>
                <a:lnTo>
                  <a:pt x="366590" y="50228"/>
                </a:lnTo>
                <a:lnTo>
                  <a:pt x="366605" y="50951"/>
                </a:lnTo>
                <a:lnTo>
                  <a:pt x="366630" y="51668"/>
                </a:lnTo>
                <a:lnTo>
                  <a:pt x="366665" y="52379"/>
                </a:lnTo>
                <a:lnTo>
                  <a:pt x="366709" y="53084"/>
                </a:lnTo>
                <a:lnTo>
                  <a:pt x="366764" y="53782"/>
                </a:lnTo>
                <a:lnTo>
                  <a:pt x="366828" y="54475"/>
                </a:lnTo>
                <a:lnTo>
                  <a:pt x="366903" y="55162"/>
                </a:lnTo>
                <a:lnTo>
                  <a:pt x="366987" y="55842"/>
                </a:lnTo>
                <a:lnTo>
                  <a:pt x="367082" y="56516"/>
                </a:lnTo>
                <a:lnTo>
                  <a:pt x="367186" y="57185"/>
                </a:lnTo>
                <a:lnTo>
                  <a:pt x="367300" y="57847"/>
                </a:lnTo>
                <a:lnTo>
                  <a:pt x="367424" y="58503"/>
                </a:lnTo>
                <a:lnTo>
                  <a:pt x="367558" y="59153"/>
                </a:lnTo>
                <a:lnTo>
                  <a:pt x="367702" y="59797"/>
                </a:lnTo>
                <a:lnTo>
                  <a:pt x="367856" y="60435"/>
                </a:lnTo>
                <a:lnTo>
                  <a:pt x="368020" y="61067"/>
                </a:lnTo>
                <a:lnTo>
                  <a:pt x="368194" y="61692"/>
                </a:lnTo>
                <a:lnTo>
                  <a:pt x="368377" y="62312"/>
                </a:lnTo>
                <a:lnTo>
                  <a:pt x="368571" y="62925"/>
                </a:lnTo>
                <a:lnTo>
                  <a:pt x="368775" y="63533"/>
                </a:lnTo>
                <a:lnTo>
                  <a:pt x="368988" y="64134"/>
                </a:lnTo>
                <a:lnTo>
                  <a:pt x="369212" y="64730"/>
                </a:lnTo>
                <a:lnTo>
                  <a:pt x="369445" y="65319"/>
                </a:lnTo>
                <a:lnTo>
                  <a:pt x="369688" y="65900"/>
                </a:lnTo>
                <a:lnTo>
                  <a:pt x="369942" y="66471"/>
                </a:lnTo>
                <a:lnTo>
                  <a:pt x="370206" y="67031"/>
                </a:lnTo>
                <a:lnTo>
                  <a:pt x="370481" y="67582"/>
                </a:lnTo>
                <a:lnTo>
                  <a:pt x="370766" y="68122"/>
                </a:lnTo>
                <a:lnTo>
                  <a:pt x="371061" y="68652"/>
                </a:lnTo>
                <a:lnTo>
                  <a:pt x="371367" y="69172"/>
                </a:lnTo>
                <a:lnTo>
                  <a:pt x="371682" y="69681"/>
                </a:lnTo>
                <a:lnTo>
                  <a:pt x="372009" y="70180"/>
                </a:lnTo>
                <a:lnTo>
                  <a:pt x="372345" y="70669"/>
                </a:lnTo>
                <a:lnTo>
                  <a:pt x="372692" y="71148"/>
                </a:lnTo>
                <a:lnTo>
                  <a:pt x="373049" y="71616"/>
                </a:lnTo>
                <a:lnTo>
                  <a:pt x="373417" y="72075"/>
                </a:lnTo>
                <a:lnTo>
                  <a:pt x="373795" y="72523"/>
                </a:lnTo>
                <a:lnTo>
                  <a:pt x="374183" y="72960"/>
                </a:lnTo>
                <a:lnTo>
                  <a:pt x="374582" y="73388"/>
                </a:lnTo>
                <a:lnTo>
                  <a:pt x="374991" y="73805"/>
                </a:lnTo>
                <a:lnTo>
                  <a:pt x="375410" y="74212"/>
                </a:lnTo>
                <a:lnTo>
                  <a:pt x="375839" y="74609"/>
                </a:lnTo>
                <a:lnTo>
                  <a:pt x="376279" y="74996"/>
                </a:lnTo>
                <a:lnTo>
                  <a:pt x="376730" y="75372"/>
                </a:lnTo>
                <a:lnTo>
                  <a:pt x="377190" y="75738"/>
                </a:lnTo>
                <a:lnTo>
                  <a:pt x="377661" y="76094"/>
                </a:lnTo>
                <a:lnTo>
                  <a:pt x="378143" y="76440"/>
                </a:lnTo>
                <a:lnTo>
                  <a:pt x="378634" y="76773"/>
                </a:lnTo>
                <a:lnTo>
                  <a:pt x="379137" y="77092"/>
                </a:lnTo>
                <a:lnTo>
                  <a:pt x="379651" y="77397"/>
                </a:lnTo>
                <a:lnTo>
                  <a:pt x="380175" y="77688"/>
                </a:lnTo>
                <a:lnTo>
                  <a:pt x="380711" y="77964"/>
                </a:lnTo>
                <a:lnTo>
                  <a:pt x="381257" y="78227"/>
                </a:lnTo>
                <a:lnTo>
                  <a:pt x="381814" y="78475"/>
                </a:lnTo>
                <a:lnTo>
                  <a:pt x="382382" y="78709"/>
                </a:lnTo>
                <a:lnTo>
                  <a:pt x="382960" y="78929"/>
                </a:lnTo>
                <a:lnTo>
                  <a:pt x="383550" y="79134"/>
                </a:lnTo>
                <a:lnTo>
                  <a:pt x="384150" y="79326"/>
                </a:lnTo>
                <a:lnTo>
                  <a:pt x="384761" y="79503"/>
                </a:lnTo>
                <a:lnTo>
                  <a:pt x="385384" y="79666"/>
                </a:lnTo>
                <a:lnTo>
                  <a:pt x="386017" y="79815"/>
                </a:lnTo>
                <a:lnTo>
                  <a:pt x="386660" y="79950"/>
                </a:lnTo>
                <a:lnTo>
                  <a:pt x="387315" y="80070"/>
                </a:lnTo>
                <a:lnTo>
                  <a:pt x="387981" y="80177"/>
                </a:lnTo>
                <a:lnTo>
                  <a:pt x="388657" y="80269"/>
                </a:lnTo>
                <a:lnTo>
                  <a:pt x="389344" y="80347"/>
                </a:lnTo>
                <a:lnTo>
                  <a:pt x="390042" y="80411"/>
                </a:lnTo>
                <a:lnTo>
                  <a:pt x="390751" y="80460"/>
                </a:lnTo>
                <a:lnTo>
                  <a:pt x="391471" y="80496"/>
                </a:lnTo>
                <a:lnTo>
                  <a:pt x="392202" y="80517"/>
                </a:lnTo>
                <a:lnTo>
                  <a:pt x="392943" y="80524"/>
                </a:lnTo>
                <a:lnTo>
                  <a:pt x="393529" y="80520"/>
                </a:lnTo>
                <a:lnTo>
                  <a:pt x="394109" y="80507"/>
                </a:lnTo>
                <a:lnTo>
                  <a:pt x="394682" y="80485"/>
                </a:lnTo>
                <a:lnTo>
                  <a:pt x="395248" y="80455"/>
                </a:lnTo>
                <a:close/>
                <a:moveTo>
                  <a:pt x="376874" y="41131"/>
                </a:moveTo>
                <a:lnTo>
                  <a:pt x="376982" y="40469"/>
                </a:lnTo>
                <a:lnTo>
                  <a:pt x="377101" y="39822"/>
                </a:lnTo>
                <a:lnTo>
                  <a:pt x="377232" y="39189"/>
                </a:lnTo>
                <a:lnTo>
                  <a:pt x="377373" y="38571"/>
                </a:lnTo>
                <a:lnTo>
                  <a:pt x="377525" y="37967"/>
                </a:lnTo>
                <a:lnTo>
                  <a:pt x="377688" y="37377"/>
                </a:lnTo>
                <a:lnTo>
                  <a:pt x="377862" y="36803"/>
                </a:lnTo>
                <a:lnTo>
                  <a:pt x="378047" y="36242"/>
                </a:lnTo>
                <a:lnTo>
                  <a:pt x="378243" y="35696"/>
                </a:lnTo>
                <a:lnTo>
                  <a:pt x="378449" y="35165"/>
                </a:lnTo>
                <a:lnTo>
                  <a:pt x="378667" y="34648"/>
                </a:lnTo>
                <a:lnTo>
                  <a:pt x="378896" y="34145"/>
                </a:lnTo>
                <a:lnTo>
                  <a:pt x="379136" y="33657"/>
                </a:lnTo>
                <a:lnTo>
                  <a:pt x="379386" y="33184"/>
                </a:lnTo>
                <a:lnTo>
                  <a:pt x="379648" y="32725"/>
                </a:lnTo>
                <a:lnTo>
                  <a:pt x="379921" y="32280"/>
                </a:lnTo>
                <a:lnTo>
                  <a:pt x="380204" y="31850"/>
                </a:lnTo>
                <a:lnTo>
                  <a:pt x="380498" y="31435"/>
                </a:lnTo>
                <a:lnTo>
                  <a:pt x="380804" y="31033"/>
                </a:lnTo>
                <a:lnTo>
                  <a:pt x="381120" y="30647"/>
                </a:lnTo>
                <a:lnTo>
                  <a:pt x="381447" y="30275"/>
                </a:lnTo>
                <a:lnTo>
                  <a:pt x="381785" y="29919"/>
                </a:lnTo>
                <a:lnTo>
                  <a:pt x="382133" y="29580"/>
                </a:lnTo>
                <a:lnTo>
                  <a:pt x="382492" y="29255"/>
                </a:lnTo>
                <a:lnTo>
                  <a:pt x="382861" y="28947"/>
                </a:lnTo>
                <a:lnTo>
                  <a:pt x="383241" y="28655"/>
                </a:lnTo>
                <a:lnTo>
                  <a:pt x="383632" y="28378"/>
                </a:lnTo>
                <a:lnTo>
                  <a:pt x="384033" y="28117"/>
                </a:lnTo>
                <a:lnTo>
                  <a:pt x="384444" y="27872"/>
                </a:lnTo>
                <a:lnTo>
                  <a:pt x="384866" y="27643"/>
                </a:lnTo>
                <a:lnTo>
                  <a:pt x="385299" y="27430"/>
                </a:lnTo>
                <a:lnTo>
                  <a:pt x="385742" y="27232"/>
                </a:lnTo>
                <a:lnTo>
                  <a:pt x="386195" y="27050"/>
                </a:lnTo>
                <a:lnTo>
                  <a:pt x="386660" y="26884"/>
                </a:lnTo>
                <a:lnTo>
                  <a:pt x="387134" y="26734"/>
                </a:lnTo>
                <a:lnTo>
                  <a:pt x="387620" y="26600"/>
                </a:lnTo>
                <a:lnTo>
                  <a:pt x="388116" y="26481"/>
                </a:lnTo>
                <a:lnTo>
                  <a:pt x="388622" y="26378"/>
                </a:lnTo>
                <a:lnTo>
                  <a:pt x="389139" y="26291"/>
                </a:lnTo>
                <a:lnTo>
                  <a:pt x="389666" y="26220"/>
                </a:lnTo>
                <a:lnTo>
                  <a:pt x="390204" y="26165"/>
                </a:lnTo>
                <a:lnTo>
                  <a:pt x="390753" y="26125"/>
                </a:lnTo>
                <a:lnTo>
                  <a:pt x="391312" y="26102"/>
                </a:lnTo>
                <a:lnTo>
                  <a:pt x="391882" y="26094"/>
                </a:lnTo>
                <a:lnTo>
                  <a:pt x="392442" y="26102"/>
                </a:lnTo>
                <a:lnTo>
                  <a:pt x="392991" y="26125"/>
                </a:lnTo>
                <a:lnTo>
                  <a:pt x="393530" y="26165"/>
                </a:lnTo>
                <a:lnTo>
                  <a:pt x="394059" y="26221"/>
                </a:lnTo>
                <a:lnTo>
                  <a:pt x="394577" y="26293"/>
                </a:lnTo>
                <a:lnTo>
                  <a:pt x="395084" y="26380"/>
                </a:lnTo>
                <a:lnTo>
                  <a:pt x="395581" y="26484"/>
                </a:lnTo>
                <a:lnTo>
                  <a:pt x="396068" y="26603"/>
                </a:lnTo>
                <a:lnTo>
                  <a:pt x="396545" y="26738"/>
                </a:lnTo>
                <a:lnTo>
                  <a:pt x="397011" y="26890"/>
                </a:lnTo>
                <a:lnTo>
                  <a:pt x="397466" y="27057"/>
                </a:lnTo>
                <a:lnTo>
                  <a:pt x="397911" y="27240"/>
                </a:lnTo>
                <a:lnTo>
                  <a:pt x="398346" y="27439"/>
                </a:lnTo>
                <a:lnTo>
                  <a:pt x="398770" y="27654"/>
                </a:lnTo>
                <a:lnTo>
                  <a:pt x="399183" y="27884"/>
                </a:lnTo>
                <a:lnTo>
                  <a:pt x="399587" y="28131"/>
                </a:lnTo>
                <a:lnTo>
                  <a:pt x="399979" y="28394"/>
                </a:lnTo>
                <a:lnTo>
                  <a:pt x="400362" y="28672"/>
                </a:lnTo>
                <a:lnTo>
                  <a:pt x="400734" y="28967"/>
                </a:lnTo>
                <a:lnTo>
                  <a:pt x="401095" y="29277"/>
                </a:lnTo>
                <a:lnTo>
                  <a:pt x="401446" y="29604"/>
                </a:lnTo>
                <a:lnTo>
                  <a:pt x="401787" y="29946"/>
                </a:lnTo>
                <a:lnTo>
                  <a:pt x="402117" y="30304"/>
                </a:lnTo>
                <a:lnTo>
                  <a:pt x="402437" y="30678"/>
                </a:lnTo>
                <a:lnTo>
                  <a:pt x="402745" y="31067"/>
                </a:lnTo>
                <a:lnTo>
                  <a:pt x="403041" y="31470"/>
                </a:lnTo>
                <a:lnTo>
                  <a:pt x="403324" y="31888"/>
                </a:lnTo>
                <a:lnTo>
                  <a:pt x="403595" y="32319"/>
                </a:lnTo>
                <a:lnTo>
                  <a:pt x="403853" y="32765"/>
                </a:lnTo>
                <a:lnTo>
                  <a:pt x="404099" y="33225"/>
                </a:lnTo>
                <a:lnTo>
                  <a:pt x="404332" y="33699"/>
                </a:lnTo>
                <a:lnTo>
                  <a:pt x="404553" y="34187"/>
                </a:lnTo>
                <a:lnTo>
                  <a:pt x="404761" y="34690"/>
                </a:lnTo>
                <a:lnTo>
                  <a:pt x="404957" y="35206"/>
                </a:lnTo>
                <a:lnTo>
                  <a:pt x="405140" y="35737"/>
                </a:lnTo>
                <a:lnTo>
                  <a:pt x="405311" y="36281"/>
                </a:lnTo>
                <a:lnTo>
                  <a:pt x="405470" y="36840"/>
                </a:lnTo>
                <a:lnTo>
                  <a:pt x="405616" y="37413"/>
                </a:lnTo>
                <a:lnTo>
                  <a:pt x="405749" y="38001"/>
                </a:lnTo>
                <a:lnTo>
                  <a:pt x="405870" y="38602"/>
                </a:lnTo>
                <a:lnTo>
                  <a:pt x="405978" y="39217"/>
                </a:lnTo>
                <a:lnTo>
                  <a:pt x="406074" y="39847"/>
                </a:lnTo>
                <a:lnTo>
                  <a:pt x="406158" y="40491"/>
                </a:lnTo>
                <a:lnTo>
                  <a:pt x="406229" y="41149"/>
                </a:lnTo>
                <a:lnTo>
                  <a:pt x="406287" y="41821"/>
                </a:lnTo>
                <a:lnTo>
                  <a:pt x="406333" y="42507"/>
                </a:lnTo>
                <a:lnTo>
                  <a:pt x="406366" y="43208"/>
                </a:lnTo>
                <a:lnTo>
                  <a:pt x="406387" y="43922"/>
                </a:lnTo>
                <a:lnTo>
                  <a:pt x="376550" y="43922"/>
                </a:lnTo>
                <a:lnTo>
                  <a:pt x="376615" y="43203"/>
                </a:lnTo>
                <a:lnTo>
                  <a:pt x="376690" y="42497"/>
                </a:lnTo>
                <a:lnTo>
                  <a:pt x="376777" y="41807"/>
                </a:lnTo>
                <a:lnTo>
                  <a:pt x="376874" y="41131"/>
                </a:lnTo>
                <a:close/>
                <a:moveTo>
                  <a:pt x="548394" y="48050"/>
                </a:moveTo>
                <a:lnTo>
                  <a:pt x="549000" y="48036"/>
                </a:lnTo>
                <a:lnTo>
                  <a:pt x="549601" y="48012"/>
                </a:lnTo>
                <a:lnTo>
                  <a:pt x="550197" y="47979"/>
                </a:lnTo>
                <a:lnTo>
                  <a:pt x="550788" y="47937"/>
                </a:lnTo>
                <a:lnTo>
                  <a:pt x="551373" y="47885"/>
                </a:lnTo>
                <a:lnTo>
                  <a:pt x="551954" y="47824"/>
                </a:lnTo>
                <a:lnTo>
                  <a:pt x="552529" y="47753"/>
                </a:lnTo>
                <a:lnTo>
                  <a:pt x="553099" y="47673"/>
                </a:lnTo>
                <a:lnTo>
                  <a:pt x="553663" y="47584"/>
                </a:lnTo>
                <a:lnTo>
                  <a:pt x="554223" y="47485"/>
                </a:lnTo>
                <a:lnTo>
                  <a:pt x="554777" y="47377"/>
                </a:lnTo>
                <a:lnTo>
                  <a:pt x="555326" y="47259"/>
                </a:lnTo>
                <a:lnTo>
                  <a:pt x="555870" y="47132"/>
                </a:lnTo>
                <a:lnTo>
                  <a:pt x="556408" y="46995"/>
                </a:lnTo>
                <a:lnTo>
                  <a:pt x="556941" y="46849"/>
                </a:lnTo>
                <a:lnTo>
                  <a:pt x="557469" y="46694"/>
                </a:lnTo>
                <a:lnTo>
                  <a:pt x="557992" y="46529"/>
                </a:lnTo>
                <a:lnTo>
                  <a:pt x="558510" y="46355"/>
                </a:lnTo>
                <a:lnTo>
                  <a:pt x="559022" y="46171"/>
                </a:lnTo>
                <a:lnTo>
                  <a:pt x="559530" y="45978"/>
                </a:lnTo>
                <a:lnTo>
                  <a:pt x="560032" y="45776"/>
                </a:lnTo>
                <a:lnTo>
                  <a:pt x="560528" y="45564"/>
                </a:lnTo>
                <a:lnTo>
                  <a:pt x="561020" y="45343"/>
                </a:lnTo>
                <a:lnTo>
                  <a:pt x="561505" y="45112"/>
                </a:lnTo>
                <a:lnTo>
                  <a:pt x="561981" y="44873"/>
                </a:lnTo>
                <a:lnTo>
                  <a:pt x="562448" y="44625"/>
                </a:lnTo>
                <a:lnTo>
                  <a:pt x="562908" y="44368"/>
                </a:lnTo>
                <a:lnTo>
                  <a:pt x="563358" y="44103"/>
                </a:lnTo>
                <a:lnTo>
                  <a:pt x="563801" y="43828"/>
                </a:lnTo>
                <a:lnTo>
                  <a:pt x="564234" y="43545"/>
                </a:lnTo>
                <a:lnTo>
                  <a:pt x="564659" y="43253"/>
                </a:lnTo>
                <a:lnTo>
                  <a:pt x="565076" y="42952"/>
                </a:lnTo>
                <a:lnTo>
                  <a:pt x="565484" y="42643"/>
                </a:lnTo>
                <a:lnTo>
                  <a:pt x="565884" y="42324"/>
                </a:lnTo>
                <a:lnTo>
                  <a:pt x="566275" y="41997"/>
                </a:lnTo>
                <a:lnTo>
                  <a:pt x="566658" y="41661"/>
                </a:lnTo>
                <a:lnTo>
                  <a:pt x="567032" y="41316"/>
                </a:lnTo>
                <a:lnTo>
                  <a:pt x="567398" y="40963"/>
                </a:lnTo>
                <a:lnTo>
                  <a:pt x="567755" y="40600"/>
                </a:lnTo>
                <a:lnTo>
                  <a:pt x="568104" y="40229"/>
                </a:lnTo>
                <a:lnTo>
                  <a:pt x="568444" y="39849"/>
                </a:lnTo>
                <a:lnTo>
                  <a:pt x="568776" y="39460"/>
                </a:lnTo>
                <a:lnTo>
                  <a:pt x="569099" y="39063"/>
                </a:lnTo>
                <a:lnTo>
                  <a:pt x="569414" y="38656"/>
                </a:lnTo>
                <a:lnTo>
                  <a:pt x="569720" y="38241"/>
                </a:lnTo>
                <a:lnTo>
                  <a:pt x="570018" y="37817"/>
                </a:lnTo>
                <a:lnTo>
                  <a:pt x="570307" y="37384"/>
                </a:lnTo>
                <a:lnTo>
                  <a:pt x="570586" y="36942"/>
                </a:lnTo>
                <a:lnTo>
                  <a:pt x="570853" y="36492"/>
                </a:lnTo>
                <a:lnTo>
                  <a:pt x="571109" y="36033"/>
                </a:lnTo>
                <a:lnTo>
                  <a:pt x="571352" y="35566"/>
                </a:lnTo>
                <a:lnTo>
                  <a:pt x="571584" y="35090"/>
                </a:lnTo>
                <a:lnTo>
                  <a:pt x="571803" y="34605"/>
                </a:lnTo>
                <a:lnTo>
                  <a:pt x="572011" y="34112"/>
                </a:lnTo>
                <a:lnTo>
                  <a:pt x="572207" y="33610"/>
                </a:lnTo>
                <a:lnTo>
                  <a:pt x="572391" y="33100"/>
                </a:lnTo>
                <a:lnTo>
                  <a:pt x="572563" y="32580"/>
                </a:lnTo>
                <a:lnTo>
                  <a:pt x="572724" y="32053"/>
                </a:lnTo>
                <a:lnTo>
                  <a:pt x="572872" y="31517"/>
                </a:lnTo>
                <a:lnTo>
                  <a:pt x="573009" y="30972"/>
                </a:lnTo>
                <a:lnTo>
                  <a:pt x="573133" y="30418"/>
                </a:lnTo>
                <a:lnTo>
                  <a:pt x="573246" y="29856"/>
                </a:lnTo>
                <a:lnTo>
                  <a:pt x="573347" y="29286"/>
                </a:lnTo>
                <a:lnTo>
                  <a:pt x="573436" y="28706"/>
                </a:lnTo>
                <a:lnTo>
                  <a:pt x="573513" y="28119"/>
                </a:lnTo>
                <a:lnTo>
                  <a:pt x="573579" y="27522"/>
                </a:lnTo>
                <a:lnTo>
                  <a:pt x="573632" y="26917"/>
                </a:lnTo>
                <a:lnTo>
                  <a:pt x="573674" y="26304"/>
                </a:lnTo>
                <a:lnTo>
                  <a:pt x="573703" y="25681"/>
                </a:lnTo>
                <a:lnTo>
                  <a:pt x="573721" y="25051"/>
                </a:lnTo>
                <a:lnTo>
                  <a:pt x="573727" y="24411"/>
                </a:lnTo>
                <a:lnTo>
                  <a:pt x="573721" y="23757"/>
                </a:lnTo>
                <a:lnTo>
                  <a:pt x="573703" y="23111"/>
                </a:lnTo>
                <a:lnTo>
                  <a:pt x="573674" y="22474"/>
                </a:lnTo>
                <a:lnTo>
                  <a:pt x="573632" y="21845"/>
                </a:lnTo>
                <a:lnTo>
                  <a:pt x="573579" y="21225"/>
                </a:lnTo>
                <a:lnTo>
                  <a:pt x="573513" y="20613"/>
                </a:lnTo>
                <a:lnTo>
                  <a:pt x="573436" y="20010"/>
                </a:lnTo>
                <a:lnTo>
                  <a:pt x="573347" y="19415"/>
                </a:lnTo>
                <a:lnTo>
                  <a:pt x="573246" y="18829"/>
                </a:lnTo>
                <a:lnTo>
                  <a:pt x="573133" y="18252"/>
                </a:lnTo>
                <a:lnTo>
                  <a:pt x="573009" y="17682"/>
                </a:lnTo>
                <a:lnTo>
                  <a:pt x="572872" y="17122"/>
                </a:lnTo>
                <a:lnTo>
                  <a:pt x="572724" y="16569"/>
                </a:lnTo>
                <a:lnTo>
                  <a:pt x="572563" y="16026"/>
                </a:lnTo>
                <a:lnTo>
                  <a:pt x="572391" y="15491"/>
                </a:lnTo>
                <a:lnTo>
                  <a:pt x="572207" y="14964"/>
                </a:lnTo>
                <a:lnTo>
                  <a:pt x="572011" y="14446"/>
                </a:lnTo>
                <a:lnTo>
                  <a:pt x="571803" y="13936"/>
                </a:lnTo>
                <a:lnTo>
                  <a:pt x="571584" y="13435"/>
                </a:lnTo>
                <a:lnTo>
                  <a:pt x="571352" y="12942"/>
                </a:lnTo>
                <a:lnTo>
                  <a:pt x="571109" y="12458"/>
                </a:lnTo>
                <a:lnTo>
                  <a:pt x="570853" y="11982"/>
                </a:lnTo>
                <a:lnTo>
                  <a:pt x="570586" y="11515"/>
                </a:lnTo>
                <a:lnTo>
                  <a:pt x="570307" y="11056"/>
                </a:lnTo>
                <a:lnTo>
                  <a:pt x="570018" y="10606"/>
                </a:lnTo>
                <a:lnTo>
                  <a:pt x="569720" y="10165"/>
                </a:lnTo>
                <a:lnTo>
                  <a:pt x="569414" y="9734"/>
                </a:lnTo>
                <a:lnTo>
                  <a:pt x="569099" y="9312"/>
                </a:lnTo>
                <a:lnTo>
                  <a:pt x="568776" y="8898"/>
                </a:lnTo>
                <a:lnTo>
                  <a:pt x="568444" y="8495"/>
                </a:lnTo>
                <a:lnTo>
                  <a:pt x="568104" y="8100"/>
                </a:lnTo>
                <a:lnTo>
                  <a:pt x="567755" y="7714"/>
                </a:lnTo>
                <a:lnTo>
                  <a:pt x="567398" y="7338"/>
                </a:lnTo>
                <a:lnTo>
                  <a:pt x="567032" y="6971"/>
                </a:lnTo>
                <a:lnTo>
                  <a:pt x="566658" y="6613"/>
                </a:lnTo>
                <a:lnTo>
                  <a:pt x="566275" y="6265"/>
                </a:lnTo>
                <a:lnTo>
                  <a:pt x="565884" y="5925"/>
                </a:lnTo>
                <a:lnTo>
                  <a:pt x="565484" y="5595"/>
                </a:lnTo>
                <a:lnTo>
                  <a:pt x="565076" y="5274"/>
                </a:lnTo>
                <a:lnTo>
                  <a:pt x="564659" y="4962"/>
                </a:lnTo>
                <a:lnTo>
                  <a:pt x="564234" y="4660"/>
                </a:lnTo>
                <a:lnTo>
                  <a:pt x="563801" y="4367"/>
                </a:lnTo>
                <a:lnTo>
                  <a:pt x="563358" y="4083"/>
                </a:lnTo>
                <a:lnTo>
                  <a:pt x="562908" y="3808"/>
                </a:lnTo>
                <a:lnTo>
                  <a:pt x="562448" y="3542"/>
                </a:lnTo>
                <a:lnTo>
                  <a:pt x="561981" y="3286"/>
                </a:lnTo>
                <a:lnTo>
                  <a:pt x="561505" y="3038"/>
                </a:lnTo>
                <a:lnTo>
                  <a:pt x="561020" y="2800"/>
                </a:lnTo>
                <a:lnTo>
                  <a:pt x="560528" y="2572"/>
                </a:lnTo>
                <a:lnTo>
                  <a:pt x="560032" y="2353"/>
                </a:lnTo>
                <a:lnTo>
                  <a:pt x="559530" y="2144"/>
                </a:lnTo>
                <a:lnTo>
                  <a:pt x="559022" y="1945"/>
                </a:lnTo>
                <a:lnTo>
                  <a:pt x="558510" y="1755"/>
                </a:lnTo>
                <a:lnTo>
                  <a:pt x="557992" y="1575"/>
                </a:lnTo>
                <a:lnTo>
                  <a:pt x="557469" y="1405"/>
                </a:lnTo>
                <a:lnTo>
                  <a:pt x="556941" y="1245"/>
                </a:lnTo>
                <a:lnTo>
                  <a:pt x="556408" y="1094"/>
                </a:lnTo>
                <a:lnTo>
                  <a:pt x="555870" y="953"/>
                </a:lnTo>
                <a:lnTo>
                  <a:pt x="555326" y="822"/>
                </a:lnTo>
                <a:lnTo>
                  <a:pt x="554777" y="700"/>
                </a:lnTo>
                <a:lnTo>
                  <a:pt x="554223" y="588"/>
                </a:lnTo>
                <a:lnTo>
                  <a:pt x="553663" y="486"/>
                </a:lnTo>
                <a:lnTo>
                  <a:pt x="553099" y="394"/>
                </a:lnTo>
                <a:lnTo>
                  <a:pt x="552529" y="311"/>
                </a:lnTo>
                <a:lnTo>
                  <a:pt x="551954" y="238"/>
                </a:lnTo>
                <a:lnTo>
                  <a:pt x="551373" y="175"/>
                </a:lnTo>
                <a:lnTo>
                  <a:pt x="550788" y="122"/>
                </a:lnTo>
                <a:lnTo>
                  <a:pt x="550197" y="78"/>
                </a:lnTo>
                <a:lnTo>
                  <a:pt x="549601" y="44"/>
                </a:lnTo>
                <a:lnTo>
                  <a:pt x="549000" y="19"/>
                </a:lnTo>
                <a:lnTo>
                  <a:pt x="548394" y="5"/>
                </a:lnTo>
                <a:lnTo>
                  <a:pt x="547782" y="0"/>
                </a:lnTo>
                <a:lnTo>
                  <a:pt x="519124" y="0"/>
                </a:lnTo>
                <a:lnTo>
                  <a:pt x="519124" y="79462"/>
                </a:lnTo>
                <a:lnTo>
                  <a:pt x="529738" y="79462"/>
                </a:lnTo>
                <a:lnTo>
                  <a:pt x="529738" y="48055"/>
                </a:lnTo>
                <a:lnTo>
                  <a:pt x="547782" y="48055"/>
                </a:lnTo>
                <a:lnTo>
                  <a:pt x="548394" y="48050"/>
                </a:lnTo>
                <a:close/>
                <a:moveTo>
                  <a:pt x="548127" y="8764"/>
                </a:moveTo>
                <a:lnTo>
                  <a:pt x="548699" y="8797"/>
                </a:lnTo>
                <a:lnTo>
                  <a:pt x="549261" y="8844"/>
                </a:lnTo>
                <a:lnTo>
                  <a:pt x="549814" y="8903"/>
                </a:lnTo>
                <a:lnTo>
                  <a:pt x="550358" y="8977"/>
                </a:lnTo>
                <a:lnTo>
                  <a:pt x="550893" y="9063"/>
                </a:lnTo>
                <a:lnTo>
                  <a:pt x="551418" y="9163"/>
                </a:lnTo>
                <a:lnTo>
                  <a:pt x="551934" y="9276"/>
                </a:lnTo>
                <a:lnTo>
                  <a:pt x="552442" y="9402"/>
                </a:lnTo>
                <a:lnTo>
                  <a:pt x="552939" y="9542"/>
                </a:lnTo>
                <a:lnTo>
                  <a:pt x="553428" y="9695"/>
                </a:lnTo>
                <a:lnTo>
                  <a:pt x="553907" y="9861"/>
                </a:lnTo>
                <a:lnTo>
                  <a:pt x="554378" y="10040"/>
                </a:lnTo>
                <a:lnTo>
                  <a:pt x="554839" y="10233"/>
                </a:lnTo>
                <a:lnTo>
                  <a:pt x="555290" y="10439"/>
                </a:lnTo>
                <a:lnTo>
                  <a:pt x="555733" y="10659"/>
                </a:lnTo>
                <a:lnTo>
                  <a:pt x="556166" y="10892"/>
                </a:lnTo>
                <a:lnTo>
                  <a:pt x="556590" y="11138"/>
                </a:lnTo>
                <a:lnTo>
                  <a:pt x="557005" y="11397"/>
                </a:lnTo>
                <a:lnTo>
                  <a:pt x="557411" y="11670"/>
                </a:lnTo>
                <a:lnTo>
                  <a:pt x="557807" y="11955"/>
                </a:lnTo>
                <a:lnTo>
                  <a:pt x="558195" y="12255"/>
                </a:lnTo>
                <a:lnTo>
                  <a:pt x="558573" y="12567"/>
                </a:lnTo>
                <a:lnTo>
                  <a:pt x="558938" y="12894"/>
                </a:lnTo>
                <a:lnTo>
                  <a:pt x="559289" y="13235"/>
                </a:lnTo>
                <a:lnTo>
                  <a:pt x="559623" y="13590"/>
                </a:lnTo>
                <a:lnTo>
                  <a:pt x="559942" y="13960"/>
                </a:lnTo>
                <a:lnTo>
                  <a:pt x="560246" y="14345"/>
                </a:lnTo>
                <a:lnTo>
                  <a:pt x="560533" y="14744"/>
                </a:lnTo>
                <a:lnTo>
                  <a:pt x="560806" y="15157"/>
                </a:lnTo>
                <a:lnTo>
                  <a:pt x="561063" y="15585"/>
                </a:lnTo>
                <a:lnTo>
                  <a:pt x="561304" y="16028"/>
                </a:lnTo>
                <a:lnTo>
                  <a:pt x="561529" y="16485"/>
                </a:lnTo>
                <a:lnTo>
                  <a:pt x="561739" y="16957"/>
                </a:lnTo>
                <a:lnTo>
                  <a:pt x="561934" y="17443"/>
                </a:lnTo>
                <a:lnTo>
                  <a:pt x="562113" y="17944"/>
                </a:lnTo>
                <a:lnTo>
                  <a:pt x="562276" y="18459"/>
                </a:lnTo>
                <a:lnTo>
                  <a:pt x="562424" y="18989"/>
                </a:lnTo>
                <a:lnTo>
                  <a:pt x="562556" y="19533"/>
                </a:lnTo>
                <a:lnTo>
                  <a:pt x="562673" y="20092"/>
                </a:lnTo>
                <a:lnTo>
                  <a:pt x="562774" y="20666"/>
                </a:lnTo>
                <a:lnTo>
                  <a:pt x="562860" y="21254"/>
                </a:lnTo>
                <a:lnTo>
                  <a:pt x="562930" y="21856"/>
                </a:lnTo>
                <a:lnTo>
                  <a:pt x="562984" y="22473"/>
                </a:lnTo>
                <a:lnTo>
                  <a:pt x="563023" y="23104"/>
                </a:lnTo>
                <a:lnTo>
                  <a:pt x="563046" y="23751"/>
                </a:lnTo>
                <a:lnTo>
                  <a:pt x="563054" y="24411"/>
                </a:lnTo>
                <a:lnTo>
                  <a:pt x="563046" y="25028"/>
                </a:lnTo>
                <a:lnTo>
                  <a:pt x="563023" y="25632"/>
                </a:lnTo>
                <a:lnTo>
                  <a:pt x="562984" y="26222"/>
                </a:lnTo>
                <a:lnTo>
                  <a:pt x="562930" y="26800"/>
                </a:lnTo>
                <a:lnTo>
                  <a:pt x="562860" y="27364"/>
                </a:lnTo>
                <a:lnTo>
                  <a:pt x="562774" y="27915"/>
                </a:lnTo>
                <a:lnTo>
                  <a:pt x="562673" y="28453"/>
                </a:lnTo>
                <a:lnTo>
                  <a:pt x="562556" y="28977"/>
                </a:lnTo>
                <a:lnTo>
                  <a:pt x="562424" y="29489"/>
                </a:lnTo>
                <a:lnTo>
                  <a:pt x="562276" y="29987"/>
                </a:lnTo>
                <a:lnTo>
                  <a:pt x="562113" y="30472"/>
                </a:lnTo>
                <a:lnTo>
                  <a:pt x="561934" y="30944"/>
                </a:lnTo>
                <a:lnTo>
                  <a:pt x="561739" y="31402"/>
                </a:lnTo>
                <a:lnTo>
                  <a:pt x="561529" y="31848"/>
                </a:lnTo>
                <a:lnTo>
                  <a:pt x="561304" y="32280"/>
                </a:lnTo>
                <a:lnTo>
                  <a:pt x="561063" y="32699"/>
                </a:lnTo>
                <a:lnTo>
                  <a:pt x="560806" y="33105"/>
                </a:lnTo>
                <a:lnTo>
                  <a:pt x="560533" y="33497"/>
                </a:lnTo>
                <a:lnTo>
                  <a:pt x="560246" y="33877"/>
                </a:lnTo>
                <a:lnTo>
                  <a:pt x="559942" y="34243"/>
                </a:lnTo>
                <a:lnTo>
                  <a:pt x="559623" y="34596"/>
                </a:lnTo>
                <a:lnTo>
                  <a:pt x="559289" y="34936"/>
                </a:lnTo>
                <a:lnTo>
                  <a:pt x="558938" y="35263"/>
                </a:lnTo>
                <a:lnTo>
                  <a:pt x="558573" y="35576"/>
                </a:lnTo>
                <a:lnTo>
                  <a:pt x="558195" y="35877"/>
                </a:lnTo>
                <a:lnTo>
                  <a:pt x="557807" y="36164"/>
                </a:lnTo>
                <a:lnTo>
                  <a:pt x="557411" y="36439"/>
                </a:lnTo>
                <a:lnTo>
                  <a:pt x="557005" y="36701"/>
                </a:lnTo>
                <a:lnTo>
                  <a:pt x="556590" y="36951"/>
                </a:lnTo>
                <a:lnTo>
                  <a:pt x="556166" y="37187"/>
                </a:lnTo>
                <a:lnTo>
                  <a:pt x="555733" y="37411"/>
                </a:lnTo>
                <a:lnTo>
                  <a:pt x="555290" y="37622"/>
                </a:lnTo>
                <a:lnTo>
                  <a:pt x="554839" y="37820"/>
                </a:lnTo>
                <a:lnTo>
                  <a:pt x="554378" y="38005"/>
                </a:lnTo>
                <a:lnTo>
                  <a:pt x="553907" y="38178"/>
                </a:lnTo>
                <a:lnTo>
                  <a:pt x="553428" y="38338"/>
                </a:lnTo>
                <a:lnTo>
                  <a:pt x="552939" y="38485"/>
                </a:lnTo>
                <a:lnTo>
                  <a:pt x="552442" y="38619"/>
                </a:lnTo>
                <a:lnTo>
                  <a:pt x="551934" y="38741"/>
                </a:lnTo>
                <a:lnTo>
                  <a:pt x="551418" y="38849"/>
                </a:lnTo>
                <a:lnTo>
                  <a:pt x="550893" y="38945"/>
                </a:lnTo>
                <a:lnTo>
                  <a:pt x="550358" y="39028"/>
                </a:lnTo>
                <a:lnTo>
                  <a:pt x="549814" y="39099"/>
                </a:lnTo>
                <a:lnTo>
                  <a:pt x="549261" y="39156"/>
                </a:lnTo>
                <a:lnTo>
                  <a:pt x="548699" y="39201"/>
                </a:lnTo>
                <a:lnTo>
                  <a:pt x="548127" y="39233"/>
                </a:lnTo>
                <a:lnTo>
                  <a:pt x="547546" y="39252"/>
                </a:lnTo>
                <a:lnTo>
                  <a:pt x="546956" y="39258"/>
                </a:lnTo>
                <a:lnTo>
                  <a:pt x="529738" y="39258"/>
                </a:lnTo>
                <a:lnTo>
                  <a:pt x="529738" y="8737"/>
                </a:lnTo>
                <a:lnTo>
                  <a:pt x="546956" y="8737"/>
                </a:lnTo>
                <a:lnTo>
                  <a:pt x="547546" y="8744"/>
                </a:lnTo>
                <a:lnTo>
                  <a:pt x="548127" y="8764"/>
                </a:lnTo>
                <a:close/>
                <a:moveTo>
                  <a:pt x="869412" y="71428"/>
                </a:moveTo>
                <a:lnTo>
                  <a:pt x="869000" y="71412"/>
                </a:lnTo>
                <a:lnTo>
                  <a:pt x="868600" y="71386"/>
                </a:lnTo>
                <a:lnTo>
                  <a:pt x="868214" y="71350"/>
                </a:lnTo>
                <a:lnTo>
                  <a:pt x="867841" y="71303"/>
                </a:lnTo>
                <a:lnTo>
                  <a:pt x="867481" y="71246"/>
                </a:lnTo>
                <a:lnTo>
                  <a:pt x="867135" y="71178"/>
                </a:lnTo>
                <a:lnTo>
                  <a:pt x="866801" y="71100"/>
                </a:lnTo>
                <a:lnTo>
                  <a:pt x="866481" y="71012"/>
                </a:lnTo>
                <a:lnTo>
                  <a:pt x="866174" y="70913"/>
                </a:lnTo>
                <a:lnTo>
                  <a:pt x="865880" y="70804"/>
                </a:lnTo>
                <a:lnTo>
                  <a:pt x="865600" y="70684"/>
                </a:lnTo>
                <a:lnTo>
                  <a:pt x="865332" y="70554"/>
                </a:lnTo>
                <a:lnTo>
                  <a:pt x="865078" y="70414"/>
                </a:lnTo>
                <a:lnTo>
                  <a:pt x="864837" y="70263"/>
                </a:lnTo>
                <a:lnTo>
                  <a:pt x="864610" y="70102"/>
                </a:lnTo>
                <a:lnTo>
                  <a:pt x="864395" y="69930"/>
                </a:lnTo>
                <a:lnTo>
                  <a:pt x="864194" y="69749"/>
                </a:lnTo>
                <a:lnTo>
                  <a:pt x="864006" y="69556"/>
                </a:lnTo>
                <a:lnTo>
                  <a:pt x="863831" y="69353"/>
                </a:lnTo>
                <a:lnTo>
                  <a:pt x="863669" y="69140"/>
                </a:lnTo>
                <a:lnTo>
                  <a:pt x="863521" y="68917"/>
                </a:lnTo>
                <a:lnTo>
                  <a:pt x="863385" y="68683"/>
                </a:lnTo>
                <a:lnTo>
                  <a:pt x="863263" y="68439"/>
                </a:lnTo>
                <a:lnTo>
                  <a:pt x="863150" y="68184"/>
                </a:lnTo>
                <a:lnTo>
                  <a:pt x="863042" y="67921"/>
                </a:lnTo>
                <a:lnTo>
                  <a:pt x="862938" y="67648"/>
                </a:lnTo>
                <a:lnTo>
                  <a:pt x="862840" y="67365"/>
                </a:lnTo>
                <a:lnTo>
                  <a:pt x="862746" y="67074"/>
                </a:lnTo>
                <a:lnTo>
                  <a:pt x="862657" y="66773"/>
                </a:lnTo>
                <a:lnTo>
                  <a:pt x="862573" y="66463"/>
                </a:lnTo>
                <a:lnTo>
                  <a:pt x="862493" y="66143"/>
                </a:lnTo>
                <a:lnTo>
                  <a:pt x="862419" y="65815"/>
                </a:lnTo>
                <a:lnTo>
                  <a:pt x="862349" y="65476"/>
                </a:lnTo>
                <a:lnTo>
                  <a:pt x="862284" y="65129"/>
                </a:lnTo>
                <a:lnTo>
                  <a:pt x="862224" y="64772"/>
                </a:lnTo>
                <a:lnTo>
                  <a:pt x="862169" y="64406"/>
                </a:lnTo>
                <a:lnTo>
                  <a:pt x="862118" y="64031"/>
                </a:lnTo>
                <a:lnTo>
                  <a:pt x="862072" y="63646"/>
                </a:lnTo>
                <a:lnTo>
                  <a:pt x="862031" y="63252"/>
                </a:lnTo>
                <a:lnTo>
                  <a:pt x="861995" y="62849"/>
                </a:lnTo>
                <a:lnTo>
                  <a:pt x="861964" y="62437"/>
                </a:lnTo>
                <a:lnTo>
                  <a:pt x="861938" y="62015"/>
                </a:lnTo>
                <a:lnTo>
                  <a:pt x="861916" y="61584"/>
                </a:lnTo>
                <a:lnTo>
                  <a:pt x="861899" y="61143"/>
                </a:lnTo>
                <a:lnTo>
                  <a:pt x="861887" y="60693"/>
                </a:lnTo>
                <a:lnTo>
                  <a:pt x="861880" y="60234"/>
                </a:lnTo>
                <a:lnTo>
                  <a:pt x="861877" y="59766"/>
                </a:lnTo>
                <a:lnTo>
                  <a:pt x="861877" y="27570"/>
                </a:lnTo>
                <a:lnTo>
                  <a:pt x="876088" y="27570"/>
                </a:lnTo>
                <a:lnTo>
                  <a:pt x="876088" y="19600"/>
                </a:lnTo>
                <a:lnTo>
                  <a:pt x="861877" y="19600"/>
                </a:lnTo>
                <a:lnTo>
                  <a:pt x="861877" y="6435"/>
                </a:lnTo>
                <a:lnTo>
                  <a:pt x="852030" y="6435"/>
                </a:lnTo>
                <a:lnTo>
                  <a:pt x="852030" y="19600"/>
                </a:lnTo>
                <a:lnTo>
                  <a:pt x="842478" y="19600"/>
                </a:lnTo>
                <a:lnTo>
                  <a:pt x="842478" y="27570"/>
                </a:lnTo>
                <a:lnTo>
                  <a:pt x="852030" y="27570"/>
                </a:lnTo>
                <a:lnTo>
                  <a:pt x="852030" y="59978"/>
                </a:lnTo>
                <a:lnTo>
                  <a:pt x="852033" y="60485"/>
                </a:lnTo>
                <a:lnTo>
                  <a:pt x="852040" y="60986"/>
                </a:lnTo>
                <a:lnTo>
                  <a:pt x="852052" y="61481"/>
                </a:lnTo>
                <a:lnTo>
                  <a:pt x="852069" y="61970"/>
                </a:lnTo>
                <a:lnTo>
                  <a:pt x="852090" y="62453"/>
                </a:lnTo>
                <a:lnTo>
                  <a:pt x="852117" y="62929"/>
                </a:lnTo>
                <a:lnTo>
                  <a:pt x="852148" y="63400"/>
                </a:lnTo>
                <a:lnTo>
                  <a:pt x="852184" y="63864"/>
                </a:lnTo>
                <a:lnTo>
                  <a:pt x="852225" y="64323"/>
                </a:lnTo>
                <a:lnTo>
                  <a:pt x="852271" y="64775"/>
                </a:lnTo>
                <a:lnTo>
                  <a:pt x="852321" y="65221"/>
                </a:lnTo>
                <a:lnTo>
                  <a:pt x="852377" y="65661"/>
                </a:lnTo>
                <a:lnTo>
                  <a:pt x="852437" y="66094"/>
                </a:lnTo>
                <a:lnTo>
                  <a:pt x="852502" y="66522"/>
                </a:lnTo>
                <a:lnTo>
                  <a:pt x="852571" y="66944"/>
                </a:lnTo>
                <a:lnTo>
                  <a:pt x="852646" y="67359"/>
                </a:lnTo>
                <a:lnTo>
                  <a:pt x="852725" y="67768"/>
                </a:lnTo>
                <a:lnTo>
                  <a:pt x="852810" y="68172"/>
                </a:lnTo>
                <a:lnTo>
                  <a:pt x="852899" y="68569"/>
                </a:lnTo>
                <a:lnTo>
                  <a:pt x="852992" y="68960"/>
                </a:lnTo>
                <a:lnTo>
                  <a:pt x="853091" y="69345"/>
                </a:lnTo>
                <a:lnTo>
                  <a:pt x="853194" y="69723"/>
                </a:lnTo>
                <a:lnTo>
                  <a:pt x="853303" y="70096"/>
                </a:lnTo>
                <a:lnTo>
                  <a:pt x="853416" y="70462"/>
                </a:lnTo>
                <a:lnTo>
                  <a:pt x="853535" y="70822"/>
                </a:lnTo>
                <a:lnTo>
                  <a:pt x="853663" y="71175"/>
                </a:lnTo>
                <a:lnTo>
                  <a:pt x="853799" y="71521"/>
                </a:lnTo>
                <a:lnTo>
                  <a:pt x="853943" y="71859"/>
                </a:lnTo>
                <a:lnTo>
                  <a:pt x="854096" y="72191"/>
                </a:lnTo>
                <a:lnTo>
                  <a:pt x="854256" y="72515"/>
                </a:lnTo>
                <a:lnTo>
                  <a:pt x="854425" y="72833"/>
                </a:lnTo>
                <a:lnTo>
                  <a:pt x="854602" y="73143"/>
                </a:lnTo>
                <a:lnTo>
                  <a:pt x="854787" y="73446"/>
                </a:lnTo>
                <a:lnTo>
                  <a:pt x="854980" y="73742"/>
                </a:lnTo>
                <a:lnTo>
                  <a:pt x="855182" y="74031"/>
                </a:lnTo>
                <a:lnTo>
                  <a:pt x="855391" y="74313"/>
                </a:lnTo>
                <a:lnTo>
                  <a:pt x="855609" y="74588"/>
                </a:lnTo>
                <a:lnTo>
                  <a:pt x="855835" y="74856"/>
                </a:lnTo>
                <a:lnTo>
                  <a:pt x="856069" y="75116"/>
                </a:lnTo>
                <a:lnTo>
                  <a:pt x="856312" y="75370"/>
                </a:lnTo>
                <a:lnTo>
                  <a:pt x="856562" y="75616"/>
                </a:lnTo>
                <a:lnTo>
                  <a:pt x="856821" y="75855"/>
                </a:lnTo>
                <a:lnTo>
                  <a:pt x="857088" y="76088"/>
                </a:lnTo>
                <a:lnTo>
                  <a:pt x="857363" y="76313"/>
                </a:lnTo>
                <a:lnTo>
                  <a:pt x="857647" y="76531"/>
                </a:lnTo>
                <a:lnTo>
                  <a:pt x="857938" y="76742"/>
                </a:lnTo>
                <a:lnTo>
                  <a:pt x="858238" y="76946"/>
                </a:lnTo>
                <a:lnTo>
                  <a:pt x="858546" y="77143"/>
                </a:lnTo>
                <a:lnTo>
                  <a:pt x="858863" y="77332"/>
                </a:lnTo>
                <a:lnTo>
                  <a:pt x="859192" y="77513"/>
                </a:lnTo>
                <a:lnTo>
                  <a:pt x="859531" y="77686"/>
                </a:lnTo>
                <a:lnTo>
                  <a:pt x="859882" y="77851"/>
                </a:lnTo>
                <a:lnTo>
                  <a:pt x="860243" y="78008"/>
                </a:lnTo>
                <a:lnTo>
                  <a:pt x="860615" y="78157"/>
                </a:lnTo>
                <a:lnTo>
                  <a:pt x="860998" y="78298"/>
                </a:lnTo>
                <a:lnTo>
                  <a:pt x="861393" y="78431"/>
                </a:lnTo>
                <a:lnTo>
                  <a:pt x="861798" y="78556"/>
                </a:lnTo>
                <a:lnTo>
                  <a:pt x="862214" y="78672"/>
                </a:lnTo>
                <a:lnTo>
                  <a:pt x="862641" y="78781"/>
                </a:lnTo>
                <a:lnTo>
                  <a:pt x="863079" y="78882"/>
                </a:lnTo>
                <a:lnTo>
                  <a:pt x="863528" y="78974"/>
                </a:lnTo>
                <a:lnTo>
                  <a:pt x="863988" y="79059"/>
                </a:lnTo>
                <a:lnTo>
                  <a:pt x="864459" y="79135"/>
                </a:lnTo>
                <a:lnTo>
                  <a:pt x="864940" y="79204"/>
                </a:lnTo>
                <a:lnTo>
                  <a:pt x="865433" y="79264"/>
                </a:lnTo>
                <a:lnTo>
                  <a:pt x="865937" y="79317"/>
                </a:lnTo>
                <a:lnTo>
                  <a:pt x="866452" y="79361"/>
                </a:lnTo>
                <a:lnTo>
                  <a:pt x="866977" y="79397"/>
                </a:lnTo>
                <a:lnTo>
                  <a:pt x="867514" y="79425"/>
                </a:lnTo>
                <a:lnTo>
                  <a:pt x="868061" y="79445"/>
                </a:lnTo>
                <a:lnTo>
                  <a:pt x="868620" y="79458"/>
                </a:lnTo>
                <a:lnTo>
                  <a:pt x="869189" y="79462"/>
                </a:lnTo>
                <a:lnTo>
                  <a:pt x="876088" y="79462"/>
                </a:lnTo>
                <a:lnTo>
                  <a:pt x="876088" y="71433"/>
                </a:lnTo>
                <a:lnTo>
                  <a:pt x="869838" y="71433"/>
                </a:lnTo>
                <a:lnTo>
                  <a:pt x="869412" y="71428"/>
                </a:lnTo>
                <a:close/>
                <a:moveTo>
                  <a:pt x="596446" y="36399"/>
                </a:moveTo>
                <a:lnTo>
                  <a:pt x="596612" y="36176"/>
                </a:lnTo>
                <a:lnTo>
                  <a:pt x="596779" y="35956"/>
                </a:lnTo>
                <a:lnTo>
                  <a:pt x="596948" y="35738"/>
                </a:lnTo>
                <a:lnTo>
                  <a:pt x="597119" y="35522"/>
                </a:lnTo>
                <a:lnTo>
                  <a:pt x="597291" y="35308"/>
                </a:lnTo>
                <a:lnTo>
                  <a:pt x="597465" y="35097"/>
                </a:lnTo>
                <a:lnTo>
                  <a:pt x="597640" y="34888"/>
                </a:lnTo>
                <a:lnTo>
                  <a:pt x="597817" y="34681"/>
                </a:lnTo>
                <a:lnTo>
                  <a:pt x="597995" y="34477"/>
                </a:lnTo>
                <a:lnTo>
                  <a:pt x="598175" y="34275"/>
                </a:lnTo>
                <a:lnTo>
                  <a:pt x="598356" y="34075"/>
                </a:lnTo>
                <a:lnTo>
                  <a:pt x="598539" y="33877"/>
                </a:lnTo>
                <a:lnTo>
                  <a:pt x="598724" y="33682"/>
                </a:lnTo>
                <a:lnTo>
                  <a:pt x="598910" y="33488"/>
                </a:lnTo>
                <a:lnTo>
                  <a:pt x="599097" y="33298"/>
                </a:lnTo>
                <a:lnTo>
                  <a:pt x="599286" y="33109"/>
                </a:lnTo>
                <a:lnTo>
                  <a:pt x="599477" y="32923"/>
                </a:lnTo>
                <a:lnTo>
                  <a:pt x="599669" y="32738"/>
                </a:lnTo>
                <a:lnTo>
                  <a:pt x="599862" y="32557"/>
                </a:lnTo>
                <a:lnTo>
                  <a:pt x="600058" y="32377"/>
                </a:lnTo>
                <a:lnTo>
                  <a:pt x="600254" y="32200"/>
                </a:lnTo>
                <a:lnTo>
                  <a:pt x="600452" y="32025"/>
                </a:lnTo>
                <a:lnTo>
                  <a:pt x="600653" y="31852"/>
                </a:lnTo>
                <a:lnTo>
                  <a:pt x="600856" y="31683"/>
                </a:lnTo>
                <a:lnTo>
                  <a:pt x="601063" y="31517"/>
                </a:lnTo>
                <a:lnTo>
                  <a:pt x="601272" y="31354"/>
                </a:lnTo>
                <a:lnTo>
                  <a:pt x="601485" y="31194"/>
                </a:lnTo>
                <a:lnTo>
                  <a:pt x="601700" y="31037"/>
                </a:lnTo>
                <a:lnTo>
                  <a:pt x="601918" y="30884"/>
                </a:lnTo>
                <a:lnTo>
                  <a:pt x="602140" y="30733"/>
                </a:lnTo>
                <a:lnTo>
                  <a:pt x="602364" y="30586"/>
                </a:lnTo>
                <a:lnTo>
                  <a:pt x="602591" y="30442"/>
                </a:lnTo>
                <a:lnTo>
                  <a:pt x="602821" y="30301"/>
                </a:lnTo>
                <a:lnTo>
                  <a:pt x="603054" y="30163"/>
                </a:lnTo>
                <a:lnTo>
                  <a:pt x="603290" y="30028"/>
                </a:lnTo>
                <a:lnTo>
                  <a:pt x="603530" y="29897"/>
                </a:lnTo>
                <a:lnTo>
                  <a:pt x="603772" y="29768"/>
                </a:lnTo>
                <a:lnTo>
                  <a:pt x="604017" y="29643"/>
                </a:lnTo>
                <a:lnTo>
                  <a:pt x="604265" y="29521"/>
                </a:lnTo>
                <a:lnTo>
                  <a:pt x="604516" y="29402"/>
                </a:lnTo>
                <a:lnTo>
                  <a:pt x="604770" y="29286"/>
                </a:lnTo>
                <a:lnTo>
                  <a:pt x="605026" y="29173"/>
                </a:lnTo>
                <a:lnTo>
                  <a:pt x="605286" y="29064"/>
                </a:lnTo>
                <a:lnTo>
                  <a:pt x="605549" y="28957"/>
                </a:lnTo>
                <a:lnTo>
                  <a:pt x="605815" y="28854"/>
                </a:lnTo>
                <a:lnTo>
                  <a:pt x="606084" y="28754"/>
                </a:lnTo>
                <a:lnTo>
                  <a:pt x="606356" y="28657"/>
                </a:lnTo>
                <a:lnTo>
                  <a:pt x="606632" y="28565"/>
                </a:lnTo>
                <a:lnTo>
                  <a:pt x="606911" y="28476"/>
                </a:lnTo>
                <a:lnTo>
                  <a:pt x="607194" y="28392"/>
                </a:lnTo>
                <a:lnTo>
                  <a:pt x="607481" y="28312"/>
                </a:lnTo>
                <a:lnTo>
                  <a:pt x="607772" y="28236"/>
                </a:lnTo>
                <a:lnTo>
                  <a:pt x="608066" y="28164"/>
                </a:lnTo>
                <a:lnTo>
                  <a:pt x="608364" y="28096"/>
                </a:lnTo>
                <a:lnTo>
                  <a:pt x="608665" y="28032"/>
                </a:lnTo>
                <a:lnTo>
                  <a:pt x="608971" y="27973"/>
                </a:lnTo>
                <a:lnTo>
                  <a:pt x="609280" y="27917"/>
                </a:lnTo>
                <a:lnTo>
                  <a:pt x="609592" y="27866"/>
                </a:lnTo>
                <a:lnTo>
                  <a:pt x="609909" y="27818"/>
                </a:lnTo>
                <a:lnTo>
                  <a:pt x="610229" y="27775"/>
                </a:lnTo>
                <a:lnTo>
                  <a:pt x="610552" y="27736"/>
                </a:lnTo>
                <a:lnTo>
                  <a:pt x="610880" y="27701"/>
                </a:lnTo>
                <a:lnTo>
                  <a:pt x="611211" y="27670"/>
                </a:lnTo>
                <a:lnTo>
                  <a:pt x="611546" y="27644"/>
                </a:lnTo>
                <a:lnTo>
                  <a:pt x="611884" y="27621"/>
                </a:lnTo>
                <a:lnTo>
                  <a:pt x="612226" y="27602"/>
                </a:lnTo>
                <a:lnTo>
                  <a:pt x="612572" y="27588"/>
                </a:lnTo>
                <a:lnTo>
                  <a:pt x="612921" y="27578"/>
                </a:lnTo>
                <a:lnTo>
                  <a:pt x="613275" y="27572"/>
                </a:lnTo>
                <a:lnTo>
                  <a:pt x="613631" y="27570"/>
                </a:lnTo>
                <a:lnTo>
                  <a:pt x="614988" y="27570"/>
                </a:lnTo>
                <a:lnTo>
                  <a:pt x="614988" y="18537"/>
                </a:lnTo>
                <a:lnTo>
                  <a:pt x="613808" y="18537"/>
                </a:lnTo>
                <a:lnTo>
                  <a:pt x="613243" y="18542"/>
                </a:lnTo>
                <a:lnTo>
                  <a:pt x="612686" y="18558"/>
                </a:lnTo>
                <a:lnTo>
                  <a:pt x="612138" y="18584"/>
                </a:lnTo>
                <a:lnTo>
                  <a:pt x="611599" y="18621"/>
                </a:lnTo>
                <a:lnTo>
                  <a:pt x="611068" y="18668"/>
                </a:lnTo>
                <a:lnTo>
                  <a:pt x="610547" y="18725"/>
                </a:lnTo>
                <a:lnTo>
                  <a:pt x="610034" y="18793"/>
                </a:lnTo>
                <a:lnTo>
                  <a:pt x="609530" y="18872"/>
                </a:lnTo>
                <a:lnTo>
                  <a:pt x="609035" y="18960"/>
                </a:lnTo>
                <a:lnTo>
                  <a:pt x="608548" y="19060"/>
                </a:lnTo>
                <a:lnTo>
                  <a:pt x="608071" y="19170"/>
                </a:lnTo>
                <a:lnTo>
                  <a:pt x="607602" y="19290"/>
                </a:lnTo>
                <a:lnTo>
                  <a:pt x="607142" y="19420"/>
                </a:lnTo>
                <a:lnTo>
                  <a:pt x="606691" y="19562"/>
                </a:lnTo>
                <a:lnTo>
                  <a:pt x="606249" y="19713"/>
                </a:lnTo>
                <a:lnTo>
                  <a:pt x="605815" y="19875"/>
                </a:lnTo>
                <a:lnTo>
                  <a:pt x="605390" y="20048"/>
                </a:lnTo>
                <a:lnTo>
                  <a:pt x="604974" y="20231"/>
                </a:lnTo>
                <a:lnTo>
                  <a:pt x="604567" y="20424"/>
                </a:lnTo>
                <a:lnTo>
                  <a:pt x="604169" y="20628"/>
                </a:lnTo>
                <a:lnTo>
                  <a:pt x="603779" y="20842"/>
                </a:lnTo>
                <a:lnTo>
                  <a:pt x="603399" y="21067"/>
                </a:lnTo>
                <a:lnTo>
                  <a:pt x="603027" y="21302"/>
                </a:lnTo>
                <a:lnTo>
                  <a:pt x="602664" y="21548"/>
                </a:lnTo>
                <a:lnTo>
                  <a:pt x="602308" y="21801"/>
                </a:lnTo>
                <a:lnTo>
                  <a:pt x="601959" y="22060"/>
                </a:lnTo>
                <a:lnTo>
                  <a:pt x="601616" y="22323"/>
                </a:lnTo>
                <a:lnTo>
                  <a:pt x="601280" y="22591"/>
                </a:lnTo>
                <a:lnTo>
                  <a:pt x="600949" y="22864"/>
                </a:lnTo>
                <a:lnTo>
                  <a:pt x="600626" y="23142"/>
                </a:lnTo>
                <a:lnTo>
                  <a:pt x="600308" y="23425"/>
                </a:lnTo>
                <a:lnTo>
                  <a:pt x="599997" y="23713"/>
                </a:lnTo>
                <a:lnTo>
                  <a:pt x="599692" y="24005"/>
                </a:lnTo>
                <a:lnTo>
                  <a:pt x="599394" y="24303"/>
                </a:lnTo>
                <a:lnTo>
                  <a:pt x="599102" y="24605"/>
                </a:lnTo>
                <a:lnTo>
                  <a:pt x="598816" y="24913"/>
                </a:lnTo>
                <a:lnTo>
                  <a:pt x="598537" y="25225"/>
                </a:lnTo>
                <a:lnTo>
                  <a:pt x="598264" y="25543"/>
                </a:lnTo>
                <a:lnTo>
                  <a:pt x="597997" y="25865"/>
                </a:lnTo>
                <a:lnTo>
                  <a:pt x="597737" y="26192"/>
                </a:lnTo>
                <a:lnTo>
                  <a:pt x="597483" y="26524"/>
                </a:lnTo>
                <a:lnTo>
                  <a:pt x="597235" y="26861"/>
                </a:lnTo>
                <a:lnTo>
                  <a:pt x="596994" y="27203"/>
                </a:lnTo>
                <a:lnTo>
                  <a:pt x="596759" y="27550"/>
                </a:lnTo>
                <a:lnTo>
                  <a:pt x="596530" y="27902"/>
                </a:lnTo>
                <a:lnTo>
                  <a:pt x="596308" y="28258"/>
                </a:lnTo>
                <a:lnTo>
                  <a:pt x="596092" y="28620"/>
                </a:lnTo>
                <a:lnTo>
                  <a:pt x="595883" y="28986"/>
                </a:lnTo>
                <a:lnTo>
                  <a:pt x="595529" y="19600"/>
                </a:lnTo>
                <a:lnTo>
                  <a:pt x="586271" y="19600"/>
                </a:lnTo>
                <a:lnTo>
                  <a:pt x="586271" y="79462"/>
                </a:lnTo>
                <a:lnTo>
                  <a:pt x="596118" y="79462"/>
                </a:lnTo>
                <a:lnTo>
                  <a:pt x="596118" y="36851"/>
                </a:lnTo>
                <a:lnTo>
                  <a:pt x="596281" y="36624"/>
                </a:lnTo>
                <a:lnTo>
                  <a:pt x="596446" y="36399"/>
                </a:lnTo>
                <a:close/>
                <a:moveTo>
                  <a:pt x="730471" y="27559"/>
                </a:moveTo>
                <a:lnTo>
                  <a:pt x="730209" y="26987"/>
                </a:lnTo>
                <a:lnTo>
                  <a:pt x="729934" y="26431"/>
                </a:lnTo>
                <a:lnTo>
                  <a:pt x="729644" y="25890"/>
                </a:lnTo>
                <a:lnTo>
                  <a:pt x="729340" y="25366"/>
                </a:lnTo>
                <a:lnTo>
                  <a:pt x="729022" y="24857"/>
                </a:lnTo>
                <a:lnTo>
                  <a:pt x="728690" y="24363"/>
                </a:lnTo>
                <a:lnTo>
                  <a:pt x="728342" y="23888"/>
                </a:lnTo>
                <a:lnTo>
                  <a:pt x="727975" y="23433"/>
                </a:lnTo>
                <a:lnTo>
                  <a:pt x="727589" y="22998"/>
                </a:lnTo>
                <a:lnTo>
                  <a:pt x="727185" y="22583"/>
                </a:lnTo>
                <a:lnTo>
                  <a:pt x="726762" y="22188"/>
                </a:lnTo>
                <a:lnTo>
                  <a:pt x="726321" y="21814"/>
                </a:lnTo>
                <a:lnTo>
                  <a:pt x="725861" y="21460"/>
                </a:lnTo>
                <a:lnTo>
                  <a:pt x="725382" y="21126"/>
                </a:lnTo>
                <a:lnTo>
                  <a:pt x="724884" y="20813"/>
                </a:lnTo>
                <a:lnTo>
                  <a:pt x="724368" y="20520"/>
                </a:lnTo>
                <a:lnTo>
                  <a:pt x="723834" y="20246"/>
                </a:lnTo>
                <a:lnTo>
                  <a:pt x="723280" y="19994"/>
                </a:lnTo>
                <a:lnTo>
                  <a:pt x="722708" y="19761"/>
                </a:lnTo>
                <a:lnTo>
                  <a:pt x="722118" y="19549"/>
                </a:lnTo>
                <a:lnTo>
                  <a:pt x="721509" y="19356"/>
                </a:lnTo>
                <a:lnTo>
                  <a:pt x="720881" y="19184"/>
                </a:lnTo>
                <a:lnTo>
                  <a:pt x="720234" y="19033"/>
                </a:lnTo>
                <a:lnTo>
                  <a:pt x="719569" y="18901"/>
                </a:lnTo>
                <a:lnTo>
                  <a:pt x="718885" y="18790"/>
                </a:lnTo>
                <a:lnTo>
                  <a:pt x="718183" y="18699"/>
                </a:lnTo>
                <a:lnTo>
                  <a:pt x="717462" y="18628"/>
                </a:lnTo>
                <a:lnTo>
                  <a:pt x="716722" y="18578"/>
                </a:lnTo>
                <a:lnTo>
                  <a:pt x="715964" y="18547"/>
                </a:lnTo>
                <a:lnTo>
                  <a:pt x="715187" y="18537"/>
                </a:lnTo>
                <a:lnTo>
                  <a:pt x="714626" y="18542"/>
                </a:lnTo>
                <a:lnTo>
                  <a:pt x="714073" y="18558"/>
                </a:lnTo>
                <a:lnTo>
                  <a:pt x="713527" y="18584"/>
                </a:lnTo>
                <a:lnTo>
                  <a:pt x="712989" y="18620"/>
                </a:lnTo>
                <a:lnTo>
                  <a:pt x="712459" y="18666"/>
                </a:lnTo>
                <a:lnTo>
                  <a:pt x="711937" y="18723"/>
                </a:lnTo>
                <a:lnTo>
                  <a:pt x="711422" y="18791"/>
                </a:lnTo>
                <a:lnTo>
                  <a:pt x="710915" y="18868"/>
                </a:lnTo>
                <a:lnTo>
                  <a:pt x="710416" y="18956"/>
                </a:lnTo>
                <a:lnTo>
                  <a:pt x="709925" y="19055"/>
                </a:lnTo>
                <a:lnTo>
                  <a:pt x="709442" y="19163"/>
                </a:lnTo>
                <a:lnTo>
                  <a:pt x="708966" y="19282"/>
                </a:lnTo>
                <a:lnTo>
                  <a:pt x="708498" y="19412"/>
                </a:lnTo>
                <a:lnTo>
                  <a:pt x="708038" y="19552"/>
                </a:lnTo>
                <a:lnTo>
                  <a:pt x="707586" y="19702"/>
                </a:lnTo>
                <a:lnTo>
                  <a:pt x="707142" y="19862"/>
                </a:lnTo>
                <a:lnTo>
                  <a:pt x="706705" y="20033"/>
                </a:lnTo>
                <a:lnTo>
                  <a:pt x="706276" y="20214"/>
                </a:lnTo>
                <a:lnTo>
                  <a:pt x="705855" y="20406"/>
                </a:lnTo>
                <a:lnTo>
                  <a:pt x="705441" y="20607"/>
                </a:lnTo>
                <a:lnTo>
                  <a:pt x="705036" y="20820"/>
                </a:lnTo>
                <a:lnTo>
                  <a:pt x="704638" y="21042"/>
                </a:lnTo>
                <a:lnTo>
                  <a:pt x="704248" y="21275"/>
                </a:lnTo>
                <a:lnTo>
                  <a:pt x="703866" y="21518"/>
                </a:lnTo>
                <a:lnTo>
                  <a:pt x="703491" y="21768"/>
                </a:lnTo>
                <a:lnTo>
                  <a:pt x="703123" y="22018"/>
                </a:lnTo>
                <a:lnTo>
                  <a:pt x="702763" y="22271"/>
                </a:lnTo>
                <a:lnTo>
                  <a:pt x="702409" y="22524"/>
                </a:lnTo>
                <a:lnTo>
                  <a:pt x="702063" y="22780"/>
                </a:lnTo>
                <a:lnTo>
                  <a:pt x="701724" y="23037"/>
                </a:lnTo>
                <a:lnTo>
                  <a:pt x="701393" y="23295"/>
                </a:lnTo>
                <a:lnTo>
                  <a:pt x="701068" y="23555"/>
                </a:lnTo>
                <a:lnTo>
                  <a:pt x="700751" y="23817"/>
                </a:lnTo>
                <a:lnTo>
                  <a:pt x="700440" y="24080"/>
                </a:lnTo>
                <a:lnTo>
                  <a:pt x="700137" y="24344"/>
                </a:lnTo>
                <a:lnTo>
                  <a:pt x="699841" y="24610"/>
                </a:lnTo>
                <a:lnTo>
                  <a:pt x="699552" y="24878"/>
                </a:lnTo>
                <a:lnTo>
                  <a:pt x="699271" y="25147"/>
                </a:lnTo>
                <a:lnTo>
                  <a:pt x="698996" y="25418"/>
                </a:lnTo>
                <a:lnTo>
                  <a:pt x="698729" y="25690"/>
                </a:lnTo>
                <a:lnTo>
                  <a:pt x="698469" y="25964"/>
                </a:lnTo>
                <a:lnTo>
                  <a:pt x="698216" y="26239"/>
                </a:lnTo>
                <a:lnTo>
                  <a:pt x="697970" y="26516"/>
                </a:lnTo>
                <a:lnTo>
                  <a:pt x="697731" y="26795"/>
                </a:lnTo>
                <a:lnTo>
                  <a:pt x="697500" y="27075"/>
                </a:lnTo>
                <a:lnTo>
                  <a:pt x="697276" y="27356"/>
                </a:lnTo>
                <a:lnTo>
                  <a:pt x="697059" y="27639"/>
                </a:lnTo>
                <a:lnTo>
                  <a:pt x="696849" y="27924"/>
                </a:lnTo>
                <a:lnTo>
                  <a:pt x="696613" y="19600"/>
                </a:lnTo>
                <a:lnTo>
                  <a:pt x="687060" y="19600"/>
                </a:lnTo>
                <a:lnTo>
                  <a:pt x="687060" y="79462"/>
                </a:lnTo>
                <a:lnTo>
                  <a:pt x="696908" y="79462"/>
                </a:lnTo>
                <a:lnTo>
                  <a:pt x="696908" y="36360"/>
                </a:lnTo>
                <a:lnTo>
                  <a:pt x="697117" y="36069"/>
                </a:lnTo>
                <a:lnTo>
                  <a:pt x="697331" y="35780"/>
                </a:lnTo>
                <a:lnTo>
                  <a:pt x="697550" y="35493"/>
                </a:lnTo>
                <a:lnTo>
                  <a:pt x="697775" y="35207"/>
                </a:lnTo>
                <a:lnTo>
                  <a:pt x="698005" y="34922"/>
                </a:lnTo>
                <a:lnTo>
                  <a:pt x="698240" y="34640"/>
                </a:lnTo>
                <a:lnTo>
                  <a:pt x="698480" y="34359"/>
                </a:lnTo>
                <a:lnTo>
                  <a:pt x="698726" y="34079"/>
                </a:lnTo>
                <a:lnTo>
                  <a:pt x="698976" y="33802"/>
                </a:lnTo>
                <a:lnTo>
                  <a:pt x="699232" y="33525"/>
                </a:lnTo>
                <a:lnTo>
                  <a:pt x="699494" y="33251"/>
                </a:lnTo>
                <a:lnTo>
                  <a:pt x="699760" y="32978"/>
                </a:lnTo>
                <a:lnTo>
                  <a:pt x="700032" y="32707"/>
                </a:lnTo>
                <a:lnTo>
                  <a:pt x="700309" y="32437"/>
                </a:lnTo>
                <a:lnTo>
                  <a:pt x="700591" y="32169"/>
                </a:lnTo>
                <a:lnTo>
                  <a:pt x="700878" y="31903"/>
                </a:lnTo>
                <a:lnTo>
                  <a:pt x="701171" y="31638"/>
                </a:lnTo>
                <a:lnTo>
                  <a:pt x="701468" y="31375"/>
                </a:lnTo>
                <a:lnTo>
                  <a:pt x="701771" y="31114"/>
                </a:lnTo>
                <a:lnTo>
                  <a:pt x="702079" y="30854"/>
                </a:lnTo>
                <a:lnTo>
                  <a:pt x="702393" y="30596"/>
                </a:lnTo>
                <a:lnTo>
                  <a:pt x="702711" y="30339"/>
                </a:lnTo>
                <a:lnTo>
                  <a:pt x="703035" y="30085"/>
                </a:lnTo>
                <a:lnTo>
                  <a:pt x="703364" y="29831"/>
                </a:lnTo>
                <a:lnTo>
                  <a:pt x="703699" y="29584"/>
                </a:lnTo>
                <a:lnTo>
                  <a:pt x="704039" y="29347"/>
                </a:lnTo>
                <a:lnTo>
                  <a:pt x="704386" y="29121"/>
                </a:lnTo>
                <a:lnTo>
                  <a:pt x="704738" y="28906"/>
                </a:lnTo>
                <a:lnTo>
                  <a:pt x="705096" y="28701"/>
                </a:lnTo>
                <a:lnTo>
                  <a:pt x="705460" y="28506"/>
                </a:lnTo>
                <a:lnTo>
                  <a:pt x="705829" y="28322"/>
                </a:lnTo>
                <a:lnTo>
                  <a:pt x="706205" y="28148"/>
                </a:lnTo>
                <a:lnTo>
                  <a:pt x="706586" y="27985"/>
                </a:lnTo>
                <a:lnTo>
                  <a:pt x="706973" y="27833"/>
                </a:lnTo>
                <a:lnTo>
                  <a:pt x="707366" y="27691"/>
                </a:lnTo>
                <a:lnTo>
                  <a:pt x="707765" y="27559"/>
                </a:lnTo>
                <a:lnTo>
                  <a:pt x="708169" y="27438"/>
                </a:lnTo>
                <a:lnTo>
                  <a:pt x="708580" y="27328"/>
                </a:lnTo>
                <a:lnTo>
                  <a:pt x="708996" y="27228"/>
                </a:lnTo>
                <a:lnTo>
                  <a:pt x="709418" y="27139"/>
                </a:lnTo>
                <a:lnTo>
                  <a:pt x="709846" y="27060"/>
                </a:lnTo>
                <a:lnTo>
                  <a:pt x="710280" y="26991"/>
                </a:lnTo>
                <a:lnTo>
                  <a:pt x="710720" y="26934"/>
                </a:lnTo>
                <a:lnTo>
                  <a:pt x="711165" y="26886"/>
                </a:lnTo>
                <a:lnTo>
                  <a:pt x="711616" y="26849"/>
                </a:lnTo>
                <a:lnTo>
                  <a:pt x="712074" y="26823"/>
                </a:lnTo>
                <a:lnTo>
                  <a:pt x="712537" y="26807"/>
                </a:lnTo>
                <a:lnTo>
                  <a:pt x="713005" y="26802"/>
                </a:lnTo>
                <a:lnTo>
                  <a:pt x="713346" y="26805"/>
                </a:lnTo>
                <a:lnTo>
                  <a:pt x="713680" y="26815"/>
                </a:lnTo>
                <a:lnTo>
                  <a:pt x="714006" y="26832"/>
                </a:lnTo>
                <a:lnTo>
                  <a:pt x="714326" y="26855"/>
                </a:lnTo>
                <a:lnTo>
                  <a:pt x="714640" y="26885"/>
                </a:lnTo>
                <a:lnTo>
                  <a:pt x="714946" y="26921"/>
                </a:lnTo>
                <a:lnTo>
                  <a:pt x="715245" y="26964"/>
                </a:lnTo>
                <a:lnTo>
                  <a:pt x="715538" y="27014"/>
                </a:lnTo>
                <a:lnTo>
                  <a:pt x="715823" y="27070"/>
                </a:lnTo>
                <a:lnTo>
                  <a:pt x="716102" y="27133"/>
                </a:lnTo>
                <a:lnTo>
                  <a:pt x="716374" y="27202"/>
                </a:lnTo>
                <a:lnTo>
                  <a:pt x="716639" y="27278"/>
                </a:lnTo>
                <a:lnTo>
                  <a:pt x="716897" y="27361"/>
                </a:lnTo>
                <a:lnTo>
                  <a:pt x="717149" y="27451"/>
                </a:lnTo>
                <a:lnTo>
                  <a:pt x="717393" y="27546"/>
                </a:lnTo>
                <a:lnTo>
                  <a:pt x="717631" y="27649"/>
                </a:lnTo>
                <a:lnTo>
                  <a:pt x="717862" y="27758"/>
                </a:lnTo>
                <a:lnTo>
                  <a:pt x="718086" y="27874"/>
                </a:lnTo>
                <a:lnTo>
                  <a:pt x="718303" y="27996"/>
                </a:lnTo>
                <a:lnTo>
                  <a:pt x="718513" y="28125"/>
                </a:lnTo>
                <a:lnTo>
                  <a:pt x="718716" y="28261"/>
                </a:lnTo>
                <a:lnTo>
                  <a:pt x="718913" y="28403"/>
                </a:lnTo>
                <a:lnTo>
                  <a:pt x="719103" y="28552"/>
                </a:lnTo>
                <a:lnTo>
                  <a:pt x="719285" y="28708"/>
                </a:lnTo>
                <a:lnTo>
                  <a:pt x="719462" y="28869"/>
                </a:lnTo>
                <a:lnTo>
                  <a:pt x="719634" y="29035"/>
                </a:lnTo>
                <a:lnTo>
                  <a:pt x="719802" y="29207"/>
                </a:lnTo>
                <a:lnTo>
                  <a:pt x="719964" y="29383"/>
                </a:lnTo>
                <a:lnTo>
                  <a:pt x="720122" y="29565"/>
                </a:lnTo>
                <a:lnTo>
                  <a:pt x="720275" y="29752"/>
                </a:lnTo>
                <a:lnTo>
                  <a:pt x="720423" y="29943"/>
                </a:lnTo>
                <a:lnTo>
                  <a:pt x="720566" y="30140"/>
                </a:lnTo>
                <a:lnTo>
                  <a:pt x="720705" y="30342"/>
                </a:lnTo>
                <a:lnTo>
                  <a:pt x="720838" y="30550"/>
                </a:lnTo>
                <a:lnTo>
                  <a:pt x="720967" y="30762"/>
                </a:lnTo>
                <a:lnTo>
                  <a:pt x="721091" y="30979"/>
                </a:lnTo>
                <a:lnTo>
                  <a:pt x="721210" y="31202"/>
                </a:lnTo>
                <a:lnTo>
                  <a:pt x="721325" y="31429"/>
                </a:lnTo>
                <a:lnTo>
                  <a:pt x="721434" y="31662"/>
                </a:lnTo>
                <a:lnTo>
                  <a:pt x="721539" y="31900"/>
                </a:lnTo>
                <a:lnTo>
                  <a:pt x="721639" y="32143"/>
                </a:lnTo>
                <a:lnTo>
                  <a:pt x="721734" y="32391"/>
                </a:lnTo>
                <a:lnTo>
                  <a:pt x="721825" y="32644"/>
                </a:lnTo>
                <a:lnTo>
                  <a:pt x="721910" y="32902"/>
                </a:lnTo>
                <a:lnTo>
                  <a:pt x="721991" y="33165"/>
                </a:lnTo>
                <a:lnTo>
                  <a:pt x="722067" y="33434"/>
                </a:lnTo>
                <a:lnTo>
                  <a:pt x="722138" y="33707"/>
                </a:lnTo>
                <a:lnTo>
                  <a:pt x="722204" y="33986"/>
                </a:lnTo>
                <a:lnTo>
                  <a:pt x="722267" y="34269"/>
                </a:lnTo>
                <a:lnTo>
                  <a:pt x="722327" y="34554"/>
                </a:lnTo>
                <a:lnTo>
                  <a:pt x="722384" y="34844"/>
                </a:lnTo>
                <a:lnTo>
                  <a:pt x="722438" y="35136"/>
                </a:lnTo>
                <a:lnTo>
                  <a:pt x="722490" y="35432"/>
                </a:lnTo>
                <a:lnTo>
                  <a:pt x="722540" y="35731"/>
                </a:lnTo>
                <a:lnTo>
                  <a:pt x="722586" y="36033"/>
                </a:lnTo>
                <a:lnTo>
                  <a:pt x="722630" y="36339"/>
                </a:lnTo>
                <a:lnTo>
                  <a:pt x="722671" y="36647"/>
                </a:lnTo>
                <a:lnTo>
                  <a:pt x="722710" y="36959"/>
                </a:lnTo>
                <a:lnTo>
                  <a:pt x="722746" y="37275"/>
                </a:lnTo>
                <a:lnTo>
                  <a:pt x="722779" y="37593"/>
                </a:lnTo>
                <a:lnTo>
                  <a:pt x="722810" y="37915"/>
                </a:lnTo>
                <a:lnTo>
                  <a:pt x="722838" y="38240"/>
                </a:lnTo>
                <a:lnTo>
                  <a:pt x="722863" y="38568"/>
                </a:lnTo>
                <a:lnTo>
                  <a:pt x="722886" y="38900"/>
                </a:lnTo>
                <a:lnTo>
                  <a:pt x="722906" y="39235"/>
                </a:lnTo>
                <a:lnTo>
                  <a:pt x="722923" y="39573"/>
                </a:lnTo>
                <a:lnTo>
                  <a:pt x="722937" y="39914"/>
                </a:lnTo>
                <a:lnTo>
                  <a:pt x="722949" y="40259"/>
                </a:lnTo>
                <a:lnTo>
                  <a:pt x="722959" y="40607"/>
                </a:lnTo>
                <a:lnTo>
                  <a:pt x="722965" y="40958"/>
                </a:lnTo>
                <a:lnTo>
                  <a:pt x="722969" y="41312"/>
                </a:lnTo>
                <a:lnTo>
                  <a:pt x="722971" y="41670"/>
                </a:lnTo>
                <a:lnTo>
                  <a:pt x="722971" y="79462"/>
                </a:lnTo>
                <a:lnTo>
                  <a:pt x="732759" y="79462"/>
                </a:lnTo>
                <a:lnTo>
                  <a:pt x="732759" y="40539"/>
                </a:lnTo>
                <a:lnTo>
                  <a:pt x="732752" y="39684"/>
                </a:lnTo>
                <a:lnTo>
                  <a:pt x="732731" y="38845"/>
                </a:lnTo>
                <a:lnTo>
                  <a:pt x="732696" y="38022"/>
                </a:lnTo>
                <a:lnTo>
                  <a:pt x="732646" y="37215"/>
                </a:lnTo>
                <a:lnTo>
                  <a:pt x="732583" y="36423"/>
                </a:lnTo>
                <a:lnTo>
                  <a:pt x="732512" y="35722"/>
                </a:lnTo>
                <a:lnTo>
                  <a:pt x="732523" y="35775"/>
                </a:lnTo>
                <a:lnTo>
                  <a:pt x="732728" y="35501"/>
                </a:lnTo>
                <a:lnTo>
                  <a:pt x="732938" y="35228"/>
                </a:lnTo>
                <a:lnTo>
                  <a:pt x="733153" y="34956"/>
                </a:lnTo>
                <a:lnTo>
                  <a:pt x="733375" y="34687"/>
                </a:lnTo>
                <a:lnTo>
                  <a:pt x="733602" y="34418"/>
                </a:lnTo>
                <a:lnTo>
                  <a:pt x="733835" y="34152"/>
                </a:lnTo>
                <a:lnTo>
                  <a:pt x="734074" y="33887"/>
                </a:lnTo>
                <a:lnTo>
                  <a:pt x="734318" y="33624"/>
                </a:lnTo>
                <a:lnTo>
                  <a:pt x="734569" y="33362"/>
                </a:lnTo>
                <a:lnTo>
                  <a:pt x="734825" y="33102"/>
                </a:lnTo>
                <a:lnTo>
                  <a:pt x="735086" y="32844"/>
                </a:lnTo>
                <a:lnTo>
                  <a:pt x="735354" y="32588"/>
                </a:lnTo>
                <a:lnTo>
                  <a:pt x="735627" y="32333"/>
                </a:lnTo>
                <a:lnTo>
                  <a:pt x="735906" y="32079"/>
                </a:lnTo>
                <a:lnTo>
                  <a:pt x="736190" y="31827"/>
                </a:lnTo>
                <a:lnTo>
                  <a:pt x="736481" y="31577"/>
                </a:lnTo>
                <a:lnTo>
                  <a:pt x="736777" y="31329"/>
                </a:lnTo>
                <a:lnTo>
                  <a:pt x="737078" y="31082"/>
                </a:lnTo>
                <a:lnTo>
                  <a:pt x="737386" y="30837"/>
                </a:lnTo>
                <a:lnTo>
                  <a:pt x="737699" y="30593"/>
                </a:lnTo>
                <a:lnTo>
                  <a:pt x="738018" y="30352"/>
                </a:lnTo>
                <a:lnTo>
                  <a:pt x="738343" y="30111"/>
                </a:lnTo>
                <a:lnTo>
                  <a:pt x="738673" y="29873"/>
                </a:lnTo>
                <a:lnTo>
                  <a:pt x="739010" y="29636"/>
                </a:lnTo>
                <a:lnTo>
                  <a:pt x="739351" y="29405"/>
                </a:lnTo>
                <a:lnTo>
                  <a:pt x="739699" y="29183"/>
                </a:lnTo>
                <a:lnTo>
                  <a:pt x="740052" y="28972"/>
                </a:lnTo>
                <a:lnTo>
                  <a:pt x="740410" y="28770"/>
                </a:lnTo>
                <a:lnTo>
                  <a:pt x="740774" y="28578"/>
                </a:lnTo>
                <a:lnTo>
                  <a:pt x="741143" y="28396"/>
                </a:lnTo>
                <a:lnTo>
                  <a:pt x="741518" y="28224"/>
                </a:lnTo>
                <a:lnTo>
                  <a:pt x="741899" y="28061"/>
                </a:lnTo>
                <a:lnTo>
                  <a:pt x="742285" y="27909"/>
                </a:lnTo>
                <a:lnTo>
                  <a:pt x="742677" y="27766"/>
                </a:lnTo>
                <a:lnTo>
                  <a:pt x="743074" y="27633"/>
                </a:lnTo>
                <a:lnTo>
                  <a:pt x="743476" y="27510"/>
                </a:lnTo>
                <a:lnTo>
                  <a:pt x="743884" y="27397"/>
                </a:lnTo>
                <a:lnTo>
                  <a:pt x="744298" y="27294"/>
                </a:lnTo>
                <a:lnTo>
                  <a:pt x="744717" y="27201"/>
                </a:lnTo>
                <a:lnTo>
                  <a:pt x="745142" y="27117"/>
                </a:lnTo>
                <a:lnTo>
                  <a:pt x="745572" y="27043"/>
                </a:lnTo>
                <a:lnTo>
                  <a:pt x="746008" y="26979"/>
                </a:lnTo>
                <a:lnTo>
                  <a:pt x="746449" y="26925"/>
                </a:lnTo>
                <a:lnTo>
                  <a:pt x="746896" y="26881"/>
                </a:lnTo>
                <a:lnTo>
                  <a:pt x="747349" y="26846"/>
                </a:lnTo>
                <a:lnTo>
                  <a:pt x="747807" y="26822"/>
                </a:lnTo>
                <a:lnTo>
                  <a:pt x="748270" y="26807"/>
                </a:lnTo>
                <a:lnTo>
                  <a:pt x="748739" y="26802"/>
                </a:lnTo>
                <a:lnTo>
                  <a:pt x="749075" y="26805"/>
                </a:lnTo>
                <a:lnTo>
                  <a:pt x="749404" y="26815"/>
                </a:lnTo>
                <a:lnTo>
                  <a:pt x="749726" y="26832"/>
                </a:lnTo>
                <a:lnTo>
                  <a:pt x="750041" y="26855"/>
                </a:lnTo>
                <a:lnTo>
                  <a:pt x="750350" y="26885"/>
                </a:lnTo>
                <a:lnTo>
                  <a:pt x="750652" y="26921"/>
                </a:lnTo>
                <a:lnTo>
                  <a:pt x="750947" y="26964"/>
                </a:lnTo>
                <a:lnTo>
                  <a:pt x="751235" y="27014"/>
                </a:lnTo>
                <a:lnTo>
                  <a:pt x="751517" y="27070"/>
                </a:lnTo>
                <a:lnTo>
                  <a:pt x="751792" y="27133"/>
                </a:lnTo>
                <a:lnTo>
                  <a:pt x="752060" y="27202"/>
                </a:lnTo>
                <a:lnTo>
                  <a:pt x="752321" y="27278"/>
                </a:lnTo>
                <a:lnTo>
                  <a:pt x="752576" y="27361"/>
                </a:lnTo>
                <a:lnTo>
                  <a:pt x="752824" y="27451"/>
                </a:lnTo>
                <a:lnTo>
                  <a:pt x="753065" y="27546"/>
                </a:lnTo>
                <a:lnTo>
                  <a:pt x="753299" y="27649"/>
                </a:lnTo>
                <a:lnTo>
                  <a:pt x="753527" y="27758"/>
                </a:lnTo>
                <a:lnTo>
                  <a:pt x="753747" y="27874"/>
                </a:lnTo>
                <a:lnTo>
                  <a:pt x="753962" y="27996"/>
                </a:lnTo>
                <a:lnTo>
                  <a:pt x="754169" y="28125"/>
                </a:lnTo>
                <a:lnTo>
                  <a:pt x="754369" y="28261"/>
                </a:lnTo>
                <a:lnTo>
                  <a:pt x="754563" y="28403"/>
                </a:lnTo>
                <a:lnTo>
                  <a:pt x="754750" y="28552"/>
                </a:lnTo>
                <a:lnTo>
                  <a:pt x="754931" y="28708"/>
                </a:lnTo>
                <a:lnTo>
                  <a:pt x="755105" y="28869"/>
                </a:lnTo>
                <a:lnTo>
                  <a:pt x="755275" y="29035"/>
                </a:lnTo>
                <a:lnTo>
                  <a:pt x="755440" y="29207"/>
                </a:lnTo>
                <a:lnTo>
                  <a:pt x="755601" y="29383"/>
                </a:lnTo>
                <a:lnTo>
                  <a:pt x="755757" y="29565"/>
                </a:lnTo>
                <a:lnTo>
                  <a:pt x="755909" y="29752"/>
                </a:lnTo>
                <a:lnTo>
                  <a:pt x="756056" y="29943"/>
                </a:lnTo>
                <a:lnTo>
                  <a:pt x="756198" y="30140"/>
                </a:lnTo>
                <a:lnTo>
                  <a:pt x="756336" y="30342"/>
                </a:lnTo>
                <a:lnTo>
                  <a:pt x="756469" y="30550"/>
                </a:lnTo>
                <a:lnTo>
                  <a:pt x="756598" y="30762"/>
                </a:lnTo>
                <a:lnTo>
                  <a:pt x="756722" y="30979"/>
                </a:lnTo>
                <a:lnTo>
                  <a:pt x="756841" y="31202"/>
                </a:lnTo>
                <a:lnTo>
                  <a:pt x="756956" y="31429"/>
                </a:lnTo>
                <a:lnTo>
                  <a:pt x="757066" y="31662"/>
                </a:lnTo>
                <a:lnTo>
                  <a:pt x="757171" y="31900"/>
                </a:lnTo>
                <a:lnTo>
                  <a:pt x="757272" y="32143"/>
                </a:lnTo>
                <a:lnTo>
                  <a:pt x="757368" y="32391"/>
                </a:lnTo>
                <a:lnTo>
                  <a:pt x="757460" y="32644"/>
                </a:lnTo>
                <a:lnTo>
                  <a:pt x="757547" y="32902"/>
                </a:lnTo>
                <a:lnTo>
                  <a:pt x="757630" y="33165"/>
                </a:lnTo>
                <a:lnTo>
                  <a:pt x="757707" y="33434"/>
                </a:lnTo>
                <a:lnTo>
                  <a:pt x="757781" y="33707"/>
                </a:lnTo>
                <a:lnTo>
                  <a:pt x="757849" y="33986"/>
                </a:lnTo>
                <a:lnTo>
                  <a:pt x="757914" y="34269"/>
                </a:lnTo>
                <a:lnTo>
                  <a:pt x="757976" y="34554"/>
                </a:lnTo>
                <a:lnTo>
                  <a:pt x="758036" y="34844"/>
                </a:lnTo>
                <a:lnTo>
                  <a:pt x="758093" y="35136"/>
                </a:lnTo>
                <a:lnTo>
                  <a:pt x="758146" y="35432"/>
                </a:lnTo>
                <a:lnTo>
                  <a:pt x="758198" y="35731"/>
                </a:lnTo>
                <a:lnTo>
                  <a:pt x="758246" y="36033"/>
                </a:lnTo>
                <a:lnTo>
                  <a:pt x="758292" y="36339"/>
                </a:lnTo>
                <a:lnTo>
                  <a:pt x="758334" y="36647"/>
                </a:lnTo>
                <a:lnTo>
                  <a:pt x="758375" y="36959"/>
                </a:lnTo>
                <a:lnTo>
                  <a:pt x="758412" y="37275"/>
                </a:lnTo>
                <a:lnTo>
                  <a:pt x="758446" y="37593"/>
                </a:lnTo>
                <a:lnTo>
                  <a:pt x="758478" y="37915"/>
                </a:lnTo>
                <a:lnTo>
                  <a:pt x="758507" y="38240"/>
                </a:lnTo>
                <a:lnTo>
                  <a:pt x="758533" y="38568"/>
                </a:lnTo>
                <a:lnTo>
                  <a:pt x="758557" y="38900"/>
                </a:lnTo>
                <a:lnTo>
                  <a:pt x="758578" y="39235"/>
                </a:lnTo>
                <a:lnTo>
                  <a:pt x="758596" y="39573"/>
                </a:lnTo>
                <a:lnTo>
                  <a:pt x="758611" y="39914"/>
                </a:lnTo>
                <a:lnTo>
                  <a:pt x="758623" y="40259"/>
                </a:lnTo>
                <a:lnTo>
                  <a:pt x="758633" y="40607"/>
                </a:lnTo>
                <a:lnTo>
                  <a:pt x="758640" y="40958"/>
                </a:lnTo>
                <a:lnTo>
                  <a:pt x="758644" y="41312"/>
                </a:lnTo>
                <a:lnTo>
                  <a:pt x="758645" y="41670"/>
                </a:lnTo>
                <a:lnTo>
                  <a:pt x="758645" y="79462"/>
                </a:lnTo>
                <a:lnTo>
                  <a:pt x="768493" y="79462"/>
                </a:lnTo>
                <a:lnTo>
                  <a:pt x="768493" y="40539"/>
                </a:lnTo>
                <a:lnTo>
                  <a:pt x="768486" y="39684"/>
                </a:lnTo>
                <a:lnTo>
                  <a:pt x="768464" y="38845"/>
                </a:lnTo>
                <a:lnTo>
                  <a:pt x="768428" y="38022"/>
                </a:lnTo>
                <a:lnTo>
                  <a:pt x="768378" y="37215"/>
                </a:lnTo>
                <a:lnTo>
                  <a:pt x="768314" y="36423"/>
                </a:lnTo>
                <a:lnTo>
                  <a:pt x="768235" y="35647"/>
                </a:lnTo>
                <a:lnTo>
                  <a:pt x="768142" y="34886"/>
                </a:lnTo>
                <a:lnTo>
                  <a:pt x="768034" y="34142"/>
                </a:lnTo>
                <a:lnTo>
                  <a:pt x="767912" y="33413"/>
                </a:lnTo>
                <a:lnTo>
                  <a:pt x="767776" y="32699"/>
                </a:lnTo>
                <a:lnTo>
                  <a:pt x="767626" y="32002"/>
                </a:lnTo>
                <a:lnTo>
                  <a:pt x="767461" y="31320"/>
                </a:lnTo>
                <a:lnTo>
                  <a:pt x="767282" y="30654"/>
                </a:lnTo>
                <a:lnTo>
                  <a:pt x="767088" y="30004"/>
                </a:lnTo>
                <a:lnTo>
                  <a:pt x="766880" y="29369"/>
                </a:lnTo>
                <a:lnTo>
                  <a:pt x="766658" y="28750"/>
                </a:lnTo>
                <a:lnTo>
                  <a:pt x="766422" y="28146"/>
                </a:lnTo>
                <a:lnTo>
                  <a:pt x="766171" y="27559"/>
                </a:lnTo>
                <a:lnTo>
                  <a:pt x="765906" y="26987"/>
                </a:lnTo>
                <a:lnTo>
                  <a:pt x="765626" y="26431"/>
                </a:lnTo>
                <a:lnTo>
                  <a:pt x="765333" y="25890"/>
                </a:lnTo>
                <a:lnTo>
                  <a:pt x="765024" y="25366"/>
                </a:lnTo>
                <a:lnTo>
                  <a:pt x="764702" y="24857"/>
                </a:lnTo>
                <a:lnTo>
                  <a:pt x="764365" y="24363"/>
                </a:lnTo>
                <a:lnTo>
                  <a:pt x="764012" y="23888"/>
                </a:lnTo>
                <a:lnTo>
                  <a:pt x="763642" y="23433"/>
                </a:lnTo>
                <a:lnTo>
                  <a:pt x="763253" y="22998"/>
                </a:lnTo>
                <a:lnTo>
                  <a:pt x="762847" y="22583"/>
                </a:lnTo>
                <a:lnTo>
                  <a:pt x="762423" y="22188"/>
                </a:lnTo>
                <a:lnTo>
                  <a:pt x="761981" y="21814"/>
                </a:lnTo>
                <a:lnTo>
                  <a:pt x="761521" y="21460"/>
                </a:lnTo>
                <a:lnTo>
                  <a:pt x="761043" y="21126"/>
                </a:lnTo>
                <a:lnTo>
                  <a:pt x="760548" y="20813"/>
                </a:lnTo>
                <a:lnTo>
                  <a:pt x="760035" y="20520"/>
                </a:lnTo>
                <a:lnTo>
                  <a:pt x="759504" y="20246"/>
                </a:lnTo>
                <a:lnTo>
                  <a:pt x="758955" y="19994"/>
                </a:lnTo>
                <a:lnTo>
                  <a:pt x="758388" y="19761"/>
                </a:lnTo>
                <a:lnTo>
                  <a:pt x="757804" y="19549"/>
                </a:lnTo>
                <a:lnTo>
                  <a:pt x="757202" y="19356"/>
                </a:lnTo>
                <a:lnTo>
                  <a:pt x="756582" y="19184"/>
                </a:lnTo>
                <a:lnTo>
                  <a:pt x="755944" y="19033"/>
                </a:lnTo>
                <a:lnTo>
                  <a:pt x="755288" y="18901"/>
                </a:lnTo>
                <a:lnTo>
                  <a:pt x="754614" y="18790"/>
                </a:lnTo>
                <a:lnTo>
                  <a:pt x="753923" y="18699"/>
                </a:lnTo>
                <a:lnTo>
                  <a:pt x="753214" y="18628"/>
                </a:lnTo>
                <a:lnTo>
                  <a:pt x="752487" y="18578"/>
                </a:lnTo>
                <a:lnTo>
                  <a:pt x="751742" y="18547"/>
                </a:lnTo>
                <a:lnTo>
                  <a:pt x="750980" y="18537"/>
                </a:lnTo>
                <a:lnTo>
                  <a:pt x="750408" y="18543"/>
                </a:lnTo>
                <a:lnTo>
                  <a:pt x="749844" y="18559"/>
                </a:lnTo>
                <a:lnTo>
                  <a:pt x="749286" y="18586"/>
                </a:lnTo>
                <a:lnTo>
                  <a:pt x="748736" y="18624"/>
                </a:lnTo>
                <a:lnTo>
                  <a:pt x="748192" y="18673"/>
                </a:lnTo>
                <a:lnTo>
                  <a:pt x="747656" y="18733"/>
                </a:lnTo>
                <a:lnTo>
                  <a:pt x="747126" y="18803"/>
                </a:lnTo>
                <a:lnTo>
                  <a:pt x="746603" y="18885"/>
                </a:lnTo>
                <a:lnTo>
                  <a:pt x="746087" y="18977"/>
                </a:lnTo>
                <a:lnTo>
                  <a:pt x="745579" y="19080"/>
                </a:lnTo>
                <a:lnTo>
                  <a:pt x="745077" y="19194"/>
                </a:lnTo>
                <a:lnTo>
                  <a:pt x="744582" y="19319"/>
                </a:lnTo>
                <a:lnTo>
                  <a:pt x="744094" y="19455"/>
                </a:lnTo>
                <a:lnTo>
                  <a:pt x="743613" y="19602"/>
                </a:lnTo>
                <a:lnTo>
                  <a:pt x="743139" y="19759"/>
                </a:lnTo>
                <a:lnTo>
                  <a:pt x="742672" y="19928"/>
                </a:lnTo>
                <a:lnTo>
                  <a:pt x="742212" y="20107"/>
                </a:lnTo>
                <a:lnTo>
                  <a:pt x="741759" y="20297"/>
                </a:lnTo>
                <a:lnTo>
                  <a:pt x="741313" y="20498"/>
                </a:lnTo>
                <a:lnTo>
                  <a:pt x="740874" y="20710"/>
                </a:lnTo>
                <a:lnTo>
                  <a:pt x="740441" y="20933"/>
                </a:lnTo>
                <a:lnTo>
                  <a:pt x="740016" y="21166"/>
                </a:lnTo>
                <a:lnTo>
                  <a:pt x="739598" y="21411"/>
                </a:lnTo>
                <a:lnTo>
                  <a:pt x="739186" y="21666"/>
                </a:lnTo>
                <a:lnTo>
                  <a:pt x="738782" y="21928"/>
                </a:lnTo>
                <a:lnTo>
                  <a:pt x="738382" y="22192"/>
                </a:lnTo>
                <a:lnTo>
                  <a:pt x="737989" y="22457"/>
                </a:lnTo>
                <a:lnTo>
                  <a:pt x="737601" y="22725"/>
                </a:lnTo>
                <a:lnTo>
                  <a:pt x="737219" y="22995"/>
                </a:lnTo>
                <a:lnTo>
                  <a:pt x="736843" y="23267"/>
                </a:lnTo>
                <a:lnTo>
                  <a:pt x="736472" y="23541"/>
                </a:lnTo>
                <a:lnTo>
                  <a:pt x="736107" y="23817"/>
                </a:lnTo>
                <a:lnTo>
                  <a:pt x="735748" y="24096"/>
                </a:lnTo>
                <a:lnTo>
                  <a:pt x="735395" y="24376"/>
                </a:lnTo>
                <a:lnTo>
                  <a:pt x="735047" y="24658"/>
                </a:lnTo>
                <a:lnTo>
                  <a:pt x="734705" y="24942"/>
                </a:lnTo>
                <a:lnTo>
                  <a:pt x="734369" y="25229"/>
                </a:lnTo>
                <a:lnTo>
                  <a:pt x="734038" y="25517"/>
                </a:lnTo>
                <a:lnTo>
                  <a:pt x="733714" y="25808"/>
                </a:lnTo>
                <a:lnTo>
                  <a:pt x="733395" y="26100"/>
                </a:lnTo>
                <a:lnTo>
                  <a:pt x="733081" y="26395"/>
                </a:lnTo>
                <a:lnTo>
                  <a:pt x="732774" y="26691"/>
                </a:lnTo>
                <a:lnTo>
                  <a:pt x="732472" y="26990"/>
                </a:lnTo>
                <a:lnTo>
                  <a:pt x="732176" y="27291"/>
                </a:lnTo>
                <a:lnTo>
                  <a:pt x="731886" y="27593"/>
                </a:lnTo>
                <a:lnTo>
                  <a:pt x="731601" y="27898"/>
                </a:lnTo>
                <a:lnTo>
                  <a:pt x="731322" y="28205"/>
                </a:lnTo>
                <a:lnTo>
                  <a:pt x="731049" y="28514"/>
                </a:lnTo>
                <a:lnTo>
                  <a:pt x="731312" y="29810"/>
                </a:lnTo>
                <a:lnTo>
                  <a:pt x="731170" y="29369"/>
                </a:lnTo>
                <a:lnTo>
                  <a:pt x="730951" y="28750"/>
                </a:lnTo>
                <a:lnTo>
                  <a:pt x="730718" y="28146"/>
                </a:lnTo>
                <a:lnTo>
                  <a:pt x="730471" y="27559"/>
                </a:lnTo>
                <a:close/>
                <a:moveTo>
                  <a:pt x="649371" y="80422"/>
                </a:moveTo>
                <a:lnTo>
                  <a:pt x="650022" y="80364"/>
                </a:lnTo>
                <a:lnTo>
                  <a:pt x="650665" y="80294"/>
                </a:lnTo>
                <a:lnTo>
                  <a:pt x="651300" y="80210"/>
                </a:lnTo>
                <a:lnTo>
                  <a:pt x="651926" y="80114"/>
                </a:lnTo>
                <a:lnTo>
                  <a:pt x="652544" y="80005"/>
                </a:lnTo>
                <a:lnTo>
                  <a:pt x="653155" y="79884"/>
                </a:lnTo>
                <a:lnTo>
                  <a:pt x="653756" y="79749"/>
                </a:lnTo>
                <a:lnTo>
                  <a:pt x="654350" y="79602"/>
                </a:lnTo>
                <a:lnTo>
                  <a:pt x="654936" y="79442"/>
                </a:lnTo>
                <a:lnTo>
                  <a:pt x="655513" y="79269"/>
                </a:lnTo>
                <a:lnTo>
                  <a:pt x="656082" y="79083"/>
                </a:lnTo>
                <a:lnTo>
                  <a:pt x="656643" y="78884"/>
                </a:lnTo>
                <a:lnTo>
                  <a:pt x="657196" y="78673"/>
                </a:lnTo>
                <a:lnTo>
                  <a:pt x="657741" y="78449"/>
                </a:lnTo>
                <a:lnTo>
                  <a:pt x="658277" y="78212"/>
                </a:lnTo>
                <a:lnTo>
                  <a:pt x="658805" y="77962"/>
                </a:lnTo>
                <a:lnTo>
                  <a:pt x="659326" y="77699"/>
                </a:lnTo>
                <a:lnTo>
                  <a:pt x="659837" y="77424"/>
                </a:lnTo>
                <a:lnTo>
                  <a:pt x="660341" y="77136"/>
                </a:lnTo>
                <a:lnTo>
                  <a:pt x="660837" y="76834"/>
                </a:lnTo>
                <a:lnTo>
                  <a:pt x="661323" y="76521"/>
                </a:lnTo>
                <a:lnTo>
                  <a:pt x="661800" y="76197"/>
                </a:lnTo>
                <a:lnTo>
                  <a:pt x="662267" y="75862"/>
                </a:lnTo>
                <a:lnTo>
                  <a:pt x="662725" y="75515"/>
                </a:lnTo>
                <a:lnTo>
                  <a:pt x="663173" y="75157"/>
                </a:lnTo>
                <a:lnTo>
                  <a:pt x="663612" y="74788"/>
                </a:lnTo>
                <a:lnTo>
                  <a:pt x="664040" y="74408"/>
                </a:lnTo>
                <a:lnTo>
                  <a:pt x="664460" y="74016"/>
                </a:lnTo>
                <a:lnTo>
                  <a:pt x="664869" y="73613"/>
                </a:lnTo>
                <a:lnTo>
                  <a:pt x="665269" y="73199"/>
                </a:lnTo>
                <a:lnTo>
                  <a:pt x="665660" y="72774"/>
                </a:lnTo>
                <a:lnTo>
                  <a:pt x="666040" y="72338"/>
                </a:lnTo>
                <a:lnTo>
                  <a:pt x="666411" y="71890"/>
                </a:lnTo>
                <a:lnTo>
                  <a:pt x="666773" y="71431"/>
                </a:lnTo>
                <a:lnTo>
                  <a:pt x="667125" y="70961"/>
                </a:lnTo>
                <a:lnTo>
                  <a:pt x="667467" y="70480"/>
                </a:lnTo>
                <a:lnTo>
                  <a:pt x="667800" y="69988"/>
                </a:lnTo>
                <a:lnTo>
                  <a:pt x="668123" y="69484"/>
                </a:lnTo>
                <a:lnTo>
                  <a:pt x="668436" y="68969"/>
                </a:lnTo>
                <a:lnTo>
                  <a:pt x="668740" y="68443"/>
                </a:lnTo>
                <a:lnTo>
                  <a:pt x="669034" y="67906"/>
                </a:lnTo>
                <a:lnTo>
                  <a:pt x="669318" y="67357"/>
                </a:lnTo>
                <a:lnTo>
                  <a:pt x="669593" y="66797"/>
                </a:lnTo>
                <a:lnTo>
                  <a:pt x="669858" y="66227"/>
                </a:lnTo>
                <a:lnTo>
                  <a:pt x="670113" y="65645"/>
                </a:lnTo>
                <a:lnTo>
                  <a:pt x="670358" y="65055"/>
                </a:lnTo>
                <a:lnTo>
                  <a:pt x="670591" y="64455"/>
                </a:lnTo>
                <a:lnTo>
                  <a:pt x="670813" y="63846"/>
                </a:lnTo>
                <a:lnTo>
                  <a:pt x="671025" y="63228"/>
                </a:lnTo>
                <a:lnTo>
                  <a:pt x="671226" y="62600"/>
                </a:lnTo>
                <a:lnTo>
                  <a:pt x="671416" y="61963"/>
                </a:lnTo>
                <a:lnTo>
                  <a:pt x="671595" y="61317"/>
                </a:lnTo>
                <a:lnTo>
                  <a:pt x="671763" y="60662"/>
                </a:lnTo>
                <a:lnTo>
                  <a:pt x="671920" y="59997"/>
                </a:lnTo>
                <a:lnTo>
                  <a:pt x="672067" y="59323"/>
                </a:lnTo>
                <a:lnTo>
                  <a:pt x="672202" y="58640"/>
                </a:lnTo>
                <a:lnTo>
                  <a:pt x="672327" y="57947"/>
                </a:lnTo>
                <a:lnTo>
                  <a:pt x="672441" y="57245"/>
                </a:lnTo>
                <a:lnTo>
                  <a:pt x="672544" y="56534"/>
                </a:lnTo>
                <a:lnTo>
                  <a:pt x="672636" y="55813"/>
                </a:lnTo>
                <a:lnTo>
                  <a:pt x="672718" y="55084"/>
                </a:lnTo>
                <a:lnTo>
                  <a:pt x="672788" y="54345"/>
                </a:lnTo>
                <a:lnTo>
                  <a:pt x="672848" y="53596"/>
                </a:lnTo>
                <a:lnTo>
                  <a:pt x="672897" y="52839"/>
                </a:lnTo>
                <a:lnTo>
                  <a:pt x="672935" y="52072"/>
                </a:lnTo>
                <a:lnTo>
                  <a:pt x="672962" y="51295"/>
                </a:lnTo>
                <a:lnTo>
                  <a:pt x="672978" y="50510"/>
                </a:lnTo>
                <a:lnTo>
                  <a:pt x="672984" y="49715"/>
                </a:lnTo>
                <a:lnTo>
                  <a:pt x="672978" y="48910"/>
                </a:lnTo>
                <a:lnTo>
                  <a:pt x="672962" y="48115"/>
                </a:lnTo>
                <a:lnTo>
                  <a:pt x="672935" y="47329"/>
                </a:lnTo>
                <a:lnTo>
                  <a:pt x="672897" y="46552"/>
                </a:lnTo>
                <a:lnTo>
                  <a:pt x="672848" y="45785"/>
                </a:lnTo>
                <a:lnTo>
                  <a:pt x="672788" y="45028"/>
                </a:lnTo>
                <a:lnTo>
                  <a:pt x="672718" y="44280"/>
                </a:lnTo>
                <a:lnTo>
                  <a:pt x="672636" y="43541"/>
                </a:lnTo>
                <a:lnTo>
                  <a:pt x="672544" y="42812"/>
                </a:lnTo>
                <a:lnTo>
                  <a:pt x="672441" y="42093"/>
                </a:lnTo>
                <a:lnTo>
                  <a:pt x="672327" y="41383"/>
                </a:lnTo>
                <a:lnTo>
                  <a:pt x="672202" y="40683"/>
                </a:lnTo>
                <a:lnTo>
                  <a:pt x="672067" y="39992"/>
                </a:lnTo>
                <a:lnTo>
                  <a:pt x="671920" y="39310"/>
                </a:lnTo>
                <a:lnTo>
                  <a:pt x="671763" y="38639"/>
                </a:lnTo>
                <a:lnTo>
                  <a:pt x="671595" y="37976"/>
                </a:lnTo>
                <a:lnTo>
                  <a:pt x="671416" y="37323"/>
                </a:lnTo>
                <a:lnTo>
                  <a:pt x="671226" y="36680"/>
                </a:lnTo>
                <a:lnTo>
                  <a:pt x="671025" y="36046"/>
                </a:lnTo>
                <a:lnTo>
                  <a:pt x="670813" y="35422"/>
                </a:lnTo>
                <a:lnTo>
                  <a:pt x="670591" y="34807"/>
                </a:lnTo>
                <a:lnTo>
                  <a:pt x="670358" y="34201"/>
                </a:lnTo>
                <a:lnTo>
                  <a:pt x="670113" y="33606"/>
                </a:lnTo>
                <a:lnTo>
                  <a:pt x="669858" y="33019"/>
                </a:lnTo>
                <a:lnTo>
                  <a:pt x="669593" y="32443"/>
                </a:lnTo>
                <a:lnTo>
                  <a:pt x="669318" y="31878"/>
                </a:lnTo>
                <a:lnTo>
                  <a:pt x="669034" y="31325"/>
                </a:lnTo>
                <a:lnTo>
                  <a:pt x="668740" y="30783"/>
                </a:lnTo>
                <a:lnTo>
                  <a:pt x="668436" y="30251"/>
                </a:lnTo>
                <a:lnTo>
                  <a:pt x="668123" y="29731"/>
                </a:lnTo>
                <a:lnTo>
                  <a:pt x="667800" y="29223"/>
                </a:lnTo>
                <a:lnTo>
                  <a:pt x="667467" y="28725"/>
                </a:lnTo>
                <a:lnTo>
                  <a:pt x="667125" y="28239"/>
                </a:lnTo>
                <a:lnTo>
                  <a:pt x="666773" y="27764"/>
                </a:lnTo>
                <a:lnTo>
                  <a:pt x="666411" y="27300"/>
                </a:lnTo>
                <a:lnTo>
                  <a:pt x="666040" y="26847"/>
                </a:lnTo>
                <a:lnTo>
                  <a:pt x="665660" y="26406"/>
                </a:lnTo>
                <a:lnTo>
                  <a:pt x="665269" y="25976"/>
                </a:lnTo>
                <a:lnTo>
                  <a:pt x="664869" y="25556"/>
                </a:lnTo>
                <a:lnTo>
                  <a:pt x="664460" y="25149"/>
                </a:lnTo>
                <a:lnTo>
                  <a:pt x="664040" y="24752"/>
                </a:lnTo>
                <a:lnTo>
                  <a:pt x="663612" y="24367"/>
                </a:lnTo>
                <a:lnTo>
                  <a:pt x="663173" y="23992"/>
                </a:lnTo>
                <a:lnTo>
                  <a:pt x="662725" y="23629"/>
                </a:lnTo>
                <a:lnTo>
                  <a:pt x="662267" y="23278"/>
                </a:lnTo>
                <a:lnTo>
                  <a:pt x="661800" y="22937"/>
                </a:lnTo>
                <a:lnTo>
                  <a:pt x="661323" y="22608"/>
                </a:lnTo>
                <a:lnTo>
                  <a:pt x="660837" y="22290"/>
                </a:lnTo>
                <a:lnTo>
                  <a:pt x="660341" y="21983"/>
                </a:lnTo>
                <a:lnTo>
                  <a:pt x="659837" y="21690"/>
                </a:lnTo>
                <a:lnTo>
                  <a:pt x="659326" y="21410"/>
                </a:lnTo>
                <a:lnTo>
                  <a:pt x="658805" y="21143"/>
                </a:lnTo>
                <a:lnTo>
                  <a:pt x="658277" y="20889"/>
                </a:lnTo>
                <a:lnTo>
                  <a:pt x="657741" y="20648"/>
                </a:lnTo>
                <a:lnTo>
                  <a:pt x="657196" y="20420"/>
                </a:lnTo>
                <a:lnTo>
                  <a:pt x="656643" y="20205"/>
                </a:lnTo>
                <a:lnTo>
                  <a:pt x="656082" y="20003"/>
                </a:lnTo>
                <a:lnTo>
                  <a:pt x="655513" y="19814"/>
                </a:lnTo>
                <a:lnTo>
                  <a:pt x="654936" y="19638"/>
                </a:lnTo>
                <a:lnTo>
                  <a:pt x="654350" y="19475"/>
                </a:lnTo>
                <a:lnTo>
                  <a:pt x="653756" y="19325"/>
                </a:lnTo>
                <a:lnTo>
                  <a:pt x="653155" y="19189"/>
                </a:lnTo>
                <a:lnTo>
                  <a:pt x="652544" y="19065"/>
                </a:lnTo>
                <a:lnTo>
                  <a:pt x="651926" y="18954"/>
                </a:lnTo>
                <a:lnTo>
                  <a:pt x="651300" y="18856"/>
                </a:lnTo>
                <a:lnTo>
                  <a:pt x="650665" y="18772"/>
                </a:lnTo>
                <a:lnTo>
                  <a:pt x="650022" y="18700"/>
                </a:lnTo>
                <a:lnTo>
                  <a:pt x="649371" y="18641"/>
                </a:lnTo>
                <a:lnTo>
                  <a:pt x="648712" y="18596"/>
                </a:lnTo>
                <a:lnTo>
                  <a:pt x="648044" y="18563"/>
                </a:lnTo>
                <a:lnTo>
                  <a:pt x="647368" y="18544"/>
                </a:lnTo>
                <a:lnTo>
                  <a:pt x="646685" y="18537"/>
                </a:lnTo>
                <a:lnTo>
                  <a:pt x="646015" y="18544"/>
                </a:lnTo>
                <a:lnTo>
                  <a:pt x="645355" y="18563"/>
                </a:lnTo>
                <a:lnTo>
                  <a:pt x="644702" y="18596"/>
                </a:lnTo>
                <a:lnTo>
                  <a:pt x="644057" y="18641"/>
                </a:lnTo>
                <a:lnTo>
                  <a:pt x="643421" y="18700"/>
                </a:lnTo>
                <a:lnTo>
                  <a:pt x="642793" y="18772"/>
                </a:lnTo>
                <a:lnTo>
                  <a:pt x="642173" y="18856"/>
                </a:lnTo>
                <a:lnTo>
                  <a:pt x="641561" y="18954"/>
                </a:lnTo>
                <a:lnTo>
                  <a:pt x="640957" y="19065"/>
                </a:lnTo>
                <a:lnTo>
                  <a:pt x="640362" y="19189"/>
                </a:lnTo>
                <a:lnTo>
                  <a:pt x="639775" y="19325"/>
                </a:lnTo>
                <a:lnTo>
                  <a:pt x="639196" y="19475"/>
                </a:lnTo>
                <a:lnTo>
                  <a:pt x="638625" y="19638"/>
                </a:lnTo>
                <a:lnTo>
                  <a:pt x="638062" y="19814"/>
                </a:lnTo>
                <a:lnTo>
                  <a:pt x="637508" y="20003"/>
                </a:lnTo>
                <a:lnTo>
                  <a:pt x="636962" y="20205"/>
                </a:lnTo>
                <a:lnTo>
                  <a:pt x="636424" y="20420"/>
                </a:lnTo>
                <a:lnTo>
                  <a:pt x="635894" y="20648"/>
                </a:lnTo>
                <a:lnTo>
                  <a:pt x="635372" y="20889"/>
                </a:lnTo>
                <a:lnTo>
                  <a:pt x="634859" y="21143"/>
                </a:lnTo>
                <a:lnTo>
                  <a:pt x="634353" y="21410"/>
                </a:lnTo>
                <a:lnTo>
                  <a:pt x="633856" y="21690"/>
                </a:lnTo>
                <a:lnTo>
                  <a:pt x="633367" y="21983"/>
                </a:lnTo>
                <a:lnTo>
                  <a:pt x="632886" y="22290"/>
                </a:lnTo>
                <a:lnTo>
                  <a:pt x="632414" y="22608"/>
                </a:lnTo>
                <a:lnTo>
                  <a:pt x="631952" y="22937"/>
                </a:lnTo>
                <a:lnTo>
                  <a:pt x="631498" y="23278"/>
                </a:lnTo>
                <a:lnTo>
                  <a:pt x="631054" y="23629"/>
                </a:lnTo>
                <a:lnTo>
                  <a:pt x="630620" y="23992"/>
                </a:lnTo>
                <a:lnTo>
                  <a:pt x="630194" y="24367"/>
                </a:lnTo>
                <a:lnTo>
                  <a:pt x="629778" y="24752"/>
                </a:lnTo>
                <a:lnTo>
                  <a:pt x="629371" y="25149"/>
                </a:lnTo>
                <a:lnTo>
                  <a:pt x="628974" y="25556"/>
                </a:lnTo>
                <a:lnTo>
                  <a:pt x="628586" y="25976"/>
                </a:lnTo>
                <a:lnTo>
                  <a:pt x="628207" y="26406"/>
                </a:lnTo>
                <a:lnTo>
                  <a:pt x="627837" y="26847"/>
                </a:lnTo>
                <a:lnTo>
                  <a:pt x="627477" y="27300"/>
                </a:lnTo>
                <a:lnTo>
                  <a:pt x="627126" y="27764"/>
                </a:lnTo>
                <a:lnTo>
                  <a:pt x="626785" y="28239"/>
                </a:lnTo>
                <a:lnTo>
                  <a:pt x="626453" y="28725"/>
                </a:lnTo>
                <a:lnTo>
                  <a:pt x="626130" y="29223"/>
                </a:lnTo>
                <a:lnTo>
                  <a:pt x="625816" y="29731"/>
                </a:lnTo>
                <a:lnTo>
                  <a:pt x="625512" y="30251"/>
                </a:lnTo>
                <a:lnTo>
                  <a:pt x="625217" y="30783"/>
                </a:lnTo>
                <a:lnTo>
                  <a:pt x="624931" y="31325"/>
                </a:lnTo>
                <a:lnTo>
                  <a:pt x="624655" y="31878"/>
                </a:lnTo>
                <a:lnTo>
                  <a:pt x="624388" y="32443"/>
                </a:lnTo>
                <a:lnTo>
                  <a:pt x="624130" y="33019"/>
                </a:lnTo>
                <a:lnTo>
                  <a:pt x="623882" y="33606"/>
                </a:lnTo>
                <a:lnTo>
                  <a:pt x="623645" y="34201"/>
                </a:lnTo>
                <a:lnTo>
                  <a:pt x="623418" y="34807"/>
                </a:lnTo>
                <a:lnTo>
                  <a:pt x="623202" y="35422"/>
                </a:lnTo>
                <a:lnTo>
                  <a:pt x="622996" y="36046"/>
                </a:lnTo>
                <a:lnTo>
                  <a:pt x="622801" y="36680"/>
                </a:lnTo>
                <a:lnTo>
                  <a:pt x="622617" y="37323"/>
                </a:lnTo>
                <a:lnTo>
                  <a:pt x="622443" y="37976"/>
                </a:lnTo>
                <a:lnTo>
                  <a:pt x="622279" y="38639"/>
                </a:lnTo>
                <a:lnTo>
                  <a:pt x="622127" y="39310"/>
                </a:lnTo>
                <a:lnTo>
                  <a:pt x="621984" y="39992"/>
                </a:lnTo>
                <a:lnTo>
                  <a:pt x="621852" y="40683"/>
                </a:lnTo>
                <a:lnTo>
                  <a:pt x="621731" y="41383"/>
                </a:lnTo>
                <a:lnTo>
                  <a:pt x="621620" y="42093"/>
                </a:lnTo>
                <a:lnTo>
                  <a:pt x="621520" y="42812"/>
                </a:lnTo>
                <a:lnTo>
                  <a:pt x="621431" y="43541"/>
                </a:lnTo>
                <a:lnTo>
                  <a:pt x="621352" y="44280"/>
                </a:lnTo>
                <a:lnTo>
                  <a:pt x="621283" y="45028"/>
                </a:lnTo>
                <a:lnTo>
                  <a:pt x="621225" y="45785"/>
                </a:lnTo>
                <a:lnTo>
                  <a:pt x="621178" y="46552"/>
                </a:lnTo>
                <a:lnTo>
                  <a:pt x="621141" y="47329"/>
                </a:lnTo>
                <a:lnTo>
                  <a:pt x="621114" y="48115"/>
                </a:lnTo>
                <a:lnTo>
                  <a:pt x="621098" y="48910"/>
                </a:lnTo>
                <a:lnTo>
                  <a:pt x="621093" y="49715"/>
                </a:lnTo>
                <a:lnTo>
                  <a:pt x="621098" y="50510"/>
                </a:lnTo>
                <a:lnTo>
                  <a:pt x="621114" y="51295"/>
                </a:lnTo>
                <a:lnTo>
                  <a:pt x="621141" y="52072"/>
                </a:lnTo>
                <a:lnTo>
                  <a:pt x="621178" y="52839"/>
                </a:lnTo>
                <a:lnTo>
                  <a:pt x="621225" y="53596"/>
                </a:lnTo>
                <a:lnTo>
                  <a:pt x="621283" y="54345"/>
                </a:lnTo>
                <a:lnTo>
                  <a:pt x="621352" y="55084"/>
                </a:lnTo>
                <a:lnTo>
                  <a:pt x="621431" y="55813"/>
                </a:lnTo>
                <a:lnTo>
                  <a:pt x="621520" y="56534"/>
                </a:lnTo>
                <a:lnTo>
                  <a:pt x="621620" y="57245"/>
                </a:lnTo>
                <a:lnTo>
                  <a:pt x="621731" y="57947"/>
                </a:lnTo>
                <a:lnTo>
                  <a:pt x="621852" y="58640"/>
                </a:lnTo>
                <a:lnTo>
                  <a:pt x="621984" y="59323"/>
                </a:lnTo>
                <a:lnTo>
                  <a:pt x="622127" y="59997"/>
                </a:lnTo>
                <a:lnTo>
                  <a:pt x="622279" y="60662"/>
                </a:lnTo>
                <a:lnTo>
                  <a:pt x="622443" y="61317"/>
                </a:lnTo>
                <a:lnTo>
                  <a:pt x="622617" y="61963"/>
                </a:lnTo>
                <a:lnTo>
                  <a:pt x="622801" y="62600"/>
                </a:lnTo>
                <a:lnTo>
                  <a:pt x="622996" y="63228"/>
                </a:lnTo>
                <a:lnTo>
                  <a:pt x="623202" y="63846"/>
                </a:lnTo>
                <a:lnTo>
                  <a:pt x="623418" y="64455"/>
                </a:lnTo>
                <a:lnTo>
                  <a:pt x="623645" y="65055"/>
                </a:lnTo>
                <a:lnTo>
                  <a:pt x="623882" y="65645"/>
                </a:lnTo>
                <a:lnTo>
                  <a:pt x="624130" y="66227"/>
                </a:lnTo>
                <a:lnTo>
                  <a:pt x="624388" y="66797"/>
                </a:lnTo>
                <a:lnTo>
                  <a:pt x="624655" y="67357"/>
                </a:lnTo>
                <a:lnTo>
                  <a:pt x="624931" y="67906"/>
                </a:lnTo>
                <a:lnTo>
                  <a:pt x="625217" y="68443"/>
                </a:lnTo>
                <a:lnTo>
                  <a:pt x="625512" y="68969"/>
                </a:lnTo>
                <a:lnTo>
                  <a:pt x="625816" y="69484"/>
                </a:lnTo>
                <a:lnTo>
                  <a:pt x="626130" y="69988"/>
                </a:lnTo>
                <a:lnTo>
                  <a:pt x="626453" y="70480"/>
                </a:lnTo>
                <a:lnTo>
                  <a:pt x="626785" y="70961"/>
                </a:lnTo>
                <a:lnTo>
                  <a:pt x="627126" y="71431"/>
                </a:lnTo>
                <a:lnTo>
                  <a:pt x="627477" y="71890"/>
                </a:lnTo>
                <a:lnTo>
                  <a:pt x="627837" y="72338"/>
                </a:lnTo>
                <a:lnTo>
                  <a:pt x="628207" y="72774"/>
                </a:lnTo>
                <a:lnTo>
                  <a:pt x="628586" y="73199"/>
                </a:lnTo>
                <a:lnTo>
                  <a:pt x="628974" y="73613"/>
                </a:lnTo>
                <a:lnTo>
                  <a:pt x="629371" y="74016"/>
                </a:lnTo>
                <a:lnTo>
                  <a:pt x="629778" y="74408"/>
                </a:lnTo>
                <a:lnTo>
                  <a:pt x="630194" y="74788"/>
                </a:lnTo>
                <a:lnTo>
                  <a:pt x="630620" y="75157"/>
                </a:lnTo>
                <a:lnTo>
                  <a:pt x="631054" y="75515"/>
                </a:lnTo>
                <a:lnTo>
                  <a:pt x="631498" y="75862"/>
                </a:lnTo>
                <a:lnTo>
                  <a:pt x="631952" y="76197"/>
                </a:lnTo>
                <a:lnTo>
                  <a:pt x="632414" y="76521"/>
                </a:lnTo>
                <a:lnTo>
                  <a:pt x="632886" y="76834"/>
                </a:lnTo>
                <a:lnTo>
                  <a:pt x="633367" y="77136"/>
                </a:lnTo>
                <a:lnTo>
                  <a:pt x="633856" y="77424"/>
                </a:lnTo>
                <a:lnTo>
                  <a:pt x="634353" y="77699"/>
                </a:lnTo>
                <a:lnTo>
                  <a:pt x="634859" y="77962"/>
                </a:lnTo>
                <a:lnTo>
                  <a:pt x="635372" y="78212"/>
                </a:lnTo>
                <a:lnTo>
                  <a:pt x="635894" y="78449"/>
                </a:lnTo>
                <a:lnTo>
                  <a:pt x="636424" y="78673"/>
                </a:lnTo>
                <a:lnTo>
                  <a:pt x="636962" y="78884"/>
                </a:lnTo>
                <a:lnTo>
                  <a:pt x="637508" y="79083"/>
                </a:lnTo>
                <a:lnTo>
                  <a:pt x="638062" y="79269"/>
                </a:lnTo>
                <a:lnTo>
                  <a:pt x="638625" y="79442"/>
                </a:lnTo>
                <a:lnTo>
                  <a:pt x="639196" y="79602"/>
                </a:lnTo>
                <a:lnTo>
                  <a:pt x="639775" y="79749"/>
                </a:lnTo>
                <a:lnTo>
                  <a:pt x="640362" y="79884"/>
                </a:lnTo>
                <a:lnTo>
                  <a:pt x="640957" y="80005"/>
                </a:lnTo>
                <a:lnTo>
                  <a:pt x="641561" y="80114"/>
                </a:lnTo>
                <a:lnTo>
                  <a:pt x="642173" y="80210"/>
                </a:lnTo>
                <a:lnTo>
                  <a:pt x="642793" y="80294"/>
                </a:lnTo>
                <a:lnTo>
                  <a:pt x="643421" y="80364"/>
                </a:lnTo>
                <a:lnTo>
                  <a:pt x="644057" y="80422"/>
                </a:lnTo>
                <a:lnTo>
                  <a:pt x="644702" y="80467"/>
                </a:lnTo>
                <a:lnTo>
                  <a:pt x="645355" y="80499"/>
                </a:lnTo>
                <a:lnTo>
                  <a:pt x="646015" y="80518"/>
                </a:lnTo>
                <a:lnTo>
                  <a:pt x="646685" y="80524"/>
                </a:lnTo>
                <a:lnTo>
                  <a:pt x="647368" y="80518"/>
                </a:lnTo>
                <a:lnTo>
                  <a:pt x="648044" y="80499"/>
                </a:lnTo>
                <a:lnTo>
                  <a:pt x="648712" y="80467"/>
                </a:lnTo>
                <a:lnTo>
                  <a:pt x="649371" y="80422"/>
                </a:lnTo>
                <a:close/>
                <a:moveTo>
                  <a:pt x="644878" y="72648"/>
                </a:moveTo>
                <a:lnTo>
                  <a:pt x="644445" y="72602"/>
                </a:lnTo>
                <a:lnTo>
                  <a:pt x="644020" y="72544"/>
                </a:lnTo>
                <a:lnTo>
                  <a:pt x="643602" y="72477"/>
                </a:lnTo>
                <a:lnTo>
                  <a:pt x="643192" y="72399"/>
                </a:lnTo>
                <a:lnTo>
                  <a:pt x="642790" y="72310"/>
                </a:lnTo>
                <a:lnTo>
                  <a:pt x="642395" y="72212"/>
                </a:lnTo>
                <a:lnTo>
                  <a:pt x="642008" y="72103"/>
                </a:lnTo>
                <a:lnTo>
                  <a:pt x="641628" y="71983"/>
                </a:lnTo>
                <a:lnTo>
                  <a:pt x="641256" y="71853"/>
                </a:lnTo>
                <a:lnTo>
                  <a:pt x="640892" y="71713"/>
                </a:lnTo>
                <a:lnTo>
                  <a:pt x="640535" y="71562"/>
                </a:lnTo>
                <a:lnTo>
                  <a:pt x="640185" y="71401"/>
                </a:lnTo>
                <a:lnTo>
                  <a:pt x="639843" y="71229"/>
                </a:lnTo>
                <a:lnTo>
                  <a:pt x="639509" y="71047"/>
                </a:lnTo>
                <a:lnTo>
                  <a:pt x="639182" y="70855"/>
                </a:lnTo>
                <a:lnTo>
                  <a:pt x="638863" y="70652"/>
                </a:lnTo>
                <a:lnTo>
                  <a:pt x="638552" y="70439"/>
                </a:lnTo>
                <a:lnTo>
                  <a:pt x="638248" y="70216"/>
                </a:lnTo>
                <a:lnTo>
                  <a:pt x="637952" y="69982"/>
                </a:lnTo>
                <a:lnTo>
                  <a:pt x="637663" y="69737"/>
                </a:lnTo>
                <a:lnTo>
                  <a:pt x="637381" y="69484"/>
                </a:lnTo>
                <a:lnTo>
                  <a:pt x="637106" y="69223"/>
                </a:lnTo>
                <a:lnTo>
                  <a:pt x="636838" y="68955"/>
                </a:lnTo>
                <a:lnTo>
                  <a:pt x="636576" y="68679"/>
                </a:lnTo>
                <a:lnTo>
                  <a:pt x="636321" y="68395"/>
                </a:lnTo>
                <a:lnTo>
                  <a:pt x="636072" y="68104"/>
                </a:lnTo>
                <a:lnTo>
                  <a:pt x="635831" y="67805"/>
                </a:lnTo>
                <a:lnTo>
                  <a:pt x="635596" y="67499"/>
                </a:lnTo>
                <a:lnTo>
                  <a:pt x="635367" y="67185"/>
                </a:lnTo>
                <a:lnTo>
                  <a:pt x="635145" y="66863"/>
                </a:lnTo>
                <a:lnTo>
                  <a:pt x="634930" y="66534"/>
                </a:lnTo>
                <a:lnTo>
                  <a:pt x="634722" y="66198"/>
                </a:lnTo>
                <a:lnTo>
                  <a:pt x="634520" y="65853"/>
                </a:lnTo>
                <a:lnTo>
                  <a:pt x="634325" y="65501"/>
                </a:lnTo>
                <a:lnTo>
                  <a:pt x="634136" y="65142"/>
                </a:lnTo>
                <a:lnTo>
                  <a:pt x="633954" y="64775"/>
                </a:lnTo>
                <a:lnTo>
                  <a:pt x="633779" y="64401"/>
                </a:lnTo>
                <a:lnTo>
                  <a:pt x="633611" y="64018"/>
                </a:lnTo>
                <a:lnTo>
                  <a:pt x="633449" y="63629"/>
                </a:lnTo>
                <a:lnTo>
                  <a:pt x="633293" y="63231"/>
                </a:lnTo>
                <a:lnTo>
                  <a:pt x="633145" y="62827"/>
                </a:lnTo>
                <a:lnTo>
                  <a:pt x="633003" y="62414"/>
                </a:lnTo>
                <a:lnTo>
                  <a:pt x="632868" y="61994"/>
                </a:lnTo>
                <a:lnTo>
                  <a:pt x="632739" y="61566"/>
                </a:lnTo>
                <a:lnTo>
                  <a:pt x="632616" y="61132"/>
                </a:lnTo>
                <a:lnTo>
                  <a:pt x="632499" y="60693"/>
                </a:lnTo>
                <a:lnTo>
                  <a:pt x="632387" y="60249"/>
                </a:lnTo>
                <a:lnTo>
                  <a:pt x="632280" y="59800"/>
                </a:lnTo>
                <a:lnTo>
                  <a:pt x="632178" y="59347"/>
                </a:lnTo>
                <a:lnTo>
                  <a:pt x="632081" y="58888"/>
                </a:lnTo>
                <a:lnTo>
                  <a:pt x="631990" y="58424"/>
                </a:lnTo>
                <a:lnTo>
                  <a:pt x="631904" y="57955"/>
                </a:lnTo>
                <a:lnTo>
                  <a:pt x="631823" y="57481"/>
                </a:lnTo>
                <a:lnTo>
                  <a:pt x="631747" y="57002"/>
                </a:lnTo>
                <a:lnTo>
                  <a:pt x="631677" y="56518"/>
                </a:lnTo>
                <a:lnTo>
                  <a:pt x="631611" y="56030"/>
                </a:lnTo>
                <a:lnTo>
                  <a:pt x="631551" y="55536"/>
                </a:lnTo>
                <a:lnTo>
                  <a:pt x="631496" y="55037"/>
                </a:lnTo>
                <a:lnTo>
                  <a:pt x="631447" y="54533"/>
                </a:lnTo>
                <a:lnTo>
                  <a:pt x="631402" y="54025"/>
                </a:lnTo>
                <a:lnTo>
                  <a:pt x="631363" y="53511"/>
                </a:lnTo>
                <a:lnTo>
                  <a:pt x="631329" y="52992"/>
                </a:lnTo>
                <a:lnTo>
                  <a:pt x="631301" y="52469"/>
                </a:lnTo>
                <a:lnTo>
                  <a:pt x="631277" y="51940"/>
                </a:lnTo>
                <a:lnTo>
                  <a:pt x="631259" y="51407"/>
                </a:lnTo>
                <a:lnTo>
                  <a:pt x="631246" y="50868"/>
                </a:lnTo>
                <a:lnTo>
                  <a:pt x="631238" y="50325"/>
                </a:lnTo>
                <a:lnTo>
                  <a:pt x="631235" y="49776"/>
                </a:lnTo>
                <a:lnTo>
                  <a:pt x="631238" y="49217"/>
                </a:lnTo>
                <a:lnTo>
                  <a:pt x="631246" y="48664"/>
                </a:lnTo>
                <a:lnTo>
                  <a:pt x="631259" y="48115"/>
                </a:lnTo>
                <a:lnTo>
                  <a:pt x="631277" y="47572"/>
                </a:lnTo>
                <a:lnTo>
                  <a:pt x="631301" y="47034"/>
                </a:lnTo>
                <a:lnTo>
                  <a:pt x="631329" y="46501"/>
                </a:lnTo>
                <a:lnTo>
                  <a:pt x="631363" y="45973"/>
                </a:lnTo>
                <a:lnTo>
                  <a:pt x="631402" y="45451"/>
                </a:lnTo>
                <a:lnTo>
                  <a:pt x="631447" y="44934"/>
                </a:lnTo>
                <a:lnTo>
                  <a:pt x="631496" y="44422"/>
                </a:lnTo>
                <a:lnTo>
                  <a:pt x="631551" y="43915"/>
                </a:lnTo>
                <a:lnTo>
                  <a:pt x="631611" y="43413"/>
                </a:lnTo>
                <a:lnTo>
                  <a:pt x="631677" y="42917"/>
                </a:lnTo>
                <a:lnTo>
                  <a:pt x="631747" y="42425"/>
                </a:lnTo>
                <a:lnTo>
                  <a:pt x="631823" y="41939"/>
                </a:lnTo>
                <a:lnTo>
                  <a:pt x="631904" y="41459"/>
                </a:lnTo>
                <a:lnTo>
                  <a:pt x="631990" y="40983"/>
                </a:lnTo>
                <a:lnTo>
                  <a:pt x="632081" y="40513"/>
                </a:lnTo>
                <a:lnTo>
                  <a:pt x="632178" y="40047"/>
                </a:lnTo>
                <a:lnTo>
                  <a:pt x="632280" y="39587"/>
                </a:lnTo>
                <a:lnTo>
                  <a:pt x="632387" y="39132"/>
                </a:lnTo>
                <a:lnTo>
                  <a:pt x="632499" y="38683"/>
                </a:lnTo>
                <a:lnTo>
                  <a:pt x="632616" y="38238"/>
                </a:lnTo>
                <a:lnTo>
                  <a:pt x="632739" y="37799"/>
                </a:lnTo>
                <a:lnTo>
                  <a:pt x="632868" y="37366"/>
                </a:lnTo>
                <a:lnTo>
                  <a:pt x="633003" y="36941"/>
                </a:lnTo>
                <a:lnTo>
                  <a:pt x="633145" y="36524"/>
                </a:lnTo>
                <a:lnTo>
                  <a:pt x="633293" y="36114"/>
                </a:lnTo>
                <a:lnTo>
                  <a:pt x="633449" y="35712"/>
                </a:lnTo>
                <a:lnTo>
                  <a:pt x="633611" y="35317"/>
                </a:lnTo>
                <a:lnTo>
                  <a:pt x="633779" y="34930"/>
                </a:lnTo>
                <a:lnTo>
                  <a:pt x="633954" y="34551"/>
                </a:lnTo>
                <a:lnTo>
                  <a:pt x="634136" y="34180"/>
                </a:lnTo>
                <a:lnTo>
                  <a:pt x="634325" y="33816"/>
                </a:lnTo>
                <a:lnTo>
                  <a:pt x="634520" y="33460"/>
                </a:lnTo>
                <a:lnTo>
                  <a:pt x="634722" y="33112"/>
                </a:lnTo>
                <a:lnTo>
                  <a:pt x="634930" y="32771"/>
                </a:lnTo>
                <a:lnTo>
                  <a:pt x="635145" y="32438"/>
                </a:lnTo>
                <a:lnTo>
                  <a:pt x="635367" y="32113"/>
                </a:lnTo>
                <a:lnTo>
                  <a:pt x="635596" y="31796"/>
                </a:lnTo>
                <a:lnTo>
                  <a:pt x="635831" y="31486"/>
                </a:lnTo>
                <a:lnTo>
                  <a:pt x="636072" y="31184"/>
                </a:lnTo>
                <a:lnTo>
                  <a:pt x="636321" y="30889"/>
                </a:lnTo>
                <a:lnTo>
                  <a:pt x="636576" y="30602"/>
                </a:lnTo>
                <a:lnTo>
                  <a:pt x="636838" y="30323"/>
                </a:lnTo>
                <a:lnTo>
                  <a:pt x="637106" y="30052"/>
                </a:lnTo>
                <a:lnTo>
                  <a:pt x="637381" y="29788"/>
                </a:lnTo>
                <a:lnTo>
                  <a:pt x="637663" y="29532"/>
                </a:lnTo>
                <a:lnTo>
                  <a:pt x="637952" y="29286"/>
                </a:lnTo>
                <a:lnTo>
                  <a:pt x="638248" y="29049"/>
                </a:lnTo>
                <a:lnTo>
                  <a:pt x="638552" y="28823"/>
                </a:lnTo>
                <a:lnTo>
                  <a:pt x="638863" y="28608"/>
                </a:lnTo>
                <a:lnTo>
                  <a:pt x="639182" y="28403"/>
                </a:lnTo>
                <a:lnTo>
                  <a:pt x="639509" y="28209"/>
                </a:lnTo>
                <a:lnTo>
                  <a:pt x="639843" y="28025"/>
                </a:lnTo>
                <a:lnTo>
                  <a:pt x="640185" y="27852"/>
                </a:lnTo>
                <a:lnTo>
                  <a:pt x="640535" y="27689"/>
                </a:lnTo>
                <a:lnTo>
                  <a:pt x="640892" y="27536"/>
                </a:lnTo>
                <a:lnTo>
                  <a:pt x="641256" y="27395"/>
                </a:lnTo>
                <a:lnTo>
                  <a:pt x="641628" y="27263"/>
                </a:lnTo>
                <a:lnTo>
                  <a:pt x="642008" y="27142"/>
                </a:lnTo>
                <a:lnTo>
                  <a:pt x="642395" y="27032"/>
                </a:lnTo>
                <a:lnTo>
                  <a:pt x="642790" y="26932"/>
                </a:lnTo>
                <a:lnTo>
                  <a:pt x="643192" y="26843"/>
                </a:lnTo>
                <a:lnTo>
                  <a:pt x="643602" y="26764"/>
                </a:lnTo>
                <a:lnTo>
                  <a:pt x="644020" y="26696"/>
                </a:lnTo>
                <a:lnTo>
                  <a:pt x="644445" y="26638"/>
                </a:lnTo>
                <a:lnTo>
                  <a:pt x="644878" y="26591"/>
                </a:lnTo>
                <a:lnTo>
                  <a:pt x="645318" y="26554"/>
                </a:lnTo>
                <a:lnTo>
                  <a:pt x="645766" y="26528"/>
                </a:lnTo>
                <a:lnTo>
                  <a:pt x="646222" y="26512"/>
                </a:lnTo>
                <a:lnTo>
                  <a:pt x="646685" y="26507"/>
                </a:lnTo>
                <a:lnTo>
                  <a:pt x="647177" y="26512"/>
                </a:lnTo>
                <a:lnTo>
                  <a:pt x="647660" y="26528"/>
                </a:lnTo>
                <a:lnTo>
                  <a:pt x="648135" y="26554"/>
                </a:lnTo>
                <a:lnTo>
                  <a:pt x="648602" y="26591"/>
                </a:lnTo>
                <a:lnTo>
                  <a:pt x="649060" y="26638"/>
                </a:lnTo>
                <a:lnTo>
                  <a:pt x="649509" y="26696"/>
                </a:lnTo>
                <a:lnTo>
                  <a:pt x="649951" y="26764"/>
                </a:lnTo>
                <a:lnTo>
                  <a:pt x="650383" y="26843"/>
                </a:lnTo>
                <a:lnTo>
                  <a:pt x="650807" y="26932"/>
                </a:lnTo>
                <a:lnTo>
                  <a:pt x="651223" y="27032"/>
                </a:lnTo>
                <a:lnTo>
                  <a:pt x="651630" y="27142"/>
                </a:lnTo>
                <a:lnTo>
                  <a:pt x="652028" y="27263"/>
                </a:lnTo>
                <a:lnTo>
                  <a:pt x="652419" y="27395"/>
                </a:lnTo>
                <a:lnTo>
                  <a:pt x="652800" y="27536"/>
                </a:lnTo>
                <a:lnTo>
                  <a:pt x="653173" y="27689"/>
                </a:lnTo>
                <a:lnTo>
                  <a:pt x="653538" y="27852"/>
                </a:lnTo>
                <a:lnTo>
                  <a:pt x="653894" y="28025"/>
                </a:lnTo>
                <a:lnTo>
                  <a:pt x="654241" y="28209"/>
                </a:lnTo>
                <a:lnTo>
                  <a:pt x="654581" y="28403"/>
                </a:lnTo>
                <a:lnTo>
                  <a:pt x="654911" y="28608"/>
                </a:lnTo>
                <a:lnTo>
                  <a:pt x="655233" y="28823"/>
                </a:lnTo>
                <a:lnTo>
                  <a:pt x="655547" y="29049"/>
                </a:lnTo>
                <a:lnTo>
                  <a:pt x="655852" y="29286"/>
                </a:lnTo>
                <a:lnTo>
                  <a:pt x="656149" y="29532"/>
                </a:lnTo>
                <a:lnTo>
                  <a:pt x="656438" y="29788"/>
                </a:lnTo>
                <a:lnTo>
                  <a:pt x="656720" y="30052"/>
                </a:lnTo>
                <a:lnTo>
                  <a:pt x="656995" y="30323"/>
                </a:lnTo>
                <a:lnTo>
                  <a:pt x="657264" y="30602"/>
                </a:lnTo>
                <a:lnTo>
                  <a:pt x="657526" y="30889"/>
                </a:lnTo>
                <a:lnTo>
                  <a:pt x="657781" y="31184"/>
                </a:lnTo>
                <a:lnTo>
                  <a:pt x="658030" y="31486"/>
                </a:lnTo>
                <a:lnTo>
                  <a:pt x="658271" y="31796"/>
                </a:lnTo>
                <a:lnTo>
                  <a:pt x="658506" y="32113"/>
                </a:lnTo>
                <a:lnTo>
                  <a:pt x="658735" y="32438"/>
                </a:lnTo>
                <a:lnTo>
                  <a:pt x="658956" y="32771"/>
                </a:lnTo>
                <a:lnTo>
                  <a:pt x="659171" y="33112"/>
                </a:lnTo>
                <a:lnTo>
                  <a:pt x="659379" y="33460"/>
                </a:lnTo>
                <a:lnTo>
                  <a:pt x="659580" y="33816"/>
                </a:lnTo>
                <a:lnTo>
                  <a:pt x="659774" y="34180"/>
                </a:lnTo>
                <a:lnTo>
                  <a:pt x="659962" y="34551"/>
                </a:lnTo>
                <a:lnTo>
                  <a:pt x="660143" y="34930"/>
                </a:lnTo>
                <a:lnTo>
                  <a:pt x="660317" y="35317"/>
                </a:lnTo>
                <a:lnTo>
                  <a:pt x="660484" y="35712"/>
                </a:lnTo>
                <a:lnTo>
                  <a:pt x="660645" y="36114"/>
                </a:lnTo>
                <a:lnTo>
                  <a:pt x="660799" y="36524"/>
                </a:lnTo>
                <a:lnTo>
                  <a:pt x="660946" y="36941"/>
                </a:lnTo>
                <a:lnTo>
                  <a:pt x="661086" y="37366"/>
                </a:lnTo>
                <a:lnTo>
                  <a:pt x="661220" y="37799"/>
                </a:lnTo>
                <a:lnTo>
                  <a:pt x="661347" y="38238"/>
                </a:lnTo>
                <a:lnTo>
                  <a:pt x="661469" y="38682"/>
                </a:lnTo>
                <a:lnTo>
                  <a:pt x="661586" y="39131"/>
                </a:lnTo>
                <a:lnTo>
                  <a:pt x="661697" y="39586"/>
                </a:lnTo>
                <a:lnTo>
                  <a:pt x="661803" y="40045"/>
                </a:lnTo>
                <a:lnTo>
                  <a:pt x="661903" y="40509"/>
                </a:lnTo>
                <a:lnTo>
                  <a:pt x="661998" y="40978"/>
                </a:lnTo>
                <a:lnTo>
                  <a:pt x="662088" y="41452"/>
                </a:lnTo>
                <a:lnTo>
                  <a:pt x="662172" y="41931"/>
                </a:lnTo>
                <a:lnTo>
                  <a:pt x="662251" y="42415"/>
                </a:lnTo>
                <a:lnTo>
                  <a:pt x="662324" y="42904"/>
                </a:lnTo>
                <a:lnTo>
                  <a:pt x="662392" y="43397"/>
                </a:lnTo>
                <a:lnTo>
                  <a:pt x="662454" y="43896"/>
                </a:lnTo>
                <a:lnTo>
                  <a:pt x="662511" y="44400"/>
                </a:lnTo>
                <a:lnTo>
                  <a:pt x="662563" y="44909"/>
                </a:lnTo>
                <a:lnTo>
                  <a:pt x="662609" y="45423"/>
                </a:lnTo>
                <a:lnTo>
                  <a:pt x="662649" y="45942"/>
                </a:lnTo>
                <a:lnTo>
                  <a:pt x="662685" y="46466"/>
                </a:lnTo>
                <a:lnTo>
                  <a:pt x="662715" y="46994"/>
                </a:lnTo>
                <a:lnTo>
                  <a:pt x="662739" y="47528"/>
                </a:lnTo>
                <a:lnTo>
                  <a:pt x="662758" y="48067"/>
                </a:lnTo>
                <a:lnTo>
                  <a:pt x="662772" y="48611"/>
                </a:lnTo>
                <a:lnTo>
                  <a:pt x="662780" y="49160"/>
                </a:lnTo>
                <a:lnTo>
                  <a:pt x="662782" y="49713"/>
                </a:lnTo>
                <a:lnTo>
                  <a:pt x="662780" y="50267"/>
                </a:lnTo>
                <a:lnTo>
                  <a:pt x="662772" y="50815"/>
                </a:lnTo>
                <a:lnTo>
                  <a:pt x="662758" y="51359"/>
                </a:lnTo>
                <a:lnTo>
                  <a:pt x="662739" y="51897"/>
                </a:lnTo>
                <a:lnTo>
                  <a:pt x="662715" y="52429"/>
                </a:lnTo>
                <a:lnTo>
                  <a:pt x="662685" y="52957"/>
                </a:lnTo>
                <a:lnTo>
                  <a:pt x="662649" y="53480"/>
                </a:lnTo>
                <a:lnTo>
                  <a:pt x="662609" y="53997"/>
                </a:lnTo>
                <a:lnTo>
                  <a:pt x="662563" y="54509"/>
                </a:lnTo>
                <a:lnTo>
                  <a:pt x="662511" y="55016"/>
                </a:lnTo>
                <a:lnTo>
                  <a:pt x="662454" y="55517"/>
                </a:lnTo>
                <a:lnTo>
                  <a:pt x="662392" y="56014"/>
                </a:lnTo>
                <a:lnTo>
                  <a:pt x="662324" y="56505"/>
                </a:lnTo>
                <a:lnTo>
                  <a:pt x="662251" y="56991"/>
                </a:lnTo>
                <a:lnTo>
                  <a:pt x="662172" y="57472"/>
                </a:lnTo>
                <a:lnTo>
                  <a:pt x="662088" y="57948"/>
                </a:lnTo>
                <a:lnTo>
                  <a:pt x="661998" y="58418"/>
                </a:lnTo>
                <a:lnTo>
                  <a:pt x="661903" y="58884"/>
                </a:lnTo>
                <a:lnTo>
                  <a:pt x="661803" y="59344"/>
                </a:lnTo>
                <a:lnTo>
                  <a:pt x="661697" y="59799"/>
                </a:lnTo>
                <a:lnTo>
                  <a:pt x="661586" y="60248"/>
                </a:lnTo>
                <a:lnTo>
                  <a:pt x="661469" y="60693"/>
                </a:lnTo>
                <a:lnTo>
                  <a:pt x="661347" y="61132"/>
                </a:lnTo>
                <a:lnTo>
                  <a:pt x="661220" y="61566"/>
                </a:lnTo>
                <a:lnTo>
                  <a:pt x="661086" y="61994"/>
                </a:lnTo>
                <a:lnTo>
                  <a:pt x="660946" y="62414"/>
                </a:lnTo>
                <a:lnTo>
                  <a:pt x="660799" y="62827"/>
                </a:lnTo>
                <a:lnTo>
                  <a:pt x="660645" y="63231"/>
                </a:lnTo>
                <a:lnTo>
                  <a:pt x="660484" y="63629"/>
                </a:lnTo>
                <a:lnTo>
                  <a:pt x="660317" y="64018"/>
                </a:lnTo>
                <a:lnTo>
                  <a:pt x="660143" y="64401"/>
                </a:lnTo>
                <a:lnTo>
                  <a:pt x="659962" y="64775"/>
                </a:lnTo>
                <a:lnTo>
                  <a:pt x="659774" y="65142"/>
                </a:lnTo>
                <a:lnTo>
                  <a:pt x="659580" y="65501"/>
                </a:lnTo>
                <a:lnTo>
                  <a:pt x="659379" y="65853"/>
                </a:lnTo>
                <a:lnTo>
                  <a:pt x="659171" y="66198"/>
                </a:lnTo>
                <a:lnTo>
                  <a:pt x="658956" y="66534"/>
                </a:lnTo>
                <a:lnTo>
                  <a:pt x="658735" y="66863"/>
                </a:lnTo>
                <a:lnTo>
                  <a:pt x="658506" y="67185"/>
                </a:lnTo>
                <a:lnTo>
                  <a:pt x="658271" y="67499"/>
                </a:lnTo>
                <a:lnTo>
                  <a:pt x="658030" y="67805"/>
                </a:lnTo>
                <a:lnTo>
                  <a:pt x="657781" y="68104"/>
                </a:lnTo>
                <a:lnTo>
                  <a:pt x="657526" y="68395"/>
                </a:lnTo>
                <a:lnTo>
                  <a:pt x="657264" y="68679"/>
                </a:lnTo>
                <a:lnTo>
                  <a:pt x="656995" y="68955"/>
                </a:lnTo>
                <a:lnTo>
                  <a:pt x="656720" y="69223"/>
                </a:lnTo>
                <a:lnTo>
                  <a:pt x="656438" y="69484"/>
                </a:lnTo>
                <a:lnTo>
                  <a:pt x="656149" y="69737"/>
                </a:lnTo>
                <a:lnTo>
                  <a:pt x="655852" y="69982"/>
                </a:lnTo>
                <a:lnTo>
                  <a:pt x="655547" y="70216"/>
                </a:lnTo>
                <a:lnTo>
                  <a:pt x="655233" y="70439"/>
                </a:lnTo>
                <a:lnTo>
                  <a:pt x="654911" y="70652"/>
                </a:lnTo>
                <a:lnTo>
                  <a:pt x="654581" y="70855"/>
                </a:lnTo>
                <a:lnTo>
                  <a:pt x="654241" y="71047"/>
                </a:lnTo>
                <a:lnTo>
                  <a:pt x="653894" y="71229"/>
                </a:lnTo>
                <a:lnTo>
                  <a:pt x="653538" y="71401"/>
                </a:lnTo>
                <a:lnTo>
                  <a:pt x="653173" y="71562"/>
                </a:lnTo>
                <a:lnTo>
                  <a:pt x="652800" y="71713"/>
                </a:lnTo>
                <a:lnTo>
                  <a:pt x="652419" y="71853"/>
                </a:lnTo>
                <a:lnTo>
                  <a:pt x="652028" y="71983"/>
                </a:lnTo>
                <a:lnTo>
                  <a:pt x="651630" y="72103"/>
                </a:lnTo>
                <a:lnTo>
                  <a:pt x="651223" y="72212"/>
                </a:lnTo>
                <a:lnTo>
                  <a:pt x="650807" y="72310"/>
                </a:lnTo>
                <a:lnTo>
                  <a:pt x="650383" y="72399"/>
                </a:lnTo>
                <a:lnTo>
                  <a:pt x="649951" y="72477"/>
                </a:lnTo>
                <a:lnTo>
                  <a:pt x="649509" y="72544"/>
                </a:lnTo>
                <a:lnTo>
                  <a:pt x="649060" y="72602"/>
                </a:lnTo>
                <a:lnTo>
                  <a:pt x="648602" y="72648"/>
                </a:lnTo>
                <a:lnTo>
                  <a:pt x="648135" y="72685"/>
                </a:lnTo>
                <a:lnTo>
                  <a:pt x="647660" y="72711"/>
                </a:lnTo>
                <a:lnTo>
                  <a:pt x="647177" y="72726"/>
                </a:lnTo>
                <a:lnTo>
                  <a:pt x="646685" y="72732"/>
                </a:lnTo>
                <a:lnTo>
                  <a:pt x="646222" y="72726"/>
                </a:lnTo>
                <a:lnTo>
                  <a:pt x="645766" y="72711"/>
                </a:lnTo>
                <a:lnTo>
                  <a:pt x="645318" y="72685"/>
                </a:lnTo>
                <a:lnTo>
                  <a:pt x="644878" y="72648"/>
                </a:lnTo>
                <a:close/>
                <a:moveTo>
                  <a:pt x="796304" y="72088"/>
                </a:moveTo>
                <a:lnTo>
                  <a:pt x="796567" y="72435"/>
                </a:lnTo>
                <a:lnTo>
                  <a:pt x="796835" y="72775"/>
                </a:lnTo>
                <a:lnTo>
                  <a:pt x="797108" y="73108"/>
                </a:lnTo>
                <a:lnTo>
                  <a:pt x="797386" y="73434"/>
                </a:lnTo>
                <a:lnTo>
                  <a:pt x="797670" y="73754"/>
                </a:lnTo>
                <a:lnTo>
                  <a:pt x="797958" y="74066"/>
                </a:lnTo>
                <a:lnTo>
                  <a:pt x="798251" y="74372"/>
                </a:lnTo>
                <a:lnTo>
                  <a:pt x="798549" y="74671"/>
                </a:lnTo>
                <a:lnTo>
                  <a:pt x="798853" y="74963"/>
                </a:lnTo>
                <a:lnTo>
                  <a:pt x="799161" y="75248"/>
                </a:lnTo>
                <a:lnTo>
                  <a:pt x="799474" y="75526"/>
                </a:lnTo>
                <a:lnTo>
                  <a:pt x="799793" y="75797"/>
                </a:lnTo>
                <a:lnTo>
                  <a:pt x="800116" y="76062"/>
                </a:lnTo>
                <a:lnTo>
                  <a:pt x="800444" y="76320"/>
                </a:lnTo>
                <a:lnTo>
                  <a:pt x="800778" y="76570"/>
                </a:lnTo>
                <a:lnTo>
                  <a:pt x="801116" y="76814"/>
                </a:lnTo>
                <a:lnTo>
                  <a:pt x="801459" y="77051"/>
                </a:lnTo>
                <a:lnTo>
                  <a:pt x="801808" y="77281"/>
                </a:lnTo>
                <a:lnTo>
                  <a:pt x="802161" y="77505"/>
                </a:lnTo>
                <a:lnTo>
                  <a:pt x="802520" y="77721"/>
                </a:lnTo>
                <a:lnTo>
                  <a:pt x="802883" y="77931"/>
                </a:lnTo>
                <a:lnTo>
                  <a:pt x="803252" y="78133"/>
                </a:lnTo>
                <a:lnTo>
                  <a:pt x="803626" y="78328"/>
                </a:lnTo>
                <a:lnTo>
                  <a:pt x="804005" y="78515"/>
                </a:lnTo>
                <a:lnTo>
                  <a:pt x="804391" y="78694"/>
                </a:lnTo>
                <a:lnTo>
                  <a:pt x="804782" y="78864"/>
                </a:lnTo>
                <a:lnTo>
                  <a:pt x="805180" y="79026"/>
                </a:lnTo>
                <a:lnTo>
                  <a:pt x="805583" y="79179"/>
                </a:lnTo>
                <a:lnTo>
                  <a:pt x="805992" y="79325"/>
                </a:lnTo>
                <a:lnTo>
                  <a:pt x="806406" y="79462"/>
                </a:lnTo>
                <a:lnTo>
                  <a:pt x="806827" y="79590"/>
                </a:lnTo>
                <a:lnTo>
                  <a:pt x="807253" y="79711"/>
                </a:lnTo>
                <a:lnTo>
                  <a:pt x="807686" y="79823"/>
                </a:lnTo>
                <a:lnTo>
                  <a:pt x="808124" y="79926"/>
                </a:lnTo>
                <a:lnTo>
                  <a:pt x="808568" y="80022"/>
                </a:lnTo>
                <a:lnTo>
                  <a:pt x="809018" y="80109"/>
                </a:lnTo>
                <a:lnTo>
                  <a:pt x="809473" y="80188"/>
                </a:lnTo>
                <a:lnTo>
                  <a:pt x="809935" y="80259"/>
                </a:lnTo>
                <a:lnTo>
                  <a:pt x="810402" y="80321"/>
                </a:lnTo>
                <a:lnTo>
                  <a:pt x="810875" y="80375"/>
                </a:lnTo>
                <a:lnTo>
                  <a:pt x="811354" y="80420"/>
                </a:lnTo>
                <a:lnTo>
                  <a:pt x="811839" y="80458"/>
                </a:lnTo>
                <a:lnTo>
                  <a:pt x="812329" y="80487"/>
                </a:lnTo>
                <a:lnTo>
                  <a:pt x="812826" y="80508"/>
                </a:lnTo>
                <a:lnTo>
                  <a:pt x="813328" y="80520"/>
                </a:lnTo>
                <a:lnTo>
                  <a:pt x="813836" y="80524"/>
                </a:lnTo>
                <a:lnTo>
                  <a:pt x="814393" y="80518"/>
                </a:lnTo>
                <a:lnTo>
                  <a:pt x="814944" y="80500"/>
                </a:lnTo>
                <a:lnTo>
                  <a:pt x="815489" y="80470"/>
                </a:lnTo>
                <a:lnTo>
                  <a:pt x="816028" y="80428"/>
                </a:lnTo>
                <a:lnTo>
                  <a:pt x="816560" y="80374"/>
                </a:lnTo>
                <a:lnTo>
                  <a:pt x="817087" y="80307"/>
                </a:lnTo>
                <a:lnTo>
                  <a:pt x="817607" y="80229"/>
                </a:lnTo>
                <a:lnTo>
                  <a:pt x="818121" y="80139"/>
                </a:lnTo>
                <a:lnTo>
                  <a:pt x="818629" y="80036"/>
                </a:lnTo>
                <a:lnTo>
                  <a:pt x="819131" y="79922"/>
                </a:lnTo>
                <a:lnTo>
                  <a:pt x="819627" y="79795"/>
                </a:lnTo>
                <a:lnTo>
                  <a:pt x="820116" y="79657"/>
                </a:lnTo>
                <a:lnTo>
                  <a:pt x="820600" y="79506"/>
                </a:lnTo>
                <a:lnTo>
                  <a:pt x="821077" y="79343"/>
                </a:lnTo>
                <a:lnTo>
                  <a:pt x="821548" y="79169"/>
                </a:lnTo>
                <a:lnTo>
                  <a:pt x="822013" y="78982"/>
                </a:lnTo>
                <a:lnTo>
                  <a:pt x="822472" y="78783"/>
                </a:lnTo>
                <a:lnTo>
                  <a:pt x="822924" y="78572"/>
                </a:lnTo>
                <a:lnTo>
                  <a:pt x="823371" y="78349"/>
                </a:lnTo>
                <a:lnTo>
                  <a:pt x="823811" y="78114"/>
                </a:lnTo>
                <a:lnTo>
                  <a:pt x="824246" y="77867"/>
                </a:lnTo>
                <a:lnTo>
                  <a:pt x="824674" y="77608"/>
                </a:lnTo>
                <a:lnTo>
                  <a:pt x="825096" y="77337"/>
                </a:lnTo>
                <a:lnTo>
                  <a:pt x="825512" y="77054"/>
                </a:lnTo>
                <a:lnTo>
                  <a:pt x="825920" y="76759"/>
                </a:lnTo>
                <a:lnTo>
                  <a:pt x="826322" y="76451"/>
                </a:lnTo>
                <a:lnTo>
                  <a:pt x="826715" y="76132"/>
                </a:lnTo>
                <a:lnTo>
                  <a:pt x="827100" y="75800"/>
                </a:lnTo>
                <a:lnTo>
                  <a:pt x="827478" y="75457"/>
                </a:lnTo>
                <a:lnTo>
                  <a:pt x="827848" y="75101"/>
                </a:lnTo>
                <a:lnTo>
                  <a:pt x="828210" y="74733"/>
                </a:lnTo>
                <a:lnTo>
                  <a:pt x="828565" y="74354"/>
                </a:lnTo>
                <a:lnTo>
                  <a:pt x="828911" y="73962"/>
                </a:lnTo>
                <a:lnTo>
                  <a:pt x="829250" y="73558"/>
                </a:lnTo>
                <a:lnTo>
                  <a:pt x="829581" y="73142"/>
                </a:lnTo>
                <a:lnTo>
                  <a:pt x="829905" y="72714"/>
                </a:lnTo>
                <a:lnTo>
                  <a:pt x="830220" y="72275"/>
                </a:lnTo>
                <a:lnTo>
                  <a:pt x="830528" y="71823"/>
                </a:lnTo>
                <a:lnTo>
                  <a:pt x="830828" y="71358"/>
                </a:lnTo>
                <a:lnTo>
                  <a:pt x="831120" y="70882"/>
                </a:lnTo>
                <a:lnTo>
                  <a:pt x="831404" y="70394"/>
                </a:lnTo>
                <a:lnTo>
                  <a:pt x="831681" y="69894"/>
                </a:lnTo>
                <a:lnTo>
                  <a:pt x="831950" y="69382"/>
                </a:lnTo>
                <a:lnTo>
                  <a:pt x="832211" y="68857"/>
                </a:lnTo>
                <a:lnTo>
                  <a:pt x="832464" y="68321"/>
                </a:lnTo>
                <a:lnTo>
                  <a:pt x="832710" y="67773"/>
                </a:lnTo>
                <a:lnTo>
                  <a:pt x="832947" y="67212"/>
                </a:lnTo>
                <a:lnTo>
                  <a:pt x="833177" y="66640"/>
                </a:lnTo>
                <a:lnTo>
                  <a:pt x="833399" y="66056"/>
                </a:lnTo>
                <a:lnTo>
                  <a:pt x="833610" y="65460"/>
                </a:lnTo>
                <a:lnTo>
                  <a:pt x="833813" y="64853"/>
                </a:lnTo>
                <a:lnTo>
                  <a:pt x="834006" y="64235"/>
                </a:lnTo>
                <a:lnTo>
                  <a:pt x="834190" y="63606"/>
                </a:lnTo>
                <a:lnTo>
                  <a:pt x="834364" y="62965"/>
                </a:lnTo>
                <a:lnTo>
                  <a:pt x="834529" y="62313"/>
                </a:lnTo>
                <a:lnTo>
                  <a:pt x="834684" y="61650"/>
                </a:lnTo>
                <a:lnTo>
                  <a:pt x="834830" y="60975"/>
                </a:lnTo>
                <a:lnTo>
                  <a:pt x="834967" y="60289"/>
                </a:lnTo>
                <a:lnTo>
                  <a:pt x="835094" y="59592"/>
                </a:lnTo>
                <a:lnTo>
                  <a:pt x="835212" y="58884"/>
                </a:lnTo>
                <a:lnTo>
                  <a:pt x="835320" y="58164"/>
                </a:lnTo>
                <a:lnTo>
                  <a:pt x="835419" y="57433"/>
                </a:lnTo>
                <a:lnTo>
                  <a:pt x="835508" y="56690"/>
                </a:lnTo>
                <a:lnTo>
                  <a:pt x="835588" y="55936"/>
                </a:lnTo>
                <a:lnTo>
                  <a:pt x="835659" y="55171"/>
                </a:lnTo>
                <a:lnTo>
                  <a:pt x="835720" y="54395"/>
                </a:lnTo>
                <a:lnTo>
                  <a:pt x="835772" y="53607"/>
                </a:lnTo>
                <a:lnTo>
                  <a:pt x="835814" y="52808"/>
                </a:lnTo>
                <a:lnTo>
                  <a:pt x="835847" y="51998"/>
                </a:lnTo>
                <a:lnTo>
                  <a:pt x="835871" y="51176"/>
                </a:lnTo>
                <a:lnTo>
                  <a:pt x="835885" y="50343"/>
                </a:lnTo>
                <a:lnTo>
                  <a:pt x="835890" y="49499"/>
                </a:lnTo>
                <a:lnTo>
                  <a:pt x="835885" y="48650"/>
                </a:lnTo>
                <a:lnTo>
                  <a:pt x="835871" y="47813"/>
                </a:lnTo>
                <a:lnTo>
                  <a:pt x="835849" y="46987"/>
                </a:lnTo>
                <a:lnTo>
                  <a:pt x="835817" y="46173"/>
                </a:lnTo>
                <a:lnTo>
                  <a:pt x="835776" y="45371"/>
                </a:lnTo>
                <a:lnTo>
                  <a:pt x="835726" y="44581"/>
                </a:lnTo>
                <a:lnTo>
                  <a:pt x="835666" y="43802"/>
                </a:lnTo>
                <a:lnTo>
                  <a:pt x="835598" y="43035"/>
                </a:lnTo>
                <a:lnTo>
                  <a:pt x="835521" y="42280"/>
                </a:lnTo>
                <a:lnTo>
                  <a:pt x="835434" y="41537"/>
                </a:lnTo>
                <a:lnTo>
                  <a:pt x="835338" y="40805"/>
                </a:lnTo>
                <a:lnTo>
                  <a:pt x="835234" y="40085"/>
                </a:lnTo>
                <a:lnTo>
                  <a:pt x="835120" y="39377"/>
                </a:lnTo>
                <a:lnTo>
                  <a:pt x="834997" y="38680"/>
                </a:lnTo>
                <a:lnTo>
                  <a:pt x="834865" y="37995"/>
                </a:lnTo>
                <a:lnTo>
                  <a:pt x="834723" y="37322"/>
                </a:lnTo>
                <a:lnTo>
                  <a:pt x="834573" y="36661"/>
                </a:lnTo>
                <a:lnTo>
                  <a:pt x="834414" y="36012"/>
                </a:lnTo>
                <a:lnTo>
                  <a:pt x="834245" y="35374"/>
                </a:lnTo>
                <a:lnTo>
                  <a:pt x="834067" y="34748"/>
                </a:lnTo>
                <a:lnTo>
                  <a:pt x="833881" y="34133"/>
                </a:lnTo>
                <a:lnTo>
                  <a:pt x="833685" y="33531"/>
                </a:lnTo>
                <a:lnTo>
                  <a:pt x="833480" y="32940"/>
                </a:lnTo>
                <a:lnTo>
                  <a:pt x="833266" y="32361"/>
                </a:lnTo>
                <a:lnTo>
                  <a:pt x="833043" y="31793"/>
                </a:lnTo>
                <a:lnTo>
                  <a:pt x="832813" y="31237"/>
                </a:lnTo>
                <a:lnTo>
                  <a:pt x="832574" y="30694"/>
                </a:lnTo>
                <a:lnTo>
                  <a:pt x="832328" y="30162"/>
                </a:lnTo>
                <a:lnTo>
                  <a:pt x="832074" y="29641"/>
                </a:lnTo>
                <a:lnTo>
                  <a:pt x="831812" y="29133"/>
                </a:lnTo>
                <a:lnTo>
                  <a:pt x="831542" y="28637"/>
                </a:lnTo>
                <a:lnTo>
                  <a:pt x="831264" y="28152"/>
                </a:lnTo>
                <a:lnTo>
                  <a:pt x="830978" y="27679"/>
                </a:lnTo>
                <a:lnTo>
                  <a:pt x="830685" y="27218"/>
                </a:lnTo>
                <a:lnTo>
                  <a:pt x="830383" y="26769"/>
                </a:lnTo>
                <a:lnTo>
                  <a:pt x="830074" y="26332"/>
                </a:lnTo>
                <a:lnTo>
                  <a:pt x="829757" y="25907"/>
                </a:lnTo>
                <a:lnTo>
                  <a:pt x="829432" y="25493"/>
                </a:lnTo>
                <a:lnTo>
                  <a:pt x="829099" y="25091"/>
                </a:lnTo>
                <a:lnTo>
                  <a:pt x="828758" y="24702"/>
                </a:lnTo>
                <a:lnTo>
                  <a:pt x="828409" y="24324"/>
                </a:lnTo>
                <a:lnTo>
                  <a:pt x="828053" y="23957"/>
                </a:lnTo>
                <a:lnTo>
                  <a:pt x="827688" y="23603"/>
                </a:lnTo>
                <a:lnTo>
                  <a:pt x="827316" y="23261"/>
                </a:lnTo>
                <a:lnTo>
                  <a:pt x="826936" y="22930"/>
                </a:lnTo>
                <a:lnTo>
                  <a:pt x="826547" y="22611"/>
                </a:lnTo>
                <a:lnTo>
                  <a:pt x="826151" y="22304"/>
                </a:lnTo>
                <a:lnTo>
                  <a:pt x="825747" y="22009"/>
                </a:lnTo>
                <a:lnTo>
                  <a:pt x="825336" y="21726"/>
                </a:lnTo>
                <a:lnTo>
                  <a:pt x="824919" y="21455"/>
                </a:lnTo>
                <a:lnTo>
                  <a:pt x="824495" y="21195"/>
                </a:lnTo>
                <a:lnTo>
                  <a:pt x="824065" y="20948"/>
                </a:lnTo>
                <a:lnTo>
                  <a:pt x="823629" y="20713"/>
                </a:lnTo>
                <a:lnTo>
                  <a:pt x="823186" y="20490"/>
                </a:lnTo>
                <a:lnTo>
                  <a:pt x="822737" y="20279"/>
                </a:lnTo>
                <a:lnTo>
                  <a:pt x="822282" y="20080"/>
                </a:lnTo>
                <a:lnTo>
                  <a:pt x="821820" y="19893"/>
                </a:lnTo>
                <a:lnTo>
                  <a:pt x="821352" y="19719"/>
                </a:lnTo>
                <a:lnTo>
                  <a:pt x="820877" y="19556"/>
                </a:lnTo>
                <a:lnTo>
                  <a:pt x="820396" y="19405"/>
                </a:lnTo>
                <a:lnTo>
                  <a:pt x="819909" y="19266"/>
                </a:lnTo>
                <a:lnTo>
                  <a:pt x="819416" y="19140"/>
                </a:lnTo>
                <a:lnTo>
                  <a:pt x="818916" y="19025"/>
                </a:lnTo>
                <a:lnTo>
                  <a:pt x="818409" y="18923"/>
                </a:lnTo>
                <a:lnTo>
                  <a:pt x="817897" y="18832"/>
                </a:lnTo>
                <a:lnTo>
                  <a:pt x="817378" y="18754"/>
                </a:lnTo>
                <a:lnTo>
                  <a:pt x="816853" y="18688"/>
                </a:lnTo>
                <a:lnTo>
                  <a:pt x="816321" y="18634"/>
                </a:lnTo>
                <a:lnTo>
                  <a:pt x="815783" y="18591"/>
                </a:lnTo>
                <a:lnTo>
                  <a:pt x="815239" y="18561"/>
                </a:lnTo>
                <a:lnTo>
                  <a:pt x="814688" y="18543"/>
                </a:lnTo>
                <a:lnTo>
                  <a:pt x="814131" y="18537"/>
                </a:lnTo>
                <a:lnTo>
                  <a:pt x="813623" y="18542"/>
                </a:lnTo>
                <a:lnTo>
                  <a:pt x="813120" y="18557"/>
                </a:lnTo>
                <a:lnTo>
                  <a:pt x="812623" y="18581"/>
                </a:lnTo>
                <a:lnTo>
                  <a:pt x="812131" y="18616"/>
                </a:lnTo>
                <a:lnTo>
                  <a:pt x="811645" y="18660"/>
                </a:lnTo>
                <a:lnTo>
                  <a:pt x="811164" y="18714"/>
                </a:lnTo>
                <a:lnTo>
                  <a:pt x="810689" y="18778"/>
                </a:lnTo>
                <a:lnTo>
                  <a:pt x="810220" y="18852"/>
                </a:lnTo>
                <a:lnTo>
                  <a:pt x="809756" y="18936"/>
                </a:lnTo>
                <a:lnTo>
                  <a:pt x="809297" y="19029"/>
                </a:lnTo>
                <a:lnTo>
                  <a:pt x="808844" y="19132"/>
                </a:lnTo>
                <a:lnTo>
                  <a:pt x="808397" y="19246"/>
                </a:lnTo>
                <a:lnTo>
                  <a:pt x="807955" y="19369"/>
                </a:lnTo>
                <a:lnTo>
                  <a:pt x="807518" y="19501"/>
                </a:lnTo>
                <a:lnTo>
                  <a:pt x="807087" y="19644"/>
                </a:lnTo>
                <a:lnTo>
                  <a:pt x="806662" y="19797"/>
                </a:lnTo>
                <a:lnTo>
                  <a:pt x="806242" y="19959"/>
                </a:lnTo>
                <a:lnTo>
                  <a:pt x="805828" y="20131"/>
                </a:lnTo>
                <a:lnTo>
                  <a:pt x="805419" y="20313"/>
                </a:lnTo>
                <a:lnTo>
                  <a:pt x="805016" y="20505"/>
                </a:lnTo>
                <a:lnTo>
                  <a:pt x="804618" y="20707"/>
                </a:lnTo>
                <a:lnTo>
                  <a:pt x="804226" y="20918"/>
                </a:lnTo>
                <a:lnTo>
                  <a:pt x="803839" y="21140"/>
                </a:lnTo>
                <a:lnTo>
                  <a:pt x="803458" y="21371"/>
                </a:lnTo>
                <a:lnTo>
                  <a:pt x="803083" y="21610"/>
                </a:lnTo>
                <a:lnTo>
                  <a:pt x="802712" y="21856"/>
                </a:lnTo>
                <a:lnTo>
                  <a:pt x="802348" y="22109"/>
                </a:lnTo>
                <a:lnTo>
                  <a:pt x="801989" y="22368"/>
                </a:lnTo>
                <a:lnTo>
                  <a:pt x="801635" y="22633"/>
                </a:lnTo>
                <a:lnTo>
                  <a:pt x="801287" y="22906"/>
                </a:lnTo>
                <a:lnTo>
                  <a:pt x="800945" y="23184"/>
                </a:lnTo>
                <a:lnTo>
                  <a:pt x="800608" y="23470"/>
                </a:lnTo>
                <a:lnTo>
                  <a:pt x="800277" y="23762"/>
                </a:lnTo>
                <a:lnTo>
                  <a:pt x="799951" y="24060"/>
                </a:lnTo>
                <a:lnTo>
                  <a:pt x="799631" y="24365"/>
                </a:lnTo>
                <a:lnTo>
                  <a:pt x="799316" y="24677"/>
                </a:lnTo>
                <a:lnTo>
                  <a:pt x="799006" y="24995"/>
                </a:lnTo>
                <a:lnTo>
                  <a:pt x="798703" y="25320"/>
                </a:lnTo>
                <a:lnTo>
                  <a:pt x="798405" y="25651"/>
                </a:lnTo>
                <a:lnTo>
                  <a:pt x="798112" y="25989"/>
                </a:lnTo>
                <a:lnTo>
                  <a:pt x="797825" y="26333"/>
                </a:lnTo>
                <a:lnTo>
                  <a:pt x="797543" y="26684"/>
                </a:lnTo>
                <a:lnTo>
                  <a:pt x="797267" y="27041"/>
                </a:lnTo>
                <a:lnTo>
                  <a:pt x="796996" y="27406"/>
                </a:lnTo>
                <a:lnTo>
                  <a:pt x="796731" y="27776"/>
                </a:lnTo>
                <a:lnTo>
                  <a:pt x="796472" y="28153"/>
                </a:lnTo>
                <a:lnTo>
                  <a:pt x="796218" y="28537"/>
                </a:lnTo>
                <a:lnTo>
                  <a:pt x="795969" y="28927"/>
                </a:lnTo>
                <a:lnTo>
                  <a:pt x="795910" y="19600"/>
                </a:lnTo>
                <a:lnTo>
                  <a:pt x="786122" y="19600"/>
                </a:lnTo>
                <a:lnTo>
                  <a:pt x="786122" y="100596"/>
                </a:lnTo>
                <a:lnTo>
                  <a:pt x="795793" y="100596"/>
                </a:lnTo>
                <a:lnTo>
                  <a:pt x="795793" y="71374"/>
                </a:lnTo>
                <a:lnTo>
                  <a:pt x="796046" y="71734"/>
                </a:lnTo>
                <a:lnTo>
                  <a:pt x="796304" y="72088"/>
                </a:lnTo>
                <a:close/>
                <a:moveTo>
                  <a:pt x="810115" y="72352"/>
                </a:moveTo>
                <a:lnTo>
                  <a:pt x="809658" y="72305"/>
                </a:lnTo>
                <a:lnTo>
                  <a:pt x="809207" y="72247"/>
                </a:lnTo>
                <a:lnTo>
                  <a:pt x="808763" y="72179"/>
                </a:lnTo>
                <a:lnTo>
                  <a:pt x="808326" y="72101"/>
                </a:lnTo>
                <a:lnTo>
                  <a:pt x="807895" y="72011"/>
                </a:lnTo>
                <a:lnTo>
                  <a:pt x="807471" y="71912"/>
                </a:lnTo>
                <a:lnTo>
                  <a:pt x="807053" y="71802"/>
                </a:lnTo>
                <a:lnTo>
                  <a:pt x="806642" y="71681"/>
                </a:lnTo>
                <a:lnTo>
                  <a:pt x="806238" y="71550"/>
                </a:lnTo>
                <a:lnTo>
                  <a:pt x="805840" y="71408"/>
                </a:lnTo>
                <a:lnTo>
                  <a:pt x="805448" y="71256"/>
                </a:lnTo>
                <a:lnTo>
                  <a:pt x="805063" y="71093"/>
                </a:lnTo>
                <a:lnTo>
                  <a:pt x="804685" y="70920"/>
                </a:lnTo>
                <a:lnTo>
                  <a:pt x="804313" y="70737"/>
                </a:lnTo>
                <a:lnTo>
                  <a:pt x="803948" y="70542"/>
                </a:lnTo>
                <a:lnTo>
                  <a:pt x="803589" y="70338"/>
                </a:lnTo>
                <a:lnTo>
                  <a:pt x="803237" y="70123"/>
                </a:lnTo>
                <a:lnTo>
                  <a:pt x="802891" y="69897"/>
                </a:lnTo>
                <a:lnTo>
                  <a:pt x="802552" y="69661"/>
                </a:lnTo>
                <a:lnTo>
                  <a:pt x="802220" y="69414"/>
                </a:lnTo>
                <a:lnTo>
                  <a:pt x="801894" y="69160"/>
                </a:lnTo>
                <a:lnTo>
                  <a:pt x="801573" y="68900"/>
                </a:lnTo>
                <a:lnTo>
                  <a:pt x="801259" y="68634"/>
                </a:lnTo>
                <a:lnTo>
                  <a:pt x="800950" y="68363"/>
                </a:lnTo>
                <a:lnTo>
                  <a:pt x="800648" y="68086"/>
                </a:lnTo>
                <a:lnTo>
                  <a:pt x="800351" y="67803"/>
                </a:lnTo>
                <a:lnTo>
                  <a:pt x="800061" y="67516"/>
                </a:lnTo>
                <a:lnTo>
                  <a:pt x="799776" y="67222"/>
                </a:lnTo>
                <a:lnTo>
                  <a:pt x="799497" y="66924"/>
                </a:lnTo>
                <a:lnTo>
                  <a:pt x="799224" y="66619"/>
                </a:lnTo>
                <a:lnTo>
                  <a:pt x="798958" y="66309"/>
                </a:lnTo>
                <a:lnTo>
                  <a:pt x="798697" y="65994"/>
                </a:lnTo>
                <a:lnTo>
                  <a:pt x="798442" y="65673"/>
                </a:lnTo>
                <a:lnTo>
                  <a:pt x="798193" y="65347"/>
                </a:lnTo>
                <a:lnTo>
                  <a:pt x="797949" y="65015"/>
                </a:lnTo>
                <a:lnTo>
                  <a:pt x="797712" y="64678"/>
                </a:lnTo>
                <a:lnTo>
                  <a:pt x="797481" y="64335"/>
                </a:lnTo>
                <a:lnTo>
                  <a:pt x="797256" y="63986"/>
                </a:lnTo>
                <a:lnTo>
                  <a:pt x="797036" y="63633"/>
                </a:lnTo>
                <a:lnTo>
                  <a:pt x="796823" y="63273"/>
                </a:lnTo>
                <a:lnTo>
                  <a:pt x="796615" y="62908"/>
                </a:lnTo>
                <a:lnTo>
                  <a:pt x="796414" y="62538"/>
                </a:lnTo>
                <a:lnTo>
                  <a:pt x="796218" y="62162"/>
                </a:lnTo>
                <a:lnTo>
                  <a:pt x="796028" y="61780"/>
                </a:lnTo>
                <a:lnTo>
                  <a:pt x="796028" y="38347"/>
                </a:lnTo>
                <a:lnTo>
                  <a:pt x="796218" y="37949"/>
                </a:lnTo>
                <a:lnTo>
                  <a:pt x="796414" y="37556"/>
                </a:lnTo>
                <a:lnTo>
                  <a:pt x="796615" y="37168"/>
                </a:lnTo>
                <a:lnTo>
                  <a:pt x="796822" y="36783"/>
                </a:lnTo>
                <a:lnTo>
                  <a:pt x="797035" y="36403"/>
                </a:lnTo>
                <a:lnTo>
                  <a:pt x="797254" y="36028"/>
                </a:lnTo>
                <a:lnTo>
                  <a:pt x="797478" y="35657"/>
                </a:lnTo>
                <a:lnTo>
                  <a:pt x="797709" y="35290"/>
                </a:lnTo>
                <a:lnTo>
                  <a:pt x="797945" y="34928"/>
                </a:lnTo>
                <a:lnTo>
                  <a:pt x="798187" y="34570"/>
                </a:lnTo>
                <a:lnTo>
                  <a:pt x="798435" y="34217"/>
                </a:lnTo>
                <a:lnTo>
                  <a:pt x="798689" y="33868"/>
                </a:lnTo>
                <a:lnTo>
                  <a:pt x="798949" y="33524"/>
                </a:lnTo>
                <a:lnTo>
                  <a:pt x="799214" y="33184"/>
                </a:lnTo>
                <a:lnTo>
                  <a:pt x="799486" y="32848"/>
                </a:lnTo>
                <a:lnTo>
                  <a:pt x="799763" y="32517"/>
                </a:lnTo>
                <a:lnTo>
                  <a:pt x="800046" y="32191"/>
                </a:lnTo>
                <a:lnTo>
                  <a:pt x="800335" y="31869"/>
                </a:lnTo>
                <a:lnTo>
                  <a:pt x="800629" y="31551"/>
                </a:lnTo>
                <a:lnTo>
                  <a:pt x="800930" y="31238"/>
                </a:lnTo>
                <a:lnTo>
                  <a:pt x="801236" y="30929"/>
                </a:lnTo>
                <a:lnTo>
                  <a:pt x="801548" y="30624"/>
                </a:lnTo>
                <a:lnTo>
                  <a:pt x="801867" y="30324"/>
                </a:lnTo>
                <a:lnTo>
                  <a:pt x="802190" y="30029"/>
                </a:lnTo>
                <a:lnTo>
                  <a:pt x="802521" y="29741"/>
                </a:lnTo>
                <a:lnTo>
                  <a:pt x="802858" y="29466"/>
                </a:lnTo>
                <a:lnTo>
                  <a:pt x="803202" y="29203"/>
                </a:lnTo>
                <a:lnTo>
                  <a:pt x="803554" y="28953"/>
                </a:lnTo>
                <a:lnTo>
                  <a:pt x="803913" y="28714"/>
                </a:lnTo>
                <a:lnTo>
                  <a:pt x="804278" y="28488"/>
                </a:lnTo>
                <a:lnTo>
                  <a:pt x="804651" y="28274"/>
                </a:lnTo>
                <a:lnTo>
                  <a:pt x="805031" y="28072"/>
                </a:lnTo>
                <a:lnTo>
                  <a:pt x="805417" y="27883"/>
                </a:lnTo>
                <a:lnTo>
                  <a:pt x="805811" y="27705"/>
                </a:lnTo>
                <a:lnTo>
                  <a:pt x="806212" y="27540"/>
                </a:lnTo>
                <a:lnTo>
                  <a:pt x="806620" y="27387"/>
                </a:lnTo>
                <a:lnTo>
                  <a:pt x="807035" y="27247"/>
                </a:lnTo>
                <a:lnTo>
                  <a:pt x="807457" y="27118"/>
                </a:lnTo>
                <a:lnTo>
                  <a:pt x="807887" y="27002"/>
                </a:lnTo>
                <a:lnTo>
                  <a:pt x="808323" y="26898"/>
                </a:lnTo>
                <a:lnTo>
                  <a:pt x="808766" y="26806"/>
                </a:lnTo>
                <a:lnTo>
                  <a:pt x="809217" y="26727"/>
                </a:lnTo>
                <a:lnTo>
                  <a:pt x="809674" y="26660"/>
                </a:lnTo>
                <a:lnTo>
                  <a:pt x="810139" y="26605"/>
                </a:lnTo>
                <a:lnTo>
                  <a:pt x="810610" y="26562"/>
                </a:lnTo>
                <a:lnTo>
                  <a:pt x="811089" y="26531"/>
                </a:lnTo>
                <a:lnTo>
                  <a:pt x="811574" y="26513"/>
                </a:lnTo>
                <a:lnTo>
                  <a:pt x="812067" y="26507"/>
                </a:lnTo>
                <a:lnTo>
                  <a:pt x="812627" y="26517"/>
                </a:lnTo>
                <a:lnTo>
                  <a:pt x="813174" y="26548"/>
                </a:lnTo>
                <a:lnTo>
                  <a:pt x="813710" y="26600"/>
                </a:lnTo>
                <a:lnTo>
                  <a:pt x="814235" y="26672"/>
                </a:lnTo>
                <a:lnTo>
                  <a:pt x="814748" y="26765"/>
                </a:lnTo>
                <a:lnTo>
                  <a:pt x="815250" y="26879"/>
                </a:lnTo>
                <a:lnTo>
                  <a:pt x="815739" y="27013"/>
                </a:lnTo>
                <a:lnTo>
                  <a:pt x="816218" y="27168"/>
                </a:lnTo>
                <a:lnTo>
                  <a:pt x="816685" y="27344"/>
                </a:lnTo>
                <a:lnTo>
                  <a:pt x="817140" y="27540"/>
                </a:lnTo>
                <a:lnTo>
                  <a:pt x="817583" y="27757"/>
                </a:lnTo>
                <a:lnTo>
                  <a:pt x="818015" y="27995"/>
                </a:lnTo>
                <a:lnTo>
                  <a:pt x="818436" y="28253"/>
                </a:lnTo>
                <a:lnTo>
                  <a:pt x="818845" y="28532"/>
                </a:lnTo>
                <a:lnTo>
                  <a:pt x="819242" y="28832"/>
                </a:lnTo>
                <a:lnTo>
                  <a:pt x="819628" y="29152"/>
                </a:lnTo>
                <a:lnTo>
                  <a:pt x="820002" y="29493"/>
                </a:lnTo>
                <a:lnTo>
                  <a:pt x="820365" y="29855"/>
                </a:lnTo>
                <a:lnTo>
                  <a:pt x="820716" y="30237"/>
                </a:lnTo>
                <a:lnTo>
                  <a:pt x="821056" y="30640"/>
                </a:lnTo>
                <a:lnTo>
                  <a:pt x="821383" y="31063"/>
                </a:lnTo>
                <a:lnTo>
                  <a:pt x="821700" y="31508"/>
                </a:lnTo>
                <a:lnTo>
                  <a:pt x="822005" y="31973"/>
                </a:lnTo>
                <a:lnTo>
                  <a:pt x="822298" y="32458"/>
                </a:lnTo>
                <a:lnTo>
                  <a:pt x="822579" y="32963"/>
                </a:lnTo>
                <a:lnTo>
                  <a:pt x="822849" y="33486"/>
                </a:lnTo>
                <a:lnTo>
                  <a:pt x="823106" y="34027"/>
                </a:lnTo>
                <a:lnTo>
                  <a:pt x="823352" y="34585"/>
                </a:lnTo>
                <a:lnTo>
                  <a:pt x="823585" y="35161"/>
                </a:lnTo>
                <a:lnTo>
                  <a:pt x="823807" y="35755"/>
                </a:lnTo>
                <a:lnTo>
                  <a:pt x="824017" y="36367"/>
                </a:lnTo>
                <a:lnTo>
                  <a:pt x="824214" y="36997"/>
                </a:lnTo>
                <a:lnTo>
                  <a:pt x="824400" y="37645"/>
                </a:lnTo>
                <a:lnTo>
                  <a:pt x="824574" y="38311"/>
                </a:lnTo>
                <a:lnTo>
                  <a:pt x="824735" y="38994"/>
                </a:lnTo>
                <a:lnTo>
                  <a:pt x="824885" y="39695"/>
                </a:lnTo>
                <a:lnTo>
                  <a:pt x="825023" y="40414"/>
                </a:lnTo>
                <a:lnTo>
                  <a:pt x="825149" y="41151"/>
                </a:lnTo>
                <a:lnTo>
                  <a:pt x="825262" y="41906"/>
                </a:lnTo>
                <a:lnTo>
                  <a:pt x="825364" y="42679"/>
                </a:lnTo>
                <a:lnTo>
                  <a:pt x="825454" y="43469"/>
                </a:lnTo>
                <a:lnTo>
                  <a:pt x="825532" y="44278"/>
                </a:lnTo>
                <a:lnTo>
                  <a:pt x="825598" y="45104"/>
                </a:lnTo>
                <a:lnTo>
                  <a:pt x="825652" y="45948"/>
                </a:lnTo>
                <a:lnTo>
                  <a:pt x="825694" y="46810"/>
                </a:lnTo>
                <a:lnTo>
                  <a:pt x="825723" y="47690"/>
                </a:lnTo>
                <a:lnTo>
                  <a:pt x="825741" y="48587"/>
                </a:lnTo>
                <a:lnTo>
                  <a:pt x="825747" y="49503"/>
                </a:lnTo>
                <a:lnTo>
                  <a:pt x="825742" y="50408"/>
                </a:lnTo>
                <a:lnTo>
                  <a:pt x="825724" y="51296"/>
                </a:lnTo>
                <a:lnTo>
                  <a:pt x="825694" y="52167"/>
                </a:lnTo>
                <a:lnTo>
                  <a:pt x="825653" y="53020"/>
                </a:lnTo>
                <a:lnTo>
                  <a:pt x="825600" y="53856"/>
                </a:lnTo>
                <a:lnTo>
                  <a:pt x="825536" y="54675"/>
                </a:lnTo>
                <a:lnTo>
                  <a:pt x="825459" y="55477"/>
                </a:lnTo>
                <a:lnTo>
                  <a:pt x="825371" y="56261"/>
                </a:lnTo>
                <a:lnTo>
                  <a:pt x="825271" y="57028"/>
                </a:lnTo>
                <a:lnTo>
                  <a:pt x="825159" y="57777"/>
                </a:lnTo>
                <a:lnTo>
                  <a:pt x="825035" y="58510"/>
                </a:lnTo>
                <a:lnTo>
                  <a:pt x="824900" y="59224"/>
                </a:lnTo>
                <a:lnTo>
                  <a:pt x="824753" y="59922"/>
                </a:lnTo>
                <a:lnTo>
                  <a:pt x="824594" y="60602"/>
                </a:lnTo>
                <a:lnTo>
                  <a:pt x="824423" y="61265"/>
                </a:lnTo>
                <a:lnTo>
                  <a:pt x="824241" y="61911"/>
                </a:lnTo>
                <a:lnTo>
                  <a:pt x="824046" y="62539"/>
                </a:lnTo>
                <a:lnTo>
                  <a:pt x="823840" y="63151"/>
                </a:lnTo>
                <a:lnTo>
                  <a:pt x="823622" y="63744"/>
                </a:lnTo>
                <a:lnTo>
                  <a:pt x="823393" y="64321"/>
                </a:lnTo>
                <a:lnTo>
                  <a:pt x="823152" y="64880"/>
                </a:lnTo>
                <a:lnTo>
                  <a:pt x="822898" y="65422"/>
                </a:lnTo>
                <a:lnTo>
                  <a:pt x="822634" y="65946"/>
                </a:lnTo>
                <a:lnTo>
                  <a:pt x="822357" y="66453"/>
                </a:lnTo>
                <a:lnTo>
                  <a:pt x="822068" y="66942"/>
                </a:lnTo>
                <a:lnTo>
                  <a:pt x="821767" y="67409"/>
                </a:lnTo>
                <a:lnTo>
                  <a:pt x="821453" y="67856"/>
                </a:lnTo>
                <a:lnTo>
                  <a:pt x="821128" y="68282"/>
                </a:lnTo>
                <a:lnTo>
                  <a:pt x="820789" y="68687"/>
                </a:lnTo>
                <a:lnTo>
                  <a:pt x="820439" y="69071"/>
                </a:lnTo>
                <a:lnTo>
                  <a:pt x="820076" y="69435"/>
                </a:lnTo>
                <a:lnTo>
                  <a:pt x="819700" y="69777"/>
                </a:lnTo>
                <a:lnTo>
                  <a:pt x="819312" y="70099"/>
                </a:lnTo>
                <a:lnTo>
                  <a:pt x="818912" y="70401"/>
                </a:lnTo>
                <a:lnTo>
                  <a:pt x="818499" y="70681"/>
                </a:lnTo>
                <a:lnTo>
                  <a:pt x="818074" y="70941"/>
                </a:lnTo>
                <a:lnTo>
                  <a:pt x="817637" y="71180"/>
                </a:lnTo>
                <a:lnTo>
                  <a:pt x="817187" y="71398"/>
                </a:lnTo>
                <a:lnTo>
                  <a:pt x="816725" y="71595"/>
                </a:lnTo>
                <a:lnTo>
                  <a:pt x="816251" y="71772"/>
                </a:lnTo>
                <a:lnTo>
                  <a:pt x="815764" y="71927"/>
                </a:lnTo>
                <a:lnTo>
                  <a:pt x="815264" y="72062"/>
                </a:lnTo>
                <a:lnTo>
                  <a:pt x="814753" y="72177"/>
                </a:lnTo>
                <a:lnTo>
                  <a:pt x="814229" y="72270"/>
                </a:lnTo>
                <a:lnTo>
                  <a:pt x="813692" y="72343"/>
                </a:lnTo>
                <a:lnTo>
                  <a:pt x="813143" y="72395"/>
                </a:lnTo>
                <a:lnTo>
                  <a:pt x="812582" y="72426"/>
                </a:lnTo>
                <a:lnTo>
                  <a:pt x="812008" y="72436"/>
                </a:lnTo>
                <a:lnTo>
                  <a:pt x="811525" y="72431"/>
                </a:lnTo>
                <a:lnTo>
                  <a:pt x="811048" y="72415"/>
                </a:lnTo>
                <a:lnTo>
                  <a:pt x="810578" y="72389"/>
                </a:lnTo>
                <a:lnTo>
                  <a:pt x="810115" y="723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9BBB2-FFE4-4D1E-A719-D6194848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347" y="3984764"/>
            <a:ext cx="370279" cy="82041"/>
          </a:xfrm>
          <a:custGeom xmlns:a="http://schemas.openxmlformats.org/drawingml/2006/main">
            <a:pathLst>
              <a:path w="370279" h="82041">
                <a:moveTo>
                  <a:pt x="0" y="34183"/>
                </a:moveTo>
                <a:lnTo>
                  <a:pt x="0" y="47857"/>
                </a:lnTo>
                <a:lnTo>
                  <a:pt x="288332" y="47857"/>
                </a:lnTo>
                <a:lnTo>
                  <a:pt x="288332" y="82041"/>
                </a:lnTo>
                <a:lnTo>
                  <a:pt x="370279" y="41021"/>
                </a:lnTo>
                <a:lnTo>
                  <a:pt x="288332" y="0"/>
                </a:lnTo>
                <a:lnTo>
                  <a:pt x="288332" y="34185"/>
                </a:lnTo>
                <a:lnTo>
                  <a:pt x="0" y="34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AA452-0C55-4E23-AE8E-05BC6AF6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184" y="3984764"/>
            <a:ext cx="499631" cy="82041"/>
          </a:xfrm>
          <a:custGeom xmlns:a="http://schemas.openxmlformats.org/drawingml/2006/main">
            <a:pathLst>
              <a:path w="499631" h="82041">
                <a:moveTo>
                  <a:pt x="0" y="34183"/>
                </a:moveTo>
                <a:lnTo>
                  <a:pt x="0" y="47857"/>
                </a:lnTo>
                <a:lnTo>
                  <a:pt x="417685" y="47857"/>
                </a:lnTo>
                <a:lnTo>
                  <a:pt x="417685" y="82041"/>
                </a:lnTo>
                <a:lnTo>
                  <a:pt x="499631" y="41021"/>
                </a:lnTo>
                <a:lnTo>
                  <a:pt x="417685" y="0"/>
                </a:lnTo>
                <a:lnTo>
                  <a:pt x="417685" y="34185"/>
                </a:lnTo>
                <a:lnTo>
                  <a:pt x="0" y="34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3D98C-9EC0-4A78-B7DD-334D873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320" y="3988677"/>
            <a:ext cx="567647" cy="82040"/>
          </a:xfrm>
          <a:custGeom xmlns:a="http://schemas.openxmlformats.org/drawingml/2006/main">
            <a:pathLst>
              <a:path w="567647" h="82040">
                <a:moveTo>
                  <a:pt x="110" y="30270"/>
                </a:moveTo>
                <a:lnTo>
                  <a:pt x="0" y="43944"/>
                </a:lnTo>
                <a:lnTo>
                  <a:pt x="485648" y="47857"/>
                </a:lnTo>
                <a:lnTo>
                  <a:pt x="485373" y="82040"/>
                </a:lnTo>
                <a:lnTo>
                  <a:pt x="567647" y="41681"/>
                </a:lnTo>
                <a:lnTo>
                  <a:pt x="486033" y="0"/>
                </a:lnTo>
                <a:lnTo>
                  <a:pt x="485758" y="34183"/>
                </a:lnTo>
                <a:lnTo>
                  <a:pt x="110" y="302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94405-84DA-4BA7-95D9-72D9BDD5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470" y="3993240"/>
            <a:ext cx="557560" cy="82038"/>
          </a:xfrm>
          <a:custGeom xmlns:a="http://schemas.openxmlformats.org/drawingml/2006/main">
            <a:pathLst>
              <a:path w="557560" h="82038">
                <a:moveTo>
                  <a:pt x="110" y="30280"/>
                </a:moveTo>
                <a:lnTo>
                  <a:pt x="54740" y="30729"/>
                </a:lnTo>
                <a:lnTo>
                  <a:pt x="54628" y="44403"/>
                </a:lnTo>
                <a:lnTo>
                  <a:pt x="0" y="43954"/>
                </a:lnTo>
                <a:lnTo>
                  <a:pt x="110" y="30280"/>
                </a:lnTo>
                <a:close/>
                <a:moveTo>
                  <a:pt x="95712" y="31065"/>
                </a:moveTo>
                <a:lnTo>
                  <a:pt x="150341" y="31514"/>
                </a:lnTo>
                <a:lnTo>
                  <a:pt x="150229" y="45186"/>
                </a:lnTo>
                <a:lnTo>
                  <a:pt x="95600" y="44739"/>
                </a:lnTo>
                <a:lnTo>
                  <a:pt x="95712" y="31065"/>
                </a:lnTo>
                <a:close/>
                <a:moveTo>
                  <a:pt x="191313" y="31849"/>
                </a:moveTo>
                <a:lnTo>
                  <a:pt x="245943" y="32297"/>
                </a:lnTo>
                <a:lnTo>
                  <a:pt x="245831" y="45971"/>
                </a:lnTo>
                <a:lnTo>
                  <a:pt x="191201" y="45523"/>
                </a:lnTo>
                <a:lnTo>
                  <a:pt x="191313" y="31849"/>
                </a:lnTo>
                <a:close/>
                <a:moveTo>
                  <a:pt x="286914" y="32634"/>
                </a:moveTo>
                <a:lnTo>
                  <a:pt x="341542" y="33082"/>
                </a:lnTo>
                <a:lnTo>
                  <a:pt x="341432" y="46756"/>
                </a:lnTo>
                <a:lnTo>
                  <a:pt x="286802" y="46307"/>
                </a:lnTo>
                <a:lnTo>
                  <a:pt x="286914" y="32634"/>
                </a:lnTo>
                <a:close/>
                <a:moveTo>
                  <a:pt x="382515" y="33419"/>
                </a:moveTo>
                <a:lnTo>
                  <a:pt x="437143" y="33865"/>
                </a:lnTo>
                <a:lnTo>
                  <a:pt x="437031" y="47539"/>
                </a:lnTo>
                <a:lnTo>
                  <a:pt x="382403" y="47091"/>
                </a:lnTo>
                <a:lnTo>
                  <a:pt x="382515" y="33419"/>
                </a:lnTo>
                <a:close/>
                <a:moveTo>
                  <a:pt x="478115" y="34202"/>
                </a:moveTo>
                <a:lnTo>
                  <a:pt x="489329" y="34295"/>
                </a:lnTo>
                <a:lnTo>
                  <a:pt x="489216" y="47967"/>
                </a:lnTo>
                <a:lnTo>
                  <a:pt x="478004" y="47876"/>
                </a:lnTo>
                <a:lnTo>
                  <a:pt x="478115" y="34202"/>
                </a:lnTo>
                <a:close/>
                <a:moveTo>
                  <a:pt x="475952" y="0"/>
                </a:moveTo>
                <a:lnTo>
                  <a:pt x="557560" y="41691"/>
                </a:lnTo>
                <a:lnTo>
                  <a:pt x="475280" y="82038"/>
                </a:lnTo>
                <a:lnTo>
                  <a:pt x="47595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Missing">
            <a:extLst xmlns:a="http://schemas.openxmlformats.org/drawingml/2006/main">
              <a:ext uri="{FF2B5EF4-FFF2-40B4-BE49-F238E27FC236}">
                <a16:creationId xmlns:a16="http://schemas.microsoft.com/office/drawing/2014/main" id="{3CF23D53-7F54-493A-8082-894586D9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145" y="4397252"/>
            <a:ext cx="421344" cy="118745"/>
          </a:xfrm>
          <a:custGeom xmlns:a="http://schemas.openxmlformats.org/drawingml/2006/main">
            <a:pathLst>
              <a:path w="421344" h="118745">
                <a:moveTo>
                  <a:pt x="126550" y="13059"/>
                </a:moveTo>
                <a:lnTo>
                  <a:pt x="126798" y="13036"/>
                </a:lnTo>
                <a:lnTo>
                  <a:pt x="127042" y="13007"/>
                </a:lnTo>
                <a:lnTo>
                  <a:pt x="127282" y="12971"/>
                </a:lnTo>
                <a:lnTo>
                  <a:pt x="127517" y="12928"/>
                </a:lnTo>
                <a:lnTo>
                  <a:pt x="127747" y="12879"/>
                </a:lnTo>
                <a:lnTo>
                  <a:pt x="127974" y="12823"/>
                </a:lnTo>
                <a:lnTo>
                  <a:pt x="128195" y="12761"/>
                </a:lnTo>
                <a:lnTo>
                  <a:pt x="128413" y="12692"/>
                </a:lnTo>
                <a:lnTo>
                  <a:pt x="128625" y="12617"/>
                </a:lnTo>
                <a:lnTo>
                  <a:pt x="128834" y="12535"/>
                </a:lnTo>
                <a:lnTo>
                  <a:pt x="129038" y="12446"/>
                </a:lnTo>
                <a:lnTo>
                  <a:pt x="129237" y="12351"/>
                </a:lnTo>
                <a:lnTo>
                  <a:pt x="129432" y="12249"/>
                </a:lnTo>
                <a:lnTo>
                  <a:pt x="129623" y="12141"/>
                </a:lnTo>
                <a:lnTo>
                  <a:pt x="129809" y="12026"/>
                </a:lnTo>
                <a:lnTo>
                  <a:pt x="129991" y="11905"/>
                </a:lnTo>
                <a:lnTo>
                  <a:pt x="130168" y="11777"/>
                </a:lnTo>
                <a:lnTo>
                  <a:pt x="130341" y="11643"/>
                </a:lnTo>
                <a:lnTo>
                  <a:pt x="130509" y="11502"/>
                </a:lnTo>
                <a:lnTo>
                  <a:pt x="130673" y="11354"/>
                </a:lnTo>
                <a:lnTo>
                  <a:pt x="130832" y="11200"/>
                </a:lnTo>
                <a:lnTo>
                  <a:pt x="130986" y="11041"/>
                </a:lnTo>
                <a:lnTo>
                  <a:pt x="131134" y="10879"/>
                </a:lnTo>
                <a:lnTo>
                  <a:pt x="131275" y="10714"/>
                </a:lnTo>
                <a:lnTo>
                  <a:pt x="131409" y="10546"/>
                </a:lnTo>
                <a:lnTo>
                  <a:pt x="131537" y="10375"/>
                </a:lnTo>
                <a:lnTo>
                  <a:pt x="131658" y="10200"/>
                </a:lnTo>
                <a:lnTo>
                  <a:pt x="131773" y="10023"/>
                </a:lnTo>
                <a:lnTo>
                  <a:pt x="131881" y="9843"/>
                </a:lnTo>
                <a:lnTo>
                  <a:pt x="131982" y="9660"/>
                </a:lnTo>
                <a:lnTo>
                  <a:pt x="132077" y="9473"/>
                </a:lnTo>
                <a:lnTo>
                  <a:pt x="132166" y="9284"/>
                </a:lnTo>
                <a:lnTo>
                  <a:pt x="132248" y="9091"/>
                </a:lnTo>
                <a:lnTo>
                  <a:pt x="132323" y="8896"/>
                </a:lnTo>
                <a:lnTo>
                  <a:pt x="132392" y="8697"/>
                </a:lnTo>
                <a:lnTo>
                  <a:pt x="132454" y="8496"/>
                </a:lnTo>
                <a:lnTo>
                  <a:pt x="132510" y="8291"/>
                </a:lnTo>
                <a:lnTo>
                  <a:pt x="132559" y="8084"/>
                </a:lnTo>
                <a:lnTo>
                  <a:pt x="132601" y="7873"/>
                </a:lnTo>
                <a:lnTo>
                  <a:pt x="132637" y="7659"/>
                </a:lnTo>
                <a:lnTo>
                  <a:pt x="132667" y="7442"/>
                </a:lnTo>
                <a:lnTo>
                  <a:pt x="132690" y="7222"/>
                </a:lnTo>
                <a:lnTo>
                  <a:pt x="132706" y="6999"/>
                </a:lnTo>
                <a:lnTo>
                  <a:pt x="132716" y="6773"/>
                </a:lnTo>
                <a:lnTo>
                  <a:pt x="132719" y="6544"/>
                </a:lnTo>
                <a:lnTo>
                  <a:pt x="132716" y="6321"/>
                </a:lnTo>
                <a:lnTo>
                  <a:pt x="132706" y="6100"/>
                </a:lnTo>
                <a:lnTo>
                  <a:pt x="132690" y="5882"/>
                </a:lnTo>
                <a:lnTo>
                  <a:pt x="132667" y="5666"/>
                </a:lnTo>
                <a:lnTo>
                  <a:pt x="132637" y="5454"/>
                </a:lnTo>
                <a:lnTo>
                  <a:pt x="132601" y="5244"/>
                </a:lnTo>
                <a:lnTo>
                  <a:pt x="132559" y="5036"/>
                </a:lnTo>
                <a:lnTo>
                  <a:pt x="132510" y="4832"/>
                </a:lnTo>
                <a:lnTo>
                  <a:pt x="132454" y="4630"/>
                </a:lnTo>
                <a:lnTo>
                  <a:pt x="132392" y="4430"/>
                </a:lnTo>
                <a:lnTo>
                  <a:pt x="132323" y="4234"/>
                </a:lnTo>
                <a:lnTo>
                  <a:pt x="132248" y="4040"/>
                </a:lnTo>
                <a:lnTo>
                  <a:pt x="132166" y="3848"/>
                </a:lnTo>
                <a:lnTo>
                  <a:pt x="132077" y="3660"/>
                </a:lnTo>
                <a:lnTo>
                  <a:pt x="131982" y="3474"/>
                </a:lnTo>
                <a:lnTo>
                  <a:pt x="131881" y="3291"/>
                </a:lnTo>
                <a:lnTo>
                  <a:pt x="131773" y="3111"/>
                </a:lnTo>
                <a:lnTo>
                  <a:pt x="131658" y="2933"/>
                </a:lnTo>
                <a:lnTo>
                  <a:pt x="131537" y="2758"/>
                </a:lnTo>
                <a:lnTo>
                  <a:pt x="131409" y="2585"/>
                </a:lnTo>
                <a:lnTo>
                  <a:pt x="131275" y="2416"/>
                </a:lnTo>
                <a:lnTo>
                  <a:pt x="131134" y="2249"/>
                </a:lnTo>
                <a:lnTo>
                  <a:pt x="130986" y="2084"/>
                </a:lnTo>
                <a:lnTo>
                  <a:pt x="130832" y="1923"/>
                </a:lnTo>
                <a:lnTo>
                  <a:pt x="130673" y="1766"/>
                </a:lnTo>
                <a:lnTo>
                  <a:pt x="130509" y="1616"/>
                </a:lnTo>
                <a:lnTo>
                  <a:pt x="130341" y="1472"/>
                </a:lnTo>
                <a:lnTo>
                  <a:pt x="130168" y="1335"/>
                </a:lnTo>
                <a:lnTo>
                  <a:pt x="129991" y="1205"/>
                </a:lnTo>
                <a:lnTo>
                  <a:pt x="129809" y="1082"/>
                </a:lnTo>
                <a:lnTo>
                  <a:pt x="129623" y="965"/>
                </a:lnTo>
                <a:lnTo>
                  <a:pt x="129432" y="855"/>
                </a:lnTo>
                <a:lnTo>
                  <a:pt x="129237" y="751"/>
                </a:lnTo>
                <a:lnTo>
                  <a:pt x="129038" y="654"/>
                </a:lnTo>
                <a:lnTo>
                  <a:pt x="128834" y="564"/>
                </a:lnTo>
                <a:lnTo>
                  <a:pt x="128625" y="481"/>
                </a:lnTo>
                <a:lnTo>
                  <a:pt x="128413" y="404"/>
                </a:lnTo>
                <a:lnTo>
                  <a:pt x="128195" y="334"/>
                </a:lnTo>
                <a:lnTo>
                  <a:pt x="127974" y="270"/>
                </a:lnTo>
                <a:lnTo>
                  <a:pt x="127747" y="214"/>
                </a:lnTo>
                <a:lnTo>
                  <a:pt x="127517" y="164"/>
                </a:lnTo>
                <a:lnTo>
                  <a:pt x="127282" y="120"/>
                </a:lnTo>
                <a:lnTo>
                  <a:pt x="127042" y="83"/>
                </a:lnTo>
                <a:lnTo>
                  <a:pt x="126798" y="53"/>
                </a:lnTo>
                <a:lnTo>
                  <a:pt x="126550" y="30"/>
                </a:lnTo>
                <a:lnTo>
                  <a:pt x="126297" y="13"/>
                </a:lnTo>
                <a:lnTo>
                  <a:pt x="126040" y="3"/>
                </a:lnTo>
                <a:lnTo>
                  <a:pt x="125778" y="0"/>
                </a:lnTo>
                <a:lnTo>
                  <a:pt x="125516" y="3"/>
                </a:lnTo>
                <a:lnTo>
                  <a:pt x="125259" y="13"/>
                </a:lnTo>
                <a:lnTo>
                  <a:pt x="125006" y="30"/>
                </a:lnTo>
                <a:lnTo>
                  <a:pt x="124757" y="53"/>
                </a:lnTo>
                <a:lnTo>
                  <a:pt x="124512" y="83"/>
                </a:lnTo>
                <a:lnTo>
                  <a:pt x="124272" y="120"/>
                </a:lnTo>
                <a:lnTo>
                  <a:pt x="124037" y="164"/>
                </a:lnTo>
                <a:lnTo>
                  <a:pt x="123805" y="214"/>
                </a:lnTo>
                <a:lnTo>
                  <a:pt x="123578" y="270"/>
                </a:lnTo>
                <a:lnTo>
                  <a:pt x="123355" y="334"/>
                </a:lnTo>
                <a:lnTo>
                  <a:pt x="123137" y="404"/>
                </a:lnTo>
                <a:lnTo>
                  <a:pt x="122922" y="481"/>
                </a:lnTo>
                <a:lnTo>
                  <a:pt x="122713" y="564"/>
                </a:lnTo>
                <a:lnTo>
                  <a:pt x="122507" y="654"/>
                </a:lnTo>
                <a:lnTo>
                  <a:pt x="122306" y="751"/>
                </a:lnTo>
                <a:lnTo>
                  <a:pt x="122109" y="855"/>
                </a:lnTo>
                <a:lnTo>
                  <a:pt x="121917" y="965"/>
                </a:lnTo>
                <a:lnTo>
                  <a:pt x="121728" y="1082"/>
                </a:lnTo>
                <a:lnTo>
                  <a:pt x="121545" y="1205"/>
                </a:lnTo>
                <a:lnTo>
                  <a:pt x="121365" y="1335"/>
                </a:lnTo>
                <a:lnTo>
                  <a:pt x="121190" y="1472"/>
                </a:lnTo>
                <a:lnTo>
                  <a:pt x="121019" y="1616"/>
                </a:lnTo>
                <a:lnTo>
                  <a:pt x="120852" y="1766"/>
                </a:lnTo>
                <a:lnTo>
                  <a:pt x="120690" y="1923"/>
                </a:lnTo>
                <a:lnTo>
                  <a:pt x="120533" y="2084"/>
                </a:lnTo>
                <a:lnTo>
                  <a:pt x="120383" y="2249"/>
                </a:lnTo>
                <a:lnTo>
                  <a:pt x="120240" y="2416"/>
                </a:lnTo>
                <a:lnTo>
                  <a:pt x="120103" y="2585"/>
                </a:lnTo>
                <a:lnTo>
                  <a:pt x="119973" y="2758"/>
                </a:lnTo>
                <a:lnTo>
                  <a:pt x="119850" y="2933"/>
                </a:lnTo>
                <a:lnTo>
                  <a:pt x="119733" y="3111"/>
                </a:lnTo>
                <a:lnTo>
                  <a:pt x="119623" y="3291"/>
                </a:lnTo>
                <a:lnTo>
                  <a:pt x="119520" y="3474"/>
                </a:lnTo>
                <a:lnTo>
                  <a:pt x="119423" y="3660"/>
                </a:lnTo>
                <a:lnTo>
                  <a:pt x="119333" y="3848"/>
                </a:lnTo>
                <a:lnTo>
                  <a:pt x="119250" y="4040"/>
                </a:lnTo>
                <a:lnTo>
                  <a:pt x="119173" y="4234"/>
                </a:lnTo>
                <a:lnTo>
                  <a:pt x="119103" y="4430"/>
                </a:lnTo>
                <a:lnTo>
                  <a:pt x="119040" y="4630"/>
                </a:lnTo>
                <a:lnTo>
                  <a:pt x="118983" y="4832"/>
                </a:lnTo>
                <a:lnTo>
                  <a:pt x="118933" y="5036"/>
                </a:lnTo>
                <a:lnTo>
                  <a:pt x="118890" y="5244"/>
                </a:lnTo>
                <a:lnTo>
                  <a:pt x="118853" y="5454"/>
                </a:lnTo>
                <a:lnTo>
                  <a:pt x="118823" y="5666"/>
                </a:lnTo>
                <a:lnTo>
                  <a:pt x="118800" y="5882"/>
                </a:lnTo>
                <a:lnTo>
                  <a:pt x="118783" y="6100"/>
                </a:lnTo>
                <a:lnTo>
                  <a:pt x="118773" y="6321"/>
                </a:lnTo>
                <a:lnTo>
                  <a:pt x="118770" y="6544"/>
                </a:lnTo>
                <a:lnTo>
                  <a:pt x="118773" y="6773"/>
                </a:lnTo>
                <a:lnTo>
                  <a:pt x="118783" y="6999"/>
                </a:lnTo>
                <a:lnTo>
                  <a:pt x="118800" y="7222"/>
                </a:lnTo>
                <a:lnTo>
                  <a:pt x="118823" y="7442"/>
                </a:lnTo>
                <a:lnTo>
                  <a:pt x="118853" y="7659"/>
                </a:lnTo>
                <a:lnTo>
                  <a:pt x="118890" y="7873"/>
                </a:lnTo>
                <a:lnTo>
                  <a:pt x="118933" y="8084"/>
                </a:lnTo>
                <a:lnTo>
                  <a:pt x="118983" y="8291"/>
                </a:lnTo>
                <a:lnTo>
                  <a:pt x="119040" y="8496"/>
                </a:lnTo>
                <a:lnTo>
                  <a:pt x="119103" y="8697"/>
                </a:lnTo>
                <a:lnTo>
                  <a:pt x="119173" y="8896"/>
                </a:lnTo>
                <a:lnTo>
                  <a:pt x="119250" y="9091"/>
                </a:lnTo>
                <a:lnTo>
                  <a:pt x="119333" y="9284"/>
                </a:lnTo>
                <a:lnTo>
                  <a:pt x="119423" y="9473"/>
                </a:lnTo>
                <a:lnTo>
                  <a:pt x="119520" y="9660"/>
                </a:lnTo>
                <a:lnTo>
                  <a:pt x="119623" y="9843"/>
                </a:lnTo>
                <a:lnTo>
                  <a:pt x="119733" y="10023"/>
                </a:lnTo>
                <a:lnTo>
                  <a:pt x="119850" y="10200"/>
                </a:lnTo>
                <a:lnTo>
                  <a:pt x="119973" y="10375"/>
                </a:lnTo>
                <a:lnTo>
                  <a:pt x="120103" y="10546"/>
                </a:lnTo>
                <a:lnTo>
                  <a:pt x="120240" y="10714"/>
                </a:lnTo>
                <a:lnTo>
                  <a:pt x="120383" y="10879"/>
                </a:lnTo>
                <a:lnTo>
                  <a:pt x="120533" y="11041"/>
                </a:lnTo>
                <a:lnTo>
                  <a:pt x="120690" y="11200"/>
                </a:lnTo>
                <a:lnTo>
                  <a:pt x="120852" y="11354"/>
                </a:lnTo>
                <a:lnTo>
                  <a:pt x="121019" y="11502"/>
                </a:lnTo>
                <a:lnTo>
                  <a:pt x="121190" y="11643"/>
                </a:lnTo>
                <a:lnTo>
                  <a:pt x="121365" y="11777"/>
                </a:lnTo>
                <a:lnTo>
                  <a:pt x="121545" y="11905"/>
                </a:lnTo>
                <a:lnTo>
                  <a:pt x="121728" y="12026"/>
                </a:lnTo>
                <a:lnTo>
                  <a:pt x="121917" y="12141"/>
                </a:lnTo>
                <a:lnTo>
                  <a:pt x="122109" y="12249"/>
                </a:lnTo>
                <a:lnTo>
                  <a:pt x="122306" y="12351"/>
                </a:lnTo>
                <a:lnTo>
                  <a:pt x="122507" y="12446"/>
                </a:lnTo>
                <a:lnTo>
                  <a:pt x="122713" y="12535"/>
                </a:lnTo>
                <a:lnTo>
                  <a:pt x="122922" y="12617"/>
                </a:lnTo>
                <a:lnTo>
                  <a:pt x="123137" y="12692"/>
                </a:lnTo>
                <a:lnTo>
                  <a:pt x="123355" y="12761"/>
                </a:lnTo>
                <a:lnTo>
                  <a:pt x="123578" y="12823"/>
                </a:lnTo>
                <a:lnTo>
                  <a:pt x="123805" y="12879"/>
                </a:lnTo>
                <a:lnTo>
                  <a:pt x="124037" y="12928"/>
                </a:lnTo>
                <a:lnTo>
                  <a:pt x="124272" y="12971"/>
                </a:lnTo>
                <a:lnTo>
                  <a:pt x="124512" y="13007"/>
                </a:lnTo>
                <a:lnTo>
                  <a:pt x="124757" y="13036"/>
                </a:lnTo>
                <a:lnTo>
                  <a:pt x="125006" y="13059"/>
                </a:lnTo>
                <a:lnTo>
                  <a:pt x="125259" y="13076"/>
                </a:lnTo>
                <a:lnTo>
                  <a:pt x="125516" y="13086"/>
                </a:lnTo>
                <a:lnTo>
                  <a:pt x="125778" y="13089"/>
                </a:lnTo>
                <a:lnTo>
                  <a:pt x="126040" y="13086"/>
                </a:lnTo>
                <a:lnTo>
                  <a:pt x="126297" y="13076"/>
                </a:lnTo>
                <a:lnTo>
                  <a:pt x="126550" y="13059"/>
                </a:lnTo>
                <a:close/>
                <a:moveTo>
                  <a:pt x="282176" y="13036"/>
                </a:moveTo>
                <a:lnTo>
                  <a:pt x="282420" y="13007"/>
                </a:lnTo>
                <a:lnTo>
                  <a:pt x="282659" y="12971"/>
                </a:lnTo>
                <a:lnTo>
                  <a:pt x="282894" y="12928"/>
                </a:lnTo>
                <a:lnTo>
                  <a:pt x="283125" y="12879"/>
                </a:lnTo>
                <a:lnTo>
                  <a:pt x="283351" y="12823"/>
                </a:lnTo>
                <a:lnTo>
                  <a:pt x="283573" y="12761"/>
                </a:lnTo>
                <a:lnTo>
                  <a:pt x="283790" y="12692"/>
                </a:lnTo>
                <a:lnTo>
                  <a:pt x="284003" y="12617"/>
                </a:lnTo>
                <a:lnTo>
                  <a:pt x="284211" y="12535"/>
                </a:lnTo>
                <a:lnTo>
                  <a:pt x="284415" y="12446"/>
                </a:lnTo>
                <a:lnTo>
                  <a:pt x="284615" y="12351"/>
                </a:lnTo>
                <a:lnTo>
                  <a:pt x="284810" y="12249"/>
                </a:lnTo>
                <a:lnTo>
                  <a:pt x="285000" y="12141"/>
                </a:lnTo>
                <a:lnTo>
                  <a:pt x="285186" y="12026"/>
                </a:lnTo>
                <a:lnTo>
                  <a:pt x="285368" y="11905"/>
                </a:lnTo>
                <a:lnTo>
                  <a:pt x="285545" y="11777"/>
                </a:lnTo>
                <a:lnTo>
                  <a:pt x="285718" y="11643"/>
                </a:lnTo>
                <a:lnTo>
                  <a:pt x="285886" y="11502"/>
                </a:lnTo>
                <a:lnTo>
                  <a:pt x="286050" y="11354"/>
                </a:lnTo>
                <a:lnTo>
                  <a:pt x="286210" y="11200"/>
                </a:lnTo>
                <a:lnTo>
                  <a:pt x="286364" y="11041"/>
                </a:lnTo>
                <a:lnTo>
                  <a:pt x="286511" y="10879"/>
                </a:lnTo>
                <a:lnTo>
                  <a:pt x="286652" y="10714"/>
                </a:lnTo>
                <a:lnTo>
                  <a:pt x="286786" y="10546"/>
                </a:lnTo>
                <a:lnTo>
                  <a:pt x="286914" y="10375"/>
                </a:lnTo>
                <a:lnTo>
                  <a:pt x="287035" y="10200"/>
                </a:lnTo>
                <a:lnTo>
                  <a:pt x="287150" y="10023"/>
                </a:lnTo>
                <a:lnTo>
                  <a:pt x="287258" y="9843"/>
                </a:lnTo>
                <a:lnTo>
                  <a:pt x="287360" y="9660"/>
                </a:lnTo>
                <a:lnTo>
                  <a:pt x="287455" y="9473"/>
                </a:lnTo>
                <a:lnTo>
                  <a:pt x="287543" y="9284"/>
                </a:lnTo>
                <a:lnTo>
                  <a:pt x="287625" y="9091"/>
                </a:lnTo>
                <a:lnTo>
                  <a:pt x="287700" y="8896"/>
                </a:lnTo>
                <a:lnTo>
                  <a:pt x="287769" y="8697"/>
                </a:lnTo>
                <a:lnTo>
                  <a:pt x="287831" y="8496"/>
                </a:lnTo>
                <a:lnTo>
                  <a:pt x="287887" y="8291"/>
                </a:lnTo>
                <a:lnTo>
                  <a:pt x="287936" y="8084"/>
                </a:lnTo>
                <a:lnTo>
                  <a:pt x="287979" y="7873"/>
                </a:lnTo>
                <a:lnTo>
                  <a:pt x="288015" y="7659"/>
                </a:lnTo>
                <a:lnTo>
                  <a:pt x="288044" y="7442"/>
                </a:lnTo>
                <a:lnTo>
                  <a:pt x="288067" y="7222"/>
                </a:lnTo>
                <a:lnTo>
                  <a:pt x="288084" y="6999"/>
                </a:lnTo>
                <a:lnTo>
                  <a:pt x="288093" y="6773"/>
                </a:lnTo>
                <a:lnTo>
                  <a:pt x="288097" y="6544"/>
                </a:lnTo>
                <a:lnTo>
                  <a:pt x="288093" y="6321"/>
                </a:lnTo>
                <a:lnTo>
                  <a:pt x="288084" y="6100"/>
                </a:lnTo>
                <a:lnTo>
                  <a:pt x="288067" y="5882"/>
                </a:lnTo>
                <a:lnTo>
                  <a:pt x="288044" y="5666"/>
                </a:lnTo>
                <a:lnTo>
                  <a:pt x="288015" y="5454"/>
                </a:lnTo>
                <a:lnTo>
                  <a:pt x="287979" y="5244"/>
                </a:lnTo>
                <a:lnTo>
                  <a:pt x="287936" y="5036"/>
                </a:lnTo>
                <a:lnTo>
                  <a:pt x="287887" y="4832"/>
                </a:lnTo>
                <a:lnTo>
                  <a:pt x="287831" y="4630"/>
                </a:lnTo>
                <a:lnTo>
                  <a:pt x="287769" y="4430"/>
                </a:lnTo>
                <a:lnTo>
                  <a:pt x="287700" y="4234"/>
                </a:lnTo>
                <a:lnTo>
                  <a:pt x="287625" y="4040"/>
                </a:lnTo>
                <a:lnTo>
                  <a:pt x="287543" y="3848"/>
                </a:lnTo>
                <a:lnTo>
                  <a:pt x="287455" y="3660"/>
                </a:lnTo>
                <a:lnTo>
                  <a:pt x="287360" y="3474"/>
                </a:lnTo>
                <a:lnTo>
                  <a:pt x="287258" y="3291"/>
                </a:lnTo>
                <a:lnTo>
                  <a:pt x="287150" y="3111"/>
                </a:lnTo>
                <a:lnTo>
                  <a:pt x="287035" y="2933"/>
                </a:lnTo>
                <a:lnTo>
                  <a:pt x="286914" y="2758"/>
                </a:lnTo>
                <a:lnTo>
                  <a:pt x="286786" y="2585"/>
                </a:lnTo>
                <a:lnTo>
                  <a:pt x="286652" y="2416"/>
                </a:lnTo>
                <a:lnTo>
                  <a:pt x="286511" y="2249"/>
                </a:lnTo>
                <a:lnTo>
                  <a:pt x="286364" y="2084"/>
                </a:lnTo>
                <a:lnTo>
                  <a:pt x="286210" y="1923"/>
                </a:lnTo>
                <a:lnTo>
                  <a:pt x="286050" y="1766"/>
                </a:lnTo>
                <a:lnTo>
                  <a:pt x="285886" y="1616"/>
                </a:lnTo>
                <a:lnTo>
                  <a:pt x="285718" y="1472"/>
                </a:lnTo>
                <a:lnTo>
                  <a:pt x="285545" y="1335"/>
                </a:lnTo>
                <a:lnTo>
                  <a:pt x="285368" y="1205"/>
                </a:lnTo>
                <a:lnTo>
                  <a:pt x="285186" y="1082"/>
                </a:lnTo>
                <a:lnTo>
                  <a:pt x="285000" y="965"/>
                </a:lnTo>
                <a:lnTo>
                  <a:pt x="284810" y="855"/>
                </a:lnTo>
                <a:lnTo>
                  <a:pt x="284615" y="751"/>
                </a:lnTo>
                <a:lnTo>
                  <a:pt x="284415" y="654"/>
                </a:lnTo>
                <a:lnTo>
                  <a:pt x="284211" y="564"/>
                </a:lnTo>
                <a:lnTo>
                  <a:pt x="284003" y="481"/>
                </a:lnTo>
                <a:lnTo>
                  <a:pt x="283790" y="404"/>
                </a:lnTo>
                <a:lnTo>
                  <a:pt x="283573" y="334"/>
                </a:lnTo>
                <a:lnTo>
                  <a:pt x="283351" y="270"/>
                </a:lnTo>
                <a:lnTo>
                  <a:pt x="283125" y="214"/>
                </a:lnTo>
                <a:lnTo>
                  <a:pt x="282894" y="164"/>
                </a:lnTo>
                <a:lnTo>
                  <a:pt x="282659" y="120"/>
                </a:lnTo>
                <a:lnTo>
                  <a:pt x="282420" y="83"/>
                </a:lnTo>
                <a:lnTo>
                  <a:pt x="282176" y="53"/>
                </a:lnTo>
                <a:lnTo>
                  <a:pt x="281927" y="30"/>
                </a:lnTo>
                <a:lnTo>
                  <a:pt x="281675" y="13"/>
                </a:lnTo>
                <a:lnTo>
                  <a:pt x="281417" y="3"/>
                </a:lnTo>
                <a:lnTo>
                  <a:pt x="281156" y="0"/>
                </a:lnTo>
                <a:lnTo>
                  <a:pt x="280894" y="3"/>
                </a:lnTo>
                <a:lnTo>
                  <a:pt x="280636" y="13"/>
                </a:lnTo>
                <a:lnTo>
                  <a:pt x="280383" y="30"/>
                </a:lnTo>
                <a:lnTo>
                  <a:pt x="280134" y="53"/>
                </a:lnTo>
                <a:lnTo>
                  <a:pt x="279890" y="83"/>
                </a:lnTo>
                <a:lnTo>
                  <a:pt x="279650" y="120"/>
                </a:lnTo>
                <a:lnTo>
                  <a:pt x="279414" y="164"/>
                </a:lnTo>
                <a:lnTo>
                  <a:pt x="279182" y="214"/>
                </a:lnTo>
                <a:lnTo>
                  <a:pt x="278955" y="270"/>
                </a:lnTo>
                <a:lnTo>
                  <a:pt x="278733" y="334"/>
                </a:lnTo>
                <a:lnTo>
                  <a:pt x="278514" y="404"/>
                </a:lnTo>
                <a:lnTo>
                  <a:pt x="278300" y="481"/>
                </a:lnTo>
                <a:lnTo>
                  <a:pt x="278090" y="564"/>
                </a:lnTo>
                <a:lnTo>
                  <a:pt x="277885" y="654"/>
                </a:lnTo>
                <a:lnTo>
                  <a:pt x="277683" y="751"/>
                </a:lnTo>
                <a:lnTo>
                  <a:pt x="277487" y="855"/>
                </a:lnTo>
                <a:lnTo>
                  <a:pt x="277294" y="965"/>
                </a:lnTo>
                <a:lnTo>
                  <a:pt x="277106" y="1082"/>
                </a:lnTo>
                <a:lnTo>
                  <a:pt x="276922" y="1205"/>
                </a:lnTo>
                <a:lnTo>
                  <a:pt x="276742" y="1335"/>
                </a:lnTo>
                <a:lnTo>
                  <a:pt x="276567" y="1472"/>
                </a:lnTo>
                <a:lnTo>
                  <a:pt x="276396" y="1616"/>
                </a:lnTo>
                <a:lnTo>
                  <a:pt x="276230" y="1766"/>
                </a:lnTo>
                <a:lnTo>
                  <a:pt x="276068" y="1923"/>
                </a:lnTo>
                <a:lnTo>
                  <a:pt x="275911" y="2084"/>
                </a:lnTo>
                <a:lnTo>
                  <a:pt x="275761" y="2249"/>
                </a:lnTo>
                <a:lnTo>
                  <a:pt x="275617" y="2416"/>
                </a:lnTo>
                <a:lnTo>
                  <a:pt x="275481" y="2585"/>
                </a:lnTo>
                <a:lnTo>
                  <a:pt x="275351" y="2758"/>
                </a:lnTo>
                <a:lnTo>
                  <a:pt x="275227" y="2933"/>
                </a:lnTo>
                <a:lnTo>
                  <a:pt x="275111" y="3111"/>
                </a:lnTo>
                <a:lnTo>
                  <a:pt x="275001" y="3291"/>
                </a:lnTo>
                <a:lnTo>
                  <a:pt x="274897" y="3474"/>
                </a:lnTo>
                <a:lnTo>
                  <a:pt x="274800" y="3660"/>
                </a:lnTo>
                <a:lnTo>
                  <a:pt x="274710" y="3848"/>
                </a:lnTo>
                <a:lnTo>
                  <a:pt x="274627" y="4040"/>
                </a:lnTo>
                <a:lnTo>
                  <a:pt x="274550" y="4234"/>
                </a:lnTo>
                <a:lnTo>
                  <a:pt x="274480" y="4430"/>
                </a:lnTo>
                <a:lnTo>
                  <a:pt x="274417" y="4630"/>
                </a:lnTo>
                <a:lnTo>
                  <a:pt x="274360" y="4832"/>
                </a:lnTo>
                <a:lnTo>
                  <a:pt x="274310" y="5036"/>
                </a:lnTo>
                <a:lnTo>
                  <a:pt x="274267" y="5244"/>
                </a:lnTo>
                <a:lnTo>
                  <a:pt x="274230" y="5454"/>
                </a:lnTo>
                <a:lnTo>
                  <a:pt x="274200" y="5666"/>
                </a:lnTo>
                <a:lnTo>
                  <a:pt x="274177" y="5882"/>
                </a:lnTo>
                <a:lnTo>
                  <a:pt x="274160" y="6100"/>
                </a:lnTo>
                <a:lnTo>
                  <a:pt x="274150" y="6321"/>
                </a:lnTo>
                <a:lnTo>
                  <a:pt x="274147" y="6544"/>
                </a:lnTo>
                <a:lnTo>
                  <a:pt x="274150" y="6773"/>
                </a:lnTo>
                <a:lnTo>
                  <a:pt x="274160" y="6999"/>
                </a:lnTo>
                <a:lnTo>
                  <a:pt x="274177" y="7222"/>
                </a:lnTo>
                <a:lnTo>
                  <a:pt x="274200" y="7442"/>
                </a:lnTo>
                <a:lnTo>
                  <a:pt x="274230" y="7659"/>
                </a:lnTo>
                <a:lnTo>
                  <a:pt x="274267" y="7873"/>
                </a:lnTo>
                <a:lnTo>
                  <a:pt x="274310" y="8084"/>
                </a:lnTo>
                <a:lnTo>
                  <a:pt x="274360" y="8291"/>
                </a:lnTo>
                <a:lnTo>
                  <a:pt x="274417" y="8496"/>
                </a:lnTo>
                <a:lnTo>
                  <a:pt x="274480" y="8697"/>
                </a:lnTo>
                <a:lnTo>
                  <a:pt x="274550" y="8896"/>
                </a:lnTo>
                <a:lnTo>
                  <a:pt x="274627" y="9091"/>
                </a:lnTo>
                <a:lnTo>
                  <a:pt x="274710" y="9284"/>
                </a:lnTo>
                <a:lnTo>
                  <a:pt x="274800" y="9473"/>
                </a:lnTo>
                <a:lnTo>
                  <a:pt x="274897" y="9660"/>
                </a:lnTo>
                <a:lnTo>
                  <a:pt x="275001" y="9843"/>
                </a:lnTo>
                <a:lnTo>
                  <a:pt x="275111" y="10023"/>
                </a:lnTo>
                <a:lnTo>
                  <a:pt x="275227" y="10200"/>
                </a:lnTo>
                <a:lnTo>
                  <a:pt x="275351" y="10375"/>
                </a:lnTo>
                <a:lnTo>
                  <a:pt x="275481" y="10546"/>
                </a:lnTo>
                <a:lnTo>
                  <a:pt x="275617" y="10714"/>
                </a:lnTo>
                <a:lnTo>
                  <a:pt x="275761" y="10879"/>
                </a:lnTo>
                <a:lnTo>
                  <a:pt x="275911" y="11041"/>
                </a:lnTo>
                <a:lnTo>
                  <a:pt x="276068" y="11200"/>
                </a:lnTo>
                <a:lnTo>
                  <a:pt x="276230" y="11354"/>
                </a:lnTo>
                <a:lnTo>
                  <a:pt x="276396" y="11502"/>
                </a:lnTo>
                <a:lnTo>
                  <a:pt x="276567" y="11643"/>
                </a:lnTo>
                <a:lnTo>
                  <a:pt x="276742" y="11777"/>
                </a:lnTo>
                <a:lnTo>
                  <a:pt x="276922" y="11905"/>
                </a:lnTo>
                <a:lnTo>
                  <a:pt x="277106" y="12026"/>
                </a:lnTo>
                <a:lnTo>
                  <a:pt x="277294" y="12141"/>
                </a:lnTo>
                <a:lnTo>
                  <a:pt x="277487" y="12249"/>
                </a:lnTo>
                <a:lnTo>
                  <a:pt x="277683" y="12351"/>
                </a:lnTo>
                <a:lnTo>
                  <a:pt x="277885" y="12446"/>
                </a:lnTo>
                <a:lnTo>
                  <a:pt x="278090" y="12535"/>
                </a:lnTo>
                <a:lnTo>
                  <a:pt x="278300" y="12617"/>
                </a:lnTo>
                <a:lnTo>
                  <a:pt x="278514" y="12692"/>
                </a:lnTo>
                <a:lnTo>
                  <a:pt x="278733" y="12761"/>
                </a:lnTo>
                <a:lnTo>
                  <a:pt x="278955" y="12823"/>
                </a:lnTo>
                <a:lnTo>
                  <a:pt x="279182" y="12879"/>
                </a:lnTo>
                <a:lnTo>
                  <a:pt x="279414" y="12928"/>
                </a:lnTo>
                <a:lnTo>
                  <a:pt x="279650" y="12971"/>
                </a:lnTo>
                <a:lnTo>
                  <a:pt x="279890" y="13007"/>
                </a:lnTo>
                <a:lnTo>
                  <a:pt x="280134" y="13036"/>
                </a:lnTo>
                <a:lnTo>
                  <a:pt x="280383" y="13059"/>
                </a:lnTo>
                <a:lnTo>
                  <a:pt x="280636" y="13076"/>
                </a:lnTo>
                <a:lnTo>
                  <a:pt x="280894" y="13086"/>
                </a:lnTo>
                <a:lnTo>
                  <a:pt x="281156" y="13089"/>
                </a:lnTo>
                <a:lnTo>
                  <a:pt x="281417" y="13086"/>
                </a:lnTo>
                <a:lnTo>
                  <a:pt x="281675" y="13076"/>
                </a:lnTo>
                <a:lnTo>
                  <a:pt x="281927" y="13059"/>
                </a:lnTo>
                <a:lnTo>
                  <a:pt x="282176" y="13036"/>
                </a:lnTo>
                <a:close/>
                <a:moveTo>
                  <a:pt x="53171" y="64703"/>
                </a:moveTo>
                <a:lnTo>
                  <a:pt x="88820" y="19836"/>
                </a:lnTo>
                <a:lnTo>
                  <a:pt x="73186" y="93242"/>
                </a:lnTo>
                <a:lnTo>
                  <a:pt x="85248" y="93242"/>
                </a:lnTo>
                <a:lnTo>
                  <a:pt x="104589" y="2429"/>
                </a:lnTo>
                <a:lnTo>
                  <a:pt x="90640" y="2429"/>
                </a:lnTo>
                <a:lnTo>
                  <a:pt x="51014" y="52153"/>
                </a:lnTo>
                <a:lnTo>
                  <a:pt x="31808" y="2429"/>
                </a:lnTo>
                <a:lnTo>
                  <a:pt x="19274" y="2429"/>
                </a:lnTo>
                <a:lnTo>
                  <a:pt x="0" y="93242"/>
                </a:lnTo>
                <a:lnTo>
                  <a:pt x="11658" y="93242"/>
                </a:lnTo>
                <a:lnTo>
                  <a:pt x="27293" y="19836"/>
                </a:lnTo>
                <a:lnTo>
                  <a:pt x="44882" y="64703"/>
                </a:lnTo>
                <a:lnTo>
                  <a:pt x="53171" y="64703"/>
                </a:lnTo>
                <a:close/>
                <a:moveTo>
                  <a:pt x="309288" y="44193"/>
                </a:moveTo>
                <a:lnTo>
                  <a:pt x="309603" y="43854"/>
                </a:lnTo>
                <a:lnTo>
                  <a:pt x="309924" y="43517"/>
                </a:lnTo>
                <a:lnTo>
                  <a:pt x="310249" y="43183"/>
                </a:lnTo>
                <a:lnTo>
                  <a:pt x="310579" y="42851"/>
                </a:lnTo>
                <a:lnTo>
                  <a:pt x="310915" y="42521"/>
                </a:lnTo>
                <a:lnTo>
                  <a:pt x="311255" y="42194"/>
                </a:lnTo>
                <a:lnTo>
                  <a:pt x="311600" y="41869"/>
                </a:lnTo>
                <a:lnTo>
                  <a:pt x="311950" y="41546"/>
                </a:lnTo>
                <a:lnTo>
                  <a:pt x="312305" y="41226"/>
                </a:lnTo>
                <a:lnTo>
                  <a:pt x="312664" y="40908"/>
                </a:lnTo>
                <a:lnTo>
                  <a:pt x="313029" y="40592"/>
                </a:lnTo>
                <a:lnTo>
                  <a:pt x="313399" y="40279"/>
                </a:lnTo>
                <a:lnTo>
                  <a:pt x="313773" y="39968"/>
                </a:lnTo>
                <a:lnTo>
                  <a:pt x="314153" y="39659"/>
                </a:lnTo>
                <a:lnTo>
                  <a:pt x="314537" y="39352"/>
                </a:lnTo>
                <a:lnTo>
                  <a:pt x="314926" y="39048"/>
                </a:lnTo>
                <a:lnTo>
                  <a:pt x="315320" y="38747"/>
                </a:lnTo>
                <a:lnTo>
                  <a:pt x="315719" y="38447"/>
                </a:lnTo>
                <a:lnTo>
                  <a:pt x="316123" y="38150"/>
                </a:lnTo>
                <a:lnTo>
                  <a:pt x="316532" y="37855"/>
                </a:lnTo>
                <a:lnTo>
                  <a:pt x="316946" y="37563"/>
                </a:lnTo>
                <a:lnTo>
                  <a:pt x="317365" y="37272"/>
                </a:lnTo>
                <a:lnTo>
                  <a:pt x="317788" y="36989"/>
                </a:lnTo>
                <a:lnTo>
                  <a:pt x="318215" y="36718"/>
                </a:lnTo>
                <a:lnTo>
                  <a:pt x="318645" y="36459"/>
                </a:lnTo>
                <a:lnTo>
                  <a:pt x="319079" y="36212"/>
                </a:lnTo>
                <a:lnTo>
                  <a:pt x="319518" y="35977"/>
                </a:lnTo>
                <a:lnTo>
                  <a:pt x="319959" y="35754"/>
                </a:lnTo>
                <a:lnTo>
                  <a:pt x="320405" y="35543"/>
                </a:lnTo>
                <a:lnTo>
                  <a:pt x="320854" y="35344"/>
                </a:lnTo>
                <a:lnTo>
                  <a:pt x="321307" y="35158"/>
                </a:lnTo>
                <a:lnTo>
                  <a:pt x="321764" y="34983"/>
                </a:lnTo>
                <a:lnTo>
                  <a:pt x="322224" y="34820"/>
                </a:lnTo>
                <a:lnTo>
                  <a:pt x="322689" y="34670"/>
                </a:lnTo>
                <a:lnTo>
                  <a:pt x="323157" y="34531"/>
                </a:lnTo>
                <a:lnTo>
                  <a:pt x="323628" y="34404"/>
                </a:lnTo>
                <a:lnTo>
                  <a:pt x="324104" y="34290"/>
                </a:lnTo>
                <a:lnTo>
                  <a:pt x="324583" y="34188"/>
                </a:lnTo>
                <a:lnTo>
                  <a:pt x="325066" y="34097"/>
                </a:lnTo>
                <a:lnTo>
                  <a:pt x="325553" y="34019"/>
                </a:lnTo>
                <a:lnTo>
                  <a:pt x="326043" y="33953"/>
                </a:lnTo>
                <a:lnTo>
                  <a:pt x="326537" y="33898"/>
                </a:lnTo>
                <a:lnTo>
                  <a:pt x="327035" y="33856"/>
                </a:lnTo>
                <a:lnTo>
                  <a:pt x="327537" y="33826"/>
                </a:lnTo>
                <a:lnTo>
                  <a:pt x="328042" y="33808"/>
                </a:lnTo>
                <a:lnTo>
                  <a:pt x="328552" y="33802"/>
                </a:lnTo>
                <a:lnTo>
                  <a:pt x="329050" y="33810"/>
                </a:lnTo>
                <a:lnTo>
                  <a:pt x="329535" y="33834"/>
                </a:lnTo>
                <a:lnTo>
                  <a:pt x="330007" y="33874"/>
                </a:lnTo>
                <a:lnTo>
                  <a:pt x="330465" y="33929"/>
                </a:lnTo>
                <a:lnTo>
                  <a:pt x="330909" y="34001"/>
                </a:lnTo>
                <a:lnTo>
                  <a:pt x="331340" y="34089"/>
                </a:lnTo>
                <a:lnTo>
                  <a:pt x="331757" y="34193"/>
                </a:lnTo>
                <a:lnTo>
                  <a:pt x="332161" y="34312"/>
                </a:lnTo>
                <a:lnTo>
                  <a:pt x="332551" y="34448"/>
                </a:lnTo>
                <a:lnTo>
                  <a:pt x="332927" y="34599"/>
                </a:lnTo>
                <a:lnTo>
                  <a:pt x="333290" y="34767"/>
                </a:lnTo>
                <a:lnTo>
                  <a:pt x="333639" y="34950"/>
                </a:lnTo>
                <a:lnTo>
                  <a:pt x="333975" y="35149"/>
                </a:lnTo>
                <a:lnTo>
                  <a:pt x="334297" y="35365"/>
                </a:lnTo>
                <a:lnTo>
                  <a:pt x="334606" y="35596"/>
                </a:lnTo>
                <a:lnTo>
                  <a:pt x="334901" y="35843"/>
                </a:lnTo>
                <a:lnTo>
                  <a:pt x="335183" y="36106"/>
                </a:lnTo>
                <a:lnTo>
                  <a:pt x="335451" y="36385"/>
                </a:lnTo>
                <a:lnTo>
                  <a:pt x="335705" y="36680"/>
                </a:lnTo>
                <a:lnTo>
                  <a:pt x="335946" y="36991"/>
                </a:lnTo>
                <a:lnTo>
                  <a:pt x="336173" y="37318"/>
                </a:lnTo>
                <a:lnTo>
                  <a:pt x="336387" y="37661"/>
                </a:lnTo>
                <a:lnTo>
                  <a:pt x="336587" y="38019"/>
                </a:lnTo>
                <a:lnTo>
                  <a:pt x="336773" y="38394"/>
                </a:lnTo>
                <a:lnTo>
                  <a:pt x="336946" y="38783"/>
                </a:lnTo>
                <a:lnTo>
                  <a:pt x="337105" y="39184"/>
                </a:lnTo>
                <a:lnTo>
                  <a:pt x="337251" y="39597"/>
                </a:lnTo>
                <a:lnTo>
                  <a:pt x="337383" y="40022"/>
                </a:lnTo>
                <a:lnTo>
                  <a:pt x="337502" y="40460"/>
                </a:lnTo>
                <a:lnTo>
                  <a:pt x="337607" y="40910"/>
                </a:lnTo>
                <a:lnTo>
                  <a:pt x="337699" y="41373"/>
                </a:lnTo>
                <a:lnTo>
                  <a:pt x="337777" y="41848"/>
                </a:lnTo>
                <a:lnTo>
                  <a:pt x="337841" y="42335"/>
                </a:lnTo>
                <a:lnTo>
                  <a:pt x="337892" y="42834"/>
                </a:lnTo>
                <a:lnTo>
                  <a:pt x="337929" y="43346"/>
                </a:lnTo>
                <a:lnTo>
                  <a:pt x="337952" y="43870"/>
                </a:lnTo>
                <a:lnTo>
                  <a:pt x="337963" y="44406"/>
                </a:lnTo>
                <a:lnTo>
                  <a:pt x="337959" y="44954"/>
                </a:lnTo>
                <a:lnTo>
                  <a:pt x="337942" y="45515"/>
                </a:lnTo>
                <a:lnTo>
                  <a:pt x="337911" y="46088"/>
                </a:lnTo>
                <a:lnTo>
                  <a:pt x="337867" y="46674"/>
                </a:lnTo>
                <a:lnTo>
                  <a:pt x="337809" y="47271"/>
                </a:lnTo>
                <a:lnTo>
                  <a:pt x="337738" y="47882"/>
                </a:lnTo>
                <a:lnTo>
                  <a:pt x="337653" y="48504"/>
                </a:lnTo>
                <a:lnTo>
                  <a:pt x="337554" y="49138"/>
                </a:lnTo>
                <a:lnTo>
                  <a:pt x="337442" y="49785"/>
                </a:lnTo>
                <a:lnTo>
                  <a:pt x="337317" y="50445"/>
                </a:lnTo>
                <a:lnTo>
                  <a:pt x="337177" y="51116"/>
                </a:lnTo>
                <a:lnTo>
                  <a:pt x="328552" y="93242"/>
                </a:lnTo>
                <a:lnTo>
                  <a:pt x="339738" y="93242"/>
                </a:lnTo>
                <a:lnTo>
                  <a:pt x="348364" y="51688"/>
                </a:lnTo>
                <a:lnTo>
                  <a:pt x="348505" y="50989"/>
                </a:lnTo>
                <a:lnTo>
                  <a:pt x="348634" y="50298"/>
                </a:lnTo>
                <a:lnTo>
                  <a:pt x="348751" y="49615"/>
                </a:lnTo>
                <a:lnTo>
                  <a:pt x="348857" y="48941"/>
                </a:lnTo>
                <a:lnTo>
                  <a:pt x="348952" y="48274"/>
                </a:lnTo>
                <a:lnTo>
                  <a:pt x="349036" y="47616"/>
                </a:lnTo>
                <a:lnTo>
                  <a:pt x="349108" y="46965"/>
                </a:lnTo>
                <a:lnTo>
                  <a:pt x="349169" y="46323"/>
                </a:lnTo>
                <a:lnTo>
                  <a:pt x="349219" y="45689"/>
                </a:lnTo>
                <a:lnTo>
                  <a:pt x="349257" y="45063"/>
                </a:lnTo>
                <a:lnTo>
                  <a:pt x="349284" y="44446"/>
                </a:lnTo>
                <a:lnTo>
                  <a:pt x="349299" y="43836"/>
                </a:lnTo>
                <a:lnTo>
                  <a:pt x="349303" y="43234"/>
                </a:lnTo>
                <a:lnTo>
                  <a:pt x="349296" y="42641"/>
                </a:lnTo>
                <a:lnTo>
                  <a:pt x="349278" y="42055"/>
                </a:lnTo>
                <a:lnTo>
                  <a:pt x="349248" y="41478"/>
                </a:lnTo>
                <a:lnTo>
                  <a:pt x="349207" y="40909"/>
                </a:lnTo>
                <a:lnTo>
                  <a:pt x="349154" y="40348"/>
                </a:lnTo>
                <a:lnTo>
                  <a:pt x="349090" y="39795"/>
                </a:lnTo>
                <a:lnTo>
                  <a:pt x="349015" y="39250"/>
                </a:lnTo>
                <a:lnTo>
                  <a:pt x="348928" y="38714"/>
                </a:lnTo>
                <a:lnTo>
                  <a:pt x="348830" y="38185"/>
                </a:lnTo>
                <a:lnTo>
                  <a:pt x="348721" y="37665"/>
                </a:lnTo>
                <a:lnTo>
                  <a:pt x="348600" y="37152"/>
                </a:lnTo>
                <a:lnTo>
                  <a:pt x="348469" y="36648"/>
                </a:lnTo>
                <a:lnTo>
                  <a:pt x="348328" y="36154"/>
                </a:lnTo>
                <a:lnTo>
                  <a:pt x="348178" y="35670"/>
                </a:lnTo>
                <a:lnTo>
                  <a:pt x="348018" y="35195"/>
                </a:lnTo>
                <a:lnTo>
                  <a:pt x="347848" y="34729"/>
                </a:lnTo>
                <a:lnTo>
                  <a:pt x="347669" y="34274"/>
                </a:lnTo>
                <a:lnTo>
                  <a:pt x="347481" y="33827"/>
                </a:lnTo>
                <a:lnTo>
                  <a:pt x="347282" y="33391"/>
                </a:lnTo>
                <a:lnTo>
                  <a:pt x="347074" y="32963"/>
                </a:lnTo>
                <a:lnTo>
                  <a:pt x="346857" y="32546"/>
                </a:lnTo>
                <a:lnTo>
                  <a:pt x="346630" y="32138"/>
                </a:lnTo>
                <a:lnTo>
                  <a:pt x="346393" y="31739"/>
                </a:lnTo>
                <a:lnTo>
                  <a:pt x="346147" y="31351"/>
                </a:lnTo>
                <a:lnTo>
                  <a:pt x="345891" y="30971"/>
                </a:lnTo>
                <a:lnTo>
                  <a:pt x="345625" y="30601"/>
                </a:lnTo>
                <a:lnTo>
                  <a:pt x="345350" y="30241"/>
                </a:lnTo>
                <a:lnTo>
                  <a:pt x="345066" y="29891"/>
                </a:lnTo>
                <a:lnTo>
                  <a:pt x="344772" y="29550"/>
                </a:lnTo>
                <a:lnTo>
                  <a:pt x="344468" y="29218"/>
                </a:lnTo>
                <a:lnTo>
                  <a:pt x="344154" y="28896"/>
                </a:lnTo>
                <a:lnTo>
                  <a:pt x="343831" y="28584"/>
                </a:lnTo>
                <a:lnTo>
                  <a:pt x="343499" y="28281"/>
                </a:lnTo>
                <a:lnTo>
                  <a:pt x="343156" y="27988"/>
                </a:lnTo>
                <a:lnTo>
                  <a:pt x="342805" y="27704"/>
                </a:lnTo>
                <a:lnTo>
                  <a:pt x="342444" y="27431"/>
                </a:lnTo>
                <a:lnTo>
                  <a:pt x="342075" y="27170"/>
                </a:lnTo>
                <a:lnTo>
                  <a:pt x="341698" y="26920"/>
                </a:lnTo>
                <a:lnTo>
                  <a:pt x="341314" y="26681"/>
                </a:lnTo>
                <a:lnTo>
                  <a:pt x="340921" y="26455"/>
                </a:lnTo>
                <a:lnTo>
                  <a:pt x="340520" y="26240"/>
                </a:lnTo>
                <a:lnTo>
                  <a:pt x="340111" y="26036"/>
                </a:lnTo>
                <a:lnTo>
                  <a:pt x="339693" y="25844"/>
                </a:lnTo>
                <a:lnTo>
                  <a:pt x="339268" y="25664"/>
                </a:lnTo>
                <a:lnTo>
                  <a:pt x="338835" y="25496"/>
                </a:lnTo>
                <a:lnTo>
                  <a:pt x="338393" y="25339"/>
                </a:lnTo>
                <a:lnTo>
                  <a:pt x="337944" y="25193"/>
                </a:lnTo>
                <a:lnTo>
                  <a:pt x="337487" y="25060"/>
                </a:lnTo>
                <a:lnTo>
                  <a:pt x="337021" y="24938"/>
                </a:lnTo>
                <a:lnTo>
                  <a:pt x="336547" y="24827"/>
                </a:lnTo>
                <a:lnTo>
                  <a:pt x="336066" y="24728"/>
                </a:lnTo>
                <a:lnTo>
                  <a:pt x="335576" y="24641"/>
                </a:lnTo>
                <a:lnTo>
                  <a:pt x="335078" y="24566"/>
                </a:lnTo>
                <a:lnTo>
                  <a:pt x="334572" y="24502"/>
                </a:lnTo>
                <a:lnTo>
                  <a:pt x="334058" y="24449"/>
                </a:lnTo>
                <a:lnTo>
                  <a:pt x="333536" y="24409"/>
                </a:lnTo>
                <a:lnTo>
                  <a:pt x="333006" y="24380"/>
                </a:lnTo>
                <a:lnTo>
                  <a:pt x="332467" y="24362"/>
                </a:lnTo>
                <a:lnTo>
                  <a:pt x="331921" y="24356"/>
                </a:lnTo>
                <a:lnTo>
                  <a:pt x="331291" y="24362"/>
                </a:lnTo>
                <a:lnTo>
                  <a:pt x="330670" y="24379"/>
                </a:lnTo>
                <a:lnTo>
                  <a:pt x="330059" y="24407"/>
                </a:lnTo>
                <a:lnTo>
                  <a:pt x="329457" y="24447"/>
                </a:lnTo>
                <a:lnTo>
                  <a:pt x="328864" y="24498"/>
                </a:lnTo>
                <a:lnTo>
                  <a:pt x="328280" y="24561"/>
                </a:lnTo>
                <a:lnTo>
                  <a:pt x="327705" y="24635"/>
                </a:lnTo>
                <a:lnTo>
                  <a:pt x="327140" y="24720"/>
                </a:lnTo>
                <a:lnTo>
                  <a:pt x="326584" y="24816"/>
                </a:lnTo>
                <a:lnTo>
                  <a:pt x="326037" y="24924"/>
                </a:lnTo>
                <a:lnTo>
                  <a:pt x="325500" y="25044"/>
                </a:lnTo>
                <a:lnTo>
                  <a:pt x="324971" y="25174"/>
                </a:lnTo>
                <a:lnTo>
                  <a:pt x="324452" y="25316"/>
                </a:lnTo>
                <a:lnTo>
                  <a:pt x="323943" y="25470"/>
                </a:lnTo>
                <a:lnTo>
                  <a:pt x="323442" y="25635"/>
                </a:lnTo>
                <a:lnTo>
                  <a:pt x="322951" y="25811"/>
                </a:lnTo>
                <a:lnTo>
                  <a:pt x="322469" y="25998"/>
                </a:lnTo>
                <a:lnTo>
                  <a:pt x="321996" y="26197"/>
                </a:lnTo>
                <a:lnTo>
                  <a:pt x="321532" y="26407"/>
                </a:lnTo>
                <a:lnTo>
                  <a:pt x="321078" y="26629"/>
                </a:lnTo>
                <a:lnTo>
                  <a:pt x="320633" y="26862"/>
                </a:lnTo>
                <a:lnTo>
                  <a:pt x="320197" y="27106"/>
                </a:lnTo>
                <a:lnTo>
                  <a:pt x="319770" y="27362"/>
                </a:lnTo>
                <a:lnTo>
                  <a:pt x="319353" y="27629"/>
                </a:lnTo>
                <a:lnTo>
                  <a:pt x="318942" y="27902"/>
                </a:lnTo>
                <a:lnTo>
                  <a:pt x="318535" y="28179"/>
                </a:lnTo>
                <a:lnTo>
                  <a:pt x="318133" y="28458"/>
                </a:lnTo>
                <a:lnTo>
                  <a:pt x="317734" y="28739"/>
                </a:lnTo>
                <a:lnTo>
                  <a:pt x="317340" y="29023"/>
                </a:lnTo>
                <a:lnTo>
                  <a:pt x="316950" y="29309"/>
                </a:lnTo>
                <a:lnTo>
                  <a:pt x="316564" y="29598"/>
                </a:lnTo>
                <a:lnTo>
                  <a:pt x="316182" y="29889"/>
                </a:lnTo>
                <a:lnTo>
                  <a:pt x="315804" y="30182"/>
                </a:lnTo>
                <a:lnTo>
                  <a:pt x="315430" y="30478"/>
                </a:lnTo>
                <a:lnTo>
                  <a:pt x="315060" y="30777"/>
                </a:lnTo>
                <a:lnTo>
                  <a:pt x="314694" y="31078"/>
                </a:lnTo>
                <a:lnTo>
                  <a:pt x="314333" y="31381"/>
                </a:lnTo>
                <a:lnTo>
                  <a:pt x="313975" y="31687"/>
                </a:lnTo>
                <a:lnTo>
                  <a:pt x="313622" y="31996"/>
                </a:lnTo>
                <a:lnTo>
                  <a:pt x="313273" y="32306"/>
                </a:lnTo>
                <a:lnTo>
                  <a:pt x="312928" y="32620"/>
                </a:lnTo>
                <a:lnTo>
                  <a:pt x="312586" y="32935"/>
                </a:lnTo>
                <a:lnTo>
                  <a:pt x="312249" y="33254"/>
                </a:lnTo>
                <a:lnTo>
                  <a:pt x="311916" y="33574"/>
                </a:lnTo>
                <a:lnTo>
                  <a:pt x="311588" y="33897"/>
                </a:lnTo>
                <a:lnTo>
                  <a:pt x="311263" y="34223"/>
                </a:lnTo>
                <a:lnTo>
                  <a:pt x="310942" y="34551"/>
                </a:lnTo>
                <a:lnTo>
                  <a:pt x="310626" y="34881"/>
                </a:lnTo>
                <a:lnTo>
                  <a:pt x="312445" y="25503"/>
                </a:lnTo>
                <a:lnTo>
                  <a:pt x="301461" y="25503"/>
                </a:lnTo>
                <a:lnTo>
                  <a:pt x="287511" y="93242"/>
                </a:lnTo>
                <a:lnTo>
                  <a:pt x="298765" y="93242"/>
                </a:lnTo>
                <a:lnTo>
                  <a:pt x="308671" y="44877"/>
                </a:lnTo>
                <a:lnTo>
                  <a:pt x="308977" y="44534"/>
                </a:lnTo>
                <a:lnTo>
                  <a:pt x="309288" y="44193"/>
                </a:lnTo>
                <a:close/>
                <a:moveTo>
                  <a:pt x="103000" y="93242"/>
                </a:moveTo>
                <a:lnTo>
                  <a:pt x="114322" y="93242"/>
                </a:lnTo>
                <a:lnTo>
                  <a:pt x="128272" y="25503"/>
                </a:lnTo>
                <a:lnTo>
                  <a:pt x="116950" y="25503"/>
                </a:lnTo>
                <a:lnTo>
                  <a:pt x="103000" y="93242"/>
                </a:lnTo>
                <a:close/>
                <a:moveTo>
                  <a:pt x="258378" y="93242"/>
                </a:moveTo>
                <a:lnTo>
                  <a:pt x="269699" y="93242"/>
                </a:lnTo>
                <a:lnTo>
                  <a:pt x="283649" y="25503"/>
                </a:lnTo>
                <a:lnTo>
                  <a:pt x="272327" y="25503"/>
                </a:lnTo>
                <a:lnTo>
                  <a:pt x="258378" y="93242"/>
                </a:lnTo>
                <a:close/>
                <a:moveTo>
                  <a:pt x="162497" y="94395"/>
                </a:moveTo>
                <a:lnTo>
                  <a:pt x="163433" y="94322"/>
                </a:lnTo>
                <a:lnTo>
                  <a:pt x="164348" y="94233"/>
                </a:lnTo>
                <a:lnTo>
                  <a:pt x="165243" y="94128"/>
                </a:lnTo>
                <a:lnTo>
                  <a:pt x="166117" y="94006"/>
                </a:lnTo>
                <a:lnTo>
                  <a:pt x="166971" y="93869"/>
                </a:lnTo>
                <a:lnTo>
                  <a:pt x="167804" y="93715"/>
                </a:lnTo>
                <a:lnTo>
                  <a:pt x="168616" y="93545"/>
                </a:lnTo>
                <a:lnTo>
                  <a:pt x="169409" y="93359"/>
                </a:lnTo>
                <a:lnTo>
                  <a:pt x="170180" y="93157"/>
                </a:lnTo>
                <a:lnTo>
                  <a:pt x="170932" y="92938"/>
                </a:lnTo>
                <a:lnTo>
                  <a:pt x="171663" y="92704"/>
                </a:lnTo>
                <a:lnTo>
                  <a:pt x="172373" y="92453"/>
                </a:lnTo>
                <a:lnTo>
                  <a:pt x="173063" y="92186"/>
                </a:lnTo>
                <a:lnTo>
                  <a:pt x="173732" y="91903"/>
                </a:lnTo>
                <a:lnTo>
                  <a:pt x="174381" y="91604"/>
                </a:lnTo>
                <a:lnTo>
                  <a:pt x="175010" y="91288"/>
                </a:lnTo>
                <a:lnTo>
                  <a:pt x="175618" y="90956"/>
                </a:lnTo>
                <a:lnTo>
                  <a:pt x="176205" y="90609"/>
                </a:lnTo>
                <a:lnTo>
                  <a:pt x="176772" y="90245"/>
                </a:lnTo>
                <a:lnTo>
                  <a:pt x="177319" y="89864"/>
                </a:lnTo>
                <a:lnTo>
                  <a:pt x="177846" y="89470"/>
                </a:lnTo>
                <a:lnTo>
                  <a:pt x="178355" y="89065"/>
                </a:lnTo>
                <a:lnTo>
                  <a:pt x="178847" y="88647"/>
                </a:lnTo>
                <a:lnTo>
                  <a:pt x="179321" y="88218"/>
                </a:lnTo>
                <a:lnTo>
                  <a:pt x="179776" y="87778"/>
                </a:lnTo>
                <a:lnTo>
                  <a:pt x="180214" y="87326"/>
                </a:lnTo>
                <a:lnTo>
                  <a:pt x="180634" y="86862"/>
                </a:lnTo>
                <a:lnTo>
                  <a:pt x="181036" y="86387"/>
                </a:lnTo>
                <a:lnTo>
                  <a:pt x="181420" y="85900"/>
                </a:lnTo>
                <a:lnTo>
                  <a:pt x="181787" y="85402"/>
                </a:lnTo>
                <a:lnTo>
                  <a:pt x="182135" y="84892"/>
                </a:lnTo>
                <a:lnTo>
                  <a:pt x="182466" y="84370"/>
                </a:lnTo>
                <a:lnTo>
                  <a:pt x="182778" y="83837"/>
                </a:lnTo>
                <a:lnTo>
                  <a:pt x="183073" y="83293"/>
                </a:lnTo>
                <a:lnTo>
                  <a:pt x="183350" y="82736"/>
                </a:lnTo>
                <a:lnTo>
                  <a:pt x="183608" y="82168"/>
                </a:lnTo>
                <a:lnTo>
                  <a:pt x="183849" y="81589"/>
                </a:lnTo>
                <a:lnTo>
                  <a:pt x="184072" y="80998"/>
                </a:lnTo>
                <a:lnTo>
                  <a:pt x="184278" y="80395"/>
                </a:lnTo>
                <a:lnTo>
                  <a:pt x="184465" y="79781"/>
                </a:lnTo>
                <a:lnTo>
                  <a:pt x="184634" y="79155"/>
                </a:lnTo>
                <a:lnTo>
                  <a:pt x="184786" y="78517"/>
                </a:lnTo>
                <a:lnTo>
                  <a:pt x="184919" y="77868"/>
                </a:lnTo>
                <a:lnTo>
                  <a:pt x="185035" y="77208"/>
                </a:lnTo>
                <a:lnTo>
                  <a:pt x="185143" y="76472"/>
                </a:lnTo>
                <a:lnTo>
                  <a:pt x="185232" y="75749"/>
                </a:lnTo>
                <a:lnTo>
                  <a:pt x="185301" y="75038"/>
                </a:lnTo>
                <a:lnTo>
                  <a:pt x="185350" y="74339"/>
                </a:lnTo>
                <a:lnTo>
                  <a:pt x="185380" y="73653"/>
                </a:lnTo>
                <a:lnTo>
                  <a:pt x="185391" y="72979"/>
                </a:lnTo>
                <a:lnTo>
                  <a:pt x="185382" y="72317"/>
                </a:lnTo>
                <a:lnTo>
                  <a:pt x="185353" y="71667"/>
                </a:lnTo>
                <a:lnTo>
                  <a:pt x="185305" y="71030"/>
                </a:lnTo>
                <a:lnTo>
                  <a:pt x="185237" y="70406"/>
                </a:lnTo>
                <a:lnTo>
                  <a:pt x="185150" y="69793"/>
                </a:lnTo>
                <a:lnTo>
                  <a:pt x="185043" y="69193"/>
                </a:lnTo>
                <a:lnTo>
                  <a:pt x="184917" y="68605"/>
                </a:lnTo>
                <a:lnTo>
                  <a:pt x="184771" y="68030"/>
                </a:lnTo>
                <a:lnTo>
                  <a:pt x="184606" y="67467"/>
                </a:lnTo>
                <a:lnTo>
                  <a:pt x="184421" y="66916"/>
                </a:lnTo>
                <a:lnTo>
                  <a:pt x="184216" y="66377"/>
                </a:lnTo>
                <a:lnTo>
                  <a:pt x="183992" y="65851"/>
                </a:lnTo>
                <a:lnTo>
                  <a:pt x="183749" y="65337"/>
                </a:lnTo>
                <a:lnTo>
                  <a:pt x="183486" y="64836"/>
                </a:lnTo>
                <a:lnTo>
                  <a:pt x="183203" y="64346"/>
                </a:lnTo>
                <a:lnTo>
                  <a:pt x="182901" y="63870"/>
                </a:lnTo>
                <a:lnTo>
                  <a:pt x="182579" y="63405"/>
                </a:lnTo>
                <a:lnTo>
                  <a:pt x="182238" y="62953"/>
                </a:lnTo>
                <a:lnTo>
                  <a:pt x="181875" y="62509"/>
                </a:lnTo>
                <a:lnTo>
                  <a:pt x="181490" y="62071"/>
                </a:lnTo>
                <a:lnTo>
                  <a:pt x="181080" y="61638"/>
                </a:lnTo>
                <a:lnTo>
                  <a:pt x="180648" y="61210"/>
                </a:lnTo>
                <a:lnTo>
                  <a:pt x="180192" y="60788"/>
                </a:lnTo>
                <a:lnTo>
                  <a:pt x="179713" y="60371"/>
                </a:lnTo>
                <a:lnTo>
                  <a:pt x="179211" y="59959"/>
                </a:lnTo>
                <a:lnTo>
                  <a:pt x="178685" y="59553"/>
                </a:lnTo>
                <a:lnTo>
                  <a:pt x="178136" y="59151"/>
                </a:lnTo>
                <a:lnTo>
                  <a:pt x="177564" y="58756"/>
                </a:lnTo>
                <a:lnTo>
                  <a:pt x="176969" y="58365"/>
                </a:lnTo>
                <a:lnTo>
                  <a:pt x="176350" y="57980"/>
                </a:lnTo>
                <a:lnTo>
                  <a:pt x="175708" y="57600"/>
                </a:lnTo>
                <a:lnTo>
                  <a:pt x="175043" y="57226"/>
                </a:lnTo>
                <a:lnTo>
                  <a:pt x="174354" y="56856"/>
                </a:lnTo>
                <a:lnTo>
                  <a:pt x="173642" y="56493"/>
                </a:lnTo>
                <a:lnTo>
                  <a:pt x="172907" y="56134"/>
                </a:lnTo>
                <a:lnTo>
                  <a:pt x="172149" y="55781"/>
                </a:lnTo>
                <a:lnTo>
                  <a:pt x="171367" y="55433"/>
                </a:lnTo>
                <a:lnTo>
                  <a:pt x="170562" y="55090"/>
                </a:lnTo>
                <a:lnTo>
                  <a:pt x="169734" y="54753"/>
                </a:lnTo>
                <a:lnTo>
                  <a:pt x="168882" y="54421"/>
                </a:lnTo>
                <a:lnTo>
                  <a:pt x="168007" y="54094"/>
                </a:lnTo>
                <a:lnTo>
                  <a:pt x="167109" y="53773"/>
                </a:lnTo>
                <a:lnTo>
                  <a:pt x="166333" y="53495"/>
                </a:lnTo>
                <a:lnTo>
                  <a:pt x="165578" y="53219"/>
                </a:lnTo>
                <a:lnTo>
                  <a:pt x="164844" y="52944"/>
                </a:lnTo>
                <a:lnTo>
                  <a:pt x="164130" y="52671"/>
                </a:lnTo>
                <a:lnTo>
                  <a:pt x="163437" y="52399"/>
                </a:lnTo>
                <a:lnTo>
                  <a:pt x="162764" y="52128"/>
                </a:lnTo>
                <a:lnTo>
                  <a:pt x="162113" y="51858"/>
                </a:lnTo>
                <a:lnTo>
                  <a:pt x="161482" y="51590"/>
                </a:lnTo>
                <a:lnTo>
                  <a:pt x="160872" y="51323"/>
                </a:lnTo>
                <a:lnTo>
                  <a:pt x="160282" y="51058"/>
                </a:lnTo>
                <a:lnTo>
                  <a:pt x="159713" y="50793"/>
                </a:lnTo>
                <a:lnTo>
                  <a:pt x="159165" y="50531"/>
                </a:lnTo>
                <a:lnTo>
                  <a:pt x="158638" y="50269"/>
                </a:lnTo>
                <a:lnTo>
                  <a:pt x="158131" y="50009"/>
                </a:lnTo>
                <a:lnTo>
                  <a:pt x="157645" y="49750"/>
                </a:lnTo>
                <a:lnTo>
                  <a:pt x="157180" y="49492"/>
                </a:lnTo>
                <a:lnTo>
                  <a:pt x="156736" y="49236"/>
                </a:lnTo>
                <a:lnTo>
                  <a:pt x="156312" y="48981"/>
                </a:lnTo>
                <a:lnTo>
                  <a:pt x="155909" y="48727"/>
                </a:lnTo>
                <a:lnTo>
                  <a:pt x="155526" y="48475"/>
                </a:lnTo>
                <a:lnTo>
                  <a:pt x="155165" y="48224"/>
                </a:lnTo>
                <a:lnTo>
                  <a:pt x="154824" y="47974"/>
                </a:lnTo>
                <a:lnTo>
                  <a:pt x="154503" y="47726"/>
                </a:lnTo>
                <a:lnTo>
                  <a:pt x="154204" y="47479"/>
                </a:lnTo>
                <a:lnTo>
                  <a:pt x="153922" y="47230"/>
                </a:lnTo>
                <a:lnTo>
                  <a:pt x="153656" y="46977"/>
                </a:lnTo>
                <a:lnTo>
                  <a:pt x="153404" y="46719"/>
                </a:lnTo>
                <a:lnTo>
                  <a:pt x="153168" y="46456"/>
                </a:lnTo>
                <a:lnTo>
                  <a:pt x="152946" y="46189"/>
                </a:lnTo>
                <a:lnTo>
                  <a:pt x="152740" y="45916"/>
                </a:lnTo>
                <a:lnTo>
                  <a:pt x="152549" y="45639"/>
                </a:lnTo>
                <a:lnTo>
                  <a:pt x="152373" y="45358"/>
                </a:lnTo>
                <a:lnTo>
                  <a:pt x="152212" y="45072"/>
                </a:lnTo>
                <a:lnTo>
                  <a:pt x="152066" y="44780"/>
                </a:lnTo>
                <a:lnTo>
                  <a:pt x="151936" y="44485"/>
                </a:lnTo>
                <a:lnTo>
                  <a:pt x="151820" y="44184"/>
                </a:lnTo>
                <a:lnTo>
                  <a:pt x="151719" y="43879"/>
                </a:lnTo>
                <a:lnTo>
                  <a:pt x="151634" y="43569"/>
                </a:lnTo>
                <a:lnTo>
                  <a:pt x="151563" y="43255"/>
                </a:lnTo>
                <a:lnTo>
                  <a:pt x="151508" y="42935"/>
                </a:lnTo>
                <a:lnTo>
                  <a:pt x="151468" y="42611"/>
                </a:lnTo>
                <a:lnTo>
                  <a:pt x="151443" y="42283"/>
                </a:lnTo>
                <a:lnTo>
                  <a:pt x="151433" y="41949"/>
                </a:lnTo>
                <a:lnTo>
                  <a:pt x="151438" y="41611"/>
                </a:lnTo>
                <a:lnTo>
                  <a:pt x="151458" y="41268"/>
                </a:lnTo>
                <a:lnTo>
                  <a:pt x="151493" y="40921"/>
                </a:lnTo>
                <a:lnTo>
                  <a:pt x="151544" y="40568"/>
                </a:lnTo>
                <a:lnTo>
                  <a:pt x="151609" y="40211"/>
                </a:lnTo>
                <a:lnTo>
                  <a:pt x="151681" y="39880"/>
                </a:lnTo>
                <a:lnTo>
                  <a:pt x="151763" y="39556"/>
                </a:lnTo>
                <a:lnTo>
                  <a:pt x="151854" y="39240"/>
                </a:lnTo>
                <a:lnTo>
                  <a:pt x="151954" y="38931"/>
                </a:lnTo>
                <a:lnTo>
                  <a:pt x="152063" y="38631"/>
                </a:lnTo>
                <a:lnTo>
                  <a:pt x="152182" y="38339"/>
                </a:lnTo>
                <a:lnTo>
                  <a:pt x="152310" y="38054"/>
                </a:lnTo>
                <a:lnTo>
                  <a:pt x="152448" y="37777"/>
                </a:lnTo>
                <a:lnTo>
                  <a:pt x="152595" y="37508"/>
                </a:lnTo>
                <a:lnTo>
                  <a:pt x="152751" y="37247"/>
                </a:lnTo>
                <a:lnTo>
                  <a:pt x="152917" y="36994"/>
                </a:lnTo>
                <a:lnTo>
                  <a:pt x="153092" y="36749"/>
                </a:lnTo>
                <a:lnTo>
                  <a:pt x="153276" y="36512"/>
                </a:lnTo>
                <a:lnTo>
                  <a:pt x="153470" y="36282"/>
                </a:lnTo>
                <a:lnTo>
                  <a:pt x="153673" y="36060"/>
                </a:lnTo>
                <a:lnTo>
                  <a:pt x="153886" y="35847"/>
                </a:lnTo>
                <a:lnTo>
                  <a:pt x="154107" y="35641"/>
                </a:lnTo>
                <a:lnTo>
                  <a:pt x="154339" y="35443"/>
                </a:lnTo>
                <a:lnTo>
                  <a:pt x="154579" y="35252"/>
                </a:lnTo>
                <a:lnTo>
                  <a:pt x="154829" y="35070"/>
                </a:lnTo>
                <a:lnTo>
                  <a:pt x="155088" y="34896"/>
                </a:lnTo>
                <a:lnTo>
                  <a:pt x="155357" y="34729"/>
                </a:lnTo>
                <a:lnTo>
                  <a:pt x="155635" y="34571"/>
                </a:lnTo>
                <a:lnTo>
                  <a:pt x="155922" y="34420"/>
                </a:lnTo>
                <a:lnTo>
                  <a:pt x="156217" y="34276"/>
                </a:lnTo>
                <a:lnTo>
                  <a:pt x="156517" y="34138"/>
                </a:lnTo>
                <a:lnTo>
                  <a:pt x="156823" y="34006"/>
                </a:lnTo>
                <a:lnTo>
                  <a:pt x="157133" y="33880"/>
                </a:lnTo>
                <a:lnTo>
                  <a:pt x="157450" y="33761"/>
                </a:lnTo>
                <a:lnTo>
                  <a:pt x="157771" y="33648"/>
                </a:lnTo>
                <a:lnTo>
                  <a:pt x="158098" y="33540"/>
                </a:lnTo>
                <a:lnTo>
                  <a:pt x="158431" y="33439"/>
                </a:lnTo>
                <a:lnTo>
                  <a:pt x="158768" y="33344"/>
                </a:lnTo>
                <a:lnTo>
                  <a:pt x="159112" y="33255"/>
                </a:lnTo>
                <a:lnTo>
                  <a:pt x="159460" y="33173"/>
                </a:lnTo>
                <a:lnTo>
                  <a:pt x="159814" y="33096"/>
                </a:lnTo>
                <a:lnTo>
                  <a:pt x="160173" y="33026"/>
                </a:lnTo>
                <a:lnTo>
                  <a:pt x="160538" y="32961"/>
                </a:lnTo>
                <a:lnTo>
                  <a:pt x="160908" y="32903"/>
                </a:lnTo>
                <a:lnTo>
                  <a:pt x="161284" y="32851"/>
                </a:lnTo>
                <a:lnTo>
                  <a:pt x="161664" y="32805"/>
                </a:lnTo>
                <a:lnTo>
                  <a:pt x="162051" y="32765"/>
                </a:lnTo>
                <a:lnTo>
                  <a:pt x="162442" y="32732"/>
                </a:lnTo>
                <a:lnTo>
                  <a:pt x="162839" y="32704"/>
                </a:lnTo>
                <a:lnTo>
                  <a:pt x="163241" y="32683"/>
                </a:lnTo>
                <a:lnTo>
                  <a:pt x="163649" y="32667"/>
                </a:lnTo>
                <a:lnTo>
                  <a:pt x="164062" y="32658"/>
                </a:lnTo>
                <a:lnTo>
                  <a:pt x="164481" y="32655"/>
                </a:lnTo>
                <a:lnTo>
                  <a:pt x="165097" y="32661"/>
                </a:lnTo>
                <a:lnTo>
                  <a:pt x="165700" y="32680"/>
                </a:lnTo>
                <a:lnTo>
                  <a:pt x="166290" y="32711"/>
                </a:lnTo>
                <a:lnTo>
                  <a:pt x="166866" y="32755"/>
                </a:lnTo>
                <a:lnTo>
                  <a:pt x="167428" y="32812"/>
                </a:lnTo>
                <a:lnTo>
                  <a:pt x="167977" y="32881"/>
                </a:lnTo>
                <a:lnTo>
                  <a:pt x="168512" y="32962"/>
                </a:lnTo>
                <a:lnTo>
                  <a:pt x="169033" y="33056"/>
                </a:lnTo>
                <a:lnTo>
                  <a:pt x="169541" y="33163"/>
                </a:lnTo>
                <a:lnTo>
                  <a:pt x="170036" y="33282"/>
                </a:lnTo>
                <a:lnTo>
                  <a:pt x="170517" y="33414"/>
                </a:lnTo>
                <a:lnTo>
                  <a:pt x="170984" y="33558"/>
                </a:lnTo>
                <a:lnTo>
                  <a:pt x="171438" y="33715"/>
                </a:lnTo>
                <a:lnTo>
                  <a:pt x="171878" y="33885"/>
                </a:lnTo>
                <a:lnTo>
                  <a:pt x="172304" y="34067"/>
                </a:lnTo>
                <a:lnTo>
                  <a:pt x="172717" y="34261"/>
                </a:lnTo>
                <a:lnTo>
                  <a:pt x="173117" y="34468"/>
                </a:lnTo>
                <a:lnTo>
                  <a:pt x="173503" y="34688"/>
                </a:lnTo>
                <a:lnTo>
                  <a:pt x="173875" y="34920"/>
                </a:lnTo>
                <a:lnTo>
                  <a:pt x="174234" y="35165"/>
                </a:lnTo>
                <a:lnTo>
                  <a:pt x="174579" y="35422"/>
                </a:lnTo>
                <a:lnTo>
                  <a:pt x="174910" y="35692"/>
                </a:lnTo>
                <a:lnTo>
                  <a:pt x="175228" y="35974"/>
                </a:lnTo>
                <a:lnTo>
                  <a:pt x="175533" y="36269"/>
                </a:lnTo>
                <a:lnTo>
                  <a:pt x="175824" y="36575"/>
                </a:lnTo>
                <a:lnTo>
                  <a:pt x="176102" y="36891"/>
                </a:lnTo>
                <a:lnTo>
                  <a:pt x="176368" y="37217"/>
                </a:lnTo>
                <a:lnTo>
                  <a:pt x="176620" y="37552"/>
                </a:lnTo>
                <a:lnTo>
                  <a:pt x="176860" y="37898"/>
                </a:lnTo>
                <a:lnTo>
                  <a:pt x="177087" y="38253"/>
                </a:lnTo>
                <a:lnTo>
                  <a:pt x="177301" y="38618"/>
                </a:lnTo>
                <a:lnTo>
                  <a:pt x="177502" y="38993"/>
                </a:lnTo>
                <a:lnTo>
                  <a:pt x="177690" y="39378"/>
                </a:lnTo>
                <a:lnTo>
                  <a:pt x="177866" y="39773"/>
                </a:lnTo>
                <a:lnTo>
                  <a:pt x="178028" y="40177"/>
                </a:lnTo>
                <a:lnTo>
                  <a:pt x="178178" y="40592"/>
                </a:lnTo>
                <a:lnTo>
                  <a:pt x="178315" y="41016"/>
                </a:lnTo>
                <a:lnTo>
                  <a:pt x="178439" y="41450"/>
                </a:lnTo>
                <a:lnTo>
                  <a:pt x="178550" y="41894"/>
                </a:lnTo>
                <a:lnTo>
                  <a:pt x="178648" y="42348"/>
                </a:lnTo>
                <a:lnTo>
                  <a:pt x="178733" y="42811"/>
                </a:lnTo>
                <a:lnTo>
                  <a:pt x="178805" y="43285"/>
                </a:lnTo>
                <a:lnTo>
                  <a:pt x="178865" y="43768"/>
                </a:lnTo>
                <a:lnTo>
                  <a:pt x="178912" y="44261"/>
                </a:lnTo>
                <a:lnTo>
                  <a:pt x="178945" y="44764"/>
                </a:lnTo>
                <a:lnTo>
                  <a:pt x="178966" y="45277"/>
                </a:lnTo>
                <a:lnTo>
                  <a:pt x="178974" y="45800"/>
                </a:lnTo>
                <a:lnTo>
                  <a:pt x="178970" y="46332"/>
                </a:lnTo>
                <a:lnTo>
                  <a:pt x="189887" y="46332"/>
                </a:lnTo>
                <a:lnTo>
                  <a:pt x="189904" y="45768"/>
                </a:lnTo>
                <a:lnTo>
                  <a:pt x="189909" y="45209"/>
                </a:lnTo>
                <a:lnTo>
                  <a:pt x="189902" y="44658"/>
                </a:lnTo>
                <a:lnTo>
                  <a:pt x="189884" y="44113"/>
                </a:lnTo>
                <a:lnTo>
                  <a:pt x="189854" y="43574"/>
                </a:lnTo>
                <a:lnTo>
                  <a:pt x="189813" y="43042"/>
                </a:lnTo>
                <a:lnTo>
                  <a:pt x="189760" y="42517"/>
                </a:lnTo>
                <a:lnTo>
                  <a:pt x="189696" y="41998"/>
                </a:lnTo>
                <a:lnTo>
                  <a:pt x="189620" y="41485"/>
                </a:lnTo>
                <a:lnTo>
                  <a:pt x="189532" y="40979"/>
                </a:lnTo>
                <a:lnTo>
                  <a:pt x="189433" y="40480"/>
                </a:lnTo>
                <a:lnTo>
                  <a:pt x="189322" y="39987"/>
                </a:lnTo>
                <a:lnTo>
                  <a:pt x="189200" y="39501"/>
                </a:lnTo>
                <a:lnTo>
                  <a:pt x="189066" y="39021"/>
                </a:lnTo>
                <a:lnTo>
                  <a:pt x="188921" y="38547"/>
                </a:lnTo>
                <a:lnTo>
                  <a:pt x="188764" y="38080"/>
                </a:lnTo>
                <a:lnTo>
                  <a:pt x="188595" y="37620"/>
                </a:lnTo>
                <a:lnTo>
                  <a:pt x="188415" y="37166"/>
                </a:lnTo>
                <a:lnTo>
                  <a:pt x="188223" y="36719"/>
                </a:lnTo>
                <a:lnTo>
                  <a:pt x="188020" y="36278"/>
                </a:lnTo>
                <a:lnTo>
                  <a:pt x="187805" y="35844"/>
                </a:lnTo>
                <a:lnTo>
                  <a:pt x="187578" y="35416"/>
                </a:lnTo>
                <a:lnTo>
                  <a:pt x="187340" y="34995"/>
                </a:lnTo>
                <a:lnTo>
                  <a:pt x="187090" y="34580"/>
                </a:lnTo>
                <a:lnTo>
                  <a:pt x="186830" y="34172"/>
                </a:lnTo>
                <a:lnTo>
                  <a:pt x="186561" y="33773"/>
                </a:lnTo>
                <a:lnTo>
                  <a:pt x="186283" y="33381"/>
                </a:lnTo>
                <a:lnTo>
                  <a:pt x="185995" y="32998"/>
                </a:lnTo>
                <a:lnTo>
                  <a:pt x="185699" y="32622"/>
                </a:lnTo>
                <a:lnTo>
                  <a:pt x="185393" y="32254"/>
                </a:lnTo>
                <a:lnTo>
                  <a:pt x="185078" y="31895"/>
                </a:lnTo>
                <a:lnTo>
                  <a:pt x="184754" y="31543"/>
                </a:lnTo>
                <a:lnTo>
                  <a:pt x="184421" y="31199"/>
                </a:lnTo>
                <a:lnTo>
                  <a:pt x="184079" y="30864"/>
                </a:lnTo>
                <a:lnTo>
                  <a:pt x="183727" y="30536"/>
                </a:lnTo>
                <a:lnTo>
                  <a:pt x="183367" y="30216"/>
                </a:lnTo>
                <a:lnTo>
                  <a:pt x="182997" y="29904"/>
                </a:lnTo>
                <a:lnTo>
                  <a:pt x="182619" y="29600"/>
                </a:lnTo>
                <a:lnTo>
                  <a:pt x="182231" y="29304"/>
                </a:lnTo>
                <a:lnTo>
                  <a:pt x="181834" y="29017"/>
                </a:lnTo>
                <a:lnTo>
                  <a:pt x="181428" y="28737"/>
                </a:lnTo>
                <a:lnTo>
                  <a:pt x="181012" y="28465"/>
                </a:lnTo>
                <a:lnTo>
                  <a:pt x="180588" y="28201"/>
                </a:lnTo>
                <a:lnTo>
                  <a:pt x="180155" y="27945"/>
                </a:lnTo>
                <a:lnTo>
                  <a:pt x="179712" y="27697"/>
                </a:lnTo>
                <a:lnTo>
                  <a:pt x="179260" y="27456"/>
                </a:lnTo>
                <a:lnTo>
                  <a:pt x="178799" y="27224"/>
                </a:lnTo>
                <a:lnTo>
                  <a:pt x="178329" y="27000"/>
                </a:lnTo>
                <a:lnTo>
                  <a:pt x="177852" y="26784"/>
                </a:lnTo>
                <a:lnTo>
                  <a:pt x="177368" y="26578"/>
                </a:lnTo>
                <a:lnTo>
                  <a:pt x="176877" y="26381"/>
                </a:lnTo>
                <a:lnTo>
                  <a:pt x="176380" y="26192"/>
                </a:lnTo>
                <a:lnTo>
                  <a:pt x="175876" y="26013"/>
                </a:lnTo>
                <a:lnTo>
                  <a:pt x="175366" y="25843"/>
                </a:lnTo>
                <a:lnTo>
                  <a:pt x="174850" y="25683"/>
                </a:lnTo>
                <a:lnTo>
                  <a:pt x="174327" y="25531"/>
                </a:lnTo>
                <a:lnTo>
                  <a:pt x="173798" y="25389"/>
                </a:lnTo>
                <a:lnTo>
                  <a:pt x="173262" y="25256"/>
                </a:lnTo>
                <a:lnTo>
                  <a:pt x="172720" y="25132"/>
                </a:lnTo>
                <a:lnTo>
                  <a:pt x="172172" y="25017"/>
                </a:lnTo>
                <a:lnTo>
                  <a:pt x="171617" y="24912"/>
                </a:lnTo>
                <a:lnTo>
                  <a:pt x="171055" y="24815"/>
                </a:lnTo>
                <a:lnTo>
                  <a:pt x="170487" y="24728"/>
                </a:lnTo>
                <a:lnTo>
                  <a:pt x="169913" y="24650"/>
                </a:lnTo>
                <a:lnTo>
                  <a:pt x="169332" y="24581"/>
                </a:lnTo>
                <a:lnTo>
                  <a:pt x="168745" y="24522"/>
                </a:lnTo>
                <a:lnTo>
                  <a:pt x="168152" y="24471"/>
                </a:lnTo>
                <a:lnTo>
                  <a:pt x="167552" y="24430"/>
                </a:lnTo>
                <a:lnTo>
                  <a:pt x="166945" y="24398"/>
                </a:lnTo>
                <a:lnTo>
                  <a:pt x="166332" y="24375"/>
                </a:lnTo>
                <a:lnTo>
                  <a:pt x="165713" y="24361"/>
                </a:lnTo>
                <a:lnTo>
                  <a:pt x="165087" y="24356"/>
                </a:lnTo>
                <a:lnTo>
                  <a:pt x="164268" y="24363"/>
                </a:lnTo>
                <a:lnTo>
                  <a:pt x="163460" y="24382"/>
                </a:lnTo>
                <a:lnTo>
                  <a:pt x="162664" y="24414"/>
                </a:lnTo>
                <a:lnTo>
                  <a:pt x="161881" y="24460"/>
                </a:lnTo>
                <a:lnTo>
                  <a:pt x="161109" y="24518"/>
                </a:lnTo>
                <a:lnTo>
                  <a:pt x="160349" y="24589"/>
                </a:lnTo>
                <a:lnTo>
                  <a:pt x="159601" y="24673"/>
                </a:lnTo>
                <a:lnTo>
                  <a:pt x="158865" y="24770"/>
                </a:lnTo>
                <a:lnTo>
                  <a:pt x="158141" y="24880"/>
                </a:lnTo>
                <a:lnTo>
                  <a:pt x="157429" y="25002"/>
                </a:lnTo>
                <a:lnTo>
                  <a:pt x="156728" y="25138"/>
                </a:lnTo>
                <a:lnTo>
                  <a:pt x="156040" y="25287"/>
                </a:lnTo>
                <a:lnTo>
                  <a:pt x="155364" y="25448"/>
                </a:lnTo>
                <a:lnTo>
                  <a:pt x="154699" y="25623"/>
                </a:lnTo>
                <a:lnTo>
                  <a:pt x="154047" y="25810"/>
                </a:lnTo>
                <a:lnTo>
                  <a:pt x="153406" y="26010"/>
                </a:lnTo>
                <a:lnTo>
                  <a:pt x="152778" y="26223"/>
                </a:lnTo>
                <a:lnTo>
                  <a:pt x="152161" y="26450"/>
                </a:lnTo>
                <a:lnTo>
                  <a:pt x="151556" y="26689"/>
                </a:lnTo>
                <a:lnTo>
                  <a:pt x="150963" y="26941"/>
                </a:lnTo>
                <a:lnTo>
                  <a:pt x="150383" y="27205"/>
                </a:lnTo>
                <a:lnTo>
                  <a:pt x="149814" y="27483"/>
                </a:lnTo>
                <a:lnTo>
                  <a:pt x="149257" y="27774"/>
                </a:lnTo>
                <a:lnTo>
                  <a:pt x="148712" y="28078"/>
                </a:lnTo>
                <a:lnTo>
                  <a:pt x="148181" y="28393"/>
                </a:lnTo>
                <a:lnTo>
                  <a:pt x="147668" y="28721"/>
                </a:lnTo>
                <a:lnTo>
                  <a:pt x="147173" y="29060"/>
                </a:lnTo>
                <a:lnTo>
                  <a:pt x="146695" y="29411"/>
                </a:lnTo>
                <a:lnTo>
                  <a:pt x="146235" y="29774"/>
                </a:lnTo>
                <a:lnTo>
                  <a:pt x="145793" y="30148"/>
                </a:lnTo>
                <a:lnTo>
                  <a:pt x="145368" y="30534"/>
                </a:lnTo>
                <a:lnTo>
                  <a:pt x="144960" y="30932"/>
                </a:lnTo>
                <a:lnTo>
                  <a:pt x="144570" y="31341"/>
                </a:lnTo>
                <a:lnTo>
                  <a:pt x="144198" y="31763"/>
                </a:lnTo>
                <a:lnTo>
                  <a:pt x="143843" y="32196"/>
                </a:lnTo>
                <a:lnTo>
                  <a:pt x="143506" y="32640"/>
                </a:lnTo>
                <a:lnTo>
                  <a:pt x="143186" y="33097"/>
                </a:lnTo>
                <a:lnTo>
                  <a:pt x="142884" y="33565"/>
                </a:lnTo>
                <a:lnTo>
                  <a:pt x="142599" y="34044"/>
                </a:lnTo>
                <a:lnTo>
                  <a:pt x="142332" y="34536"/>
                </a:lnTo>
                <a:lnTo>
                  <a:pt x="142082" y="35039"/>
                </a:lnTo>
                <a:lnTo>
                  <a:pt x="141850" y="35554"/>
                </a:lnTo>
                <a:lnTo>
                  <a:pt x="141636" y="36081"/>
                </a:lnTo>
                <a:lnTo>
                  <a:pt x="141439" y="36619"/>
                </a:lnTo>
                <a:lnTo>
                  <a:pt x="141260" y="37169"/>
                </a:lnTo>
                <a:lnTo>
                  <a:pt x="141098" y="37731"/>
                </a:lnTo>
                <a:lnTo>
                  <a:pt x="140954" y="38304"/>
                </a:lnTo>
                <a:lnTo>
                  <a:pt x="140827" y="38890"/>
                </a:lnTo>
                <a:lnTo>
                  <a:pt x="140703" y="39574"/>
                </a:lnTo>
                <a:lnTo>
                  <a:pt x="140601" y="40250"/>
                </a:lnTo>
                <a:lnTo>
                  <a:pt x="140522" y="40916"/>
                </a:lnTo>
                <a:lnTo>
                  <a:pt x="140464" y="41573"/>
                </a:lnTo>
                <a:lnTo>
                  <a:pt x="140428" y="42220"/>
                </a:lnTo>
                <a:lnTo>
                  <a:pt x="140414" y="42858"/>
                </a:lnTo>
                <a:lnTo>
                  <a:pt x="140422" y="43486"/>
                </a:lnTo>
                <a:lnTo>
                  <a:pt x="140452" y="44105"/>
                </a:lnTo>
                <a:lnTo>
                  <a:pt x="140505" y="44715"/>
                </a:lnTo>
                <a:lnTo>
                  <a:pt x="140579" y="45315"/>
                </a:lnTo>
                <a:lnTo>
                  <a:pt x="140675" y="45906"/>
                </a:lnTo>
                <a:lnTo>
                  <a:pt x="140793" y="46487"/>
                </a:lnTo>
                <a:lnTo>
                  <a:pt x="140933" y="47059"/>
                </a:lnTo>
                <a:lnTo>
                  <a:pt x="141095" y="47622"/>
                </a:lnTo>
                <a:lnTo>
                  <a:pt x="141280" y="48175"/>
                </a:lnTo>
                <a:lnTo>
                  <a:pt x="141486" y="48718"/>
                </a:lnTo>
                <a:lnTo>
                  <a:pt x="141714" y="49253"/>
                </a:lnTo>
                <a:lnTo>
                  <a:pt x="141964" y="49778"/>
                </a:lnTo>
                <a:lnTo>
                  <a:pt x="142236" y="50293"/>
                </a:lnTo>
                <a:lnTo>
                  <a:pt x="142530" y="50799"/>
                </a:lnTo>
                <a:lnTo>
                  <a:pt x="142846" y="51296"/>
                </a:lnTo>
                <a:lnTo>
                  <a:pt x="143185" y="51783"/>
                </a:lnTo>
                <a:lnTo>
                  <a:pt x="143545" y="52261"/>
                </a:lnTo>
                <a:lnTo>
                  <a:pt x="143927" y="52729"/>
                </a:lnTo>
                <a:lnTo>
                  <a:pt x="144331" y="53190"/>
                </a:lnTo>
                <a:lnTo>
                  <a:pt x="144757" y="53645"/>
                </a:lnTo>
                <a:lnTo>
                  <a:pt x="145206" y="54094"/>
                </a:lnTo>
                <a:lnTo>
                  <a:pt x="145677" y="54537"/>
                </a:lnTo>
                <a:lnTo>
                  <a:pt x="146170" y="54975"/>
                </a:lnTo>
                <a:lnTo>
                  <a:pt x="146686" y="55407"/>
                </a:lnTo>
                <a:lnTo>
                  <a:pt x="147223" y="55833"/>
                </a:lnTo>
                <a:lnTo>
                  <a:pt x="147783" y="56253"/>
                </a:lnTo>
                <a:lnTo>
                  <a:pt x="148365" y="56667"/>
                </a:lnTo>
                <a:lnTo>
                  <a:pt x="148969" y="57076"/>
                </a:lnTo>
                <a:lnTo>
                  <a:pt x="149596" y="57479"/>
                </a:lnTo>
                <a:lnTo>
                  <a:pt x="150245" y="57876"/>
                </a:lnTo>
                <a:lnTo>
                  <a:pt x="150916" y="58267"/>
                </a:lnTo>
                <a:lnTo>
                  <a:pt x="151609" y="58652"/>
                </a:lnTo>
                <a:lnTo>
                  <a:pt x="152324" y="59032"/>
                </a:lnTo>
                <a:lnTo>
                  <a:pt x="153062" y="59406"/>
                </a:lnTo>
                <a:lnTo>
                  <a:pt x="153822" y="59774"/>
                </a:lnTo>
                <a:lnTo>
                  <a:pt x="154604" y="60136"/>
                </a:lnTo>
                <a:lnTo>
                  <a:pt x="155408" y="60492"/>
                </a:lnTo>
                <a:lnTo>
                  <a:pt x="156235" y="60843"/>
                </a:lnTo>
                <a:lnTo>
                  <a:pt x="157084" y="61188"/>
                </a:lnTo>
                <a:lnTo>
                  <a:pt x="157955" y="61527"/>
                </a:lnTo>
                <a:lnTo>
                  <a:pt x="158848" y="61860"/>
                </a:lnTo>
                <a:lnTo>
                  <a:pt x="159763" y="62187"/>
                </a:lnTo>
                <a:lnTo>
                  <a:pt x="160259" y="62361"/>
                </a:lnTo>
                <a:lnTo>
                  <a:pt x="160745" y="62534"/>
                </a:lnTo>
                <a:lnTo>
                  <a:pt x="161221" y="62708"/>
                </a:lnTo>
                <a:lnTo>
                  <a:pt x="161689" y="62881"/>
                </a:lnTo>
                <a:lnTo>
                  <a:pt x="162147" y="63053"/>
                </a:lnTo>
                <a:lnTo>
                  <a:pt x="162596" y="63226"/>
                </a:lnTo>
                <a:lnTo>
                  <a:pt x="163036" y="63398"/>
                </a:lnTo>
                <a:lnTo>
                  <a:pt x="163466" y="63570"/>
                </a:lnTo>
                <a:lnTo>
                  <a:pt x="163887" y="63742"/>
                </a:lnTo>
                <a:lnTo>
                  <a:pt x="164299" y="63913"/>
                </a:lnTo>
                <a:lnTo>
                  <a:pt x="164702" y="64085"/>
                </a:lnTo>
                <a:lnTo>
                  <a:pt x="165096" y="64256"/>
                </a:lnTo>
                <a:lnTo>
                  <a:pt x="165480" y="64427"/>
                </a:lnTo>
                <a:lnTo>
                  <a:pt x="165855" y="64597"/>
                </a:lnTo>
                <a:lnTo>
                  <a:pt x="166221" y="64768"/>
                </a:lnTo>
                <a:lnTo>
                  <a:pt x="166577" y="64938"/>
                </a:lnTo>
                <a:lnTo>
                  <a:pt x="166925" y="65108"/>
                </a:lnTo>
                <a:lnTo>
                  <a:pt x="167263" y="65277"/>
                </a:lnTo>
                <a:lnTo>
                  <a:pt x="167592" y="65447"/>
                </a:lnTo>
                <a:lnTo>
                  <a:pt x="167911" y="65616"/>
                </a:lnTo>
                <a:lnTo>
                  <a:pt x="168221" y="65785"/>
                </a:lnTo>
                <a:lnTo>
                  <a:pt x="168523" y="65954"/>
                </a:lnTo>
                <a:lnTo>
                  <a:pt x="168814" y="66122"/>
                </a:lnTo>
                <a:lnTo>
                  <a:pt x="169097" y="66290"/>
                </a:lnTo>
                <a:lnTo>
                  <a:pt x="169371" y="66459"/>
                </a:lnTo>
                <a:lnTo>
                  <a:pt x="169638" y="66629"/>
                </a:lnTo>
                <a:lnTo>
                  <a:pt x="169896" y="66801"/>
                </a:lnTo>
                <a:lnTo>
                  <a:pt x="170147" y="66974"/>
                </a:lnTo>
                <a:lnTo>
                  <a:pt x="170390" y="67148"/>
                </a:lnTo>
                <a:lnTo>
                  <a:pt x="170626" y="67324"/>
                </a:lnTo>
                <a:lnTo>
                  <a:pt x="170854" y="67502"/>
                </a:lnTo>
                <a:lnTo>
                  <a:pt x="171074" y="67681"/>
                </a:lnTo>
                <a:lnTo>
                  <a:pt x="171286" y="67861"/>
                </a:lnTo>
                <a:lnTo>
                  <a:pt x="171491" y="68043"/>
                </a:lnTo>
                <a:lnTo>
                  <a:pt x="171688" y="68226"/>
                </a:lnTo>
                <a:lnTo>
                  <a:pt x="171877" y="68411"/>
                </a:lnTo>
                <a:lnTo>
                  <a:pt x="172058" y="68597"/>
                </a:lnTo>
                <a:lnTo>
                  <a:pt x="172232" y="68785"/>
                </a:lnTo>
                <a:lnTo>
                  <a:pt x="172398" y="68974"/>
                </a:lnTo>
                <a:lnTo>
                  <a:pt x="172556" y="69164"/>
                </a:lnTo>
                <a:lnTo>
                  <a:pt x="172707" y="69356"/>
                </a:lnTo>
                <a:lnTo>
                  <a:pt x="172850" y="69550"/>
                </a:lnTo>
                <a:lnTo>
                  <a:pt x="172985" y="69745"/>
                </a:lnTo>
                <a:lnTo>
                  <a:pt x="173112" y="69941"/>
                </a:lnTo>
                <a:lnTo>
                  <a:pt x="173232" y="70139"/>
                </a:lnTo>
                <a:lnTo>
                  <a:pt x="173344" y="70338"/>
                </a:lnTo>
                <a:lnTo>
                  <a:pt x="173448" y="70539"/>
                </a:lnTo>
                <a:lnTo>
                  <a:pt x="173545" y="70741"/>
                </a:lnTo>
                <a:lnTo>
                  <a:pt x="173634" y="70945"/>
                </a:lnTo>
                <a:lnTo>
                  <a:pt x="173718" y="71153"/>
                </a:lnTo>
                <a:lnTo>
                  <a:pt x="173796" y="71364"/>
                </a:lnTo>
                <a:lnTo>
                  <a:pt x="173868" y="71577"/>
                </a:lnTo>
                <a:lnTo>
                  <a:pt x="173933" y="71794"/>
                </a:lnTo>
                <a:lnTo>
                  <a:pt x="173993" y="72014"/>
                </a:lnTo>
                <a:lnTo>
                  <a:pt x="174047" y="72237"/>
                </a:lnTo>
                <a:lnTo>
                  <a:pt x="174095" y="72464"/>
                </a:lnTo>
                <a:lnTo>
                  <a:pt x="174137" y="72693"/>
                </a:lnTo>
                <a:lnTo>
                  <a:pt x="174173" y="72926"/>
                </a:lnTo>
                <a:lnTo>
                  <a:pt x="174203" y="73162"/>
                </a:lnTo>
                <a:lnTo>
                  <a:pt x="174227" y="73400"/>
                </a:lnTo>
                <a:lnTo>
                  <a:pt x="174245" y="73642"/>
                </a:lnTo>
                <a:lnTo>
                  <a:pt x="174257" y="73888"/>
                </a:lnTo>
                <a:lnTo>
                  <a:pt x="174263" y="74136"/>
                </a:lnTo>
                <a:lnTo>
                  <a:pt x="174264" y="74387"/>
                </a:lnTo>
                <a:lnTo>
                  <a:pt x="174258" y="74642"/>
                </a:lnTo>
                <a:lnTo>
                  <a:pt x="174246" y="74900"/>
                </a:lnTo>
                <a:lnTo>
                  <a:pt x="174228" y="75160"/>
                </a:lnTo>
                <a:lnTo>
                  <a:pt x="174205" y="75424"/>
                </a:lnTo>
                <a:lnTo>
                  <a:pt x="174175" y="75692"/>
                </a:lnTo>
                <a:lnTo>
                  <a:pt x="174139" y="75962"/>
                </a:lnTo>
                <a:lnTo>
                  <a:pt x="174098" y="76235"/>
                </a:lnTo>
                <a:lnTo>
                  <a:pt x="174050" y="76512"/>
                </a:lnTo>
                <a:lnTo>
                  <a:pt x="173983" y="76878"/>
                </a:lnTo>
                <a:lnTo>
                  <a:pt x="173906" y="77237"/>
                </a:lnTo>
                <a:lnTo>
                  <a:pt x="173819" y="77591"/>
                </a:lnTo>
                <a:lnTo>
                  <a:pt x="173721" y="77938"/>
                </a:lnTo>
                <a:lnTo>
                  <a:pt x="173613" y="78279"/>
                </a:lnTo>
                <a:lnTo>
                  <a:pt x="173494" y="78614"/>
                </a:lnTo>
                <a:lnTo>
                  <a:pt x="173366" y="78943"/>
                </a:lnTo>
                <a:lnTo>
                  <a:pt x="173227" y="79265"/>
                </a:lnTo>
                <a:lnTo>
                  <a:pt x="173077" y="79582"/>
                </a:lnTo>
                <a:lnTo>
                  <a:pt x="172918" y="79892"/>
                </a:lnTo>
                <a:lnTo>
                  <a:pt x="172748" y="80196"/>
                </a:lnTo>
                <a:lnTo>
                  <a:pt x="172568" y="80494"/>
                </a:lnTo>
                <a:lnTo>
                  <a:pt x="172377" y="80785"/>
                </a:lnTo>
                <a:lnTo>
                  <a:pt x="172176" y="81071"/>
                </a:lnTo>
                <a:lnTo>
                  <a:pt x="171965" y="81350"/>
                </a:lnTo>
                <a:lnTo>
                  <a:pt x="171744" y="81623"/>
                </a:lnTo>
                <a:lnTo>
                  <a:pt x="171512" y="81889"/>
                </a:lnTo>
                <a:lnTo>
                  <a:pt x="171270" y="82150"/>
                </a:lnTo>
                <a:lnTo>
                  <a:pt x="171018" y="82404"/>
                </a:lnTo>
                <a:lnTo>
                  <a:pt x="170756" y="82653"/>
                </a:lnTo>
                <a:lnTo>
                  <a:pt x="170483" y="82895"/>
                </a:lnTo>
                <a:lnTo>
                  <a:pt x="170200" y="83130"/>
                </a:lnTo>
                <a:lnTo>
                  <a:pt x="169906" y="83360"/>
                </a:lnTo>
                <a:lnTo>
                  <a:pt x="169602" y="83583"/>
                </a:lnTo>
                <a:lnTo>
                  <a:pt x="169288" y="83799"/>
                </a:lnTo>
                <a:lnTo>
                  <a:pt x="168963" y="84005"/>
                </a:lnTo>
                <a:lnTo>
                  <a:pt x="168627" y="84203"/>
                </a:lnTo>
                <a:lnTo>
                  <a:pt x="168281" y="84391"/>
                </a:lnTo>
                <a:lnTo>
                  <a:pt x="167924" y="84570"/>
                </a:lnTo>
                <a:lnTo>
                  <a:pt x="167555" y="84739"/>
                </a:lnTo>
                <a:lnTo>
                  <a:pt x="167177" y="84900"/>
                </a:lnTo>
                <a:lnTo>
                  <a:pt x="166787" y="85051"/>
                </a:lnTo>
                <a:lnTo>
                  <a:pt x="166387" y="85193"/>
                </a:lnTo>
                <a:lnTo>
                  <a:pt x="165976" y="85326"/>
                </a:lnTo>
                <a:lnTo>
                  <a:pt x="165554" y="85450"/>
                </a:lnTo>
                <a:lnTo>
                  <a:pt x="165121" y="85565"/>
                </a:lnTo>
                <a:lnTo>
                  <a:pt x="164678" y="85670"/>
                </a:lnTo>
                <a:lnTo>
                  <a:pt x="164223" y="85767"/>
                </a:lnTo>
                <a:lnTo>
                  <a:pt x="163758" y="85854"/>
                </a:lnTo>
                <a:lnTo>
                  <a:pt x="163283" y="85932"/>
                </a:lnTo>
                <a:lnTo>
                  <a:pt x="162796" y="86001"/>
                </a:lnTo>
                <a:lnTo>
                  <a:pt x="162299" y="86060"/>
                </a:lnTo>
                <a:lnTo>
                  <a:pt x="161791" y="86111"/>
                </a:lnTo>
                <a:lnTo>
                  <a:pt x="161272" y="86152"/>
                </a:lnTo>
                <a:lnTo>
                  <a:pt x="160743" y="86184"/>
                </a:lnTo>
                <a:lnTo>
                  <a:pt x="160202" y="86207"/>
                </a:lnTo>
                <a:lnTo>
                  <a:pt x="159651" y="86221"/>
                </a:lnTo>
                <a:lnTo>
                  <a:pt x="159090" y="86225"/>
                </a:lnTo>
                <a:lnTo>
                  <a:pt x="158483" y="86220"/>
                </a:lnTo>
                <a:lnTo>
                  <a:pt x="157886" y="86202"/>
                </a:lnTo>
                <a:lnTo>
                  <a:pt x="157299" y="86173"/>
                </a:lnTo>
                <a:lnTo>
                  <a:pt x="156723" y="86133"/>
                </a:lnTo>
                <a:lnTo>
                  <a:pt x="156156" y="86081"/>
                </a:lnTo>
                <a:lnTo>
                  <a:pt x="155600" y="86017"/>
                </a:lnTo>
                <a:lnTo>
                  <a:pt x="155054" y="85942"/>
                </a:lnTo>
                <a:lnTo>
                  <a:pt x="154518" y="85856"/>
                </a:lnTo>
                <a:lnTo>
                  <a:pt x="153993" y="85758"/>
                </a:lnTo>
                <a:lnTo>
                  <a:pt x="153477" y="85648"/>
                </a:lnTo>
                <a:lnTo>
                  <a:pt x="152972" y="85527"/>
                </a:lnTo>
                <a:lnTo>
                  <a:pt x="152477" y="85394"/>
                </a:lnTo>
                <a:lnTo>
                  <a:pt x="151992" y="85250"/>
                </a:lnTo>
                <a:lnTo>
                  <a:pt x="151517" y="85094"/>
                </a:lnTo>
                <a:lnTo>
                  <a:pt x="151053" y="84926"/>
                </a:lnTo>
                <a:lnTo>
                  <a:pt x="150598" y="84748"/>
                </a:lnTo>
                <a:lnTo>
                  <a:pt x="150154" y="84557"/>
                </a:lnTo>
                <a:lnTo>
                  <a:pt x="149720" y="84355"/>
                </a:lnTo>
                <a:lnTo>
                  <a:pt x="149296" y="84141"/>
                </a:lnTo>
                <a:lnTo>
                  <a:pt x="148883" y="83916"/>
                </a:lnTo>
                <a:lnTo>
                  <a:pt x="148479" y="83680"/>
                </a:lnTo>
                <a:lnTo>
                  <a:pt x="148086" y="83431"/>
                </a:lnTo>
                <a:lnTo>
                  <a:pt x="147703" y="83172"/>
                </a:lnTo>
                <a:lnTo>
                  <a:pt x="147330" y="82900"/>
                </a:lnTo>
                <a:lnTo>
                  <a:pt x="146970" y="82615"/>
                </a:lnTo>
                <a:lnTo>
                  <a:pt x="146626" y="82313"/>
                </a:lnTo>
                <a:lnTo>
                  <a:pt x="146299" y="81995"/>
                </a:lnTo>
                <a:lnTo>
                  <a:pt x="145987" y="81660"/>
                </a:lnTo>
                <a:lnTo>
                  <a:pt x="145691" y="81308"/>
                </a:lnTo>
                <a:lnTo>
                  <a:pt x="145412" y="80941"/>
                </a:lnTo>
                <a:lnTo>
                  <a:pt x="145148" y="80556"/>
                </a:lnTo>
                <a:lnTo>
                  <a:pt x="144900" y="80156"/>
                </a:lnTo>
                <a:lnTo>
                  <a:pt x="144669" y="79739"/>
                </a:lnTo>
                <a:lnTo>
                  <a:pt x="144453" y="79305"/>
                </a:lnTo>
                <a:lnTo>
                  <a:pt x="144254" y="78855"/>
                </a:lnTo>
                <a:lnTo>
                  <a:pt x="144070" y="78388"/>
                </a:lnTo>
                <a:lnTo>
                  <a:pt x="143903" y="77905"/>
                </a:lnTo>
                <a:lnTo>
                  <a:pt x="143751" y="77406"/>
                </a:lnTo>
                <a:lnTo>
                  <a:pt x="143616" y="76890"/>
                </a:lnTo>
                <a:lnTo>
                  <a:pt x="143496" y="76358"/>
                </a:lnTo>
                <a:lnTo>
                  <a:pt x="143393" y="75809"/>
                </a:lnTo>
                <a:lnTo>
                  <a:pt x="143306" y="75244"/>
                </a:lnTo>
                <a:lnTo>
                  <a:pt x="143234" y="74662"/>
                </a:lnTo>
                <a:lnTo>
                  <a:pt x="143179" y="74064"/>
                </a:lnTo>
                <a:lnTo>
                  <a:pt x="143140" y="73449"/>
                </a:lnTo>
                <a:lnTo>
                  <a:pt x="143117" y="72818"/>
                </a:lnTo>
                <a:lnTo>
                  <a:pt x="143109" y="72171"/>
                </a:lnTo>
                <a:lnTo>
                  <a:pt x="143118" y="71507"/>
                </a:lnTo>
                <a:lnTo>
                  <a:pt x="132201" y="71507"/>
                </a:lnTo>
                <a:lnTo>
                  <a:pt x="132179" y="72157"/>
                </a:lnTo>
                <a:lnTo>
                  <a:pt x="132170" y="72797"/>
                </a:lnTo>
                <a:lnTo>
                  <a:pt x="132174" y="73429"/>
                </a:lnTo>
                <a:lnTo>
                  <a:pt x="132191" y="74051"/>
                </a:lnTo>
                <a:lnTo>
                  <a:pt x="132220" y="74663"/>
                </a:lnTo>
                <a:lnTo>
                  <a:pt x="132262" y="75266"/>
                </a:lnTo>
                <a:lnTo>
                  <a:pt x="132317" y="75860"/>
                </a:lnTo>
                <a:lnTo>
                  <a:pt x="132384" y="76444"/>
                </a:lnTo>
                <a:lnTo>
                  <a:pt x="132465" y="77019"/>
                </a:lnTo>
                <a:lnTo>
                  <a:pt x="132558" y="77584"/>
                </a:lnTo>
                <a:lnTo>
                  <a:pt x="132664" y="78140"/>
                </a:lnTo>
                <a:lnTo>
                  <a:pt x="132782" y="78687"/>
                </a:lnTo>
                <a:lnTo>
                  <a:pt x="132914" y="79224"/>
                </a:lnTo>
                <a:lnTo>
                  <a:pt x="133058" y="79752"/>
                </a:lnTo>
                <a:lnTo>
                  <a:pt x="133214" y="80270"/>
                </a:lnTo>
                <a:lnTo>
                  <a:pt x="133384" y="80779"/>
                </a:lnTo>
                <a:lnTo>
                  <a:pt x="133566" y="81278"/>
                </a:lnTo>
                <a:lnTo>
                  <a:pt x="133761" y="81768"/>
                </a:lnTo>
                <a:lnTo>
                  <a:pt x="133969" y="82249"/>
                </a:lnTo>
                <a:lnTo>
                  <a:pt x="134190" y="82720"/>
                </a:lnTo>
                <a:lnTo>
                  <a:pt x="134423" y="83182"/>
                </a:lnTo>
                <a:lnTo>
                  <a:pt x="134669" y="83635"/>
                </a:lnTo>
                <a:lnTo>
                  <a:pt x="134928" y="84078"/>
                </a:lnTo>
                <a:lnTo>
                  <a:pt x="135200" y="84511"/>
                </a:lnTo>
                <a:lnTo>
                  <a:pt x="135483" y="84935"/>
                </a:lnTo>
                <a:lnTo>
                  <a:pt x="135775" y="85350"/>
                </a:lnTo>
                <a:lnTo>
                  <a:pt x="136077" y="85755"/>
                </a:lnTo>
                <a:lnTo>
                  <a:pt x="136388" y="86151"/>
                </a:lnTo>
                <a:lnTo>
                  <a:pt x="136710" y="86537"/>
                </a:lnTo>
                <a:lnTo>
                  <a:pt x="137040" y="86914"/>
                </a:lnTo>
                <a:lnTo>
                  <a:pt x="137381" y="87282"/>
                </a:lnTo>
                <a:lnTo>
                  <a:pt x="137731" y="87640"/>
                </a:lnTo>
                <a:lnTo>
                  <a:pt x="138090" y="87989"/>
                </a:lnTo>
                <a:lnTo>
                  <a:pt x="138459" y="88328"/>
                </a:lnTo>
                <a:lnTo>
                  <a:pt x="138838" y="88658"/>
                </a:lnTo>
                <a:lnTo>
                  <a:pt x="139226" y="88978"/>
                </a:lnTo>
                <a:lnTo>
                  <a:pt x="139624" y="89289"/>
                </a:lnTo>
                <a:lnTo>
                  <a:pt x="140032" y="89591"/>
                </a:lnTo>
                <a:lnTo>
                  <a:pt x="140449" y="89883"/>
                </a:lnTo>
                <a:lnTo>
                  <a:pt x="140876" y="90166"/>
                </a:lnTo>
                <a:lnTo>
                  <a:pt x="141312" y="90440"/>
                </a:lnTo>
                <a:lnTo>
                  <a:pt x="141758" y="90704"/>
                </a:lnTo>
                <a:lnTo>
                  <a:pt x="142213" y="90959"/>
                </a:lnTo>
                <a:lnTo>
                  <a:pt x="142678" y="91204"/>
                </a:lnTo>
                <a:lnTo>
                  <a:pt x="143153" y="91440"/>
                </a:lnTo>
                <a:lnTo>
                  <a:pt x="143637" y="91666"/>
                </a:lnTo>
                <a:lnTo>
                  <a:pt x="144131" y="91883"/>
                </a:lnTo>
                <a:lnTo>
                  <a:pt x="144634" y="92091"/>
                </a:lnTo>
                <a:lnTo>
                  <a:pt x="145146" y="92289"/>
                </a:lnTo>
                <a:lnTo>
                  <a:pt x="145663" y="92479"/>
                </a:lnTo>
                <a:lnTo>
                  <a:pt x="146186" y="92661"/>
                </a:lnTo>
                <a:lnTo>
                  <a:pt x="146715" y="92834"/>
                </a:lnTo>
                <a:lnTo>
                  <a:pt x="147250" y="92999"/>
                </a:lnTo>
                <a:lnTo>
                  <a:pt x="147791" y="93155"/>
                </a:lnTo>
                <a:lnTo>
                  <a:pt x="148338" y="93303"/>
                </a:lnTo>
                <a:lnTo>
                  <a:pt x="148891" y="93443"/>
                </a:lnTo>
                <a:lnTo>
                  <a:pt x="149450" y="93574"/>
                </a:lnTo>
                <a:lnTo>
                  <a:pt x="150015" y="93696"/>
                </a:lnTo>
                <a:lnTo>
                  <a:pt x="150586" y="93810"/>
                </a:lnTo>
                <a:lnTo>
                  <a:pt x="151163" y="93916"/>
                </a:lnTo>
                <a:lnTo>
                  <a:pt x="151746" y="94013"/>
                </a:lnTo>
                <a:lnTo>
                  <a:pt x="152334" y="94102"/>
                </a:lnTo>
                <a:lnTo>
                  <a:pt x="152929" y="94182"/>
                </a:lnTo>
                <a:lnTo>
                  <a:pt x="153530" y="94254"/>
                </a:lnTo>
                <a:lnTo>
                  <a:pt x="154137" y="94317"/>
                </a:lnTo>
                <a:lnTo>
                  <a:pt x="154749" y="94372"/>
                </a:lnTo>
                <a:lnTo>
                  <a:pt x="155368" y="94418"/>
                </a:lnTo>
                <a:lnTo>
                  <a:pt x="155992" y="94456"/>
                </a:lnTo>
                <a:lnTo>
                  <a:pt x="156623" y="94486"/>
                </a:lnTo>
                <a:lnTo>
                  <a:pt x="157260" y="94507"/>
                </a:lnTo>
                <a:lnTo>
                  <a:pt x="157902" y="94520"/>
                </a:lnTo>
                <a:lnTo>
                  <a:pt x="158550" y="94524"/>
                </a:lnTo>
                <a:lnTo>
                  <a:pt x="159568" y="94516"/>
                </a:lnTo>
                <a:lnTo>
                  <a:pt x="160565" y="94492"/>
                </a:lnTo>
                <a:lnTo>
                  <a:pt x="161541" y="94451"/>
                </a:lnTo>
                <a:lnTo>
                  <a:pt x="162497" y="94395"/>
                </a:lnTo>
                <a:close/>
                <a:moveTo>
                  <a:pt x="225653" y="94395"/>
                </a:moveTo>
                <a:lnTo>
                  <a:pt x="226589" y="94322"/>
                </a:lnTo>
                <a:lnTo>
                  <a:pt x="227504" y="94233"/>
                </a:lnTo>
                <a:lnTo>
                  <a:pt x="228398" y="94128"/>
                </a:lnTo>
                <a:lnTo>
                  <a:pt x="229272" y="94006"/>
                </a:lnTo>
                <a:lnTo>
                  <a:pt x="230126" y="93869"/>
                </a:lnTo>
                <a:lnTo>
                  <a:pt x="230959" y="93715"/>
                </a:lnTo>
                <a:lnTo>
                  <a:pt x="231772" y="93545"/>
                </a:lnTo>
                <a:lnTo>
                  <a:pt x="232564" y="93359"/>
                </a:lnTo>
                <a:lnTo>
                  <a:pt x="233336" y="93157"/>
                </a:lnTo>
                <a:lnTo>
                  <a:pt x="234087" y="92938"/>
                </a:lnTo>
                <a:lnTo>
                  <a:pt x="234818" y="92704"/>
                </a:lnTo>
                <a:lnTo>
                  <a:pt x="235529" y="92453"/>
                </a:lnTo>
                <a:lnTo>
                  <a:pt x="236218" y="92186"/>
                </a:lnTo>
                <a:lnTo>
                  <a:pt x="236888" y="91903"/>
                </a:lnTo>
                <a:lnTo>
                  <a:pt x="237537" y="91604"/>
                </a:lnTo>
                <a:lnTo>
                  <a:pt x="238165" y="91288"/>
                </a:lnTo>
                <a:lnTo>
                  <a:pt x="238773" y="90956"/>
                </a:lnTo>
                <a:lnTo>
                  <a:pt x="239361" y="90609"/>
                </a:lnTo>
                <a:lnTo>
                  <a:pt x="239928" y="90245"/>
                </a:lnTo>
                <a:lnTo>
                  <a:pt x="240474" y="89864"/>
                </a:lnTo>
                <a:lnTo>
                  <a:pt x="241002" y="89470"/>
                </a:lnTo>
                <a:lnTo>
                  <a:pt x="241511" y="89065"/>
                </a:lnTo>
                <a:lnTo>
                  <a:pt x="242003" y="88647"/>
                </a:lnTo>
                <a:lnTo>
                  <a:pt x="242476" y="88218"/>
                </a:lnTo>
                <a:lnTo>
                  <a:pt x="242932" y="87778"/>
                </a:lnTo>
                <a:lnTo>
                  <a:pt x="243370" y="87326"/>
                </a:lnTo>
                <a:lnTo>
                  <a:pt x="243790" y="86862"/>
                </a:lnTo>
                <a:lnTo>
                  <a:pt x="244192" y="86387"/>
                </a:lnTo>
                <a:lnTo>
                  <a:pt x="244576" y="85900"/>
                </a:lnTo>
                <a:lnTo>
                  <a:pt x="244942" y="85402"/>
                </a:lnTo>
                <a:lnTo>
                  <a:pt x="245291" y="84892"/>
                </a:lnTo>
                <a:lnTo>
                  <a:pt x="245621" y="84370"/>
                </a:lnTo>
                <a:lnTo>
                  <a:pt x="245934" y="83837"/>
                </a:lnTo>
                <a:lnTo>
                  <a:pt x="246228" y="83293"/>
                </a:lnTo>
                <a:lnTo>
                  <a:pt x="246505" y="82736"/>
                </a:lnTo>
                <a:lnTo>
                  <a:pt x="246764" y="82168"/>
                </a:lnTo>
                <a:lnTo>
                  <a:pt x="247005" y="81589"/>
                </a:lnTo>
                <a:lnTo>
                  <a:pt x="247228" y="80998"/>
                </a:lnTo>
                <a:lnTo>
                  <a:pt x="247433" y="80395"/>
                </a:lnTo>
                <a:lnTo>
                  <a:pt x="247620" y="79781"/>
                </a:lnTo>
                <a:lnTo>
                  <a:pt x="247790" y="79155"/>
                </a:lnTo>
                <a:lnTo>
                  <a:pt x="247941" y="78517"/>
                </a:lnTo>
                <a:lnTo>
                  <a:pt x="248075" y="77868"/>
                </a:lnTo>
                <a:lnTo>
                  <a:pt x="248190" y="77208"/>
                </a:lnTo>
                <a:lnTo>
                  <a:pt x="248299" y="76472"/>
                </a:lnTo>
                <a:lnTo>
                  <a:pt x="248387" y="75749"/>
                </a:lnTo>
                <a:lnTo>
                  <a:pt x="248456" y="75038"/>
                </a:lnTo>
                <a:lnTo>
                  <a:pt x="248506" y="74339"/>
                </a:lnTo>
                <a:lnTo>
                  <a:pt x="248536" y="73653"/>
                </a:lnTo>
                <a:lnTo>
                  <a:pt x="248546" y="72979"/>
                </a:lnTo>
                <a:lnTo>
                  <a:pt x="248537" y="72317"/>
                </a:lnTo>
                <a:lnTo>
                  <a:pt x="248509" y="71667"/>
                </a:lnTo>
                <a:lnTo>
                  <a:pt x="248460" y="71030"/>
                </a:lnTo>
                <a:lnTo>
                  <a:pt x="248393" y="70406"/>
                </a:lnTo>
                <a:lnTo>
                  <a:pt x="248306" y="69793"/>
                </a:lnTo>
                <a:lnTo>
                  <a:pt x="248199" y="69193"/>
                </a:lnTo>
                <a:lnTo>
                  <a:pt x="248073" y="68605"/>
                </a:lnTo>
                <a:lnTo>
                  <a:pt x="247927" y="68030"/>
                </a:lnTo>
                <a:lnTo>
                  <a:pt x="247761" y="67467"/>
                </a:lnTo>
                <a:lnTo>
                  <a:pt x="247576" y="66916"/>
                </a:lnTo>
                <a:lnTo>
                  <a:pt x="247372" y="66377"/>
                </a:lnTo>
                <a:lnTo>
                  <a:pt x="247148" y="65851"/>
                </a:lnTo>
                <a:lnTo>
                  <a:pt x="246904" y="65337"/>
                </a:lnTo>
                <a:lnTo>
                  <a:pt x="246641" y="64836"/>
                </a:lnTo>
                <a:lnTo>
                  <a:pt x="246359" y="64346"/>
                </a:lnTo>
                <a:lnTo>
                  <a:pt x="246057" y="63870"/>
                </a:lnTo>
                <a:lnTo>
                  <a:pt x="245735" y="63405"/>
                </a:lnTo>
                <a:lnTo>
                  <a:pt x="245394" y="62953"/>
                </a:lnTo>
                <a:lnTo>
                  <a:pt x="245031" y="62509"/>
                </a:lnTo>
                <a:lnTo>
                  <a:pt x="244645" y="62071"/>
                </a:lnTo>
                <a:lnTo>
                  <a:pt x="244236" y="61638"/>
                </a:lnTo>
                <a:lnTo>
                  <a:pt x="243803" y="61210"/>
                </a:lnTo>
                <a:lnTo>
                  <a:pt x="243348" y="60788"/>
                </a:lnTo>
                <a:lnTo>
                  <a:pt x="242869" y="60371"/>
                </a:lnTo>
                <a:lnTo>
                  <a:pt x="242366" y="59959"/>
                </a:lnTo>
                <a:lnTo>
                  <a:pt x="241841" y="59553"/>
                </a:lnTo>
                <a:lnTo>
                  <a:pt x="241292" y="59151"/>
                </a:lnTo>
                <a:lnTo>
                  <a:pt x="240720" y="58756"/>
                </a:lnTo>
                <a:lnTo>
                  <a:pt x="240124" y="58365"/>
                </a:lnTo>
                <a:lnTo>
                  <a:pt x="239505" y="57980"/>
                </a:lnTo>
                <a:lnTo>
                  <a:pt x="238863" y="57600"/>
                </a:lnTo>
                <a:lnTo>
                  <a:pt x="238198" y="57226"/>
                </a:lnTo>
                <a:lnTo>
                  <a:pt x="237510" y="56856"/>
                </a:lnTo>
                <a:lnTo>
                  <a:pt x="236798" y="56493"/>
                </a:lnTo>
                <a:lnTo>
                  <a:pt x="236063" y="56134"/>
                </a:lnTo>
                <a:lnTo>
                  <a:pt x="235304" y="55781"/>
                </a:lnTo>
                <a:lnTo>
                  <a:pt x="234522" y="55433"/>
                </a:lnTo>
                <a:lnTo>
                  <a:pt x="233717" y="55090"/>
                </a:lnTo>
                <a:lnTo>
                  <a:pt x="232889" y="54753"/>
                </a:lnTo>
                <a:lnTo>
                  <a:pt x="232038" y="54421"/>
                </a:lnTo>
                <a:lnTo>
                  <a:pt x="231163" y="54094"/>
                </a:lnTo>
                <a:lnTo>
                  <a:pt x="230265" y="53773"/>
                </a:lnTo>
                <a:lnTo>
                  <a:pt x="229489" y="53495"/>
                </a:lnTo>
                <a:lnTo>
                  <a:pt x="228734" y="53219"/>
                </a:lnTo>
                <a:lnTo>
                  <a:pt x="227999" y="52944"/>
                </a:lnTo>
                <a:lnTo>
                  <a:pt x="227285" y="52671"/>
                </a:lnTo>
                <a:lnTo>
                  <a:pt x="226592" y="52399"/>
                </a:lnTo>
                <a:lnTo>
                  <a:pt x="225920" y="52128"/>
                </a:lnTo>
                <a:lnTo>
                  <a:pt x="225268" y="51858"/>
                </a:lnTo>
                <a:lnTo>
                  <a:pt x="224638" y="51590"/>
                </a:lnTo>
                <a:lnTo>
                  <a:pt x="224027" y="51323"/>
                </a:lnTo>
                <a:lnTo>
                  <a:pt x="223438" y="51058"/>
                </a:lnTo>
                <a:lnTo>
                  <a:pt x="222869" y="50793"/>
                </a:lnTo>
                <a:lnTo>
                  <a:pt x="222321" y="50531"/>
                </a:lnTo>
                <a:lnTo>
                  <a:pt x="221794" y="50269"/>
                </a:lnTo>
                <a:lnTo>
                  <a:pt x="221287" y="50009"/>
                </a:lnTo>
                <a:lnTo>
                  <a:pt x="220801" y="49750"/>
                </a:lnTo>
                <a:lnTo>
                  <a:pt x="220336" y="49492"/>
                </a:lnTo>
                <a:lnTo>
                  <a:pt x="219891" y="49236"/>
                </a:lnTo>
                <a:lnTo>
                  <a:pt x="219467" y="48981"/>
                </a:lnTo>
                <a:lnTo>
                  <a:pt x="219064" y="48727"/>
                </a:lnTo>
                <a:lnTo>
                  <a:pt x="218682" y="48475"/>
                </a:lnTo>
                <a:lnTo>
                  <a:pt x="218320" y="48224"/>
                </a:lnTo>
                <a:lnTo>
                  <a:pt x="217979" y="47974"/>
                </a:lnTo>
                <a:lnTo>
                  <a:pt x="217659" y="47726"/>
                </a:lnTo>
                <a:lnTo>
                  <a:pt x="217359" y="47479"/>
                </a:lnTo>
                <a:lnTo>
                  <a:pt x="217078" y="47230"/>
                </a:lnTo>
                <a:lnTo>
                  <a:pt x="216811" y="46977"/>
                </a:lnTo>
                <a:lnTo>
                  <a:pt x="216560" y="46719"/>
                </a:lnTo>
                <a:lnTo>
                  <a:pt x="216323" y="46456"/>
                </a:lnTo>
                <a:lnTo>
                  <a:pt x="216102" y="46189"/>
                </a:lnTo>
                <a:lnTo>
                  <a:pt x="215896" y="45916"/>
                </a:lnTo>
                <a:lnTo>
                  <a:pt x="215705" y="45639"/>
                </a:lnTo>
                <a:lnTo>
                  <a:pt x="215529" y="45358"/>
                </a:lnTo>
                <a:lnTo>
                  <a:pt x="215368" y="45072"/>
                </a:lnTo>
                <a:lnTo>
                  <a:pt x="215222" y="44780"/>
                </a:lnTo>
                <a:lnTo>
                  <a:pt x="215091" y="44485"/>
                </a:lnTo>
                <a:lnTo>
                  <a:pt x="214975" y="44184"/>
                </a:lnTo>
                <a:lnTo>
                  <a:pt x="214875" y="43879"/>
                </a:lnTo>
                <a:lnTo>
                  <a:pt x="214789" y="43569"/>
                </a:lnTo>
                <a:lnTo>
                  <a:pt x="214719" y="43255"/>
                </a:lnTo>
                <a:lnTo>
                  <a:pt x="214664" y="42935"/>
                </a:lnTo>
                <a:lnTo>
                  <a:pt x="214624" y="42611"/>
                </a:lnTo>
                <a:lnTo>
                  <a:pt x="214599" y="42283"/>
                </a:lnTo>
                <a:lnTo>
                  <a:pt x="214589" y="41949"/>
                </a:lnTo>
                <a:lnTo>
                  <a:pt x="214594" y="41611"/>
                </a:lnTo>
                <a:lnTo>
                  <a:pt x="214614" y="41268"/>
                </a:lnTo>
                <a:lnTo>
                  <a:pt x="214649" y="40921"/>
                </a:lnTo>
                <a:lnTo>
                  <a:pt x="214699" y="40568"/>
                </a:lnTo>
                <a:lnTo>
                  <a:pt x="214765" y="40211"/>
                </a:lnTo>
                <a:lnTo>
                  <a:pt x="214837" y="39880"/>
                </a:lnTo>
                <a:lnTo>
                  <a:pt x="214918" y="39556"/>
                </a:lnTo>
                <a:lnTo>
                  <a:pt x="215009" y="39240"/>
                </a:lnTo>
                <a:lnTo>
                  <a:pt x="215109" y="38931"/>
                </a:lnTo>
                <a:lnTo>
                  <a:pt x="215219" y="38631"/>
                </a:lnTo>
                <a:lnTo>
                  <a:pt x="215338" y="38339"/>
                </a:lnTo>
                <a:lnTo>
                  <a:pt x="215466" y="38054"/>
                </a:lnTo>
                <a:lnTo>
                  <a:pt x="215604" y="37777"/>
                </a:lnTo>
                <a:lnTo>
                  <a:pt x="215750" y="37508"/>
                </a:lnTo>
                <a:lnTo>
                  <a:pt x="215907" y="37247"/>
                </a:lnTo>
                <a:lnTo>
                  <a:pt x="216072" y="36994"/>
                </a:lnTo>
                <a:lnTo>
                  <a:pt x="216247" y="36749"/>
                </a:lnTo>
                <a:lnTo>
                  <a:pt x="216432" y="36512"/>
                </a:lnTo>
                <a:lnTo>
                  <a:pt x="216626" y="36282"/>
                </a:lnTo>
                <a:lnTo>
                  <a:pt x="216829" y="36060"/>
                </a:lnTo>
                <a:lnTo>
                  <a:pt x="217041" y="35847"/>
                </a:lnTo>
                <a:lnTo>
                  <a:pt x="217263" y="35641"/>
                </a:lnTo>
                <a:lnTo>
                  <a:pt x="217494" y="35443"/>
                </a:lnTo>
                <a:lnTo>
                  <a:pt x="217735" y="35252"/>
                </a:lnTo>
                <a:lnTo>
                  <a:pt x="217985" y="35070"/>
                </a:lnTo>
                <a:lnTo>
                  <a:pt x="218244" y="34896"/>
                </a:lnTo>
                <a:lnTo>
                  <a:pt x="218513" y="34729"/>
                </a:lnTo>
                <a:lnTo>
                  <a:pt x="218791" y="34571"/>
                </a:lnTo>
                <a:lnTo>
                  <a:pt x="219078" y="34420"/>
                </a:lnTo>
                <a:lnTo>
                  <a:pt x="219373" y="34276"/>
                </a:lnTo>
                <a:lnTo>
                  <a:pt x="219673" y="34138"/>
                </a:lnTo>
                <a:lnTo>
                  <a:pt x="219978" y="34006"/>
                </a:lnTo>
                <a:lnTo>
                  <a:pt x="220289" y="33880"/>
                </a:lnTo>
                <a:lnTo>
                  <a:pt x="220605" y="33761"/>
                </a:lnTo>
                <a:lnTo>
                  <a:pt x="220927" y="33648"/>
                </a:lnTo>
                <a:lnTo>
                  <a:pt x="221254" y="33540"/>
                </a:lnTo>
                <a:lnTo>
                  <a:pt x="221586" y="33439"/>
                </a:lnTo>
                <a:lnTo>
                  <a:pt x="221924" y="33344"/>
                </a:lnTo>
                <a:lnTo>
                  <a:pt x="222267" y="33255"/>
                </a:lnTo>
                <a:lnTo>
                  <a:pt x="222616" y="33173"/>
                </a:lnTo>
                <a:lnTo>
                  <a:pt x="222970" y="33096"/>
                </a:lnTo>
                <a:lnTo>
                  <a:pt x="223329" y="33026"/>
                </a:lnTo>
                <a:lnTo>
                  <a:pt x="223694" y="32961"/>
                </a:lnTo>
                <a:lnTo>
                  <a:pt x="224064" y="32903"/>
                </a:lnTo>
                <a:lnTo>
                  <a:pt x="224439" y="32851"/>
                </a:lnTo>
                <a:lnTo>
                  <a:pt x="224820" y="32805"/>
                </a:lnTo>
                <a:lnTo>
                  <a:pt x="225206" y="32765"/>
                </a:lnTo>
                <a:lnTo>
                  <a:pt x="225598" y="32732"/>
                </a:lnTo>
                <a:lnTo>
                  <a:pt x="225995" y="32704"/>
                </a:lnTo>
                <a:lnTo>
                  <a:pt x="226397" y="32683"/>
                </a:lnTo>
                <a:lnTo>
                  <a:pt x="226805" y="32667"/>
                </a:lnTo>
                <a:lnTo>
                  <a:pt x="227218" y="32658"/>
                </a:lnTo>
                <a:lnTo>
                  <a:pt x="227636" y="32655"/>
                </a:lnTo>
                <a:lnTo>
                  <a:pt x="228253" y="32661"/>
                </a:lnTo>
                <a:lnTo>
                  <a:pt x="228856" y="32680"/>
                </a:lnTo>
                <a:lnTo>
                  <a:pt x="229445" y="32711"/>
                </a:lnTo>
                <a:lnTo>
                  <a:pt x="230021" y="32755"/>
                </a:lnTo>
                <a:lnTo>
                  <a:pt x="230584" y="32812"/>
                </a:lnTo>
                <a:lnTo>
                  <a:pt x="231132" y="32881"/>
                </a:lnTo>
                <a:lnTo>
                  <a:pt x="231667" y="32962"/>
                </a:lnTo>
                <a:lnTo>
                  <a:pt x="232189" y="33056"/>
                </a:lnTo>
                <a:lnTo>
                  <a:pt x="232697" y="33163"/>
                </a:lnTo>
                <a:lnTo>
                  <a:pt x="233191" y="33282"/>
                </a:lnTo>
                <a:lnTo>
                  <a:pt x="233672" y="33414"/>
                </a:lnTo>
                <a:lnTo>
                  <a:pt x="234140" y="33558"/>
                </a:lnTo>
                <a:lnTo>
                  <a:pt x="234593" y="33715"/>
                </a:lnTo>
                <a:lnTo>
                  <a:pt x="235033" y="33885"/>
                </a:lnTo>
                <a:lnTo>
                  <a:pt x="235460" y="34067"/>
                </a:lnTo>
                <a:lnTo>
                  <a:pt x="235873" y="34261"/>
                </a:lnTo>
                <a:lnTo>
                  <a:pt x="236272" y="34468"/>
                </a:lnTo>
                <a:lnTo>
                  <a:pt x="236658" y="34688"/>
                </a:lnTo>
                <a:lnTo>
                  <a:pt x="237031" y="34920"/>
                </a:lnTo>
                <a:lnTo>
                  <a:pt x="237389" y="35165"/>
                </a:lnTo>
                <a:lnTo>
                  <a:pt x="237734" y="35422"/>
                </a:lnTo>
                <a:lnTo>
                  <a:pt x="238066" y="35692"/>
                </a:lnTo>
                <a:lnTo>
                  <a:pt x="238384" y="35974"/>
                </a:lnTo>
                <a:lnTo>
                  <a:pt x="238688" y="36269"/>
                </a:lnTo>
                <a:lnTo>
                  <a:pt x="238980" y="36575"/>
                </a:lnTo>
                <a:lnTo>
                  <a:pt x="239258" y="36891"/>
                </a:lnTo>
                <a:lnTo>
                  <a:pt x="239523" y="37217"/>
                </a:lnTo>
                <a:lnTo>
                  <a:pt x="239776" y="37552"/>
                </a:lnTo>
                <a:lnTo>
                  <a:pt x="240016" y="37898"/>
                </a:lnTo>
                <a:lnTo>
                  <a:pt x="240243" y="38253"/>
                </a:lnTo>
                <a:lnTo>
                  <a:pt x="240457" y="38618"/>
                </a:lnTo>
                <a:lnTo>
                  <a:pt x="240658" y="38993"/>
                </a:lnTo>
                <a:lnTo>
                  <a:pt x="240846" y="39378"/>
                </a:lnTo>
                <a:lnTo>
                  <a:pt x="241021" y="39773"/>
                </a:lnTo>
                <a:lnTo>
                  <a:pt x="241184" y="40177"/>
                </a:lnTo>
                <a:lnTo>
                  <a:pt x="241333" y="40592"/>
                </a:lnTo>
                <a:lnTo>
                  <a:pt x="241470" y="41016"/>
                </a:lnTo>
                <a:lnTo>
                  <a:pt x="241594" y="41450"/>
                </a:lnTo>
                <a:lnTo>
                  <a:pt x="241705" y="41894"/>
                </a:lnTo>
                <a:lnTo>
                  <a:pt x="241803" y="42348"/>
                </a:lnTo>
                <a:lnTo>
                  <a:pt x="241889" y="42811"/>
                </a:lnTo>
                <a:lnTo>
                  <a:pt x="241961" y="43285"/>
                </a:lnTo>
                <a:lnTo>
                  <a:pt x="242021" y="43768"/>
                </a:lnTo>
                <a:lnTo>
                  <a:pt x="242067" y="44261"/>
                </a:lnTo>
                <a:lnTo>
                  <a:pt x="242101" y="44764"/>
                </a:lnTo>
                <a:lnTo>
                  <a:pt x="242122" y="45277"/>
                </a:lnTo>
                <a:lnTo>
                  <a:pt x="242130" y="45800"/>
                </a:lnTo>
                <a:lnTo>
                  <a:pt x="242125" y="46332"/>
                </a:lnTo>
                <a:lnTo>
                  <a:pt x="253042" y="46332"/>
                </a:lnTo>
                <a:lnTo>
                  <a:pt x="253059" y="45768"/>
                </a:lnTo>
                <a:lnTo>
                  <a:pt x="253064" y="45209"/>
                </a:lnTo>
                <a:lnTo>
                  <a:pt x="253058" y="44658"/>
                </a:lnTo>
                <a:lnTo>
                  <a:pt x="253040" y="44113"/>
                </a:lnTo>
                <a:lnTo>
                  <a:pt x="253010" y="43574"/>
                </a:lnTo>
                <a:lnTo>
                  <a:pt x="252969" y="43042"/>
                </a:lnTo>
                <a:lnTo>
                  <a:pt x="252916" y="42517"/>
                </a:lnTo>
                <a:lnTo>
                  <a:pt x="252852" y="41998"/>
                </a:lnTo>
                <a:lnTo>
                  <a:pt x="252776" y="41485"/>
                </a:lnTo>
                <a:lnTo>
                  <a:pt x="252688" y="40979"/>
                </a:lnTo>
                <a:lnTo>
                  <a:pt x="252589" y="40480"/>
                </a:lnTo>
                <a:lnTo>
                  <a:pt x="252478" y="39987"/>
                </a:lnTo>
                <a:lnTo>
                  <a:pt x="252356" y="39501"/>
                </a:lnTo>
                <a:lnTo>
                  <a:pt x="252222" y="39021"/>
                </a:lnTo>
                <a:lnTo>
                  <a:pt x="252076" y="38547"/>
                </a:lnTo>
                <a:lnTo>
                  <a:pt x="251919" y="38080"/>
                </a:lnTo>
                <a:lnTo>
                  <a:pt x="251751" y="37620"/>
                </a:lnTo>
                <a:lnTo>
                  <a:pt x="251570" y="37166"/>
                </a:lnTo>
                <a:lnTo>
                  <a:pt x="251379" y="36719"/>
                </a:lnTo>
                <a:lnTo>
                  <a:pt x="251175" y="36278"/>
                </a:lnTo>
                <a:lnTo>
                  <a:pt x="250960" y="35844"/>
                </a:lnTo>
                <a:lnTo>
                  <a:pt x="250734" y="35416"/>
                </a:lnTo>
                <a:lnTo>
                  <a:pt x="250496" y="34995"/>
                </a:lnTo>
                <a:lnTo>
                  <a:pt x="250246" y="34580"/>
                </a:lnTo>
                <a:lnTo>
                  <a:pt x="249986" y="34172"/>
                </a:lnTo>
                <a:lnTo>
                  <a:pt x="249716" y="33773"/>
                </a:lnTo>
                <a:lnTo>
                  <a:pt x="249438" y="33381"/>
                </a:lnTo>
                <a:lnTo>
                  <a:pt x="249151" y="32998"/>
                </a:lnTo>
                <a:lnTo>
                  <a:pt x="248854" y="32622"/>
                </a:lnTo>
                <a:lnTo>
                  <a:pt x="248548" y="32254"/>
                </a:lnTo>
                <a:lnTo>
                  <a:pt x="248234" y="31895"/>
                </a:lnTo>
                <a:lnTo>
                  <a:pt x="247910" y="31543"/>
                </a:lnTo>
                <a:lnTo>
                  <a:pt x="247577" y="31199"/>
                </a:lnTo>
                <a:lnTo>
                  <a:pt x="247234" y="30864"/>
                </a:lnTo>
                <a:lnTo>
                  <a:pt x="246883" y="30536"/>
                </a:lnTo>
                <a:lnTo>
                  <a:pt x="246522" y="30216"/>
                </a:lnTo>
                <a:lnTo>
                  <a:pt x="246153" y="29904"/>
                </a:lnTo>
                <a:lnTo>
                  <a:pt x="245774" y="29600"/>
                </a:lnTo>
                <a:lnTo>
                  <a:pt x="245386" y="29304"/>
                </a:lnTo>
                <a:lnTo>
                  <a:pt x="244989" y="29017"/>
                </a:lnTo>
                <a:lnTo>
                  <a:pt x="244583" y="28737"/>
                </a:lnTo>
                <a:lnTo>
                  <a:pt x="244168" y="28465"/>
                </a:lnTo>
                <a:lnTo>
                  <a:pt x="243744" y="28201"/>
                </a:lnTo>
                <a:lnTo>
                  <a:pt x="243310" y="27945"/>
                </a:lnTo>
                <a:lnTo>
                  <a:pt x="242868" y="27697"/>
                </a:lnTo>
                <a:lnTo>
                  <a:pt x="242416" y="27456"/>
                </a:lnTo>
                <a:lnTo>
                  <a:pt x="241955" y="27224"/>
                </a:lnTo>
                <a:lnTo>
                  <a:pt x="241485" y="27000"/>
                </a:lnTo>
                <a:lnTo>
                  <a:pt x="241007" y="26784"/>
                </a:lnTo>
                <a:lnTo>
                  <a:pt x="240523" y="26578"/>
                </a:lnTo>
                <a:lnTo>
                  <a:pt x="240033" y="26381"/>
                </a:lnTo>
                <a:lnTo>
                  <a:pt x="239535" y="26192"/>
                </a:lnTo>
                <a:lnTo>
                  <a:pt x="239032" y="26013"/>
                </a:lnTo>
                <a:lnTo>
                  <a:pt x="238522" y="25843"/>
                </a:lnTo>
                <a:lnTo>
                  <a:pt x="238006" y="25683"/>
                </a:lnTo>
                <a:lnTo>
                  <a:pt x="237483" y="25531"/>
                </a:lnTo>
                <a:lnTo>
                  <a:pt x="236954" y="25389"/>
                </a:lnTo>
                <a:lnTo>
                  <a:pt x="236418" y="25256"/>
                </a:lnTo>
                <a:lnTo>
                  <a:pt x="235876" y="25132"/>
                </a:lnTo>
                <a:lnTo>
                  <a:pt x="235327" y="25017"/>
                </a:lnTo>
                <a:lnTo>
                  <a:pt x="234772" y="24912"/>
                </a:lnTo>
                <a:lnTo>
                  <a:pt x="234211" y="24815"/>
                </a:lnTo>
                <a:lnTo>
                  <a:pt x="233643" y="24728"/>
                </a:lnTo>
                <a:lnTo>
                  <a:pt x="233069" y="24650"/>
                </a:lnTo>
                <a:lnTo>
                  <a:pt x="232488" y="24581"/>
                </a:lnTo>
                <a:lnTo>
                  <a:pt x="231901" y="24522"/>
                </a:lnTo>
                <a:lnTo>
                  <a:pt x="231307" y="24471"/>
                </a:lnTo>
                <a:lnTo>
                  <a:pt x="230707" y="24430"/>
                </a:lnTo>
                <a:lnTo>
                  <a:pt x="230101" y="24398"/>
                </a:lnTo>
                <a:lnTo>
                  <a:pt x="229488" y="24375"/>
                </a:lnTo>
                <a:lnTo>
                  <a:pt x="228869" y="24361"/>
                </a:lnTo>
                <a:lnTo>
                  <a:pt x="228243" y="24356"/>
                </a:lnTo>
                <a:lnTo>
                  <a:pt x="227423" y="24363"/>
                </a:lnTo>
                <a:lnTo>
                  <a:pt x="226616" y="24382"/>
                </a:lnTo>
                <a:lnTo>
                  <a:pt x="225820" y="24414"/>
                </a:lnTo>
                <a:lnTo>
                  <a:pt x="225036" y="24460"/>
                </a:lnTo>
                <a:lnTo>
                  <a:pt x="224264" y="24518"/>
                </a:lnTo>
                <a:lnTo>
                  <a:pt x="223505" y="24589"/>
                </a:lnTo>
                <a:lnTo>
                  <a:pt x="222757" y="24673"/>
                </a:lnTo>
                <a:lnTo>
                  <a:pt x="222021" y="24770"/>
                </a:lnTo>
                <a:lnTo>
                  <a:pt x="221296" y="24880"/>
                </a:lnTo>
                <a:lnTo>
                  <a:pt x="220584" y="25002"/>
                </a:lnTo>
                <a:lnTo>
                  <a:pt x="219884" y="25138"/>
                </a:lnTo>
                <a:lnTo>
                  <a:pt x="219196" y="25287"/>
                </a:lnTo>
                <a:lnTo>
                  <a:pt x="218519" y="25448"/>
                </a:lnTo>
                <a:lnTo>
                  <a:pt x="217855" y="25623"/>
                </a:lnTo>
                <a:lnTo>
                  <a:pt x="217203" y="25810"/>
                </a:lnTo>
                <a:lnTo>
                  <a:pt x="216562" y="26010"/>
                </a:lnTo>
                <a:lnTo>
                  <a:pt x="215933" y="26223"/>
                </a:lnTo>
                <a:lnTo>
                  <a:pt x="215317" y="26450"/>
                </a:lnTo>
                <a:lnTo>
                  <a:pt x="214712" y="26689"/>
                </a:lnTo>
                <a:lnTo>
                  <a:pt x="214119" y="26941"/>
                </a:lnTo>
                <a:lnTo>
                  <a:pt x="213538" y="27205"/>
                </a:lnTo>
                <a:lnTo>
                  <a:pt x="212969" y="27483"/>
                </a:lnTo>
                <a:lnTo>
                  <a:pt x="212412" y="27774"/>
                </a:lnTo>
                <a:lnTo>
                  <a:pt x="211867" y="28078"/>
                </a:lnTo>
                <a:lnTo>
                  <a:pt x="211337" y="28393"/>
                </a:lnTo>
                <a:lnTo>
                  <a:pt x="210824" y="28721"/>
                </a:lnTo>
                <a:lnTo>
                  <a:pt x="210329" y="29060"/>
                </a:lnTo>
                <a:lnTo>
                  <a:pt x="209851" y="29411"/>
                </a:lnTo>
                <a:lnTo>
                  <a:pt x="209391" y="29774"/>
                </a:lnTo>
                <a:lnTo>
                  <a:pt x="208948" y="30148"/>
                </a:lnTo>
                <a:lnTo>
                  <a:pt x="208523" y="30534"/>
                </a:lnTo>
                <a:lnTo>
                  <a:pt x="208116" y="30932"/>
                </a:lnTo>
                <a:lnTo>
                  <a:pt x="207726" y="31341"/>
                </a:lnTo>
                <a:lnTo>
                  <a:pt x="207353" y="31763"/>
                </a:lnTo>
                <a:lnTo>
                  <a:pt x="206999" y="32196"/>
                </a:lnTo>
                <a:lnTo>
                  <a:pt x="206661" y="32640"/>
                </a:lnTo>
                <a:lnTo>
                  <a:pt x="206341" y="33097"/>
                </a:lnTo>
                <a:lnTo>
                  <a:pt x="206039" y="33565"/>
                </a:lnTo>
                <a:lnTo>
                  <a:pt x="205755" y="34044"/>
                </a:lnTo>
                <a:lnTo>
                  <a:pt x="205488" y="34536"/>
                </a:lnTo>
                <a:lnTo>
                  <a:pt x="205238" y="35039"/>
                </a:lnTo>
                <a:lnTo>
                  <a:pt x="205006" y="35554"/>
                </a:lnTo>
                <a:lnTo>
                  <a:pt x="204792" y="36081"/>
                </a:lnTo>
                <a:lnTo>
                  <a:pt x="204595" y="36619"/>
                </a:lnTo>
                <a:lnTo>
                  <a:pt x="204415" y="37169"/>
                </a:lnTo>
                <a:lnTo>
                  <a:pt x="204253" y="37731"/>
                </a:lnTo>
                <a:lnTo>
                  <a:pt x="204109" y="38304"/>
                </a:lnTo>
                <a:lnTo>
                  <a:pt x="203982" y="38890"/>
                </a:lnTo>
                <a:lnTo>
                  <a:pt x="203859" y="39574"/>
                </a:lnTo>
                <a:lnTo>
                  <a:pt x="203757" y="40250"/>
                </a:lnTo>
                <a:lnTo>
                  <a:pt x="203677" y="40916"/>
                </a:lnTo>
                <a:lnTo>
                  <a:pt x="203619" y="41573"/>
                </a:lnTo>
                <a:lnTo>
                  <a:pt x="203584" y="42220"/>
                </a:lnTo>
                <a:lnTo>
                  <a:pt x="203570" y="42858"/>
                </a:lnTo>
                <a:lnTo>
                  <a:pt x="203578" y="43486"/>
                </a:lnTo>
                <a:lnTo>
                  <a:pt x="203608" y="44105"/>
                </a:lnTo>
                <a:lnTo>
                  <a:pt x="203660" y="44715"/>
                </a:lnTo>
                <a:lnTo>
                  <a:pt x="203734" y="45315"/>
                </a:lnTo>
                <a:lnTo>
                  <a:pt x="203831" y="45906"/>
                </a:lnTo>
                <a:lnTo>
                  <a:pt x="203949" y="46487"/>
                </a:lnTo>
                <a:lnTo>
                  <a:pt x="204089" y="47059"/>
                </a:lnTo>
                <a:lnTo>
                  <a:pt x="204251" y="47622"/>
                </a:lnTo>
                <a:lnTo>
                  <a:pt x="204435" y="48175"/>
                </a:lnTo>
                <a:lnTo>
                  <a:pt x="204641" y="48718"/>
                </a:lnTo>
                <a:lnTo>
                  <a:pt x="204870" y="49253"/>
                </a:lnTo>
                <a:lnTo>
                  <a:pt x="205120" y="49778"/>
                </a:lnTo>
                <a:lnTo>
                  <a:pt x="205392" y="50293"/>
                </a:lnTo>
                <a:lnTo>
                  <a:pt x="205686" y="50799"/>
                </a:lnTo>
                <a:lnTo>
                  <a:pt x="206002" y="51296"/>
                </a:lnTo>
                <a:lnTo>
                  <a:pt x="206340" y="51783"/>
                </a:lnTo>
                <a:lnTo>
                  <a:pt x="206700" y="52261"/>
                </a:lnTo>
                <a:lnTo>
                  <a:pt x="207082" y="52729"/>
                </a:lnTo>
                <a:lnTo>
                  <a:pt x="207487" y="53190"/>
                </a:lnTo>
                <a:lnTo>
                  <a:pt x="207913" y="53645"/>
                </a:lnTo>
                <a:lnTo>
                  <a:pt x="208362" y="54094"/>
                </a:lnTo>
                <a:lnTo>
                  <a:pt x="208833" y="54537"/>
                </a:lnTo>
                <a:lnTo>
                  <a:pt x="209326" y="54975"/>
                </a:lnTo>
                <a:lnTo>
                  <a:pt x="209841" y="55407"/>
                </a:lnTo>
                <a:lnTo>
                  <a:pt x="210379" y="55833"/>
                </a:lnTo>
                <a:lnTo>
                  <a:pt x="210939" y="56253"/>
                </a:lnTo>
                <a:lnTo>
                  <a:pt x="211521" y="56667"/>
                </a:lnTo>
                <a:lnTo>
                  <a:pt x="212125" y="57076"/>
                </a:lnTo>
                <a:lnTo>
                  <a:pt x="212752" y="57479"/>
                </a:lnTo>
                <a:lnTo>
                  <a:pt x="213400" y="57876"/>
                </a:lnTo>
                <a:lnTo>
                  <a:pt x="214071" y="58267"/>
                </a:lnTo>
                <a:lnTo>
                  <a:pt x="214764" y="58652"/>
                </a:lnTo>
                <a:lnTo>
                  <a:pt x="215480" y="59032"/>
                </a:lnTo>
                <a:lnTo>
                  <a:pt x="216218" y="59406"/>
                </a:lnTo>
                <a:lnTo>
                  <a:pt x="216977" y="59774"/>
                </a:lnTo>
                <a:lnTo>
                  <a:pt x="217760" y="60136"/>
                </a:lnTo>
                <a:lnTo>
                  <a:pt x="218564" y="60492"/>
                </a:lnTo>
                <a:lnTo>
                  <a:pt x="219390" y="60843"/>
                </a:lnTo>
                <a:lnTo>
                  <a:pt x="220239" y="61188"/>
                </a:lnTo>
                <a:lnTo>
                  <a:pt x="221110" y="61527"/>
                </a:lnTo>
                <a:lnTo>
                  <a:pt x="222004" y="61860"/>
                </a:lnTo>
                <a:lnTo>
                  <a:pt x="222919" y="62187"/>
                </a:lnTo>
                <a:lnTo>
                  <a:pt x="223414" y="62361"/>
                </a:lnTo>
                <a:lnTo>
                  <a:pt x="223900" y="62534"/>
                </a:lnTo>
                <a:lnTo>
                  <a:pt x="224377" y="62708"/>
                </a:lnTo>
                <a:lnTo>
                  <a:pt x="224844" y="62881"/>
                </a:lnTo>
                <a:lnTo>
                  <a:pt x="225303" y="63053"/>
                </a:lnTo>
                <a:lnTo>
                  <a:pt x="225752" y="63226"/>
                </a:lnTo>
                <a:lnTo>
                  <a:pt x="226191" y="63398"/>
                </a:lnTo>
                <a:lnTo>
                  <a:pt x="226622" y="63570"/>
                </a:lnTo>
                <a:lnTo>
                  <a:pt x="227043" y="63742"/>
                </a:lnTo>
                <a:lnTo>
                  <a:pt x="227455" y="63913"/>
                </a:lnTo>
                <a:lnTo>
                  <a:pt x="227858" y="64085"/>
                </a:lnTo>
                <a:lnTo>
                  <a:pt x="228251" y="64256"/>
                </a:lnTo>
                <a:lnTo>
                  <a:pt x="228636" y="64427"/>
                </a:lnTo>
                <a:lnTo>
                  <a:pt x="229011" y="64597"/>
                </a:lnTo>
                <a:lnTo>
                  <a:pt x="229376" y="64768"/>
                </a:lnTo>
                <a:lnTo>
                  <a:pt x="229733" y="64938"/>
                </a:lnTo>
                <a:lnTo>
                  <a:pt x="230080" y="65108"/>
                </a:lnTo>
                <a:lnTo>
                  <a:pt x="230418" y="65277"/>
                </a:lnTo>
                <a:lnTo>
                  <a:pt x="230747" y="65447"/>
                </a:lnTo>
                <a:lnTo>
                  <a:pt x="231067" y="65616"/>
                </a:lnTo>
                <a:lnTo>
                  <a:pt x="231377" y="65785"/>
                </a:lnTo>
                <a:lnTo>
                  <a:pt x="231678" y="65954"/>
                </a:lnTo>
                <a:lnTo>
                  <a:pt x="231970" y="66122"/>
                </a:lnTo>
                <a:lnTo>
                  <a:pt x="232253" y="66290"/>
                </a:lnTo>
                <a:lnTo>
                  <a:pt x="232527" y="66459"/>
                </a:lnTo>
                <a:lnTo>
                  <a:pt x="232793" y="66629"/>
                </a:lnTo>
                <a:lnTo>
                  <a:pt x="233052" y="66801"/>
                </a:lnTo>
                <a:lnTo>
                  <a:pt x="233303" y="66974"/>
                </a:lnTo>
                <a:lnTo>
                  <a:pt x="233546" y="67148"/>
                </a:lnTo>
                <a:lnTo>
                  <a:pt x="233782" y="67324"/>
                </a:lnTo>
                <a:lnTo>
                  <a:pt x="234009" y="67502"/>
                </a:lnTo>
                <a:lnTo>
                  <a:pt x="234229" y="67681"/>
                </a:lnTo>
                <a:lnTo>
                  <a:pt x="234442" y="67861"/>
                </a:lnTo>
                <a:lnTo>
                  <a:pt x="234646" y="68043"/>
                </a:lnTo>
                <a:lnTo>
                  <a:pt x="234843" y="68226"/>
                </a:lnTo>
                <a:lnTo>
                  <a:pt x="235032" y="68411"/>
                </a:lnTo>
                <a:lnTo>
                  <a:pt x="235214" y="68597"/>
                </a:lnTo>
                <a:lnTo>
                  <a:pt x="235388" y="68785"/>
                </a:lnTo>
                <a:lnTo>
                  <a:pt x="235554" y="68974"/>
                </a:lnTo>
                <a:lnTo>
                  <a:pt x="235712" y="69164"/>
                </a:lnTo>
                <a:lnTo>
                  <a:pt x="235863" y="69356"/>
                </a:lnTo>
                <a:lnTo>
                  <a:pt x="236005" y="69550"/>
                </a:lnTo>
                <a:lnTo>
                  <a:pt x="236141" y="69745"/>
                </a:lnTo>
                <a:lnTo>
                  <a:pt x="236268" y="69941"/>
                </a:lnTo>
                <a:lnTo>
                  <a:pt x="236388" y="70139"/>
                </a:lnTo>
                <a:lnTo>
                  <a:pt x="236500" y="70338"/>
                </a:lnTo>
                <a:lnTo>
                  <a:pt x="236604" y="70539"/>
                </a:lnTo>
                <a:lnTo>
                  <a:pt x="236700" y="70741"/>
                </a:lnTo>
                <a:lnTo>
                  <a:pt x="236790" y="70945"/>
                </a:lnTo>
                <a:lnTo>
                  <a:pt x="236874" y="71153"/>
                </a:lnTo>
                <a:lnTo>
                  <a:pt x="236952" y="71364"/>
                </a:lnTo>
                <a:lnTo>
                  <a:pt x="237023" y="71577"/>
                </a:lnTo>
                <a:lnTo>
                  <a:pt x="237089" y="71794"/>
                </a:lnTo>
                <a:lnTo>
                  <a:pt x="237149" y="72014"/>
                </a:lnTo>
                <a:lnTo>
                  <a:pt x="237203" y="72237"/>
                </a:lnTo>
                <a:lnTo>
                  <a:pt x="237251" y="72464"/>
                </a:lnTo>
                <a:lnTo>
                  <a:pt x="237293" y="72693"/>
                </a:lnTo>
                <a:lnTo>
                  <a:pt x="237329" y="72926"/>
                </a:lnTo>
                <a:lnTo>
                  <a:pt x="237359" y="73162"/>
                </a:lnTo>
                <a:lnTo>
                  <a:pt x="237383" y="73400"/>
                </a:lnTo>
                <a:lnTo>
                  <a:pt x="237401" y="73642"/>
                </a:lnTo>
                <a:lnTo>
                  <a:pt x="237413" y="73888"/>
                </a:lnTo>
                <a:lnTo>
                  <a:pt x="237419" y="74136"/>
                </a:lnTo>
                <a:lnTo>
                  <a:pt x="237419" y="74387"/>
                </a:lnTo>
                <a:lnTo>
                  <a:pt x="237413" y="74642"/>
                </a:lnTo>
                <a:lnTo>
                  <a:pt x="237402" y="74900"/>
                </a:lnTo>
                <a:lnTo>
                  <a:pt x="237384" y="75160"/>
                </a:lnTo>
                <a:lnTo>
                  <a:pt x="237360" y="75424"/>
                </a:lnTo>
                <a:lnTo>
                  <a:pt x="237331" y="75692"/>
                </a:lnTo>
                <a:lnTo>
                  <a:pt x="237295" y="75962"/>
                </a:lnTo>
                <a:lnTo>
                  <a:pt x="237253" y="76235"/>
                </a:lnTo>
                <a:lnTo>
                  <a:pt x="237206" y="76512"/>
                </a:lnTo>
                <a:lnTo>
                  <a:pt x="237139" y="76878"/>
                </a:lnTo>
                <a:lnTo>
                  <a:pt x="237062" y="77237"/>
                </a:lnTo>
                <a:lnTo>
                  <a:pt x="236974" y="77591"/>
                </a:lnTo>
                <a:lnTo>
                  <a:pt x="236876" y="77938"/>
                </a:lnTo>
                <a:lnTo>
                  <a:pt x="236768" y="78279"/>
                </a:lnTo>
                <a:lnTo>
                  <a:pt x="236650" y="78614"/>
                </a:lnTo>
                <a:lnTo>
                  <a:pt x="236521" y="78943"/>
                </a:lnTo>
                <a:lnTo>
                  <a:pt x="236382" y="79265"/>
                </a:lnTo>
                <a:lnTo>
                  <a:pt x="236233" y="79582"/>
                </a:lnTo>
                <a:lnTo>
                  <a:pt x="236073" y="79892"/>
                </a:lnTo>
                <a:lnTo>
                  <a:pt x="235903" y="80196"/>
                </a:lnTo>
                <a:lnTo>
                  <a:pt x="235723" y="80494"/>
                </a:lnTo>
                <a:lnTo>
                  <a:pt x="235533" y="80785"/>
                </a:lnTo>
                <a:lnTo>
                  <a:pt x="235332" y="81071"/>
                </a:lnTo>
                <a:lnTo>
                  <a:pt x="235121" y="81350"/>
                </a:lnTo>
                <a:lnTo>
                  <a:pt x="234900" y="81623"/>
                </a:lnTo>
                <a:lnTo>
                  <a:pt x="234668" y="81889"/>
                </a:lnTo>
                <a:lnTo>
                  <a:pt x="234426" y="82150"/>
                </a:lnTo>
                <a:lnTo>
                  <a:pt x="234174" y="82404"/>
                </a:lnTo>
                <a:lnTo>
                  <a:pt x="233911" y="82653"/>
                </a:lnTo>
                <a:lnTo>
                  <a:pt x="233638" y="82895"/>
                </a:lnTo>
                <a:lnTo>
                  <a:pt x="233355" y="83130"/>
                </a:lnTo>
                <a:lnTo>
                  <a:pt x="233062" y="83360"/>
                </a:lnTo>
                <a:lnTo>
                  <a:pt x="232758" y="83583"/>
                </a:lnTo>
                <a:lnTo>
                  <a:pt x="232444" y="83799"/>
                </a:lnTo>
                <a:lnTo>
                  <a:pt x="232119" y="84005"/>
                </a:lnTo>
                <a:lnTo>
                  <a:pt x="231783" y="84203"/>
                </a:lnTo>
                <a:lnTo>
                  <a:pt x="231436" y="84391"/>
                </a:lnTo>
                <a:lnTo>
                  <a:pt x="231079" y="84570"/>
                </a:lnTo>
                <a:lnTo>
                  <a:pt x="230711" y="84739"/>
                </a:lnTo>
                <a:lnTo>
                  <a:pt x="230332" y="84900"/>
                </a:lnTo>
                <a:lnTo>
                  <a:pt x="229943" y="85051"/>
                </a:lnTo>
                <a:lnTo>
                  <a:pt x="229542" y="85193"/>
                </a:lnTo>
                <a:lnTo>
                  <a:pt x="229131" y="85326"/>
                </a:lnTo>
                <a:lnTo>
                  <a:pt x="228709" y="85450"/>
                </a:lnTo>
                <a:lnTo>
                  <a:pt x="228277" y="85565"/>
                </a:lnTo>
                <a:lnTo>
                  <a:pt x="227833" y="85670"/>
                </a:lnTo>
                <a:lnTo>
                  <a:pt x="227379" y="85767"/>
                </a:lnTo>
                <a:lnTo>
                  <a:pt x="226914" y="85854"/>
                </a:lnTo>
                <a:lnTo>
                  <a:pt x="226438" y="85932"/>
                </a:lnTo>
                <a:lnTo>
                  <a:pt x="225952" y="86001"/>
                </a:lnTo>
                <a:lnTo>
                  <a:pt x="225455" y="86060"/>
                </a:lnTo>
                <a:lnTo>
                  <a:pt x="224947" y="86111"/>
                </a:lnTo>
                <a:lnTo>
                  <a:pt x="224428" y="86152"/>
                </a:lnTo>
                <a:lnTo>
                  <a:pt x="223898" y="86184"/>
                </a:lnTo>
                <a:lnTo>
                  <a:pt x="223358" y="86207"/>
                </a:lnTo>
                <a:lnTo>
                  <a:pt x="222807" y="86221"/>
                </a:lnTo>
                <a:lnTo>
                  <a:pt x="222245" y="86225"/>
                </a:lnTo>
                <a:lnTo>
                  <a:pt x="221638" y="86220"/>
                </a:lnTo>
                <a:lnTo>
                  <a:pt x="221041" y="86202"/>
                </a:lnTo>
                <a:lnTo>
                  <a:pt x="220455" y="86173"/>
                </a:lnTo>
                <a:lnTo>
                  <a:pt x="219878" y="86133"/>
                </a:lnTo>
                <a:lnTo>
                  <a:pt x="219312" y="86081"/>
                </a:lnTo>
                <a:lnTo>
                  <a:pt x="218756" y="86017"/>
                </a:lnTo>
                <a:lnTo>
                  <a:pt x="218210" y="85942"/>
                </a:lnTo>
                <a:lnTo>
                  <a:pt x="217674" y="85856"/>
                </a:lnTo>
                <a:lnTo>
                  <a:pt x="217148" y="85758"/>
                </a:lnTo>
                <a:lnTo>
                  <a:pt x="216633" y="85648"/>
                </a:lnTo>
                <a:lnTo>
                  <a:pt x="216128" y="85527"/>
                </a:lnTo>
                <a:lnTo>
                  <a:pt x="215633" y="85394"/>
                </a:lnTo>
                <a:lnTo>
                  <a:pt x="215148" y="85250"/>
                </a:lnTo>
                <a:lnTo>
                  <a:pt x="214673" y="85094"/>
                </a:lnTo>
                <a:lnTo>
                  <a:pt x="214208" y="84926"/>
                </a:lnTo>
                <a:lnTo>
                  <a:pt x="213754" y="84748"/>
                </a:lnTo>
                <a:lnTo>
                  <a:pt x="213310" y="84557"/>
                </a:lnTo>
                <a:lnTo>
                  <a:pt x="212876" y="84355"/>
                </a:lnTo>
                <a:lnTo>
                  <a:pt x="212452" y="84141"/>
                </a:lnTo>
                <a:lnTo>
                  <a:pt x="212038" y="83916"/>
                </a:lnTo>
                <a:lnTo>
                  <a:pt x="211635" y="83680"/>
                </a:lnTo>
                <a:lnTo>
                  <a:pt x="211242" y="83431"/>
                </a:lnTo>
                <a:lnTo>
                  <a:pt x="210859" y="83172"/>
                </a:lnTo>
                <a:lnTo>
                  <a:pt x="210486" y="82900"/>
                </a:lnTo>
                <a:lnTo>
                  <a:pt x="210126" y="82615"/>
                </a:lnTo>
                <a:lnTo>
                  <a:pt x="209782" y="82313"/>
                </a:lnTo>
                <a:lnTo>
                  <a:pt x="209454" y="81995"/>
                </a:lnTo>
                <a:lnTo>
                  <a:pt x="209143" y="81660"/>
                </a:lnTo>
                <a:lnTo>
                  <a:pt x="208847" y="81308"/>
                </a:lnTo>
                <a:lnTo>
                  <a:pt x="208567" y="80941"/>
                </a:lnTo>
                <a:lnTo>
                  <a:pt x="208303" y="80556"/>
                </a:lnTo>
                <a:lnTo>
                  <a:pt x="208056" y="80156"/>
                </a:lnTo>
                <a:lnTo>
                  <a:pt x="207824" y="79739"/>
                </a:lnTo>
                <a:lnTo>
                  <a:pt x="207609" y="79305"/>
                </a:lnTo>
                <a:lnTo>
                  <a:pt x="207409" y="78855"/>
                </a:lnTo>
                <a:lnTo>
                  <a:pt x="207226" y="78388"/>
                </a:lnTo>
                <a:lnTo>
                  <a:pt x="207058" y="77905"/>
                </a:lnTo>
                <a:lnTo>
                  <a:pt x="206907" y="77406"/>
                </a:lnTo>
                <a:lnTo>
                  <a:pt x="206771" y="76890"/>
                </a:lnTo>
                <a:lnTo>
                  <a:pt x="206652" y="76358"/>
                </a:lnTo>
                <a:lnTo>
                  <a:pt x="206549" y="75809"/>
                </a:lnTo>
                <a:lnTo>
                  <a:pt x="206461" y="75244"/>
                </a:lnTo>
                <a:lnTo>
                  <a:pt x="206390" y="74662"/>
                </a:lnTo>
                <a:lnTo>
                  <a:pt x="206335" y="74064"/>
                </a:lnTo>
                <a:lnTo>
                  <a:pt x="206295" y="73449"/>
                </a:lnTo>
                <a:lnTo>
                  <a:pt x="206272" y="72818"/>
                </a:lnTo>
                <a:lnTo>
                  <a:pt x="206265" y="72171"/>
                </a:lnTo>
                <a:lnTo>
                  <a:pt x="206274" y="71507"/>
                </a:lnTo>
                <a:lnTo>
                  <a:pt x="195357" y="71507"/>
                </a:lnTo>
                <a:lnTo>
                  <a:pt x="195335" y="72157"/>
                </a:lnTo>
                <a:lnTo>
                  <a:pt x="195326" y="72797"/>
                </a:lnTo>
                <a:lnTo>
                  <a:pt x="195330" y="73429"/>
                </a:lnTo>
                <a:lnTo>
                  <a:pt x="195346" y="74051"/>
                </a:lnTo>
                <a:lnTo>
                  <a:pt x="195376" y="74663"/>
                </a:lnTo>
                <a:lnTo>
                  <a:pt x="195418" y="75266"/>
                </a:lnTo>
                <a:lnTo>
                  <a:pt x="195472" y="75860"/>
                </a:lnTo>
                <a:lnTo>
                  <a:pt x="195540" y="76444"/>
                </a:lnTo>
                <a:lnTo>
                  <a:pt x="195620" y="77019"/>
                </a:lnTo>
                <a:lnTo>
                  <a:pt x="195713" y="77584"/>
                </a:lnTo>
                <a:lnTo>
                  <a:pt x="195819" y="78140"/>
                </a:lnTo>
                <a:lnTo>
                  <a:pt x="195938" y="78687"/>
                </a:lnTo>
                <a:lnTo>
                  <a:pt x="196069" y="79224"/>
                </a:lnTo>
                <a:lnTo>
                  <a:pt x="196213" y="79752"/>
                </a:lnTo>
                <a:lnTo>
                  <a:pt x="196370" y="80270"/>
                </a:lnTo>
                <a:lnTo>
                  <a:pt x="196540" y="80779"/>
                </a:lnTo>
                <a:lnTo>
                  <a:pt x="196722" y="81278"/>
                </a:lnTo>
                <a:lnTo>
                  <a:pt x="196917" y="81768"/>
                </a:lnTo>
                <a:lnTo>
                  <a:pt x="197125" y="82249"/>
                </a:lnTo>
                <a:lnTo>
                  <a:pt x="197345" y="82720"/>
                </a:lnTo>
                <a:lnTo>
                  <a:pt x="197579" y="83182"/>
                </a:lnTo>
                <a:lnTo>
                  <a:pt x="197825" y="83635"/>
                </a:lnTo>
                <a:lnTo>
                  <a:pt x="198084" y="84078"/>
                </a:lnTo>
                <a:lnTo>
                  <a:pt x="198355" y="84511"/>
                </a:lnTo>
                <a:lnTo>
                  <a:pt x="198638" y="84935"/>
                </a:lnTo>
                <a:lnTo>
                  <a:pt x="198931" y="85350"/>
                </a:lnTo>
                <a:lnTo>
                  <a:pt x="199233" y="85755"/>
                </a:lnTo>
                <a:lnTo>
                  <a:pt x="199544" y="86151"/>
                </a:lnTo>
                <a:lnTo>
                  <a:pt x="199865" y="86537"/>
                </a:lnTo>
                <a:lnTo>
                  <a:pt x="200196" y="86914"/>
                </a:lnTo>
                <a:lnTo>
                  <a:pt x="200536" y="87282"/>
                </a:lnTo>
                <a:lnTo>
                  <a:pt x="200886" y="87640"/>
                </a:lnTo>
                <a:lnTo>
                  <a:pt x="201246" y="87989"/>
                </a:lnTo>
                <a:lnTo>
                  <a:pt x="201615" y="88328"/>
                </a:lnTo>
                <a:lnTo>
                  <a:pt x="201994" y="88658"/>
                </a:lnTo>
                <a:lnTo>
                  <a:pt x="202382" y="88978"/>
                </a:lnTo>
                <a:lnTo>
                  <a:pt x="202780" y="89289"/>
                </a:lnTo>
                <a:lnTo>
                  <a:pt x="203187" y="89591"/>
                </a:lnTo>
                <a:lnTo>
                  <a:pt x="203604" y="89883"/>
                </a:lnTo>
                <a:lnTo>
                  <a:pt x="204031" y="90166"/>
                </a:lnTo>
                <a:lnTo>
                  <a:pt x="204467" y="90440"/>
                </a:lnTo>
                <a:lnTo>
                  <a:pt x="204913" y="90704"/>
                </a:lnTo>
                <a:lnTo>
                  <a:pt x="205369" y="90959"/>
                </a:lnTo>
                <a:lnTo>
                  <a:pt x="205834" y="91204"/>
                </a:lnTo>
                <a:lnTo>
                  <a:pt x="206308" y="91440"/>
                </a:lnTo>
                <a:lnTo>
                  <a:pt x="206793" y="91666"/>
                </a:lnTo>
                <a:lnTo>
                  <a:pt x="207287" y="91883"/>
                </a:lnTo>
                <a:lnTo>
                  <a:pt x="207790" y="92091"/>
                </a:lnTo>
                <a:lnTo>
                  <a:pt x="208301" y="92289"/>
                </a:lnTo>
                <a:lnTo>
                  <a:pt x="208818" y="92479"/>
                </a:lnTo>
                <a:lnTo>
                  <a:pt x="209342" y="92661"/>
                </a:lnTo>
                <a:lnTo>
                  <a:pt x="209871" y="92834"/>
                </a:lnTo>
                <a:lnTo>
                  <a:pt x="210406" y="92999"/>
                </a:lnTo>
                <a:lnTo>
                  <a:pt x="210947" y="93155"/>
                </a:lnTo>
                <a:lnTo>
                  <a:pt x="211494" y="93303"/>
                </a:lnTo>
                <a:lnTo>
                  <a:pt x="212047" y="93443"/>
                </a:lnTo>
                <a:lnTo>
                  <a:pt x="212606" y="93574"/>
                </a:lnTo>
                <a:lnTo>
                  <a:pt x="213171" y="93696"/>
                </a:lnTo>
                <a:lnTo>
                  <a:pt x="213742" y="93810"/>
                </a:lnTo>
                <a:lnTo>
                  <a:pt x="214318" y="93916"/>
                </a:lnTo>
                <a:lnTo>
                  <a:pt x="214901" y="94013"/>
                </a:lnTo>
                <a:lnTo>
                  <a:pt x="215490" y="94102"/>
                </a:lnTo>
                <a:lnTo>
                  <a:pt x="216085" y="94182"/>
                </a:lnTo>
                <a:lnTo>
                  <a:pt x="216686" y="94254"/>
                </a:lnTo>
                <a:lnTo>
                  <a:pt x="217292" y="94317"/>
                </a:lnTo>
                <a:lnTo>
                  <a:pt x="217905" y="94372"/>
                </a:lnTo>
                <a:lnTo>
                  <a:pt x="218523" y="94418"/>
                </a:lnTo>
                <a:lnTo>
                  <a:pt x="219148" y="94456"/>
                </a:lnTo>
                <a:lnTo>
                  <a:pt x="219779" y="94486"/>
                </a:lnTo>
                <a:lnTo>
                  <a:pt x="220415" y="94507"/>
                </a:lnTo>
                <a:lnTo>
                  <a:pt x="221058" y="94520"/>
                </a:lnTo>
                <a:lnTo>
                  <a:pt x="221706" y="94524"/>
                </a:lnTo>
                <a:lnTo>
                  <a:pt x="222724" y="94516"/>
                </a:lnTo>
                <a:lnTo>
                  <a:pt x="223721" y="94492"/>
                </a:lnTo>
                <a:lnTo>
                  <a:pt x="224697" y="94451"/>
                </a:lnTo>
                <a:lnTo>
                  <a:pt x="225653" y="94395"/>
                </a:lnTo>
                <a:close/>
                <a:moveTo>
                  <a:pt x="406575" y="33625"/>
                </a:moveTo>
                <a:lnTo>
                  <a:pt x="406824" y="33318"/>
                </a:lnTo>
                <a:lnTo>
                  <a:pt x="407076" y="33022"/>
                </a:lnTo>
                <a:lnTo>
                  <a:pt x="407328" y="32737"/>
                </a:lnTo>
                <a:lnTo>
                  <a:pt x="407582" y="32463"/>
                </a:lnTo>
                <a:lnTo>
                  <a:pt x="407837" y="32199"/>
                </a:lnTo>
                <a:lnTo>
                  <a:pt x="408093" y="31947"/>
                </a:lnTo>
                <a:lnTo>
                  <a:pt x="408350" y="31705"/>
                </a:lnTo>
                <a:lnTo>
                  <a:pt x="408609" y="31473"/>
                </a:lnTo>
                <a:lnTo>
                  <a:pt x="408869" y="31253"/>
                </a:lnTo>
                <a:lnTo>
                  <a:pt x="409131" y="31043"/>
                </a:lnTo>
                <a:lnTo>
                  <a:pt x="409394" y="30844"/>
                </a:lnTo>
                <a:lnTo>
                  <a:pt x="409658" y="30656"/>
                </a:lnTo>
                <a:lnTo>
                  <a:pt x="409923" y="30479"/>
                </a:lnTo>
                <a:lnTo>
                  <a:pt x="410190" y="30312"/>
                </a:lnTo>
                <a:lnTo>
                  <a:pt x="410457" y="30157"/>
                </a:lnTo>
                <a:lnTo>
                  <a:pt x="410727" y="30011"/>
                </a:lnTo>
                <a:lnTo>
                  <a:pt x="410997" y="29877"/>
                </a:lnTo>
                <a:lnTo>
                  <a:pt x="411269" y="29754"/>
                </a:lnTo>
                <a:lnTo>
                  <a:pt x="411544" y="29638"/>
                </a:lnTo>
                <a:lnTo>
                  <a:pt x="411826" y="29527"/>
                </a:lnTo>
                <a:lnTo>
                  <a:pt x="412115" y="29422"/>
                </a:lnTo>
                <a:lnTo>
                  <a:pt x="412410" y="29321"/>
                </a:lnTo>
                <a:lnTo>
                  <a:pt x="412711" y="29225"/>
                </a:lnTo>
                <a:lnTo>
                  <a:pt x="413019" y="29134"/>
                </a:lnTo>
                <a:lnTo>
                  <a:pt x="413333" y="29048"/>
                </a:lnTo>
                <a:lnTo>
                  <a:pt x="413654" y="28967"/>
                </a:lnTo>
                <a:lnTo>
                  <a:pt x="413981" y="28890"/>
                </a:lnTo>
                <a:lnTo>
                  <a:pt x="414314" y="28819"/>
                </a:lnTo>
                <a:lnTo>
                  <a:pt x="414654" y="28753"/>
                </a:lnTo>
                <a:lnTo>
                  <a:pt x="415000" y="28691"/>
                </a:lnTo>
                <a:lnTo>
                  <a:pt x="415353" y="28635"/>
                </a:lnTo>
                <a:lnTo>
                  <a:pt x="415712" y="28583"/>
                </a:lnTo>
                <a:lnTo>
                  <a:pt x="416078" y="28536"/>
                </a:lnTo>
                <a:lnTo>
                  <a:pt x="416450" y="28494"/>
                </a:lnTo>
                <a:lnTo>
                  <a:pt x="416829" y="28457"/>
                </a:lnTo>
                <a:lnTo>
                  <a:pt x="417214" y="28426"/>
                </a:lnTo>
                <a:lnTo>
                  <a:pt x="417605" y="28398"/>
                </a:lnTo>
                <a:lnTo>
                  <a:pt x="418003" y="28376"/>
                </a:lnTo>
                <a:lnTo>
                  <a:pt x="418407" y="28359"/>
                </a:lnTo>
                <a:lnTo>
                  <a:pt x="418818" y="28347"/>
                </a:lnTo>
                <a:lnTo>
                  <a:pt x="419235" y="28339"/>
                </a:lnTo>
                <a:lnTo>
                  <a:pt x="419659" y="28337"/>
                </a:lnTo>
                <a:lnTo>
                  <a:pt x="421344" y="18824"/>
                </a:lnTo>
                <a:lnTo>
                  <a:pt x="420925" y="18826"/>
                </a:lnTo>
                <a:lnTo>
                  <a:pt x="420511" y="18831"/>
                </a:lnTo>
                <a:lnTo>
                  <a:pt x="420102" y="18841"/>
                </a:lnTo>
                <a:lnTo>
                  <a:pt x="419698" y="18854"/>
                </a:lnTo>
                <a:lnTo>
                  <a:pt x="419299" y="18871"/>
                </a:lnTo>
                <a:lnTo>
                  <a:pt x="418905" y="18891"/>
                </a:lnTo>
                <a:lnTo>
                  <a:pt x="418516" y="18916"/>
                </a:lnTo>
                <a:lnTo>
                  <a:pt x="418131" y="18944"/>
                </a:lnTo>
                <a:lnTo>
                  <a:pt x="417752" y="18976"/>
                </a:lnTo>
                <a:lnTo>
                  <a:pt x="417377" y="19011"/>
                </a:lnTo>
                <a:lnTo>
                  <a:pt x="417008" y="19051"/>
                </a:lnTo>
                <a:lnTo>
                  <a:pt x="416643" y="19094"/>
                </a:lnTo>
                <a:lnTo>
                  <a:pt x="416283" y="19141"/>
                </a:lnTo>
                <a:lnTo>
                  <a:pt x="415928" y="19191"/>
                </a:lnTo>
                <a:lnTo>
                  <a:pt x="415578" y="19246"/>
                </a:lnTo>
                <a:lnTo>
                  <a:pt x="415233" y="19304"/>
                </a:lnTo>
                <a:lnTo>
                  <a:pt x="414893" y="19365"/>
                </a:lnTo>
                <a:lnTo>
                  <a:pt x="414558" y="19431"/>
                </a:lnTo>
                <a:lnTo>
                  <a:pt x="414228" y="19500"/>
                </a:lnTo>
                <a:lnTo>
                  <a:pt x="413903" y="19573"/>
                </a:lnTo>
                <a:lnTo>
                  <a:pt x="413582" y="19650"/>
                </a:lnTo>
                <a:lnTo>
                  <a:pt x="413267" y="19731"/>
                </a:lnTo>
                <a:lnTo>
                  <a:pt x="412956" y="19815"/>
                </a:lnTo>
                <a:lnTo>
                  <a:pt x="412650" y="19903"/>
                </a:lnTo>
                <a:lnTo>
                  <a:pt x="412348" y="19996"/>
                </a:lnTo>
                <a:lnTo>
                  <a:pt x="412050" y="20094"/>
                </a:lnTo>
                <a:lnTo>
                  <a:pt x="411754" y="20197"/>
                </a:lnTo>
                <a:lnTo>
                  <a:pt x="411461" y="20305"/>
                </a:lnTo>
                <a:lnTo>
                  <a:pt x="411172" y="20419"/>
                </a:lnTo>
                <a:lnTo>
                  <a:pt x="410885" y="20538"/>
                </a:lnTo>
                <a:lnTo>
                  <a:pt x="410602" y="20662"/>
                </a:lnTo>
                <a:lnTo>
                  <a:pt x="410321" y="20792"/>
                </a:lnTo>
                <a:lnTo>
                  <a:pt x="410044" y="20926"/>
                </a:lnTo>
                <a:lnTo>
                  <a:pt x="409770" y="21066"/>
                </a:lnTo>
                <a:lnTo>
                  <a:pt x="409498" y="21212"/>
                </a:lnTo>
                <a:lnTo>
                  <a:pt x="409230" y="21362"/>
                </a:lnTo>
                <a:lnTo>
                  <a:pt x="408965" y="21518"/>
                </a:lnTo>
                <a:lnTo>
                  <a:pt x="408703" y="21679"/>
                </a:lnTo>
                <a:lnTo>
                  <a:pt x="408444" y="21846"/>
                </a:lnTo>
                <a:lnTo>
                  <a:pt x="408187" y="22017"/>
                </a:lnTo>
                <a:lnTo>
                  <a:pt x="407934" y="22194"/>
                </a:lnTo>
                <a:lnTo>
                  <a:pt x="407684" y="22376"/>
                </a:lnTo>
                <a:lnTo>
                  <a:pt x="407437" y="22564"/>
                </a:lnTo>
                <a:lnTo>
                  <a:pt x="407193" y="22757"/>
                </a:lnTo>
                <a:lnTo>
                  <a:pt x="406953" y="22955"/>
                </a:lnTo>
                <a:lnTo>
                  <a:pt x="406715" y="23158"/>
                </a:lnTo>
                <a:lnTo>
                  <a:pt x="406480" y="23367"/>
                </a:lnTo>
                <a:lnTo>
                  <a:pt x="406248" y="23580"/>
                </a:lnTo>
                <a:lnTo>
                  <a:pt x="406019" y="23801"/>
                </a:lnTo>
                <a:lnTo>
                  <a:pt x="405790" y="24029"/>
                </a:lnTo>
                <a:lnTo>
                  <a:pt x="405564" y="24264"/>
                </a:lnTo>
                <a:lnTo>
                  <a:pt x="405338" y="24507"/>
                </a:lnTo>
                <a:lnTo>
                  <a:pt x="405114" y="24758"/>
                </a:lnTo>
                <a:lnTo>
                  <a:pt x="404892" y="25016"/>
                </a:lnTo>
                <a:lnTo>
                  <a:pt x="404671" y="25282"/>
                </a:lnTo>
                <a:lnTo>
                  <a:pt x="404451" y="25556"/>
                </a:lnTo>
                <a:lnTo>
                  <a:pt x="404233" y="25837"/>
                </a:lnTo>
                <a:lnTo>
                  <a:pt x="404016" y="26126"/>
                </a:lnTo>
                <a:lnTo>
                  <a:pt x="403800" y="26422"/>
                </a:lnTo>
                <a:lnTo>
                  <a:pt x="403586" y="26726"/>
                </a:lnTo>
                <a:lnTo>
                  <a:pt x="403374" y="27038"/>
                </a:lnTo>
                <a:lnTo>
                  <a:pt x="403162" y="27357"/>
                </a:lnTo>
                <a:lnTo>
                  <a:pt x="402952" y="27684"/>
                </a:lnTo>
                <a:lnTo>
                  <a:pt x="402744" y="28018"/>
                </a:lnTo>
                <a:lnTo>
                  <a:pt x="402537" y="28360"/>
                </a:lnTo>
                <a:lnTo>
                  <a:pt x="402331" y="28710"/>
                </a:lnTo>
                <a:lnTo>
                  <a:pt x="402127" y="29067"/>
                </a:lnTo>
                <a:lnTo>
                  <a:pt x="401924" y="29432"/>
                </a:lnTo>
                <a:lnTo>
                  <a:pt x="401722" y="29805"/>
                </a:lnTo>
                <a:lnTo>
                  <a:pt x="401522" y="30185"/>
                </a:lnTo>
                <a:lnTo>
                  <a:pt x="401493" y="30242"/>
                </a:lnTo>
                <a:lnTo>
                  <a:pt x="401164" y="30031"/>
                </a:lnTo>
                <a:lnTo>
                  <a:pt x="400527" y="29663"/>
                </a:lnTo>
                <a:lnTo>
                  <a:pt x="399868" y="29318"/>
                </a:lnTo>
                <a:lnTo>
                  <a:pt x="399186" y="28997"/>
                </a:lnTo>
                <a:lnTo>
                  <a:pt x="398481" y="28700"/>
                </a:lnTo>
                <a:lnTo>
                  <a:pt x="397754" y="28426"/>
                </a:lnTo>
                <a:lnTo>
                  <a:pt x="397004" y="28176"/>
                </a:lnTo>
                <a:lnTo>
                  <a:pt x="396231" y="27951"/>
                </a:lnTo>
                <a:lnTo>
                  <a:pt x="395436" y="27748"/>
                </a:lnTo>
                <a:lnTo>
                  <a:pt x="394618" y="27570"/>
                </a:lnTo>
                <a:lnTo>
                  <a:pt x="393777" y="27416"/>
                </a:lnTo>
                <a:lnTo>
                  <a:pt x="392913" y="27285"/>
                </a:lnTo>
                <a:lnTo>
                  <a:pt x="392027" y="27178"/>
                </a:lnTo>
                <a:lnTo>
                  <a:pt x="391118" y="27095"/>
                </a:lnTo>
                <a:lnTo>
                  <a:pt x="390186" y="27035"/>
                </a:lnTo>
                <a:lnTo>
                  <a:pt x="389232" y="26999"/>
                </a:lnTo>
                <a:lnTo>
                  <a:pt x="388255" y="26988"/>
                </a:lnTo>
                <a:lnTo>
                  <a:pt x="387607" y="26993"/>
                </a:lnTo>
                <a:lnTo>
                  <a:pt x="386967" y="27007"/>
                </a:lnTo>
                <a:lnTo>
                  <a:pt x="386335" y="27032"/>
                </a:lnTo>
                <a:lnTo>
                  <a:pt x="385710" y="27067"/>
                </a:lnTo>
                <a:lnTo>
                  <a:pt x="385093" y="27112"/>
                </a:lnTo>
                <a:lnTo>
                  <a:pt x="384483" y="27167"/>
                </a:lnTo>
                <a:lnTo>
                  <a:pt x="383881" y="27232"/>
                </a:lnTo>
                <a:lnTo>
                  <a:pt x="383287" y="27306"/>
                </a:lnTo>
                <a:lnTo>
                  <a:pt x="382700" y="27391"/>
                </a:lnTo>
                <a:lnTo>
                  <a:pt x="382121" y="27485"/>
                </a:lnTo>
                <a:lnTo>
                  <a:pt x="381549" y="27590"/>
                </a:lnTo>
                <a:lnTo>
                  <a:pt x="380985" y="27704"/>
                </a:lnTo>
                <a:lnTo>
                  <a:pt x="380429" y="27829"/>
                </a:lnTo>
                <a:lnTo>
                  <a:pt x="379880" y="27963"/>
                </a:lnTo>
                <a:lnTo>
                  <a:pt x="379339" y="28108"/>
                </a:lnTo>
                <a:lnTo>
                  <a:pt x="378805" y="28262"/>
                </a:lnTo>
                <a:lnTo>
                  <a:pt x="378279" y="28426"/>
                </a:lnTo>
                <a:lnTo>
                  <a:pt x="377761" y="28600"/>
                </a:lnTo>
                <a:lnTo>
                  <a:pt x="377250" y="28785"/>
                </a:lnTo>
                <a:lnTo>
                  <a:pt x="376747" y="28979"/>
                </a:lnTo>
                <a:lnTo>
                  <a:pt x="376252" y="29183"/>
                </a:lnTo>
                <a:lnTo>
                  <a:pt x="375764" y="29397"/>
                </a:lnTo>
                <a:lnTo>
                  <a:pt x="375283" y="29621"/>
                </a:lnTo>
                <a:lnTo>
                  <a:pt x="374811" y="29855"/>
                </a:lnTo>
                <a:lnTo>
                  <a:pt x="374346" y="30097"/>
                </a:lnTo>
                <a:lnTo>
                  <a:pt x="373889" y="30346"/>
                </a:lnTo>
                <a:lnTo>
                  <a:pt x="373440" y="30601"/>
                </a:lnTo>
                <a:lnTo>
                  <a:pt x="372999" y="30863"/>
                </a:lnTo>
                <a:lnTo>
                  <a:pt x="372565" y="31132"/>
                </a:lnTo>
                <a:lnTo>
                  <a:pt x="372140" y="31407"/>
                </a:lnTo>
                <a:lnTo>
                  <a:pt x="371723" y="31688"/>
                </a:lnTo>
                <a:lnTo>
                  <a:pt x="371314" y="31977"/>
                </a:lnTo>
                <a:lnTo>
                  <a:pt x="370913" y="32271"/>
                </a:lnTo>
                <a:lnTo>
                  <a:pt x="370519" y="32572"/>
                </a:lnTo>
                <a:lnTo>
                  <a:pt x="370134" y="32880"/>
                </a:lnTo>
                <a:lnTo>
                  <a:pt x="369756" y="33195"/>
                </a:lnTo>
                <a:lnTo>
                  <a:pt x="369387" y="33516"/>
                </a:lnTo>
                <a:lnTo>
                  <a:pt x="369025" y="33843"/>
                </a:lnTo>
                <a:lnTo>
                  <a:pt x="368672" y="34177"/>
                </a:lnTo>
                <a:lnTo>
                  <a:pt x="368326" y="34518"/>
                </a:lnTo>
                <a:lnTo>
                  <a:pt x="367989" y="34865"/>
                </a:lnTo>
                <a:lnTo>
                  <a:pt x="367659" y="35219"/>
                </a:lnTo>
                <a:lnTo>
                  <a:pt x="367337" y="35579"/>
                </a:lnTo>
                <a:lnTo>
                  <a:pt x="367023" y="35946"/>
                </a:lnTo>
                <a:lnTo>
                  <a:pt x="366718" y="36319"/>
                </a:lnTo>
                <a:lnTo>
                  <a:pt x="366420" y="36699"/>
                </a:lnTo>
                <a:lnTo>
                  <a:pt x="366130" y="37086"/>
                </a:lnTo>
                <a:lnTo>
                  <a:pt x="365848" y="37479"/>
                </a:lnTo>
                <a:lnTo>
                  <a:pt x="365574" y="37877"/>
                </a:lnTo>
                <a:lnTo>
                  <a:pt x="365307" y="38278"/>
                </a:lnTo>
                <a:lnTo>
                  <a:pt x="365049" y="38681"/>
                </a:lnTo>
                <a:lnTo>
                  <a:pt x="364799" y="39088"/>
                </a:lnTo>
                <a:lnTo>
                  <a:pt x="364556" y="39497"/>
                </a:lnTo>
                <a:lnTo>
                  <a:pt x="364321" y="39910"/>
                </a:lnTo>
                <a:lnTo>
                  <a:pt x="364094" y="40325"/>
                </a:lnTo>
                <a:lnTo>
                  <a:pt x="363875" y="40744"/>
                </a:lnTo>
                <a:lnTo>
                  <a:pt x="363663" y="41165"/>
                </a:lnTo>
                <a:lnTo>
                  <a:pt x="363460" y="41589"/>
                </a:lnTo>
                <a:lnTo>
                  <a:pt x="363264" y="42016"/>
                </a:lnTo>
                <a:lnTo>
                  <a:pt x="363076" y="42446"/>
                </a:lnTo>
                <a:lnTo>
                  <a:pt x="362896" y="42879"/>
                </a:lnTo>
                <a:lnTo>
                  <a:pt x="362724" y="43315"/>
                </a:lnTo>
                <a:lnTo>
                  <a:pt x="362560" y="43754"/>
                </a:lnTo>
                <a:lnTo>
                  <a:pt x="362403" y="44196"/>
                </a:lnTo>
                <a:lnTo>
                  <a:pt x="362255" y="44641"/>
                </a:lnTo>
                <a:lnTo>
                  <a:pt x="362114" y="45088"/>
                </a:lnTo>
                <a:lnTo>
                  <a:pt x="361981" y="45539"/>
                </a:lnTo>
                <a:lnTo>
                  <a:pt x="361856" y="45992"/>
                </a:lnTo>
                <a:lnTo>
                  <a:pt x="361739" y="46449"/>
                </a:lnTo>
                <a:lnTo>
                  <a:pt x="361629" y="46908"/>
                </a:lnTo>
                <a:lnTo>
                  <a:pt x="361527" y="47370"/>
                </a:lnTo>
                <a:lnTo>
                  <a:pt x="361434" y="47835"/>
                </a:lnTo>
                <a:lnTo>
                  <a:pt x="361344" y="48379"/>
                </a:lnTo>
                <a:lnTo>
                  <a:pt x="361265" y="48919"/>
                </a:lnTo>
                <a:lnTo>
                  <a:pt x="361196" y="49455"/>
                </a:lnTo>
                <a:lnTo>
                  <a:pt x="361139" y="49988"/>
                </a:lnTo>
                <a:lnTo>
                  <a:pt x="361092" y="50517"/>
                </a:lnTo>
                <a:lnTo>
                  <a:pt x="361057" y="51042"/>
                </a:lnTo>
                <a:lnTo>
                  <a:pt x="361032" y="51564"/>
                </a:lnTo>
                <a:lnTo>
                  <a:pt x="361018" y="52082"/>
                </a:lnTo>
                <a:lnTo>
                  <a:pt x="361015" y="52597"/>
                </a:lnTo>
                <a:lnTo>
                  <a:pt x="361023" y="53108"/>
                </a:lnTo>
                <a:lnTo>
                  <a:pt x="361042" y="53615"/>
                </a:lnTo>
                <a:lnTo>
                  <a:pt x="361071" y="54119"/>
                </a:lnTo>
                <a:lnTo>
                  <a:pt x="361112" y="54618"/>
                </a:lnTo>
                <a:lnTo>
                  <a:pt x="361163" y="55115"/>
                </a:lnTo>
                <a:lnTo>
                  <a:pt x="361226" y="55608"/>
                </a:lnTo>
                <a:lnTo>
                  <a:pt x="361299" y="56097"/>
                </a:lnTo>
                <a:lnTo>
                  <a:pt x="361383" y="56582"/>
                </a:lnTo>
                <a:lnTo>
                  <a:pt x="361478" y="57064"/>
                </a:lnTo>
                <a:lnTo>
                  <a:pt x="361584" y="57542"/>
                </a:lnTo>
                <a:lnTo>
                  <a:pt x="361700" y="58017"/>
                </a:lnTo>
                <a:lnTo>
                  <a:pt x="361828" y="58488"/>
                </a:lnTo>
                <a:lnTo>
                  <a:pt x="361967" y="58955"/>
                </a:lnTo>
                <a:lnTo>
                  <a:pt x="362116" y="59419"/>
                </a:lnTo>
                <a:lnTo>
                  <a:pt x="362276" y="59879"/>
                </a:lnTo>
                <a:lnTo>
                  <a:pt x="362447" y="60333"/>
                </a:lnTo>
                <a:lnTo>
                  <a:pt x="362629" y="60780"/>
                </a:lnTo>
                <a:lnTo>
                  <a:pt x="362821" y="61219"/>
                </a:lnTo>
                <a:lnTo>
                  <a:pt x="363024" y="61651"/>
                </a:lnTo>
                <a:lnTo>
                  <a:pt x="363237" y="62075"/>
                </a:lnTo>
                <a:lnTo>
                  <a:pt x="363462" y="62491"/>
                </a:lnTo>
                <a:lnTo>
                  <a:pt x="363697" y="62900"/>
                </a:lnTo>
                <a:lnTo>
                  <a:pt x="363942" y="63301"/>
                </a:lnTo>
                <a:lnTo>
                  <a:pt x="364198" y="63694"/>
                </a:lnTo>
                <a:lnTo>
                  <a:pt x="364465" y="64080"/>
                </a:lnTo>
                <a:lnTo>
                  <a:pt x="364743" y="64459"/>
                </a:lnTo>
                <a:lnTo>
                  <a:pt x="365031" y="64829"/>
                </a:lnTo>
                <a:lnTo>
                  <a:pt x="365329" y="65192"/>
                </a:lnTo>
                <a:lnTo>
                  <a:pt x="365639" y="65548"/>
                </a:lnTo>
                <a:lnTo>
                  <a:pt x="365959" y="65896"/>
                </a:lnTo>
                <a:lnTo>
                  <a:pt x="366290" y="66236"/>
                </a:lnTo>
                <a:lnTo>
                  <a:pt x="366631" y="66568"/>
                </a:lnTo>
                <a:lnTo>
                  <a:pt x="366983" y="66893"/>
                </a:lnTo>
                <a:lnTo>
                  <a:pt x="367033" y="66938"/>
                </a:lnTo>
                <a:lnTo>
                  <a:pt x="366977" y="66958"/>
                </a:lnTo>
                <a:lnTo>
                  <a:pt x="366560" y="67112"/>
                </a:lnTo>
                <a:lnTo>
                  <a:pt x="366151" y="67268"/>
                </a:lnTo>
                <a:lnTo>
                  <a:pt x="365751" y="67428"/>
                </a:lnTo>
                <a:lnTo>
                  <a:pt x="365359" y="67591"/>
                </a:lnTo>
                <a:lnTo>
                  <a:pt x="364976" y="67757"/>
                </a:lnTo>
                <a:lnTo>
                  <a:pt x="364601" y="67926"/>
                </a:lnTo>
                <a:lnTo>
                  <a:pt x="364235" y="68098"/>
                </a:lnTo>
                <a:lnTo>
                  <a:pt x="363877" y="68273"/>
                </a:lnTo>
                <a:lnTo>
                  <a:pt x="363527" y="68452"/>
                </a:lnTo>
                <a:lnTo>
                  <a:pt x="363186" y="68633"/>
                </a:lnTo>
                <a:lnTo>
                  <a:pt x="362853" y="68817"/>
                </a:lnTo>
                <a:lnTo>
                  <a:pt x="362529" y="69004"/>
                </a:lnTo>
                <a:lnTo>
                  <a:pt x="362213" y="69195"/>
                </a:lnTo>
                <a:lnTo>
                  <a:pt x="361905" y="69388"/>
                </a:lnTo>
                <a:lnTo>
                  <a:pt x="361606" y="69584"/>
                </a:lnTo>
                <a:lnTo>
                  <a:pt x="361316" y="69784"/>
                </a:lnTo>
                <a:lnTo>
                  <a:pt x="361034" y="69986"/>
                </a:lnTo>
                <a:lnTo>
                  <a:pt x="360760" y="70192"/>
                </a:lnTo>
                <a:lnTo>
                  <a:pt x="360494" y="70401"/>
                </a:lnTo>
                <a:lnTo>
                  <a:pt x="360238" y="70612"/>
                </a:lnTo>
                <a:lnTo>
                  <a:pt x="359989" y="70827"/>
                </a:lnTo>
                <a:lnTo>
                  <a:pt x="359749" y="71045"/>
                </a:lnTo>
                <a:lnTo>
                  <a:pt x="359517" y="71265"/>
                </a:lnTo>
                <a:lnTo>
                  <a:pt x="359293" y="71488"/>
                </a:lnTo>
                <a:lnTo>
                  <a:pt x="359077" y="71713"/>
                </a:lnTo>
                <a:lnTo>
                  <a:pt x="358869" y="71941"/>
                </a:lnTo>
                <a:lnTo>
                  <a:pt x="358669" y="72170"/>
                </a:lnTo>
                <a:lnTo>
                  <a:pt x="358477" y="72403"/>
                </a:lnTo>
                <a:lnTo>
                  <a:pt x="358293" y="72637"/>
                </a:lnTo>
                <a:lnTo>
                  <a:pt x="358117" y="72874"/>
                </a:lnTo>
                <a:lnTo>
                  <a:pt x="357948" y="73113"/>
                </a:lnTo>
                <a:lnTo>
                  <a:pt x="357788" y="73355"/>
                </a:lnTo>
                <a:lnTo>
                  <a:pt x="357636" y="73599"/>
                </a:lnTo>
                <a:lnTo>
                  <a:pt x="357491" y="73845"/>
                </a:lnTo>
                <a:lnTo>
                  <a:pt x="357355" y="74093"/>
                </a:lnTo>
                <a:lnTo>
                  <a:pt x="357226" y="74344"/>
                </a:lnTo>
                <a:lnTo>
                  <a:pt x="357106" y="74597"/>
                </a:lnTo>
                <a:lnTo>
                  <a:pt x="356993" y="74853"/>
                </a:lnTo>
                <a:lnTo>
                  <a:pt x="356889" y="75111"/>
                </a:lnTo>
                <a:lnTo>
                  <a:pt x="356792" y="75371"/>
                </a:lnTo>
                <a:lnTo>
                  <a:pt x="356704" y="75634"/>
                </a:lnTo>
                <a:lnTo>
                  <a:pt x="356623" y="75899"/>
                </a:lnTo>
                <a:lnTo>
                  <a:pt x="356550" y="76166"/>
                </a:lnTo>
                <a:lnTo>
                  <a:pt x="356485" y="76436"/>
                </a:lnTo>
                <a:lnTo>
                  <a:pt x="356428" y="76708"/>
                </a:lnTo>
                <a:lnTo>
                  <a:pt x="356379" y="76982"/>
                </a:lnTo>
                <a:lnTo>
                  <a:pt x="356348" y="77185"/>
                </a:lnTo>
                <a:lnTo>
                  <a:pt x="356323" y="77388"/>
                </a:lnTo>
                <a:lnTo>
                  <a:pt x="356303" y="77592"/>
                </a:lnTo>
                <a:lnTo>
                  <a:pt x="356288" y="77796"/>
                </a:lnTo>
                <a:lnTo>
                  <a:pt x="356278" y="78001"/>
                </a:lnTo>
                <a:lnTo>
                  <a:pt x="356274" y="78207"/>
                </a:lnTo>
                <a:lnTo>
                  <a:pt x="356275" y="78413"/>
                </a:lnTo>
                <a:lnTo>
                  <a:pt x="356282" y="78620"/>
                </a:lnTo>
                <a:lnTo>
                  <a:pt x="356294" y="78827"/>
                </a:lnTo>
                <a:lnTo>
                  <a:pt x="356312" y="79035"/>
                </a:lnTo>
                <a:lnTo>
                  <a:pt x="356334" y="79244"/>
                </a:lnTo>
                <a:lnTo>
                  <a:pt x="356363" y="79453"/>
                </a:lnTo>
                <a:lnTo>
                  <a:pt x="356396" y="79663"/>
                </a:lnTo>
                <a:lnTo>
                  <a:pt x="356435" y="79873"/>
                </a:lnTo>
                <a:lnTo>
                  <a:pt x="356479" y="80084"/>
                </a:lnTo>
                <a:lnTo>
                  <a:pt x="356529" y="80296"/>
                </a:lnTo>
                <a:lnTo>
                  <a:pt x="356584" y="80508"/>
                </a:lnTo>
                <a:lnTo>
                  <a:pt x="356645" y="80720"/>
                </a:lnTo>
                <a:lnTo>
                  <a:pt x="356711" y="80933"/>
                </a:lnTo>
                <a:lnTo>
                  <a:pt x="356782" y="81147"/>
                </a:lnTo>
                <a:lnTo>
                  <a:pt x="356859" y="81362"/>
                </a:lnTo>
                <a:lnTo>
                  <a:pt x="356941" y="81577"/>
                </a:lnTo>
                <a:lnTo>
                  <a:pt x="357028" y="81792"/>
                </a:lnTo>
                <a:lnTo>
                  <a:pt x="357121" y="82008"/>
                </a:lnTo>
                <a:lnTo>
                  <a:pt x="357220" y="82224"/>
                </a:lnTo>
                <a:lnTo>
                  <a:pt x="357325" y="82437"/>
                </a:lnTo>
                <a:lnTo>
                  <a:pt x="357437" y="82649"/>
                </a:lnTo>
                <a:lnTo>
                  <a:pt x="357556" y="82858"/>
                </a:lnTo>
                <a:lnTo>
                  <a:pt x="357681" y="83066"/>
                </a:lnTo>
                <a:lnTo>
                  <a:pt x="357814" y="83271"/>
                </a:lnTo>
                <a:lnTo>
                  <a:pt x="357952" y="83475"/>
                </a:lnTo>
                <a:lnTo>
                  <a:pt x="358098" y="83676"/>
                </a:lnTo>
                <a:lnTo>
                  <a:pt x="358250" y="83876"/>
                </a:lnTo>
                <a:lnTo>
                  <a:pt x="358409" y="84074"/>
                </a:lnTo>
                <a:lnTo>
                  <a:pt x="358574" y="84269"/>
                </a:lnTo>
                <a:lnTo>
                  <a:pt x="358747" y="84463"/>
                </a:lnTo>
                <a:lnTo>
                  <a:pt x="358925" y="84654"/>
                </a:lnTo>
                <a:lnTo>
                  <a:pt x="359111" y="84844"/>
                </a:lnTo>
                <a:lnTo>
                  <a:pt x="359303" y="85031"/>
                </a:lnTo>
                <a:lnTo>
                  <a:pt x="359502" y="85217"/>
                </a:lnTo>
                <a:lnTo>
                  <a:pt x="359707" y="85401"/>
                </a:lnTo>
                <a:lnTo>
                  <a:pt x="359920" y="85582"/>
                </a:lnTo>
                <a:lnTo>
                  <a:pt x="360138" y="85762"/>
                </a:lnTo>
                <a:lnTo>
                  <a:pt x="360364" y="85939"/>
                </a:lnTo>
                <a:lnTo>
                  <a:pt x="360596" y="86115"/>
                </a:lnTo>
                <a:lnTo>
                  <a:pt x="360835" y="86289"/>
                </a:lnTo>
                <a:lnTo>
                  <a:pt x="361080" y="86460"/>
                </a:lnTo>
                <a:lnTo>
                  <a:pt x="361333" y="86630"/>
                </a:lnTo>
                <a:lnTo>
                  <a:pt x="361592" y="86796"/>
                </a:lnTo>
                <a:lnTo>
                  <a:pt x="361859" y="86958"/>
                </a:lnTo>
                <a:lnTo>
                  <a:pt x="361884" y="86972"/>
                </a:lnTo>
                <a:lnTo>
                  <a:pt x="361699" y="87045"/>
                </a:lnTo>
                <a:lnTo>
                  <a:pt x="361100" y="87293"/>
                </a:lnTo>
                <a:lnTo>
                  <a:pt x="360516" y="87550"/>
                </a:lnTo>
                <a:lnTo>
                  <a:pt x="359944" y="87815"/>
                </a:lnTo>
                <a:lnTo>
                  <a:pt x="359385" y="88087"/>
                </a:lnTo>
                <a:lnTo>
                  <a:pt x="358839" y="88368"/>
                </a:lnTo>
                <a:lnTo>
                  <a:pt x="358307" y="88656"/>
                </a:lnTo>
                <a:lnTo>
                  <a:pt x="357787" y="88953"/>
                </a:lnTo>
                <a:lnTo>
                  <a:pt x="357281" y="89257"/>
                </a:lnTo>
                <a:lnTo>
                  <a:pt x="356788" y="89570"/>
                </a:lnTo>
                <a:lnTo>
                  <a:pt x="356307" y="89890"/>
                </a:lnTo>
                <a:lnTo>
                  <a:pt x="355840" y="90219"/>
                </a:lnTo>
                <a:lnTo>
                  <a:pt x="355388" y="90554"/>
                </a:lnTo>
                <a:lnTo>
                  <a:pt x="354951" y="90896"/>
                </a:lnTo>
                <a:lnTo>
                  <a:pt x="354529" y="91245"/>
                </a:lnTo>
                <a:lnTo>
                  <a:pt x="354124" y="91600"/>
                </a:lnTo>
                <a:lnTo>
                  <a:pt x="353734" y="91962"/>
                </a:lnTo>
                <a:lnTo>
                  <a:pt x="353360" y="92331"/>
                </a:lnTo>
                <a:lnTo>
                  <a:pt x="353001" y="92706"/>
                </a:lnTo>
                <a:lnTo>
                  <a:pt x="352658" y="93087"/>
                </a:lnTo>
                <a:lnTo>
                  <a:pt x="352331" y="93475"/>
                </a:lnTo>
                <a:lnTo>
                  <a:pt x="352019" y="93870"/>
                </a:lnTo>
                <a:lnTo>
                  <a:pt x="351723" y="94272"/>
                </a:lnTo>
                <a:lnTo>
                  <a:pt x="351443" y="94679"/>
                </a:lnTo>
                <a:lnTo>
                  <a:pt x="351179" y="95094"/>
                </a:lnTo>
                <a:lnTo>
                  <a:pt x="350930" y="95515"/>
                </a:lnTo>
                <a:lnTo>
                  <a:pt x="350697" y="95943"/>
                </a:lnTo>
                <a:lnTo>
                  <a:pt x="350479" y="96377"/>
                </a:lnTo>
                <a:lnTo>
                  <a:pt x="350277" y="96818"/>
                </a:lnTo>
                <a:lnTo>
                  <a:pt x="350091" y="97265"/>
                </a:lnTo>
                <a:lnTo>
                  <a:pt x="349921" y="97719"/>
                </a:lnTo>
                <a:lnTo>
                  <a:pt x="349766" y="98180"/>
                </a:lnTo>
                <a:lnTo>
                  <a:pt x="349627" y="98647"/>
                </a:lnTo>
                <a:lnTo>
                  <a:pt x="349503" y="99121"/>
                </a:lnTo>
                <a:lnTo>
                  <a:pt x="349396" y="99601"/>
                </a:lnTo>
                <a:lnTo>
                  <a:pt x="349303" y="100088"/>
                </a:lnTo>
                <a:lnTo>
                  <a:pt x="349247" y="100481"/>
                </a:lnTo>
                <a:lnTo>
                  <a:pt x="349200" y="100873"/>
                </a:lnTo>
                <a:lnTo>
                  <a:pt x="349162" y="101263"/>
                </a:lnTo>
                <a:lnTo>
                  <a:pt x="349135" y="101652"/>
                </a:lnTo>
                <a:lnTo>
                  <a:pt x="349117" y="102039"/>
                </a:lnTo>
                <a:lnTo>
                  <a:pt x="349110" y="102424"/>
                </a:lnTo>
                <a:lnTo>
                  <a:pt x="349112" y="102808"/>
                </a:lnTo>
                <a:lnTo>
                  <a:pt x="349124" y="103190"/>
                </a:lnTo>
                <a:lnTo>
                  <a:pt x="349146" y="103570"/>
                </a:lnTo>
                <a:lnTo>
                  <a:pt x="349177" y="103949"/>
                </a:lnTo>
                <a:lnTo>
                  <a:pt x="349219" y="104326"/>
                </a:lnTo>
                <a:lnTo>
                  <a:pt x="349270" y="104701"/>
                </a:lnTo>
                <a:lnTo>
                  <a:pt x="349331" y="105075"/>
                </a:lnTo>
                <a:lnTo>
                  <a:pt x="349402" y="105447"/>
                </a:lnTo>
                <a:lnTo>
                  <a:pt x="349482" y="105818"/>
                </a:lnTo>
                <a:lnTo>
                  <a:pt x="349573" y="106186"/>
                </a:lnTo>
                <a:lnTo>
                  <a:pt x="349673" y="106554"/>
                </a:lnTo>
                <a:lnTo>
                  <a:pt x="349784" y="106919"/>
                </a:lnTo>
                <a:lnTo>
                  <a:pt x="349904" y="107283"/>
                </a:lnTo>
                <a:lnTo>
                  <a:pt x="350034" y="107645"/>
                </a:lnTo>
                <a:lnTo>
                  <a:pt x="350173" y="108006"/>
                </a:lnTo>
                <a:lnTo>
                  <a:pt x="350323" y="108365"/>
                </a:lnTo>
                <a:lnTo>
                  <a:pt x="350482" y="108723"/>
                </a:lnTo>
                <a:lnTo>
                  <a:pt x="350651" y="109078"/>
                </a:lnTo>
                <a:lnTo>
                  <a:pt x="350832" y="109430"/>
                </a:lnTo>
                <a:lnTo>
                  <a:pt x="351024" y="109777"/>
                </a:lnTo>
                <a:lnTo>
                  <a:pt x="351229" y="110119"/>
                </a:lnTo>
                <a:lnTo>
                  <a:pt x="351447" y="110455"/>
                </a:lnTo>
                <a:lnTo>
                  <a:pt x="351677" y="110785"/>
                </a:lnTo>
                <a:lnTo>
                  <a:pt x="351919" y="111111"/>
                </a:lnTo>
                <a:lnTo>
                  <a:pt x="352174" y="111430"/>
                </a:lnTo>
                <a:lnTo>
                  <a:pt x="352441" y="111745"/>
                </a:lnTo>
                <a:lnTo>
                  <a:pt x="352720" y="112054"/>
                </a:lnTo>
                <a:lnTo>
                  <a:pt x="353012" y="112357"/>
                </a:lnTo>
                <a:lnTo>
                  <a:pt x="353317" y="112655"/>
                </a:lnTo>
                <a:lnTo>
                  <a:pt x="353633" y="112948"/>
                </a:lnTo>
                <a:lnTo>
                  <a:pt x="353962" y="113236"/>
                </a:lnTo>
                <a:lnTo>
                  <a:pt x="354304" y="113518"/>
                </a:lnTo>
                <a:lnTo>
                  <a:pt x="354658" y="113794"/>
                </a:lnTo>
                <a:lnTo>
                  <a:pt x="355024" y="114065"/>
                </a:lnTo>
                <a:lnTo>
                  <a:pt x="355403" y="114331"/>
                </a:lnTo>
                <a:lnTo>
                  <a:pt x="355794" y="114591"/>
                </a:lnTo>
                <a:lnTo>
                  <a:pt x="356198" y="114846"/>
                </a:lnTo>
                <a:lnTo>
                  <a:pt x="356613" y="115096"/>
                </a:lnTo>
                <a:lnTo>
                  <a:pt x="357042" y="115340"/>
                </a:lnTo>
                <a:lnTo>
                  <a:pt x="357482" y="115579"/>
                </a:lnTo>
                <a:lnTo>
                  <a:pt x="357936" y="115812"/>
                </a:lnTo>
                <a:lnTo>
                  <a:pt x="358401" y="116040"/>
                </a:lnTo>
                <a:lnTo>
                  <a:pt x="358880" y="116261"/>
                </a:lnTo>
                <a:lnTo>
                  <a:pt x="359373" y="116472"/>
                </a:lnTo>
                <a:lnTo>
                  <a:pt x="359881" y="116674"/>
                </a:lnTo>
                <a:lnTo>
                  <a:pt x="360402" y="116867"/>
                </a:lnTo>
                <a:lnTo>
                  <a:pt x="360938" y="117050"/>
                </a:lnTo>
                <a:lnTo>
                  <a:pt x="361488" y="117224"/>
                </a:lnTo>
                <a:lnTo>
                  <a:pt x="362053" y="117388"/>
                </a:lnTo>
                <a:lnTo>
                  <a:pt x="362632" y="117543"/>
                </a:lnTo>
                <a:lnTo>
                  <a:pt x="363225" y="117689"/>
                </a:lnTo>
                <a:lnTo>
                  <a:pt x="363832" y="117825"/>
                </a:lnTo>
                <a:lnTo>
                  <a:pt x="364454" y="117952"/>
                </a:lnTo>
                <a:lnTo>
                  <a:pt x="365090" y="118069"/>
                </a:lnTo>
                <a:lnTo>
                  <a:pt x="365740" y="118177"/>
                </a:lnTo>
                <a:lnTo>
                  <a:pt x="366404" y="118276"/>
                </a:lnTo>
                <a:lnTo>
                  <a:pt x="367083" y="118365"/>
                </a:lnTo>
                <a:lnTo>
                  <a:pt x="367776" y="118445"/>
                </a:lnTo>
                <a:lnTo>
                  <a:pt x="368483" y="118515"/>
                </a:lnTo>
                <a:lnTo>
                  <a:pt x="369205" y="118576"/>
                </a:lnTo>
                <a:lnTo>
                  <a:pt x="369940" y="118628"/>
                </a:lnTo>
                <a:lnTo>
                  <a:pt x="370690" y="118670"/>
                </a:lnTo>
                <a:lnTo>
                  <a:pt x="371455" y="118703"/>
                </a:lnTo>
                <a:lnTo>
                  <a:pt x="372233" y="118727"/>
                </a:lnTo>
                <a:lnTo>
                  <a:pt x="373026" y="118741"/>
                </a:lnTo>
                <a:lnTo>
                  <a:pt x="373833" y="118745"/>
                </a:lnTo>
                <a:lnTo>
                  <a:pt x="375080" y="118736"/>
                </a:lnTo>
                <a:lnTo>
                  <a:pt x="376303" y="118708"/>
                </a:lnTo>
                <a:lnTo>
                  <a:pt x="377503" y="118662"/>
                </a:lnTo>
                <a:lnTo>
                  <a:pt x="378680" y="118597"/>
                </a:lnTo>
                <a:lnTo>
                  <a:pt x="379834" y="118514"/>
                </a:lnTo>
                <a:lnTo>
                  <a:pt x="380964" y="118412"/>
                </a:lnTo>
                <a:lnTo>
                  <a:pt x="382072" y="118291"/>
                </a:lnTo>
                <a:lnTo>
                  <a:pt x="383156" y="118152"/>
                </a:lnTo>
                <a:lnTo>
                  <a:pt x="384217" y="117994"/>
                </a:lnTo>
                <a:lnTo>
                  <a:pt x="385255" y="117818"/>
                </a:lnTo>
                <a:lnTo>
                  <a:pt x="386269" y="117623"/>
                </a:lnTo>
                <a:lnTo>
                  <a:pt x="387261" y="117410"/>
                </a:lnTo>
                <a:lnTo>
                  <a:pt x="388229" y="117178"/>
                </a:lnTo>
                <a:lnTo>
                  <a:pt x="389175" y="116928"/>
                </a:lnTo>
                <a:lnTo>
                  <a:pt x="390097" y="116659"/>
                </a:lnTo>
                <a:lnTo>
                  <a:pt x="390995" y="116372"/>
                </a:lnTo>
                <a:lnTo>
                  <a:pt x="391871" y="116066"/>
                </a:lnTo>
                <a:lnTo>
                  <a:pt x="392724" y="115741"/>
                </a:lnTo>
                <a:lnTo>
                  <a:pt x="393553" y="115398"/>
                </a:lnTo>
                <a:lnTo>
                  <a:pt x="394359" y="115037"/>
                </a:lnTo>
                <a:lnTo>
                  <a:pt x="395142" y="114656"/>
                </a:lnTo>
                <a:lnTo>
                  <a:pt x="395902" y="114258"/>
                </a:lnTo>
                <a:lnTo>
                  <a:pt x="396639" y="113840"/>
                </a:lnTo>
                <a:lnTo>
                  <a:pt x="397353" y="113405"/>
                </a:lnTo>
                <a:lnTo>
                  <a:pt x="398042" y="112955"/>
                </a:lnTo>
                <a:lnTo>
                  <a:pt x="398708" y="112497"/>
                </a:lnTo>
                <a:lnTo>
                  <a:pt x="399349" y="112030"/>
                </a:lnTo>
                <a:lnTo>
                  <a:pt x="399966" y="111554"/>
                </a:lnTo>
                <a:lnTo>
                  <a:pt x="400558" y="111069"/>
                </a:lnTo>
                <a:lnTo>
                  <a:pt x="401126" y="110575"/>
                </a:lnTo>
                <a:lnTo>
                  <a:pt x="401670" y="110072"/>
                </a:lnTo>
                <a:lnTo>
                  <a:pt x="402190" y="109560"/>
                </a:lnTo>
                <a:lnTo>
                  <a:pt x="402685" y="109039"/>
                </a:lnTo>
                <a:lnTo>
                  <a:pt x="403156" y="108510"/>
                </a:lnTo>
                <a:lnTo>
                  <a:pt x="403602" y="107971"/>
                </a:lnTo>
                <a:lnTo>
                  <a:pt x="404024" y="107424"/>
                </a:lnTo>
                <a:lnTo>
                  <a:pt x="404422" y="106867"/>
                </a:lnTo>
                <a:lnTo>
                  <a:pt x="404795" y="106302"/>
                </a:lnTo>
                <a:lnTo>
                  <a:pt x="405145" y="105728"/>
                </a:lnTo>
                <a:lnTo>
                  <a:pt x="405469" y="105144"/>
                </a:lnTo>
                <a:lnTo>
                  <a:pt x="405770" y="104552"/>
                </a:lnTo>
                <a:lnTo>
                  <a:pt x="406046" y="103951"/>
                </a:lnTo>
                <a:lnTo>
                  <a:pt x="406298" y="103341"/>
                </a:lnTo>
                <a:lnTo>
                  <a:pt x="406525" y="102722"/>
                </a:lnTo>
                <a:lnTo>
                  <a:pt x="406728" y="102095"/>
                </a:lnTo>
                <a:lnTo>
                  <a:pt x="406907" y="101458"/>
                </a:lnTo>
                <a:lnTo>
                  <a:pt x="407061" y="100812"/>
                </a:lnTo>
                <a:lnTo>
                  <a:pt x="407192" y="100158"/>
                </a:lnTo>
                <a:lnTo>
                  <a:pt x="407324" y="99377"/>
                </a:lnTo>
                <a:lnTo>
                  <a:pt x="407430" y="98612"/>
                </a:lnTo>
                <a:lnTo>
                  <a:pt x="407509" y="97863"/>
                </a:lnTo>
                <a:lnTo>
                  <a:pt x="407561" y="97129"/>
                </a:lnTo>
                <a:lnTo>
                  <a:pt x="407587" y="96411"/>
                </a:lnTo>
                <a:lnTo>
                  <a:pt x="407585" y="95709"/>
                </a:lnTo>
                <a:lnTo>
                  <a:pt x="407557" y="95023"/>
                </a:lnTo>
                <a:lnTo>
                  <a:pt x="407502" y="94352"/>
                </a:lnTo>
                <a:lnTo>
                  <a:pt x="407421" y="93698"/>
                </a:lnTo>
                <a:lnTo>
                  <a:pt x="407312" y="93058"/>
                </a:lnTo>
                <a:lnTo>
                  <a:pt x="407177" y="92435"/>
                </a:lnTo>
                <a:lnTo>
                  <a:pt x="407015" y="91827"/>
                </a:lnTo>
                <a:lnTo>
                  <a:pt x="406826" y="91235"/>
                </a:lnTo>
                <a:lnTo>
                  <a:pt x="406610" y="90659"/>
                </a:lnTo>
                <a:lnTo>
                  <a:pt x="406368" y="90099"/>
                </a:lnTo>
                <a:lnTo>
                  <a:pt x="406098" y="89554"/>
                </a:lnTo>
                <a:lnTo>
                  <a:pt x="405802" y="89025"/>
                </a:lnTo>
                <a:lnTo>
                  <a:pt x="405479" y="88511"/>
                </a:lnTo>
                <a:lnTo>
                  <a:pt x="405130" y="88014"/>
                </a:lnTo>
                <a:lnTo>
                  <a:pt x="404753" y="87532"/>
                </a:lnTo>
                <a:lnTo>
                  <a:pt x="404350" y="87066"/>
                </a:lnTo>
                <a:lnTo>
                  <a:pt x="403920" y="86615"/>
                </a:lnTo>
                <a:lnTo>
                  <a:pt x="403463" y="86180"/>
                </a:lnTo>
                <a:lnTo>
                  <a:pt x="402980" y="85761"/>
                </a:lnTo>
                <a:lnTo>
                  <a:pt x="402466" y="85359"/>
                </a:lnTo>
                <a:lnTo>
                  <a:pt x="401921" y="84973"/>
                </a:lnTo>
                <a:lnTo>
                  <a:pt x="401343" y="84605"/>
                </a:lnTo>
                <a:lnTo>
                  <a:pt x="400732" y="84254"/>
                </a:lnTo>
                <a:lnTo>
                  <a:pt x="400090" y="83920"/>
                </a:lnTo>
                <a:lnTo>
                  <a:pt x="399414" y="83603"/>
                </a:lnTo>
                <a:lnTo>
                  <a:pt x="398707" y="83303"/>
                </a:lnTo>
                <a:lnTo>
                  <a:pt x="397967" y="83021"/>
                </a:lnTo>
                <a:lnTo>
                  <a:pt x="397194" y="82755"/>
                </a:lnTo>
                <a:lnTo>
                  <a:pt x="396389" y="82507"/>
                </a:lnTo>
                <a:lnTo>
                  <a:pt x="395552" y="82275"/>
                </a:lnTo>
                <a:lnTo>
                  <a:pt x="394682" y="82061"/>
                </a:lnTo>
                <a:lnTo>
                  <a:pt x="393780" y="81864"/>
                </a:lnTo>
                <a:lnTo>
                  <a:pt x="392846" y="81684"/>
                </a:lnTo>
                <a:lnTo>
                  <a:pt x="391879" y="81522"/>
                </a:lnTo>
                <a:lnTo>
                  <a:pt x="390879" y="81376"/>
                </a:lnTo>
                <a:lnTo>
                  <a:pt x="389848" y="81247"/>
                </a:lnTo>
                <a:lnTo>
                  <a:pt x="388784" y="81136"/>
                </a:lnTo>
                <a:lnTo>
                  <a:pt x="387687" y="81042"/>
                </a:lnTo>
                <a:lnTo>
                  <a:pt x="386558" y="80965"/>
                </a:lnTo>
                <a:lnTo>
                  <a:pt x="385397" y="80905"/>
                </a:lnTo>
                <a:lnTo>
                  <a:pt x="384203" y="80862"/>
                </a:lnTo>
                <a:lnTo>
                  <a:pt x="382977" y="80836"/>
                </a:lnTo>
                <a:lnTo>
                  <a:pt x="381718" y="80828"/>
                </a:lnTo>
                <a:lnTo>
                  <a:pt x="376394" y="80828"/>
                </a:lnTo>
                <a:lnTo>
                  <a:pt x="376038" y="80821"/>
                </a:lnTo>
                <a:lnTo>
                  <a:pt x="375689" y="80812"/>
                </a:lnTo>
                <a:lnTo>
                  <a:pt x="375346" y="80801"/>
                </a:lnTo>
                <a:lnTo>
                  <a:pt x="375010" y="80787"/>
                </a:lnTo>
                <a:lnTo>
                  <a:pt x="374681" y="80772"/>
                </a:lnTo>
                <a:lnTo>
                  <a:pt x="374358" y="80754"/>
                </a:lnTo>
                <a:lnTo>
                  <a:pt x="374042" y="80734"/>
                </a:lnTo>
                <a:lnTo>
                  <a:pt x="373732" y="80712"/>
                </a:lnTo>
                <a:lnTo>
                  <a:pt x="373430" y="80687"/>
                </a:lnTo>
                <a:lnTo>
                  <a:pt x="373134" y="80660"/>
                </a:lnTo>
                <a:lnTo>
                  <a:pt x="372844" y="80631"/>
                </a:lnTo>
                <a:lnTo>
                  <a:pt x="372561" y="80600"/>
                </a:lnTo>
                <a:lnTo>
                  <a:pt x="372285" y="80567"/>
                </a:lnTo>
                <a:lnTo>
                  <a:pt x="372016" y="80531"/>
                </a:lnTo>
                <a:lnTo>
                  <a:pt x="371753" y="80493"/>
                </a:lnTo>
                <a:lnTo>
                  <a:pt x="371497" y="80453"/>
                </a:lnTo>
                <a:lnTo>
                  <a:pt x="371248" y="80411"/>
                </a:lnTo>
                <a:lnTo>
                  <a:pt x="371005" y="80366"/>
                </a:lnTo>
                <a:lnTo>
                  <a:pt x="370769" y="80319"/>
                </a:lnTo>
                <a:lnTo>
                  <a:pt x="370540" y="80270"/>
                </a:lnTo>
                <a:lnTo>
                  <a:pt x="370317" y="80219"/>
                </a:lnTo>
                <a:lnTo>
                  <a:pt x="370101" y="80165"/>
                </a:lnTo>
                <a:lnTo>
                  <a:pt x="369892" y="80110"/>
                </a:lnTo>
                <a:lnTo>
                  <a:pt x="369689" y="80052"/>
                </a:lnTo>
                <a:lnTo>
                  <a:pt x="369492" y="79992"/>
                </a:lnTo>
                <a:lnTo>
                  <a:pt x="369301" y="79931"/>
                </a:lnTo>
                <a:lnTo>
                  <a:pt x="369115" y="79868"/>
                </a:lnTo>
                <a:lnTo>
                  <a:pt x="368935" y="79804"/>
                </a:lnTo>
                <a:lnTo>
                  <a:pt x="368759" y="79738"/>
                </a:lnTo>
                <a:lnTo>
                  <a:pt x="368590" y="79670"/>
                </a:lnTo>
                <a:lnTo>
                  <a:pt x="368425" y="79601"/>
                </a:lnTo>
                <a:lnTo>
                  <a:pt x="368266" y="79531"/>
                </a:lnTo>
                <a:lnTo>
                  <a:pt x="368113" y="79459"/>
                </a:lnTo>
                <a:lnTo>
                  <a:pt x="367964" y="79385"/>
                </a:lnTo>
                <a:lnTo>
                  <a:pt x="367822" y="79310"/>
                </a:lnTo>
                <a:lnTo>
                  <a:pt x="367684" y="79234"/>
                </a:lnTo>
                <a:lnTo>
                  <a:pt x="367552" y="79156"/>
                </a:lnTo>
                <a:lnTo>
                  <a:pt x="367425" y="79076"/>
                </a:lnTo>
                <a:lnTo>
                  <a:pt x="367304" y="78995"/>
                </a:lnTo>
                <a:lnTo>
                  <a:pt x="367188" y="78912"/>
                </a:lnTo>
                <a:lnTo>
                  <a:pt x="367078" y="78828"/>
                </a:lnTo>
                <a:lnTo>
                  <a:pt x="366972" y="78743"/>
                </a:lnTo>
                <a:lnTo>
                  <a:pt x="366873" y="78655"/>
                </a:lnTo>
                <a:lnTo>
                  <a:pt x="366778" y="78567"/>
                </a:lnTo>
                <a:lnTo>
                  <a:pt x="366689" y="78476"/>
                </a:lnTo>
                <a:lnTo>
                  <a:pt x="366605" y="78385"/>
                </a:lnTo>
                <a:lnTo>
                  <a:pt x="366527" y="78291"/>
                </a:lnTo>
                <a:lnTo>
                  <a:pt x="366454" y="78196"/>
                </a:lnTo>
                <a:lnTo>
                  <a:pt x="366386" y="78101"/>
                </a:lnTo>
                <a:lnTo>
                  <a:pt x="366322" y="78005"/>
                </a:lnTo>
                <a:lnTo>
                  <a:pt x="366261" y="77909"/>
                </a:lnTo>
                <a:lnTo>
                  <a:pt x="366204" y="77812"/>
                </a:lnTo>
                <a:lnTo>
                  <a:pt x="366152" y="77716"/>
                </a:lnTo>
                <a:lnTo>
                  <a:pt x="366103" y="77619"/>
                </a:lnTo>
                <a:lnTo>
                  <a:pt x="366057" y="77522"/>
                </a:lnTo>
                <a:lnTo>
                  <a:pt x="366016" y="77424"/>
                </a:lnTo>
                <a:lnTo>
                  <a:pt x="365979" y="77327"/>
                </a:lnTo>
                <a:lnTo>
                  <a:pt x="365945" y="77229"/>
                </a:lnTo>
                <a:lnTo>
                  <a:pt x="365916" y="77131"/>
                </a:lnTo>
                <a:lnTo>
                  <a:pt x="365890" y="77033"/>
                </a:lnTo>
                <a:lnTo>
                  <a:pt x="365868" y="76934"/>
                </a:lnTo>
                <a:lnTo>
                  <a:pt x="365850" y="76835"/>
                </a:lnTo>
                <a:lnTo>
                  <a:pt x="365836" y="76736"/>
                </a:lnTo>
                <a:lnTo>
                  <a:pt x="365825" y="76637"/>
                </a:lnTo>
                <a:lnTo>
                  <a:pt x="365819" y="76538"/>
                </a:lnTo>
                <a:lnTo>
                  <a:pt x="365816" y="76438"/>
                </a:lnTo>
                <a:lnTo>
                  <a:pt x="365817" y="76338"/>
                </a:lnTo>
                <a:lnTo>
                  <a:pt x="365822" y="76238"/>
                </a:lnTo>
                <a:lnTo>
                  <a:pt x="365831" y="76138"/>
                </a:lnTo>
                <a:lnTo>
                  <a:pt x="365844" y="76037"/>
                </a:lnTo>
                <a:lnTo>
                  <a:pt x="365861" y="75936"/>
                </a:lnTo>
                <a:lnTo>
                  <a:pt x="365881" y="75835"/>
                </a:lnTo>
                <a:lnTo>
                  <a:pt x="365912" y="75684"/>
                </a:lnTo>
                <a:lnTo>
                  <a:pt x="365949" y="75533"/>
                </a:lnTo>
                <a:lnTo>
                  <a:pt x="365991" y="75383"/>
                </a:lnTo>
                <a:lnTo>
                  <a:pt x="366039" y="75234"/>
                </a:lnTo>
                <a:lnTo>
                  <a:pt x="366092" y="75086"/>
                </a:lnTo>
                <a:lnTo>
                  <a:pt x="366151" y="74939"/>
                </a:lnTo>
                <a:lnTo>
                  <a:pt x="366216" y="74793"/>
                </a:lnTo>
                <a:lnTo>
                  <a:pt x="366286" y="74647"/>
                </a:lnTo>
                <a:lnTo>
                  <a:pt x="366362" y="74502"/>
                </a:lnTo>
                <a:lnTo>
                  <a:pt x="366443" y="74358"/>
                </a:lnTo>
                <a:lnTo>
                  <a:pt x="366530" y="74215"/>
                </a:lnTo>
                <a:lnTo>
                  <a:pt x="366623" y="74072"/>
                </a:lnTo>
                <a:lnTo>
                  <a:pt x="366721" y="73931"/>
                </a:lnTo>
                <a:lnTo>
                  <a:pt x="366825" y="73790"/>
                </a:lnTo>
                <a:lnTo>
                  <a:pt x="366934" y="73650"/>
                </a:lnTo>
                <a:lnTo>
                  <a:pt x="367050" y="73511"/>
                </a:lnTo>
                <a:lnTo>
                  <a:pt x="367170" y="73373"/>
                </a:lnTo>
                <a:lnTo>
                  <a:pt x="367297" y="73235"/>
                </a:lnTo>
                <a:lnTo>
                  <a:pt x="367429" y="73099"/>
                </a:lnTo>
                <a:lnTo>
                  <a:pt x="367566" y="72963"/>
                </a:lnTo>
                <a:lnTo>
                  <a:pt x="367709" y="72828"/>
                </a:lnTo>
                <a:lnTo>
                  <a:pt x="367858" y="72694"/>
                </a:lnTo>
                <a:lnTo>
                  <a:pt x="368013" y="72560"/>
                </a:lnTo>
                <a:lnTo>
                  <a:pt x="368173" y="72428"/>
                </a:lnTo>
                <a:lnTo>
                  <a:pt x="368339" y="72296"/>
                </a:lnTo>
                <a:lnTo>
                  <a:pt x="368514" y="72166"/>
                </a:lnTo>
                <a:lnTo>
                  <a:pt x="368696" y="72036"/>
                </a:lnTo>
                <a:lnTo>
                  <a:pt x="368886" y="71908"/>
                </a:lnTo>
                <a:lnTo>
                  <a:pt x="369084" y="71780"/>
                </a:lnTo>
                <a:lnTo>
                  <a:pt x="369289" y="71654"/>
                </a:lnTo>
                <a:lnTo>
                  <a:pt x="369502" y="71529"/>
                </a:lnTo>
                <a:lnTo>
                  <a:pt x="369723" y="71405"/>
                </a:lnTo>
                <a:lnTo>
                  <a:pt x="369951" y="71281"/>
                </a:lnTo>
                <a:lnTo>
                  <a:pt x="370187" y="71159"/>
                </a:lnTo>
                <a:lnTo>
                  <a:pt x="370431" y="71038"/>
                </a:lnTo>
                <a:lnTo>
                  <a:pt x="370683" y="70918"/>
                </a:lnTo>
                <a:lnTo>
                  <a:pt x="370942" y="70799"/>
                </a:lnTo>
                <a:lnTo>
                  <a:pt x="371209" y="70681"/>
                </a:lnTo>
                <a:lnTo>
                  <a:pt x="371484" y="70565"/>
                </a:lnTo>
                <a:lnTo>
                  <a:pt x="371767" y="70449"/>
                </a:lnTo>
                <a:lnTo>
                  <a:pt x="372057" y="70334"/>
                </a:lnTo>
                <a:lnTo>
                  <a:pt x="372291" y="70245"/>
                </a:lnTo>
                <a:lnTo>
                  <a:pt x="372496" y="70331"/>
                </a:lnTo>
                <a:lnTo>
                  <a:pt x="372987" y="70520"/>
                </a:lnTo>
                <a:lnTo>
                  <a:pt x="373488" y="70698"/>
                </a:lnTo>
                <a:lnTo>
                  <a:pt x="373998" y="70864"/>
                </a:lnTo>
                <a:lnTo>
                  <a:pt x="374518" y="71019"/>
                </a:lnTo>
                <a:lnTo>
                  <a:pt x="375047" y="71163"/>
                </a:lnTo>
                <a:lnTo>
                  <a:pt x="375585" y="71295"/>
                </a:lnTo>
                <a:lnTo>
                  <a:pt x="376132" y="71415"/>
                </a:lnTo>
                <a:lnTo>
                  <a:pt x="376689" y="71524"/>
                </a:lnTo>
                <a:lnTo>
                  <a:pt x="377255" y="71622"/>
                </a:lnTo>
                <a:lnTo>
                  <a:pt x="377831" y="71708"/>
                </a:lnTo>
                <a:lnTo>
                  <a:pt x="378416" y="71783"/>
                </a:lnTo>
                <a:lnTo>
                  <a:pt x="379010" y="71846"/>
                </a:lnTo>
                <a:lnTo>
                  <a:pt x="379614" y="71898"/>
                </a:lnTo>
                <a:lnTo>
                  <a:pt x="380227" y="71938"/>
                </a:lnTo>
                <a:lnTo>
                  <a:pt x="380850" y="71966"/>
                </a:lnTo>
                <a:lnTo>
                  <a:pt x="381481" y="71984"/>
                </a:lnTo>
                <a:lnTo>
                  <a:pt x="382122" y="71989"/>
                </a:lnTo>
                <a:lnTo>
                  <a:pt x="382792" y="71984"/>
                </a:lnTo>
                <a:lnTo>
                  <a:pt x="383453" y="71969"/>
                </a:lnTo>
                <a:lnTo>
                  <a:pt x="384105" y="71943"/>
                </a:lnTo>
                <a:lnTo>
                  <a:pt x="384749" y="71908"/>
                </a:lnTo>
                <a:lnTo>
                  <a:pt x="385384" y="71862"/>
                </a:lnTo>
                <a:lnTo>
                  <a:pt x="386010" y="71806"/>
                </a:lnTo>
                <a:lnTo>
                  <a:pt x="386628" y="71740"/>
                </a:lnTo>
                <a:lnTo>
                  <a:pt x="387237" y="71663"/>
                </a:lnTo>
                <a:lnTo>
                  <a:pt x="387837" y="71577"/>
                </a:lnTo>
                <a:lnTo>
                  <a:pt x="388429" y="71480"/>
                </a:lnTo>
                <a:lnTo>
                  <a:pt x="389012" y="71373"/>
                </a:lnTo>
                <a:lnTo>
                  <a:pt x="389586" y="71256"/>
                </a:lnTo>
                <a:lnTo>
                  <a:pt x="390152" y="71128"/>
                </a:lnTo>
                <a:lnTo>
                  <a:pt x="390709" y="70991"/>
                </a:lnTo>
                <a:lnTo>
                  <a:pt x="391257" y="70843"/>
                </a:lnTo>
                <a:lnTo>
                  <a:pt x="391797" y="70685"/>
                </a:lnTo>
                <a:lnTo>
                  <a:pt x="392328" y="70517"/>
                </a:lnTo>
                <a:lnTo>
                  <a:pt x="392850" y="70338"/>
                </a:lnTo>
                <a:lnTo>
                  <a:pt x="393364" y="70150"/>
                </a:lnTo>
                <a:lnTo>
                  <a:pt x="393869" y="69951"/>
                </a:lnTo>
                <a:lnTo>
                  <a:pt x="394365" y="69742"/>
                </a:lnTo>
                <a:lnTo>
                  <a:pt x="394853" y="69523"/>
                </a:lnTo>
                <a:lnTo>
                  <a:pt x="395332" y="69294"/>
                </a:lnTo>
                <a:lnTo>
                  <a:pt x="395803" y="69054"/>
                </a:lnTo>
                <a:lnTo>
                  <a:pt x="396265" y="68807"/>
                </a:lnTo>
                <a:lnTo>
                  <a:pt x="396719" y="68552"/>
                </a:lnTo>
                <a:lnTo>
                  <a:pt x="397165" y="68291"/>
                </a:lnTo>
                <a:lnTo>
                  <a:pt x="397603" y="68024"/>
                </a:lnTo>
                <a:lnTo>
                  <a:pt x="398032" y="67750"/>
                </a:lnTo>
                <a:lnTo>
                  <a:pt x="398454" y="67469"/>
                </a:lnTo>
                <a:lnTo>
                  <a:pt x="398868" y="67182"/>
                </a:lnTo>
                <a:lnTo>
                  <a:pt x="399273" y="66888"/>
                </a:lnTo>
                <a:lnTo>
                  <a:pt x="399671" y="66588"/>
                </a:lnTo>
                <a:lnTo>
                  <a:pt x="400060" y="66281"/>
                </a:lnTo>
                <a:lnTo>
                  <a:pt x="400442" y="65967"/>
                </a:lnTo>
                <a:lnTo>
                  <a:pt x="400815" y="65647"/>
                </a:lnTo>
                <a:lnTo>
                  <a:pt x="401180" y="65321"/>
                </a:lnTo>
                <a:lnTo>
                  <a:pt x="401537" y="64988"/>
                </a:lnTo>
                <a:lnTo>
                  <a:pt x="401886" y="64648"/>
                </a:lnTo>
                <a:lnTo>
                  <a:pt x="402227" y="64302"/>
                </a:lnTo>
                <a:lnTo>
                  <a:pt x="402560" y="63949"/>
                </a:lnTo>
                <a:lnTo>
                  <a:pt x="402885" y="63589"/>
                </a:lnTo>
                <a:lnTo>
                  <a:pt x="403202" y="63224"/>
                </a:lnTo>
                <a:lnTo>
                  <a:pt x="403510" y="62851"/>
                </a:lnTo>
                <a:lnTo>
                  <a:pt x="403811" y="62472"/>
                </a:lnTo>
                <a:lnTo>
                  <a:pt x="404104" y="62086"/>
                </a:lnTo>
                <a:lnTo>
                  <a:pt x="404388" y="61694"/>
                </a:lnTo>
                <a:lnTo>
                  <a:pt x="404664" y="61296"/>
                </a:lnTo>
                <a:lnTo>
                  <a:pt x="404933" y="60892"/>
                </a:lnTo>
                <a:lnTo>
                  <a:pt x="405193" y="60487"/>
                </a:lnTo>
                <a:lnTo>
                  <a:pt x="405445" y="60078"/>
                </a:lnTo>
                <a:lnTo>
                  <a:pt x="405689" y="59668"/>
                </a:lnTo>
                <a:lnTo>
                  <a:pt x="405925" y="59255"/>
                </a:lnTo>
                <a:lnTo>
                  <a:pt x="406153" y="58839"/>
                </a:lnTo>
                <a:lnTo>
                  <a:pt x="406373" y="58421"/>
                </a:lnTo>
                <a:lnTo>
                  <a:pt x="406585" y="58001"/>
                </a:lnTo>
                <a:lnTo>
                  <a:pt x="406789" y="57578"/>
                </a:lnTo>
                <a:lnTo>
                  <a:pt x="406984" y="57153"/>
                </a:lnTo>
                <a:lnTo>
                  <a:pt x="407172" y="56725"/>
                </a:lnTo>
                <a:lnTo>
                  <a:pt x="407352" y="56294"/>
                </a:lnTo>
                <a:lnTo>
                  <a:pt x="407523" y="55862"/>
                </a:lnTo>
                <a:lnTo>
                  <a:pt x="407686" y="55426"/>
                </a:lnTo>
                <a:lnTo>
                  <a:pt x="407842" y="54989"/>
                </a:lnTo>
                <a:lnTo>
                  <a:pt x="407989" y="54549"/>
                </a:lnTo>
                <a:lnTo>
                  <a:pt x="408128" y="54106"/>
                </a:lnTo>
                <a:lnTo>
                  <a:pt x="408259" y="53661"/>
                </a:lnTo>
                <a:lnTo>
                  <a:pt x="408382" y="53213"/>
                </a:lnTo>
                <a:lnTo>
                  <a:pt x="408497" y="52764"/>
                </a:lnTo>
                <a:lnTo>
                  <a:pt x="408604" y="52311"/>
                </a:lnTo>
                <a:lnTo>
                  <a:pt x="408703" y="51856"/>
                </a:lnTo>
                <a:lnTo>
                  <a:pt x="408794" y="51399"/>
                </a:lnTo>
                <a:lnTo>
                  <a:pt x="408876" y="50939"/>
                </a:lnTo>
                <a:lnTo>
                  <a:pt x="409021" y="50090"/>
                </a:lnTo>
                <a:lnTo>
                  <a:pt x="409141" y="49253"/>
                </a:lnTo>
                <a:lnTo>
                  <a:pt x="409235" y="48428"/>
                </a:lnTo>
                <a:lnTo>
                  <a:pt x="409305" y="47615"/>
                </a:lnTo>
                <a:lnTo>
                  <a:pt x="409350" y="46814"/>
                </a:lnTo>
                <a:lnTo>
                  <a:pt x="409369" y="46024"/>
                </a:lnTo>
                <a:lnTo>
                  <a:pt x="409364" y="45247"/>
                </a:lnTo>
                <a:lnTo>
                  <a:pt x="409333" y="44481"/>
                </a:lnTo>
                <a:lnTo>
                  <a:pt x="409278" y="43727"/>
                </a:lnTo>
                <a:lnTo>
                  <a:pt x="409197" y="42985"/>
                </a:lnTo>
                <a:lnTo>
                  <a:pt x="409091" y="42254"/>
                </a:lnTo>
                <a:lnTo>
                  <a:pt x="408961" y="41536"/>
                </a:lnTo>
                <a:lnTo>
                  <a:pt x="408805" y="40829"/>
                </a:lnTo>
                <a:lnTo>
                  <a:pt x="408624" y="40134"/>
                </a:lnTo>
                <a:lnTo>
                  <a:pt x="408418" y="39451"/>
                </a:lnTo>
                <a:lnTo>
                  <a:pt x="408187" y="38780"/>
                </a:lnTo>
                <a:lnTo>
                  <a:pt x="407932" y="38120"/>
                </a:lnTo>
                <a:lnTo>
                  <a:pt x="407651" y="37473"/>
                </a:lnTo>
                <a:lnTo>
                  <a:pt x="407345" y="36837"/>
                </a:lnTo>
                <a:lnTo>
                  <a:pt x="407014" y="36213"/>
                </a:lnTo>
                <a:lnTo>
                  <a:pt x="406658" y="35601"/>
                </a:lnTo>
                <a:lnTo>
                  <a:pt x="406277" y="35001"/>
                </a:lnTo>
                <a:lnTo>
                  <a:pt x="405922" y="34487"/>
                </a:lnTo>
                <a:lnTo>
                  <a:pt x="406079" y="34270"/>
                </a:lnTo>
                <a:lnTo>
                  <a:pt x="406326" y="33942"/>
                </a:lnTo>
                <a:lnTo>
                  <a:pt x="406575" y="33625"/>
                </a:lnTo>
                <a:close/>
                <a:moveTo>
                  <a:pt x="381688" y="64252"/>
                </a:moveTo>
                <a:lnTo>
                  <a:pt x="381416" y="64226"/>
                </a:lnTo>
                <a:lnTo>
                  <a:pt x="381145" y="64195"/>
                </a:lnTo>
                <a:lnTo>
                  <a:pt x="380877" y="64157"/>
                </a:lnTo>
                <a:lnTo>
                  <a:pt x="380610" y="64114"/>
                </a:lnTo>
                <a:lnTo>
                  <a:pt x="380345" y="64065"/>
                </a:lnTo>
                <a:lnTo>
                  <a:pt x="380082" y="64011"/>
                </a:lnTo>
                <a:lnTo>
                  <a:pt x="379821" y="63951"/>
                </a:lnTo>
                <a:lnTo>
                  <a:pt x="379562" y="63885"/>
                </a:lnTo>
                <a:lnTo>
                  <a:pt x="379304" y="63813"/>
                </a:lnTo>
                <a:lnTo>
                  <a:pt x="379049" y="63735"/>
                </a:lnTo>
                <a:lnTo>
                  <a:pt x="378795" y="63652"/>
                </a:lnTo>
                <a:lnTo>
                  <a:pt x="378543" y="63563"/>
                </a:lnTo>
                <a:lnTo>
                  <a:pt x="378293" y="63469"/>
                </a:lnTo>
                <a:lnTo>
                  <a:pt x="378045" y="63368"/>
                </a:lnTo>
                <a:lnTo>
                  <a:pt x="377799" y="63262"/>
                </a:lnTo>
                <a:lnTo>
                  <a:pt x="377555" y="63150"/>
                </a:lnTo>
                <a:lnTo>
                  <a:pt x="377312" y="63032"/>
                </a:lnTo>
                <a:lnTo>
                  <a:pt x="377072" y="62909"/>
                </a:lnTo>
                <a:lnTo>
                  <a:pt x="376833" y="62780"/>
                </a:lnTo>
                <a:lnTo>
                  <a:pt x="376596" y="62645"/>
                </a:lnTo>
                <a:lnTo>
                  <a:pt x="376363" y="62504"/>
                </a:lnTo>
                <a:lnTo>
                  <a:pt x="376135" y="62357"/>
                </a:lnTo>
                <a:lnTo>
                  <a:pt x="375912" y="62204"/>
                </a:lnTo>
                <a:lnTo>
                  <a:pt x="375694" y="62044"/>
                </a:lnTo>
                <a:lnTo>
                  <a:pt x="375481" y="61879"/>
                </a:lnTo>
                <a:lnTo>
                  <a:pt x="375274" y="61707"/>
                </a:lnTo>
                <a:lnTo>
                  <a:pt x="375072" y="61529"/>
                </a:lnTo>
                <a:lnTo>
                  <a:pt x="374874" y="61344"/>
                </a:lnTo>
                <a:lnTo>
                  <a:pt x="374682" y="61154"/>
                </a:lnTo>
                <a:lnTo>
                  <a:pt x="374495" y="60957"/>
                </a:lnTo>
                <a:lnTo>
                  <a:pt x="374313" y="60754"/>
                </a:lnTo>
                <a:lnTo>
                  <a:pt x="374137" y="60545"/>
                </a:lnTo>
                <a:lnTo>
                  <a:pt x="373965" y="60330"/>
                </a:lnTo>
                <a:lnTo>
                  <a:pt x="373799" y="60108"/>
                </a:lnTo>
                <a:lnTo>
                  <a:pt x="373638" y="59880"/>
                </a:lnTo>
                <a:lnTo>
                  <a:pt x="373482" y="59646"/>
                </a:lnTo>
                <a:lnTo>
                  <a:pt x="373331" y="59406"/>
                </a:lnTo>
                <a:lnTo>
                  <a:pt x="373185" y="59160"/>
                </a:lnTo>
                <a:lnTo>
                  <a:pt x="373044" y="58907"/>
                </a:lnTo>
                <a:lnTo>
                  <a:pt x="372909" y="58648"/>
                </a:lnTo>
                <a:lnTo>
                  <a:pt x="372778" y="58383"/>
                </a:lnTo>
                <a:lnTo>
                  <a:pt x="372653" y="58112"/>
                </a:lnTo>
                <a:lnTo>
                  <a:pt x="372533" y="57835"/>
                </a:lnTo>
                <a:lnTo>
                  <a:pt x="372418" y="57551"/>
                </a:lnTo>
                <a:lnTo>
                  <a:pt x="372310" y="57261"/>
                </a:lnTo>
                <a:lnTo>
                  <a:pt x="372210" y="56964"/>
                </a:lnTo>
                <a:lnTo>
                  <a:pt x="372117" y="56661"/>
                </a:lnTo>
                <a:lnTo>
                  <a:pt x="372033" y="56352"/>
                </a:lnTo>
                <a:lnTo>
                  <a:pt x="371956" y="56035"/>
                </a:lnTo>
                <a:lnTo>
                  <a:pt x="371888" y="55712"/>
                </a:lnTo>
                <a:lnTo>
                  <a:pt x="371827" y="55383"/>
                </a:lnTo>
                <a:lnTo>
                  <a:pt x="371774" y="55047"/>
                </a:lnTo>
                <a:lnTo>
                  <a:pt x="371730" y="54705"/>
                </a:lnTo>
                <a:lnTo>
                  <a:pt x="371693" y="54356"/>
                </a:lnTo>
                <a:lnTo>
                  <a:pt x="371664" y="54000"/>
                </a:lnTo>
                <a:lnTo>
                  <a:pt x="371643" y="53638"/>
                </a:lnTo>
                <a:lnTo>
                  <a:pt x="371630" y="53269"/>
                </a:lnTo>
                <a:lnTo>
                  <a:pt x="371626" y="52894"/>
                </a:lnTo>
                <a:lnTo>
                  <a:pt x="371629" y="52512"/>
                </a:lnTo>
                <a:lnTo>
                  <a:pt x="371640" y="52123"/>
                </a:lnTo>
                <a:lnTo>
                  <a:pt x="371659" y="51729"/>
                </a:lnTo>
                <a:lnTo>
                  <a:pt x="371685" y="51327"/>
                </a:lnTo>
                <a:lnTo>
                  <a:pt x="371720" y="50919"/>
                </a:lnTo>
                <a:lnTo>
                  <a:pt x="371763" y="50504"/>
                </a:lnTo>
                <a:lnTo>
                  <a:pt x="371814" y="50083"/>
                </a:lnTo>
                <a:lnTo>
                  <a:pt x="371873" y="49655"/>
                </a:lnTo>
                <a:lnTo>
                  <a:pt x="371939" y="49221"/>
                </a:lnTo>
                <a:lnTo>
                  <a:pt x="372014" y="48780"/>
                </a:lnTo>
                <a:lnTo>
                  <a:pt x="372120" y="48223"/>
                </a:lnTo>
                <a:lnTo>
                  <a:pt x="372238" y="47677"/>
                </a:lnTo>
                <a:lnTo>
                  <a:pt x="372366" y="47141"/>
                </a:lnTo>
                <a:lnTo>
                  <a:pt x="372504" y="46615"/>
                </a:lnTo>
                <a:lnTo>
                  <a:pt x="372654" y="46101"/>
                </a:lnTo>
                <a:lnTo>
                  <a:pt x="372814" y="45596"/>
                </a:lnTo>
                <a:lnTo>
                  <a:pt x="372985" y="45103"/>
                </a:lnTo>
                <a:lnTo>
                  <a:pt x="373167" y="44619"/>
                </a:lnTo>
                <a:lnTo>
                  <a:pt x="373360" y="44147"/>
                </a:lnTo>
                <a:lnTo>
                  <a:pt x="373563" y="43685"/>
                </a:lnTo>
                <a:lnTo>
                  <a:pt x="373777" y="43233"/>
                </a:lnTo>
                <a:lnTo>
                  <a:pt x="374002" y="42792"/>
                </a:lnTo>
                <a:lnTo>
                  <a:pt x="374238" y="42362"/>
                </a:lnTo>
                <a:lnTo>
                  <a:pt x="374484" y="41942"/>
                </a:lnTo>
                <a:lnTo>
                  <a:pt x="374741" y="41532"/>
                </a:lnTo>
                <a:lnTo>
                  <a:pt x="375009" y="41134"/>
                </a:lnTo>
                <a:lnTo>
                  <a:pt x="375288" y="40745"/>
                </a:lnTo>
                <a:lnTo>
                  <a:pt x="375577" y="40368"/>
                </a:lnTo>
                <a:lnTo>
                  <a:pt x="375877" y="40000"/>
                </a:lnTo>
                <a:lnTo>
                  <a:pt x="376188" y="39644"/>
                </a:lnTo>
                <a:lnTo>
                  <a:pt x="376510" y="39297"/>
                </a:lnTo>
                <a:lnTo>
                  <a:pt x="376843" y="38962"/>
                </a:lnTo>
                <a:lnTo>
                  <a:pt x="377186" y="38637"/>
                </a:lnTo>
                <a:lnTo>
                  <a:pt x="377540" y="38322"/>
                </a:lnTo>
                <a:lnTo>
                  <a:pt x="377902" y="38020"/>
                </a:lnTo>
                <a:lnTo>
                  <a:pt x="378270" y="37730"/>
                </a:lnTo>
                <a:lnTo>
                  <a:pt x="378645" y="37453"/>
                </a:lnTo>
                <a:lnTo>
                  <a:pt x="379024" y="37188"/>
                </a:lnTo>
                <a:lnTo>
                  <a:pt x="379410" y="36937"/>
                </a:lnTo>
                <a:lnTo>
                  <a:pt x="379802" y="36699"/>
                </a:lnTo>
                <a:lnTo>
                  <a:pt x="380199" y="36473"/>
                </a:lnTo>
                <a:lnTo>
                  <a:pt x="380602" y="36261"/>
                </a:lnTo>
                <a:lnTo>
                  <a:pt x="381012" y="36061"/>
                </a:lnTo>
                <a:lnTo>
                  <a:pt x="381427" y="35874"/>
                </a:lnTo>
                <a:lnTo>
                  <a:pt x="381847" y="35700"/>
                </a:lnTo>
                <a:lnTo>
                  <a:pt x="382274" y="35539"/>
                </a:lnTo>
                <a:lnTo>
                  <a:pt x="382707" y="35391"/>
                </a:lnTo>
                <a:lnTo>
                  <a:pt x="383145" y="35256"/>
                </a:lnTo>
                <a:lnTo>
                  <a:pt x="383589" y="35133"/>
                </a:lnTo>
                <a:lnTo>
                  <a:pt x="384039" y="35024"/>
                </a:lnTo>
                <a:lnTo>
                  <a:pt x="384495" y="34927"/>
                </a:lnTo>
                <a:lnTo>
                  <a:pt x="384957" y="34843"/>
                </a:lnTo>
                <a:lnTo>
                  <a:pt x="385425" y="34773"/>
                </a:lnTo>
                <a:lnTo>
                  <a:pt x="385898" y="34715"/>
                </a:lnTo>
                <a:lnTo>
                  <a:pt x="386378" y="34670"/>
                </a:lnTo>
                <a:lnTo>
                  <a:pt x="386863" y="34637"/>
                </a:lnTo>
                <a:lnTo>
                  <a:pt x="387354" y="34618"/>
                </a:lnTo>
                <a:lnTo>
                  <a:pt x="387851" y="34612"/>
                </a:lnTo>
                <a:lnTo>
                  <a:pt x="388318" y="34618"/>
                </a:lnTo>
                <a:lnTo>
                  <a:pt x="388777" y="34638"/>
                </a:lnTo>
                <a:lnTo>
                  <a:pt x="389227" y="34670"/>
                </a:lnTo>
                <a:lnTo>
                  <a:pt x="389668" y="34716"/>
                </a:lnTo>
                <a:lnTo>
                  <a:pt x="390101" y="34774"/>
                </a:lnTo>
                <a:lnTo>
                  <a:pt x="390525" y="34846"/>
                </a:lnTo>
                <a:lnTo>
                  <a:pt x="390941" y="34930"/>
                </a:lnTo>
                <a:lnTo>
                  <a:pt x="391347" y="35028"/>
                </a:lnTo>
                <a:lnTo>
                  <a:pt x="391746" y="35138"/>
                </a:lnTo>
                <a:lnTo>
                  <a:pt x="392135" y="35262"/>
                </a:lnTo>
                <a:lnTo>
                  <a:pt x="392516" y="35398"/>
                </a:lnTo>
                <a:lnTo>
                  <a:pt x="392888" y="35548"/>
                </a:lnTo>
                <a:lnTo>
                  <a:pt x="393252" y="35710"/>
                </a:lnTo>
                <a:lnTo>
                  <a:pt x="393606" y="35886"/>
                </a:lnTo>
                <a:lnTo>
                  <a:pt x="393953" y="36074"/>
                </a:lnTo>
                <a:lnTo>
                  <a:pt x="394290" y="36276"/>
                </a:lnTo>
                <a:lnTo>
                  <a:pt x="394619" y="36490"/>
                </a:lnTo>
                <a:lnTo>
                  <a:pt x="394939" y="36718"/>
                </a:lnTo>
                <a:lnTo>
                  <a:pt x="395251" y="36958"/>
                </a:lnTo>
                <a:lnTo>
                  <a:pt x="395554" y="37212"/>
                </a:lnTo>
                <a:lnTo>
                  <a:pt x="395848" y="37478"/>
                </a:lnTo>
                <a:lnTo>
                  <a:pt x="396134" y="37758"/>
                </a:lnTo>
                <a:lnTo>
                  <a:pt x="396410" y="38051"/>
                </a:lnTo>
                <a:lnTo>
                  <a:pt x="396679" y="38356"/>
                </a:lnTo>
                <a:lnTo>
                  <a:pt x="396935" y="38676"/>
                </a:lnTo>
                <a:lnTo>
                  <a:pt x="397174" y="39010"/>
                </a:lnTo>
                <a:lnTo>
                  <a:pt x="397398" y="39360"/>
                </a:lnTo>
                <a:lnTo>
                  <a:pt x="397605" y="39725"/>
                </a:lnTo>
                <a:lnTo>
                  <a:pt x="397797" y="40105"/>
                </a:lnTo>
                <a:lnTo>
                  <a:pt x="397972" y="40500"/>
                </a:lnTo>
                <a:lnTo>
                  <a:pt x="398131" y="40911"/>
                </a:lnTo>
                <a:lnTo>
                  <a:pt x="398274" y="41336"/>
                </a:lnTo>
                <a:lnTo>
                  <a:pt x="398400" y="41776"/>
                </a:lnTo>
                <a:lnTo>
                  <a:pt x="398511" y="42232"/>
                </a:lnTo>
                <a:lnTo>
                  <a:pt x="398605" y="42703"/>
                </a:lnTo>
                <a:lnTo>
                  <a:pt x="398684" y="43189"/>
                </a:lnTo>
                <a:lnTo>
                  <a:pt x="398746" y="43689"/>
                </a:lnTo>
                <a:lnTo>
                  <a:pt x="398792" y="44205"/>
                </a:lnTo>
                <a:lnTo>
                  <a:pt x="398822" y="44737"/>
                </a:lnTo>
                <a:lnTo>
                  <a:pt x="398835" y="45283"/>
                </a:lnTo>
                <a:lnTo>
                  <a:pt x="398833" y="45844"/>
                </a:lnTo>
                <a:lnTo>
                  <a:pt x="398814" y="46421"/>
                </a:lnTo>
                <a:lnTo>
                  <a:pt x="398779" y="47012"/>
                </a:lnTo>
                <a:lnTo>
                  <a:pt x="398729" y="47619"/>
                </a:lnTo>
                <a:lnTo>
                  <a:pt x="398661" y="48241"/>
                </a:lnTo>
                <a:lnTo>
                  <a:pt x="398578" y="48878"/>
                </a:lnTo>
                <a:lnTo>
                  <a:pt x="398479" y="49530"/>
                </a:lnTo>
                <a:lnTo>
                  <a:pt x="398363" y="50197"/>
                </a:lnTo>
                <a:lnTo>
                  <a:pt x="398257" y="50765"/>
                </a:lnTo>
                <a:lnTo>
                  <a:pt x="398140" y="51321"/>
                </a:lnTo>
                <a:lnTo>
                  <a:pt x="398013" y="51866"/>
                </a:lnTo>
                <a:lnTo>
                  <a:pt x="397876" y="52400"/>
                </a:lnTo>
                <a:lnTo>
                  <a:pt x="397728" y="52922"/>
                </a:lnTo>
                <a:lnTo>
                  <a:pt x="397570" y="53433"/>
                </a:lnTo>
                <a:lnTo>
                  <a:pt x="397401" y="53933"/>
                </a:lnTo>
                <a:lnTo>
                  <a:pt x="397222" y="54421"/>
                </a:lnTo>
                <a:lnTo>
                  <a:pt x="397032" y="54898"/>
                </a:lnTo>
                <a:lnTo>
                  <a:pt x="396832" y="55364"/>
                </a:lnTo>
                <a:lnTo>
                  <a:pt x="396622" y="55818"/>
                </a:lnTo>
                <a:lnTo>
                  <a:pt x="396401" y="56261"/>
                </a:lnTo>
                <a:lnTo>
                  <a:pt x="396169" y="56692"/>
                </a:lnTo>
                <a:lnTo>
                  <a:pt x="395928" y="57112"/>
                </a:lnTo>
                <a:lnTo>
                  <a:pt x="395676" y="57521"/>
                </a:lnTo>
                <a:lnTo>
                  <a:pt x="395413" y="57918"/>
                </a:lnTo>
                <a:lnTo>
                  <a:pt x="395140" y="58304"/>
                </a:lnTo>
                <a:lnTo>
                  <a:pt x="394857" y="58679"/>
                </a:lnTo>
                <a:lnTo>
                  <a:pt x="394563" y="59042"/>
                </a:lnTo>
                <a:lnTo>
                  <a:pt x="394259" y="59394"/>
                </a:lnTo>
                <a:lnTo>
                  <a:pt x="393945" y="59735"/>
                </a:lnTo>
                <a:lnTo>
                  <a:pt x="393620" y="60064"/>
                </a:lnTo>
                <a:lnTo>
                  <a:pt x="393284" y="60382"/>
                </a:lnTo>
                <a:lnTo>
                  <a:pt x="392939" y="60688"/>
                </a:lnTo>
                <a:lnTo>
                  <a:pt x="392585" y="60983"/>
                </a:lnTo>
                <a:lnTo>
                  <a:pt x="392225" y="61265"/>
                </a:lnTo>
                <a:lnTo>
                  <a:pt x="391859" y="61534"/>
                </a:lnTo>
                <a:lnTo>
                  <a:pt x="391487" y="61791"/>
                </a:lnTo>
                <a:lnTo>
                  <a:pt x="391109" y="62036"/>
                </a:lnTo>
                <a:lnTo>
                  <a:pt x="390725" y="62267"/>
                </a:lnTo>
                <a:lnTo>
                  <a:pt x="390335" y="62487"/>
                </a:lnTo>
                <a:lnTo>
                  <a:pt x="389940" y="62694"/>
                </a:lnTo>
                <a:lnTo>
                  <a:pt x="389538" y="62888"/>
                </a:lnTo>
                <a:lnTo>
                  <a:pt x="389130" y="63070"/>
                </a:lnTo>
                <a:lnTo>
                  <a:pt x="388717" y="63239"/>
                </a:lnTo>
                <a:lnTo>
                  <a:pt x="388297" y="63395"/>
                </a:lnTo>
                <a:lnTo>
                  <a:pt x="387872" y="63540"/>
                </a:lnTo>
                <a:lnTo>
                  <a:pt x="387440" y="63671"/>
                </a:lnTo>
                <a:lnTo>
                  <a:pt x="387002" y="63790"/>
                </a:lnTo>
                <a:lnTo>
                  <a:pt x="386559" y="63897"/>
                </a:lnTo>
                <a:lnTo>
                  <a:pt x="386110" y="63991"/>
                </a:lnTo>
                <a:lnTo>
                  <a:pt x="385654" y="64072"/>
                </a:lnTo>
                <a:lnTo>
                  <a:pt x="385193" y="64141"/>
                </a:lnTo>
                <a:lnTo>
                  <a:pt x="384725" y="64198"/>
                </a:lnTo>
                <a:lnTo>
                  <a:pt x="384252" y="64241"/>
                </a:lnTo>
                <a:lnTo>
                  <a:pt x="383773" y="64273"/>
                </a:lnTo>
                <a:lnTo>
                  <a:pt x="383288" y="64292"/>
                </a:lnTo>
                <a:lnTo>
                  <a:pt x="382796" y="64298"/>
                </a:lnTo>
                <a:lnTo>
                  <a:pt x="382517" y="64295"/>
                </a:lnTo>
                <a:lnTo>
                  <a:pt x="382239" y="64286"/>
                </a:lnTo>
                <a:lnTo>
                  <a:pt x="381962" y="64272"/>
                </a:lnTo>
                <a:lnTo>
                  <a:pt x="381688" y="64252"/>
                </a:lnTo>
                <a:close/>
                <a:moveTo>
                  <a:pt x="371992" y="110496"/>
                </a:moveTo>
                <a:lnTo>
                  <a:pt x="371329" y="110448"/>
                </a:lnTo>
                <a:lnTo>
                  <a:pt x="370685" y="110389"/>
                </a:lnTo>
                <a:lnTo>
                  <a:pt x="370061" y="110320"/>
                </a:lnTo>
                <a:lnTo>
                  <a:pt x="369457" y="110239"/>
                </a:lnTo>
                <a:lnTo>
                  <a:pt x="368872" y="110148"/>
                </a:lnTo>
                <a:lnTo>
                  <a:pt x="368308" y="110047"/>
                </a:lnTo>
                <a:lnTo>
                  <a:pt x="367763" y="109934"/>
                </a:lnTo>
                <a:lnTo>
                  <a:pt x="367238" y="109811"/>
                </a:lnTo>
                <a:lnTo>
                  <a:pt x="366732" y="109678"/>
                </a:lnTo>
                <a:lnTo>
                  <a:pt x="366247" y="109533"/>
                </a:lnTo>
                <a:lnTo>
                  <a:pt x="365781" y="109378"/>
                </a:lnTo>
                <a:lnTo>
                  <a:pt x="365335" y="109213"/>
                </a:lnTo>
                <a:lnTo>
                  <a:pt x="364909" y="109036"/>
                </a:lnTo>
                <a:lnTo>
                  <a:pt x="364502" y="108849"/>
                </a:lnTo>
                <a:lnTo>
                  <a:pt x="364115" y="108651"/>
                </a:lnTo>
                <a:lnTo>
                  <a:pt x="363748" y="108442"/>
                </a:lnTo>
                <a:lnTo>
                  <a:pt x="363401" y="108223"/>
                </a:lnTo>
                <a:lnTo>
                  <a:pt x="363074" y="107993"/>
                </a:lnTo>
                <a:lnTo>
                  <a:pt x="362766" y="107753"/>
                </a:lnTo>
                <a:lnTo>
                  <a:pt x="362478" y="107501"/>
                </a:lnTo>
                <a:lnTo>
                  <a:pt x="362207" y="107242"/>
                </a:lnTo>
                <a:lnTo>
                  <a:pt x="361950" y="106978"/>
                </a:lnTo>
                <a:lnTo>
                  <a:pt x="361707" y="106709"/>
                </a:lnTo>
                <a:lnTo>
                  <a:pt x="361478" y="106436"/>
                </a:lnTo>
                <a:lnTo>
                  <a:pt x="361262" y="106157"/>
                </a:lnTo>
                <a:lnTo>
                  <a:pt x="361061" y="105874"/>
                </a:lnTo>
                <a:lnTo>
                  <a:pt x="360873" y="105586"/>
                </a:lnTo>
                <a:lnTo>
                  <a:pt x="360700" y="105293"/>
                </a:lnTo>
                <a:lnTo>
                  <a:pt x="360540" y="104996"/>
                </a:lnTo>
                <a:lnTo>
                  <a:pt x="360395" y="104693"/>
                </a:lnTo>
                <a:lnTo>
                  <a:pt x="360263" y="104386"/>
                </a:lnTo>
                <a:lnTo>
                  <a:pt x="360145" y="104074"/>
                </a:lnTo>
                <a:lnTo>
                  <a:pt x="360041" y="103757"/>
                </a:lnTo>
                <a:lnTo>
                  <a:pt x="359951" y="103435"/>
                </a:lnTo>
                <a:lnTo>
                  <a:pt x="359875" y="103109"/>
                </a:lnTo>
                <a:lnTo>
                  <a:pt x="359813" y="102777"/>
                </a:lnTo>
                <a:lnTo>
                  <a:pt x="359764" y="102441"/>
                </a:lnTo>
                <a:lnTo>
                  <a:pt x="359730" y="102100"/>
                </a:lnTo>
                <a:lnTo>
                  <a:pt x="359710" y="101754"/>
                </a:lnTo>
                <a:lnTo>
                  <a:pt x="359703" y="101404"/>
                </a:lnTo>
                <a:lnTo>
                  <a:pt x="359711" y="101048"/>
                </a:lnTo>
                <a:lnTo>
                  <a:pt x="359732" y="100688"/>
                </a:lnTo>
                <a:lnTo>
                  <a:pt x="359767" y="100323"/>
                </a:lnTo>
                <a:lnTo>
                  <a:pt x="359816" y="99953"/>
                </a:lnTo>
                <a:lnTo>
                  <a:pt x="359859" y="99678"/>
                </a:lnTo>
                <a:lnTo>
                  <a:pt x="359910" y="99404"/>
                </a:lnTo>
                <a:lnTo>
                  <a:pt x="359968" y="99133"/>
                </a:lnTo>
                <a:lnTo>
                  <a:pt x="360033" y="98864"/>
                </a:lnTo>
                <a:lnTo>
                  <a:pt x="360106" y="98596"/>
                </a:lnTo>
                <a:lnTo>
                  <a:pt x="360187" y="98331"/>
                </a:lnTo>
                <a:lnTo>
                  <a:pt x="360275" y="98067"/>
                </a:lnTo>
                <a:lnTo>
                  <a:pt x="360370" y="97806"/>
                </a:lnTo>
                <a:lnTo>
                  <a:pt x="360473" y="97547"/>
                </a:lnTo>
                <a:lnTo>
                  <a:pt x="360584" y="97289"/>
                </a:lnTo>
                <a:lnTo>
                  <a:pt x="360702" y="97034"/>
                </a:lnTo>
                <a:lnTo>
                  <a:pt x="360827" y="96780"/>
                </a:lnTo>
                <a:lnTo>
                  <a:pt x="360960" y="96529"/>
                </a:lnTo>
                <a:lnTo>
                  <a:pt x="361100" y="96280"/>
                </a:lnTo>
                <a:lnTo>
                  <a:pt x="361248" y="96032"/>
                </a:lnTo>
                <a:lnTo>
                  <a:pt x="361404" y="95787"/>
                </a:lnTo>
                <a:lnTo>
                  <a:pt x="361567" y="95543"/>
                </a:lnTo>
                <a:lnTo>
                  <a:pt x="361737" y="95302"/>
                </a:lnTo>
                <a:lnTo>
                  <a:pt x="361915" y="95063"/>
                </a:lnTo>
                <a:lnTo>
                  <a:pt x="362100" y="94825"/>
                </a:lnTo>
                <a:lnTo>
                  <a:pt x="362293" y="94590"/>
                </a:lnTo>
                <a:lnTo>
                  <a:pt x="362493" y="94356"/>
                </a:lnTo>
                <a:lnTo>
                  <a:pt x="362701" y="94125"/>
                </a:lnTo>
                <a:lnTo>
                  <a:pt x="362916" y="93896"/>
                </a:lnTo>
                <a:lnTo>
                  <a:pt x="363138" y="93670"/>
                </a:lnTo>
                <a:lnTo>
                  <a:pt x="363365" y="93450"/>
                </a:lnTo>
                <a:lnTo>
                  <a:pt x="363598" y="93235"/>
                </a:lnTo>
                <a:lnTo>
                  <a:pt x="363835" y="93026"/>
                </a:lnTo>
                <a:lnTo>
                  <a:pt x="364079" y="92823"/>
                </a:lnTo>
                <a:lnTo>
                  <a:pt x="364327" y="92625"/>
                </a:lnTo>
                <a:lnTo>
                  <a:pt x="364581" y="92432"/>
                </a:lnTo>
                <a:lnTo>
                  <a:pt x="364841" y="92245"/>
                </a:lnTo>
                <a:lnTo>
                  <a:pt x="365105" y="92064"/>
                </a:lnTo>
                <a:lnTo>
                  <a:pt x="365376" y="91888"/>
                </a:lnTo>
                <a:lnTo>
                  <a:pt x="365651" y="91717"/>
                </a:lnTo>
                <a:lnTo>
                  <a:pt x="365932" y="91552"/>
                </a:lnTo>
                <a:lnTo>
                  <a:pt x="366218" y="91393"/>
                </a:lnTo>
                <a:lnTo>
                  <a:pt x="366510" y="91239"/>
                </a:lnTo>
                <a:lnTo>
                  <a:pt x="366807" y="91090"/>
                </a:lnTo>
                <a:lnTo>
                  <a:pt x="367109" y="90948"/>
                </a:lnTo>
                <a:lnTo>
                  <a:pt x="367417" y="90810"/>
                </a:lnTo>
                <a:lnTo>
                  <a:pt x="367730" y="90678"/>
                </a:lnTo>
                <a:lnTo>
                  <a:pt x="368049" y="90552"/>
                </a:lnTo>
                <a:lnTo>
                  <a:pt x="368373" y="90431"/>
                </a:lnTo>
                <a:lnTo>
                  <a:pt x="368702" y="90316"/>
                </a:lnTo>
                <a:lnTo>
                  <a:pt x="369037" y="90206"/>
                </a:lnTo>
                <a:lnTo>
                  <a:pt x="369377" y="90102"/>
                </a:lnTo>
                <a:lnTo>
                  <a:pt x="369723" y="90004"/>
                </a:lnTo>
                <a:lnTo>
                  <a:pt x="379629" y="90004"/>
                </a:lnTo>
                <a:lnTo>
                  <a:pt x="380240" y="90006"/>
                </a:lnTo>
                <a:lnTo>
                  <a:pt x="380839" y="90012"/>
                </a:lnTo>
                <a:lnTo>
                  <a:pt x="381425" y="90022"/>
                </a:lnTo>
                <a:lnTo>
                  <a:pt x="381999" y="90036"/>
                </a:lnTo>
                <a:lnTo>
                  <a:pt x="382560" y="90055"/>
                </a:lnTo>
                <a:lnTo>
                  <a:pt x="383108" y="90078"/>
                </a:lnTo>
                <a:lnTo>
                  <a:pt x="383644" y="90104"/>
                </a:lnTo>
                <a:lnTo>
                  <a:pt x="384167" y="90135"/>
                </a:lnTo>
                <a:lnTo>
                  <a:pt x="384677" y="90170"/>
                </a:lnTo>
                <a:lnTo>
                  <a:pt x="385175" y="90209"/>
                </a:lnTo>
                <a:lnTo>
                  <a:pt x="385660" y="90252"/>
                </a:lnTo>
                <a:lnTo>
                  <a:pt x="386132" y="90300"/>
                </a:lnTo>
                <a:lnTo>
                  <a:pt x="386592" y="90351"/>
                </a:lnTo>
                <a:lnTo>
                  <a:pt x="387039" y="90407"/>
                </a:lnTo>
                <a:lnTo>
                  <a:pt x="387474" y="90466"/>
                </a:lnTo>
                <a:lnTo>
                  <a:pt x="387896" y="90530"/>
                </a:lnTo>
                <a:lnTo>
                  <a:pt x="388305" y="90598"/>
                </a:lnTo>
                <a:lnTo>
                  <a:pt x="388701" y="90670"/>
                </a:lnTo>
                <a:lnTo>
                  <a:pt x="389085" y="90746"/>
                </a:lnTo>
                <a:lnTo>
                  <a:pt x="389457" y="90826"/>
                </a:lnTo>
                <a:lnTo>
                  <a:pt x="389815" y="90911"/>
                </a:lnTo>
                <a:lnTo>
                  <a:pt x="390162" y="90999"/>
                </a:lnTo>
                <a:lnTo>
                  <a:pt x="390495" y="91092"/>
                </a:lnTo>
                <a:lnTo>
                  <a:pt x="390816" y="91188"/>
                </a:lnTo>
                <a:lnTo>
                  <a:pt x="391126" y="91289"/>
                </a:lnTo>
                <a:lnTo>
                  <a:pt x="391427" y="91393"/>
                </a:lnTo>
                <a:lnTo>
                  <a:pt x="391718" y="91500"/>
                </a:lnTo>
                <a:lnTo>
                  <a:pt x="392001" y="91611"/>
                </a:lnTo>
                <a:lnTo>
                  <a:pt x="392274" y="91725"/>
                </a:lnTo>
                <a:lnTo>
                  <a:pt x="392538" y="91842"/>
                </a:lnTo>
                <a:lnTo>
                  <a:pt x="392794" y="91963"/>
                </a:lnTo>
                <a:lnTo>
                  <a:pt x="393040" y="92087"/>
                </a:lnTo>
                <a:lnTo>
                  <a:pt x="393277" y="92215"/>
                </a:lnTo>
                <a:lnTo>
                  <a:pt x="393504" y="92346"/>
                </a:lnTo>
                <a:lnTo>
                  <a:pt x="393723" y="92481"/>
                </a:lnTo>
                <a:lnTo>
                  <a:pt x="393933" y="92618"/>
                </a:lnTo>
                <a:lnTo>
                  <a:pt x="394133" y="92760"/>
                </a:lnTo>
                <a:lnTo>
                  <a:pt x="394324" y="92904"/>
                </a:lnTo>
                <a:lnTo>
                  <a:pt x="394506" y="93053"/>
                </a:lnTo>
                <a:lnTo>
                  <a:pt x="394679" y="93204"/>
                </a:lnTo>
                <a:lnTo>
                  <a:pt x="394843" y="93359"/>
                </a:lnTo>
                <a:lnTo>
                  <a:pt x="394998" y="93517"/>
                </a:lnTo>
                <a:lnTo>
                  <a:pt x="395144" y="93679"/>
                </a:lnTo>
                <a:lnTo>
                  <a:pt x="395280" y="93844"/>
                </a:lnTo>
                <a:lnTo>
                  <a:pt x="395408" y="94013"/>
                </a:lnTo>
                <a:lnTo>
                  <a:pt x="395526" y="94185"/>
                </a:lnTo>
                <a:lnTo>
                  <a:pt x="395635" y="94360"/>
                </a:lnTo>
                <a:lnTo>
                  <a:pt x="395735" y="94539"/>
                </a:lnTo>
                <a:lnTo>
                  <a:pt x="395828" y="94720"/>
                </a:lnTo>
                <a:lnTo>
                  <a:pt x="395914" y="94905"/>
                </a:lnTo>
                <a:lnTo>
                  <a:pt x="395994" y="95092"/>
                </a:lnTo>
                <a:lnTo>
                  <a:pt x="396068" y="95281"/>
                </a:lnTo>
                <a:lnTo>
                  <a:pt x="396137" y="95473"/>
                </a:lnTo>
                <a:lnTo>
                  <a:pt x="396199" y="95668"/>
                </a:lnTo>
                <a:lnTo>
                  <a:pt x="396254" y="95865"/>
                </a:lnTo>
                <a:lnTo>
                  <a:pt x="396304" y="96065"/>
                </a:lnTo>
                <a:lnTo>
                  <a:pt x="396348" y="96268"/>
                </a:lnTo>
                <a:lnTo>
                  <a:pt x="396386" y="96473"/>
                </a:lnTo>
                <a:lnTo>
                  <a:pt x="396417" y="96680"/>
                </a:lnTo>
                <a:lnTo>
                  <a:pt x="396443" y="96891"/>
                </a:lnTo>
                <a:lnTo>
                  <a:pt x="396462" y="97103"/>
                </a:lnTo>
                <a:lnTo>
                  <a:pt x="396476" y="97319"/>
                </a:lnTo>
                <a:lnTo>
                  <a:pt x="396483" y="97537"/>
                </a:lnTo>
                <a:lnTo>
                  <a:pt x="396484" y="97758"/>
                </a:lnTo>
                <a:lnTo>
                  <a:pt x="396479" y="97981"/>
                </a:lnTo>
                <a:lnTo>
                  <a:pt x="396468" y="98207"/>
                </a:lnTo>
                <a:lnTo>
                  <a:pt x="396451" y="98435"/>
                </a:lnTo>
                <a:lnTo>
                  <a:pt x="396428" y="98666"/>
                </a:lnTo>
                <a:lnTo>
                  <a:pt x="396399" y="98899"/>
                </a:lnTo>
                <a:lnTo>
                  <a:pt x="396363" y="99136"/>
                </a:lnTo>
                <a:lnTo>
                  <a:pt x="396322" y="99374"/>
                </a:lnTo>
                <a:lnTo>
                  <a:pt x="396274" y="99616"/>
                </a:lnTo>
                <a:lnTo>
                  <a:pt x="396200" y="100002"/>
                </a:lnTo>
                <a:lnTo>
                  <a:pt x="396110" y="100384"/>
                </a:lnTo>
                <a:lnTo>
                  <a:pt x="396005" y="100760"/>
                </a:lnTo>
                <a:lnTo>
                  <a:pt x="395885" y="101130"/>
                </a:lnTo>
                <a:lnTo>
                  <a:pt x="395750" y="101496"/>
                </a:lnTo>
                <a:lnTo>
                  <a:pt x="395600" y="101856"/>
                </a:lnTo>
                <a:lnTo>
                  <a:pt x="395436" y="102210"/>
                </a:lnTo>
                <a:lnTo>
                  <a:pt x="395256" y="102560"/>
                </a:lnTo>
                <a:lnTo>
                  <a:pt x="395061" y="102904"/>
                </a:lnTo>
                <a:lnTo>
                  <a:pt x="394852" y="103243"/>
                </a:lnTo>
                <a:lnTo>
                  <a:pt x="394627" y="103577"/>
                </a:lnTo>
                <a:lnTo>
                  <a:pt x="394387" y="103905"/>
                </a:lnTo>
                <a:lnTo>
                  <a:pt x="394133" y="104228"/>
                </a:lnTo>
                <a:lnTo>
                  <a:pt x="393863" y="104546"/>
                </a:lnTo>
                <a:lnTo>
                  <a:pt x="393579" y="104859"/>
                </a:lnTo>
                <a:lnTo>
                  <a:pt x="393279" y="105166"/>
                </a:lnTo>
                <a:lnTo>
                  <a:pt x="392965" y="105468"/>
                </a:lnTo>
                <a:lnTo>
                  <a:pt x="392635" y="105765"/>
                </a:lnTo>
                <a:lnTo>
                  <a:pt x="392291" y="106056"/>
                </a:lnTo>
                <a:lnTo>
                  <a:pt x="391931" y="106342"/>
                </a:lnTo>
                <a:lnTo>
                  <a:pt x="391557" y="106623"/>
                </a:lnTo>
                <a:lnTo>
                  <a:pt x="391168" y="106899"/>
                </a:lnTo>
                <a:lnTo>
                  <a:pt x="390763" y="107169"/>
                </a:lnTo>
                <a:lnTo>
                  <a:pt x="390344" y="107434"/>
                </a:lnTo>
                <a:lnTo>
                  <a:pt x="389908" y="107691"/>
                </a:lnTo>
                <a:lnTo>
                  <a:pt x="389454" y="107937"/>
                </a:lnTo>
                <a:lnTo>
                  <a:pt x="388982" y="108171"/>
                </a:lnTo>
                <a:lnTo>
                  <a:pt x="388491" y="108396"/>
                </a:lnTo>
                <a:lnTo>
                  <a:pt x="387982" y="108609"/>
                </a:lnTo>
                <a:lnTo>
                  <a:pt x="387455" y="108811"/>
                </a:lnTo>
                <a:lnTo>
                  <a:pt x="386909" y="109002"/>
                </a:lnTo>
                <a:lnTo>
                  <a:pt x="386346" y="109183"/>
                </a:lnTo>
                <a:lnTo>
                  <a:pt x="385764" y="109352"/>
                </a:lnTo>
                <a:lnTo>
                  <a:pt x="385163" y="109510"/>
                </a:lnTo>
                <a:lnTo>
                  <a:pt x="384545" y="109658"/>
                </a:lnTo>
                <a:lnTo>
                  <a:pt x="383908" y="109795"/>
                </a:lnTo>
                <a:lnTo>
                  <a:pt x="383253" y="109920"/>
                </a:lnTo>
                <a:lnTo>
                  <a:pt x="382580" y="110035"/>
                </a:lnTo>
                <a:lnTo>
                  <a:pt x="381889" y="110139"/>
                </a:lnTo>
                <a:lnTo>
                  <a:pt x="381179" y="110232"/>
                </a:lnTo>
                <a:lnTo>
                  <a:pt x="380451" y="110314"/>
                </a:lnTo>
                <a:lnTo>
                  <a:pt x="379705" y="110385"/>
                </a:lnTo>
                <a:lnTo>
                  <a:pt x="378940" y="110445"/>
                </a:lnTo>
                <a:lnTo>
                  <a:pt x="378158" y="110494"/>
                </a:lnTo>
                <a:lnTo>
                  <a:pt x="377357" y="110532"/>
                </a:lnTo>
                <a:lnTo>
                  <a:pt x="376538" y="110560"/>
                </a:lnTo>
                <a:lnTo>
                  <a:pt x="375700" y="110576"/>
                </a:lnTo>
                <a:lnTo>
                  <a:pt x="374844" y="110582"/>
                </a:lnTo>
                <a:lnTo>
                  <a:pt x="374102" y="110576"/>
                </a:lnTo>
                <a:lnTo>
                  <a:pt x="373379" y="110560"/>
                </a:lnTo>
                <a:lnTo>
                  <a:pt x="372676" y="110533"/>
                </a:lnTo>
                <a:lnTo>
                  <a:pt x="371992" y="110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Suf">
            <a:extLst xmlns:a="http://schemas.openxmlformats.org/drawingml/2006/main">
              <a:ext uri="{FF2B5EF4-FFF2-40B4-BE49-F238E27FC236}">
                <a16:creationId xmlns:a16="http://schemas.microsoft.com/office/drawing/2014/main" id="{25A09323-E891-4316-A6CD-19DFD4FB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162" y="3872517"/>
            <a:ext cx="191324" cy="93422"/>
          </a:xfrm>
          <a:custGeom xmlns:a="http://schemas.openxmlformats.org/drawingml/2006/main">
            <a:pathLst>
              <a:path w="191324" h="93422">
                <a:moveTo>
                  <a:pt x="32010" y="93422"/>
                </a:moveTo>
                <a:cubicBezTo>
                  <a:pt x="25451" y="93422"/>
                  <a:pt x="19779" y="92386"/>
                  <a:pt x="14994" y="90314"/>
                </a:cubicBezTo>
                <a:cubicBezTo>
                  <a:pt x="10210" y="88242"/>
                  <a:pt x="6514" y="85090"/>
                  <a:pt x="3909" y="80856"/>
                </a:cubicBezTo>
                <a:cubicBezTo>
                  <a:pt x="1303" y="76621"/>
                  <a:pt x="0" y="71215"/>
                  <a:pt x="0" y="64638"/>
                </a:cubicBezTo>
                <a:lnTo>
                  <a:pt x="12130" y="64638"/>
                </a:lnTo>
                <a:cubicBezTo>
                  <a:pt x="12265" y="71490"/>
                  <a:pt x="14118" y="76348"/>
                  <a:pt x="17690" y="79211"/>
                </a:cubicBezTo>
                <a:cubicBezTo>
                  <a:pt x="21262" y="82073"/>
                  <a:pt x="26305" y="83504"/>
                  <a:pt x="32819" y="83504"/>
                </a:cubicBezTo>
                <a:cubicBezTo>
                  <a:pt x="38435" y="83504"/>
                  <a:pt x="43141" y="82399"/>
                  <a:pt x="46937" y="80190"/>
                </a:cubicBezTo>
                <a:cubicBezTo>
                  <a:pt x="50734" y="77980"/>
                  <a:pt x="52969" y="74463"/>
                  <a:pt x="53643" y="69639"/>
                </a:cubicBezTo>
                <a:cubicBezTo>
                  <a:pt x="54182" y="66080"/>
                  <a:pt x="53935" y="63074"/>
                  <a:pt x="52901" y="60619"/>
                </a:cubicBezTo>
                <a:cubicBezTo>
                  <a:pt x="51868" y="58164"/>
                  <a:pt x="49869" y="56047"/>
                  <a:pt x="46904" y="54269"/>
                </a:cubicBezTo>
                <a:cubicBezTo>
                  <a:pt x="43938" y="52489"/>
                  <a:pt x="39850" y="50834"/>
                  <a:pt x="34639" y="49302"/>
                </a:cubicBezTo>
                <a:cubicBezTo>
                  <a:pt x="28933" y="47589"/>
                  <a:pt x="24193" y="45394"/>
                  <a:pt x="20419" y="42715"/>
                </a:cubicBezTo>
                <a:cubicBezTo>
                  <a:pt x="16645" y="40034"/>
                  <a:pt x="13995" y="36802"/>
                  <a:pt x="12467" y="33018"/>
                </a:cubicBezTo>
                <a:cubicBezTo>
                  <a:pt x="10940" y="29234"/>
                  <a:pt x="10625" y="24888"/>
                  <a:pt x="11524" y="19978"/>
                </a:cubicBezTo>
                <a:cubicBezTo>
                  <a:pt x="12332" y="15744"/>
                  <a:pt x="14107" y="12130"/>
                  <a:pt x="16848" y="9134"/>
                </a:cubicBezTo>
                <a:cubicBezTo>
                  <a:pt x="19588" y="6138"/>
                  <a:pt x="23160" y="3863"/>
                  <a:pt x="27563" y="2309"/>
                </a:cubicBezTo>
                <a:cubicBezTo>
                  <a:pt x="31965" y="755"/>
                  <a:pt x="37065" y="0"/>
                  <a:pt x="42860" y="45"/>
                </a:cubicBezTo>
                <a:cubicBezTo>
                  <a:pt x="48656" y="45"/>
                  <a:pt x="53766" y="991"/>
                  <a:pt x="58191" y="2883"/>
                </a:cubicBezTo>
                <a:cubicBezTo>
                  <a:pt x="62617" y="4775"/>
                  <a:pt x="66076" y="7601"/>
                  <a:pt x="68569" y="11363"/>
                </a:cubicBezTo>
                <a:cubicBezTo>
                  <a:pt x="71063" y="15123"/>
                  <a:pt x="72310" y="19841"/>
                  <a:pt x="72310" y="25517"/>
                </a:cubicBezTo>
                <a:lnTo>
                  <a:pt x="60112" y="25517"/>
                </a:lnTo>
                <a:cubicBezTo>
                  <a:pt x="59977" y="20378"/>
                  <a:pt x="58337" y="16479"/>
                  <a:pt x="55192" y="13819"/>
                </a:cubicBezTo>
                <a:cubicBezTo>
                  <a:pt x="52048" y="11158"/>
                  <a:pt x="47645" y="9828"/>
                  <a:pt x="41984" y="9828"/>
                </a:cubicBezTo>
                <a:cubicBezTo>
                  <a:pt x="36548" y="9828"/>
                  <a:pt x="32145" y="10843"/>
                  <a:pt x="28776" y="12873"/>
                </a:cubicBezTo>
                <a:cubicBezTo>
                  <a:pt x="25406" y="14902"/>
                  <a:pt x="23407" y="17766"/>
                  <a:pt x="22778" y="21464"/>
                </a:cubicBezTo>
                <a:cubicBezTo>
                  <a:pt x="22374" y="24077"/>
                  <a:pt x="22654" y="26465"/>
                  <a:pt x="23620" y="28626"/>
                </a:cubicBezTo>
                <a:cubicBezTo>
                  <a:pt x="24586" y="30788"/>
                  <a:pt x="26507" y="32781"/>
                  <a:pt x="29382" y="34606"/>
                </a:cubicBezTo>
                <a:cubicBezTo>
                  <a:pt x="32257" y="36429"/>
                  <a:pt x="36391" y="38197"/>
                  <a:pt x="41782" y="39909"/>
                </a:cubicBezTo>
                <a:cubicBezTo>
                  <a:pt x="47712" y="41756"/>
                  <a:pt x="52587" y="43974"/>
                  <a:pt x="56406" y="46565"/>
                </a:cubicBezTo>
                <a:cubicBezTo>
                  <a:pt x="60224" y="49154"/>
                  <a:pt x="62931" y="52374"/>
                  <a:pt x="64526" y="56226"/>
                </a:cubicBezTo>
                <a:cubicBezTo>
                  <a:pt x="66121" y="60077"/>
                  <a:pt x="66469" y="64818"/>
                  <a:pt x="65571" y="70449"/>
                </a:cubicBezTo>
                <a:cubicBezTo>
                  <a:pt x="64762" y="75628"/>
                  <a:pt x="62897" y="79919"/>
                  <a:pt x="59977" y="83321"/>
                </a:cubicBezTo>
                <a:cubicBezTo>
                  <a:pt x="57057" y="86722"/>
                  <a:pt x="53227" y="89256"/>
                  <a:pt x="48487" y="90924"/>
                </a:cubicBezTo>
                <a:cubicBezTo>
                  <a:pt x="43747" y="92589"/>
                  <a:pt x="38255" y="93422"/>
                  <a:pt x="32010" y="93422"/>
                </a:cubicBezTo>
                <a:close/>
                <a:moveTo>
                  <a:pt x="95743" y="93422"/>
                </a:moveTo>
                <a:cubicBezTo>
                  <a:pt x="91385" y="93422"/>
                  <a:pt x="87779" y="92259"/>
                  <a:pt x="84927" y="89933"/>
                </a:cubicBezTo>
                <a:cubicBezTo>
                  <a:pt x="82074" y="87606"/>
                  <a:pt x="80131" y="84385"/>
                  <a:pt x="79097" y="80268"/>
                </a:cubicBezTo>
                <a:cubicBezTo>
                  <a:pt x="78064" y="76149"/>
                  <a:pt x="78109" y="71392"/>
                  <a:pt x="79232" y="65996"/>
                </a:cubicBezTo>
                <a:lnTo>
                  <a:pt x="87858" y="24401"/>
                </a:lnTo>
                <a:lnTo>
                  <a:pt x="99045" y="24401"/>
                </a:lnTo>
                <a:lnTo>
                  <a:pt x="90352" y="66576"/>
                </a:lnTo>
                <a:cubicBezTo>
                  <a:pt x="89318" y="71816"/>
                  <a:pt x="89565" y="76015"/>
                  <a:pt x="91093" y="79173"/>
                </a:cubicBezTo>
                <a:cubicBezTo>
                  <a:pt x="92620" y="82330"/>
                  <a:pt x="95338" y="83909"/>
                  <a:pt x="99247" y="83909"/>
                </a:cubicBezTo>
                <a:cubicBezTo>
                  <a:pt x="102122" y="83909"/>
                  <a:pt x="104773" y="83289"/>
                  <a:pt x="107199" y="82049"/>
                </a:cubicBezTo>
                <a:cubicBezTo>
                  <a:pt x="109625" y="80809"/>
                  <a:pt x="111838" y="79289"/>
                  <a:pt x="113837" y="77489"/>
                </a:cubicBezTo>
                <a:cubicBezTo>
                  <a:pt x="115836" y="75687"/>
                  <a:pt x="117622" y="73850"/>
                  <a:pt x="119195" y="71979"/>
                </a:cubicBezTo>
                <a:lnTo>
                  <a:pt x="128831" y="24401"/>
                </a:lnTo>
                <a:lnTo>
                  <a:pt x="140085" y="24401"/>
                </a:lnTo>
                <a:lnTo>
                  <a:pt x="126136" y="92140"/>
                </a:lnTo>
                <a:lnTo>
                  <a:pt x="115219" y="92140"/>
                </a:lnTo>
                <a:lnTo>
                  <a:pt x="117173" y="82290"/>
                </a:lnTo>
                <a:cubicBezTo>
                  <a:pt x="115511" y="84044"/>
                  <a:pt x="113657" y="85775"/>
                  <a:pt x="111613" y="87485"/>
                </a:cubicBezTo>
                <a:cubicBezTo>
                  <a:pt x="109569" y="89194"/>
                  <a:pt x="107255" y="90611"/>
                  <a:pt x="104672" y="91735"/>
                </a:cubicBezTo>
                <a:cubicBezTo>
                  <a:pt x="102089" y="92860"/>
                  <a:pt x="99112" y="93422"/>
                  <a:pt x="95743" y="93422"/>
                </a:cubicBezTo>
                <a:close/>
                <a:moveTo>
                  <a:pt x="145432" y="92140"/>
                </a:moveTo>
                <a:lnTo>
                  <a:pt x="157494" y="33510"/>
                </a:lnTo>
                <a:lnTo>
                  <a:pt x="146577" y="33510"/>
                </a:lnTo>
                <a:lnTo>
                  <a:pt x="148532" y="24401"/>
                </a:lnTo>
                <a:lnTo>
                  <a:pt x="159449" y="24401"/>
                </a:lnTo>
                <a:lnTo>
                  <a:pt x="160325" y="20804"/>
                </a:lnTo>
                <a:cubicBezTo>
                  <a:pt x="161133" y="17455"/>
                  <a:pt x="162043" y="14550"/>
                  <a:pt x="163054" y="12090"/>
                </a:cubicBezTo>
                <a:cubicBezTo>
                  <a:pt x="164065" y="9629"/>
                  <a:pt x="165390" y="7613"/>
                  <a:pt x="167030" y="6041"/>
                </a:cubicBezTo>
                <a:cubicBezTo>
                  <a:pt x="168670" y="4470"/>
                  <a:pt x="170860" y="3291"/>
                  <a:pt x="173601" y="2505"/>
                </a:cubicBezTo>
                <a:cubicBezTo>
                  <a:pt x="176341" y="1720"/>
                  <a:pt x="179801" y="1327"/>
                  <a:pt x="183979" y="1327"/>
                </a:cubicBezTo>
                <a:lnTo>
                  <a:pt x="191324" y="1327"/>
                </a:lnTo>
                <a:lnTo>
                  <a:pt x="189370" y="10165"/>
                </a:lnTo>
                <a:lnTo>
                  <a:pt x="183237" y="10165"/>
                </a:lnTo>
                <a:cubicBezTo>
                  <a:pt x="179284" y="10165"/>
                  <a:pt x="176600" y="11012"/>
                  <a:pt x="175184" y="12706"/>
                </a:cubicBezTo>
                <a:cubicBezTo>
                  <a:pt x="173769" y="14398"/>
                  <a:pt x="172545" y="17233"/>
                  <a:pt x="171512" y="21211"/>
                </a:cubicBezTo>
                <a:lnTo>
                  <a:pt x="170703" y="24401"/>
                </a:lnTo>
                <a:lnTo>
                  <a:pt x="185866" y="24401"/>
                </a:lnTo>
                <a:lnTo>
                  <a:pt x="183979" y="33510"/>
                </a:lnTo>
                <a:lnTo>
                  <a:pt x="168816" y="33510"/>
                </a:lnTo>
                <a:lnTo>
                  <a:pt x="156753" y="92140"/>
                </a:lnTo>
                <a:lnTo>
                  <a:pt x="145432" y="92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f">
            <a:extLst xmlns:a="http://schemas.openxmlformats.org/drawingml/2006/main">
              <a:ext uri="{FF2B5EF4-FFF2-40B4-BE49-F238E27FC236}">
                <a16:creationId xmlns:a16="http://schemas.microsoft.com/office/drawing/2014/main" id="{4951D075-6938-4DA2-8890-282A8880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831" y="3873844"/>
            <a:ext cx="45893" cy="90813"/>
          </a:xfrm>
          <a:custGeom xmlns:a="http://schemas.openxmlformats.org/drawingml/2006/main">
            <a:pathLst>
              <a:path w="45893" h="90813">
                <a:moveTo>
                  <a:pt x="0" y="90813"/>
                </a:moveTo>
                <a:lnTo>
                  <a:pt x="12063" y="32183"/>
                </a:lnTo>
                <a:lnTo>
                  <a:pt x="1146" y="32183"/>
                </a:lnTo>
                <a:lnTo>
                  <a:pt x="3100" y="23074"/>
                </a:lnTo>
                <a:lnTo>
                  <a:pt x="14017" y="23074"/>
                </a:lnTo>
                <a:lnTo>
                  <a:pt x="14893" y="19477"/>
                </a:lnTo>
                <a:cubicBezTo>
                  <a:pt x="15702" y="16128"/>
                  <a:pt x="16612" y="13223"/>
                  <a:pt x="17623" y="10763"/>
                </a:cubicBezTo>
                <a:cubicBezTo>
                  <a:pt x="18633" y="8302"/>
                  <a:pt x="19959" y="6286"/>
                  <a:pt x="21599" y="4714"/>
                </a:cubicBezTo>
                <a:cubicBezTo>
                  <a:pt x="23238" y="3143"/>
                  <a:pt x="25429" y="1964"/>
                  <a:pt x="28169" y="1179"/>
                </a:cubicBezTo>
                <a:cubicBezTo>
                  <a:pt x="30910" y="393"/>
                  <a:pt x="34369" y="0"/>
                  <a:pt x="38547" y="0"/>
                </a:cubicBezTo>
                <a:lnTo>
                  <a:pt x="45893" y="0"/>
                </a:lnTo>
                <a:lnTo>
                  <a:pt x="43938" y="8838"/>
                </a:lnTo>
                <a:lnTo>
                  <a:pt x="37806" y="8838"/>
                </a:lnTo>
                <a:cubicBezTo>
                  <a:pt x="33852" y="8838"/>
                  <a:pt x="31168" y="9685"/>
                  <a:pt x="29753" y="11379"/>
                </a:cubicBezTo>
                <a:cubicBezTo>
                  <a:pt x="28338" y="13071"/>
                  <a:pt x="27113" y="15907"/>
                  <a:pt x="26080" y="19884"/>
                </a:cubicBezTo>
                <a:lnTo>
                  <a:pt x="25271" y="23074"/>
                </a:lnTo>
                <a:lnTo>
                  <a:pt x="40434" y="23074"/>
                </a:lnTo>
                <a:lnTo>
                  <a:pt x="38547" y="32183"/>
                </a:lnTo>
                <a:lnTo>
                  <a:pt x="23384" y="32183"/>
                </a:lnTo>
                <a:lnTo>
                  <a:pt x="11322" y="90813"/>
                </a:lnTo>
                <a:lnTo>
                  <a:pt x="0" y="908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icient">
            <a:extLst xmlns:a="http://schemas.openxmlformats.org/drawingml/2006/main">
              <a:ext uri="{FF2B5EF4-FFF2-40B4-BE49-F238E27FC236}">
                <a16:creationId xmlns:a16="http://schemas.microsoft.com/office/drawing/2014/main" id="{B4BCF6E8-944D-49E3-AB0A-1DDCC023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374" y="3871415"/>
            <a:ext cx="303607" cy="94524"/>
          </a:xfrm>
          <a:custGeom xmlns:a="http://schemas.openxmlformats.org/drawingml/2006/main">
            <a:pathLst>
              <a:path w="303607" h="94524">
                <a:moveTo>
                  <a:pt x="0" y="93242"/>
                </a:moveTo>
                <a:lnTo>
                  <a:pt x="13950" y="25503"/>
                </a:lnTo>
                <a:lnTo>
                  <a:pt x="25271" y="25503"/>
                </a:lnTo>
                <a:lnTo>
                  <a:pt x="11322" y="93242"/>
                </a:lnTo>
                <a:lnTo>
                  <a:pt x="0" y="93242"/>
                </a:lnTo>
                <a:moveTo>
                  <a:pt x="22778" y="13089"/>
                </a:moveTo>
                <a:cubicBezTo>
                  <a:pt x="20666" y="13089"/>
                  <a:pt x="18970" y="12459"/>
                  <a:pt x="17690" y="11200"/>
                </a:cubicBezTo>
                <a:cubicBezTo>
                  <a:pt x="16409" y="9940"/>
                  <a:pt x="15769" y="8389"/>
                  <a:pt x="15769" y="6544"/>
                </a:cubicBezTo>
                <a:cubicBezTo>
                  <a:pt x="15769" y="4745"/>
                  <a:pt x="16409" y="3205"/>
                  <a:pt x="17690" y="1923"/>
                </a:cubicBezTo>
                <a:cubicBezTo>
                  <a:pt x="18970" y="641"/>
                  <a:pt x="20666" y="0"/>
                  <a:pt x="22778" y="0"/>
                </a:cubicBezTo>
                <a:cubicBezTo>
                  <a:pt x="24889" y="0"/>
                  <a:pt x="26574" y="641"/>
                  <a:pt x="27832" y="1923"/>
                </a:cubicBezTo>
                <a:cubicBezTo>
                  <a:pt x="29090" y="3205"/>
                  <a:pt x="29719" y="4745"/>
                  <a:pt x="29719" y="6544"/>
                </a:cubicBezTo>
                <a:cubicBezTo>
                  <a:pt x="29719" y="8389"/>
                  <a:pt x="29090" y="9940"/>
                  <a:pt x="27832" y="11200"/>
                </a:cubicBezTo>
                <a:cubicBezTo>
                  <a:pt x="26574" y="12459"/>
                  <a:pt x="24889" y="13089"/>
                  <a:pt x="22778" y="13089"/>
                </a:cubicBezTo>
                <a:close/>
                <a:moveTo>
                  <a:pt x="58070" y="94524"/>
                </a:moveTo>
                <a:cubicBezTo>
                  <a:pt x="52319" y="94524"/>
                  <a:pt x="47366" y="93052"/>
                  <a:pt x="43210" y="90109"/>
                </a:cubicBezTo>
                <a:cubicBezTo>
                  <a:pt x="39054" y="87164"/>
                  <a:pt x="36056" y="82933"/>
                  <a:pt x="34214" y="77416"/>
                </a:cubicBezTo>
                <a:cubicBezTo>
                  <a:pt x="32372" y="71899"/>
                  <a:pt x="32035" y="65270"/>
                  <a:pt x="33203" y="57528"/>
                </a:cubicBezTo>
                <a:cubicBezTo>
                  <a:pt x="35045" y="46123"/>
                  <a:pt x="38807" y="37743"/>
                  <a:pt x="44491" y="32389"/>
                </a:cubicBezTo>
                <a:cubicBezTo>
                  <a:pt x="50174" y="27034"/>
                  <a:pt x="57373" y="24356"/>
                  <a:pt x="66089" y="24356"/>
                </a:cubicBezTo>
                <a:cubicBezTo>
                  <a:pt x="70986" y="24356"/>
                  <a:pt x="75243" y="25318"/>
                  <a:pt x="78859" y="27243"/>
                </a:cubicBezTo>
                <a:cubicBezTo>
                  <a:pt x="82476" y="29167"/>
                  <a:pt x="85239" y="31902"/>
                  <a:pt x="87148" y="35449"/>
                </a:cubicBezTo>
                <a:cubicBezTo>
                  <a:pt x="89058" y="38995"/>
                  <a:pt x="89900" y="43156"/>
                  <a:pt x="89676" y="47930"/>
                </a:cubicBezTo>
                <a:lnTo>
                  <a:pt x="78556" y="47930"/>
                </a:lnTo>
                <a:cubicBezTo>
                  <a:pt x="78691" y="45192"/>
                  <a:pt x="78264" y="42713"/>
                  <a:pt x="77276" y="40494"/>
                </a:cubicBezTo>
                <a:cubicBezTo>
                  <a:pt x="76287" y="38275"/>
                  <a:pt x="74782" y="36492"/>
                  <a:pt x="72761" y="35147"/>
                </a:cubicBezTo>
                <a:cubicBezTo>
                  <a:pt x="70739" y="33801"/>
                  <a:pt x="68201" y="33127"/>
                  <a:pt x="65146" y="33127"/>
                </a:cubicBezTo>
                <a:cubicBezTo>
                  <a:pt x="59215" y="33127"/>
                  <a:pt x="54543" y="35411"/>
                  <a:pt x="51128" y="39980"/>
                </a:cubicBezTo>
                <a:cubicBezTo>
                  <a:pt x="47714" y="44546"/>
                  <a:pt x="45378" y="50858"/>
                  <a:pt x="44120" y="58915"/>
                </a:cubicBezTo>
                <a:cubicBezTo>
                  <a:pt x="42817" y="67440"/>
                  <a:pt x="43558" y="74033"/>
                  <a:pt x="46344" y="78694"/>
                </a:cubicBezTo>
                <a:cubicBezTo>
                  <a:pt x="49129" y="83355"/>
                  <a:pt x="53397" y="85686"/>
                  <a:pt x="59148" y="85686"/>
                </a:cubicBezTo>
                <a:cubicBezTo>
                  <a:pt x="63775" y="85686"/>
                  <a:pt x="67471" y="84353"/>
                  <a:pt x="70234" y="81688"/>
                </a:cubicBezTo>
                <a:cubicBezTo>
                  <a:pt x="72997" y="79022"/>
                  <a:pt x="74805" y="75187"/>
                  <a:pt x="75658" y="70185"/>
                </a:cubicBezTo>
                <a:lnTo>
                  <a:pt x="86778" y="70185"/>
                </a:lnTo>
                <a:cubicBezTo>
                  <a:pt x="85116" y="78483"/>
                  <a:pt x="81892" y="84614"/>
                  <a:pt x="77107" y="88578"/>
                </a:cubicBezTo>
                <a:cubicBezTo>
                  <a:pt x="72323" y="92542"/>
                  <a:pt x="65977" y="94524"/>
                  <a:pt x="58070" y="94524"/>
                </a:cubicBezTo>
                <a:close/>
                <a:moveTo>
                  <a:pt x="95589" y="93242"/>
                </a:moveTo>
                <a:lnTo>
                  <a:pt x="109539" y="25503"/>
                </a:lnTo>
                <a:lnTo>
                  <a:pt x="120860" y="25503"/>
                </a:lnTo>
                <a:lnTo>
                  <a:pt x="106911" y="93242"/>
                </a:lnTo>
                <a:lnTo>
                  <a:pt x="95589" y="93242"/>
                </a:lnTo>
                <a:moveTo>
                  <a:pt x="118367" y="13089"/>
                </a:moveTo>
                <a:cubicBezTo>
                  <a:pt x="116255" y="13089"/>
                  <a:pt x="114559" y="12459"/>
                  <a:pt x="113279" y="11200"/>
                </a:cubicBezTo>
                <a:cubicBezTo>
                  <a:pt x="111999" y="9940"/>
                  <a:pt x="111358" y="8389"/>
                  <a:pt x="111358" y="6544"/>
                </a:cubicBezTo>
                <a:cubicBezTo>
                  <a:pt x="111358" y="4745"/>
                  <a:pt x="111999" y="3205"/>
                  <a:pt x="113279" y="1923"/>
                </a:cubicBezTo>
                <a:cubicBezTo>
                  <a:pt x="114559" y="641"/>
                  <a:pt x="116255" y="0"/>
                  <a:pt x="118367" y="0"/>
                </a:cubicBezTo>
                <a:cubicBezTo>
                  <a:pt x="120479" y="0"/>
                  <a:pt x="122163" y="641"/>
                  <a:pt x="123421" y="1923"/>
                </a:cubicBezTo>
                <a:cubicBezTo>
                  <a:pt x="124679" y="3205"/>
                  <a:pt x="125308" y="4745"/>
                  <a:pt x="125308" y="6544"/>
                </a:cubicBezTo>
                <a:cubicBezTo>
                  <a:pt x="125308" y="8389"/>
                  <a:pt x="124679" y="9940"/>
                  <a:pt x="123421" y="11200"/>
                </a:cubicBezTo>
                <a:cubicBezTo>
                  <a:pt x="122163" y="12459"/>
                  <a:pt x="120479" y="13089"/>
                  <a:pt x="118367" y="13089"/>
                </a:cubicBezTo>
                <a:close/>
                <a:moveTo>
                  <a:pt x="153726" y="94524"/>
                </a:moveTo>
                <a:cubicBezTo>
                  <a:pt x="147077" y="94524"/>
                  <a:pt x="141731" y="92913"/>
                  <a:pt x="137687" y="89692"/>
                </a:cubicBezTo>
                <a:cubicBezTo>
                  <a:pt x="133644" y="86468"/>
                  <a:pt x="130903" y="82052"/>
                  <a:pt x="129466" y="76442"/>
                </a:cubicBezTo>
                <a:cubicBezTo>
                  <a:pt x="128028" y="70833"/>
                  <a:pt x="127826" y="64458"/>
                  <a:pt x="128859" y="57319"/>
                </a:cubicBezTo>
                <a:cubicBezTo>
                  <a:pt x="129803" y="51014"/>
                  <a:pt x="131611" y="45381"/>
                  <a:pt x="134284" y="40420"/>
                </a:cubicBezTo>
                <a:cubicBezTo>
                  <a:pt x="136957" y="35460"/>
                  <a:pt x="140518" y="31542"/>
                  <a:pt x="144965" y="28668"/>
                </a:cubicBezTo>
                <a:cubicBezTo>
                  <a:pt x="149413" y="25794"/>
                  <a:pt x="154692" y="24356"/>
                  <a:pt x="160802" y="24356"/>
                </a:cubicBezTo>
                <a:cubicBezTo>
                  <a:pt x="166777" y="24356"/>
                  <a:pt x="171674" y="25886"/>
                  <a:pt x="175493" y="28946"/>
                </a:cubicBezTo>
                <a:cubicBezTo>
                  <a:pt x="179312" y="32006"/>
                  <a:pt x="181929" y="36295"/>
                  <a:pt x="183344" y="41812"/>
                </a:cubicBezTo>
                <a:cubicBezTo>
                  <a:pt x="184759" y="47329"/>
                  <a:pt x="184793" y="53819"/>
                  <a:pt x="183445" y="61283"/>
                </a:cubicBezTo>
                <a:lnTo>
                  <a:pt x="139372" y="61283"/>
                </a:lnTo>
                <a:cubicBezTo>
                  <a:pt x="138833" y="65689"/>
                  <a:pt x="138912" y="69756"/>
                  <a:pt x="139608" y="73482"/>
                </a:cubicBezTo>
                <a:cubicBezTo>
                  <a:pt x="140304" y="77208"/>
                  <a:pt x="141854" y="80197"/>
                  <a:pt x="144258" y="82447"/>
                </a:cubicBezTo>
                <a:cubicBezTo>
                  <a:pt x="146661" y="84696"/>
                  <a:pt x="150087" y="85820"/>
                  <a:pt x="154535" y="85820"/>
                </a:cubicBezTo>
                <a:cubicBezTo>
                  <a:pt x="158713" y="85820"/>
                  <a:pt x="162240" y="84652"/>
                  <a:pt x="165115" y="82314"/>
                </a:cubicBezTo>
                <a:cubicBezTo>
                  <a:pt x="167990" y="79977"/>
                  <a:pt x="169945" y="76281"/>
                  <a:pt x="170978" y="71228"/>
                </a:cubicBezTo>
                <a:lnTo>
                  <a:pt x="182097" y="71228"/>
                </a:lnTo>
                <a:cubicBezTo>
                  <a:pt x="180525" y="78877"/>
                  <a:pt x="177301" y="84673"/>
                  <a:pt x="172427" y="88614"/>
                </a:cubicBezTo>
                <a:cubicBezTo>
                  <a:pt x="167552" y="92554"/>
                  <a:pt x="161319" y="94524"/>
                  <a:pt x="153726" y="94524"/>
                </a:cubicBezTo>
                <a:moveTo>
                  <a:pt x="140720" y="52984"/>
                </a:moveTo>
                <a:lnTo>
                  <a:pt x="173539" y="52984"/>
                </a:lnTo>
                <a:cubicBezTo>
                  <a:pt x="174033" y="49033"/>
                  <a:pt x="173842" y="45570"/>
                  <a:pt x="172966" y="42596"/>
                </a:cubicBezTo>
                <a:cubicBezTo>
                  <a:pt x="172090" y="39620"/>
                  <a:pt x="170585" y="37276"/>
                  <a:pt x="168451" y="35562"/>
                </a:cubicBezTo>
                <a:cubicBezTo>
                  <a:pt x="166317" y="33849"/>
                  <a:pt x="163610" y="32992"/>
                  <a:pt x="160330" y="32992"/>
                </a:cubicBezTo>
                <a:cubicBezTo>
                  <a:pt x="155164" y="32992"/>
                  <a:pt x="150929" y="34683"/>
                  <a:pt x="147627" y="38063"/>
                </a:cubicBezTo>
                <a:cubicBezTo>
                  <a:pt x="144325" y="41442"/>
                  <a:pt x="142023" y="46416"/>
                  <a:pt x="140720" y="52984"/>
                </a:cubicBezTo>
                <a:close/>
                <a:moveTo>
                  <a:pt x="191246" y="93242"/>
                </a:moveTo>
                <a:lnTo>
                  <a:pt x="205195" y="25503"/>
                </a:lnTo>
                <a:lnTo>
                  <a:pt x="216180" y="25503"/>
                </a:lnTo>
                <a:lnTo>
                  <a:pt x="214360" y="34881"/>
                </a:lnTo>
                <a:cubicBezTo>
                  <a:pt x="216876" y="32228"/>
                  <a:pt x="219785" y="29810"/>
                  <a:pt x="223087" y="27629"/>
                </a:cubicBezTo>
                <a:cubicBezTo>
                  <a:pt x="226390" y="25447"/>
                  <a:pt x="230579" y="24356"/>
                  <a:pt x="235656" y="24356"/>
                </a:cubicBezTo>
                <a:cubicBezTo>
                  <a:pt x="240058" y="24356"/>
                  <a:pt x="243686" y="25472"/>
                  <a:pt x="246539" y="27704"/>
                </a:cubicBezTo>
                <a:cubicBezTo>
                  <a:pt x="249392" y="29935"/>
                  <a:pt x="251324" y="33084"/>
                  <a:pt x="252335" y="37152"/>
                </a:cubicBezTo>
                <a:cubicBezTo>
                  <a:pt x="253346" y="41219"/>
                  <a:pt x="253267" y="46064"/>
                  <a:pt x="252099" y="51688"/>
                </a:cubicBezTo>
                <a:lnTo>
                  <a:pt x="243473" y="93242"/>
                </a:lnTo>
                <a:lnTo>
                  <a:pt x="232286" y="93242"/>
                </a:lnTo>
                <a:lnTo>
                  <a:pt x="240912" y="51116"/>
                </a:lnTo>
                <a:cubicBezTo>
                  <a:pt x="242080" y="45695"/>
                  <a:pt x="241945" y="41454"/>
                  <a:pt x="240508" y="38394"/>
                </a:cubicBezTo>
                <a:cubicBezTo>
                  <a:pt x="239070" y="35333"/>
                  <a:pt x="236330" y="33802"/>
                  <a:pt x="232286" y="33802"/>
                </a:cubicBezTo>
                <a:cubicBezTo>
                  <a:pt x="228198" y="33802"/>
                  <a:pt x="224469" y="34959"/>
                  <a:pt x="221099" y="37272"/>
                </a:cubicBezTo>
                <a:cubicBezTo>
                  <a:pt x="217730" y="39585"/>
                  <a:pt x="214832" y="42120"/>
                  <a:pt x="212406" y="44877"/>
                </a:cubicBezTo>
                <a:lnTo>
                  <a:pt x="202500" y="93242"/>
                </a:lnTo>
                <a:lnTo>
                  <a:pt x="191246" y="93242"/>
                </a:lnTo>
                <a:close/>
                <a:moveTo>
                  <a:pt x="283120" y="93242"/>
                </a:moveTo>
                <a:cubicBezTo>
                  <a:pt x="277864" y="93242"/>
                  <a:pt x="273910" y="92310"/>
                  <a:pt x="271260" y="90446"/>
                </a:cubicBezTo>
                <a:cubicBezTo>
                  <a:pt x="268609" y="88582"/>
                  <a:pt x="267014" y="85869"/>
                  <a:pt x="266475" y="82306"/>
                </a:cubicBezTo>
                <a:cubicBezTo>
                  <a:pt x="265936" y="78741"/>
                  <a:pt x="266183" y="74467"/>
                  <a:pt x="267216" y="69482"/>
                </a:cubicBezTo>
                <a:lnTo>
                  <a:pt x="274292" y="34612"/>
                </a:lnTo>
                <a:lnTo>
                  <a:pt x="263375" y="34612"/>
                </a:lnTo>
                <a:lnTo>
                  <a:pt x="265329" y="25503"/>
                </a:lnTo>
                <a:lnTo>
                  <a:pt x="276247" y="25503"/>
                </a:lnTo>
                <a:lnTo>
                  <a:pt x="279481" y="10458"/>
                </a:lnTo>
                <a:lnTo>
                  <a:pt x="290735" y="10458"/>
                </a:lnTo>
                <a:lnTo>
                  <a:pt x="287433" y="25503"/>
                </a:lnTo>
                <a:lnTo>
                  <a:pt x="303607" y="25503"/>
                </a:lnTo>
                <a:lnTo>
                  <a:pt x="301720" y="34612"/>
                </a:lnTo>
                <a:lnTo>
                  <a:pt x="285546" y="34612"/>
                </a:lnTo>
                <a:lnTo>
                  <a:pt x="278201" y="70912"/>
                </a:lnTo>
                <a:cubicBezTo>
                  <a:pt x="277302" y="75085"/>
                  <a:pt x="277257" y="78321"/>
                  <a:pt x="278066" y="80619"/>
                </a:cubicBezTo>
                <a:cubicBezTo>
                  <a:pt x="278875" y="82917"/>
                  <a:pt x="281211" y="84066"/>
                  <a:pt x="285075" y="84066"/>
                </a:cubicBezTo>
                <a:lnTo>
                  <a:pt x="291679" y="84066"/>
                </a:lnTo>
                <a:lnTo>
                  <a:pt x="289859" y="93242"/>
                </a:lnTo>
                <a:lnTo>
                  <a:pt x="283120" y="932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ADA6F-28DB-4353-9607-DA9B7464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48" y="4343691"/>
            <a:ext cx="5784692" cy="486196"/>
          </a:xfrm>
          <a:custGeom xmlns:a="http://schemas.openxmlformats.org/drawingml/2006/main">
            <a:pathLst>
              <a:path w="5784692" h="486196">
                <a:moveTo>
                  <a:pt x="5784692" y="0"/>
                </a:moveTo>
                <a:lnTo>
                  <a:pt x="5771034" y="0"/>
                </a:lnTo>
                <a:lnTo>
                  <a:pt x="5771034" y="438337"/>
                </a:lnTo>
                <a:lnTo>
                  <a:pt x="81946" y="438337"/>
                </a:lnTo>
                <a:lnTo>
                  <a:pt x="81946" y="404153"/>
                </a:lnTo>
                <a:lnTo>
                  <a:pt x="0" y="445174"/>
                </a:lnTo>
                <a:lnTo>
                  <a:pt x="81946" y="486196"/>
                </a:lnTo>
                <a:lnTo>
                  <a:pt x="81946" y="452011"/>
                </a:lnTo>
                <a:lnTo>
                  <a:pt x="5784692" y="452011"/>
                </a:lnTo>
                <a:lnTo>
                  <a:pt x="578469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LLMResponse">
            <a:extLst xmlns:a="http://schemas.openxmlformats.org/drawingml/2006/main">
              <a:ext uri="{FF2B5EF4-FFF2-40B4-BE49-F238E27FC236}">
                <a16:creationId xmlns:a16="http://schemas.microsoft.com/office/drawing/2014/main" id="{B9EC5267-5112-4B8C-9EEF-E967E078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500" y="4660529"/>
            <a:ext cx="798115" cy="114967"/>
          </a:xfrm>
          <a:custGeom xmlns:a="http://schemas.openxmlformats.org/drawingml/2006/main">
            <a:pathLst>
              <a:path w="798115" h="114967">
                <a:moveTo>
                  <a:pt x="12130" y="0"/>
                </a:moveTo>
                <a:lnTo>
                  <a:pt x="0" y="0"/>
                </a:lnTo>
                <a:lnTo>
                  <a:pt x="0" y="90813"/>
                </a:lnTo>
                <a:lnTo>
                  <a:pt x="54519" y="90813"/>
                </a:lnTo>
                <a:lnTo>
                  <a:pt x="54519" y="80355"/>
                </a:lnTo>
                <a:lnTo>
                  <a:pt x="12130" y="80355"/>
                </a:lnTo>
                <a:lnTo>
                  <a:pt x="12130" y="0"/>
                </a:lnTo>
                <a:close/>
                <a:moveTo>
                  <a:pt x="78709" y="0"/>
                </a:moveTo>
                <a:lnTo>
                  <a:pt x="66578" y="0"/>
                </a:lnTo>
                <a:lnTo>
                  <a:pt x="66578" y="90813"/>
                </a:lnTo>
                <a:lnTo>
                  <a:pt x="121097" y="90813"/>
                </a:lnTo>
                <a:lnTo>
                  <a:pt x="121097" y="80355"/>
                </a:lnTo>
                <a:lnTo>
                  <a:pt x="78709" y="80355"/>
                </a:lnTo>
                <a:lnTo>
                  <a:pt x="78709" y="0"/>
                </a:lnTo>
                <a:close/>
                <a:moveTo>
                  <a:pt x="144815" y="90813"/>
                </a:moveTo>
                <a:lnTo>
                  <a:pt x="144815" y="17183"/>
                </a:lnTo>
                <a:lnTo>
                  <a:pt x="171839" y="62206"/>
                </a:lnTo>
                <a:lnTo>
                  <a:pt x="179791" y="62206"/>
                </a:lnTo>
                <a:lnTo>
                  <a:pt x="206410" y="17178"/>
                </a:lnTo>
                <a:lnTo>
                  <a:pt x="206410" y="90813"/>
                </a:lnTo>
                <a:lnTo>
                  <a:pt x="218405" y="90813"/>
                </a:lnTo>
                <a:lnTo>
                  <a:pt x="218405" y="0"/>
                </a:lnTo>
                <a:lnTo>
                  <a:pt x="205399" y="0"/>
                </a:lnTo>
                <a:lnTo>
                  <a:pt x="176224" y="49335"/>
                </a:lnTo>
                <a:lnTo>
                  <a:pt x="146365" y="0"/>
                </a:lnTo>
                <a:lnTo>
                  <a:pt x="133157" y="0"/>
                </a:lnTo>
                <a:lnTo>
                  <a:pt x="133157" y="90813"/>
                </a:lnTo>
                <a:lnTo>
                  <a:pt x="144815" y="90813"/>
                </a:lnTo>
                <a:close/>
                <a:moveTo>
                  <a:pt x="296668" y="52359"/>
                </a:moveTo>
                <a:lnTo>
                  <a:pt x="297042" y="52368"/>
                </a:lnTo>
                <a:lnTo>
                  <a:pt x="297410" y="52384"/>
                </a:lnTo>
                <a:lnTo>
                  <a:pt x="297773" y="52406"/>
                </a:lnTo>
                <a:lnTo>
                  <a:pt x="298131" y="52433"/>
                </a:lnTo>
                <a:lnTo>
                  <a:pt x="298483" y="52468"/>
                </a:lnTo>
                <a:lnTo>
                  <a:pt x="298830" y="52508"/>
                </a:lnTo>
                <a:lnTo>
                  <a:pt x="299171" y="52555"/>
                </a:lnTo>
                <a:lnTo>
                  <a:pt x="299508" y="52607"/>
                </a:lnTo>
                <a:lnTo>
                  <a:pt x="299838" y="52666"/>
                </a:lnTo>
                <a:lnTo>
                  <a:pt x="300164" y="52731"/>
                </a:lnTo>
                <a:lnTo>
                  <a:pt x="300484" y="52803"/>
                </a:lnTo>
                <a:lnTo>
                  <a:pt x="300798" y="52880"/>
                </a:lnTo>
                <a:lnTo>
                  <a:pt x="301107" y="52964"/>
                </a:lnTo>
                <a:lnTo>
                  <a:pt x="301411" y="53054"/>
                </a:lnTo>
                <a:lnTo>
                  <a:pt x="301710" y="53151"/>
                </a:lnTo>
                <a:lnTo>
                  <a:pt x="302003" y="53253"/>
                </a:lnTo>
                <a:lnTo>
                  <a:pt x="302291" y="53362"/>
                </a:lnTo>
                <a:lnTo>
                  <a:pt x="302573" y="53476"/>
                </a:lnTo>
                <a:lnTo>
                  <a:pt x="302850" y="53598"/>
                </a:lnTo>
                <a:lnTo>
                  <a:pt x="303121" y="53725"/>
                </a:lnTo>
                <a:lnTo>
                  <a:pt x="303388" y="53858"/>
                </a:lnTo>
                <a:lnTo>
                  <a:pt x="303648" y="53998"/>
                </a:lnTo>
                <a:lnTo>
                  <a:pt x="303904" y="54144"/>
                </a:lnTo>
                <a:lnTo>
                  <a:pt x="304155" y="54296"/>
                </a:lnTo>
                <a:lnTo>
                  <a:pt x="304403" y="54456"/>
                </a:lnTo>
                <a:lnTo>
                  <a:pt x="304647" y="54623"/>
                </a:lnTo>
                <a:lnTo>
                  <a:pt x="304888" y="54798"/>
                </a:lnTo>
                <a:lnTo>
                  <a:pt x="305126" y="54980"/>
                </a:lnTo>
                <a:lnTo>
                  <a:pt x="305361" y="55168"/>
                </a:lnTo>
                <a:lnTo>
                  <a:pt x="305592" y="55365"/>
                </a:lnTo>
                <a:lnTo>
                  <a:pt x="305821" y="55568"/>
                </a:lnTo>
                <a:lnTo>
                  <a:pt x="306045" y="55779"/>
                </a:lnTo>
                <a:lnTo>
                  <a:pt x="306267" y="55997"/>
                </a:lnTo>
                <a:lnTo>
                  <a:pt x="306485" y="56222"/>
                </a:lnTo>
                <a:lnTo>
                  <a:pt x="306700" y="56455"/>
                </a:lnTo>
                <a:lnTo>
                  <a:pt x="306912" y="56694"/>
                </a:lnTo>
                <a:lnTo>
                  <a:pt x="307121" y="56941"/>
                </a:lnTo>
                <a:lnTo>
                  <a:pt x="307326" y="57196"/>
                </a:lnTo>
                <a:lnTo>
                  <a:pt x="307528" y="57457"/>
                </a:lnTo>
                <a:lnTo>
                  <a:pt x="307726" y="57726"/>
                </a:lnTo>
                <a:lnTo>
                  <a:pt x="307922" y="58002"/>
                </a:lnTo>
                <a:lnTo>
                  <a:pt x="308114" y="58286"/>
                </a:lnTo>
                <a:lnTo>
                  <a:pt x="308303" y="58576"/>
                </a:lnTo>
                <a:lnTo>
                  <a:pt x="308488" y="58874"/>
                </a:lnTo>
                <a:lnTo>
                  <a:pt x="308671" y="59179"/>
                </a:lnTo>
                <a:lnTo>
                  <a:pt x="308850" y="59492"/>
                </a:lnTo>
                <a:lnTo>
                  <a:pt x="309025" y="59811"/>
                </a:lnTo>
                <a:lnTo>
                  <a:pt x="309199" y="60139"/>
                </a:lnTo>
                <a:lnTo>
                  <a:pt x="309370" y="60474"/>
                </a:lnTo>
                <a:lnTo>
                  <a:pt x="309539" y="60818"/>
                </a:lnTo>
                <a:lnTo>
                  <a:pt x="309707" y="61171"/>
                </a:lnTo>
                <a:lnTo>
                  <a:pt x="309872" y="61532"/>
                </a:lnTo>
                <a:lnTo>
                  <a:pt x="310036" y="61901"/>
                </a:lnTo>
                <a:lnTo>
                  <a:pt x="310198" y="62278"/>
                </a:lnTo>
                <a:lnTo>
                  <a:pt x="310358" y="62664"/>
                </a:lnTo>
                <a:lnTo>
                  <a:pt x="310516" y="63058"/>
                </a:lnTo>
                <a:lnTo>
                  <a:pt x="310673" y="63460"/>
                </a:lnTo>
                <a:lnTo>
                  <a:pt x="310827" y="63871"/>
                </a:lnTo>
                <a:lnTo>
                  <a:pt x="310980" y="64289"/>
                </a:lnTo>
                <a:lnTo>
                  <a:pt x="311130" y="64717"/>
                </a:lnTo>
                <a:lnTo>
                  <a:pt x="311279" y="65152"/>
                </a:lnTo>
                <a:lnTo>
                  <a:pt x="311426" y="65596"/>
                </a:lnTo>
                <a:lnTo>
                  <a:pt x="311571" y="66048"/>
                </a:lnTo>
                <a:lnTo>
                  <a:pt x="311714" y="66509"/>
                </a:lnTo>
                <a:lnTo>
                  <a:pt x="311856" y="66978"/>
                </a:lnTo>
                <a:lnTo>
                  <a:pt x="311995" y="67455"/>
                </a:lnTo>
                <a:lnTo>
                  <a:pt x="312133" y="67940"/>
                </a:lnTo>
                <a:lnTo>
                  <a:pt x="312269" y="68434"/>
                </a:lnTo>
                <a:lnTo>
                  <a:pt x="312402" y="68936"/>
                </a:lnTo>
                <a:lnTo>
                  <a:pt x="312534" y="69447"/>
                </a:lnTo>
                <a:lnTo>
                  <a:pt x="312664" y="69965"/>
                </a:lnTo>
                <a:lnTo>
                  <a:pt x="317921" y="90813"/>
                </a:lnTo>
                <a:lnTo>
                  <a:pt x="330253" y="90813"/>
                </a:lnTo>
                <a:lnTo>
                  <a:pt x="324323" y="68076"/>
                </a:lnTo>
                <a:lnTo>
                  <a:pt x="324182" y="67524"/>
                </a:lnTo>
                <a:lnTo>
                  <a:pt x="324038" y="66979"/>
                </a:lnTo>
                <a:lnTo>
                  <a:pt x="323893" y="66442"/>
                </a:lnTo>
                <a:lnTo>
                  <a:pt x="323745" y="65913"/>
                </a:lnTo>
                <a:lnTo>
                  <a:pt x="323596" y="65393"/>
                </a:lnTo>
                <a:lnTo>
                  <a:pt x="323445" y="64880"/>
                </a:lnTo>
                <a:lnTo>
                  <a:pt x="323291" y="64375"/>
                </a:lnTo>
                <a:lnTo>
                  <a:pt x="323136" y="63878"/>
                </a:lnTo>
                <a:lnTo>
                  <a:pt x="322979" y="63389"/>
                </a:lnTo>
                <a:lnTo>
                  <a:pt x="322820" y="62908"/>
                </a:lnTo>
                <a:lnTo>
                  <a:pt x="322658" y="62435"/>
                </a:lnTo>
                <a:lnTo>
                  <a:pt x="322495" y="61970"/>
                </a:lnTo>
                <a:lnTo>
                  <a:pt x="322330" y="61513"/>
                </a:lnTo>
                <a:lnTo>
                  <a:pt x="322162" y="61064"/>
                </a:lnTo>
                <a:lnTo>
                  <a:pt x="321993" y="60623"/>
                </a:lnTo>
                <a:lnTo>
                  <a:pt x="321822" y="60190"/>
                </a:lnTo>
                <a:lnTo>
                  <a:pt x="321649" y="59765"/>
                </a:lnTo>
                <a:lnTo>
                  <a:pt x="321474" y="59347"/>
                </a:lnTo>
                <a:lnTo>
                  <a:pt x="321296" y="58938"/>
                </a:lnTo>
                <a:lnTo>
                  <a:pt x="321117" y="58537"/>
                </a:lnTo>
                <a:lnTo>
                  <a:pt x="320936" y="58143"/>
                </a:lnTo>
                <a:lnTo>
                  <a:pt x="320753" y="57758"/>
                </a:lnTo>
                <a:lnTo>
                  <a:pt x="320568" y="57381"/>
                </a:lnTo>
                <a:lnTo>
                  <a:pt x="320381" y="57011"/>
                </a:lnTo>
                <a:lnTo>
                  <a:pt x="320191" y="56649"/>
                </a:lnTo>
                <a:lnTo>
                  <a:pt x="319997" y="56294"/>
                </a:lnTo>
                <a:lnTo>
                  <a:pt x="319800" y="55946"/>
                </a:lnTo>
                <a:lnTo>
                  <a:pt x="319599" y="55605"/>
                </a:lnTo>
                <a:lnTo>
                  <a:pt x="319395" y="55270"/>
                </a:lnTo>
                <a:lnTo>
                  <a:pt x="319187" y="54943"/>
                </a:lnTo>
                <a:lnTo>
                  <a:pt x="318975" y="54622"/>
                </a:lnTo>
                <a:lnTo>
                  <a:pt x="318759" y="54309"/>
                </a:lnTo>
                <a:lnTo>
                  <a:pt x="318541" y="54002"/>
                </a:lnTo>
                <a:lnTo>
                  <a:pt x="318318" y="53702"/>
                </a:lnTo>
                <a:lnTo>
                  <a:pt x="318092" y="53409"/>
                </a:lnTo>
                <a:lnTo>
                  <a:pt x="317862" y="53123"/>
                </a:lnTo>
                <a:lnTo>
                  <a:pt x="317628" y="52844"/>
                </a:lnTo>
                <a:lnTo>
                  <a:pt x="317391" y="52572"/>
                </a:lnTo>
                <a:lnTo>
                  <a:pt x="317151" y="52307"/>
                </a:lnTo>
                <a:lnTo>
                  <a:pt x="316906" y="52049"/>
                </a:lnTo>
                <a:lnTo>
                  <a:pt x="316658" y="51797"/>
                </a:lnTo>
                <a:lnTo>
                  <a:pt x="316407" y="51553"/>
                </a:lnTo>
                <a:lnTo>
                  <a:pt x="316151" y="51315"/>
                </a:lnTo>
                <a:lnTo>
                  <a:pt x="315893" y="51084"/>
                </a:lnTo>
                <a:lnTo>
                  <a:pt x="315630" y="50861"/>
                </a:lnTo>
                <a:lnTo>
                  <a:pt x="315364" y="50644"/>
                </a:lnTo>
                <a:lnTo>
                  <a:pt x="315094" y="50434"/>
                </a:lnTo>
                <a:lnTo>
                  <a:pt x="314821" y="50231"/>
                </a:lnTo>
                <a:lnTo>
                  <a:pt x="314543" y="50034"/>
                </a:lnTo>
                <a:lnTo>
                  <a:pt x="314259" y="49843"/>
                </a:lnTo>
                <a:lnTo>
                  <a:pt x="313970" y="49658"/>
                </a:lnTo>
                <a:lnTo>
                  <a:pt x="313675" y="49478"/>
                </a:lnTo>
                <a:lnTo>
                  <a:pt x="313375" y="49304"/>
                </a:lnTo>
                <a:lnTo>
                  <a:pt x="313069" y="49136"/>
                </a:lnTo>
                <a:lnTo>
                  <a:pt x="312757" y="48974"/>
                </a:lnTo>
                <a:lnTo>
                  <a:pt x="312440" y="48818"/>
                </a:lnTo>
                <a:lnTo>
                  <a:pt x="312117" y="48667"/>
                </a:lnTo>
                <a:lnTo>
                  <a:pt x="311788" y="48522"/>
                </a:lnTo>
                <a:lnTo>
                  <a:pt x="311454" y="48382"/>
                </a:lnTo>
                <a:lnTo>
                  <a:pt x="311114" y="48249"/>
                </a:lnTo>
                <a:lnTo>
                  <a:pt x="310769" y="48121"/>
                </a:lnTo>
                <a:lnTo>
                  <a:pt x="310418" y="47999"/>
                </a:lnTo>
                <a:lnTo>
                  <a:pt x="310061" y="47882"/>
                </a:lnTo>
                <a:lnTo>
                  <a:pt x="309699" y="47772"/>
                </a:lnTo>
                <a:lnTo>
                  <a:pt x="309331" y="47667"/>
                </a:lnTo>
                <a:lnTo>
                  <a:pt x="308958" y="47568"/>
                </a:lnTo>
                <a:lnTo>
                  <a:pt x="308579" y="47474"/>
                </a:lnTo>
                <a:lnTo>
                  <a:pt x="308194" y="47387"/>
                </a:lnTo>
                <a:lnTo>
                  <a:pt x="307804" y="47305"/>
                </a:lnTo>
                <a:lnTo>
                  <a:pt x="307408" y="47228"/>
                </a:lnTo>
                <a:lnTo>
                  <a:pt x="307006" y="47158"/>
                </a:lnTo>
                <a:lnTo>
                  <a:pt x="306599" y="47093"/>
                </a:lnTo>
                <a:lnTo>
                  <a:pt x="307378" y="46907"/>
                </a:lnTo>
                <a:lnTo>
                  <a:pt x="308140" y="46706"/>
                </a:lnTo>
                <a:lnTo>
                  <a:pt x="308886" y="46492"/>
                </a:lnTo>
                <a:lnTo>
                  <a:pt x="309616" y="46265"/>
                </a:lnTo>
                <a:lnTo>
                  <a:pt x="310330" y="46024"/>
                </a:lnTo>
                <a:lnTo>
                  <a:pt x="311028" y="45769"/>
                </a:lnTo>
                <a:lnTo>
                  <a:pt x="311710" y="45501"/>
                </a:lnTo>
                <a:lnTo>
                  <a:pt x="312376" y="45219"/>
                </a:lnTo>
                <a:lnTo>
                  <a:pt x="313026" y="44924"/>
                </a:lnTo>
                <a:lnTo>
                  <a:pt x="313660" y="44615"/>
                </a:lnTo>
                <a:lnTo>
                  <a:pt x="314278" y="44292"/>
                </a:lnTo>
                <a:lnTo>
                  <a:pt x="314880" y="43956"/>
                </a:lnTo>
                <a:lnTo>
                  <a:pt x="315466" y="43606"/>
                </a:lnTo>
                <a:lnTo>
                  <a:pt x="316036" y="43243"/>
                </a:lnTo>
                <a:lnTo>
                  <a:pt x="316589" y="42866"/>
                </a:lnTo>
                <a:lnTo>
                  <a:pt x="317127" y="42475"/>
                </a:lnTo>
                <a:lnTo>
                  <a:pt x="317649" y="42071"/>
                </a:lnTo>
                <a:lnTo>
                  <a:pt x="318155" y="41654"/>
                </a:lnTo>
                <a:lnTo>
                  <a:pt x="318644" y="41222"/>
                </a:lnTo>
                <a:lnTo>
                  <a:pt x="319118" y="40777"/>
                </a:lnTo>
                <a:lnTo>
                  <a:pt x="319576" y="40319"/>
                </a:lnTo>
                <a:lnTo>
                  <a:pt x="320017" y="39847"/>
                </a:lnTo>
                <a:lnTo>
                  <a:pt x="320443" y="39361"/>
                </a:lnTo>
                <a:lnTo>
                  <a:pt x="320852" y="38862"/>
                </a:lnTo>
                <a:lnTo>
                  <a:pt x="321245" y="38352"/>
                </a:lnTo>
                <a:lnTo>
                  <a:pt x="321622" y="37832"/>
                </a:lnTo>
                <a:lnTo>
                  <a:pt x="321982" y="37304"/>
                </a:lnTo>
                <a:lnTo>
                  <a:pt x="322325" y="36767"/>
                </a:lnTo>
                <a:lnTo>
                  <a:pt x="322651" y="36221"/>
                </a:lnTo>
                <a:lnTo>
                  <a:pt x="322960" y="35666"/>
                </a:lnTo>
                <a:lnTo>
                  <a:pt x="323253" y="35102"/>
                </a:lnTo>
                <a:lnTo>
                  <a:pt x="323529" y="34529"/>
                </a:lnTo>
                <a:lnTo>
                  <a:pt x="323789" y="33947"/>
                </a:lnTo>
                <a:lnTo>
                  <a:pt x="324031" y="33357"/>
                </a:lnTo>
                <a:lnTo>
                  <a:pt x="324257" y="32757"/>
                </a:lnTo>
                <a:lnTo>
                  <a:pt x="324466" y="32149"/>
                </a:lnTo>
                <a:lnTo>
                  <a:pt x="324659" y="31532"/>
                </a:lnTo>
                <a:lnTo>
                  <a:pt x="324834" y="30905"/>
                </a:lnTo>
                <a:lnTo>
                  <a:pt x="324993" y="30270"/>
                </a:lnTo>
                <a:lnTo>
                  <a:pt x="325135" y="29626"/>
                </a:lnTo>
                <a:lnTo>
                  <a:pt x="325261" y="28973"/>
                </a:lnTo>
                <a:lnTo>
                  <a:pt x="325370" y="28312"/>
                </a:lnTo>
                <a:lnTo>
                  <a:pt x="325462" y="27641"/>
                </a:lnTo>
                <a:lnTo>
                  <a:pt x="325537" y="26961"/>
                </a:lnTo>
                <a:lnTo>
                  <a:pt x="325595" y="26273"/>
                </a:lnTo>
                <a:lnTo>
                  <a:pt x="325637" y="25575"/>
                </a:lnTo>
                <a:lnTo>
                  <a:pt x="325662" y="24869"/>
                </a:lnTo>
                <a:lnTo>
                  <a:pt x="325671" y="24154"/>
                </a:lnTo>
                <a:lnTo>
                  <a:pt x="325664" y="23451"/>
                </a:lnTo>
                <a:lnTo>
                  <a:pt x="325644" y="22759"/>
                </a:lnTo>
                <a:lnTo>
                  <a:pt x="325610" y="22078"/>
                </a:lnTo>
                <a:lnTo>
                  <a:pt x="325562" y="21408"/>
                </a:lnTo>
                <a:lnTo>
                  <a:pt x="325501" y="20749"/>
                </a:lnTo>
                <a:lnTo>
                  <a:pt x="325426" y="20102"/>
                </a:lnTo>
                <a:lnTo>
                  <a:pt x="325338" y="19465"/>
                </a:lnTo>
                <a:lnTo>
                  <a:pt x="325236" y="18839"/>
                </a:lnTo>
                <a:lnTo>
                  <a:pt x="325121" y="18224"/>
                </a:lnTo>
                <a:lnTo>
                  <a:pt x="324992" y="17620"/>
                </a:lnTo>
                <a:lnTo>
                  <a:pt x="324850" y="17027"/>
                </a:lnTo>
                <a:lnTo>
                  <a:pt x="324694" y="16446"/>
                </a:lnTo>
                <a:lnTo>
                  <a:pt x="324524" y="15875"/>
                </a:lnTo>
                <a:lnTo>
                  <a:pt x="324341" y="15315"/>
                </a:lnTo>
                <a:lnTo>
                  <a:pt x="324144" y="14766"/>
                </a:lnTo>
                <a:lnTo>
                  <a:pt x="323934" y="14228"/>
                </a:lnTo>
                <a:lnTo>
                  <a:pt x="323710" y="13702"/>
                </a:lnTo>
                <a:lnTo>
                  <a:pt x="323472" y="13186"/>
                </a:lnTo>
                <a:lnTo>
                  <a:pt x="323221" y="12681"/>
                </a:lnTo>
                <a:lnTo>
                  <a:pt x="322956" y="12188"/>
                </a:lnTo>
                <a:lnTo>
                  <a:pt x="322678" y="11705"/>
                </a:lnTo>
                <a:lnTo>
                  <a:pt x="322386" y="11233"/>
                </a:lnTo>
                <a:lnTo>
                  <a:pt x="322081" y="10772"/>
                </a:lnTo>
                <a:lnTo>
                  <a:pt x="321762" y="10323"/>
                </a:lnTo>
                <a:lnTo>
                  <a:pt x="321432" y="9883"/>
                </a:lnTo>
                <a:lnTo>
                  <a:pt x="321093" y="9454"/>
                </a:lnTo>
                <a:lnTo>
                  <a:pt x="320745" y="9035"/>
                </a:lnTo>
                <a:lnTo>
                  <a:pt x="320389" y="8625"/>
                </a:lnTo>
                <a:lnTo>
                  <a:pt x="320024" y="8225"/>
                </a:lnTo>
                <a:lnTo>
                  <a:pt x="319650" y="7835"/>
                </a:lnTo>
                <a:lnTo>
                  <a:pt x="319267" y="7455"/>
                </a:lnTo>
                <a:lnTo>
                  <a:pt x="318876" y="7084"/>
                </a:lnTo>
                <a:lnTo>
                  <a:pt x="318475" y="6724"/>
                </a:lnTo>
                <a:lnTo>
                  <a:pt x="318066" y="6373"/>
                </a:lnTo>
                <a:lnTo>
                  <a:pt x="317648" y="6032"/>
                </a:lnTo>
                <a:lnTo>
                  <a:pt x="317222" y="5701"/>
                </a:lnTo>
                <a:lnTo>
                  <a:pt x="316786" y="5380"/>
                </a:lnTo>
                <a:lnTo>
                  <a:pt x="316342" y="5069"/>
                </a:lnTo>
                <a:lnTo>
                  <a:pt x="315889" y="4767"/>
                </a:lnTo>
                <a:lnTo>
                  <a:pt x="315427" y="4475"/>
                </a:lnTo>
                <a:lnTo>
                  <a:pt x="314957" y="4194"/>
                </a:lnTo>
                <a:lnTo>
                  <a:pt x="314478" y="3922"/>
                </a:lnTo>
                <a:lnTo>
                  <a:pt x="313990" y="3659"/>
                </a:lnTo>
                <a:lnTo>
                  <a:pt x="313493" y="3407"/>
                </a:lnTo>
                <a:lnTo>
                  <a:pt x="312987" y="3165"/>
                </a:lnTo>
                <a:lnTo>
                  <a:pt x="312473" y="2932"/>
                </a:lnTo>
                <a:lnTo>
                  <a:pt x="311950" y="2709"/>
                </a:lnTo>
                <a:lnTo>
                  <a:pt x="311418" y="2496"/>
                </a:lnTo>
                <a:lnTo>
                  <a:pt x="310879" y="2293"/>
                </a:lnTo>
                <a:lnTo>
                  <a:pt x="310335" y="2098"/>
                </a:lnTo>
                <a:lnTo>
                  <a:pt x="309787" y="1911"/>
                </a:lnTo>
                <a:lnTo>
                  <a:pt x="309234" y="1734"/>
                </a:lnTo>
                <a:lnTo>
                  <a:pt x="308676" y="1565"/>
                </a:lnTo>
                <a:lnTo>
                  <a:pt x="308113" y="1404"/>
                </a:lnTo>
                <a:lnTo>
                  <a:pt x="307546" y="1253"/>
                </a:lnTo>
                <a:lnTo>
                  <a:pt x="306974" y="1109"/>
                </a:lnTo>
                <a:lnTo>
                  <a:pt x="306397" y="975"/>
                </a:lnTo>
                <a:lnTo>
                  <a:pt x="305815" y="849"/>
                </a:lnTo>
                <a:lnTo>
                  <a:pt x="305228" y="732"/>
                </a:lnTo>
                <a:lnTo>
                  <a:pt x="304637" y="624"/>
                </a:lnTo>
                <a:lnTo>
                  <a:pt x="304040" y="524"/>
                </a:lnTo>
                <a:lnTo>
                  <a:pt x="303439" y="433"/>
                </a:lnTo>
                <a:lnTo>
                  <a:pt x="302833" y="351"/>
                </a:lnTo>
                <a:lnTo>
                  <a:pt x="302223" y="277"/>
                </a:lnTo>
                <a:lnTo>
                  <a:pt x="301607" y="212"/>
                </a:lnTo>
                <a:lnTo>
                  <a:pt x="300987" y="156"/>
                </a:lnTo>
                <a:lnTo>
                  <a:pt x="300362" y="108"/>
                </a:lnTo>
                <a:lnTo>
                  <a:pt x="299732" y="69"/>
                </a:lnTo>
                <a:lnTo>
                  <a:pt x="299097" y="39"/>
                </a:lnTo>
                <a:lnTo>
                  <a:pt x="298458" y="17"/>
                </a:lnTo>
                <a:lnTo>
                  <a:pt x="297814" y="4"/>
                </a:lnTo>
                <a:lnTo>
                  <a:pt x="297165" y="0"/>
                </a:lnTo>
                <a:lnTo>
                  <a:pt x="262863" y="0"/>
                </a:lnTo>
                <a:lnTo>
                  <a:pt x="262863" y="90813"/>
                </a:lnTo>
                <a:lnTo>
                  <a:pt x="274993" y="90813"/>
                </a:lnTo>
                <a:lnTo>
                  <a:pt x="274993" y="52356"/>
                </a:lnTo>
                <a:lnTo>
                  <a:pt x="296289" y="52356"/>
                </a:lnTo>
                <a:lnTo>
                  <a:pt x="296668" y="52359"/>
                </a:lnTo>
                <a:close/>
                <a:moveTo>
                  <a:pt x="297406" y="10150"/>
                </a:moveTo>
                <a:lnTo>
                  <a:pt x="298079" y="10187"/>
                </a:lnTo>
                <a:lnTo>
                  <a:pt x="298738" y="10238"/>
                </a:lnTo>
                <a:lnTo>
                  <a:pt x="299383" y="10305"/>
                </a:lnTo>
                <a:lnTo>
                  <a:pt x="300014" y="10386"/>
                </a:lnTo>
                <a:lnTo>
                  <a:pt x="300631" y="10482"/>
                </a:lnTo>
                <a:lnTo>
                  <a:pt x="301234" y="10593"/>
                </a:lnTo>
                <a:lnTo>
                  <a:pt x="301824" y="10718"/>
                </a:lnTo>
                <a:lnTo>
                  <a:pt x="302399" y="10858"/>
                </a:lnTo>
                <a:lnTo>
                  <a:pt x="302960" y="11013"/>
                </a:lnTo>
                <a:lnTo>
                  <a:pt x="303508" y="11183"/>
                </a:lnTo>
                <a:lnTo>
                  <a:pt x="304041" y="11367"/>
                </a:lnTo>
                <a:lnTo>
                  <a:pt x="304561" y="11567"/>
                </a:lnTo>
                <a:lnTo>
                  <a:pt x="305067" y="11781"/>
                </a:lnTo>
                <a:lnTo>
                  <a:pt x="305559" y="12009"/>
                </a:lnTo>
                <a:lnTo>
                  <a:pt x="306036" y="12253"/>
                </a:lnTo>
                <a:lnTo>
                  <a:pt x="306500" y="12511"/>
                </a:lnTo>
                <a:lnTo>
                  <a:pt x="306950" y="12784"/>
                </a:lnTo>
                <a:lnTo>
                  <a:pt x="307386" y="13072"/>
                </a:lnTo>
                <a:lnTo>
                  <a:pt x="307809" y="13375"/>
                </a:lnTo>
                <a:lnTo>
                  <a:pt x="308217" y="13692"/>
                </a:lnTo>
                <a:lnTo>
                  <a:pt x="308611" y="14024"/>
                </a:lnTo>
                <a:lnTo>
                  <a:pt x="308992" y="14371"/>
                </a:lnTo>
                <a:lnTo>
                  <a:pt x="309357" y="14731"/>
                </a:lnTo>
                <a:lnTo>
                  <a:pt x="309707" y="15103"/>
                </a:lnTo>
                <a:lnTo>
                  <a:pt x="310042" y="15486"/>
                </a:lnTo>
                <a:lnTo>
                  <a:pt x="310361" y="15881"/>
                </a:lnTo>
                <a:lnTo>
                  <a:pt x="310664" y="16288"/>
                </a:lnTo>
                <a:lnTo>
                  <a:pt x="310952" y="16707"/>
                </a:lnTo>
                <a:lnTo>
                  <a:pt x="311225" y="17137"/>
                </a:lnTo>
                <a:lnTo>
                  <a:pt x="311481" y="17579"/>
                </a:lnTo>
                <a:lnTo>
                  <a:pt x="311723" y="18033"/>
                </a:lnTo>
                <a:lnTo>
                  <a:pt x="311948" y="18499"/>
                </a:lnTo>
                <a:lnTo>
                  <a:pt x="312158" y="18976"/>
                </a:lnTo>
                <a:lnTo>
                  <a:pt x="312353" y="19465"/>
                </a:lnTo>
                <a:lnTo>
                  <a:pt x="312532" y="19965"/>
                </a:lnTo>
                <a:lnTo>
                  <a:pt x="312695" y="20478"/>
                </a:lnTo>
                <a:lnTo>
                  <a:pt x="312843" y="21002"/>
                </a:lnTo>
                <a:lnTo>
                  <a:pt x="312975" y="21538"/>
                </a:lnTo>
                <a:lnTo>
                  <a:pt x="313092" y="22085"/>
                </a:lnTo>
                <a:lnTo>
                  <a:pt x="313193" y="22644"/>
                </a:lnTo>
                <a:lnTo>
                  <a:pt x="313279" y="23215"/>
                </a:lnTo>
                <a:lnTo>
                  <a:pt x="313349" y="23798"/>
                </a:lnTo>
                <a:lnTo>
                  <a:pt x="313403" y="24392"/>
                </a:lnTo>
                <a:lnTo>
                  <a:pt x="313442" y="24998"/>
                </a:lnTo>
                <a:lnTo>
                  <a:pt x="313465" y="25616"/>
                </a:lnTo>
                <a:lnTo>
                  <a:pt x="313473" y="26245"/>
                </a:lnTo>
                <a:lnTo>
                  <a:pt x="313469" y="26665"/>
                </a:lnTo>
                <a:lnTo>
                  <a:pt x="313456" y="27078"/>
                </a:lnTo>
                <a:lnTo>
                  <a:pt x="313436" y="27487"/>
                </a:lnTo>
                <a:lnTo>
                  <a:pt x="313407" y="27891"/>
                </a:lnTo>
                <a:lnTo>
                  <a:pt x="313369" y="28289"/>
                </a:lnTo>
                <a:lnTo>
                  <a:pt x="313324" y="28683"/>
                </a:lnTo>
                <a:lnTo>
                  <a:pt x="313270" y="29071"/>
                </a:lnTo>
                <a:lnTo>
                  <a:pt x="313207" y="29454"/>
                </a:lnTo>
                <a:lnTo>
                  <a:pt x="313137" y="29832"/>
                </a:lnTo>
                <a:lnTo>
                  <a:pt x="313058" y="30205"/>
                </a:lnTo>
                <a:lnTo>
                  <a:pt x="312971" y="30572"/>
                </a:lnTo>
                <a:lnTo>
                  <a:pt x="312875" y="30935"/>
                </a:lnTo>
                <a:lnTo>
                  <a:pt x="312771" y="31292"/>
                </a:lnTo>
                <a:lnTo>
                  <a:pt x="312659" y="31644"/>
                </a:lnTo>
                <a:lnTo>
                  <a:pt x="312539" y="31991"/>
                </a:lnTo>
                <a:lnTo>
                  <a:pt x="312410" y="32333"/>
                </a:lnTo>
                <a:lnTo>
                  <a:pt x="312273" y="32669"/>
                </a:lnTo>
                <a:lnTo>
                  <a:pt x="312127" y="33001"/>
                </a:lnTo>
                <a:lnTo>
                  <a:pt x="311974" y="33327"/>
                </a:lnTo>
                <a:lnTo>
                  <a:pt x="311812" y="33648"/>
                </a:lnTo>
                <a:lnTo>
                  <a:pt x="311641" y="33964"/>
                </a:lnTo>
                <a:lnTo>
                  <a:pt x="311463" y="34275"/>
                </a:lnTo>
                <a:lnTo>
                  <a:pt x="311276" y="34581"/>
                </a:lnTo>
                <a:lnTo>
                  <a:pt x="311081" y="34881"/>
                </a:lnTo>
                <a:lnTo>
                  <a:pt x="310879" y="35176"/>
                </a:lnTo>
                <a:lnTo>
                  <a:pt x="310671" y="35466"/>
                </a:lnTo>
                <a:lnTo>
                  <a:pt x="310457" y="35749"/>
                </a:lnTo>
                <a:lnTo>
                  <a:pt x="310237" y="36027"/>
                </a:lnTo>
                <a:lnTo>
                  <a:pt x="310012" y="36298"/>
                </a:lnTo>
                <a:lnTo>
                  <a:pt x="309781" y="36564"/>
                </a:lnTo>
                <a:lnTo>
                  <a:pt x="309545" y="36824"/>
                </a:lnTo>
                <a:lnTo>
                  <a:pt x="309302" y="37078"/>
                </a:lnTo>
                <a:lnTo>
                  <a:pt x="309054" y="37326"/>
                </a:lnTo>
                <a:lnTo>
                  <a:pt x="308800" y="37568"/>
                </a:lnTo>
                <a:lnTo>
                  <a:pt x="308541" y="37805"/>
                </a:lnTo>
                <a:lnTo>
                  <a:pt x="308276" y="38036"/>
                </a:lnTo>
                <a:lnTo>
                  <a:pt x="308005" y="38260"/>
                </a:lnTo>
                <a:lnTo>
                  <a:pt x="307728" y="38479"/>
                </a:lnTo>
                <a:lnTo>
                  <a:pt x="307445" y="38692"/>
                </a:lnTo>
                <a:lnTo>
                  <a:pt x="307157" y="38900"/>
                </a:lnTo>
                <a:lnTo>
                  <a:pt x="306863" y="39101"/>
                </a:lnTo>
                <a:lnTo>
                  <a:pt x="306564" y="39296"/>
                </a:lnTo>
                <a:lnTo>
                  <a:pt x="306258" y="39486"/>
                </a:lnTo>
                <a:lnTo>
                  <a:pt x="305947" y="39670"/>
                </a:lnTo>
                <a:lnTo>
                  <a:pt x="305630" y="39848"/>
                </a:lnTo>
                <a:lnTo>
                  <a:pt x="305307" y="40020"/>
                </a:lnTo>
                <a:lnTo>
                  <a:pt x="304979" y="40186"/>
                </a:lnTo>
                <a:lnTo>
                  <a:pt x="304645" y="40346"/>
                </a:lnTo>
                <a:lnTo>
                  <a:pt x="304306" y="40501"/>
                </a:lnTo>
                <a:lnTo>
                  <a:pt x="303965" y="40648"/>
                </a:lnTo>
                <a:lnTo>
                  <a:pt x="303619" y="40789"/>
                </a:lnTo>
                <a:lnTo>
                  <a:pt x="303271" y="40924"/>
                </a:lnTo>
                <a:lnTo>
                  <a:pt x="302919" y="41052"/>
                </a:lnTo>
                <a:lnTo>
                  <a:pt x="302564" y="41173"/>
                </a:lnTo>
                <a:lnTo>
                  <a:pt x="302206" y="41288"/>
                </a:lnTo>
                <a:lnTo>
                  <a:pt x="301845" y="41396"/>
                </a:lnTo>
                <a:lnTo>
                  <a:pt x="301480" y="41498"/>
                </a:lnTo>
                <a:lnTo>
                  <a:pt x="301112" y="41593"/>
                </a:lnTo>
                <a:lnTo>
                  <a:pt x="300740" y="41681"/>
                </a:lnTo>
                <a:lnTo>
                  <a:pt x="300366" y="41763"/>
                </a:lnTo>
                <a:lnTo>
                  <a:pt x="299988" y="41839"/>
                </a:lnTo>
                <a:lnTo>
                  <a:pt x="299607" y="41908"/>
                </a:lnTo>
                <a:lnTo>
                  <a:pt x="299222" y="41970"/>
                </a:lnTo>
                <a:lnTo>
                  <a:pt x="298834" y="42026"/>
                </a:lnTo>
                <a:lnTo>
                  <a:pt x="298443" y="42075"/>
                </a:lnTo>
                <a:lnTo>
                  <a:pt x="298049" y="42117"/>
                </a:lnTo>
                <a:lnTo>
                  <a:pt x="297652" y="42154"/>
                </a:lnTo>
                <a:lnTo>
                  <a:pt x="297251" y="42183"/>
                </a:lnTo>
                <a:lnTo>
                  <a:pt x="296847" y="42206"/>
                </a:lnTo>
                <a:lnTo>
                  <a:pt x="296439" y="42222"/>
                </a:lnTo>
                <a:lnTo>
                  <a:pt x="296029" y="42232"/>
                </a:lnTo>
                <a:lnTo>
                  <a:pt x="295615" y="42236"/>
                </a:lnTo>
                <a:lnTo>
                  <a:pt x="274993" y="42236"/>
                </a:lnTo>
                <a:lnTo>
                  <a:pt x="274993" y="10120"/>
                </a:lnTo>
                <a:lnTo>
                  <a:pt x="296019" y="10120"/>
                </a:lnTo>
                <a:lnTo>
                  <a:pt x="296720" y="10128"/>
                </a:lnTo>
                <a:lnTo>
                  <a:pt x="297406" y="10150"/>
                </a:lnTo>
                <a:close/>
                <a:moveTo>
                  <a:pt x="624738" y="41222"/>
                </a:moveTo>
                <a:lnTo>
                  <a:pt x="624983" y="40892"/>
                </a:lnTo>
                <a:lnTo>
                  <a:pt x="625235" y="40563"/>
                </a:lnTo>
                <a:lnTo>
                  <a:pt x="625494" y="40236"/>
                </a:lnTo>
                <a:lnTo>
                  <a:pt x="625759" y="39911"/>
                </a:lnTo>
                <a:lnTo>
                  <a:pt x="626030" y="39588"/>
                </a:lnTo>
                <a:lnTo>
                  <a:pt x="626308" y="39267"/>
                </a:lnTo>
                <a:lnTo>
                  <a:pt x="626592" y="38948"/>
                </a:lnTo>
                <a:lnTo>
                  <a:pt x="626882" y="38630"/>
                </a:lnTo>
                <a:lnTo>
                  <a:pt x="627179" y="38315"/>
                </a:lnTo>
                <a:lnTo>
                  <a:pt x="627483" y="38001"/>
                </a:lnTo>
                <a:lnTo>
                  <a:pt x="627793" y="37689"/>
                </a:lnTo>
                <a:lnTo>
                  <a:pt x="628109" y="37379"/>
                </a:lnTo>
                <a:lnTo>
                  <a:pt x="628432" y="37071"/>
                </a:lnTo>
                <a:lnTo>
                  <a:pt x="628761" y="36765"/>
                </a:lnTo>
                <a:lnTo>
                  <a:pt x="629096" y="36461"/>
                </a:lnTo>
                <a:lnTo>
                  <a:pt x="629438" y="36158"/>
                </a:lnTo>
                <a:lnTo>
                  <a:pt x="629787" y="35857"/>
                </a:lnTo>
                <a:lnTo>
                  <a:pt x="630142" y="35559"/>
                </a:lnTo>
                <a:lnTo>
                  <a:pt x="630503" y="35262"/>
                </a:lnTo>
                <a:lnTo>
                  <a:pt x="630871" y="34967"/>
                </a:lnTo>
                <a:lnTo>
                  <a:pt x="631245" y="34674"/>
                </a:lnTo>
                <a:lnTo>
                  <a:pt x="631626" y="34382"/>
                </a:lnTo>
                <a:lnTo>
                  <a:pt x="632013" y="34093"/>
                </a:lnTo>
                <a:lnTo>
                  <a:pt x="632407" y="33810"/>
                </a:lnTo>
                <a:lnTo>
                  <a:pt x="632808" y="33540"/>
                </a:lnTo>
                <a:lnTo>
                  <a:pt x="633217" y="33281"/>
                </a:lnTo>
                <a:lnTo>
                  <a:pt x="633633" y="33035"/>
                </a:lnTo>
                <a:lnTo>
                  <a:pt x="634056" y="32801"/>
                </a:lnTo>
                <a:lnTo>
                  <a:pt x="634487" y="32578"/>
                </a:lnTo>
                <a:lnTo>
                  <a:pt x="634926" y="32368"/>
                </a:lnTo>
                <a:lnTo>
                  <a:pt x="635371" y="32170"/>
                </a:lnTo>
                <a:lnTo>
                  <a:pt x="635824" y="31983"/>
                </a:lnTo>
                <a:lnTo>
                  <a:pt x="636284" y="31809"/>
                </a:lnTo>
                <a:lnTo>
                  <a:pt x="636752" y="31647"/>
                </a:lnTo>
                <a:lnTo>
                  <a:pt x="637227" y="31496"/>
                </a:lnTo>
                <a:lnTo>
                  <a:pt x="637710" y="31358"/>
                </a:lnTo>
                <a:lnTo>
                  <a:pt x="638199" y="31232"/>
                </a:lnTo>
                <a:lnTo>
                  <a:pt x="638697" y="31118"/>
                </a:lnTo>
                <a:lnTo>
                  <a:pt x="639201" y="31016"/>
                </a:lnTo>
                <a:lnTo>
                  <a:pt x="639713" y="30925"/>
                </a:lnTo>
                <a:lnTo>
                  <a:pt x="640232" y="30847"/>
                </a:lnTo>
                <a:lnTo>
                  <a:pt x="640759" y="30781"/>
                </a:lnTo>
                <a:lnTo>
                  <a:pt x="641293" y="30727"/>
                </a:lnTo>
                <a:lnTo>
                  <a:pt x="641834" y="30685"/>
                </a:lnTo>
                <a:lnTo>
                  <a:pt x="642383" y="30655"/>
                </a:lnTo>
                <a:lnTo>
                  <a:pt x="642939" y="30637"/>
                </a:lnTo>
                <a:lnTo>
                  <a:pt x="643503" y="30631"/>
                </a:lnTo>
                <a:lnTo>
                  <a:pt x="643870" y="30635"/>
                </a:lnTo>
                <a:lnTo>
                  <a:pt x="644230" y="30646"/>
                </a:lnTo>
                <a:lnTo>
                  <a:pt x="644583" y="30665"/>
                </a:lnTo>
                <a:lnTo>
                  <a:pt x="644928" y="30691"/>
                </a:lnTo>
                <a:lnTo>
                  <a:pt x="645267" y="30725"/>
                </a:lnTo>
                <a:lnTo>
                  <a:pt x="645598" y="30767"/>
                </a:lnTo>
                <a:lnTo>
                  <a:pt x="645923" y="30816"/>
                </a:lnTo>
                <a:lnTo>
                  <a:pt x="646240" y="30873"/>
                </a:lnTo>
                <a:lnTo>
                  <a:pt x="646550" y="30937"/>
                </a:lnTo>
                <a:lnTo>
                  <a:pt x="646852" y="31009"/>
                </a:lnTo>
                <a:lnTo>
                  <a:pt x="647148" y="31088"/>
                </a:lnTo>
                <a:lnTo>
                  <a:pt x="647437" y="31175"/>
                </a:lnTo>
                <a:lnTo>
                  <a:pt x="647718" y="31270"/>
                </a:lnTo>
                <a:lnTo>
                  <a:pt x="647992" y="31372"/>
                </a:lnTo>
                <a:lnTo>
                  <a:pt x="648260" y="31482"/>
                </a:lnTo>
                <a:lnTo>
                  <a:pt x="648520" y="31599"/>
                </a:lnTo>
                <a:lnTo>
                  <a:pt x="648773" y="31724"/>
                </a:lnTo>
                <a:lnTo>
                  <a:pt x="649018" y="31856"/>
                </a:lnTo>
                <a:lnTo>
                  <a:pt x="649257" y="31996"/>
                </a:lnTo>
                <a:lnTo>
                  <a:pt x="649488" y="32143"/>
                </a:lnTo>
                <a:lnTo>
                  <a:pt x="649713" y="32298"/>
                </a:lnTo>
                <a:lnTo>
                  <a:pt x="649930" y="32461"/>
                </a:lnTo>
                <a:lnTo>
                  <a:pt x="650140" y="32631"/>
                </a:lnTo>
                <a:lnTo>
                  <a:pt x="650343" y="32809"/>
                </a:lnTo>
                <a:lnTo>
                  <a:pt x="650540" y="32993"/>
                </a:lnTo>
                <a:lnTo>
                  <a:pt x="650731" y="33183"/>
                </a:lnTo>
                <a:lnTo>
                  <a:pt x="650918" y="33379"/>
                </a:lnTo>
                <a:lnTo>
                  <a:pt x="651099" y="33581"/>
                </a:lnTo>
                <a:lnTo>
                  <a:pt x="651275" y="33788"/>
                </a:lnTo>
                <a:lnTo>
                  <a:pt x="651446" y="34002"/>
                </a:lnTo>
                <a:lnTo>
                  <a:pt x="651612" y="34221"/>
                </a:lnTo>
                <a:lnTo>
                  <a:pt x="651773" y="34446"/>
                </a:lnTo>
                <a:lnTo>
                  <a:pt x="651929" y="34677"/>
                </a:lnTo>
                <a:lnTo>
                  <a:pt x="652079" y="34914"/>
                </a:lnTo>
                <a:lnTo>
                  <a:pt x="652224" y="35156"/>
                </a:lnTo>
                <a:lnTo>
                  <a:pt x="652365" y="35405"/>
                </a:lnTo>
                <a:lnTo>
                  <a:pt x="652500" y="35659"/>
                </a:lnTo>
                <a:lnTo>
                  <a:pt x="652630" y="35919"/>
                </a:lnTo>
                <a:lnTo>
                  <a:pt x="652754" y="36185"/>
                </a:lnTo>
                <a:lnTo>
                  <a:pt x="652874" y="36457"/>
                </a:lnTo>
                <a:lnTo>
                  <a:pt x="652988" y="36734"/>
                </a:lnTo>
                <a:lnTo>
                  <a:pt x="653098" y="37018"/>
                </a:lnTo>
                <a:lnTo>
                  <a:pt x="653202" y="37307"/>
                </a:lnTo>
                <a:lnTo>
                  <a:pt x="653301" y="37602"/>
                </a:lnTo>
                <a:lnTo>
                  <a:pt x="653394" y="37903"/>
                </a:lnTo>
                <a:lnTo>
                  <a:pt x="653483" y="38210"/>
                </a:lnTo>
                <a:lnTo>
                  <a:pt x="653567" y="38523"/>
                </a:lnTo>
                <a:lnTo>
                  <a:pt x="653645" y="38841"/>
                </a:lnTo>
                <a:lnTo>
                  <a:pt x="653719" y="39164"/>
                </a:lnTo>
                <a:lnTo>
                  <a:pt x="653790" y="39491"/>
                </a:lnTo>
                <a:lnTo>
                  <a:pt x="653858" y="39821"/>
                </a:lnTo>
                <a:lnTo>
                  <a:pt x="653923" y="40156"/>
                </a:lnTo>
                <a:lnTo>
                  <a:pt x="653985" y="40493"/>
                </a:lnTo>
                <a:lnTo>
                  <a:pt x="654043" y="40835"/>
                </a:lnTo>
                <a:lnTo>
                  <a:pt x="654098" y="41181"/>
                </a:lnTo>
                <a:lnTo>
                  <a:pt x="654150" y="41530"/>
                </a:lnTo>
                <a:lnTo>
                  <a:pt x="654199" y="41883"/>
                </a:lnTo>
                <a:lnTo>
                  <a:pt x="654245" y="42239"/>
                </a:lnTo>
                <a:lnTo>
                  <a:pt x="654288" y="42599"/>
                </a:lnTo>
                <a:lnTo>
                  <a:pt x="654327" y="42963"/>
                </a:lnTo>
                <a:lnTo>
                  <a:pt x="654364" y="43331"/>
                </a:lnTo>
                <a:lnTo>
                  <a:pt x="654397" y="43703"/>
                </a:lnTo>
                <a:lnTo>
                  <a:pt x="654427" y="44078"/>
                </a:lnTo>
                <a:lnTo>
                  <a:pt x="654454" y="44457"/>
                </a:lnTo>
                <a:lnTo>
                  <a:pt x="654477" y="44840"/>
                </a:lnTo>
                <a:lnTo>
                  <a:pt x="654498" y="45226"/>
                </a:lnTo>
                <a:lnTo>
                  <a:pt x="654515" y="45616"/>
                </a:lnTo>
                <a:lnTo>
                  <a:pt x="654530" y="46010"/>
                </a:lnTo>
                <a:lnTo>
                  <a:pt x="654541" y="46407"/>
                </a:lnTo>
                <a:lnTo>
                  <a:pt x="654548" y="46809"/>
                </a:lnTo>
                <a:lnTo>
                  <a:pt x="654553" y="47214"/>
                </a:lnTo>
                <a:lnTo>
                  <a:pt x="654555" y="47623"/>
                </a:lnTo>
                <a:lnTo>
                  <a:pt x="654555" y="90813"/>
                </a:lnTo>
                <a:lnTo>
                  <a:pt x="665742" y="90813"/>
                </a:lnTo>
                <a:lnTo>
                  <a:pt x="665742" y="46330"/>
                </a:lnTo>
                <a:lnTo>
                  <a:pt x="665734" y="45342"/>
                </a:lnTo>
                <a:lnTo>
                  <a:pt x="665710" y="44373"/>
                </a:lnTo>
                <a:lnTo>
                  <a:pt x="665671" y="43422"/>
                </a:lnTo>
                <a:lnTo>
                  <a:pt x="665616" y="42490"/>
                </a:lnTo>
                <a:lnTo>
                  <a:pt x="665546" y="41576"/>
                </a:lnTo>
                <a:lnTo>
                  <a:pt x="665459" y="40682"/>
                </a:lnTo>
                <a:lnTo>
                  <a:pt x="665357" y="39806"/>
                </a:lnTo>
                <a:lnTo>
                  <a:pt x="665240" y="38949"/>
                </a:lnTo>
                <a:lnTo>
                  <a:pt x="665107" y="38110"/>
                </a:lnTo>
                <a:lnTo>
                  <a:pt x="664958" y="37290"/>
                </a:lnTo>
                <a:lnTo>
                  <a:pt x="664793" y="36489"/>
                </a:lnTo>
                <a:lnTo>
                  <a:pt x="664613" y="35706"/>
                </a:lnTo>
                <a:lnTo>
                  <a:pt x="664417" y="34943"/>
                </a:lnTo>
                <a:lnTo>
                  <a:pt x="664205" y="34197"/>
                </a:lnTo>
                <a:lnTo>
                  <a:pt x="663978" y="33471"/>
                </a:lnTo>
                <a:lnTo>
                  <a:pt x="663735" y="32763"/>
                </a:lnTo>
                <a:lnTo>
                  <a:pt x="663476" y="32074"/>
                </a:lnTo>
                <a:lnTo>
                  <a:pt x="663202" y="31404"/>
                </a:lnTo>
                <a:lnTo>
                  <a:pt x="662912" y="30752"/>
                </a:lnTo>
                <a:lnTo>
                  <a:pt x="662606" y="30119"/>
                </a:lnTo>
                <a:lnTo>
                  <a:pt x="662285" y="29505"/>
                </a:lnTo>
                <a:lnTo>
                  <a:pt x="661948" y="28909"/>
                </a:lnTo>
                <a:lnTo>
                  <a:pt x="661595" y="28332"/>
                </a:lnTo>
                <a:lnTo>
                  <a:pt x="661226" y="27774"/>
                </a:lnTo>
                <a:lnTo>
                  <a:pt x="660840" y="27236"/>
                </a:lnTo>
                <a:lnTo>
                  <a:pt x="660432" y="26722"/>
                </a:lnTo>
                <a:lnTo>
                  <a:pt x="660004" y="26230"/>
                </a:lnTo>
                <a:lnTo>
                  <a:pt x="659555" y="25761"/>
                </a:lnTo>
                <a:lnTo>
                  <a:pt x="659085" y="25315"/>
                </a:lnTo>
                <a:lnTo>
                  <a:pt x="658594" y="24891"/>
                </a:lnTo>
                <a:lnTo>
                  <a:pt x="658082" y="24491"/>
                </a:lnTo>
                <a:lnTo>
                  <a:pt x="657550" y="24114"/>
                </a:lnTo>
                <a:lnTo>
                  <a:pt x="656997" y="23759"/>
                </a:lnTo>
                <a:lnTo>
                  <a:pt x="656423" y="23427"/>
                </a:lnTo>
                <a:lnTo>
                  <a:pt x="655828" y="23118"/>
                </a:lnTo>
                <a:lnTo>
                  <a:pt x="655212" y="22832"/>
                </a:lnTo>
                <a:lnTo>
                  <a:pt x="654575" y="22569"/>
                </a:lnTo>
                <a:lnTo>
                  <a:pt x="653918" y="22329"/>
                </a:lnTo>
                <a:lnTo>
                  <a:pt x="653240" y="22112"/>
                </a:lnTo>
                <a:lnTo>
                  <a:pt x="652541" y="21917"/>
                </a:lnTo>
                <a:lnTo>
                  <a:pt x="651821" y="21746"/>
                </a:lnTo>
                <a:lnTo>
                  <a:pt x="651080" y="21597"/>
                </a:lnTo>
                <a:lnTo>
                  <a:pt x="650318" y="21471"/>
                </a:lnTo>
                <a:lnTo>
                  <a:pt x="649536" y="21368"/>
                </a:lnTo>
                <a:lnTo>
                  <a:pt x="648733" y="21288"/>
                </a:lnTo>
                <a:lnTo>
                  <a:pt x="647909" y="21231"/>
                </a:lnTo>
                <a:lnTo>
                  <a:pt x="647064" y="21197"/>
                </a:lnTo>
                <a:lnTo>
                  <a:pt x="646198" y="21185"/>
                </a:lnTo>
                <a:lnTo>
                  <a:pt x="645529" y="21191"/>
                </a:lnTo>
                <a:lnTo>
                  <a:pt x="644869" y="21209"/>
                </a:lnTo>
                <a:lnTo>
                  <a:pt x="644219" y="21238"/>
                </a:lnTo>
                <a:lnTo>
                  <a:pt x="643578" y="21280"/>
                </a:lnTo>
                <a:lnTo>
                  <a:pt x="642946" y="21333"/>
                </a:lnTo>
                <a:lnTo>
                  <a:pt x="642324" y="21398"/>
                </a:lnTo>
                <a:lnTo>
                  <a:pt x="641710" y="21475"/>
                </a:lnTo>
                <a:lnTo>
                  <a:pt x="641107" y="21564"/>
                </a:lnTo>
                <a:lnTo>
                  <a:pt x="640512" y="21664"/>
                </a:lnTo>
                <a:lnTo>
                  <a:pt x="639927" y="21777"/>
                </a:lnTo>
                <a:lnTo>
                  <a:pt x="639352" y="21901"/>
                </a:lnTo>
                <a:lnTo>
                  <a:pt x="638786" y="22037"/>
                </a:lnTo>
                <a:lnTo>
                  <a:pt x="638229" y="22185"/>
                </a:lnTo>
                <a:lnTo>
                  <a:pt x="637681" y="22345"/>
                </a:lnTo>
                <a:lnTo>
                  <a:pt x="637143" y="22516"/>
                </a:lnTo>
                <a:lnTo>
                  <a:pt x="636614" y="22700"/>
                </a:lnTo>
                <a:lnTo>
                  <a:pt x="636095" y="22895"/>
                </a:lnTo>
                <a:lnTo>
                  <a:pt x="635584" y="23102"/>
                </a:lnTo>
                <a:lnTo>
                  <a:pt x="635084" y="23321"/>
                </a:lnTo>
                <a:lnTo>
                  <a:pt x="634592" y="23551"/>
                </a:lnTo>
                <a:lnTo>
                  <a:pt x="634110" y="23794"/>
                </a:lnTo>
                <a:lnTo>
                  <a:pt x="633638" y="24048"/>
                </a:lnTo>
                <a:lnTo>
                  <a:pt x="633174" y="24314"/>
                </a:lnTo>
                <a:lnTo>
                  <a:pt x="632720" y="24592"/>
                </a:lnTo>
                <a:lnTo>
                  <a:pt x="632275" y="24877"/>
                </a:lnTo>
                <a:lnTo>
                  <a:pt x="631839" y="25164"/>
                </a:lnTo>
                <a:lnTo>
                  <a:pt x="631412" y="25452"/>
                </a:lnTo>
                <a:lnTo>
                  <a:pt x="630993" y="25742"/>
                </a:lnTo>
                <a:lnTo>
                  <a:pt x="630582" y="26034"/>
                </a:lnTo>
                <a:lnTo>
                  <a:pt x="630181" y="26328"/>
                </a:lnTo>
                <a:lnTo>
                  <a:pt x="629788" y="26623"/>
                </a:lnTo>
                <a:lnTo>
                  <a:pt x="629403" y="26920"/>
                </a:lnTo>
                <a:lnTo>
                  <a:pt x="629028" y="27219"/>
                </a:lnTo>
                <a:lnTo>
                  <a:pt x="628661" y="27520"/>
                </a:lnTo>
                <a:lnTo>
                  <a:pt x="628302" y="27822"/>
                </a:lnTo>
                <a:lnTo>
                  <a:pt x="627953" y="28126"/>
                </a:lnTo>
                <a:lnTo>
                  <a:pt x="627612" y="28432"/>
                </a:lnTo>
                <a:lnTo>
                  <a:pt x="627279" y="28740"/>
                </a:lnTo>
                <a:lnTo>
                  <a:pt x="626955" y="29049"/>
                </a:lnTo>
                <a:lnTo>
                  <a:pt x="626640" y="29360"/>
                </a:lnTo>
                <a:lnTo>
                  <a:pt x="626334" y="29673"/>
                </a:lnTo>
                <a:lnTo>
                  <a:pt x="626036" y="29988"/>
                </a:lnTo>
                <a:lnTo>
                  <a:pt x="625747" y="30304"/>
                </a:lnTo>
                <a:lnTo>
                  <a:pt x="625467" y="30622"/>
                </a:lnTo>
                <a:lnTo>
                  <a:pt x="625195" y="30942"/>
                </a:lnTo>
                <a:lnTo>
                  <a:pt x="624932" y="31264"/>
                </a:lnTo>
                <a:lnTo>
                  <a:pt x="624677" y="31588"/>
                </a:lnTo>
                <a:lnTo>
                  <a:pt x="624431" y="31913"/>
                </a:lnTo>
                <a:lnTo>
                  <a:pt x="624162" y="22400"/>
                </a:lnTo>
                <a:lnTo>
                  <a:pt x="613245" y="22400"/>
                </a:lnTo>
                <a:lnTo>
                  <a:pt x="613245" y="90813"/>
                </a:lnTo>
                <a:lnTo>
                  <a:pt x="624499" y="90813"/>
                </a:lnTo>
                <a:lnTo>
                  <a:pt x="624499" y="41555"/>
                </a:lnTo>
                <a:lnTo>
                  <a:pt x="624738" y="41222"/>
                </a:lnTo>
                <a:close/>
                <a:moveTo>
                  <a:pt x="371415" y="91949"/>
                </a:moveTo>
                <a:lnTo>
                  <a:pt x="372054" y="91904"/>
                </a:lnTo>
                <a:lnTo>
                  <a:pt x="372685" y="91850"/>
                </a:lnTo>
                <a:lnTo>
                  <a:pt x="373309" y="91786"/>
                </a:lnTo>
                <a:lnTo>
                  <a:pt x="373925" y="91712"/>
                </a:lnTo>
                <a:lnTo>
                  <a:pt x="374533" y="91628"/>
                </a:lnTo>
                <a:lnTo>
                  <a:pt x="375134" y="91535"/>
                </a:lnTo>
                <a:lnTo>
                  <a:pt x="375727" y="91431"/>
                </a:lnTo>
                <a:lnTo>
                  <a:pt x="376312" y="91318"/>
                </a:lnTo>
                <a:lnTo>
                  <a:pt x="376889" y="91194"/>
                </a:lnTo>
                <a:lnTo>
                  <a:pt x="377459" y="91061"/>
                </a:lnTo>
                <a:lnTo>
                  <a:pt x="378021" y="90918"/>
                </a:lnTo>
                <a:lnTo>
                  <a:pt x="378575" y="90765"/>
                </a:lnTo>
                <a:lnTo>
                  <a:pt x="379121" y="90603"/>
                </a:lnTo>
                <a:lnTo>
                  <a:pt x="379660" y="90430"/>
                </a:lnTo>
                <a:lnTo>
                  <a:pt x="380191" y="90248"/>
                </a:lnTo>
                <a:lnTo>
                  <a:pt x="380714" y="90055"/>
                </a:lnTo>
                <a:lnTo>
                  <a:pt x="381230" y="89853"/>
                </a:lnTo>
                <a:lnTo>
                  <a:pt x="381738" y="89641"/>
                </a:lnTo>
                <a:lnTo>
                  <a:pt x="382238" y="89419"/>
                </a:lnTo>
                <a:lnTo>
                  <a:pt x="382731" y="89188"/>
                </a:lnTo>
                <a:lnTo>
                  <a:pt x="383215" y="88947"/>
                </a:lnTo>
                <a:lnTo>
                  <a:pt x="383690" y="88697"/>
                </a:lnTo>
                <a:lnTo>
                  <a:pt x="384156" y="88440"/>
                </a:lnTo>
                <a:lnTo>
                  <a:pt x="384613" y="88174"/>
                </a:lnTo>
                <a:lnTo>
                  <a:pt x="385061" y="87900"/>
                </a:lnTo>
                <a:lnTo>
                  <a:pt x="385500" y="87618"/>
                </a:lnTo>
                <a:lnTo>
                  <a:pt x="385930" y="87327"/>
                </a:lnTo>
                <a:lnTo>
                  <a:pt x="386351" y="87028"/>
                </a:lnTo>
                <a:lnTo>
                  <a:pt x="386763" y="86721"/>
                </a:lnTo>
                <a:lnTo>
                  <a:pt x="387166" y="86406"/>
                </a:lnTo>
                <a:lnTo>
                  <a:pt x="387560" y="86082"/>
                </a:lnTo>
                <a:lnTo>
                  <a:pt x="387945" y="85750"/>
                </a:lnTo>
                <a:lnTo>
                  <a:pt x="388321" y="85410"/>
                </a:lnTo>
                <a:lnTo>
                  <a:pt x="388688" y="85061"/>
                </a:lnTo>
                <a:lnTo>
                  <a:pt x="389046" y="84704"/>
                </a:lnTo>
                <a:lnTo>
                  <a:pt x="389395" y="84339"/>
                </a:lnTo>
                <a:lnTo>
                  <a:pt x="389735" y="83966"/>
                </a:lnTo>
                <a:lnTo>
                  <a:pt x="390066" y="83584"/>
                </a:lnTo>
                <a:lnTo>
                  <a:pt x="390387" y="83194"/>
                </a:lnTo>
                <a:lnTo>
                  <a:pt x="390700" y="82796"/>
                </a:lnTo>
                <a:lnTo>
                  <a:pt x="391004" y="82390"/>
                </a:lnTo>
                <a:lnTo>
                  <a:pt x="391299" y="81975"/>
                </a:lnTo>
                <a:lnTo>
                  <a:pt x="391585" y="81552"/>
                </a:lnTo>
                <a:lnTo>
                  <a:pt x="391862" y="81121"/>
                </a:lnTo>
                <a:lnTo>
                  <a:pt x="392129" y="80682"/>
                </a:lnTo>
                <a:lnTo>
                  <a:pt x="392385" y="80236"/>
                </a:lnTo>
                <a:lnTo>
                  <a:pt x="392631" y="79783"/>
                </a:lnTo>
                <a:lnTo>
                  <a:pt x="392866" y="79323"/>
                </a:lnTo>
                <a:lnTo>
                  <a:pt x="393091" y="78856"/>
                </a:lnTo>
                <a:lnTo>
                  <a:pt x="393304" y="78383"/>
                </a:lnTo>
                <a:lnTo>
                  <a:pt x="393508" y="77902"/>
                </a:lnTo>
                <a:lnTo>
                  <a:pt x="393700" y="77414"/>
                </a:lnTo>
                <a:lnTo>
                  <a:pt x="393882" y="76920"/>
                </a:lnTo>
                <a:lnTo>
                  <a:pt x="394053" y="76418"/>
                </a:lnTo>
                <a:lnTo>
                  <a:pt x="394214" y="75910"/>
                </a:lnTo>
                <a:lnTo>
                  <a:pt x="394364" y="75394"/>
                </a:lnTo>
                <a:lnTo>
                  <a:pt x="394503" y="74872"/>
                </a:lnTo>
                <a:lnTo>
                  <a:pt x="394632" y="74343"/>
                </a:lnTo>
                <a:lnTo>
                  <a:pt x="394750" y="73807"/>
                </a:lnTo>
                <a:lnTo>
                  <a:pt x="394857" y="73264"/>
                </a:lnTo>
                <a:lnTo>
                  <a:pt x="394954" y="72713"/>
                </a:lnTo>
                <a:lnTo>
                  <a:pt x="395040" y="72156"/>
                </a:lnTo>
                <a:lnTo>
                  <a:pt x="395115" y="71592"/>
                </a:lnTo>
                <a:lnTo>
                  <a:pt x="395180" y="71022"/>
                </a:lnTo>
                <a:lnTo>
                  <a:pt x="395234" y="70444"/>
                </a:lnTo>
                <a:lnTo>
                  <a:pt x="395278" y="69859"/>
                </a:lnTo>
                <a:lnTo>
                  <a:pt x="395310" y="69267"/>
                </a:lnTo>
                <a:lnTo>
                  <a:pt x="395333" y="68669"/>
                </a:lnTo>
                <a:lnTo>
                  <a:pt x="384213" y="68669"/>
                </a:lnTo>
                <a:lnTo>
                  <a:pt x="384190" y="69255"/>
                </a:lnTo>
                <a:lnTo>
                  <a:pt x="384153" y="69831"/>
                </a:lnTo>
                <a:lnTo>
                  <a:pt x="384103" y="70394"/>
                </a:lnTo>
                <a:lnTo>
                  <a:pt x="384040" y="70946"/>
                </a:lnTo>
                <a:lnTo>
                  <a:pt x="383964" y="71487"/>
                </a:lnTo>
                <a:lnTo>
                  <a:pt x="383874" y="72016"/>
                </a:lnTo>
                <a:lnTo>
                  <a:pt x="383771" y="72533"/>
                </a:lnTo>
                <a:lnTo>
                  <a:pt x="383655" y="73039"/>
                </a:lnTo>
                <a:lnTo>
                  <a:pt x="383526" y="73533"/>
                </a:lnTo>
                <a:lnTo>
                  <a:pt x="383384" y="74015"/>
                </a:lnTo>
                <a:lnTo>
                  <a:pt x="383228" y="74486"/>
                </a:lnTo>
                <a:lnTo>
                  <a:pt x="383059" y="74945"/>
                </a:lnTo>
                <a:lnTo>
                  <a:pt x="382877" y="75393"/>
                </a:lnTo>
                <a:lnTo>
                  <a:pt x="382682" y="75829"/>
                </a:lnTo>
                <a:lnTo>
                  <a:pt x="382473" y="76254"/>
                </a:lnTo>
                <a:lnTo>
                  <a:pt x="382251" y="76666"/>
                </a:lnTo>
                <a:lnTo>
                  <a:pt x="382016" y="77068"/>
                </a:lnTo>
                <a:lnTo>
                  <a:pt x="381768" y="77457"/>
                </a:lnTo>
                <a:lnTo>
                  <a:pt x="381507" y="77836"/>
                </a:lnTo>
                <a:lnTo>
                  <a:pt x="381232" y="78202"/>
                </a:lnTo>
                <a:lnTo>
                  <a:pt x="380944" y="78557"/>
                </a:lnTo>
                <a:lnTo>
                  <a:pt x="380643" y="78900"/>
                </a:lnTo>
                <a:lnTo>
                  <a:pt x="380329" y="79232"/>
                </a:lnTo>
                <a:lnTo>
                  <a:pt x="380001" y="79552"/>
                </a:lnTo>
                <a:lnTo>
                  <a:pt x="379662" y="79860"/>
                </a:lnTo>
                <a:lnTo>
                  <a:pt x="379311" y="80155"/>
                </a:lnTo>
                <a:lnTo>
                  <a:pt x="378949" y="80436"/>
                </a:lnTo>
                <a:lnTo>
                  <a:pt x="378576" y="80705"/>
                </a:lnTo>
                <a:lnTo>
                  <a:pt x="378192" y="80960"/>
                </a:lnTo>
                <a:lnTo>
                  <a:pt x="377796" y="81202"/>
                </a:lnTo>
                <a:lnTo>
                  <a:pt x="377390" y="81432"/>
                </a:lnTo>
                <a:lnTo>
                  <a:pt x="376972" y="81648"/>
                </a:lnTo>
                <a:lnTo>
                  <a:pt x="376544" y="81851"/>
                </a:lnTo>
                <a:lnTo>
                  <a:pt x="376104" y="82041"/>
                </a:lnTo>
                <a:lnTo>
                  <a:pt x="375653" y="82217"/>
                </a:lnTo>
                <a:lnTo>
                  <a:pt x="375191" y="82381"/>
                </a:lnTo>
                <a:lnTo>
                  <a:pt x="374718" y="82532"/>
                </a:lnTo>
                <a:lnTo>
                  <a:pt x="374234" y="82669"/>
                </a:lnTo>
                <a:lnTo>
                  <a:pt x="373739" y="82794"/>
                </a:lnTo>
                <a:lnTo>
                  <a:pt x="373232" y="82905"/>
                </a:lnTo>
                <a:lnTo>
                  <a:pt x="372715" y="83003"/>
                </a:lnTo>
                <a:lnTo>
                  <a:pt x="372186" y="83088"/>
                </a:lnTo>
                <a:lnTo>
                  <a:pt x="371646" y="83160"/>
                </a:lnTo>
                <a:lnTo>
                  <a:pt x="371095" y="83219"/>
                </a:lnTo>
                <a:lnTo>
                  <a:pt x="370533" y="83265"/>
                </a:lnTo>
                <a:lnTo>
                  <a:pt x="369960" y="83298"/>
                </a:lnTo>
                <a:lnTo>
                  <a:pt x="369376" y="83318"/>
                </a:lnTo>
                <a:lnTo>
                  <a:pt x="368781" y="83324"/>
                </a:lnTo>
                <a:lnTo>
                  <a:pt x="368229" y="83318"/>
                </a:lnTo>
                <a:lnTo>
                  <a:pt x="367686" y="83300"/>
                </a:lnTo>
                <a:lnTo>
                  <a:pt x="367152" y="83271"/>
                </a:lnTo>
                <a:lnTo>
                  <a:pt x="366627" y="83229"/>
                </a:lnTo>
                <a:lnTo>
                  <a:pt x="366111" y="83176"/>
                </a:lnTo>
                <a:lnTo>
                  <a:pt x="365603" y="83111"/>
                </a:lnTo>
                <a:lnTo>
                  <a:pt x="365104" y="83034"/>
                </a:lnTo>
                <a:lnTo>
                  <a:pt x="364614" y="82945"/>
                </a:lnTo>
                <a:lnTo>
                  <a:pt x="364132" y="82844"/>
                </a:lnTo>
                <a:lnTo>
                  <a:pt x="363660" y="82732"/>
                </a:lnTo>
                <a:lnTo>
                  <a:pt x="363196" y="82607"/>
                </a:lnTo>
                <a:lnTo>
                  <a:pt x="362741" y="82471"/>
                </a:lnTo>
                <a:lnTo>
                  <a:pt x="362295" y="82323"/>
                </a:lnTo>
                <a:lnTo>
                  <a:pt x="361857" y="82163"/>
                </a:lnTo>
                <a:lnTo>
                  <a:pt x="361428" y="81991"/>
                </a:lnTo>
                <a:lnTo>
                  <a:pt x="361008" y="81807"/>
                </a:lnTo>
                <a:lnTo>
                  <a:pt x="360597" y="81611"/>
                </a:lnTo>
                <a:lnTo>
                  <a:pt x="360195" y="81404"/>
                </a:lnTo>
                <a:lnTo>
                  <a:pt x="359801" y="81185"/>
                </a:lnTo>
                <a:lnTo>
                  <a:pt x="359416" y="80954"/>
                </a:lnTo>
                <a:lnTo>
                  <a:pt x="359040" y="80711"/>
                </a:lnTo>
                <a:lnTo>
                  <a:pt x="358673" y="80456"/>
                </a:lnTo>
                <a:lnTo>
                  <a:pt x="358314" y="80189"/>
                </a:lnTo>
                <a:lnTo>
                  <a:pt x="357965" y="79911"/>
                </a:lnTo>
                <a:lnTo>
                  <a:pt x="357623" y="79622"/>
                </a:lnTo>
                <a:lnTo>
                  <a:pt x="357290" y="79326"/>
                </a:lnTo>
                <a:lnTo>
                  <a:pt x="356964" y="79022"/>
                </a:lnTo>
                <a:lnTo>
                  <a:pt x="356646" y="78710"/>
                </a:lnTo>
                <a:lnTo>
                  <a:pt x="356336" y="78390"/>
                </a:lnTo>
                <a:lnTo>
                  <a:pt x="356034" y="78063"/>
                </a:lnTo>
                <a:lnTo>
                  <a:pt x="355739" y="77728"/>
                </a:lnTo>
                <a:lnTo>
                  <a:pt x="355453" y="77385"/>
                </a:lnTo>
                <a:lnTo>
                  <a:pt x="355174" y="77034"/>
                </a:lnTo>
                <a:lnTo>
                  <a:pt x="354903" y="76676"/>
                </a:lnTo>
                <a:lnTo>
                  <a:pt x="354640" y="76309"/>
                </a:lnTo>
                <a:lnTo>
                  <a:pt x="354385" y="75935"/>
                </a:lnTo>
                <a:lnTo>
                  <a:pt x="354137" y="75553"/>
                </a:lnTo>
                <a:lnTo>
                  <a:pt x="353898" y="75164"/>
                </a:lnTo>
                <a:lnTo>
                  <a:pt x="353666" y="74766"/>
                </a:lnTo>
                <a:lnTo>
                  <a:pt x="353442" y="74361"/>
                </a:lnTo>
                <a:lnTo>
                  <a:pt x="353226" y="73948"/>
                </a:lnTo>
                <a:lnTo>
                  <a:pt x="353018" y="73528"/>
                </a:lnTo>
                <a:lnTo>
                  <a:pt x="352817" y="73099"/>
                </a:lnTo>
                <a:lnTo>
                  <a:pt x="352625" y="72663"/>
                </a:lnTo>
                <a:lnTo>
                  <a:pt x="352440" y="72219"/>
                </a:lnTo>
                <a:lnTo>
                  <a:pt x="352263" y="71767"/>
                </a:lnTo>
                <a:lnTo>
                  <a:pt x="352094" y="71308"/>
                </a:lnTo>
                <a:lnTo>
                  <a:pt x="351933" y="70840"/>
                </a:lnTo>
                <a:lnTo>
                  <a:pt x="351779" y="70367"/>
                </a:lnTo>
                <a:lnTo>
                  <a:pt x="351631" y="69890"/>
                </a:lnTo>
                <a:lnTo>
                  <a:pt x="351490" y="69409"/>
                </a:lnTo>
                <a:lnTo>
                  <a:pt x="351355" y="68925"/>
                </a:lnTo>
                <a:lnTo>
                  <a:pt x="351226" y="68436"/>
                </a:lnTo>
                <a:lnTo>
                  <a:pt x="351104" y="67944"/>
                </a:lnTo>
                <a:lnTo>
                  <a:pt x="350987" y="67448"/>
                </a:lnTo>
                <a:lnTo>
                  <a:pt x="350877" y="66948"/>
                </a:lnTo>
                <a:lnTo>
                  <a:pt x="350774" y="66444"/>
                </a:lnTo>
                <a:lnTo>
                  <a:pt x="350677" y="65937"/>
                </a:lnTo>
                <a:lnTo>
                  <a:pt x="350586" y="65425"/>
                </a:lnTo>
                <a:lnTo>
                  <a:pt x="350501" y="64910"/>
                </a:lnTo>
                <a:lnTo>
                  <a:pt x="350423" y="64391"/>
                </a:lnTo>
                <a:lnTo>
                  <a:pt x="350351" y="63868"/>
                </a:lnTo>
                <a:lnTo>
                  <a:pt x="350285" y="63341"/>
                </a:lnTo>
                <a:lnTo>
                  <a:pt x="350226" y="62811"/>
                </a:lnTo>
                <a:lnTo>
                  <a:pt x="350173" y="62276"/>
                </a:lnTo>
                <a:lnTo>
                  <a:pt x="350126" y="61738"/>
                </a:lnTo>
                <a:lnTo>
                  <a:pt x="350086" y="61196"/>
                </a:lnTo>
                <a:lnTo>
                  <a:pt x="350052" y="60650"/>
                </a:lnTo>
                <a:lnTo>
                  <a:pt x="350024" y="60100"/>
                </a:lnTo>
                <a:lnTo>
                  <a:pt x="350003" y="59547"/>
                </a:lnTo>
                <a:lnTo>
                  <a:pt x="349988" y="58989"/>
                </a:lnTo>
                <a:lnTo>
                  <a:pt x="349979" y="58428"/>
                </a:lnTo>
                <a:lnTo>
                  <a:pt x="395063" y="58428"/>
                </a:lnTo>
                <a:lnTo>
                  <a:pt x="395074" y="58374"/>
                </a:lnTo>
                <a:lnTo>
                  <a:pt x="395085" y="58317"/>
                </a:lnTo>
                <a:lnTo>
                  <a:pt x="395095" y="58257"/>
                </a:lnTo>
                <a:lnTo>
                  <a:pt x="395105" y="58195"/>
                </a:lnTo>
                <a:lnTo>
                  <a:pt x="395115" y="58129"/>
                </a:lnTo>
                <a:lnTo>
                  <a:pt x="395124" y="58061"/>
                </a:lnTo>
                <a:lnTo>
                  <a:pt x="395133" y="57990"/>
                </a:lnTo>
                <a:lnTo>
                  <a:pt x="395142" y="57917"/>
                </a:lnTo>
                <a:lnTo>
                  <a:pt x="395150" y="57840"/>
                </a:lnTo>
                <a:lnTo>
                  <a:pt x="395158" y="57761"/>
                </a:lnTo>
                <a:lnTo>
                  <a:pt x="395165" y="57679"/>
                </a:lnTo>
                <a:lnTo>
                  <a:pt x="395172" y="57594"/>
                </a:lnTo>
                <a:lnTo>
                  <a:pt x="395179" y="57506"/>
                </a:lnTo>
                <a:lnTo>
                  <a:pt x="395186" y="57415"/>
                </a:lnTo>
                <a:lnTo>
                  <a:pt x="395192" y="57322"/>
                </a:lnTo>
                <a:lnTo>
                  <a:pt x="395198" y="57226"/>
                </a:lnTo>
                <a:lnTo>
                  <a:pt x="395203" y="57127"/>
                </a:lnTo>
                <a:lnTo>
                  <a:pt x="395208" y="57025"/>
                </a:lnTo>
                <a:lnTo>
                  <a:pt x="395213" y="56920"/>
                </a:lnTo>
                <a:lnTo>
                  <a:pt x="395217" y="56813"/>
                </a:lnTo>
                <a:lnTo>
                  <a:pt x="395221" y="56703"/>
                </a:lnTo>
                <a:lnTo>
                  <a:pt x="395225" y="56590"/>
                </a:lnTo>
                <a:lnTo>
                  <a:pt x="395228" y="56474"/>
                </a:lnTo>
                <a:lnTo>
                  <a:pt x="395231" y="56356"/>
                </a:lnTo>
                <a:lnTo>
                  <a:pt x="395234" y="56236"/>
                </a:lnTo>
                <a:lnTo>
                  <a:pt x="395237" y="56118"/>
                </a:lnTo>
                <a:lnTo>
                  <a:pt x="395239" y="56002"/>
                </a:lnTo>
                <a:lnTo>
                  <a:pt x="395242" y="55886"/>
                </a:lnTo>
                <a:lnTo>
                  <a:pt x="395244" y="55772"/>
                </a:lnTo>
                <a:lnTo>
                  <a:pt x="395246" y="55660"/>
                </a:lnTo>
                <a:lnTo>
                  <a:pt x="395248" y="55548"/>
                </a:lnTo>
                <a:lnTo>
                  <a:pt x="395250" y="55438"/>
                </a:lnTo>
                <a:lnTo>
                  <a:pt x="395252" y="55330"/>
                </a:lnTo>
                <a:lnTo>
                  <a:pt x="395254" y="55222"/>
                </a:lnTo>
                <a:lnTo>
                  <a:pt x="395255" y="55117"/>
                </a:lnTo>
                <a:lnTo>
                  <a:pt x="395257" y="55012"/>
                </a:lnTo>
                <a:lnTo>
                  <a:pt x="395258" y="54909"/>
                </a:lnTo>
                <a:lnTo>
                  <a:pt x="395259" y="54807"/>
                </a:lnTo>
                <a:lnTo>
                  <a:pt x="395260" y="54706"/>
                </a:lnTo>
                <a:lnTo>
                  <a:pt x="395261" y="54607"/>
                </a:lnTo>
                <a:lnTo>
                  <a:pt x="395262" y="54509"/>
                </a:lnTo>
                <a:lnTo>
                  <a:pt x="395263" y="54413"/>
                </a:lnTo>
                <a:lnTo>
                  <a:pt x="395264" y="54317"/>
                </a:lnTo>
                <a:lnTo>
                  <a:pt x="395264" y="54223"/>
                </a:lnTo>
                <a:lnTo>
                  <a:pt x="395265" y="54131"/>
                </a:lnTo>
                <a:lnTo>
                  <a:pt x="395265" y="54040"/>
                </a:lnTo>
                <a:lnTo>
                  <a:pt x="395265" y="53950"/>
                </a:lnTo>
                <a:lnTo>
                  <a:pt x="395265" y="53861"/>
                </a:lnTo>
                <a:lnTo>
                  <a:pt x="395252" y="52557"/>
                </a:lnTo>
                <a:lnTo>
                  <a:pt x="395214" y="51277"/>
                </a:lnTo>
                <a:lnTo>
                  <a:pt x="395150" y="50024"/>
                </a:lnTo>
                <a:lnTo>
                  <a:pt x="395061" y="48796"/>
                </a:lnTo>
                <a:lnTo>
                  <a:pt x="394946" y="47594"/>
                </a:lnTo>
                <a:lnTo>
                  <a:pt x="394806" y="46417"/>
                </a:lnTo>
                <a:lnTo>
                  <a:pt x="394640" y="45266"/>
                </a:lnTo>
                <a:lnTo>
                  <a:pt x="394449" y="44141"/>
                </a:lnTo>
                <a:lnTo>
                  <a:pt x="394232" y="43041"/>
                </a:lnTo>
                <a:lnTo>
                  <a:pt x="393990" y="41967"/>
                </a:lnTo>
                <a:lnTo>
                  <a:pt x="393722" y="40918"/>
                </a:lnTo>
                <a:lnTo>
                  <a:pt x="393429" y="39895"/>
                </a:lnTo>
                <a:lnTo>
                  <a:pt x="393110" y="38898"/>
                </a:lnTo>
                <a:lnTo>
                  <a:pt x="392766" y="37926"/>
                </a:lnTo>
                <a:lnTo>
                  <a:pt x="392396" y="36980"/>
                </a:lnTo>
                <a:lnTo>
                  <a:pt x="392000" y="36060"/>
                </a:lnTo>
                <a:lnTo>
                  <a:pt x="391580" y="35165"/>
                </a:lnTo>
                <a:lnTo>
                  <a:pt x="391133" y="34296"/>
                </a:lnTo>
                <a:lnTo>
                  <a:pt x="390661" y="33452"/>
                </a:lnTo>
                <a:lnTo>
                  <a:pt x="390164" y="32634"/>
                </a:lnTo>
                <a:lnTo>
                  <a:pt x="389641" y="31842"/>
                </a:lnTo>
                <a:lnTo>
                  <a:pt x="389093" y="31075"/>
                </a:lnTo>
                <a:lnTo>
                  <a:pt x="388519" y="30334"/>
                </a:lnTo>
                <a:lnTo>
                  <a:pt x="387920" y="29619"/>
                </a:lnTo>
                <a:lnTo>
                  <a:pt x="387298" y="28931"/>
                </a:lnTo>
                <a:lnTo>
                  <a:pt x="386656" y="28272"/>
                </a:lnTo>
                <a:lnTo>
                  <a:pt x="385995" y="27642"/>
                </a:lnTo>
                <a:lnTo>
                  <a:pt x="385314" y="27042"/>
                </a:lnTo>
                <a:lnTo>
                  <a:pt x="384613" y="26471"/>
                </a:lnTo>
                <a:lnTo>
                  <a:pt x="383893" y="25929"/>
                </a:lnTo>
                <a:lnTo>
                  <a:pt x="383153" y="25417"/>
                </a:lnTo>
                <a:lnTo>
                  <a:pt x="382394" y="24934"/>
                </a:lnTo>
                <a:lnTo>
                  <a:pt x="381614" y="24480"/>
                </a:lnTo>
                <a:lnTo>
                  <a:pt x="380816" y="24055"/>
                </a:lnTo>
                <a:lnTo>
                  <a:pt x="379997" y="23660"/>
                </a:lnTo>
                <a:lnTo>
                  <a:pt x="379159" y="23294"/>
                </a:lnTo>
                <a:lnTo>
                  <a:pt x="378301" y="22957"/>
                </a:lnTo>
                <a:lnTo>
                  <a:pt x="377424" y="22649"/>
                </a:lnTo>
                <a:lnTo>
                  <a:pt x="376526" y="22371"/>
                </a:lnTo>
                <a:lnTo>
                  <a:pt x="375610" y="22122"/>
                </a:lnTo>
                <a:lnTo>
                  <a:pt x="374673" y="21903"/>
                </a:lnTo>
                <a:lnTo>
                  <a:pt x="373717" y="21712"/>
                </a:lnTo>
                <a:lnTo>
                  <a:pt x="372741" y="21551"/>
                </a:lnTo>
                <a:lnTo>
                  <a:pt x="371746" y="21420"/>
                </a:lnTo>
                <a:lnTo>
                  <a:pt x="370731" y="21317"/>
                </a:lnTo>
                <a:lnTo>
                  <a:pt x="369696" y="21244"/>
                </a:lnTo>
                <a:lnTo>
                  <a:pt x="368642" y="21200"/>
                </a:lnTo>
                <a:lnTo>
                  <a:pt x="367568" y="21185"/>
                </a:lnTo>
                <a:lnTo>
                  <a:pt x="366765" y="21193"/>
                </a:lnTo>
                <a:lnTo>
                  <a:pt x="365973" y="21216"/>
                </a:lnTo>
                <a:lnTo>
                  <a:pt x="365193" y="21255"/>
                </a:lnTo>
                <a:lnTo>
                  <a:pt x="364424" y="21310"/>
                </a:lnTo>
                <a:lnTo>
                  <a:pt x="363666" y="21380"/>
                </a:lnTo>
                <a:lnTo>
                  <a:pt x="362920" y="21466"/>
                </a:lnTo>
                <a:lnTo>
                  <a:pt x="362185" y="21567"/>
                </a:lnTo>
                <a:lnTo>
                  <a:pt x="361461" y="21684"/>
                </a:lnTo>
                <a:lnTo>
                  <a:pt x="360749" y="21817"/>
                </a:lnTo>
                <a:lnTo>
                  <a:pt x="360048" y="21965"/>
                </a:lnTo>
                <a:lnTo>
                  <a:pt x="359359" y="22129"/>
                </a:lnTo>
                <a:lnTo>
                  <a:pt x="358681" y="22308"/>
                </a:lnTo>
                <a:lnTo>
                  <a:pt x="358014" y="22504"/>
                </a:lnTo>
                <a:lnTo>
                  <a:pt x="357358" y="22714"/>
                </a:lnTo>
                <a:lnTo>
                  <a:pt x="356714" y="22940"/>
                </a:lnTo>
                <a:lnTo>
                  <a:pt x="356082" y="23182"/>
                </a:lnTo>
                <a:lnTo>
                  <a:pt x="355460" y="23440"/>
                </a:lnTo>
                <a:lnTo>
                  <a:pt x="354850" y="23713"/>
                </a:lnTo>
                <a:lnTo>
                  <a:pt x="354251" y="24001"/>
                </a:lnTo>
                <a:lnTo>
                  <a:pt x="353664" y="24305"/>
                </a:lnTo>
                <a:lnTo>
                  <a:pt x="353088" y="24625"/>
                </a:lnTo>
                <a:lnTo>
                  <a:pt x="352523" y="24961"/>
                </a:lnTo>
                <a:lnTo>
                  <a:pt x="351970" y="25312"/>
                </a:lnTo>
                <a:lnTo>
                  <a:pt x="351428" y="25678"/>
                </a:lnTo>
                <a:lnTo>
                  <a:pt x="350897" y="26059"/>
                </a:lnTo>
                <a:lnTo>
                  <a:pt x="350378" y="26451"/>
                </a:lnTo>
                <a:lnTo>
                  <a:pt x="349870" y="26856"/>
                </a:lnTo>
                <a:lnTo>
                  <a:pt x="349373" y="27272"/>
                </a:lnTo>
                <a:lnTo>
                  <a:pt x="348888" y="27701"/>
                </a:lnTo>
                <a:lnTo>
                  <a:pt x="348414" y="28142"/>
                </a:lnTo>
                <a:lnTo>
                  <a:pt x="347952" y="28595"/>
                </a:lnTo>
                <a:lnTo>
                  <a:pt x="347501" y="29060"/>
                </a:lnTo>
                <a:lnTo>
                  <a:pt x="347061" y="29537"/>
                </a:lnTo>
                <a:lnTo>
                  <a:pt x="346632" y="30026"/>
                </a:lnTo>
                <a:lnTo>
                  <a:pt x="346215" y="30527"/>
                </a:lnTo>
                <a:lnTo>
                  <a:pt x="345809" y="31040"/>
                </a:lnTo>
                <a:lnTo>
                  <a:pt x="345415" y="31566"/>
                </a:lnTo>
                <a:lnTo>
                  <a:pt x="345032" y="32103"/>
                </a:lnTo>
                <a:lnTo>
                  <a:pt x="344660" y="32653"/>
                </a:lnTo>
                <a:lnTo>
                  <a:pt x="344299" y="33214"/>
                </a:lnTo>
                <a:lnTo>
                  <a:pt x="343950" y="33788"/>
                </a:lnTo>
                <a:lnTo>
                  <a:pt x="343613" y="34373"/>
                </a:lnTo>
                <a:lnTo>
                  <a:pt x="343286" y="34971"/>
                </a:lnTo>
                <a:lnTo>
                  <a:pt x="342971" y="35581"/>
                </a:lnTo>
                <a:lnTo>
                  <a:pt x="342668" y="36203"/>
                </a:lnTo>
                <a:lnTo>
                  <a:pt x="342375" y="36837"/>
                </a:lnTo>
                <a:lnTo>
                  <a:pt x="342094" y="37483"/>
                </a:lnTo>
                <a:lnTo>
                  <a:pt x="341825" y="38141"/>
                </a:lnTo>
                <a:lnTo>
                  <a:pt x="341566" y="38809"/>
                </a:lnTo>
                <a:lnTo>
                  <a:pt x="341319" y="39487"/>
                </a:lnTo>
                <a:lnTo>
                  <a:pt x="341082" y="40172"/>
                </a:lnTo>
                <a:lnTo>
                  <a:pt x="340857" y="40867"/>
                </a:lnTo>
                <a:lnTo>
                  <a:pt x="340643" y="41570"/>
                </a:lnTo>
                <a:lnTo>
                  <a:pt x="340439" y="42282"/>
                </a:lnTo>
                <a:lnTo>
                  <a:pt x="340247" y="43002"/>
                </a:lnTo>
                <a:lnTo>
                  <a:pt x="340065" y="43731"/>
                </a:lnTo>
                <a:lnTo>
                  <a:pt x="339895" y="44469"/>
                </a:lnTo>
                <a:lnTo>
                  <a:pt x="339735" y="45215"/>
                </a:lnTo>
                <a:lnTo>
                  <a:pt x="339587" y="45970"/>
                </a:lnTo>
                <a:lnTo>
                  <a:pt x="339449" y="46733"/>
                </a:lnTo>
                <a:lnTo>
                  <a:pt x="339323" y="47506"/>
                </a:lnTo>
                <a:lnTo>
                  <a:pt x="339207" y="48286"/>
                </a:lnTo>
                <a:lnTo>
                  <a:pt x="339103" y="49076"/>
                </a:lnTo>
                <a:lnTo>
                  <a:pt x="339009" y="49874"/>
                </a:lnTo>
                <a:lnTo>
                  <a:pt x="338927" y="50681"/>
                </a:lnTo>
                <a:lnTo>
                  <a:pt x="338855" y="51496"/>
                </a:lnTo>
                <a:lnTo>
                  <a:pt x="338795" y="52320"/>
                </a:lnTo>
                <a:lnTo>
                  <a:pt x="338745" y="53153"/>
                </a:lnTo>
                <a:lnTo>
                  <a:pt x="338707" y="53995"/>
                </a:lnTo>
                <a:lnTo>
                  <a:pt x="338679" y="54845"/>
                </a:lnTo>
                <a:lnTo>
                  <a:pt x="338663" y="55703"/>
                </a:lnTo>
                <a:lnTo>
                  <a:pt x="338657" y="56571"/>
                </a:lnTo>
                <a:lnTo>
                  <a:pt x="338663" y="57404"/>
                </a:lnTo>
                <a:lnTo>
                  <a:pt x="338680" y="58230"/>
                </a:lnTo>
                <a:lnTo>
                  <a:pt x="338708" y="59049"/>
                </a:lnTo>
                <a:lnTo>
                  <a:pt x="338748" y="59862"/>
                </a:lnTo>
                <a:lnTo>
                  <a:pt x="338799" y="60667"/>
                </a:lnTo>
                <a:lnTo>
                  <a:pt x="338862" y="61466"/>
                </a:lnTo>
                <a:lnTo>
                  <a:pt x="338935" y="62257"/>
                </a:lnTo>
                <a:lnTo>
                  <a:pt x="339021" y="63042"/>
                </a:lnTo>
                <a:lnTo>
                  <a:pt x="339117" y="63819"/>
                </a:lnTo>
                <a:lnTo>
                  <a:pt x="339225" y="64590"/>
                </a:lnTo>
                <a:lnTo>
                  <a:pt x="339344" y="65354"/>
                </a:lnTo>
                <a:lnTo>
                  <a:pt x="339475" y="66111"/>
                </a:lnTo>
                <a:lnTo>
                  <a:pt x="339616" y="66860"/>
                </a:lnTo>
                <a:lnTo>
                  <a:pt x="339770" y="67603"/>
                </a:lnTo>
                <a:lnTo>
                  <a:pt x="339934" y="68339"/>
                </a:lnTo>
                <a:lnTo>
                  <a:pt x="340110" y="69068"/>
                </a:lnTo>
                <a:lnTo>
                  <a:pt x="340297" y="69790"/>
                </a:lnTo>
                <a:lnTo>
                  <a:pt x="340496" y="70505"/>
                </a:lnTo>
                <a:lnTo>
                  <a:pt x="340706" y="71214"/>
                </a:lnTo>
                <a:lnTo>
                  <a:pt x="340927" y="71915"/>
                </a:lnTo>
                <a:lnTo>
                  <a:pt x="341160" y="72609"/>
                </a:lnTo>
                <a:lnTo>
                  <a:pt x="341404" y="73296"/>
                </a:lnTo>
                <a:lnTo>
                  <a:pt x="341659" y="73977"/>
                </a:lnTo>
                <a:lnTo>
                  <a:pt x="341926" y="74650"/>
                </a:lnTo>
                <a:lnTo>
                  <a:pt x="342204" y="75314"/>
                </a:lnTo>
                <a:lnTo>
                  <a:pt x="342494" y="75967"/>
                </a:lnTo>
                <a:lnTo>
                  <a:pt x="342796" y="76607"/>
                </a:lnTo>
                <a:lnTo>
                  <a:pt x="343110" y="77236"/>
                </a:lnTo>
                <a:lnTo>
                  <a:pt x="343435" y="77854"/>
                </a:lnTo>
                <a:lnTo>
                  <a:pt x="343773" y="78459"/>
                </a:lnTo>
                <a:lnTo>
                  <a:pt x="344122" y="79053"/>
                </a:lnTo>
                <a:lnTo>
                  <a:pt x="344483" y="79635"/>
                </a:lnTo>
                <a:lnTo>
                  <a:pt x="344856" y="80206"/>
                </a:lnTo>
                <a:lnTo>
                  <a:pt x="345240" y="80765"/>
                </a:lnTo>
                <a:lnTo>
                  <a:pt x="345637" y="81312"/>
                </a:lnTo>
                <a:lnTo>
                  <a:pt x="346045" y="81847"/>
                </a:lnTo>
                <a:lnTo>
                  <a:pt x="346465" y="82371"/>
                </a:lnTo>
                <a:lnTo>
                  <a:pt x="346897" y="82883"/>
                </a:lnTo>
                <a:lnTo>
                  <a:pt x="347341" y="83383"/>
                </a:lnTo>
                <a:lnTo>
                  <a:pt x="347796" y="83872"/>
                </a:lnTo>
                <a:lnTo>
                  <a:pt x="348264" y="84349"/>
                </a:lnTo>
                <a:lnTo>
                  <a:pt x="348743" y="84814"/>
                </a:lnTo>
                <a:lnTo>
                  <a:pt x="349234" y="85267"/>
                </a:lnTo>
                <a:lnTo>
                  <a:pt x="349737" y="85709"/>
                </a:lnTo>
                <a:lnTo>
                  <a:pt x="350251" y="86139"/>
                </a:lnTo>
                <a:lnTo>
                  <a:pt x="350778" y="86558"/>
                </a:lnTo>
                <a:lnTo>
                  <a:pt x="351316" y="86965"/>
                </a:lnTo>
                <a:lnTo>
                  <a:pt x="351866" y="87360"/>
                </a:lnTo>
                <a:lnTo>
                  <a:pt x="352428" y="87741"/>
                </a:lnTo>
                <a:lnTo>
                  <a:pt x="353003" y="88105"/>
                </a:lnTo>
                <a:lnTo>
                  <a:pt x="353590" y="88454"/>
                </a:lnTo>
                <a:lnTo>
                  <a:pt x="354189" y="88786"/>
                </a:lnTo>
                <a:lnTo>
                  <a:pt x="354801" y="89102"/>
                </a:lnTo>
                <a:lnTo>
                  <a:pt x="355425" y="89402"/>
                </a:lnTo>
                <a:lnTo>
                  <a:pt x="356062" y="89686"/>
                </a:lnTo>
                <a:lnTo>
                  <a:pt x="356710" y="89953"/>
                </a:lnTo>
                <a:lnTo>
                  <a:pt x="357372" y="90204"/>
                </a:lnTo>
                <a:lnTo>
                  <a:pt x="358046" y="90439"/>
                </a:lnTo>
                <a:lnTo>
                  <a:pt x="358732" y="90658"/>
                </a:lnTo>
                <a:lnTo>
                  <a:pt x="359430" y="90861"/>
                </a:lnTo>
                <a:lnTo>
                  <a:pt x="360141" y="91047"/>
                </a:lnTo>
                <a:lnTo>
                  <a:pt x="360865" y="91217"/>
                </a:lnTo>
                <a:lnTo>
                  <a:pt x="361601" y="91371"/>
                </a:lnTo>
                <a:lnTo>
                  <a:pt x="362349" y="91509"/>
                </a:lnTo>
                <a:lnTo>
                  <a:pt x="363109" y="91631"/>
                </a:lnTo>
                <a:lnTo>
                  <a:pt x="363882" y="91736"/>
                </a:lnTo>
                <a:lnTo>
                  <a:pt x="364668" y="91825"/>
                </a:lnTo>
                <a:lnTo>
                  <a:pt x="365466" y="91898"/>
                </a:lnTo>
                <a:lnTo>
                  <a:pt x="366276" y="91955"/>
                </a:lnTo>
                <a:lnTo>
                  <a:pt x="367098" y="91995"/>
                </a:lnTo>
                <a:lnTo>
                  <a:pt x="367933" y="92020"/>
                </a:lnTo>
                <a:lnTo>
                  <a:pt x="368781" y="92028"/>
                </a:lnTo>
                <a:lnTo>
                  <a:pt x="369451" y="92023"/>
                </a:lnTo>
                <a:lnTo>
                  <a:pt x="370113" y="92008"/>
                </a:lnTo>
                <a:lnTo>
                  <a:pt x="370768" y="91983"/>
                </a:lnTo>
                <a:lnTo>
                  <a:pt x="371415" y="91949"/>
                </a:lnTo>
                <a:close/>
                <a:moveTo>
                  <a:pt x="350416" y="47006"/>
                </a:moveTo>
                <a:lnTo>
                  <a:pt x="350540" y="46250"/>
                </a:lnTo>
                <a:lnTo>
                  <a:pt x="350676" y="45510"/>
                </a:lnTo>
                <a:lnTo>
                  <a:pt x="350825" y="44787"/>
                </a:lnTo>
                <a:lnTo>
                  <a:pt x="350986" y="44081"/>
                </a:lnTo>
                <a:lnTo>
                  <a:pt x="351160" y="43391"/>
                </a:lnTo>
                <a:lnTo>
                  <a:pt x="351346" y="42717"/>
                </a:lnTo>
                <a:lnTo>
                  <a:pt x="351545" y="42060"/>
                </a:lnTo>
                <a:lnTo>
                  <a:pt x="351756" y="41420"/>
                </a:lnTo>
                <a:lnTo>
                  <a:pt x="351980" y="40796"/>
                </a:lnTo>
                <a:lnTo>
                  <a:pt x="352217" y="40188"/>
                </a:lnTo>
                <a:lnTo>
                  <a:pt x="352466" y="39598"/>
                </a:lnTo>
                <a:lnTo>
                  <a:pt x="352727" y="39023"/>
                </a:lnTo>
                <a:lnTo>
                  <a:pt x="353001" y="38466"/>
                </a:lnTo>
                <a:lnTo>
                  <a:pt x="353287" y="37924"/>
                </a:lnTo>
                <a:lnTo>
                  <a:pt x="353586" y="37400"/>
                </a:lnTo>
                <a:lnTo>
                  <a:pt x="353898" y="36892"/>
                </a:lnTo>
                <a:lnTo>
                  <a:pt x="354222" y="36400"/>
                </a:lnTo>
                <a:lnTo>
                  <a:pt x="354558" y="35925"/>
                </a:lnTo>
                <a:lnTo>
                  <a:pt x="354908" y="35467"/>
                </a:lnTo>
                <a:lnTo>
                  <a:pt x="355269" y="35025"/>
                </a:lnTo>
                <a:lnTo>
                  <a:pt x="355643" y="34600"/>
                </a:lnTo>
                <a:lnTo>
                  <a:pt x="356029" y="34194"/>
                </a:lnTo>
                <a:lnTo>
                  <a:pt x="356427" y="33805"/>
                </a:lnTo>
                <a:lnTo>
                  <a:pt x="356837" y="33435"/>
                </a:lnTo>
                <a:lnTo>
                  <a:pt x="357259" y="33083"/>
                </a:lnTo>
                <a:lnTo>
                  <a:pt x="357693" y="32748"/>
                </a:lnTo>
                <a:lnTo>
                  <a:pt x="358139" y="32432"/>
                </a:lnTo>
                <a:lnTo>
                  <a:pt x="358597" y="32134"/>
                </a:lnTo>
                <a:lnTo>
                  <a:pt x="359068" y="31854"/>
                </a:lnTo>
                <a:lnTo>
                  <a:pt x="359550" y="31592"/>
                </a:lnTo>
                <a:lnTo>
                  <a:pt x="360044" y="31348"/>
                </a:lnTo>
                <a:lnTo>
                  <a:pt x="360551" y="31122"/>
                </a:lnTo>
                <a:lnTo>
                  <a:pt x="361069" y="30914"/>
                </a:lnTo>
                <a:lnTo>
                  <a:pt x="361600" y="30725"/>
                </a:lnTo>
                <a:lnTo>
                  <a:pt x="362142" y="30553"/>
                </a:lnTo>
                <a:lnTo>
                  <a:pt x="362697" y="30399"/>
                </a:lnTo>
                <a:lnTo>
                  <a:pt x="363264" y="30264"/>
                </a:lnTo>
                <a:lnTo>
                  <a:pt x="363842" y="30146"/>
                </a:lnTo>
                <a:lnTo>
                  <a:pt x="364433" y="30047"/>
                </a:lnTo>
                <a:lnTo>
                  <a:pt x="365036" y="29966"/>
                </a:lnTo>
                <a:lnTo>
                  <a:pt x="365651" y="29903"/>
                </a:lnTo>
                <a:lnTo>
                  <a:pt x="366278" y="29857"/>
                </a:lnTo>
                <a:lnTo>
                  <a:pt x="366917" y="29830"/>
                </a:lnTo>
                <a:lnTo>
                  <a:pt x="367568" y="29821"/>
                </a:lnTo>
                <a:lnTo>
                  <a:pt x="368208" y="29830"/>
                </a:lnTo>
                <a:lnTo>
                  <a:pt x="368836" y="29858"/>
                </a:lnTo>
                <a:lnTo>
                  <a:pt x="369452" y="29903"/>
                </a:lnTo>
                <a:lnTo>
                  <a:pt x="370056" y="29967"/>
                </a:lnTo>
                <a:lnTo>
                  <a:pt x="370648" y="30049"/>
                </a:lnTo>
                <a:lnTo>
                  <a:pt x="371228" y="30149"/>
                </a:lnTo>
                <a:lnTo>
                  <a:pt x="371796" y="30267"/>
                </a:lnTo>
                <a:lnTo>
                  <a:pt x="372352" y="30403"/>
                </a:lnTo>
                <a:lnTo>
                  <a:pt x="372897" y="30558"/>
                </a:lnTo>
                <a:lnTo>
                  <a:pt x="373429" y="30731"/>
                </a:lnTo>
                <a:lnTo>
                  <a:pt x="373950" y="30922"/>
                </a:lnTo>
                <a:lnTo>
                  <a:pt x="374458" y="31131"/>
                </a:lnTo>
                <a:lnTo>
                  <a:pt x="374955" y="31359"/>
                </a:lnTo>
                <a:lnTo>
                  <a:pt x="375440" y="31604"/>
                </a:lnTo>
                <a:lnTo>
                  <a:pt x="375913" y="31868"/>
                </a:lnTo>
                <a:lnTo>
                  <a:pt x="376373" y="32150"/>
                </a:lnTo>
                <a:lnTo>
                  <a:pt x="376822" y="32450"/>
                </a:lnTo>
                <a:lnTo>
                  <a:pt x="377259" y="32768"/>
                </a:lnTo>
                <a:lnTo>
                  <a:pt x="377684" y="33105"/>
                </a:lnTo>
                <a:lnTo>
                  <a:pt x="378097" y="33460"/>
                </a:lnTo>
                <a:lnTo>
                  <a:pt x="378499" y="33833"/>
                </a:lnTo>
                <a:lnTo>
                  <a:pt x="378888" y="34224"/>
                </a:lnTo>
                <a:lnTo>
                  <a:pt x="379265" y="34633"/>
                </a:lnTo>
                <a:lnTo>
                  <a:pt x="379631" y="35061"/>
                </a:lnTo>
                <a:lnTo>
                  <a:pt x="379983" y="35505"/>
                </a:lnTo>
                <a:lnTo>
                  <a:pt x="380321" y="35966"/>
                </a:lnTo>
                <a:lnTo>
                  <a:pt x="380645" y="36443"/>
                </a:lnTo>
                <a:lnTo>
                  <a:pt x="380954" y="36936"/>
                </a:lnTo>
                <a:lnTo>
                  <a:pt x="381249" y="37446"/>
                </a:lnTo>
                <a:lnTo>
                  <a:pt x="381530" y="37971"/>
                </a:lnTo>
                <a:lnTo>
                  <a:pt x="381797" y="38513"/>
                </a:lnTo>
                <a:lnTo>
                  <a:pt x="382049" y="39071"/>
                </a:lnTo>
                <a:lnTo>
                  <a:pt x="382287" y="39645"/>
                </a:lnTo>
                <a:lnTo>
                  <a:pt x="382511" y="40235"/>
                </a:lnTo>
                <a:lnTo>
                  <a:pt x="382721" y="40842"/>
                </a:lnTo>
                <a:lnTo>
                  <a:pt x="382916" y="41464"/>
                </a:lnTo>
                <a:lnTo>
                  <a:pt x="383097" y="42103"/>
                </a:lnTo>
                <a:lnTo>
                  <a:pt x="383264" y="42758"/>
                </a:lnTo>
                <a:lnTo>
                  <a:pt x="383416" y="43429"/>
                </a:lnTo>
                <a:lnTo>
                  <a:pt x="383554" y="44116"/>
                </a:lnTo>
                <a:lnTo>
                  <a:pt x="383678" y="44820"/>
                </a:lnTo>
                <a:lnTo>
                  <a:pt x="383788" y="45540"/>
                </a:lnTo>
                <a:lnTo>
                  <a:pt x="383883" y="46275"/>
                </a:lnTo>
                <a:lnTo>
                  <a:pt x="383964" y="47027"/>
                </a:lnTo>
                <a:lnTo>
                  <a:pt x="384031" y="47795"/>
                </a:lnTo>
                <a:lnTo>
                  <a:pt x="384084" y="48580"/>
                </a:lnTo>
                <a:lnTo>
                  <a:pt x="384122" y="49380"/>
                </a:lnTo>
                <a:lnTo>
                  <a:pt x="384146" y="50197"/>
                </a:lnTo>
                <a:lnTo>
                  <a:pt x="350046" y="50197"/>
                </a:lnTo>
                <a:lnTo>
                  <a:pt x="350120" y="49374"/>
                </a:lnTo>
                <a:lnTo>
                  <a:pt x="350206" y="48569"/>
                </a:lnTo>
                <a:lnTo>
                  <a:pt x="350305" y="47779"/>
                </a:lnTo>
                <a:lnTo>
                  <a:pt x="350416" y="47006"/>
                </a:lnTo>
                <a:close/>
                <a:moveTo>
                  <a:pt x="435466" y="91995"/>
                </a:moveTo>
                <a:lnTo>
                  <a:pt x="435915" y="91977"/>
                </a:lnTo>
                <a:lnTo>
                  <a:pt x="436360" y="91954"/>
                </a:lnTo>
                <a:lnTo>
                  <a:pt x="436803" y="91928"/>
                </a:lnTo>
                <a:lnTo>
                  <a:pt x="437244" y="91898"/>
                </a:lnTo>
                <a:lnTo>
                  <a:pt x="437681" y="91863"/>
                </a:lnTo>
                <a:lnTo>
                  <a:pt x="438116" y="91824"/>
                </a:lnTo>
                <a:lnTo>
                  <a:pt x="438549" y="91782"/>
                </a:lnTo>
                <a:lnTo>
                  <a:pt x="438978" y="91735"/>
                </a:lnTo>
                <a:lnTo>
                  <a:pt x="439405" y="91684"/>
                </a:lnTo>
                <a:lnTo>
                  <a:pt x="439829" y="91629"/>
                </a:lnTo>
                <a:lnTo>
                  <a:pt x="440251" y="91571"/>
                </a:lnTo>
                <a:lnTo>
                  <a:pt x="440669" y="91508"/>
                </a:lnTo>
                <a:lnTo>
                  <a:pt x="441085" y="91441"/>
                </a:lnTo>
                <a:lnTo>
                  <a:pt x="441499" y="91369"/>
                </a:lnTo>
                <a:lnTo>
                  <a:pt x="441910" y="91294"/>
                </a:lnTo>
                <a:lnTo>
                  <a:pt x="442318" y="91215"/>
                </a:lnTo>
                <a:lnTo>
                  <a:pt x="442723" y="91132"/>
                </a:lnTo>
                <a:lnTo>
                  <a:pt x="443126" y="91044"/>
                </a:lnTo>
                <a:lnTo>
                  <a:pt x="443526" y="90953"/>
                </a:lnTo>
                <a:lnTo>
                  <a:pt x="443923" y="90857"/>
                </a:lnTo>
                <a:lnTo>
                  <a:pt x="444317" y="90758"/>
                </a:lnTo>
                <a:lnTo>
                  <a:pt x="444706" y="90654"/>
                </a:lnTo>
                <a:lnTo>
                  <a:pt x="445092" y="90546"/>
                </a:lnTo>
                <a:lnTo>
                  <a:pt x="445473" y="90433"/>
                </a:lnTo>
                <a:lnTo>
                  <a:pt x="445850" y="90315"/>
                </a:lnTo>
                <a:lnTo>
                  <a:pt x="446223" y="90194"/>
                </a:lnTo>
                <a:lnTo>
                  <a:pt x="446591" y="90068"/>
                </a:lnTo>
                <a:lnTo>
                  <a:pt x="446955" y="89937"/>
                </a:lnTo>
                <a:lnTo>
                  <a:pt x="447315" y="89802"/>
                </a:lnTo>
                <a:lnTo>
                  <a:pt x="447671" y="89663"/>
                </a:lnTo>
                <a:lnTo>
                  <a:pt x="448023" y="89519"/>
                </a:lnTo>
                <a:lnTo>
                  <a:pt x="448371" y="89370"/>
                </a:lnTo>
                <a:lnTo>
                  <a:pt x="448714" y="89218"/>
                </a:lnTo>
                <a:lnTo>
                  <a:pt x="449053" y="89061"/>
                </a:lnTo>
                <a:lnTo>
                  <a:pt x="449388" y="88899"/>
                </a:lnTo>
                <a:lnTo>
                  <a:pt x="449718" y="88733"/>
                </a:lnTo>
                <a:lnTo>
                  <a:pt x="450045" y="88563"/>
                </a:lnTo>
                <a:lnTo>
                  <a:pt x="450367" y="88388"/>
                </a:lnTo>
                <a:lnTo>
                  <a:pt x="450685" y="88209"/>
                </a:lnTo>
                <a:lnTo>
                  <a:pt x="450999" y="88025"/>
                </a:lnTo>
                <a:lnTo>
                  <a:pt x="451308" y="87837"/>
                </a:lnTo>
                <a:lnTo>
                  <a:pt x="451614" y="87644"/>
                </a:lnTo>
                <a:lnTo>
                  <a:pt x="451915" y="87447"/>
                </a:lnTo>
                <a:lnTo>
                  <a:pt x="452212" y="87246"/>
                </a:lnTo>
                <a:lnTo>
                  <a:pt x="452504" y="87040"/>
                </a:lnTo>
                <a:lnTo>
                  <a:pt x="452790" y="86829"/>
                </a:lnTo>
                <a:lnTo>
                  <a:pt x="453072" y="86613"/>
                </a:lnTo>
                <a:lnTo>
                  <a:pt x="453347" y="86393"/>
                </a:lnTo>
                <a:lnTo>
                  <a:pt x="453617" y="86168"/>
                </a:lnTo>
                <a:lnTo>
                  <a:pt x="453882" y="85938"/>
                </a:lnTo>
                <a:lnTo>
                  <a:pt x="454141" y="85703"/>
                </a:lnTo>
                <a:lnTo>
                  <a:pt x="454394" y="85463"/>
                </a:lnTo>
                <a:lnTo>
                  <a:pt x="454643" y="85219"/>
                </a:lnTo>
                <a:lnTo>
                  <a:pt x="454885" y="84970"/>
                </a:lnTo>
                <a:lnTo>
                  <a:pt x="455122" y="84716"/>
                </a:lnTo>
                <a:lnTo>
                  <a:pt x="455354" y="84457"/>
                </a:lnTo>
                <a:lnTo>
                  <a:pt x="455580" y="84193"/>
                </a:lnTo>
                <a:lnTo>
                  <a:pt x="455801" y="83925"/>
                </a:lnTo>
                <a:lnTo>
                  <a:pt x="456016" y="83652"/>
                </a:lnTo>
                <a:lnTo>
                  <a:pt x="456225" y="83374"/>
                </a:lnTo>
                <a:lnTo>
                  <a:pt x="456429" y="83091"/>
                </a:lnTo>
                <a:lnTo>
                  <a:pt x="456628" y="82803"/>
                </a:lnTo>
                <a:lnTo>
                  <a:pt x="456821" y="82511"/>
                </a:lnTo>
                <a:lnTo>
                  <a:pt x="457009" y="82214"/>
                </a:lnTo>
                <a:lnTo>
                  <a:pt x="457191" y="81912"/>
                </a:lnTo>
                <a:lnTo>
                  <a:pt x="457367" y="81605"/>
                </a:lnTo>
                <a:lnTo>
                  <a:pt x="457538" y="81294"/>
                </a:lnTo>
                <a:lnTo>
                  <a:pt x="457704" y="80977"/>
                </a:lnTo>
                <a:lnTo>
                  <a:pt x="457864" y="80656"/>
                </a:lnTo>
                <a:lnTo>
                  <a:pt x="458016" y="80330"/>
                </a:lnTo>
                <a:lnTo>
                  <a:pt x="458162" y="79999"/>
                </a:lnTo>
                <a:lnTo>
                  <a:pt x="458301" y="79663"/>
                </a:lnTo>
                <a:lnTo>
                  <a:pt x="458434" y="79322"/>
                </a:lnTo>
                <a:lnTo>
                  <a:pt x="458559" y="78976"/>
                </a:lnTo>
                <a:lnTo>
                  <a:pt x="458678" y="78625"/>
                </a:lnTo>
                <a:lnTo>
                  <a:pt x="458790" y="78269"/>
                </a:lnTo>
                <a:lnTo>
                  <a:pt x="458895" y="77908"/>
                </a:lnTo>
                <a:lnTo>
                  <a:pt x="458993" y="77543"/>
                </a:lnTo>
                <a:lnTo>
                  <a:pt x="459085" y="77172"/>
                </a:lnTo>
                <a:lnTo>
                  <a:pt x="459170" y="76797"/>
                </a:lnTo>
                <a:lnTo>
                  <a:pt x="459248" y="76417"/>
                </a:lnTo>
                <a:lnTo>
                  <a:pt x="459319" y="76032"/>
                </a:lnTo>
                <a:lnTo>
                  <a:pt x="459384" y="75641"/>
                </a:lnTo>
                <a:lnTo>
                  <a:pt x="459441" y="75246"/>
                </a:lnTo>
                <a:lnTo>
                  <a:pt x="459492" y="74846"/>
                </a:lnTo>
                <a:lnTo>
                  <a:pt x="459536" y="74442"/>
                </a:lnTo>
                <a:lnTo>
                  <a:pt x="459574" y="74032"/>
                </a:lnTo>
                <a:lnTo>
                  <a:pt x="459604" y="73617"/>
                </a:lnTo>
                <a:lnTo>
                  <a:pt x="459628" y="73197"/>
                </a:lnTo>
                <a:lnTo>
                  <a:pt x="459645" y="72773"/>
                </a:lnTo>
                <a:lnTo>
                  <a:pt x="459655" y="72344"/>
                </a:lnTo>
                <a:lnTo>
                  <a:pt x="459658" y="71909"/>
                </a:lnTo>
                <a:lnTo>
                  <a:pt x="459654" y="71382"/>
                </a:lnTo>
                <a:lnTo>
                  <a:pt x="459641" y="70863"/>
                </a:lnTo>
                <a:lnTo>
                  <a:pt x="459619" y="70352"/>
                </a:lnTo>
                <a:lnTo>
                  <a:pt x="459588" y="69849"/>
                </a:lnTo>
                <a:lnTo>
                  <a:pt x="459549" y="69354"/>
                </a:lnTo>
                <a:lnTo>
                  <a:pt x="459500" y="68867"/>
                </a:lnTo>
                <a:lnTo>
                  <a:pt x="459443" y="68389"/>
                </a:lnTo>
                <a:lnTo>
                  <a:pt x="459378" y="67918"/>
                </a:lnTo>
                <a:lnTo>
                  <a:pt x="459303" y="67456"/>
                </a:lnTo>
                <a:lnTo>
                  <a:pt x="459220" y="67002"/>
                </a:lnTo>
                <a:lnTo>
                  <a:pt x="459128" y="66556"/>
                </a:lnTo>
                <a:lnTo>
                  <a:pt x="459027" y="66118"/>
                </a:lnTo>
                <a:lnTo>
                  <a:pt x="458917" y="65688"/>
                </a:lnTo>
                <a:lnTo>
                  <a:pt x="458798" y="65266"/>
                </a:lnTo>
                <a:lnTo>
                  <a:pt x="458671" y="64853"/>
                </a:lnTo>
                <a:lnTo>
                  <a:pt x="458535" y="64447"/>
                </a:lnTo>
                <a:lnTo>
                  <a:pt x="458390" y="64050"/>
                </a:lnTo>
                <a:lnTo>
                  <a:pt x="458237" y="63661"/>
                </a:lnTo>
                <a:lnTo>
                  <a:pt x="458075" y="63280"/>
                </a:lnTo>
                <a:lnTo>
                  <a:pt x="457903" y="62907"/>
                </a:lnTo>
                <a:lnTo>
                  <a:pt x="457724" y="62542"/>
                </a:lnTo>
                <a:lnTo>
                  <a:pt x="457535" y="62185"/>
                </a:lnTo>
                <a:lnTo>
                  <a:pt x="457337" y="61836"/>
                </a:lnTo>
                <a:lnTo>
                  <a:pt x="457131" y="61496"/>
                </a:lnTo>
                <a:lnTo>
                  <a:pt x="456916" y="61162"/>
                </a:lnTo>
                <a:lnTo>
                  <a:pt x="456693" y="60833"/>
                </a:lnTo>
                <a:lnTo>
                  <a:pt x="456462" y="60509"/>
                </a:lnTo>
                <a:lnTo>
                  <a:pt x="456222" y="60191"/>
                </a:lnTo>
                <a:lnTo>
                  <a:pt x="455973" y="59877"/>
                </a:lnTo>
                <a:lnTo>
                  <a:pt x="455716" y="59569"/>
                </a:lnTo>
                <a:lnTo>
                  <a:pt x="455451" y="59266"/>
                </a:lnTo>
                <a:lnTo>
                  <a:pt x="455177" y="58968"/>
                </a:lnTo>
                <a:lnTo>
                  <a:pt x="454895" y="58676"/>
                </a:lnTo>
                <a:lnTo>
                  <a:pt x="454604" y="58388"/>
                </a:lnTo>
                <a:lnTo>
                  <a:pt x="454305" y="58106"/>
                </a:lnTo>
                <a:lnTo>
                  <a:pt x="453998" y="57829"/>
                </a:lnTo>
                <a:lnTo>
                  <a:pt x="453682" y="57557"/>
                </a:lnTo>
                <a:lnTo>
                  <a:pt x="453357" y="57290"/>
                </a:lnTo>
                <a:lnTo>
                  <a:pt x="453025" y="57028"/>
                </a:lnTo>
                <a:lnTo>
                  <a:pt x="452684" y="56772"/>
                </a:lnTo>
                <a:lnTo>
                  <a:pt x="452334" y="56521"/>
                </a:lnTo>
                <a:lnTo>
                  <a:pt x="451976" y="56275"/>
                </a:lnTo>
                <a:lnTo>
                  <a:pt x="451609" y="56034"/>
                </a:lnTo>
                <a:lnTo>
                  <a:pt x="451235" y="55798"/>
                </a:lnTo>
                <a:lnTo>
                  <a:pt x="450851" y="55568"/>
                </a:lnTo>
                <a:lnTo>
                  <a:pt x="450460" y="55342"/>
                </a:lnTo>
                <a:lnTo>
                  <a:pt x="450060" y="55122"/>
                </a:lnTo>
                <a:lnTo>
                  <a:pt x="449651" y="54907"/>
                </a:lnTo>
                <a:lnTo>
                  <a:pt x="449234" y="54696"/>
                </a:lnTo>
                <a:lnTo>
                  <a:pt x="448808" y="54487"/>
                </a:lnTo>
                <a:lnTo>
                  <a:pt x="448374" y="54280"/>
                </a:lnTo>
                <a:lnTo>
                  <a:pt x="447932" y="54076"/>
                </a:lnTo>
                <a:lnTo>
                  <a:pt x="447480" y="53875"/>
                </a:lnTo>
                <a:lnTo>
                  <a:pt x="447021" y="53676"/>
                </a:lnTo>
                <a:lnTo>
                  <a:pt x="446552" y="53479"/>
                </a:lnTo>
                <a:lnTo>
                  <a:pt x="446076" y="53285"/>
                </a:lnTo>
                <a:lnTo>
                  <a:pt x="445590" y="53093"/>
                </a:lnTo>
                <a:lnTo>
                  <a:pt x="445096" y="52904"/>
                </a:lnTo>
                <a:lnTo>
                  <a:pt x="444594" y="52717"/>
                </a:lnTo>
                <a:lnTo>
                  <a:pt x="444083" y="52533"/>
                </a:lnTo>
                <a:lnTo>
                  <a:pt x="443563" y="52351"/>
                </a:lnTo>
                <a:lnTo>
                  <a:pt x="443035" y="52172"/>
                </a:lnTo>
                <a:lnTo>
                  <a:pt x="442499" y="51995"/>
                </a:lnTo>
                <a:lnTo>
                  <a:pt x="441954" y="51820"/>
                </a:lnTo>
                <a:lnTo>
                  <a:pt x="441400" y="51648"/>
                </a:lnTo>
                <a:lnTo>
                  <a:pt x="440838" y="51479"/>
                </a:lnTo>
                <a:lnTo>
                  <a:pt x="440267" y="51312"/>
                </a:lnTo>
                <a:lnTo>
                  <a:pt x="439688" y="51147"/>
                </a:lnTo>
                <a:lnTo>
                  <a:pt x="439100" y="50985"/>
                </a:lnTo>
                <a:lnTo>
                  <a:pt x="438503" y="50825"/>
                </a:lnTo>
                <a:lnTo>
                  <a:pt x="437898" y="50668"/>
                </a:lnTo>
                <a:lnTo>
                  <a:pt x="437285" y="50513"/>
                </a:lnTo>
                <a:lnTo>
                  <a:pt x="436734" y="50372"/>
                </a:lnTo>
                <a:lnTo>
                  <a:pt x="436192" y="50231"/>
                </a:lnTo>
                <a:lnTo>
                  <a:pt x="435659" y="50091"/>
                </a:lnTo>
                <a:lnTo>
                  <a:pt x="435136" y="49952"/>
                </a:lnTo>
                <a:lnTo>
                  <a:pt x="434622" y="49813"/>
                </a:lnTo>
                <a:lnTo>
                  <a:pt x="434118" y="49675"/>
                </a:lnTo>
                <a:lnTo>
                  <a:pt x="433622" y="49537"/>
                </a:lnTo>
                <a:lnTo>
                  <a:pt x="433137" y="49400"/>
                </a:lnTo>
                <a:lnTo>
                  <a:pt x="432660" y="49264"/>
                </a:lnTo>
                <a:lnTo>
                  <a:pt x="432193" y="49128"/>
                </a:lnTo>
                <a:lnTo>
                  <a:pt x="431735" y="48993"/>
                </a:lnTo>
                <a:lnTo>
                  <a:pt x="431287" y="48858"/>
                </a:lnTo>
                <a:lnTo>
                  <a:pt x="430848" y="48724"/>
                </a:lnTo>
                <a:lnTo>
                  <a:pt x="430419" y="48591"/>
                </a:lnTo>
                <a:lnTo>
                  <a:pt x="429998" y="48458"/>
                </a:lnTo>
                <a:lnTo>
                  <a:pt x="429587" y="48326"/>
                </a:lnTo>
                <a:lnTo>
                  <a:pt x="429186" y="48195"/>
                </a:lnTo>
                <a:lnTo>
                  <a:pt x="428794" y="48064"/>
                </a:lnTo>
                <a:lnTo>
                  <a:pt x="428411" y="47933"/>
                </a:lnTo>
                <a:lnTo>
                  <a:pt x="428037" y="47804"/>
                </a:lnTo>
                <a:lnTo>
                  <a:pt x="427673" y="47675"/>
                </a:lnTo>
                <a:lnTo>
                  <a:pt x="427319" y="47546"/>
                </a:lnTo>
                <a:lnTo>
                  <a:pt x="426973" y="47419"/>
                </a:lnTo>
                <a:lnTo>
                  <a:pt x="426637" y="47292"/>
                </a:lnTo>
                <a:lnTo>
                  <a:pt x="426310" y="47164"/>
                </a:lnTo>
                <a:lnTo>
                  <a:pt x="425990" y="47035"/>
                </a:lnTo>
                <a:lnTo>
                  <a:pt x="425679" y="46904"/>
                </a:lnTo>
                <a:lnTo>
                  <a:pt x="425376" y="46773"/>
                </a:lnTo>
                <a:lnTo>
                  <a:pt x="425080" y="46640"/>
                </a:lnTo>
                <a:lnTo>
                  <a:pt x="424792" y="46505"/>
                </a:lnTo>
                <a:lnTo>
                  <a:pt x="424513" y="46369"/>
                </a:lnTo>
                <a:lnTo>
                  <a:pt x="424241" y="46232"/>
                </a:lnTo>
                <a:lnTo>
                  <a:pt x="423977" y="46094"/>
                </a:lnTo>
                <a:lnTo>
                  <a:pt x="423722" y="45954"/>
                </a:lnTo>
                <a:lnTo>
                  <a:pt x="423474" y="45813"/>
                </a:lnTo>
                <a:lnTo>
                  <a:pt x="423234" y="45670"/>
                </a:lnTo>
                <a:lnTo>
                  <a:pt x="423002" y="45526"/>
                </a:lnTo>
                <a:lnTo>
                  <a:pt x="422778" y="45381"/>
                </a:lnTo>
                <a:lnTo>
                  <a:pt x="422562" y="45234"/>
                </a:lnTo>
                <a:lnTo>
                  <a:pt x="422354" y="45087"/>
                </a:lnTo>
                <a:lnTo>
                  <a:pt x="422154" y="44937"/>
                </a:lnTo>
                <a:lnTo>
                  <a:pt x="421962" y="44787"/>
                </a:lnTo>
                <a:lnTo>
                  <a:pt x="421778" y="44635"/>
                </a:lnTo>
                <a:lnTo>
                  <a:pt x="421602" y="44481"/>
                </a:lnTo>
                <a:lnTo>
                  <a:pt x="421433" y="44327"/>
                </a:lnTo>
                <a:lnTo>
                  <a:pt x="421273" y="44171"/>
                </a:lnTo>
                <a:lnTo>
                  <a:pt x="421121" y="44013"/>
                </a:lnTo>
                <a:lnTo>
                  <a:pt x="420976" y="43855"/>
                </a:lnTo>
                <a:lnTo>
                  <a:pt x="420839" y="43694"/>
                </a:lnTo>
                <a:lnTo>
                  <a:pt x="420707" y="43530"/>
                </a:lnTo>
                <a:lnTo>
                  <a:pt x="420582" y="43363"/>
                </a:lnTo>
                <a:lnTo>
                  <a:pt x="420462" y="43193"/>
                </a:lnTo>
                <a:lnTo>
                  <a:pt x="420348" y="43020"/>
                </a:lnTo>
                <a:lnTo>
                  <a:pt x="420239" y="42845"/>
                </a:lnTo>
                <a:lnTo>
                  <a:pt x="420137" y="42666"/>
                </a:lnTo>
                <a:lnTo>
                  <a:pt x="420041" y="42484"/>
                </a:lnTo>
                <a:lnTo>
                  <a:pt x="419950" y="42300"/>
                </a:lnTo>
                <a:lnTo>
                  <a:pt x="419865" y="42112"/>
                </a:lnTo>
                <a:lnTo>
                  <a:pt x="419786" y="41922"/>
                </a:lnTo>
                <a:lnTo>
                  <a:pt x="419713" y="41728"/>
                </a:lnTo>
                <a:lnTo>
                  <a:pt x="419646" y="41532"/>
                </a:lnTo>
                <a:lnTo>
                  <a:pt x="419584" y="41333"/>
                </a:lnTo>
                <a:lnTo>
                  <a:pt x="419529" y="41131"/>
                </a:lnTo>
                <a:lnTo>
                  <a:pt x="419479" y="40926"/>
                </a:lnTo>
                <a:lnTo>
                  <a:pt x="419435" y="40717"/>
                </a:lnTo>
                <a:lnTo>
                  <a:pt x="419397" y="40506"/>
                </a:lnTo>
                <a:lnTo>
                  <a:pt x="419365" y="40292"/>
                </a:lnTo>
                <a:lnTo>
                  <a:pt x="419339" y="40075"/>
                </a:lnTo>
                <a:lnTo>
                  <a:pt x="419318" y="39856"/>
                </a:lnTo>
                <a:lnTo>
                  <a:pt x="419303" y="39633"/>
                </a:lnTo>
                <a:lnTo>
                  <a:pt x="419295" y="39407"/>
                </a:lnTo>
                <a:lnTo>
                  <a:pt x="419292" y="39178"/>
                </a:lnTo>
                <a:lnTo>
                  <a:pt x="419298" y="38775"/>
                </a:lnTo>
                <a:lnTo>
                  <a:pt x="419318" y="38381"/>
                </a:lnTo>
                <a:lnTo>
                  <a:pt x="419351" y="37996"/>
                </a:lnTo>
                <a:lnTo>
                  <a:pt x="419397" y="37619"/>
                </a:lnTo>
                <a:lnTo>
                  <a:pt x="419456" y="37252"/>
                </a:lnTo>
                <a:lnTo>
                  <a:pt x="419528" y="36894"/>
                </a:lnTo>
                <a:lnTo>
                  <a:pt x="419613" y="36545"/>
                </a:lnTo>
                <a:lnTo>
                  <a:pt x="419711" y="36204"/>
                </a:lnTo>
                <a:lnTo>
                  <a:pt x="419822" y="35873"/>
                </a:lnTo>
                <a:lnTo>
                  <a:pt x="419947" y="35551"/>
                </a:lnTo>
                <a:lnTo>
                  <a:pt x="420084" y="35238"/>
                </a:lnTo>
                <a:lnTo>
                  <a:pt x="420235" y="34934"/>
                </a:lnTo>
                <a:lnTo>
                  <a:pt x="420399" y="34638"/>
                </a:lnTo>
                <a:lnTo>
                  <a:pt x="420576" y="34352"/>
                </a:lnTo>
                <a:lnTo>
                  <a:pt x="420766" y="34075"/>
                </a:lnTo>
                <a:lnTo>
                  <a:pt x="420969" y="33807"/>
                </a:lnTo>
                <a:lnTo>
                  <a:pt x="421185" y="33548"/>
                </a:lnTo>
                <a:lnTo>
                  <a:pt x="421415" y="33298"/>
                </a:lnTo>
                <a:lnTo>
                  <a:pt x="421657" y="33057"/>
                </a:lnTo>
                <a:lnTo>
                  <a:pt x="421912" y="32825"/>
                </a:lnTo>
                <a:lnTo>
                  <a:pt x="422181" y="32602"/>
                </a:lnTo>
                <a:lnTo>
                  <a:pt x="422463" y="32388"/>
                </a:lnTo>
                <a:lnTo>
                  <a:pt x="422758" y="32183"/>
                </a:lnTo>
                <a:lnTo>
                  <a:pt x="423066" y="31987"/>
                </a:lnTo>
                <a:lnTo>
                  <a:pt x="423384" y="31799"/>
                </a:lnTo>
                <a:lnTo>
                  <a:pt x="423710" y="31619"/>
                </a:lnTo>
                <a:lnTo>
                  <a:pt x="424045" y="31447"/>
                </a:lnTo>
                <a:lnTo>
                  <a:pt x="424387" y="31284"/>
                </a:lnTo>
                <a:lnTo>
                  <a:pt x="424737" y="31128"/>
                </a:lnTo>
                <a:lnTo>
                  <a:pt x="425096" y="30980"/>
                </a:lnTo>
                <a:lnTo>
                  <a:pt x="425462" y="30840"/>
                </a:lnTo>
                <a:lnTo>
                  <a:pt x="425836" y="30709"/>
                </a:lnTo>
                <a:lnTo>
                  <a:pt x="426218" y="30585"/>
                </a:lnTo>
                <a:lnTo>
                  <a:pt x="426608" y="30469"/>
                </a:lnTo>
                <a:lnTo>
                  <a:pt x="427006" y="30361"/>
                </a:lnTo>
                <a:lnTo>
                  <a:pt x="427412" y="30261"/>
                </a:lnTo>
                <a:lnTo>
                  <a:pt x="427826" y="30170"/>
                </a:lnTo>
                <a:lnTo>
                  <a:pt x="428248" y="30086"/>
                </a:lnTo>
                <a:lnTo>
                  <a:pt x="428678" y="30010"/>
                </a:lnTo>
                <a:lnTo>
                  <a:pt x="429116" y="29942"/>
                </a:lnTo>
                <a:lnTo>
                  <a:pt x="429561" y="29882"/>
                </a:lnTo>
                <a:lnTo>
                  <a:pt x="430015" y="29830"/>
                </a:lnTo>
                <a:lnTo>
                  <a:pt x="430477" y="29786"/>
                </a:lnTo>
                <a:lnTo>
                  <a:pt x="430946" y="29750"/>
                </a:lnTo>
                <a:lnTo>
                  <a:pt x="431424" y="29722"/>
                </a:lnTo>
                <a:lnTo>
                  <a:pt x="431910" y="29702"/>
                </a:lnTo>
                <a:lnTo>
                  <a:pt x="432403" y="29690"/>
                </a:lnTo>
                <a:lnTo>
                  <a:pt x="432905" y="29686"/>
                </a:lnTo>
                <a:lnTo>
                  <a:pt x="433407" y="29692"/>
                </a:lnTo>
                <a:lnTo>
                  <a:pt x="433902" y="29708"/>
                </a:lnTo>
                <a:lnTo>
                  <a:pt x="434391" y="29735"/>
                </a:lnTo>
                <a:lnTo>
                  <a:pt x="434873" y="29773"/>
                </a:lnTo>
                <a:lnTo>
                  <a:pt x="435348" y="29821"/>
                </a:lnTo>
                <a:lnTo>
                  <a:pt x="435817" y="29881"/>
                </a:lnTo>
                <a:lnTo>
                  <a:pt x="436279" y="29951"/>
                </a:lnTo>
                <a:lnTo>
                  <a:pt x="436735" y="30032"/>
                </a:lnTo>
                <a:lnTo>
                  <a:pt x="437183" y="30123"/>
                </a:lnTo>
                <a:lnTo>
                  <a:pt x="437625" y="30226"/>
                </a:lnTo>
                <a:lnTo>
                  <a:pt x="438061" y="30339"/>
                </a:lnTo>
                <a:lnTo>
                  <a:pt x="438489" y="30463"/>
                </a:lnTo>
                <a:lnTo>
                  <a:pt x="438912" y="30598"/>
                </a:lnTo>
                <a:lnTo>
                  <a:pt x="439327" y="30744"/>
                </a:lnTo>
                <a:lnTo>
                  <a:pt x="439736" y="30900"/>
                </a:lnTo>
                <a:lnTo>
                  <a:pt x="440138" y="31068"/>
                </a:lnTo>
                <a:lnTo>
                  <a:pt x="440533" y="31246"/>
                </a:lnTo>
                <a:lnTo>
                  <a:pt x="440922" y="31434"/>
                </a:lnTo>
                <a:lnTo>
                  <a:pt x="441304" y="31634"/>
                </a:lnTo>
                <a:lnTo>
                  <a:pt x="441679" y="31845"/>
                </a:lnTo>
                <a:lnTo>
                  <a:pt x="442048" y="32066"/>
                </a:lnTo>
                <a:lnTo>
                  <a:pt x="442410" y="32298"/>
                </a:lnTo>
                <a:lnTo>
                  <a:pt x="442765" y="32541"/>
                </a:lnTo>
                <a:lnTo>
                  <a:pt x="443114" y="32794"/>
                </a:lnTo>
                <a:lnTo>
                  <a:pt x="443452" y="33061"/>
                </a:lnTo>
                <a:lnTo>
                  <a:pt x="443776" y="33342"/>
                </a:lnTo>
                <a:lnTo>
                  <a:pt x="444085" y="33638"/>
                </a:lnTo>
                <a:lnTo>
                  <a:pt x="444381" y="33949"/>
                </a:lnTo>
                <a:lnTo>
                  <a:pt x="444661" y="34275"/>
                </a:lnTo>
                <a:lnTo>
                  <a:pt x="444927" y="34615"/>
                </a:lnTo>
                <a:lnTo>
                  <a:pt x="445179" y="34971"/>
                </a:lnTo>
                <a:lnTo>
                  <a:pt x="445417" y="35341"/>
                </a:lnTo>
                <a:lnTo>
                  <a:pt x="445640" y="35727"/>
                </a:lnTo>
                <a:lnTo>
                  <a:pt x="445848" y="36127"/>
                </a:lnTo>
                <a:lnTo>
                  <a:pt x="446043" y="36542"/>
                </a:lnTo>
                <a:lnTo>
                  <a:pt x="446222" y="36971"/>
                </a:lnTo>
                <a:lnTo>
                  <a:pt x="446388" y="37416"/>
                </a:lnTo>
                <a:lnTo>
                  <a:pt x="446539" y="37876"/>
                </a:lnTo>
                <a:lnTo>
                  <a:pt x="446676" y="38350"/>
                </a:lnTo>
                <a:lnTo>
                  <a:pt x="446798" y="38839"/>
                </a:lnTo>
                <a:lnTo>
                  <a:pt x="446906" y="39343"/>
                </a:lnTo>
                <a:lnTo>
                  <a:pt x="447000" y="39862"/>
                </a:lnTo>
                <a:lnTo>
                  <a:pt x="447079" y="40396"/>
                </a:lnTo>
                <a:lnTo>
                  <a:pt x="447143" y="40945"/>
                </a:lnTo>
                <a:lnTo>
                  <a:pt x="447194" y="41508"/>
                </a:lnTo>
                <a:lnTo>
                  <a:pt x="447230" y="42086"/>
                </a:lnTo>
                <a:lnTo>
                  <a:pt x="447251" y="42680"/>
                </a:lnTo>
                <a:lnTo>
                  <a:pt x="447259" y="43288"/>
                </a:lnTo>
                <a:lnTo>
                  <a:pt x="458176" y="43288"/>
                </a:lnTo>
                <a:lnTo>
                  <a:pt x="458172" y="42806"/>
                </a:lnTo>
                <a:lnTo>
                  <a:pt x="458162" y="42331"/>
                </a:lnTo>
                <a:lnTo>
                  <a:pt x="458145" y="41860"/>
                </a:lnTo>
                <a:lnTo>
                  <a:pt x="458121" y="41396"/>
                </a:lnTo>
                <a:lnTo>
                  <a:pt x="458090" y="40937"/>
                </a:lnTo>
                <a:lnTo>
                  <a:pt x="458052" y="40483"/>
                </a:lnTo>
                <a:lnTo>
                  <a:pt x="458007" y="40035"/>
                </a:lnTo>
                <a:lnTo>
                  <a:pt x="457955" y="39592"/>
                </a:lnTo>
                <a:lnTo>
                  <a:pt x="457896" y="39155"/>
                </a:lnTo>
                <a:lnTo>
                  <a:pt x="457831" y="38724"/>
                </a:lnTo>
                <a:lnTo>
                  <a:pt x="457758" y="38298"/>
                </a:lnTo>
                <a:lnTo>
                  <a:pt x="457679" y="37877"/>
                </a:lnTo>
                <a:lnTo>
                  <a:pt x="457593" y="37463"/>
                </a:lnTo>
                <a:lnTo>
                  <a:pt x="457499" y="37053"/>
                </a:lnTo>
                <a:lnTo>
                  <a:pt x="457399" y="36649"/>
                </a:lnTo>
                <a:lnTo>
                  <a:pt x="457292" y="36251"/>
                </a:lnTo>
                <a:lnTo>
                  <a:pt x="457178" y="35858"/>
                </a:lnTo>
                <a:lnTo>
                  <a:pt x="457058" y="35471"/>
                </a:lnTo>
                <a:lnTo>
                  <a:pt x="456930" y="35090"/>
                </a:lnTo>
                <a:lnTo>
                  <a:pt x="456795" y="34713"/>
                </a:lnTo>
                <a:lnTo>
                  <a:pt x="456654" y="34343"/>
                </a:lnTo>
                <a:lnTo>
                  <a:pt x="456505" y="33978"/>
                </a:lnTo>
                <a:lnTo>
                  <a:pt x="456350" y="33618"/>
                </a:lnTo>
                <a:lnTo>
                  <a:pt x="456188" y="33264"/>
                </a:lnTo>
                <a:lnTo>
                  <a:pt x="456020" y="32916"/>
                </a:lnTo>
                <a:lnTo>
                  <a:pt x="455846" y="32573"/>
                </a:lnTo>
                <a:lnTo>
                  <a:pt x="455667" y="32235"/>
                </a:lnTo>
                <a:lnTo>
                  <a:pt x="455483" y="31903"/>
                </a:lnTo>
                <a:lnTo>
                  <a:pt x="455294" y="31576"/>
                </a:lnTo>
                <a:lnTo>
                  <a:pt x="455099" y="31254"/>
                </a:lnTo>
                <a:lnTo>
                  <a:pt x="454899" y="30938"/>
                </a:lnTo>
                <a:lnTo>
                  <a:pt x="454694" y="30628"/>
                </a:lnTo>
                <a:lnTo>
                  <a:pt x="454484" y="30322"/>
                </a:lnTo>
                <a:lnTo>
                  <a:pt x="454268" y="30023"/>
                </a:lnTo>
                <a:lnTo>
                  <a:pt x="454047" y="29728"/>
                </a:lnTo>
                <a:lnTo>
                  <a:pt x="453821" y="29439"/>
                </a:lnTo>
                <a:lnTo>
                  <a:pt x="453589" y="29156"/>
                </a:lnTo>
                <a:lnTo>
                  <a:pt x="453353" y="28877"/>
                </a:lnTo>
                <a:lnTo>
                  <a:pt x="453111" y="28605"/>
                </a:lnTo>
                <a:lnTo>
                  <a:pt x="452863" y="28337"/>
                </a:lnTo>
                <a:lnTo>
                  <a:pt x="452611" y="28075"/>
                </a:lnTo>
                <a:lnTo>
                  <a:pt x="452353" y="27819"/>
                </a:lnTo>
                <a:lnTo>
                  <a:pt x="452090" y="27568"/>
                </a:lnTo>
                <a:lnTo>
                  <a:pt x="451821" y="27322"/>
                </a:lnTo>
                <a:lnTo>
                  <a:pt x="451548" y="27081"/>
                </a:lnTo>
                <a:lnTo>
                  <a:pt x="451269" y="26847"/>
                </a:lnTo>
                <a:lnTo>
                  <a:pt x="450985" y="26617"/>
                </a:lnTo>
                <a:lnTo>
                  <a:pt x="450696" y="26393"/>
                </a:lnTo>
                <a:lnTo>
                  <a:pt x="450402" y="26174"/>
                </a:lnTo>
                <a:lnTo>
                  <a:pt x="450104" y="25960"/>
                </a:lnTo>
                <a:lnTo>
                  <a:pt x="449803" y="25750"/>
                </a:lnTo>
                <a:lnTo>
                  <a:pt x="449498" y="25546"/>
                </a:lnTo>
                <a:lnTo>
                  <a:pt x="449190" y="25346"/>
                </a:lnTo>
                <a:lnTo>
                  <a:pt x="448878" y="25151"/>
                </a:lnTo>
                <a:lnTo>
                  <a:pt x="448562" y="24961"/>
                </a:lnTo>
                <a:lnTo>
                  <a:pt x="448243" y="24775"/>
                </a:lnTo>
                <a:lnTo>
                  <a:pt x="447920" y="24595"/>
                </a:lnTo>
                <a:lnTo>
                  <a:pt x="447594" y="24419"/>
                </a:lnTo>
                <a:lnTo>
                  <a:pt x="447264" y="24248"/>
                </a:lnTo>
                <a:lnTo>
                  <a:pt x="446930" y="24082"/>
                </a:lnTo>
                <a:lnTo>
                  <a:pt x="446593" y="23920"/>
                </a:lnTo>
                <a:lnTo>
                  <a:pt x="446252" y="23764"/>
                </a:lnTo>
                <a:lnTo>
                  <a:pt x="445907" y="23612"/>
                </a:lnTo>
                <a:lnTo>
                  <a:pt x="445559" y="23465"/>
                </a:lnTo>
                <a:lnTo>
                  <a:pt x="445207" y="23322"/>
                </a:lnTo>
                <a:lnTo>
                  <a:pt x="444852" y="23185"/>
                </a:lnTo>
                <a:lnTo>
                  <a:pt x="444492" y="23052"/>
                </a:lnTo>
                <a:lnTo>
                  <a:pt x="444130" y="22924"/>
                </a:lnTo>
                <a:lnTo>
                  <a:pt x="443763" y="22801"/>
                </a:lnTo>
                <a:lnTo>
                  <a:pt x="443393" y="22683"/>
                </a:lnTo>
                <a:lnTo>
                  <a:pt x="443020" y="22570"/>
                </a:lnTo>
                <a:lnTo>
                  <a:pt x="442642" y="22461"/>
                </a:lnTo>
                <a:lnTo>
                  <a:pt x="442262" y="22357"/>
                </a:lnTo>
                <a:lnTo>
                  <a:pt x="441880" y="22257"/>
                </a:lnTo>
                <a:lnTo>
                  <a:pt x="441495" y="22162"/>
                </a:lnTo>
                <a:lnTo>
                  <a:pt x="441108" y="22071"/>
                </a:lnTo>
                <a:lnTo>
                  <a:pt x="440719" y="21985"/>
                </a:lnTo>
                <a:lnTo>
                  <a:pt x="440328" y="21903"/>
                </a:lnTo>
                <a:lnTo>
                  <a:pt x="439934" y="21825"/>
                </a:lnTo>
                <a:lnTo>
                  <a:pt x="439539" y="21752"/>
                </a:lnTo>
                <a:lnTo>
                  <a:pt x="439141" y="21684"/>
                </a:lnTo>
                <a:lnTo>
                  <a:pt x="438741" y="21619"/>
                </a:lnTo>
                <a:lnTo>
                  <a:pt x="438338" y="21560"/>
                </a:lnTo>
                <a:lnTo>
                  <a:pt x="437934" y="21504"/>
                </a:lnTo>
                <a:lnTo>
                  <a:pt x="437527" y="21453"/>
                </a:lnTo>
                <a:lnTo>
                  <a:pt x="437118" y="21407"/>
                </a:lnTo>
                <a:lnTo>
                  <a:pt x="436706" y="21365"/>
                </a:lnTo>
                <a:lnTo>
                  <a:pt x="436293" y="21327"/>
                </a:lnTo>
                <a:lnTo>
                  <a:pt x="435877" y="21294"/>
                </a:lnTo>
                <a:lnTo>
                  <a:pt x="435459" y="21265"/>
                </a:lnTo>
                <a:lnTo>
                  <a:pt x="435039" y="21241"/>
                </a:lnTo>
                <a:lnTo>
                  <a:pt x="434616" y="21221"/>
                </a:lnTo>
                <a:lnTo>
                  <a:pt x="434192" y="21205"/>
                </a:lnTo>
                <a:lnTo>
                  <a:pt x="433765" y="21194"/>
                </a:lnTo>
                <a:lnTo>
                  <a:pt x="433336" y="21187"/>
                </a:lnTo>
                <a:lnTo>
                  <a:pt x="432905" y="21185"/>
                </a:lnTo>
                <a:lnTo>
                  <a:pt x="432468" y="21187"/>
                </a:lnTo>
                <a:lnTo>
                  <a:pt x="432034" y="21193"/>
                </a:lnTo>
                <a:lnTo>
                  <a:pt x="431603" y="21204"/>
                </a:lnTo>
                <a:lnTo>
                  <a:pt x="431174" y="21218"/>
                </a:lnTo>
                <a:lnTo>
                  <a:pt x="430748" y="21236"/>
                </a:lnTo>
                <a:lnTo>
                  <a:pt x="430325" y="21258"/>
                </a:lnTo>
                <a:lnTo>
                  <a:pt x="429904" y="21285"/>
                </a:lnTo>
                <a:lnTo>
                  <a:pt x="429486" y="21315"/>
                </a:lnTo>
                <a:lnTo>
                  <a:pt x="429071" y="21350"/>
                </a:lnTo>
                <a:lnTo>
                  <a:pt x="428659" y="21388"/>
                </a:lnTo>
                <a:lnTo>
                  <a:pt x="428249" y="21431"/>
                </a:lnTo>
                <a:lnTo>
                  <a:pt x="427842" y="21478"/>
                </a:lnTo>
                <a:lnTo>
                  <a:pt x="427437" y="21529"/>
                </a:lnTo>
                <a:lnTo>
                  <a:pt x="427036" y="21583"/>
                </a:lnTo>
                <a:lnTo>
                  <a:pt x="426637" y="21642"/>
                </a:lnTo>
                <a:lnTo>
                  <a:pt x="426240" y="21705"/>
                </a:lnTo>
                <a:lnTo>
                  <a:pt x="425847" y="21772"/>
                </a:lnTo>
                <a:lnTo>
                  <a:pt x="425456" y="21843"/>
                </a:lnTo>
                <a:lnTo>
                  <a:pt x="425068" y="21919"/>
                </a:lnTo>
                <a:lnTo>
                  <a:pt x="424682" y="21998"/>
                </a:lnTo>
                <a:lnTo>
                  <a:pt x="424299" y="22081"/>
                </a:lnTo>
                <a:lnTo>
                  <a:pt x="423919" y="22169"/>
                </a:lnTo>
                <a:lnTo>
                  <a:pt x="423541" y="22260"/>
                </a:lnTo>
                <a:lnTo>
                  <a:pt x="423167" y="22355"/>
                </a:lnTo>
                <a:lnTo>
                  <a:pt x="422795" y="22455"/>
                </a:lnTo>
                <a:lnTo>
                  <a:pt x="422428" y="22558"/>
                </a:lnTo>
                <a:lnTo>
                  <a:pt x="422064" y="22665"/>
                </a:lnTo>
                <a:lnTo>
                  <a:pt x="421705" y="22776"/>
                </a:lnTo>
                <a:lnTo>
                  <a:pt x="421349" y="22891"/>
                </a:lnTo>
                <a:lnTo>
                  <a:pt x="420998" y="23010"/>
                </a:lnTo>
                <a:lnTo>
                  <a:pt x="420650" y="23133"/>
                </a:lnTo>
                <a:lnTo>
                  <a:pt x="420306" y="23260"/>
                </a:lnTo>
                <a:lnTo>
                  <a:pt x="419967" y="23391"/>
                </a:lnTo>
                <a:lnTo>
                  <a:pt x="419631" y="23526"/>
                </a:lnTo>
                <a:lnTo>
                  <a:pt x="419299" y="23664"/>
                </a:lnTo>
                <a:lnTo>
                  <a:pt x="418972" y="23807"/>
                </a:lnTo>
                <a:lnTo>
                  <a:pt x="418648" y="23954"/>
                </a:lnTo>
                <a:lnTo>
                  <a:pt x="418328" y="24104"/>
                </a:lnTo>
                <a:lnTo>
                  <a:pt x="418012" y="24259"/>
                </a:lnTo>
                <a:lnTo>
                  <a:pt x="417701" y="24417"/>
                </a:lnTo>
                <a:lnTo>
                  <a:pt x="417393" y="24579"/>
                </a:lnTo>
                <a:lnTo>
                  <a:pt x="417089" y="24746"/>
                </a:lnTo>
                <a:lnTo>
                  <a:pt x="416789" y="24916"/>
                </a:lnTo>
                <a:lnTo>
                  <a:pt x="416493" y="25090"/>
                </a:lnTo>
                <a:lnTo>
                  <a:pt x="416201" y="25268"/>
                </a:lnTo>
                <a:lnTo>
                  <a:pt x="415913" y="25450"/>
                </a:lnTo>
                <a:lnTo>
                  <a:pt x="415629" y="25636"/>
                </a:lnTo>
                <a:lnTo>
                  <a:pt x="415349" y="25826"/>
                </a:lnTo>
                <a:lnTo>
                  <a:pt x="415074" y="26020"/>
                </a:lnTo>
                <a:lnTo>
                  <a:pt x="414804" y="26217"/>
                </a:lnTo>
                <a:lnTo>
                  <a:pt x="414539" y="26419"/>
                </a:lnTo>
                <a:lnTo>
                  <a:pt x="414279" y="26625"/>
                </a:lnTo>
                <a:lnTo>
                  <a:pt x="414024" y="26834"/>
                </a:lnTo>
                <a:lnTo>
                  <a:pt x="413774" y="27048"/>
                </a:lnTo>
                <a:lnTo>
                  <a:pt x="413530" y="27265"/>
                </a:lnTo>
                <a:lnTo>
                  <a:pt x="413290" y="27487"/>
                </a:lnTo>
                <a:lnTo>
                  <a:pt x="413056" y="27712"/>
                </a:lnTo>
                <a:lnTo>
                  <a:pt x="412827" y="27941"/>
                </a:lnTo>
                <a:lnTo>
                  <a:pt x="412603" y="28175"/>
                </a:lnTo>
                <a:lnTo>
                  <a:pt x="412384" y="28412"/>
                </a:lnTo>
                <a:lnTo>
                  <a:pt x="412171" y="28653"/>
                </a:lnTo>
                <a:lnTo>
                  <a:pt x="411962" y="28898"/>
                </a:lnTo>
                <a:lnTo>
                  <a:pt x="411759" y="29147"/>
                </a:lnTo>
                <a:lnTo>
                  <a:pt x="411561" y="29400"/>
                </a:lnTo>
                <a:lnTo>
                  <a:pt x="411368" y="29657"/>
                </a:lnTo>
                <a:lnTo>
                  <a:pt x="411180" y="29917"/>
                </a:lnTo>
                <a:lnTo>
                  <a:pt x="410997" y="30182"/>
                </a:lnTo>
                <a:lnTo>
                  <a:pt x="410819" y="30451"/>
                </a:lnTo>
                <a:lnTo>
                  <a:pt x="410647" y="30723"/>
                </a:lnTo>
                <a:lnTo>
                  <a:pt x="410480" y="31000"/>
                </a:lnTo>
                <a:lnTo>
                  <a:pt x="410317" y="31280"/>
                </a:lnTo>
                <a:lnTo>
                  <a:pt x="410160" y="31565"/>
                </a:lnTo>
                <a:lnTo>
                  <a:pt x="410009" y="31853"/>
                </a:lnTo>
                <a:lnTo>
                  <a:pt x="409864" y="32145"/>
                </a:lnTo>
                <a:lnTo>
                  <a:pt x="409726" y="32441"/>
                </a:lnTo>
                <a:lnTo>
                  <a:pt x="409594" y="32740"/>
                </a:lnTo>
                <a:lnTo>
                  <a:pt x="409469" y="33044"/>
                </a:lnTo>
                <a:lnTo>
                  <a:pt x="409350" y="33351"/>
                </a:lnTo>
                <a:lnTo>
                  <a:pt x="409237" y="33662"/>
                </a:lnTo>
                <a:lnTo>
                  <a:pt x="409131" y="33977"/>
                </a:lnTo>
                <a:lnTo>
                  <a:pt x="409031" y="34295"/>
                </a:lnTo>
                <a:lnTo>
                  <a:pt x="408938" y="34618"/>
                </a:lnTo>
                <a:lnTo>
                  <a:pt x="408851" y="34944"/>
                </a:lnTo>
                <a:lnTo>
                  <a:pt x="408770" y="35274"/>
                </a:lnTo>
                <a:lnTo>
                  <a:pt x="408696" y="35608"/>
                </a:lnTo>
                <a:lnTo>
                  <a:pt x="408629" y="35946"/>
                </a:lnTo>
                <a:lnTo>
                  <a:pt x="408568" y="36287"/>
                </a:lnTo>
                <a:lnTo>
                  <a:pt x="408513" y="36633"/>
                </a:lnTo>
                <a:lnTo>
                  <a:pt x="408465" y="36982"/>
                </a:lnTo>
                <a:lnTo>
                  <a:pt x="408423" y="37335"/>
                </a:lnTo>
                <a:lnTo>
                  <a:pt x="408388" y="37691"/>
                </a:lnTo>
                <a:lnTo>
                  <a:pt x="408359" y="38052"/>
                </a:lnTo>
                <a:lnTo>
                  <a:pt x="408336" y="38416"/>
                </a:lnTo>
                <a:lnTo>
                  <a:pt x="408320" y="38785"/>
                </a:lnTo>
                <a:lnTo>
                  <a:pt x="408310" y="39157"/>
                </a:lnTo>
                <a:lnTo>
                  <a:pt x="408307" y="39533"/>
                </a:lnTo>
                <a:lnTo>
                  <a:pt x="408312" y="40019"/>
                </a:lnTo>
                <a:lnTo>
                  <a:pt x="408325" y="40499"/>
                </a:lnTo>
                <a:lnTo>
                  <a:pt x="408348" y="40971"/>
                </a:lnTo>
                <a:lnTo>
                  <a:pt x="408380" y="41437"/>
                </a:lnTo>
                <a:lnTo>
                  <a:pt x="408421" y="41895"/>
                </a:lnTo>
                <a:lnTo>
                  <a:pt x="408471" y="42347"/>
                </a:lnTo>
                <a:lnTo>
                  <a:pt x="408531" y="42791"/>
                </a:lnTo>
                <a:lnTo>
                  <a:pt x="408599" y="43228"/>
                </a:lnTo>
                <a:lnTo>
                  <a:pt x="408677" y="43659"/>
                </a:lnTo>
                <a:lnTo>
                  <a:pt x="408763" y="44082"/>
                </a:lnTo>
                <a:lnTo>
                  <a:pt x="408859" y="44499"/>
                </a:lnTo>
                <a:lnTo>
                  <a:pt x="408964" y="44908"/>
                </a:lnTo>
                <a:lnTo>
                  <a:pt x="409078" y="45310"/>
                </a:lnTo>
                <a:lnTo>
                  <a:pt x="409201" y="45706"/>
                </a:lnTo>
                <a:lnTo>
                  <a:pt x="409334" y="46094"/>
                </a:lnTo>
                <a:lnTo>
                  <a:pt x="409475" y="46475"/>
                </a:lnTo>
                <a:lnTo>
                  <a:pt x="409626" y="46850"/>
                </a:lnTo>
                <a:lnTo>
                  <a:pt x="409786" y="47217"/>
                </a:lnTo>
                <a:lnTo>
                  <a:pt x="409954" y="47577"/>
                </a:lnTo>
                <a:lnTo>
                  <a:pt x="410132" y="47930"/>
                </a:lnTo>
                <a:lnTo>
                  <a:pt x="410319" y="48277"/>
                </a:lnTo>
                <a:lnTo>
                  <a:pt x="410516" y="48616"/>
                </a:lnTo>
                <a:lnTo>
                  <a:pt x="410721" y="48948"/>
                </a:lnTo>
                <a:lnTo>
                  <a:pt x="410935" y="49273"/>
                </a:lnTo>
                <a:lnTo>
                  <a:pt x="411159" y="49593"/>
                </a:lnTo>
                <a:lnTo>
                  <a:pt x="411391" y="49907"/>
                </a:lnTo>
                <a:lnTo>
                  <a:pt x="411632" y="50218"/>
                </a:lnTo>
                <a:lnTo>
                  <a:pt x="411883" y="50523"/>
                </a:lnTo>
                <a:lnTo>
                  <a:pt x="412142" y="50824"/>
                </a:lnTo>
                <a:lnTo>
                  <a:pt x="412410" y="51120"/>
                </a:lnTo>
                <a:lnTo>
                  <a:pt x="412686" y="51411"/>
                </a:lnTo>
                <a:lnTo>
                  <a:pt x="412972" y="51698"/>
                </a:lnTo>
                <a:lnTo>
                  <a:pt x="413267" y="51980"/>
                </a:lnTo>
                <a:lnTo>
                  <a:pt x="413570" y="52257"/>
                </a:lnTo>
                <a:lnTo>
                  <a:pt x="413883" y="52530"/>
                </a:lnTo>
                <a:lnTo>
                  <a:pt x="414204" y="52798"/>
                </a:lnTo>
                <a:lnTo>
                  <a:pt x="414534" y="53061"/>
                </a:lnTo>
                <a:lnTo>
                  <a:pt x="414873" y="53320"/>
                </a:lnTo>
                <a:lnTo>
                  <a:pt x="415221" y="53574"/>
                </a:lnTo>
                <a:lnTo>
                  <a:pt x="415578" y="53823"/>
                </a:lnTo>
                <a:lnTo>
                  <a:pt x="415944" y="54068"/>
                </a:lnTo>
                <a:lnTo>
                  <a:pt x="416318" y="54307"/>
                </a:lnTo>
                <a:lnTo>
                  <a:pt x="416702" y="54543"/>
                </a:lnTo>
                <a:lnTo>
                  <a:pt x="417094" y="54773"/>
                </a:lnTo>
                <a:lnTo>
                  <a:pt x="417495" y="54999"/>
                </a:lnTo>
                <a:lnTo>
                  <a:pt x="417906" y="55221"/>
                </a:lnTo>
                <a:lnTo>
                  <a:pt x="418325" y="55437"/>
                </a:lnTo>
                <a:lnTo>
                  <a:pt x="418753" y="55649"/>
                </a:lnTo>
                <a:lnTo>
                  <a:pt x="419189" y="55858"/>
                </a:lnTo>
                <a:lnTo>
                  <a:pt x="419635" y="56064"/>
                </a:lnTo>
                <a:lnTo>
                  <a:pt x="420089" y="56269"/>
                </a:lnTo>
                <a:lnTo>
                  <a:pt x="420552" y="56471"/>
                </a:lnTo>
                <a:lnTo>
                  <a:pt x="421023" y="56671"/>
                </a:lnTo>
                <a:lnTo>
                  <a:pt x="421503" y="56869"/>
                </a:lnTo>
                <a:lnTo>
                  <a:pt x="421992" y="57065"/>
                </a:lnTo>
                <a:lnTo>
                  <a:pt x="422489" y="57259"/>
                </a:lnTo>
                <a:lnTo>
                  <a:pt x="422995" y="57451"/>
                </a:lnTo>
                <a:lnTo>
                  <a:pt x="423510" y="57641"/>
                </a:lnTo>
                <a:lnTo>
                  <a:pt x="424033" y="57828"/>
                </a:lnTo>
                <a:lnTo>
                  <a:pt x="424565" y="58014"/>
                </a:lnTo>
                <a:lnTo>
                  <a:pt x="425106" y="58197"/>
                </a:lnTo>
                <a:lnTo>
                  <a:pt x="425655" y="58379"/>
                </a:lnTo>
                <a:lnTo>
                  <a:pt x="426213" y="58558"/>
                </a:lnTo>
                <a:lnTo>
                  <a:pt x="426780" y="58735"/>
                </a:lnTo>
                <a:lnTo>
                  <a:pt x="427355" y="58910"/>
                </a:lnTo>
                <a:lnTo>
                  <a:pt x="427939" y="59083"/>
                </a:lnTo>
                <a:lnTo>
                  <a:pt x="428531" y="59254"/>
                </a:lnTo>
                <a:lnTo>
                  <a:pt x="429133" y="59423"/>
                </a:lnTo>
                <a:lnTo>
                  <a:pt x="429742" y="59589"/>
                </a:lnTo>
                <a:lnTo>
                  <a:pt x="430361" y="59754"/>
                </a:lnTo>
                <a:lnTo>
                  <a:pt x="430988" y="59916"/>
                </a:lnTo>
                <a:lnTo>
                  <a:pt x="431624" y="60077"/>
                </a:lnTo>
                <a:lnTo>
                  <a:pt x="432406" y="60283"/>
                </a:lnTo>
                <a:lnTo>
                  <a:pt x="433168" y="60490"/>
                </a:lnTo>
                <a:lnTo>
                  <a:pt x="433910" y="60696"/>
                </a:lnTo>
                <a:lnTo>
                  <a:pt x="434631" y="60901"/>
                </a:lnTo>
                <a:lnTo>
                  <a:pt x="435333" y="61107"/>
                </a:lnTo>
                <a:lnTo>
                  <a:pt x="436015" y="61312"/>
                </a:lnTo>
                <a:lnTo>
                  <a:pt x="436677" y="61517"/>
                </a:lnTo>
                <a:lnTo>
                  <a:pt x="437319" y="61722"/>
                </a:lnTo>
                <a:lnTo>
                  <a:pt x="437940" y="61927"/>
                </a:lnTo>
                <a:lnTo>
                  <a:pt x="438542" y="62131"/>
                </a:lnTo>
                <a:lnTo>
                  <a:pt x="439124" y="62335"/>
                </a:lnTo>
                <a:lnTo>
                  <a:pt x="439686" y="62539"/>
                </a:lnTo>
                <a:lnTo>
                  <a:pt x="440227" y="62743"/>
                </a:lnTo>
                <a:lnTo>
                  <a:pt x="440749" y="62946"/>
                </a:lnTo>
                <a:lnTo>
                  <a:pt x="441251" y="63149"/>
                </a:lnTo>
                <a:lnTo>
                  <a:pt x="441733" y="63352"/>
                </a:lnTo>
                <a:lnTo>
                  <a:pt x="442194" y="63555"/>
                </a:lnTo>
                <a:lnTo>
                  <a:pt x="442636" y="63757"/>
                </a:lnTo>
                <a:lnTo>
                  <a:pt x="443058" y="63959"/>
                </a:lnTo>
                <a:lnTo>
                  <a:pt x="443460" y="64161"/>
                </a:lnTo>
                <a:lnTo>
                  <a:pt x="443841" y="64363"/>
                </a:lnTo>
                <a:lnTo>
                  <a:pt x="444203" y="64564"/>
                </a:lnTo>
                <a:lnTo>
                  <a:pt x="444545" y="64765"/>
                </a:lnTo>
                <a:lnTo>
                  <a:pt x="444866" y="64966"/>
                </a:lnTo>
                <a:lnTo>
                  <a:pt x="445171" y="65172"/>
                </a:lnTo>
                <a:lnTo>
                  <a:pt x="445464" y="65386"/>
                </a:lnTo>
                <a:lnTo>
                  <a:pt x="445743" y="65610"/>
                </a:lnTo>
                <a:lnTo>
                  <a:pt x="446009" y="65844"/>
                </a:lnTo>
                <a:lnTo>
                  <a:pt x="446262" y="66086"/>
                </a:lnTo>
                <a:lnTo>
                  <a:pt x="446503" y="66338"/>
                </a:lnTo>
                <a:lnTo>
                  <a:pt x="446730" y="66600"/>
                </a:lnTo>
                <a:lnTo>
                  <a:pt x="446944" y="66871"/>
                </a:lnTo>
                <a:lnTo>
                  <a:pt x="447145" y="67151"/>
                </a:lnTo>
                <a:lnTo>
                  <a:pt x="447334" y="67440"/>
                </a:lnTo>
                <a:lnTo>
                  <a:pt x="447509" y="67739"/>
                </a:lnTo>
                <a:lnTo>
                  <a:pt x="447671" y="68047"/>
                </a:lnTo>
                <a:lnTo>
                  <a:pt x="447821" y="68365"/>
                </a:lnTo>
                <a:lnTo>
                  <a:pt x="447957" y="68692"/>
                </a:lnTo>
                <a:lnTo>
                  <a:pt x="448080" y="69028"/>
                </a:lnTo>
                <a:lnTo>
                  <a:pt x="448191" y="69373"/>
                </a:lnTo>
                <a:lnTo>
                  <a:pt x="448288" y="69728"/>
                </a:lnTo>
                <a:lnTo>
                  <a:pt x="448373" y="70092"/>
                </a:lnTo>
                <a:lnTo>
                  <a:pt x="448444" y="70466"/>
                </a:lnTo>
                <a:lnTo>
                  <a:pt x="448503" y="70849"/>
                </a:lnTo>
                <a:lnTo>
                  <a:pt x="448548" y="71241"/>
                </a:lnTo>
                <a:lnTo>
                  <a:pt x="448580" y="71643"/>
                </a:lnTo>
                <a:lnTo>
                  <a:pt x="448600" y="72054"/>
                </a:lnTo>
                <a:lnTo>
                  <a:pt x="448606" y="72474"/>
                </a:lnTo>
                <a:lnTo>
                  <a:pt x="448599" y="72965"/>
                </a:lnTo>
                <a:lnTo>
                  <a:pt x="448578" y="73445"/>
                </a:lnTo>
                <a:lnTo>
                  <a:pt x="448542" y="73913"/>
                </a:lnTo>
                <a:lnTo>
                  <a:pt x="448491" y="74369"/>
                </a:lnTo>
                <a:lnTo>
                  <a:pt x="448427" y="74813"/>
                </a:lnTo>
                <a:lnTo>
                  <a:pt x="448347" y="75246"/>
                </a:lnTo>
                <a:lnTo>
                  <a:pt x="448254" y="75667"/>
                </a:lnTo>
                <a:lnTo>
                  <a:pt x="448146" y="76077"/>
                </a:lnTo>
                <a:lnTo>
                  <a:pt x="448024" y="76475"/>
                </a:lnTo>
                <a:lnTo>
                  <a:pt x="447887" y="76861"/>
                </a:lnTo>
                <a:lnTo>
                  <a:pt x="447736" y="77236"/>
                </a:lnTo>
                <a:lnTo>
                  <a:pt x="447570" y="77599"/>
                </a:lnTo>
                <a:lnTo>
                  <a:pt x="447390" y="77951"/>
                </a:lnTo>
                <a:lnTo>
                  <a:pt x="447196" y="78291"/>
                </a:lnTo>
                <a:lnTo>
                  <a:pt x="446987" y="78619"/>
                </a:lnTo>
                <a:lnTo>
                  <a:pt x="446764" y="78935"/>
                </a:lnTo>
                <a:lnTo>
                  <a:pt x="446527" y="79240"/>
                </a:lnTo>
                <a:lnTo>
                  <a:pt x="446275" y="79534"/>
                </a:lnTo>
                <a:lnTo>
                  <a:pt x="446009" y="79815"/>
                </a:lnTo>
                <a:lnTo>
                  <a:pt x="445728" y="80085"/>
                </a:lnTo>
                <a:lnTo>
                  <a:pt x="445433" y="80344"/>
                </a:lnTo>
                <a:lnTo>
                  <a:pt x="445124" y="80591"/>
                </a:lnTo>
                <a:lnTo>
                  <a:pt x="444800" y="80826"/>
                </a:lnTo>
                <a:lnTo>
                  <a:pt x="444462" y="81049"/>
                </a:lnTo>
                <a:lnTo>
                  <a:pt x="444113" y="81262"/>
                </a:lnTo>
                <a:lnTo>
                  <a:pt x="443756" y="81466"/>
                </a:lnTo>
                <a:lnTo>
                  <a:pt x="443391" y="81661"/>
                </a:lnTo>
                <a:lnTo>
                  <a:pt x="443018" y="81847"/>
                </a:lnTo>
                <a:lnTo>
                  <a:pt x="442637" y="82024"/>
                </a:lnTo>
                <a:lnTo>
                  <a:pt x="442249" y="82192"/>
                </a:lnTo>
                <a:lnTo>
                  <a:pt x="441852" y="82351"/>
                </a:lnTo>
                <a:lnTo>
                  <a:pt x="441448" y="82500"/>
                </a:lnTo>
                <a:lnTo>
                  <a:pt x="441036" y="82641"/>
                </a:lnTo>
                <a:lnTo>
                  <a:pt x="440616" y="82773"/>
                </a:lnTo>
                <a:lnTo>
                  <a:pt x="440189" y="82895"/>
                </a:lnTo>
                <a:lnTo>
                  <a:pt x="439753" y="83008"/>
                </a:lnTo>
                <a:lnTo>
                  <a:pt x="439310" y="83113"/>
                </a:lnTo>
                <a:lnTo>
                  <a:pt x="438858" y="83208"/>
                </a:lnTo>
                <a:lnTo>
                  <a:pt x="438399" y="83294"/>
                </a:lnTo>
                <a:lnTo>
                  <a:pt x="437933" y="83371"/>
                </a:lnTo>
                <a:lnTo>
                  <a:pt x="437458" y="83439"/>
                </a:lnTo>
                <a:lnTo>
                  <a:pt x="436975" y="83498"/>
                </a:lnTo>
                <a:lnTo>
                  <a:pt x="436485" y="83548"/>
                </a:lnTo>
                <a:lnTo>
                  <a:pt x="435987" y="83589"/>
                </a:lnTo>
                <a:lnTo>
                  <a:pt x="435481" y="83621"/>
                </a:lnTo>
                <a:lnTo>
                  <a:pt x="434967" y="83643"/>
                </a:lnTo>
                <a:lnTo>
                  <a:pt x="434445" y="83657"/>
                </a:lnTo>
                <a:lnTo>
                  <a:pt x="433915" y="83661"/>
                </a:lnTo>
                <a:lnTo>
                  <a:pt x="433324" y="83656"/>
                </a:lnTo>
                <a:lnTo>
                  <a:pt x="432741" y="83639"/>
                </a:lnTo>
                <a:lnTo>
                  <a:pt x="432166" y="83610"/>
                </a:lnTo>
                <a:lnTo>
                  <a:pt x="431600" y="83570"/>
                </a:lnTo>
                <a:lnTo>
                  <a:pt x="431041" y="83519"/>
                </a:lnTo>
                <a:lnTo>
                  <a:pt x="430491" y="83456"/>
                </a:lnTo>
                <a:lnTo>
                  <a:pt x="429949" y="83382"/>
                </a:lnTo>
                <a:lnTo>
                  <a:pt x="429415" y="83297"/>
                </a:lnTo>
                <a:lnTo>
                  <a:pt x="428890" y="83200"/>
                </a:lnTo>
                <a:lnTo>
                  <a:pt x="428372" y="83092"/>
                </a:lnTo>
                <a:lnTo>
                  <a:pt x="427863" y="82972"/>
                </a:lnTo>
                <a:lnTo>
                  <a:pt x="427362" y="82841"/>
                </a:lnTo>
                <a:lnTo>
                  <a:pt x="426869" y="82699"/>
                </a:lnTo>
                <a:lnTo>
                  <a:pt x="426384" y="82545"/>
                </a:lnTo>
                <a:lnTo>
                  <a:pt x="425908" y="82380"/>
                </a:lnTo>
                <a:lnTo>
                  <a:pt x="425439" y="82203"/>
                </a:lnTo>
                <a:lnTo>
                  <a:pt x="424979" y="82015"/>
                </a:lnTo>
                <a:lnTo>
                  <a:pt x="424527" y="81816"/>
                </a:lnTo>
                <a:lnTo>
                  <a:pt x="424083" y="81605"/>
                </a:lnTo>
                <a:lnTo>
                  <a:pt x="423648" y="81383"/>
                </a:lnTo>
                <a:lnTo>
                  <a:pt x="423220" y="81150"/>
                </a:lnTo>
                <a:lnTo>
                  <a:pt x="422801" y="80905"/>
                </a:lnTo>
                <a:lnTo>
                  <a:pt x="422390" y="80648"/>
                </a:lnTo>
                <a:lnTo>
                  <a:pt x="421987" y="80381"/>
                </a:lnTo>
                <a:lnTo>
                  <a:pt x="421597" y="80099"/>
                </a:lnTo>
                <a:lnTo>
                  <a:pt x="421223" y="79800"/>
                </a:lnTo>
                <a:lnTo>
                  <a:pt x="420866" y="79484"/>
                </a:lnTo>
                <a:lnTo>
                  <a:pt x="420525" y="79151"/>
                </a:lnTo>
                <a:lnTo>
                  <a:pt x="420201" y="78801"/>
                </a:lnTo>
                <a:lnTo>
                  <a:pt x="419894" y="78434"/>
                </a:lnTo>
                <a:lnTo>
                  <a:pt x="419603" y="78050"/>
                </a:lnTo>
                <a:lnTo>
                  <a:pt x="419329" y="77650"/>
                </a:lnTo>
                <a:lnTo>
                  <a:pt x="419072" y="77232"/>
                </a:lnTo>
                <a:lnTo>
                  <a:pt x="418831" y="76797"/>
                </a:lnTo>
                <a:lnTo>
                  <a:pt x="418606" y="76346"/>
                </a:lnTo>
                <a:lnTo>
                  <a:pt x="418399" y="75877"/>
                </a:lnTo>
                <a:lnTo>
                  <a:pt x="418208" y="75392"/>
                </a:lnTo>
                <a:lnTo>
                  <a:pt x="418033" y="74889"/>
                </a:lnTo>
                <a:lnTo>
                  <a:pt x="417875" y="74370"/>
                </a:lnTo>
                <a:lnTo>
                  <a:pt x="417734" y="73833"/>
                </a:lnTo>
                <a:lnTo>
                  <a:pt x="417610" y="73280"/>
                </a:lnTo>
                <a:lnTo>
                  <a:pt x="417502" y="72710"/>
                </a:lnTo>
                <a:lnTo>
                  <a:pt x="417410" y="72123"/>
                </a:lnTo>
                <a:lnTo>
                  <a:pt x="417336" y="71518"/>
                </a:lnTo>
                <a:lnTo>
                  <a:pt x="417277" y="70897"/>
                </a:lnTo>
                <a:lnTo>
                  <a:pt x="417236" y="70259"/>
                </a:lnTo>
                <a:lnTo>
                  <a:pt x="417211" y="69604"/>
                </a:lnTo>
                <a:lnTo>
                  <a:pt x="417203" y="68932"/>
                </a:lnTo>
                <a:lnTo>
                  <a:pt x="406353" y="68932"/>
                </a:lnTo>
                <a:lnTo>
                  <a:pt x="406357" y="69454"/>
                </a:lnTo>
                <a:lnTo>
                  <a:pt x="406368" y="69970"/>
                </a:lnTo>
                <a:lnTo>
                  <a:pt x="406386" y="70479"/>
                </a:lnTo>
                <a:lnTo>
                  <a:pt x="406412" y="70981"/>
                </a:lnTo>
                <a:lnTo>
                  <a:pt x="406445" y="71477"/>
                </a:lnTo>
                <a:lnTo>
                  <a:pt x="406486" y="71966"/>
                </a:lnTo>
                <a:lnTo>
                  <a:pt x="406533" y="72448"/>
                </a:lnTo>
                <a:lnTo>
                  <a:pt x="406589" y="72924"/>
                </a:lnTo>
                <a:lnTo>
                  <a:pt x="406651" y="73393"/>
                </a:lnTo>
                <a:lnTo>
                  <a:pt x="406721" y="73855"/>
                </a:lnTo>
                <a:lnTo>
                  <a:pt x="406799" y="74311"/>
                </a:lnTo>
                <a:lnTo>
                  <a:pt x="406884" y="74760"/>
                </a:lnTo>
                <a:lnTo>
                  <a:pt x="406976" y="75202"/>
                </a:lnTo>
                <a:lnTo>
                  <a:pt x="407075" y="75638"/>
                </a:lnTo>
                <a:lnTo>
                  <a:pt x="407182" y="76067"/>
                </a:lnTo>
                <a:lnTo>
                  <a:pt x="407296" y="76490"/>
                </a:lnTo>
                <a:lnTo>
                  <a:pt x="407418" y="76905"/>
                </a:lnTo>
                <a:lnTo>
                  <a:pt x="407547" y="77315"/>
                </a:lnTo>
                <a:lnTo>
                  <a:pt x="407683" y="77717"/>
                </a:lnTo>
                <a:lnTo>
                  <a:pt x="407827" y="78113"/>
                </a:lnTo>
                <a:lnTo>
                  <a:pt x="407978" y="78502"/>
                </a:lnTo>
                <a:lnTo>
                  <a:pt x="408137" y="78885"/>
                </a:lnTo>
                <a:lnTo>
                  <a:pt x="408302" y="79261"/>
                </a:lnTo>
                <a:lnTo>
                  <a:pt x="408476" y="79630"/>
                </a:lnTo>
                <a:lnTo>
                  <a:pt x="408655" y="79993"/>
                </a:lnTo>
                <a:lnTo>
                  <a:pt x="408841" y="80351"/>
                </a:lnTo>
                <a:lnTo>
                  <a:pt x="409032" y="80703"/>
                </a:lnTo>
                <a:lnTo>
                  <a:pt x="409229" y="81049"/>
                </a:lnTo>
                <a:lnTo>
                  <a:pt x="409432" y="81389"/>
                </a:lnTo>
                <a:lnTo>
                  <a:pt x="409640" y="81724"/>
                </a:lnTo>
                <a:lnTo>
                  <a:pt x="409854" y="82054"/>
                </a:lnTo>
                <a:lnTo>
                  <a:pt x="410074" y="82377"/>
                </a:lnTo>
                <a:lnTo>
                  <a:pt x="410300" y="82695"/>
                </a:lnTo>
                <a:lnTo>
                  <a:pt x="410531" y="83007"/>
                </a:lnTo>
                <a:lnTo>
                  <a:pt x="410768" y="83314"/>
                </a:lnTo>
                <a:lnTo>
                  <a:pt x="411011" y="83615"/>
                </a:lnTo>
                <a:lnTo>
                  <a:pt x="411260" y="83910"/>
                </a:lnTo>
                <a:lnTo>
                  <a:pt x="411514" y="84200"/>
                </a:lnTo>
                <a:lnTo>
                  <a:pt x="411774" y="84484"/>
                </a:lnTo>
                <a:lnTo>
                  <a:pt x="412040" y="84763"/>
                </a:lnTo>
                <a:lnTo>
                  <a:pt x="412311" y="85035"/>
                </a:lnTo>
                <a:lnTo>
                  <a:pt x="412589" y="85302"/>
                </a:lnTo>
                <a:lnTo>
                  <a:pt x="412871" y="85564"/>
                </a:lnTo>
                <a:lnTo>
                  <a:pt x="413160" y="85820"/>
                </a:lnTo>
                <a:lnTo>
                  <a:pt x="413455" y="86070"/>
                </a:lnTo>
                <a:lnTo>
                  <a:pt x="413755" y="86314"/>
                </a:lnTo>
                <a:lnTo>
                  <a:pt x="414061" y="86553"/>
                </a:lnTo>
                <a:lnTo>
                  <a:pt x="414372" y="86786"/>
                </a:lnTo>
                <a:lnTo>
                  <a:pt x="414689" y="87014"/>
                </a:lnTo>
                <a:lnTo>
                  <a:pt x="415009" y="87236"/>
                </a:lnTo>
                <a:lnTo>
                  <a:pt x="415334" y="87453"/>
                </a:lnTo>
                <a:lnTo>
                  <a:pt x="415663" y="87665"/>
                </a:lnTo>
                <a:lnTo>
                  <a:pt x="415996" y="87871"/>
                </a:lnTo>
                <a:lnTo>
                  <a:pt x="416333" y="88072"/>
                </a:lnTo>
                <a:lnTo>
                  <a:pt x="416674" y="88268"/>
                </a:lnTo>
                <a:lnTo>
                  <a:pt x="417019" y="88458"/>
                </a:lnTo>
                <a:lnTo>
                  <a:pt x="417368" y="88644"/>
                </a:lnTo>
                <a:lnTo>
                  <a:pt x="417722" y="88824"/>
                </a:lnTo>
                <a:lnTo>
                  <a:pt x="418079" y="88998"/>
                </a:lnTo>
                <a:lnTo>
                  <a:pt x="418441" y="89168"/>
                </a:lnTo>
                <a:lnTo>
                  <a:pt x="418807" y="89332"/>
                </a:lnTo>
                <a:lnTo>
                  <a:pt x="419176" y="89490"/>
                </a:lnTo>
                <a:lnTo>
                  <a:pt x="419550" y="89644"/>
                </a:lnTo>
                <a:lnTo>
                  <a:pt x="419928" y="89792"/>
                </a:lnTo>
                <a:lnTo>
                  <a:pt x="420310" y="89935"/>
                </a:lnTo>
                <a:lnTo>
                  <a:pt x="420696" y="90073"/>
                </a:lnTo>
                <a:lnTo>
                  <a:pt x="421087" y="90205"/>
                </a:lnTo>
                <a:lnTo>
                  <a:pt x="421481" y="90332"/>
                </a:lnTo>
                <a:lnTo>
                  <a:pt x="421879" y="90454"/>
                </a:lnTo>
                <a:lnTo>
                  <a:pt x="422282" y="90571"/>
                </a:lnTo>
                <a:lnTo>
                  <a:pt x="422689" y="90682"/>
                </a:lnTo>
                <a:lnTo>
                  <a:pt x="423099" y="90788"/>
                </a:lnTo>
                <a:lnTo>
                  <a:pt x="423513" y="90889"/>
                </a:lnTo>
                <a:lnTo>
                  <a:pt x="423929" y="90986"/>
                </a:lnTo>
                <a:lnTo>
                  <a:pt x="424348" y="91078"/>
                </a:lnTo>
                <a:lnTo>
                  <a:pt x="424768" y="91167"/>
                </a:lnTo>
                <a:lnTo>
                  <a:pt x="425191" y="91251"/>
                </a:lnTo>
                <a:lnTo>
                  <a:pt x="425616" y="91330"/>
                </a:lnTo>
                <a:lnTo>
                  <a:pt x="426043" y="91406"/>
                </a:lnTo>
                <a:lnTo>
                  <a:pt x="426473" y="91477"/>
                </a:lnTo>
                <a:lnTo>
                  <a:pt x="426904" y="91543"/>
                </a:lnTo>
                <a:lnTo>
                  <a:pt x="427338" y="91606"/>
                </a:lnTo>
                <a:lnTo>
                  <a:pt x="427774" y="91664"/>
                </a:lnTo>
                <a:lnTo>
                  <a:pt x="428212" y="91718"/>
                </a:lnTo>
                <a:lnTo>
                  <a:pt x="428653" y="91767"/>
                </a:lnTo>
                <a:lnTo>
                  <a:pt x="429096" y="91812"/>
                </a:lnTo>
                <a:lnTo>
                  <a:pt x="429541" y="91853"/>
                </a:lnTo>
                <a:lnTo>
                  <a:pt x="429988" y="91890"/>
                </a:lnTo>
                <a:lnTo>
                  <a:pt x="430437" y="91922"/>
                </a:lnTo>
                <a:lnTo>
                  <a:pt x="430889" y="91950"/>
                </a:lnTo>
                <a:lnTo>
                  <a:pt x="431343" y="91974"/>
                </a:lnTo>
                <a:lnTo>
                  <a:pt x="431799" y="91993"/>
                </a:lnTo>
                <a:lnTo>
                  <a:pt x="432257" y="92008"/>
                </a:lnTo>
                <a:lnTo>
                  <a:pt x="432718" y="92019"/>
                </a:lnTo>
                <a:lnTo>
                  <a:pt x="433181" y="92025"/>
                </a:lnTo>
                <a:lnTo>
                  <a:pt x="433646" y="92028"/>
                </a:lnTo>
                <a:lnTo>
                  <a:pt x="434105" y="92026"/>
                </a:lnTo>
                <a:lnTo>
                  <a:pt x="434561" y="92019"/>
                </a:lnTo>
                <a:lnTo>
                  <a:pt x="435015" y="92009"/>
                </a:lnTo>
                <a:lnTo>
                  <a:pt x="435466" y="91995"/>
                </a:lnTo>
                <a:close/>
                <a:moveTo>
                  <a:pt x="572366" y="91910"/>
                </a:moveTo>
                <a:lnTo>
                  <a:pt x="573110" y="91845"/>
                </a:lnTo>
                <a:lnTo>
                  <a:pt x="573845" y="91764"/>
                </a:lnTo>
                <a:lnTo>
                  <a:pt x="574570" y="91669"/>
                </a:lnTo>
                <a:lnTo>
                  <a:pt x="575286" y="91559"/>
                </a:lnTo>
                <a:lnTo>
                  <a:pt x="575993" y="91435"/>
                </a:lnTo>
                <a:lnTo>
                  <a:pt x="576690" y="91296"/>
                </a:lnTo>
                <a:lnTo>
                  <a:pt x="577378" y="91142"/>
                </a:lnTo>
                <a:lnTo>
                  <a:pt x="578057" y="90973"/>
                </a:lnTo>
                <a:lnTo>
                  <a:pt x="578726" y="90790"/>
                </a:lnTo>
                <a:lnTo>
                  <a:pt x="579386" y="90593"/>
                </a:lnTo>
                <a:lnTo>
                  <a:pt x="580036" y="90380"/>
                </a:lnTo>
                <a:lnTo>
                  <a:pt x="580677" y="90153"/>
                </a:lnTo>
                <a:lnTo>
                  <a:pt x="581309" y="89912"/>
                </a:lnTo>
                <a:lnTo>
                  <a:pt x="581932" y="89656"/>
                </a:lnTo>
                <a:lnTo>
                  <a:pt x="582545" y="89385"/>
                </a:lnTo>
                <a:lnTo>
                  <a:pt x="583148" y="89099"/>
                </a:lnTo>
                <a:lnTo>
                  <a:pt x="583743" y="88799"/>
                </a:lnTo>
                <a:lnTo>
                  <a:pt x="584328" y="88484"/>
                </a:lnTo>
                <a:lnTo>
                  <a:pt x="584903" y="88155"/>
                </a:lnTo>
                <a:lnTo>
                  <a:pt x="585470" y="87811"/>
                </a:lnTo>
                <a:lnTo>
                  <a:pt x="586026" y="87453"/>
                </a:lnTo>
                <a:lnTo>
                  <a:pt x="586571" y="87082"/>
                </a:lnTo>
                <a:lnTo>
                  <a:pt x="587105" y="86699"/>
                </a:lnTo>
                <a:lnTo>
                  <a:pt x="587628" y="86303"/>
                </a:lnTo>
                <a:lnTo>
                  <a:pt x="588140" y="85894"/>
                </a:lnTo>
                <a:lnTo>
                  <a:pt x="588641" y="85472"/>
                </a:lnTo>
                <a:lnTo>
                  <a:pt x="589131" y="85037"/>
                </a:lnTo>
                <a:lnTo>
                  <a:pt x="589610" y="84590"/>
                </a:lnTo>
                <a:lnTo>
                  <a:pt x="590078" y="84129"/>
                </a:lnTo>
                <a:lnTo>
                  <a:pt x="590535" y="83656"/>
                </a:lnTo>
                <a:lnTo>
                  <a:pt x="590982" y="83170"/>
                </a:lnTo>
                <a:lnTo>
                  <a:pt x="591417" y="82672"/>
                </a:lnTo>
                <a:lnTo>
                  <a:pt x="591841" y="82160"/>
                </a:lnTo>
                <a:lnTo>
                  <a:pt x="592254" y="81636"/>
                </a:lnTo>
                <a:lnTo>
                  <a:pt x="592656" y="81099"/>
                </a:lnTo>
                <a:lnTo>
                  <a:pt x="593047" y="80549"/>
                </a:lnTo>
                <a:lnTo>
                  <a:pt x="593427" y="79986"/>
                </a:lnTo>
                <a:lnTo>
                  <a:pt x="593796" y="79410"/>
                </a:lnTo>
                <a:lnTo>
                  <a:pt x="594155" y="78822"/>
                </a:lnTo>
                <a:lnTo>
                  <a:pt x="594502" y="78220"/>
                </a:lnTo>
                <a:lnTo>
                  <a:pt x="594838" y="77606"/>
                </a:lnTo>
                <a:lnTo>
                  <a:pt x="595163" y="76980"/>
                </a:lnTo>
                <a:lnTo>
                  <a:pt x="595477" y="76340"/>
                </a:lnTo>
                <a:lnTo>
                  <a:pt x="595780" y="75687"/>
                </a:lnTo>
                <a:lnTo>
                  <a:pt x="596072" y="75023"/>
                </a:lnTo>
                <a:lnTo>
                  <a:pt x="596351" y="74349"/>
                </a:lnTo>
                <a:lnTo>
                  <a:pt x="596617" y="73663"/>
                </a:lnTo>
                <a:lnTo>
                  <a:pt x="596872" y="72967"/>
                </a:lnTo>
                <a:lnTo>
                  <a:pt x="597113" y="72260"/>
                </a:lnTo>
                <a:lnTo>
                  <a:pt x="597343" y="71543"/>
                </a:lnTo>
                <a:lnTo>
                  <a:pt x="597560" y="70815"/>
                </a:lnTo>
                <a:lnTo>
                  <a:pt x="597764" y="70077"/>
                </a:lnTo>
                <a:lnTo>
                  <a:pt x="597957" y="69328"/>
                </a:lnTo>
                <a:lnTo>
                  <a:pt x="598137" y="68568"/>
                </a:lnTo>
                <a:lnTo>
                  <a:pt x="598304" y="67798"/>
                </a:lnTo>
                <a:lnTo>
                  <a:pt x="598459" y="67017"/>
                </a:lnTo>
                <a:lnTo>
                  <a:pt x="598602" y="66225"/>
                </a:lnTo>
                <a:lnTo>
                  <a:pt x="598732" y="65423"/>
                </a:lnTo>
                <a:lnTo>
                  <a:pt x="598850" y="64610"/>
                </a:lnTo>
                <a:lnTo>
                  <a:pt x="598955" y="63787"/>
                </a:lnTo>
                <a:lnTo>
                  <a:pt x="599048" y="62953"/>
                </a:lnTo>
                <a:lnTo>
                  <a:pt x="599129" y="62108"/>
                </a:lnTo>
                <a:lnTo>
                  <a:pt x="599197" y="61253"/>
                </a:lnTo>
                <a:lnTo>
                  <a:pt x="599253" y="60387"/>
                </a:lnTo>
                <a:lnTo>
                  <a:pt x="599296" y="59510"/>
                </a:lnTo>
                <a:lnTo>
                  <a:pt x="599327" y="58623"/>
                </a:lnTo>
                <a:lnTo>
                  <a:pt x="599346" y="57726"/>
                </a:lnTo>
                <a:lnTo>
                  <a:pt x="599352" y="56817"/>
                </a:lnTo>
                <a:lnTo>
                  <a:pt x="599346" y="55897"/>
                </a:lnTo>
                <a:lnTo>
                  <a:pt x="599327" y="54988"/>
                </a:lnTo>
                <a:lnTo>
                  <a:pt x="599296" y="54090"/>
                </a:lnTo>
                <a:lnTo>
                  <a:pt x="599253" y="53203"/>
                </a:lnTo>
                <a:lnTo>
                  <a:pt x="599197" y="52326"/>
                </a:lnTo>
                <a:lnTo>
                  <a:pt x="599129" y="51460"/>
                </a:lnTo>
                <a:lnTo>
                  <a:pt x="599048" y="50606"/>
                </a:lnTo>
                <a:lnTo>
                  <a:pt x="598955" y="49762"/>
                </a:lnTo>
                <a:lnTo>
                  <a:pt x="598850" y="48929"/>
                </a:lnTo>
                <a:lnTo>
                  <a:pt x="598732" y="48106"/>
                </a:lnTo>
                <a:lnTo>
                  <a:pt x="598602" y="47295"/>
                </a:lnTo>
                <a:lnTo>
                  <a:pt x="598459" y="46495"/>
                </a:lnTo>
                <a:lnTo>
                  <a:pt x="598304" y="45705"/>
                </a:lnTo>
                <a:lnTo>
                  <a:pt x="598137" y="44926"/>
                </a:lnTo>
                <a:lnTo>
                  <a:pt x="597957" y="44158"/>
                </a:lnTo>
                <a:lnTo>
                  <a:pt x="597764" y="43401"/>
                </a:lnTo>
                <a:lnTo>
                  <a:pt x="597560" y="42655"/>
                </a:lnTo>
                <a:lnTo>
                  <a:pt x="597343" y="41920"/>
                </a:lnTo>
                <a:lnTo>
                  <a:pt x="597113" y="41195"/>
                </a:lnTo>
                <a:lnTo>
                  <a:pt x="596872" y="40482"/>
                </a:lnTo>
                <a:lnTo>
                  <a:pt x="596617" y="39779"/>
                </a:lnTo>
                <a:lnTo>
                  <a:pt x="596351" y="39087"/>
                </a:lnTo>
                <a:lnTo>
                  <a:pt x="596072" y="38406"/>
                </a:lnTo>
                <a:lnTo>
                  <a:pt x="595780" y="37736"/>
                </a:lnTo>
                <a:lnTo>
                  <a:pt x="595477" y="37078"/>
                </a:lnTo>
                <a:lnTo>
                  <a:pt x="595163" y="36432"/>
                </a:lnTo>
                <a:lnTo>
                  <a:pt x="594838" y="35800"/>
                </a:lnTo>
                <a:lnTo>
                  <a:pt x="594502" y="35180"/>
                </a:lnTo>
                <a:lnTo>
                  <a:pt x="594155" y="34573"/>
                </a:lnTo>
                <a:lnTo>
                  <a:pt x="593796" y="33979"/>
                </a:lnTo>
                <a:lnTo>
                  <a:pt x="593427" y="33397"/>
                </a:lnTo>
                <a:lnTo>
                  <a:pt x="593047" y="32829"/>
                </a:lnTo>
                <a:lnTo>
                  <a:pt x="592656" y="32273"/>
                </a:lnTo>
                <a:lnTo>
                  <a:pt x="592254" y="31730"/>
                </a:lnTo>
                <a:lnTo>
                  <a:pt x="591841" y="31200"/>
                </a:lnTo>
                <a:lnTo>
                  <a:pt x="591417" y="30683"/>
                </a:lnTo>
                <a:lnTo>
                  <a:pt x="590982" y="30178"/>
                </a:lnTo>
                <a:lnTo>
                  <a:pt x="590535" y="29686"/>
                </a:lnTo>
                <a:lnTo>
                  <a:pt x="590078" y="29207"/>
                </a:lnTo>
                <a:lnTo>
                  <a:pt x="589610" y="28741"/>
                </a:lnTo>
                <a:lnTo>
                  <a:pt x="589131" y="28288"/>
                </a:lnTo>
                <a:lnTo>
                  <a:pt x="588641" y="27848"/>
                </a:lnTo>
                <a:lnTo>
                  <a:pt x="588140" y="27420"/>
                </a:lnTo>
                <a:lnTo>
                  <a:pt x="587628" y="27005"/>
                </a:lnTo>
                <a:lnTo>
                  <a:pt x="587105" y="26603"/>
                </a:lnTo>
                <a:lnTo>
                  <a:pt x="586571" y="26214"/>
                </a:lnTo>
                <a:lnTo>
                  <a:pt x="586026" y="25837"/>
                </a:lnTo>
                <a:lnTo>
                  <a:pt x="585470" y="25474"/>
                </a:lnTo>
                <a:lnTo>
                  <a:pt x="584903" y="25124"/>
                </a:lnTo>
                <a:lnTo>
                  <a:pt x="584328" y="24789"/>
                </a:lnTo>
                <a:lnTo>
                  <a:pt x="583743" y="24469"/>
                </a:lnTo>
                <a:lnTo>
                  <a:pt x="583148" y="24163"/>
                </a:lnTo>
                <a:lnTo>
                  <a:pt x="582545" y="23873"/>
                </a:lnTo>
                <a:lnTo>
                  <a:pt x="581932" y="23598"/>
                </a:lnTo>
                <a:lnTo>
                  <a:pt x="581309" y="23337"/>
                </a:lnTo>
                <a:lnTo>
                  <a:pt x="580677" y="23091"/>
                </a:lnTo>
                <a:lnTo>
                  <a:pt x="580036" y="22860"/>
                </a:lnTo>
                <a:lnTo>
                  <a:pt x="579386" y="22645"/>
                </a:lnTo>
                <a:lnTo>
                  <a:pt x="578726" y="22443"/>
                </a:lnTo>
                <a:lnTo>
                  <a:pt x="578057" y="22257"/>
                </a:lnTo>
                <a:lnTo>
                  <a:pt x="577378" y="22086"/>
                </a:lnTo>
                <a:lnTo>
                  <a:pt x="576690" y="21930"/>
                </a:lnTo>
                <a:lnTo>
                  <a:pt x="575993" y="21788"/>
                </a:lnTo>
                <a:lnTo>
                  <a:pt x="575286" y="21662"/>
                </a:lnTo>
                <a:lnTo>
                  <a:pt x="574570" y="21550"/>
                </a:lnTo>
                <a:lnTo>
                  <a:pt x="573845" y="21453"/>
                </a:lnTo>
                <a:lnTo>
                  <a:pt x="573110" y="21371"/>
                </a:lnTo>
                <a:lnTo>
                  <a:pt x="572366" y="21304"/>
                </a:lnTo>
                <a:lnTo>
                  <a:pt x="571612" y="21252"/>
                </a:lnTo>
                <a:lnTo>
                  <a:pt x="570850" y="21215"/>
                </a:lnTo>
                <a:lnTo>
                  <a:pt x="570077" y="21193"/>
                </a:lnTo>
                <a:lnTo>
                  <a:pt x="569296" y="21185"/>
                </a:lnTo>
                <a:lnTo>
                  <a:pt x="568531" y="21193"/>
                </a:lnTo>
                <a:lnTo>
                  <a:pt x="567776" y="21215"/>
                </a:lnTo>
                <a:lnTo>
                  <a:pt x="567030" y="21252"/>
                </a:lnTo>
                <a:lnTo>
                  <a:pt x="566293" y="21304"/>
                </a:lnTo>
                <a:lnTo>
                  <a:pt x="565566" y="21371"/>
                </a:lnTo>
                <a:lnTo>
                  <a:pt x="564848" y="21453"/>
                </a:lnTo>
                <a:lnTo>
                  <a:pt x="564140" y="21550"/>
                </a:lnTo>
                <a:lnTo>
                  <a:pt x="563440" y="21662"/>
                </a:lnTo>
                <a:lnTo>
                  <a:pt x="562751" y="21788"/>
                </a:lnTo>
                <a:lnTo>
                  <a:pt x="562070" y="21930"/>
                </a:lnTo>
                <a:lnTo>
                  <a:pt x="561399" y="22086"/>
                </a:lnTo>
                <a:lnTo>
                  <a:pt x="560737" y="22257"/>
                </a:lnTo>
                <a:lnTo>
                  <a:pt x="560085" y="22443"/>
                </a:lnTo>
                <a:lnTo>
                  <a:pt x="559442" y="22645"/>
                </a:lnTo>
                <a:lnTo>
                  <a:pt x="558808" y="22860"/>
                </a:lnTo>
                <a:lnTo>
                  <a:pt x="558184" y="23091"/>
                </a:lnTo>
                <a:lnTo>
                  <a:pt x="557569" y="23337"/>
                </a:lnTo>
                <a:lnTo>
                  <a:pt x="556964" y="23598"/>
                </a:lnTo>
                <a:lnTo>
                  <a:pt x="556367" y="23873"/>
                </a:lnTo>
                <a:lnTo>
                  <a:pt x="555780" y="24163"/>
                </a:lnTo>
                <a:lnTo>
                  <a:pt x="555203" y="24469"/>
                </a:lnTo>
                <a:lnTo>
                  <a:pt x="554635" y="24789"/>
                </a:lnTo>
                <a:lnTo>
                  <a:pt x="554076" y="25124"/>
                </a:lnTo>
                <a:lnTo>
                  <a:pt x="553527" y="25474"/>
                </a:lnTo>
                <a:lnTo>
                  <a:pt x="552987" y="25837"/>
                </a:lnTo>
                <a:lnTo>
                  <a:pt x="552458" y="26214"/>
                </a:lnTo>
                <a:lnTo>
                  <a:pt x="551940" y="26603"/>
                </a:lnTo>
                <a:lnTo>
                  <a:pt x="551433" y="27005"/>
                </a:lnTo>
                <a:lnTo>
                  <a:pt x="550936" y="27420"/>
                </a:lnTo>
                <a:lnTo>
                  <a:pt x="550450" y="27848"/>
                </a:lnTo>
                <a:lnTo>
                  <a:pt x="549974" y="28288"/>
                </a:lnTo>
                <a:lnTo>
                  <a:pt x="549509" y="28741"/>
                </a:lnTo>
                <a:lnTo>
                  <a:pt x="549055" y="29207"/>
                </a:lnTo>
                <a:lnTo>
                  <a:pt x="548612" y="29686"/>
                </a:lnTo>
                <a:lnTo>
                  <a:pt x="548179" y="30178"/>
                </a:lnTo>
                <a:lnTo>
                  <a:pt x="547756" y="30683"/>
                </a:lnTo>
                <a:lnTo>
                  <a:pt x="547345" y="31200"/>
                </a:lnTo>
                <a:lnTo>
                  <a:pt x="546944" y="31730"/>
                </a:lnTo>
                <a:lnTo>
                  <a:pt x="546553" y="32273"/>
                </a:lnTo>
                <a:lnTo>
                  <a:pt x="546174" y="32829"/>
                </a:lnTo>
                <a:lnTo>
                  <a:pt x="545805" y="33397"/>
                </a:lnTo>
                <a:lnTo>
                  <a:pt x="545446" y="33979"/>
                </a:lnTo>
                <a:lnTo>
                  <a:pt x="545098" y="34573"/>
                </a:lnTo>
                <a:lnTo>
                  <a:pt x="544761" y="35180"/>
                </a:lnTo>
                <a:lnTo>
                  <a:pt x="544435" y="35800"/>
                </a:lnTo>
                <a:lnTo>
                  <a:pt x="544119" y="36432"/>
                </a:lnTo>
                <a:lnTo>
                  <a:pt x="543814" y="37078"/>
                </a:lnTo>
                <a:lnTo>
                  <a:pt x="543519" y="37736"/>
                </a:lnTo>
                <a:lnTo>
                  <a:pt x="543236" y="38406"/>
                </a:lnTo>
                <a:lnTo>
                  <a:pt x="542965" y="39087"/>
                </a:lnTo>
                <a:lnTo>
                  <a:pt x="542706" y="39779"/>
                </a:lnTo>
                <a:lnTo>
                  <a:pt x="542459" y="40482"/>
                </a:lnTo>
                <a:lnTo>
                  <a:pt x="542224" y="41195"/>
                </a:lnTo>
                <a:lnTo>
                  <a:pt x="542001" y="41920"/>
                </a:lnTo>
                <a:lnTo>
                  <a:pt x="541790" y="42655"/>
                </a:lnTo>
                <a:lnTo>
                  <a:pt x="541591" y="43401"/>
                </a:lnTo>
                <a:lnTo>
                  <a:pt x="541404" y="44158"/>
                </a:lnTo>
                <a:lnTo>
                  <a:pt x="541230" y="44926"/>
                </a:lnTo>
                <a:lnTo>
                  <a:pt x="541067" y="45705"/>
                </a:lnTo>
                <a:lnTo>
                  <a:pt x="540916" y="46495"/>
                </a:lnTo>
                <a:lnTo>
                  <a:pt x="540778" y="47295"/>
                </a:lnTo>
                <a:lnTo>
                  <a:pt x="540651" y="48106"/>
                </a:lnTo>
                <a:lnTo>
                  <a:pt x="540537" y="48929"/>
                </a:lnTo>
                <a:lnTo>
                  <a:pt x="540434" y="49762"/>
                </a:lnTo>
                <a:lnTo>
                  <a:pt x="540344" y="50606"/>
                </a:lnTo>
                <a:lnTo>
                  <a:pt x="540266" y="51460"/>
                </a:lnTo>
                <a:lnTo>
                  <a:pt x="540199" y="52326"/>
                </a:lnTo>
                <a:lnTo>
                  <a:pt x="540145" y="53203"/>
                </a:lnTo>
                <a:lnTo>
                  <a:pt x="540103" y="54090"/>
                </a:lnTo>
                <a:lnTo>
                  <a:pt x="540073" y="54988"/>
                </a:lnTo>
                <a:lnTo>
                  <a:pt x="540055" y="55897"/>
                </a:lnTo>
                <a:lnTo>
                  <a:pt x="540049" y="56817"/>
                </a:lnTo>
                <a:lnTo>
                  <a:pt x="540055" y="57726"/>
                </a:lnTo>
                <a:lnTo>
                  <a:pt x="540073" y="58623"/>
                </a:lnTo>
                <a:lnTo>
                  <a:pt x="540103" y="59510"/>
                </a:lnTo>
                <a:lnTo>
                  <a:pt x="540145" y="60387"/>
                </a:lnTo>
                <a:lnTo>
                  <a:pt x="540199" y="61253"/>
                </a:lnTo>
                <a:lnTo>
                  <a:pt x="540266" y="62108"/>
                </a:lnTo>
                <a:lnTo>
                  <a:pt x="540344" y="62953"/>
                </a:lnTo>
                <a:lnTo>
                  <a:pt x="540434" y="63787"/>
                </a:lnTo>
                <a:lnTo>
                  <a:pt x="540537" y="64610"/>
                </a:lnTo>
                <a:lnTo>
                  <a:pt x="540651" y="65423"/>
                </a:lnTo>
                <a:lnTo>
                  <a:pt x="540778" y="66225"/>
                </a:lnTo>
                <a:lnTo>
                  <a:pt x="540916" y="67017"/>
                </a:lnTo>
                <a:lnTo>
                  <a:pt x="541067" y="67798"/>
                </a:lnTo>
                <a:lnTo>
                  <a:pt x="541230" y="68568"/>
                </a:lnTo>
                <a:lnTo>
                  <a:pt x="541404" y="69328"/>
                </a:lnTo>
                <a:lnTo>
                  <a:pt x="541591" y="70077"/>
                </a:lnTo>
                <a:lnTo>
                  <a:pt x="541790" y="70815"/>
                </a:lnTo>
                <a:lnTo>
                  <a:pt x="542001" y="71543"/>
                </a:lnTo>
                <a:lnTo>
                  <a:pt x="542224" y="72260"/>
                </a:lnTo>
                <a:lnTo>
                  <a:pt x="542459" y="72967"/>
                </a:lnTo>
                <a:lnTo>
                  <a:pt x="542706" y="73663"/>
                </a:lnTo>
                <a:lnTo>
                  <a:pt x="542965" y="74349"/>
                </a:lnTo>
                <a:lnTo>
                  <a:pt x="543236" y="75023"/>
                </a:lnTo>
                <a:lnTo>
                  <a:pt x="543519" y="75687"/>
                </a:lnTo>
                <a:lnTo>
                  <a:pt x="543814" y="76340"/>
                </a:lnTo>
                <a:lnTo>
                  <a:pt x="544119" y="76980"/>
                </a:lnTo>
                <a:lnTo>
                  <a:pt x="544435" y="77606"/>
                </a:lnTo>
                <a:lnTo>
                  <a:pt x="544761" y="78220"/>
                </a:lnTo>
                <a:lnTo>
                  <a:pt x="545098" y="78822"/>
                </a:lnTo>
                <a:lnTo>
                  <a:pt x="545446" y="79410"/>
                </a:lnTo>
                <a:lnTo>
                  <a:pt x="545805" y="79986"/>
                </a:lnTo>
                <a:lnTo>
                  <a:pt x="546174" y="80549"/>
                </a:lnTo>
                <a:lnTo>
                  <a:pt x="546553" y="81099"/>
                </a:lnTo>
                <a:lnTo>
                  <a:pt x="546944" y="81636"/>
                </a:lnTo>
                <a:lnTo>
                  <a:pt x="547345" y="82160"/>
                </a:lnTo>
                <a:lnTo>
                  <a:pt x="547756" y="82672"/>
                </a:lnTo>
                <a:lnTo>
                  <a:pt x="548179" y="83170"/>
                </a:lnTo>
                <a:lnTo>
                  <a:pt x="548612" y="83656"/>
                </a:lnTo>
                <a:lnTo>
                  <a:pt x="549055" y="84129"/>
                </a:lnTo>
                <a:lnTo>
                  <a:pt x="549509" y="84590"/>
                </a:lnTo>
                <a:lnTo>
                  <a:pt x="549974" y="85037"/>
                </a:lnTo>
                <a:lnTo>
                  <a:pt x="550450" y="85472"/>
                </a:lnTo>
                <a:lnTo>
                  <a:pt x="550936" y="85894"/>
                </a:lnTo>
                <a:lnTo>
                  <a:pt x="551433" y="86303"/>
                </a:lnTo>
                <a:lnTo>
                  <a:pt x="551940" y="86699"/>
                </a:lnTo>
                <a:lnTo>
                  <a:pt x="552458" y="87082"/>
                </a:lnTo>
                <a:lnTo>
                  <a:pt x="552987" y="87453"/>
                </a:lnTo>
                <a:lnTo>
                  <a:pt x="553527" y="87811"/>
                </a:lnTo>
                <a:lnTo>
                  <a:pt x="554076" y="88155"/>
                </a:lnTo>
                <a:lnTo>
                  <a:pt x="554635" y="88484"/>
                </a:lnTo>
                <a:lnTo>
                  <a:pt x="555203" y="88799"/>
                </a:lnTo>
                <a:lnTo>
                  <a:pt x="555780" y="89099"/>
                </a:lnTo>
                <a:lnTo>
                  <a:pt x="556367" y="89385"/>
                </a:lnTo>
                <a:lnTo>
                  <a:pt x="556964" y="89656"/>
                </a:lnTo>
                <a:lnTo>
                  <a:pt x="557569" y="89912"/>
                </a:lnTo>
                <a:lnTo>
                  <a:pt x="558184" y="90153"/>
                </a:lnTo>
                <a:lnTo>
                  <a:pt x="558808" y="90380"/>
                </a:lnTo>
                <a:lnTo>
                  <a:pt x="559442" y="90593"/>
                </a:lnTo>
                <a:lnTo>
                  <a:pt x="560085" y="90790"/>
                </a:lnTo>
                <a:lnTo>
                  <a:pt x="560737" y="90973"/>
                </a:lnTo>
                <a:lnTo>
                  <a:pt x="561399" y="91142"/>
                </a:lnTo>
                <a:lnTo>
                  <a:pt x="562070" y="91296"/>
                </a:lnTo>
                <a:lnTo>
                  <a:pt x="562751" y="91435"/>
                </a:lnTo>
                <a:lnTo>
                  <a:pt x="563440" y="91559"/>
                </a:lnTo>
                <a:lnTo>
                  <a:pt x="564140" y="91669"/>
                </a:lnTo>
                <a:lnTo>
                  <a:pt x="564848" y="91764"/>
                </a:lnTo>
                <a:lnTo>
                  <a:pt x="565566" y="91845"/>
                </a:lnTo>
                <a:lnTo>
                  <a:pt x="566293" y="91910"/>
                </a:lnTo>
                <a:lnTo>
                  <a:pt x="567030" y="91962"/>
                </a:lnTo>
                <a:lnTo>
                  <a:pt x="567776" y="91998"/>
                </a:lnTo>
                <a:lnTo>
                  <a:pt x="568531" y="92020"/>
                </a:lnTo>
                <a:lnTo>
                  <a:pt x="569296" y="92028"/>
                </a:lnTo>
                <a:lnTo>
                  <a:pt x="570077" y="92020"/>
                </a:lnTo>
                <a:lnTo>
                  <a:pt x="570850" y="91998"/>
                </a:lnTo>
                <a:lnTo>
                  <a:pt x="571612" y="91962"/>
                </a:lnTo>
                <a:lnTo>
                  <a:pt x="572366" y="91910"/>
                </a:lnTo>
                <a:close/>
                <a:moveTo>
                  <a:pt x="567231" y="83027"/>
                </a:moveTo>
                <a:lnTo>
                  <a:pt x="566737" y="82973"/>
                </a:lnTo>
                <a:lnTo>
                  <a:pt x="566251" y="82908"/>
                </a:lnTo>
                <a:lnTo>
                  <a:pt x="565773" y="82831"/>
                </a:lnTo>
                <a:lnTo>
                  <a:pt x="565305" y="82742"/>
                </a:lnTo>
                <a:lnTo>
                  <a:pt x="564845" y="82641"/>
                </a:lnTo>
                <a:lnTo>
                  <a:pt x="564394" y="82528"/>
                </a:lnTo>
                <a:lnTo>
                  <a:pt x="563951" y="82403"/>
                </a:lnTo>
                <a:lnTo>
                  <a:pt x="563517" y="82266"/>
                </a:lnTo>
                <a:lnTo>
                  <a:pt x="563092" y="82118"/>
                </a:lnTo>
                <a:lnTo>
                  <a:pt x="562675" y="81957"/>
                </a:lnTo>
                <a:lnTo>
                  <a:pt x="562267" y="81785"/>
                </a:lnTo>
                <a:lnTo>
                  <a:pt x="561868" y="81601"/>
                </a:lnTo>
                <a:lnTo>
                  <a:pt x="561477" y="81405"/>
                </a:lnTo>
                <a:lnTo>
                  <a:pt x="561095" y="81197"/>
                </a:lnTo>
                <a:lnTo>
                  <a:pt x="560722" y="80977"/>
                </a:lnTo>
                <a:lnTo>
                  <a:pt x="560357" y="80745"/>
                </a:lnTo>
                <a:lnTo>
                  <a:pt x="560001" y="80502"/>
                </a:lnTo>
                <a:lnTo>
                  <a:pt x="559654" y="80246"/>
                </a:lnTo>
                <a:lnTo>
                  <a:pt x="559315" y="79979"/>
                </a:lnTo>
                <a:lnTo>
                  <a:pt x="558985" y="79700"/>
                </a:lnTo>
                <a:lnTo>
                  <a:pt x="558663" y="79410"/>
                </a:lnTo>
                <a:lnTo>
                  <a:pt x="558349" y="79112"/>
                </a:lnTo>
                <a:lnTo>
                  <a:pt x="558042" y="78805"/>
                </a:lnTo>
                <a:lnTo>
                  <a:pt x="557743" y="78490"/>
                </a:lnTo>
                <a:lnTo>
                  <a:pt x="557452" y="78166"/>
                </a:lnTo>
                <a:lnTo>
                  <a:pt x="557168" y="77833"/>
                </a:lnTo>
                <a:lnTo>
                  <a:pt x="556891" y="77491"/>
                </a:lnTo>
                <a:lnTo>
                  <a:pt x="556623" y="77141"/>
                </a:lnTo>
                <a:lnTo>
                  <a:pt x="556362" y="76783"/>
                </a:lnTo>
                <a:lnTo>
                  <a:pt x="556108" y="76415"/>
                </a:lnTo>
                <a:lnTo>
                  <a:pt x="555862" y="76039"/>
                </a:lnTo>
                <a:lnTo>
                  <a:pt x="555624" y="75654"/>
                </a:lnTo>
                <a:lnTo>
                  <a:pt x="555393" y="75261"/>
                </a:lnTo>
                <a:lnTo>
                  <a:pt x="555170" y="74859"/>
                </a:lnTo>
                <a:lnTo>
                  <a:pt x="554955" y="74448"/>
                </a:lnTo>
                <a:lnTo>
                  <a:pt x="554747" y="74029"/>
                </a:lnTo>
                <a:lnTo>
                  <a:pt x="554547" y="73601"/>
                </a:lnTo>
                <a:lnTo>
                  <a:pt x="554354" y="73164"/>
                </a:lnTo>
                <a:lnTo>
                  <a:pt x="554169" y="72718"/>
                </a:lnTo>
                <a:lnTo>
                  <a:pt x="553992" y="72264"/>
                </a:lnTo>
                <a:lnTo>
                  <a:pt x="553822" y="71802"/>
                </a:lnTo>
                <a:lnTo>
                  <a:pt x="553660" y="71330"/>
                </a:lnTo>
                <a:lnTo>
                  <a:pt x="553505" y="70850"/>
                </a:lnTo>
                <a:lnTo>
                  <a:pt x="553358" y="70362"/>
                </a:lnTo>
                <a:lnTo>
                  <a:pt x="553218" y="69866"/>
                </a:lnTo>
                <a:lnTo>
                  <a:pt x="553084" y="69364"/>
                </a:lnTo>
                <a:lnTo>
                  <a:pt x="552955" y="68856"/>
                </a:lnTo>
                <a:lnTo>
                  <a:pt x="552833" y="68343"/>
                </a:lnTo>
                <a:lnTo>
                  <a:pt x="552717" y="67825"/>
                </a:lnTo>
                <a:lnTo>
                  <a:pt x="552606" y="67300"/>
                </a:lnTo>
                <a:lnTo>
                  <a:pt x="552502" y="66770"/>
                </a:lnTo>
                <a:lnTo>
                  <a:pt x="552403" y="66234"/>
                </a:lnTo>
                <a:lnTo>
                  <a:pt x="552311" y="65693"/>
                </a:lnTo>
                <a:lnTo>
                  <a:pt x="552224" y="65145"/>
                </a:lnTo>
                <a:lnTo>
                  <a:pt x="552144" y="64592"/>
                </a:lnTo>
                <a:lnTo>
                  <a:pt x="552069" y="64034"/>
                </a:lnTo>
                <a:lnTo>
                  <a:pt x="552001" y="63470"/>
                </a:lnTo>
                <a:lnTo>
                  <a:pt x="551938" y="62900"/>
                </a:lnTo>
                <a:lnTo>
                  <a:pt x="551881" y="62324"/>
                </a:lnTo>
                <a:lnTo>
                  <a:pt x="551831" y="61743"/>
                </a:lnTo>
                <a:lnTo>
                  <a:pt x="551786" y="61155"/>
                </a:lnTo>
                <a:lnTo>
                  <a:pt x="551747" y="60563"/>
                </a:lnTo>
                <a:lnTo>
                  <a:pt x="551714" y="59964"/>
                </a:lnTo>
                <a:lnTo>
                  <a:pt x="551687" y="59360"/>
                </a:lnTo>
                <a:lnTo>
                  <a:pt x="551667" y="58750"/>
                </a:lnTo>
                <a:lnTo>
                  <a:pt x="551652" y="58135"/>
                </a:lnTo>
                <a:lnTo>
                  <a:pt x="551643" y="57514"/>
                </a:lnTo>
                <a:lnTo>
                  <a:pt x="551640" y="56887"/>
                </a:lnTo>
                <a:lnTo>
                  <a:pt x="551643" y="56248"/>
                </a:lnTo>
                <a:lnTo>
                  <a:pt x="551652" y="55615"/>
                </a:lnTo>
                <a:lnTo>
                  <a:pt x="551667" y="54989"/>
                </a:lnTo>
                <a:lnTo>
                  <a:pt x="551687" y="54368"/>
                </a:lnTo>
                <a:lnTo>
                  <a:pt x="551714" y="53753"/>
                </a:lnTo>
                <a:lnTo>
                  <a:pt x="551747" y="53144"/>
                </a:lnTo>
                <a:lnTo>
                  <a:pt x="551786" y="52541"/>
                </a:lnTo>
                <a:lnTo>
                  <a:pt x="551831" y="51944"/>
                </a:lnTo>
                <a:lnTo>
                  <a:pt x="551881" y="51353"/>
                </a:lnTo>
                <a:lnTo>
                  <a:pt x="551938" y="50767"/>
                </a:lnTo>
                <a:lnTo>
                  <a:pt x="552001" y="50188"/>
                </a:lnTo>
                <a:lnTo>
                  <a:pt x="552069" y="49615"/>
                </a:lnTo>
                <a:lnTo>
                  <a:pt x="552144" y="49048"/>
                </a:lnTo>
                <a:lnTo>
                  <a:pt x="552224" y="48486"/>
                </a:lnTo>
                <a:lnTo>
                  <a:pt x="552311" y="47931"/>
                </a:lnTo>
                <a:lnTo>
                  <a:pt x="552403" y="47381"/>
                </a:lnTo>
                <a:lnTo>
                  <a:pt x="552502" y="46838"/>
                </a:lnTo>
                <a:lnTo>
                  <a:pt x="552606" y="46300"/>
                </a:lnTo>
                <a:lnTo>
                  <a:pt x="552717" y="45768"/>
                </a:lnTo>
                <a:lnTo>
                  <a:pt x="552833" y="45243"/>
                </a:lnTo>
                <a:lnTo>
                  <a:pt x="552955" y="44723"/>
                </a:lnTo>
                <a:lnTo>
                  <a:pt x="553084" y="44209"/>
                </a:lnTo>
                <a:lnTo>
                  <a:pt x="553218" y="43701"/>
                </a:lnTo>
                <a:lnTo>
                  <a:pt x="553358" y="43199"/>
                </a:lnTo>
                <a:lnTo>
                  <a:pt x="553505" y="42704"/>
                </a:lnTo>
                <a:lnTo>
                  <a:pt x="553660" y="42218"/>
                </a:lnTo>
                <a:lnTo>
                  <a:pt x="553822" y="41741"/>
                </a:lnTo>
                <a:lnTo>
                  <a:pt x="553992" y="41273"/>
                </a:lnTo>
                <a:lnTo>
                  <a:pt x="554169" y="40813"/>
                </a:lnTo>
                <a:lnTo>
                  <a:pt x="554354" y="40362"/>
                </a:lnTo>
                <a:lnTo>
                  <a:pt x="554547" y="39920"/>
                </a:lnTo>
                <a:lnTo>
                  <a:pt x="554747" y="39487"/>
                </a:lnTo>
                <a:lnTo>
                  <a:pt x="554955" y="39063"/>
                </a:lnTo>
                <a:lnTo>
                  <a:pt x="555170" y="38647"/>
                </a:lnTo>
                <a:lnTo>
                  <a:pt x="555393" y="38240"/>
                </a:lnTo>
                <a:lnTo>
                  <a:pt x="555624" y="37842"/>
                </a:lnTo>
                <a:lnTo>
                  <a:pt x="555862" y="37453"/>
                </a:lnTo>
                <a:lnTo>
                  <a:pt x="556108" y="37072"/>
                </a:lnTo>
                <a:lnTo>
                  <a:pt x="556362" y="36701"/>
                </a:lnTo>
                <a:lnTo>
                  <a:pt x="556623" y="36338"/>
                </a:lnTo>
                <a:lnTo>
                  <a:pt x="556891" y="35984"/>
                </a:lnTo>
                <a:lnTo>
                  <a:pt x="557168" y="35638"/>
                </a:lnTo>
                <a:lnTo>
                  <a:pt x="557452" y="35302"/>
                </a:lnTo>
                <a:lnTo>
                  <a:pt x="557743" y="34974"/>
                </a:lnTo>
                <a:lnTo>
                  <a:pt x="558042" y="34655"/>
                </a:lnTo>
                <a:lnTo>
                  <a:pt x="558349" y="34345"/>
                </a:lnTo>
                <a:lnTo>
                  <a:pt x="558663" y="34044"/>
                </a:lnTo>
                <a:lnTo>
                  <a:pt x="558985" y="33751"/>
                </a:lnTo>
                <a:lnTo>
                  <a:pt x="559315" y="33469"/>
                </a:lnTo>
                <a:lnTo>
                  <a:pt x="559654" y="33199"/>
                </a:lnTo>
                <a:lnTo>
                  <a:pt x="560001" y="32941"/>
                </a:lnTo>
                <a:lnTo>
                  <a:pt x="560357" y="32695"/>
                </a:lnTo>
                <a:lnTo>
                  <a:pt x="560722" y="32461"/>
                </a:lnTo>
                <a:lnTo>
                  <a:pt x="561095" y="32239"/>
                </a:lnTo>
                <a:lnTo>
                  <a:pt x="561477" y="32028"/>
                </a:lnTo>
                <a:lnTo>
                  <a:pt x="561868" y="31830"/>
                </a:lnTo>
                <a:lnTo>
                  <a:pt x="562267" y="31644"/>
                </a:lnTo>
                <a:lnTo>
                  <a:pt x="562675" y="31470"/>
                </a:lnTo>
                <a:lnTo>
                  <a:pt x="563092" y="31308"/>
                </a:lnTo>
                <a:lnTo>
                  <a:pt x="563517" y="31158"/>
                </a:lnTo>
                <a:lnTo>
                  <a:pt x="563951" y="31020"/>
                </a:lnTo>
                <a:lnTo>
                  <a:pt x="564394" y="30894"/>
                </a:lnTo>
                <a:lnTo>
                  <a:pt x="564845" y="30780"/>
                </a:lnTo>
                <a:lnTo>
                  <a:pt x="565305" y="30678"/>
                </a:lnTo>
                <a:lnTo>
                  <a:pt x="565773" y="30588"/>
                </a:lnTo>
                <a:lnTo>
                  <a:pt x="566251" y="30510"/>
                </a:lnTo>
                <a:lnTo>
                  <a:pt x="566737" y="30444"/>
                </a:lnTo>
                <a:lnTo>
                  <a:pt x="567231" y="30390"/>
                </a:lnTo>
                <a:lnTo>
                  <a:pt x="567734" y="30348"/>
                </a:lnTo>
                <a:lnTo>
                  <a:pt x="568246" y="30318"/>
                </a:lnTo>
                <a:lnTo>
                  <a:pt x="568767" y="30300"/>
                </a:lnTo>
                <a:lnTo>
                  <a:pt x="569296" y="30294"/>
                </a:lnTo>
                <a:lnTo>
                  <a:pt x="569858" y="30300"/>
                </a:lnTo>
                <a:lnTo>
                  <a:pt x="570411" y="30318"/>
                </a:lnTo>
                <a:lnTo>
                  <a:pt x="570954" y="30348"/>
                </a:lnTo>
                <a:lnTo>
                  <a:pt x="571487" y="30390"/>
                </a:lnTo>
                <a:lnTo>
                  <a:pt x="572011" y="30444"/>
                </a:lnTo>
                <a:lnTo>
                  <a:pt x="572524" y="30510"/>
                </a:lnTo>
                <a:lnTo>
                  <a:pt x="573028" y="30588"/>
                </a:lnTo>
                <a:lnTo>
                  <a:pt x="573523" y="30678"/>
                </a:lnTo>
                <a:lnTo>
                  <a:pt x="574007" y="30780"/>
                </a:lnTo>
                <a:lnTo>
                  <a:pt x="574482" y="30894"/>
                </a:lnTo>
                <a:lnTo>
                  <a:pt x="574948" y="31020"/>
                </a:lnTo>
                <a:lnTo>
                  <a:pt x="575403" y="31158"/>
                </a:lnTo>
                <a:lnTo>
                  <a:pt x="575849" y="31308"/>
                </a:lnTo>
                <a:lnTo>
                  <a:pt x="576285" y="31470"/>
                </a:lnTo>
                <a:lnTo>
                  <a:pt x="576711" y="31644"/>
                </a:lnTo>
                <a:lnTo>
                  <a:pt x="577128" y="31830"/>
                </a:lnTo>
                <a:lnTo>
                  <a:pt x="577535" y="32028"/>
                </a:lnTo>
                <a:lnTo>
                  <a:pt x="577932" y="32239"/>
                </a:lnTo>
                <a:lnTo>
                  <a:pt x="578320" y="32461"/>
                </a:lnTo>
                <a:lnTo>
                  <a:pt x="578698" y="32695"/>
                </a:lnTo>
                <a:lnTo>
                  <a:pt x="579066" y="32941"/>
                </a:lnTo>
                <a:lnTo>
                  <a:pt x="579424" y="33199"/>
                </a:lnTo>
                <a:lnTo>
                  <a:pt x="579773" y="33469"/>
                </a:lnTo>
                <a:lnTo>
                  <a:pt x="580112" y="33751"/>
                </a:lnTo>
                <a:lnTo>
                  <a:pt x="580442" y="34044"/>
                </a:lnTo>
                <a:lnTo>
                  <a:pt x="580765" y="34345"/>
                </a:lnTo>
                <a:lnTo>
                  <a:pt x="581080" y="34655"/>
                </a:lnTo>
                <a:lnTo>
                  <a:pt x="581387" y="34974"/>
                </a:lnTo>
                <a:lnTo>
                  <a:pt x="581686" y="35302"/>
                </a:lnTo>
                <a:lnTo>
                  <a:pt x="581978" y="35638"/>
                </a:lnTo>
                <a:lnTo>
                  <a:pt x="582262" y="35984"/>
                </a:lnTo>
                <a:lnTo>
                  <a:pt x="582538" y="36338"/>
                </a:lnTo>
                <a:lnTo>
                  <a:pt x="582807" y="36701"/>
                </a:lnTo>
                <a:lnTo>
                  <a:pt x="583067" y="37072"/>
                </a:lnTo>
                <a:lnTo>
                  <a:pt x="583320" y="37453"/>
                </a:lnTo>
                <a:lnTo>
                  <a:pt x="583566" y="37842"/>
                </a:lnTo>
                <a:lnTo>
                  <a:pt x="583803" y="38240"/>
                </a:lnTo>
                <a:lnTo>
                  <a:pt x="584033" y="38647"/>
                </a:lnTo>
                <a:lnTo>
                  <a:pt x="584255" y="39063"/>
                </a:lnTo>
                <a:lnTo>
                  <a:pt x="584470" y="39487"/>
                </a:lnTo>
                <a:lnTo>
                  <a:pt x="584677" y="39920"/>
                </a:lnTo>
                <a:lnTo>
                  <a:pt x="584876" y="40362"/>
                </a:lnTo>
                <a:lnTo>
                  <a:pt x="585067" y="40813"/>
                </a:lnTo>
                <a:lnTo>
                  <a:pt x="585251" y="41273"/>
                </a:lnTo>
                <a:lnTo>
                  <a:pt x="585426" y="41741"/>
                </a:lnTo>
                <a:lnTo>
                  <a:pt x="585594" y="42218"/>
                </a:lnTo>
                <a:lnTo>
                  <a:pt x="585755" y="42704"/>
                </a:lnTo>
                <a:lnTo>
                  <a:pt x="585908" y="43199"/>
                </a:lnTo>
                <a:lnTo>
                  <a:pt x="586053" y="43701"/>
                </a:lnTo>
                <a:lnTo>
                  <a:pt x="586193" y="44208"/>
                </a:lnTo>
                <a:lnTo>
                  <a:pt x="586326" y="44722"/>
                </a:lnTo>
                <a:lnTo>
                  <a:pt x="586453" y="45241"/>
                </a:lnTo>
                <a:lnTo>
                  <a:pt x="586574" y="45765"/>
                </a:lnTo>
                <a:lnTo>
                  <a:pt x="586689" y="46296"/>
                </a:lnTo>
                <a:lnTo>
                  <a:pt x="586797" y="46832"/>
                </a:lnTo>
                <a:lnTo>
                  <a:pt x="586900" y="47373"/>
                </a:lnTo>
                <a:lnTo>
                  <a:pt x="586996" y="47921"/>
                </a:lnTo>
                <a:lnTo>
                  <a:pt x="587086" y="48474"/>
                </a:lnTo>
                <a:lnTo>
                  <a:pt x="587169" y="49033"/>
                </a:lnTo>
                <a:lnTo>
                  <a:pt x="587247" y="49597"/>
                </a:lnTo>
                <a:lnTo>
                  <a:pt x="587318" y="50167"/>
                </a:lnTo>
                <a:lnTo>
                  <a:pt x="587383" y="50743"/>
                </a:lnTo>
                <a:lnTo>
                  <a:pt x="587442" y="51325"/>
                </a:lnTo>
                <a:lnTo>
                  <a:pt x="587495" y="51912"/>
                </a:lnTo>
                <a:lnTo>
                  <a:pt x="587541" y="52505"/>
                </a:lnTo>
                <a:lnTo>
                  <a:pt x="587582" y="53104"/>
                </a:lnTo>
                <a:lnTo>
                  <a:pt x="587616" y="53708"/>
                </a:lnTo>
                <a:lnTo>
                  <a:pt x="587644" y="54318"/>
                </a:lnTo>
                <a:lnTo>
                  <a:pt x="587665" y="54934"/>
                </a:lnTo>
                <a:lnTo>
                  <a:pt x="587681" y="55555"/>
                </a:lnTo>
                <a:lnTo>
                  <a:pt x="587690" y="56182"/>
                </a:lnTo>
                <a:lnTo>
                  <a:pt x="587693" y="56815"/>
                </a:lnTo>
                <a:lnTo>
                  <a:pt x="587690" y="57448"/>
                </a:lnTo>
                <a:lnTo>
                  <a:pt x="587681" y="58075"/>
                </a:lnTo>
                <a:lnTo>
                  <a:pt x="587665" y="58695"/>
                </a:lnTo>
                <a:lnTo>
                  <a:pt x="587644" y="59310"/>
                </a:lnTo>
                <a:lnTo>
                  <a:pt x="587616" y="59919"/>
                </a:lnTo>
                <a:lnTo>
                  <a:pt x="587582" y="60522"/>
                </a:lnTo>
                <a:lnTo>
                  <a:pt x="587541" y="61119"/>
                </a:lnTo>
                <a:lnTo>
                  <a:pt x="587495" y="61711"/>
                </a:lnTo>
                <a:lnTo>
                  <a:pt x="587442" y="62296"/>
                </a:lnTo>
                <a:lnTo>
                  <a:pt x="587383" y="62875"/>
                </a:lnTo>
                <a:lnTo>
                  <a:pt x="587318" y="63448"/>
                </a:lnTo>
                <a:lnTo>
                  <a:pt x="587247" y="64016"/>
                </a:lnTo>
                <a:lnTo>
                  <a:pt x="587169" y="64577"/>
                </a:lnTo>
                <a:lnTo>
                  <a:pt x="587086" y="65133"/>
                </a:lnTo>
                <a:lnTo>
                  <a:pt x="586996" y="65682"/>
                </a:lnTo>
                <a:lnTo>
                  <a:pt x="586900" y="66226"/>
                </a:lnTo>
                <a:lnTo>
                  <a:pt x="586797" y="66764"/>
                </a:lnTo>
                <a:lnTo>
                  <a:pt x="586689" y="67296"/>
                </a:lnTo>
                <a:lnTo>
                  <a:pt x="586574" y="67821"/>
                </a:lnTo>
                <a:lnTo>
                  <a:pt x="586453" y="68341"/>
                </a:lnTo>
                <a:lnTo>
                  <a:pt x="586326" y="68855"/>
                </a:lnTo>
                <a:lnTo>
                  <a:pt x="586193" y="69363"/>
                </a:lnTo>
                <a:lnTo>
                  <a:pt x="586053" y="69865"/>
                </a:lnTo>
                <a:lnTo>
                  <a:pt x="585908" y="70362"/>
                </a:lnTo>
                <a:lnTo>
                  <a:pt x="585755" y="70850"/>
                </a:lnTo>
                <a:lnTo>
                  <a:pt x="585594" y="71330"/>
                </a:lnTo>
                <a:lnTo>
                  <a:pt x="585426" y="71802"/>
                </a:lnTo>
                <a:lnTo>
                  <a:pt x="585251" y="72264"/>
                </a:lnTo>
                <a:lnTo>
                  <a:pt x="585067" y="72718"/>
                </a:lnTo>
                <a:lnTo>
                  <a:pt x="584876" y="73164"/>
                </a:lnTo>
                <a:lnTo>
                  <a:pt x="584677" y="73601"/>
                </a:lnTo>
                <a:lnTo>
                  <a:pt x="584470" y="74029"/>
                </a:lnTo>
                <a:lnTo>
                  <a:pt x="584255" y="74448"/>
                </a:lnTo>
                <a:lnTo>
                  <a:pt x="584033" y="74859"/>
                </a:lnTo>
                <a:lnTo>
                  <a:pt x="583803" y="75261"/>
                </a:lnTo>
                <a:lnTo>
                  <a:pt x="583566" y="75654"/>
                </a:lnTo>
                <a:lnTo>
                  <a:pt x="583320" y="76039"/>
                </a:lnTo>
                <a:lnTo>
                  <a:pt x="583067" y="76415"/>
                </a:lnTo>
                <a:lnTo>
                  <a:pt x="582807" y="76783"/>
                </a:lnTo>
                <a:lnTo>
                  <a:pt x="582538" y="77141"/>
                </a:lnTo>
                <a:lnTo>
                  <a:pt x="582262" y="77491"/>
                </a:lnTo>
                <a:lnTo>
                  <a:pt x="581978" y="77833"/>
                </a:lnTo>
                <a:lnTo>
                  <a:pt x="581686" y="78166"/>
                </a:lnTo>
                <a:lnTo>
                  <a:pt x="581387" y="78490"/>
                </a:lnTo>
                <a:lnTo>
                  <a:pt x="581080" y="78805"/>
                </a:lnTo>
                <a:lnTo>
                  <a:pt x="580765" y="79112"/>
                </a:lnTo>
                <a:lnTo>
                  <a:pt x="580442" y="79410"/>
                </a:lnTo>
                <a:lnTo>
                  <a:pt x="580112" y="79700"/>
                </a:lnTo>
                <a:lnTo>
                  <a:pt x="579773" y="79979"/>
                </a:lnTo>
                <a:lnTo>
                  <a:pt x="579424" y="80246"/>
                </a:lnTo>
                <a:lnTo>
                  <a:pt x="579066" y="80502"/>
                </a:lnTo>
                <a:lnTo>
                  <a:pt x="578698" y="80745"/>
                </a:lnTo>
                <a:lnTo>
                  <a:pt x="578320" y="80977"/>
                </a:lnTo>
                <a:lnTo>
                  <a:pt x="577932" y="81197"/>
                </a:lnTo>
                <a:lnTo>
                  <a:pt x="577535" y="81405"/>
                </a:lnTo>
                <a:lnTo>
                  <a:pt x="577128" y="81601"/>
                </a:lnTo>
                <a:lnTo>
                  <a:pt x="576711" y="81785"/>
                </a:lnTo>
                <a:lnTo>
                  <a:pt x="576285" y="81957"/>
                </a:lnTo>
                <a:lnTo>
                  <a:pt x="575849" y="82118"/>
                </a:lnTo>
                <a:lnTo>
                  <a:pt x="575403" y="82266"/>
                </a:lnTo>
                <a:lnTo>
                  <a:pt x="574948" y="82403"/>
                </a:lnTo>
                <a:lnTo>
                  <a:pt x="574482" y="82528"/>
                </a:lnTo>
                <a:lnTo>
                  <a:pt x="574007" y="82641"/>
                </a:lnTo>
                <a:lnTo>
                  <a:pt x="573523" y="82742"/>
                </a:lnTo>
                <a:lnTo>
                  <a:pt x="573028" y="82831"/>
                </a:lnTo>
                <a:lnTo>
                  <a:pt x="572524" y="82908"/>
                </a:lnTo>
                <a:lnTo>
                  <a:pt x="572011" y="82973"/>
                </a:lnTo>
                <a:lnTo>
                  <a:pt x="571487" y="83027"/>
                </a:lnTo>
                <a:lnTo>
                  <a:pt x="570954" y="83068"/>
                </a:lnTo>
                <a:lnTo>
                  <a:pt x="570411" y="83098"/>
                </a:lnTo>
                <a:lnTo>
                  <a:pt x="569858" y="83116"/>
                </a:lnTo>
                <a:lnTo>
                  <a:pt x="569296" y="83122"/>
                </a:lnTo>
                <a:lnTo>
                  <a:pt x="568767" y="83116"/>
                </a:lnTo>
                <a:lnTo>
                  <a:pt x="568246" y="83098"/>
                </a:lnTo>
                <a:lnTo>
                  <a:pt x="567734" y="83068"/>
                </a:lnTo>
                <a:lnTo>
                  <a:pt x="567231" y="83027"/>
                </a:lnTo>
                <a:close/>
                <a:moveTo>
                  <a:pt x="706886" y="91995"/>
                </a:moveTo>
                <a:lnTo>
                  <a:pt x="707335" y="91977"/>
                </a:lnTo>
                <a:lnTo>
                  <a:pt x="707781" y="91954"/>
                </a:lnTo>
                <a:lnTo>
                  <a:pt x="708224" y="91928"/>
                </a:lnTo>
                <a:lnTo>
                  <a:pt x="708664" y="91898"/>
                </a:lnTo>
                <a:lnTo>
                  <a:pt x="709102" y="91863"/>
                </a:lnTo>
                <a:lnTo>
                  <a:pt x="709536" y="91824"/>
                </a:lnTo>
                <a:lnTo>
                  <a:pt x="709969" y="91782"/>
                </a:lnTo>
                <a:lnTo>
                  <a:pt x="710398" y="91735"/>
                </a:lnTo>
                <a:lnTo>
                  <a:pt x="710825" y="91684"/>
                </a:lnTo>
                <a:lnTo>
                  <a:pt x="711249" y="91629"/>
                </a:lnTo>
                <a:lnTo>
                  <a:pt x="711671" y="91571"/>
                </a:lnTo>
                <a:lnTo>
                  <a:pt x="712090" y="91508"/>
                </a:lnTo>
                <a:lnTo>
                  <a:pt x="712506" y="91441"/>
                </a:lnTo>
                <a:lnTo>
                  <a:pt x="712919" y="91369"/>
                </a:lnTo>
                <a:lnTo>
                  <a:pt x="713330" y="91294"/>
                </a:lnTo>
                <a:lnTo>
                  <a:pt x="713738" y="91215"/>
                </a:lnTo>
                <a:lnTo>
                  <a:pt x="714143" y="91132"/>
                </a:lnTo>
                <a:lnTo>
                  <a:pt x="714546" y="91044"/>
                </a:lnTo>
                <a:lnTo>
                  <a:pt x="714946" y="90953"/>
                </a:lnTo>
                <a:lnTo>
                  <a:pt x="715343" y="90857"/>
                </a:lnTo>
                <a:lnTo>
                  <a:pt x="715737" y="90758"/>
                </a:lnTo>
                <a:lnTo>
                  <a:pt x="716126" y="90654"/>
                </a:lnTo>
                <a:lnTo>
                  <a:pt x="716512" y="90546"/>
                </a:lnTo>
                <a:lnTo>
                  <a:pt x="716893" y="90433"/>
                </a:lnTo>
                <a:lnTo>
                  <a:pt x="717270" y="90315"/>
                </a:lnTo>
                <a:lnTo>
                  <a:pt x="717643" y="90194"/>
                </a:lnTo>
                <a:lnTo>
                  <a:pt x="718011" y="90068"/>
                </a:lnTo>
                <a:lnTo>
                  <a:pt x="718376" y="89937"/>
                </a:lnTo>
                <a:lnTo>
                  <a:pt x="718736" y="89802"/>
                </a:lnTo>
                <a:lnTo>
                  <a:pt x="719092" y="89663"/>
                </a:lnTo>
                <a:lnTo>
                  <a:pt x="719443" y="89519"/>
                </a:lnTo>
                <a:lnTo>
                  <a:pt x="719791" y="89370"/>
                </a:lnTo>
                <a:lnTo>
                  <a:pt x="720134" y="89218"/>
                </a:lnTo>
                <a:lnTo>
                  <a:pt x="720473" y="89061"/>
                </a:lnTo>
                <a:lnTo>
                  <a:pt x="720808" y="88899"/>
                </a:lnTo>
                <a:lnTo>
                  <a:pt x="721139" y="88733"/>
                </a:lnTo>
                <a:lnTo>
                  <a:pt x="721465" y="88563"/>
                </a:lnTo>
                <a:lnTo>
                  <a:pt x="721787" y="88388"/>
                </a:lnTo>
                <a:lnTo>
                  <a:pt x="722105" y="88209"/>
                </a:lnTo>
                <a:lnTo>
                  <a:pt x="722419" y="88025"/>
                </a:lnTo>
                <a:lnTo>
                  <a:pt x="722729" y="87837"/>
                </a:lnTo>
                <a:lnTo>
                  <a:pt x="723034" y="87644"/>
                </a:lnTo>
                <a:lnTo>
                  <a:pt x="723335" y="87447"/>
                </a:lnTo>
                <a:lnTo>
                  <a:pt x="723632" y="87246"/>
                </a:lnTo>
                <a:lnTo>
                  <a:pt x="723924" y="87040"/>
                </a:lnTo>
                <a:lnTo>
                  <a:pt x="724211" y="86829"/>
                </a:lnTo>
                <a:lnTo>
                  <a:pt x="724492" y="86613"/>
                </a:lnTo>
                <a:lnTo>
                  <a:pt x="724767" y="86393"/>
                </a:lnTo>
                <a:lnTo>
                  <a:pt x="725037" y="86168"/>
                </a:lnTo>
                <a:lnTo>
                  <a:pt x="725302" y="85938"/>
                </a:lnTo>
                <a:lnTo>
                  <a:pt x="725561" y="85703"/>
                </a:lnTo>
                <a:lnTo>
                  <a:pt x="725815" y="85463"/>
                </a:lnTo>
                <a:lnTo>
                  <a:pt x="726063" y="85219"/>
                </a:lnTo>
                <a:lnTo>
                  <a:pt x="726305" y="84970"/>
                </a:lnTo>
                <a:lnTo>
                  <a:pt x="726542" y="84716"/>
                </a:lnTo>
                <a:lnTo>
                  <a:pt x="726774" y="84457"/>
                </a:lnTo>
                <a:lnTo>
                  <a:pt x="727000" y="84193"/>
                </a:lnTo>
                <a:lnTo>
                  <a:pt x="727221" y="83925"/>
                </a:lnTo>
                <a:lnTo>
                  <a:pt x="727436" y="83652"/>
                </a:lnTo>
                <a:lnTo>
                  <a:pt x="727645" y="83374"/>
                </a:lnTo>
                <a:lnTo>
                  <a:pt x="727850" y="83091"/>
                </a:lnTo>
                <a:lnTo>
                  <a:pt x="728048" y="82803"/>
                </a:lnTo>
                <a:lnTo>
                  <a:pt x="728241" y="82511"/>
                </a:lnTo>
                <a:lnTo>
                  <a:pt x="728429" y="82214"/>
                </a:lnTo>
                <a:lnTo>
                  <a:pt x="728611" y="81912"/>
                </a:lnTo>
                <a:lnTo>
                  <a:pt x="728788" y="81605"/>
                </a:lnTo>
                <a:lnTo>
                  <a:pt x="728959" y="81294"/>
                </a:lnTo>
                <a:lnTo>
                  <a:pt x="729124" y="80977"/>
                </a:lnTo>
                <a:lnTo>
                  <a:pt x="729284" y="80656"/>
                </a:lnTo>
                <a:lnTo>
                  <a:pt x="729436" y="80330"/>
                </a:lnTo>
                <a:lnTo>
                  <a:pt x="729582" y="79999"/>
                </a:lnTo>
                <a:lnTo>
                  <a:pt x="729721" y="79663"/>
                </a:lnTo>
                <a:lnTo>
                  <a:pt x="729854" y="79322"/>
                </a:lnTo>
                <a:lnTo>
                  <a:pt x="729979" y="78976"/>
                </a:lnTo>
                <a:lnTo>
                  <a:pt x="730098" y="78625"/>
                </a:lnTo>
                <a:lnTo>
                  <a:pt x="730210" y="78269"/>
                </a:lnTo>
                <a:lnTo>
                  <a:pt x="730315" y="77908"/>
                </a:lnTo>
                <a:lnTo>
                  <a:pt x="730414" y="77543"/>
                </a:lnTo>
                <a:lnTo>
                  <a:pt x="730505" y="77172"/>
                </a:lnTo>
                <a:lnTo>
                  <a:pt x="730590" y="76797"/>
                </a:lnTo>
                <a:lnTo>
                  <a:pt x="730668" y="76417"/>
                </a:lnTo>
                <a:lnTo>
                  <a:pt x="730739" y="76032"/>
                </a:lnTo>
                <a:lnTo>
                  <a:pt x="730804" y="75641"/>
                </a:lnTo>
                <a:lnTo>
                  <a:pt x="730861" y="75246"/>
                </a:lnTo>
                <a:lnTo>
                  <a:pt x="730912" y="74846"/>
                </a:lnTo>
                <a:lnTo>
                  <a:pt x="730956" y="74442"/>
                </a:lnTo>
                <a:lnTo>
                  <a:pt x="730994" y="74032"/>
                </a:lnTo>
                <a:lnTo>
                  <a:pt x="731024" y="73617"/>
                </a:lnTo>
                <a:lnTo>
                  <a:pt x="731048" y="73197"/>
                </a:lnTo>
                <a:lnTo>
                  <a:pt x="731065" y="72773"/>
                </a:lnTo>
                <a:lnTo>
                  <a:pt x="731075" y="72344"/>
                </a:lnTo>
                <a:lnTo>
                  <a:pt x="731079" y="71909"/>
                </a:lnTo>
                <a:lnTo>
                  <a:pt x="731074" y="71382"/>
                </a:lnTo>
                <a:lnTo>
                  <a:pt x="731061" y="70863"/>
                </a:lnTo>
                <a:lnTo>
                  <a:pt x="731039" y="70352"/>
                </a:lnTo>
                <a:lnTo>
                  <a:pt x="731008" y="69849"/>
                </a:lnTo>
                <a:lnTo>
                  <a:pt x="730969" y="69354"/>
                </a:lnTo>
                <a:lnTo>
                  <a:pt x="730921" y="68867"/>
                </a:lnTo>
                <a:lnTo>
                  <a:pt x="730864" y="68389"/>
                </a:lnTo>
                <a:lnTo>
                  <a:pt x="730798" y="67918"/>
                </a:lnTo>
                <a:lnTo>
                  <a:pt x="730723" y="67456"/>
                </a:lnTo>
                <a:lnTo>
                  <a:pt x="730640" y="67002"/>
                </a:lnTo>
                <a:lnTo>
                  <a:pt x="730548" y="66556"/>
                </a:lnTo>
                <a:lnTo>
                  <a:pt x="730447" y="66118"/>
                </a:lnTo>
                <a:lnTo>
                  <a:pt x="730337" y="65688"/>
                </a:lnTo>
                <a:lnTo>
                  <a:pt x="730219" y="65266"/>
                </a:lnTo>
                <a:lnTo>
                  <a:pt x="730091" y="64853"/>
                </a:lnTo>
                <a:lnTo>
                  <a:pt x="729955" y="64447"/>
                </a:lnTo>
                <a:lnTo>
                  <a:pt x="729811" y="64050"/>
                </a:lnTo>
                <a:lnTo>
                  <a:pt x="729657" y="63661"/>
                </a:lnTo>
                <a:lnTo>
                  <a:pt x="729495" y="63280"/>
                </a:lnTo>
                <a:lnTo>
                  <a:pt x="729324" y="62907"/>
                </a:lnTo>
                <a:lnTo>
                  <a:pt x="729144" y="62542"/>
                </a:lnTo>
                <a:lnTo>
                  <a:pt x="728955" y="62185"/>
                </a:lnTo>
                <a:lnTo>
                  <a:pt x="728758" y="61836"/>
                </a:lnTo>
                <a:lnTo>
                  <a:pt x="728551" y="61496"/>
                </a:lnTo>
                <a:lnTo>
                  <a:pt x="728337" y="61162"/>
                </a:lnTo>
                <a:lnTo>
                  <a:pt x="728113" y="60833"/>
                </a:lnTo>
                <a:lnTo>
                  <a:pt x="727882" y="60509"/>
                </a:lnTo>
                <a:lnTo>
                  <a:pt x="727642" y="60191"/>
                </a:lnTo>
                <a:lnTo>
                  <a:pt x="727393" y="59877"/>
                </a:lnTo>
                <a:lnTo>
                  <a:pt x="727136" y="59569"/>
                </a:lnTo>
                <a:lnTo>
                  <a:pt x="726871" y="59266"/>
                </a:lnTo>
                <a:lnTo>
                  <a:pt x="726597" y="58968"/>
                </a:lnTo>
                <a:lnTo>
                  <a:pt x="726315" y="58676"/>
                </a:lnTo>
                <a:lnTo>
                  <a:pt x="726024" y="58388"/>
                </a:lnTo>
                <a:lnTo>
                  <a:pt x="725725" y="58106"/>
                </a:lnTo>
                <a:lnTo>
                  <a:pt x="725418" y="57829"/>
                </a:lnTo>
                <a:lnTo>
                  <a:pt x="725102" y="57557"/>
                </a:lnTo>
                <a:lnTo>
                  <a:pt x="724778" y="57290"/>
                </a:lnTo>
                <a:lnTo>
                  <a:pt x="724445" y="57028"/>
                </a:lnTo>
                <a:lnTo>
                  <a:pt x="724104" y="56772"/>
                </a:lnTo>
                <a:lnTo>
                  <a:pt x="723754" y="56521"/>
                </a:lnTo>
                <a:lnTo>
                  <a:pt x="723396" y="56275"/>
                </a:lnTo>
                <a:lnTo>
                  <a:pt x="723030" y="56034"/>
                </a:lnTo>
                <a:lnTo>
                  <a:pt x="722655" y="55798"/>
                </a:lnTo>
                <a:lnTo>
                  <a:pt x="722272" y="55568"/>
                </a:lnTo>
                <a:lnTo>
                  <a:pt x="721880" y="55342"/>
                </a:lnTo>
                <a:lnTo>
                  <a:pt x="721480" y="55122"/>
                </a:lnTo>
                <a:lnTo>
                  <a:pt x="721071" y="54907"/>
                </a:lnTo>
                <a:lnTo>
                  <a:pt x="720654" y="54696"/>
                </a:lnTo>
                <a:lnTo>
                  <a:pt x="720229" y="54487"/>
                </a:lnTo>
                <a:lnTo>
                  <a:pt x="719794" y="54280"/>
                </a:lnTo>
                <a:lnTo>
                  <a:pt x="719352" y="54076"/>
                </a:lnTo>
                <a:lnTo>
                  <a:pt x="718901" y="53875"/>
                </a:lnTo>
                <a:lnTo>
                  <a:pt x="718441" y="53676"/>
                </a:lnTo>
                <a:lnTo>
                  <a:pt x="717973" y="53479"/>
                </a:lnTo>
                <a:lnTo>
                  <a:pt x="717496" y="53285"/>
                </a:lnTo>
                <a:lnTo>
                  <a:pt x="717010" y="53093"/>
                </a:lnTo>
                <a:lnTo>
                  <a:pt x="716516" y="52904"/>
                </a:lnTo>
                <a:lnTo>
                  <a:pt x="716014" y="52717"/>
                </a:lnTo>
                <a:lnTo>
                  <a:pt x="715503" y="52533"/>
                </a:lnTo>
                <a:lnTo>
                  <a:pt x="714984" y="52351"/>
                </a:lnTo>
                <a:lnTo>
                  <a:pt x="714455" y="52172"/>
                </a:lnTo>
                <a:lnTo>
                  <a:pt x="713919" y="51995"/>
                </a:lnTo>
                <a:lnTo>
                  <a:pt x="713374" y="51820"/>
                </a:lnTo>
                <a:lnTo>
                  <a:pt x="712820" y="51648"/>
                </a:lnTo>
                <a:lnTo>
                  <a:pt x="712258" y="51479"/>
                </a:lnTo>
                <a:lnTo>
                  <a:pt x="711687" y="51312"/>
                </a:lnTo>
                <a:lnTo>
                  <a:pt x="711108" y="51147"/>
                </a:lnTo>
                <a:lnTo>
                  <a:pt x="710520" y="50985"/>
                </a:lnTo>
                <a:lnTo>
                  <a:pt x="709924" y="50825"/>
                </a:lnTo>
                <a:lnTo>
                  <a:pt x="709319" y="50668"/>
                </a:lnTo>
                <a:lnTo>
                  <a:pt x="708705" y="50513"/>
                </a:lnTo>
                <a:lnTo>
                  <a:pt x="708154" y="50372"/>
                </a:lnTo>
                <a:lnTo>
                  <a:pt x="707612" y="50231"/>
                </a:lnTo>
                <a:lnTo>
                  <a:pt x="707079" y="50091"/>
                </a:lnTo>
                <a:lnTo>
                  <a:pt x="706556" y="49952"/>
                </a:lnTo>
                <a:lnTo>
                  <a:pt x="706042" y="49813"/>
                </a:lnTo>
                <a:lnTo>
                  <a:pt x="705538" y="49675"/>
                </a:lnTo>
                <a:lnTo>
                  <a:pt x="705043" y="49537"/>
                </a:lnTo>
                <a:lnTo>
                  <a:pt x="704557" y="49400"/>
                </a:lnTo>
                <a:lnTo>
                  <a:pt x="704080" y="49264"/>
                </a:lnTo>
                <a:lnTo>
                  <a:pt x="703613" y="49128"/>
                </a:lnTo>
                <a:lnTo>
                  <a:pt x="703156" y="48993"/>
                </a:lnTo>
                <a:lnTo>
                  <a:pt x="702707" y="48858"/>
                </a:lnTo>
                <a:lnTo>
                  <a:pt x="702268" y="48724"/>
                </a:lnTo>
                <a:lnTo>
                  <a:pt x="701839" y="48591"/>
                </a:lnTo>
                <a:lnTo>
                  <a:pt x="701419" y="48458"/>
                </a:lnTo>
                <a:lnTo>
                  <a:pt x="701008" y="48326"/>
                </a:lnTo>
                <a:lnTo>
                  <a:pt x="700606" y="48195"/>
                </a:lnTo>
                <a:lnTo>
                  <a:pt x="700214" y="48064"/>
                </a:lnTo>
                <a:lnTo>
                  <a:pt x="699831" y="47933"/>
                </a:lnTo>
                <a:lnTo>
                  <a:pt x="699458" y="47804"/>
                </a:lnTo>
                <a:lnTo>
                  <a:pt x="699094" y="47675"/>
                </a:lnTo>
                <a:lnTo>
                  <a:pt x="698739" y="47546"/>
                </a:lnTo>
                <a:lnTo>
                  <a:pt x="698393" y="47419"/>
                </a:lnTo>
                <a:lnTo>
                  <a:pt x="698057" y="47292"/>
                </a:lnTo>
                <a:lnTo>
                  <a:pt x="697730" y="47164"/>
                </a:lnTo>
                <a:lnTo>
                  <a:pt x="697411" y="47035"/>
                </a:lnTo>
                <a:lnTo>
                  <a:pt x="697099" y="46904"/>
                </a:lnTo>
                <a:lnTo>
                  <a:pt x="696796" y="46773"/>
                </a:lnTo>
                <a:lnTo>
                  <a:pt x="696500" y="46640"/>
                </a:lnTo>
                <a:lnTo>
                  <a:pt x="696213" y="46505"/>
                </a:lnTo>
                <a:lnTo>
                  <a:pt x="695933" y="46369"/>
                </a:lnTo>
                <a:lnTo>
                  <a:pt x="695661" y="46232"/>
                </a:lnTo>
                <a:lnTo>
                  <a:pt x="695398" y="46094"/>
                </a:lnTo>
                <a:lnTo>
                  <a:pt x="695142" y="45954"/>
                </a:lnTo>
                <a:lnTo>
                  <a:pt x="694894" y="45813"/>
                </a:lnTo>
                <a:lnTo>
                  <a:pt x="694654" y="45670"/>
                </a:lnTo>
                <a:lnTo>
                  <a:pt x="694422" y="45526"/>
                </a:lnTo>
                <a:lnTo>
                  <a:pt x="694198" y="45381"/>
                </a:lnTo>
                <a:lnTo>
                  <a:pt x="693982" y="45234"/>
                </a:lnTo>
                <a:lnTo>
                  <a:pt x="693774" y="45087"/>
                </a:lnTo>
                <a:lnTo>
                  <a:pt x="693574" y="44937"/>
                </a:lnTo>
                <a:lnTo>
                  <a:pt x="693382" y="44787"/>
                </a:lnTo>
                <a:lnTo>
                  <a:pt x="693198" y="44635"/>
                </a:lnTo>
                <a:lnTo>
                  <a:pt x="693022" y="44481"/>
                </a:lnTo>
                <a:lnTo>
                  <a:pt x="692854" y="44327"/>
                </a:lnTo>
                <a:lnTo>
                  <a:pt x="692693" y="44171"/>
                </a:lnTo>
                <a:lnTo>
                  <a:pt x="692541" y="44013"/>
                </a:lnTo>
                <a:lnTo>
                  <a:pt x="692397" y="43855"/>
                </a:lnTo>
                <a:lnTo>
                  <a:pt x="692259" y="43694"/>
                </a:lnTo>
                <a:lnTo>
                  <a:pt x="692128" y="43530"/>
                </a:lnTo>
                <a:lnTo>
                  <a:pt x="692002" y="43363"/>
                </a:lnTo>
                <a:lnTo>
                  <a:pt x="691882" y="43193"/>
                </a:lnTo>
                <a:lnTo>
                  <a:pt x="691768" y="43020"/>
                </a:lnTo>
                <a:lnTo>
                  <a:pt x="691660" y="42845"/>
                </a:lnTo>
                <a:lnTo>
                  <a:pt x="691557" y="42666"/>
                </a:lnTo>
                <a:lnTo>
                  <a:pt x="691461" y="42484"/>
                </a:lnTo>
                <a:lnTo>
                  <a:pt x="691370" y="42300"/>
                </a:lnTo>
                <a:lnTo>
                  <a:pt x="691285" y="42112"/>
                </a:lnTo>
                <a:lnTo>
                  <a:pt x="691206" y="41922"/>
                </a:lnTo>
                <a:lnTo>
                  <a:pt x="691133" y="41728"/>
                </a:lnTo>
                <a:lnTo>
                  <a:pt x="691066" y="41532"/>
                </a:lnTo>
                <a:lnTo>
                  <a:pt x="691004" y="41333"/>
                </a:lnTo>
                <a:lnTo>
                  <a:pt x="690949" y="41131"/>
                </a:lnTo>
                <a:lnTo>
                  <a:pt x="690899" y="40926"/>
                </a:lnTo>
                <a:lnTo>
                  <a:pt x="690855" y="40717"/>
                </a:lnTo>
                <a:lnTo>
                  <a:pt x="690817" y="40506"/>
                </a:lnTo>
                <a:lnTo>
                  <a:pt x="690785" y="40292"/>
                </a:lnTo>
                <a:lnTo>
                  <a:pt x="690759" y="40075"/>
                </a:lnTo>
                <a:lnTo>
                  <a:pt x="690738" y="39856"/>
                </a:lnTo>
                <a:lnTo>
                  <a:pt x="690724" y="39633"/>
                </a:lnTo>
                <a:lnTo>
                  <a:pt x="690715" y="39407"/>
                </a:lnTo>
                <a:lnTo>
                  <a:pt x="690712" y="39178"/>
                </a:lnTo>
                <a:lnTo>
                  <a:pt x="690718" y="38775"/>
                </a:lnTo>
                <a:lnTo>
                  <a:pt x="690738" y="38381"/>
                </a:lnTo>
                <a:lnTo>
                  <a:pt x="690771" y="37996"/>
                </a:lnTo>
                <a:lnTo>
                  <a:pt x="690817" y="37619"/>
                </a:lnTo>
                <a:lnTo>
                  <a:pt x="690876" y="37252"/>
                </a:lnTo>
                <a:lnTo>
                  <a:pt x="690948" y="36894"/>
                </a:lnTo>
                <a:lnTo>
                  <a:pt x="691033" y="36545"/>
                </a:lnTo>
                <a:lnTo>
                  <a:pt x="691131" y="36204"/>
                </a:lnTo>
                <a:lnTo>
                  <a:pt x="691243" y="35873"/>
                </a:lnTo>
                <a:lnTo>
                  <a:pt x="691367" y="35551"/>
                </a:lnTo>
                <a:lnTo>
                  <a:pt x="691505" y="35238"/>
                </a:lnTo>
                <a:lnTo>
                  <a:pt x="691655" y="34934"/>
                </a:lnTo>
                <a:lnTo>
                  <a:pt x="691819" y="34638"/>
                </a:lnTo>
                <a:lnTo>
                  <a:pt x="691996" y="34352"/>
                </a:lnTo>
                <a:lnTo>
                  <a:pt x="692186" y="34075"/>
                </a:lnTo>
                <a:lnTo>
                  <a:pt x="692389" y="33807"/>
                </a:lnTo>
                <a:lnTo>
                  <a:pt x="692605" y="33548"/>
                </a:lnTo>
                <a:lnTo>
                  <a:pt x="692835" y="33298"/>
                </a:lnTo>
                <a:lnTo>
                  <a:pt x="693077" y="33057"/>
                </a:lnTo>
                <a:lnTo>
                  <a:pt x="693333" y="32825"/>
                </a:lnTo>
                <a:lnTo>
                  <a:pt x="693601" y="32602"/>
                </a:lnTo>
                <a:lnTo>
                  <a:pt x="693883" y="32388"/>
                </a:lnTo>
                <a:lnTo>
                  <a:pt x="694178" y="32183"/>
                </a:lnTo>
                <a:lnTo>
                  <a:pt x="694486" y="31987"/>
                </a:lnTo>
                <a:lnTo>
                  <a:pt x="694804" y="31799"/>
                </a:lnTo>
                <a:lnTo>
                  <a:pt x="695131" y="31619"/>
                </a:lnTo>
                <a:lnTo>
                  <a:pt x="695465" y="31447"/>
                </a:lnTo>
                <a:lnTo>
                  <a:pt x="695807" y="31284"/>
                </a:lnTo>
                <a:lnTo>
                  <a:pt x="696158" y="31128"/>
                </a:lnTo>
                <a:lnTo>
                  <a:pt x="696516" y="30980"/>
                </a:lnTo>
                <a:lnTo>
                  <a:pt x="696882" y="30840"/>
                </a:lnTo>
                <a:lnTo>
                  <a:pt x="697256" y="30709"/>
                </a:lnTo>
                <a:lnTo>
                  <a:pt x="697638" y="30585"/>
                </a:lnTo>
                <a:lnTo>
                  <a:pt x="698028" y="30469"/>
                </a:lnTo>
                <a:lnTo>
                  <a:pt x="698426" y="30361"/>
                </a:lnTo>
                <a:lnTo>
                  <a:pt x="698832" y="30261"/>
                </a:lnTo>
                <a:lnTo>
                  <a:pt x="699246" y="30170"/>
                </a:lnTo>
                <a:lnTo>
                  <a:pt x="699668" y="30086"/>
                </a:lnTo>
                <a:lnTo>
                  <a:pt x="700098" y="30010"/>
                </a:lnTo>
                <a:lnTo>
                  <a:pt x="700536" y="29942"/>
                </a:lnTo>
                <a:lnTo>
                  <a:pt x="700982" y="29882"/>
                </a:lnTo>
                <a:lnTo>
                  <a:pt x="701435" y="29830"/>
                </a:lnTo>
                <a:lnTo>
                  <a:pt x="701897" y="29786"/>
                </a:lnTo>
                <a:lnTo>
                  <a:pt x="702367" y="29750"/>
                </a:lnTo>
                <a:lnTo>
                  <a:pt x="702844" y="29722"/>
                </a:lnTo>
                <a:lnTo>
                  <a:pt x="703330" y="29702"/>
                </a:lnTo>
                <a:lnTo>
                  <a:pt x="703823" y="29690"/>
                </a:lnTo>
                <a:lnTo>
                  <a:pt x="704325" y="29686"/>
                </a:lnTo>
                <a:lnTo>
                  <a:pt x="704827" y="29692"/>
                </a:lnTo>
                <a:lnTo>
                  <a:pt x="705322" y="29708"/>
                </a:lnTo>
                <a:lnTo>
                  <a:pt x="705811" y="29735"/>
                </a:lnTo>
                <a:lnTo>
                  <a:pt x="706293" y="29773"/>
                </a:lnTo>
                <a:lnTo>
                  <a:pt x="706769" y="29821"/>
                </a:lnTo>
                <a:lnTo>
                  <a:pt x="707237" y="29881"/>
                </a:lnTo>
                <a:lnTo>
                  <a:pt x="707699" y="29951"/>
                </a:lnTo>
                <a:lnTo>
                  <a:pt x="708155" y="30032"/>
                </a:lnTo>
                <a:lnTo>
                  <a:pt x="708603" y="30123"/>
                </a:lnTo>
                <a:lnTo>
                  <a:pt x="709046" y="30226"/>
                </a:lnTo>
                <a:lnTo>
                  <a:pt x="709481" y="30339"/>
                </a:lnTo>
                <a:lnTo>
                  <a:pt x="709910" y="30463"/>
                </a:lnTo>
                <a:lnTo>
                  <a:pt x="710332" y="30598"/>
                </a:lnTo>
                <a:lnTo>
                  <a:pt x="710747" y="30744"/>
                </a:lnTo>
                <a:lnTo>
                  <a:pt x="711156" y="30900"/>
                </a:lnTo>
                <a:lnTo>
                  <a:pt x="711558" y="31068"/>
                </a:lnTo>
                <a:lnTo>
                  <a:pt x="711953" y="31246"/>
                </a:lnTo>
                <a:lnTo>
                  <a:pt x="712342" y="31434"/>
                </a:lnTo>
                <a:lnTo>
                  <a:pt x="712724" y="31634"/>
                </a:lnTo>
                <a:lnTo>
                  <a:pt x="713099" y="31845"/>
                </a:lnTo>
                <a:lnTo>
                  <a:pt x="713468" y="32066"/>
                </a:lnTo>
                <a:lnTo>
                  <a:pt x="713830" y="32298"/>
                </a:lnTo>
                <a:lnTo>
                  <a:pt x="714186" y="32541"/>
                </a:lnTo>
                <a:lnTo>
                  <a:pt x="714534" y="32794"/>
                </a:lnTo>
                <a:lnTo>
                  <a:pt x="714873" y="33061"/>
                </a:lnTo>
                <a:lnTo>
                  <a:pt x="715196" y="33342"/>
                </a:lnTo>
                <a:lnTo>
                  <a:pt x="715506" y="33638"/>
                </a:lnTo>
                <a:lnTo>
                  <a:pt x="715801" y="33949"/>
                </a:lnTo>
                <a:lnTo>
                  <a:pt x="716081" y="34275"/>
                </a:lnTo>
                <a:lnTo>
                  <a:pt x="716348" y="34615"/>
                </a:lnTo>
                <a:lnTo>
                  <a:pt x="716599" y="34971"/>
                </a:lnTo>
                <a:lnTo>
                  <a:pt x="716837" y="35341"/>
                </a:lnTo>
                <a:lnTo>
                  <a:pt x="717060" y="35727"/>
                </a:lnTo>
                <a:lnTo>
                  <a:pt x="717269" y="36127"/>
                </a:lnTo>
                <a:lnTo>
                  <a:pt x="717463" y="36542"/>
                </a:lnTo>
                <a:lnTo>
                  <a:pt x="717643" y="36971"/>
                </a:lnTo>
                <a:lnTo>
                  <a:pt x="717808" y="37416"/>
                </a:lnTo>
                <a:lnTo>
                  <a:pt x="717959" y="37876"/>
                </a:lnTo>
                <a:lnTo>
                  <a:pt x="718096" y="38350"/>
                </a:lnTo>
                <a:lnTo>
                  <a:pt x="718218" y="38839"/>
                </a:lnTo>
                <a:lnTo>
                  <a:pt x="718326" y="39343"/>
                </a:lnTo>
                <a:lnTo>
                  <a:pt x="718420" y="39862"/>
                </a:lnTo>
                <a:lnTo>
                  <a:pt x="718499" y="40396"/>
                </a:lnTo>
                <a:lnTo>
                  <a:pt x="718564" y="40945"/>
                </a:lnTo>
                <a:lnTo>
                  <a:pt x="718614" y="41508"/>
                </a:lnTo>
                <a:lnTo>
                  <a:pt x="718650" y="42086"/>
                </a:lnTo>
                <a:lnTo>
                  <a:pt x="718672" y="42680"/>
                </a:lnTo>
                <a:lnTo>
                  <a:pt x="718679" y="43288"/>
                </a:lnTo>
                <a:lnTo>
                  <a:pt x="729596" y="43288"/>
                </a:lnTo>
                <a:lnTo>
                  <a:pt x="729593" y="42806"/>
                </a:lnTo>
                <a:lnTo>
                  <a:pt x="729582" y="42331"/>
                </a:lnTo>
                <a:lnTo>
                  <a:pt x="729565" y="41860"/>
                </a:lnTo>
                <a:lnTo>
                  <a:pt x="729541" y="41396"/>
                </a:lnTo>
                <a:lnTo>
                  <a:pt x="729510" y="40937"/>
                </a:lnTo>
                <a:lnTo>
                  <a:pt x="729472" y="40483"/>
                </a:lnTo>
                <a:lnTo>
                  <a:pt x="729427" y="40035"/>
                </a:lnTo>
                <a:lnTo>
                  <a:pt x="729375" y="39592"/>
                </a:lnTo>
                <a:lnTo>
                  <a:pt x="729316" y="39155"/>
                </a:lnTo>
                <a:lnTo>
                  <a:pt x="729251" y="38724"/>
                </a:lnTo>
                <a:lnTo>
                  <a:pt x="729178" y="38298"/>
                </a:lnTo>
                <a:lnTo>
                  <a:pt x="729099" y="37877"/>
                </a:lnTo>
                <a:lnTo>
                  <a:pt x="729013" y="37463"/>
                </a:lnTo>
                <a:lnTo>
                  <a:pt x="728920" y="37053"/>
                </a:lnTo>
                <a:lnTo>
                  <a:pt x="728819" y="36649"/>
                </a:lnTo>
                <a:lnTo>
                  <a:pt x="728712" y="36251"/>
                </a:lnTo>
                <a:lnTo>
                  <a:pt x="728599" y="35858"/>
                </a:lnTo>
                <a:lnTo>
                  <a:pt x="728478" y="35471"/>
                </a:lnTo>
                <a:lnTo>
                  <a:pt x="728350" y="35090"/>
                </a:lnTo>
                <a:lnTo>
                  <a:pt x="728215" y="34713"/>
                </a:lnTo>
                <a:lnTo>
                  <a:pt x="728074" y="34343"/>
                </a:lnTo>
                <a:lnTo>
                  <a:pt x="727926" y="33978"/>
                </a:lnTo>
                <a:lnTo>
                  <a:pt x="727770" y="33618"/>
                </a:lnTo>
                <a:lnTo>
                  <a:pt x="727608" y="33264"/>
                </a:lnTo>
                <a:lnTo>
                  <a:pt x="727440" y="32916"/>
                </a:lnTo>
                <a:lnTo>
                  <a:pt x="727266" y="32573"/>
                </a:lnTo>
                <a:lnTo>
                  <a:pt x="727087" y="32235"/>
                </a:lnTo>
                <a:lnTo>
                  <a:pt x="726903" y="31903"/>
                </a:lnTo>
                <a:lnTo>
                  <a:pt x="726714" y="31576"/>
                </a:lnTo>
                <a:lnTo>
                  <a:pt x="726519" y="31254"/>
                </a:lnTo>
                <a:lnTo>
                  <a:pt x="726319" y="30938"/>
                </a:lnTo>
                <a:lnTo>
                  <a:pt x="726114" y="30628"/>
                </a:lnTo>
                <a:lnTo>
                  <a:pt x="725904" y="30322"/>
                </a:lnTo>
                <a:lnTo>
                  <a:pt x="725688" y="30023"/>
                </a:lnTo>
                <a:lnTo>
                  <a:pt x="725467" y="29728"/>
                </a:lnTo>
                <a:lnTo>
                  <a:pt x="725241" y="29439"/>
                </a:lnTo>
                <a:lnTo>
                  <a:pt x="725009" y="29156"/>
                </a:lnTo>
                <a:lnTo>
                  <a:pt x="724773" y="28877"/>
                </a:lnTo>
                <a:lnTo>
                  <a:pt x="724531" y="28605"/>
                </a:lnTo>
                <a:lnTo>
                  <a:pt x="724283" y="28337"/>
                </a:lnTo>
                <a:lnTo>
                  <a:pt x="724031" y="28075"/>
                </a:lnTo>
                <a:lnTo>
                  <a:pt x="723773" y="27819"/>
                </a:lnTo>
                <a:lnTo>
                  <a:pt x="723510" y="27568"/>
                </a:lnTo>
                <a:lnTo>
                  <a:pt x="723242" y="27322"/>
                </a:lnTo>
                <a:lnTo>
                  <a:pt x="722968" y="27081"/>
                </a:lnTo>
                <a:lnTo>
                  <a:pt x="722689" y="26847"/>
                </a:lnTo>
                <a:lnTo>
                  <a:pt x="722405" y="26617"/>
                </a:lnTo>
                <a:lnTo>
                  <a:pt x="722116" y="26393"/>
                </a:lnTo>
                <a:lnTo>
                  <a:pt x="721822" y="26174"/>
                </a:lnTo>
                <a:lnTo>
                  <a:pt x="721524" y="25960"/>
                </a:lnTo>
                <a:lnTo>
                  <a:pt x="721223" y="25750"/>
                </a:lnTo>
                <a:lnTo>
                  <a:pt x="720919" y="25546"/>
                </a:lnTo>
                <a:lnTo>
                  <a:pt x="720610" y="25346"/>
                </a:lnTo>
                <a:lnTo>
                  <a:pt x="720298" y="25151"/>
                </a:lnTo>
                <a:lnTo>
                  <a:pt x="719983" y="24961"/>
                </a:lnTo>
                <a:lnTo>
                  <a:pt x="719663" y="24775"/>
                </a:lnTo>
                <a:lnTo>
                  <a:pt x="719341" y="24595"/>
                </a:lnTo>
                <a:lnTo>
                  <a:pt x="719014" y="24419"/>
                </a:lnTo>
                <a:lnTo>
                  <a:pt x="718684" y="24248"/>
                </a:lnTo>
                <a:lnTo>
                  <a:pt x="718350" y="24082"/>
                </a:lnTo>
                <a:lnTo>
                  <a:pt x="718013" y="23920"/>
                </a:lnTo>
                <a:lnTo>
                  <a:pt x="717672" y="23764"/>
                </a:lnTo>
                <a:lnTo>
                  <a:pt x="717327" y="23612"/>
                </a:lnTo>
                <a:lnTo>
                  <a:pt x="716979" y="23465"/>
                </a:lnTo>
                <a:lnTo>
                  <a:pt x="716627" y="23322"/>
                </a:lnTo>
                <a:lnTo>
                  <a:pt x="716272" y="23185"/>
                </a:lnTo>
                <a:lnTo>
                  <a:pt x="715913" y="23052"/>
                </a:lnTo>
                <a:lnTo>
                  <a:pt x="715550" y="22924"/>
                </a:lnTo>
                <a:lnTo>
                  <a:pt x="715183" y="22801"/>
                </a:lnTo>
                <a:lnTo>
                  <a:pt x="714813" y="22683"/>
                </a:lnTo>
                <a:lnTo>
                  <a:pt x="714440" y="22570"/>
                </a:lnTo>
                <a:lnTo>
                  <a:pt x="714063" y="22461"/>
                </a:lnTo>
                <a:lnTo>
                  <a:pt x="713682" y="22357"/>
                </a:lnTo>
                <a:lnTo>
                  <a:pt x="713300" y="22257"/>
                </a:lnTo>
                <a:lnTo>
                  <a:pt x="712915" y="22162"/>
                </a:lnTo>
                <a:lnTo>
                  <a:pt x="712529" y="22071"/>
                </a:lnTo>
                <a:lnTo>
                  <a:pt x="712139" y="21985"/>
                </a:lnTo>
                <a:lnTo>
                  <a:pt x="711748" y="21903"/>
                </a:lnTo>
                <a:lnTo>
                  <a:pt x="711355" y="21825"/>
                </a:lnTo>
                <a:lnTo>
                  <a:pt x="710959" y="21752"/>
                </a:lnTo>
                <a:lnTo>
                  <a:pt x="710561" y="21684"/>
                </a:lnTo>
                <a:lnTo>
                  <a:pt x="710161" y="21619"/>
                </a:lnTo>
                <a:lnTo>
                  <a:pt x="709758" y="21560"/>
                </a:lnTo>
                <a:lnTo>
                  <a:pt x="709354" y="21504"/>
                </a:lnTo>
                <a:lnTo>
                  <a:pt x="708947" y="21453"/>
                </a:lnTo>
                <a:lnTo>
                  <a:pt x="708538" y="21407"/>
                </a:lnTo>
                <a:lnTo>
                  <a:pt x="708126" y="21365"/>
                </a:lnTo>
                <a:lnTo>
                  <a:pt x="707713" y="21327"/>
                </a:lnTo>
                <a:lnTo>
                  <a:pt x="707297" y="21294"/>
                </a:lnTo>
                <a:lnTo>
                  <a:pt x="706879" y="21265"/>
                </a:lnTo>
                <a:lnTo>
                  <a:pt x="706459" y="21241"/>
                </a:lnTo>
                <a:lnTo>
                  <a:pt x="706037" y="21221"/>
                </a:lnTo>
                <a:lnTo>
                  <a:pt x="705612" y="21205"/>
                </a:lnTo>
                <a:lnTo>
                  <a:pt x="705185" y="21194"/>
                </a:lnTo>
                <a:lnTo>
                  <a:pt x="704756" y="21187"/>
                </a:lnTo>
                <a:lnTo>
                  <a:pt x="704325" y="21185"/>
                </a:lnTo>
                <a:lnTo>
                  <a:pt x="703888" y="21187"/>
                </a:lnTo>
                <a:lnTo>
                  <a:pt x="703454" y="21193"/>
                </a:lnTo>
                <a:lnTo>
                  <a:pt x="703023" y="21204"/>
                </a:lnTo>
                <a:lnTo>
                  <a:pt x="702594" y="21218"/>
                </a:lnTo>
                <a:lnTo>
                  <a:pt x="702168" y="21236"/>
                </a:lnTo>
                <a:lnTo>
                  <a:pt x="701745" y="21258"/>
                </a:lnTo>
                <a:lnTo>
                  <a:pt x="701324" y="21285"/>
                </a:lnTo>
                <a:lnTo>
                  <a:pt x="700907" y="21315"/>
                </a:lnTo>
                <a:lnTo>
                  <a:pt x="700491" y="21350"/>
                </a:lnTo>
                <a:lnTo>
                  <a:pt x="700079" y="21388"/>
                </a:lnTo>
                <a:lnTo>
                  <a:pt x="699669" y="21431"/>
                </a:lnTo>
                <a:lnTo>
                  <a:pt x="699262" y="21478"/>
                </a:lnTo>
                <a:lnTo>
                  <a:pt x="698858" y="21529"/>
                </a:lnTo>
                <a:lnTo>
                  <a:pt x="698456" y="21583"/>
                </a:lnTo>
                <a:lnTo>
                  <a:pt x="698057" y="21642"/>
                </a:lnTo>
                <a:lnTo>
                  <a:pt x="697661" y="21705"/>
                </a:lnTo>
                <a:lnTo>
                  <a:pt x="697267" y="21772"/>
                </a:lnTo>
                <a:lnTo>
                  <a:pt x="696876" y="21843"/>
                </a:lnTo>
                <a:lnTo>
                  <a:pt x="696488" y="21919"/>
                </a:lnTo>
                <a:lnTo>
                  <a:pt x="696102" y="21998"/>
                </a:lnTo>
                <a:lnTo>
                  <a:pt x="695719" y="22081"/>
                </a:lnTo>
                <a:lnTo>
                  <a:pt x="695339" y="22169"/>
                </a:lnTo>
                <a:lnTo>
                  <a:pt x="694962" y="22260"/>
                </a:lnTo>
                <a:lnTo>
                  <a:pt x="694587" y="22355"/>
                </a:lnTo>
                <a:lnTo>
                  <a:pt x="694215" y="22455"/>
                </a:lnTo>
                <a:lnTo>
                  <a:pt x="693848" y="22558"/>
                </a:lnTo>
                <a:lnTo>
                  <a:pt x="693484" y="22665"/>
                </a:lnTo>
                <a:lnTo>
                  <a:pt x="693125" y="22776"/>
                </a:lnTo>
                <a:lnTo>
                  <a:pt x="692769" y="22891"/>
                </a:lnTo>
                <a:lnTo>
                  <a:pt x="692418" y="23010"/>
                </a:lnTo>
                <a:lnTo>
                  <a:pt x="692070" y="23133"/>
                </a:lnTo>
                <a:lnTo>
                  <a:pt x="691727" y="23260"/>
                </a:lnTo>
                <a:lnTo>
                  <a:pt x="691387" y="23391"/>
                </a:lnTo>
                <a:lnTo>
                  <a:pt x="691051" y="23526"/>
                </a:lnTo>
                <a:lnTo>
                  <a:pt x="690720" y="23664"/>
                </a:lnTo>
                <a:lnTo>
                  <a:pt x="690392" y="23807"/>
                </a:lnTo>
                <a:lnTo>
                  <a:pt x="690068" y="23954"/>
                </a:lnTo>
                <a:lnTo>
                  <a:pt x="689748" y="24104"/>
                </a:lnTo>
                <a:lnTo>
                  <a:pt x="689433" y="24259"/>
                </a:lnTo>
                <a:lnTo>
                  <a:pt x="689121" y="24417"/>
                </a:lnTo>
                <a:lnTo>
                  <a:pt x="688813" y="24579"/>
                </a:lnTo>
                <a:lnTo>
                  <a:pt x="688509" y="24746"/>
                </a:lnTo>
                <a:lnTo>
                  <a:pt x="688209" y="24916"/>
                </a:lnTo>
                <a:lnTo>
                  <a:pt x="687913" y="25090"/>
                </a:lnTo>
                <a:lnTo>
                  <a:pt x="687621" y="25268"/>
                </a:lnTo>
                <a:lnTo>
                  <a:pt x="687334" y="25450"/>
                </a:lnTo>
                <a:lnTo>
                  <a:pt x="687050" y="25636"/>
                </a:lnTo>
                <a:lnTo>
                  <a:pt x="686770" y="25826"/>
                </a:lnTo>
                <a:lnTo>
                  <a:pt x="686494" y="26020"/>
                </a:lnTo>
                <a:lnTo>
                  <a:pt x="686224" y="26217"/>
                </a:lnTo>
                <a:lnTo>
                  <a:pt x="685959" y="26419"/>
                </a:lnTo>
                <a:lnTo>
                  <a:pt x="685699" y="26625"/>
                </a:lnTo>
                <a:lnTo>
                  <a:pt x="685444" y="26834"/>
                </a:lnTo>
                <a:lnTo>
                  <a:pt x="685194" y="27048"/>
                </a:lnTo>
                <a:lnTo>
                  <a:pt x="684950" y="27265"/>
                </a:lnTo>
                <a:lnTo>
                  <a:pt x="684710" y="27487"/>
                </a:lnTo>
                <a:lnTo>
                  <a:pt x="684476" y="27712"/>
                </a:lnTo>
                <a:lnTo>
                  <a:pt x="684247" y="27941"/>
                </a:lnTo>
                <a:lnTo>
                  <a:pt x="684023" y="28175"/>
                </a:lnTo>
                <a:lnTo>
                  <a:pt x="683804" y="28412"/>
                </a:lnTo>
                <a:lnTo>
                  <a:pt x="683591" y="28653"/>
                </a:lnTo>
                <a:lnTo>
                  <a:pt x="683382" y="28898"/>
                </a:lnTo>
                <a:lnTo>
                  <a:pt x="683179" y="29147"/>
                </a:lnTo>
                <a:lnTo>
                  <a:pt x="682981" y="29400"/>
                </a:lnTo>
                <a:lnTo>
                  <a:pt x="682788" y="29657"/>
                </a:lnTo>
                <a:lnTo>
                  <a:pt x="682600" y="29917"/>
                </a:lnTo>
                <a:lnTo>
                  <a:pt x="682417" y="30182"/>
                </a:lnTo>
                <a:lnTo>
                  <a:pt x="682240" y="30451"/>
                </a:lnTo>
                <a:lnTo>
                  <a:pt x="682067" y="30723"/>
                </a:lnTo>
                <a:lnTo>
                  <a:pt x="681900" y="31000"/>
                </a:lnTo>
                <a:lnTo>
                  <a:pt x="681738" y="31280"/>
                </a:lnTo>
                <a:lnTo>
                  <a:pt x="681581" y="31565"/>
                </a:lnTo>
                <a:lnTo>
                  <a:pt x="681429" y="31853"/>
                </a:lnTo>
                <a:lnTo>
                  <a:pt x="681285" y="32145"/>
                </a:lnTo>
                <a:lnTo>
                  <a:pt x="681146" y="32441"/>
                </a:lnTo>
                <a:lnTo>
                  <a:pt x="681014" y="32740"/>
                </a:lnTo>
                <a:lnTo>
                  <a:pt x="680889" y="33044"/>
                </a:lnTo>
                <a:lnTo>
                  <a:pt x="680770" y="33351"/>
                </a:lnTo>
                <a:lnTo>
                  <a:pt x="680657" y="33662"/>
                </a:lnTo>
                <a:lnTo>
                  <a:pt x="680551" y="33977"/>
                </a:lnTo>
                <a:lnTo>
                  <a:pt x="680451" y="34295"/>
                </a:lnTo>
                <a:lnTo>
                  <a:pt x="680358" y="34618"/>
                </a:lnTo>
                <a:lnTo>
                  <a:pt x="680271" y="34944"/>
                </a:lnTo>
                <a:lnTo>
                  <a:pt x="680191" y="35274"/>
                </a:lnTo>
                <a:lnTo>
                  <a:pt x="680117" y="35608"/>
                </a:lnTo>
                <a:lnTo>
                  <a:pt x="680049" y="35946"/>
                </a:lnTo>
                <a:lnTo>
                  <a:pt x="679988" y="36287"/>
                </a:lnTo>
                <a:lnTo>
                  <a:pt x="679933" y="36633"/>
                </a:lnTo>
                <a:lnTo>
                  <a:pt x="679885" y="36982"/>
                </a:lnTo>
                <a:lnTo>
                  <a:pt x="679843" y="37335"/>
                </a:lnTo>
                <a:lnTo>
                  <a:pt x="679808" y="37691"/>
                </a:lnTo>
                <a:lnTo>
                  <a:pt x="679779" y="38052"/>
                </a:lnTo>
                <a:lnTo>
                  <a:pt x="679756" y="38416"/>
                </a:lnTo>
                <a:lnTo>
                  <a:pt x="679740" y="38785"/>
                </a:lnTo>
                <a:lnTo>
                  <a:pt x="679731" y="39157"/>
                </a:lnTo>
                <a:lnTo>
                  <a:pt x="679727" y="39533"/>
                </a:lnTo>
                <a:lnTo>
                  <a:pt x="679732" y="40019"/>
                </a:lnTo>
                <a:lnTo>
                  <a:pt x="679746" y="40499"/>
                </a:lnTo>
                <a:lnTo>
                  <a:pt x="679768" y="40971"/>
                </a:lnTo>
                <a:lnTo>
                  <a:pt x="679800" y="41437"/>
                </a:lnTo>
                <a:lnTo>
                  <a:pt x="679841" y="41895"/>
                </a:lnTo>
                <a:lnTo>
                  <a:pt x="679892" y="42347"/>
                </a:lnTo>
                <a:lnTo>
                  <a:pt x="679951" y="42791"/>
                </a:lnTo>
                <a:lnTo>
                  <a:pt x="680019" y="43228"/>
                </a:lnTo>
                <a:lnTo>
                  <a:pt x="680097" y="43659"/>
                </a:lnTo>
                <a:lnTo>
                  <a:pt x="680184" y="44082"/>
                </a:lnTo>
                <a:lnTo>
                  <a:pt x="680279" y="44499"/>
                </a:lnTo>
                <a:lnTo>
                  <a:pt x="680384" y="44908"/>
                </a:lnTo>
                <a:lnTo>
                  <a:pt x="680498" y="45310"/>
                </a:lnTo>
                <a:lnTo>
                  <a:pt x="680622" y="45706"/>
                </a:lnTo>
                <a:lnTo>
                  <a:pt x="680754" y="46094"/>
                </a:lnTo>
                <a:lnTo>
                  <a:pt x="680895" y="46475"/>
                </a:lnTo>
                <a:lnTo>
                  <a:pt x="681046" y="46850"/>
                </a:lnTo>
                <a:lnTo>
                  <a:pt x="681206" y="47217"/>
                </a:lnTo>
                <a:lnTo>
                  <a:pt x="681375" y="47577"/>
                </a:lnTo>
                <a:lnTo>
                  <a:pt x="681552" y="47930"/>
                </a:lnTo>
                <a:lnTo>
                  <a:pt x="681740" y="48277"/>
                </a:lnTo>
                <a:lnTo>
                  <a:pt x="681936" y="48616"/>
                </a:lnTo>
                <a:lnTo>
                  <a:pt x="682141" y="48948"/>
                </a:lnTo>
                <a:lnTo>
                  <a:pt x="682356" y="49273"/>
                </a:lnTo>
                <a:lnTo>
                  <a:pt x="682579" y="49593"/>
                </a:lnTo>
                <a:lnTo>
                  <a:pt x="682811" y="49907"/>
                </a:lnTo>
                <a:lnTo>
                  <a:pt x="683053" y="50218"/>
                </a:lnTo>
                <a:lnTo>
                  <a:pt x="683303" y="50523"/>
                </a:lnTo>
                <a:lnTo>
                  <a:pt x="683562" y="50824"/>
                </a:lnTo>
                <a:lnTo>
                  <a:pt x="683830" y="51120"/>
                </a:lnTo>
                <a:lnTo>
                  <a:pt x="684107" y="51411"/>
                </a:lnTo>
                <a:lnTo>
                  <a:pt x="684392" y="51698"/>
                </a:lnTo>
                <a:lnTo>
                  <a:pt x="684687" y="51980"/>
                </a:lnTo>
                <a:lnTo>
                  <a:pt x="684990" y="52257"/>
                </a:lnTo>
                <a:lnTo>
                  <a:pt x="685303" y="52530"/>
                </a:lnTo>
                <a:lnTo>
                  <a:pt x="685624" y="52798"/>
                </a:lnTo>
                <a:lnTo>
                  <a:pt x="685954" y="53061"/>
                </a:lnTo>
                <a:lnTo>
                  <a:pt x="686293" y="53320"/>
                </a:lnTo>
                <a:lnTo>
                  <a:pt x="686641" y="53574"/>
                </a:lnTo>
                <a:lnTo>
                  <a:pt x="686998" y="53823"/>
                </a:lnTo>
                <a:lnTo>
                  <a:pt x="687364" y="54068"/>
                </a:lnTo>
                <a:lnTo>
                  <a:pt x="687738" y="54307"/>
                </a:lnTo>
                <a:lnTo>
                  <a:pt x="688122" y="54543"/>
                </a:lnTo>
                <a:lnTo>
                  <a:pt x="688514" y="54773"/>
                </a:lnTo>
                <a:lnTo>
                  <a:pt x="688916" y="54999"/>
                </a:lnTo>
                <a:lnTo>
                  <a:pt x="689326" y="55221"/>
                </a:lnTo>
                <a:lnTo>
                  <a:pt x="689745" y="55437"/>
                </a:lnTo>
                <a:lnTo>
                  <a:pt x="690173" y="55649"/>
                </a:lnTo>
                <a:lnTo>
                  <a:pt x="690610" y="55858"/>
                </a:lnTo>
                <a:lnTo>
                  <a:pt x="691055" y="56064"/>
                </a:lnTo>
                <a:lnTo>
                  <a:pt x="691509" y="56269"/>
                </a:lnTo>
                <a:lnTo>
                  <a:pt x="691972" y="56471"/>
                </a:lnTo>
                <a:lnTo>
                  <a:pt x="692443" y="56671"/>
                </a:lnTo>
                <a:lnTo>
                  <a:pt x="692923" y="56869"/>
                </a:lnTo>
                <a:lnTo>
                  <a:pt x="693412" y="57065"/>
                </a:lnTo>
                <a:lnTo>
                  <a:pt x="693909" y="57259"/>
                </a:lnTo>
                <a:lnTo>
                  <a:pt x="694415" y="57451"/>
                </a:lnTo>
                <a:lnTo>
                  <a:pt x="694930" y="57641"/>
                </a:lnTo>
                <a:lnTo>
                  <a:pt x="695453" y="57828"/>
                </a:lnTo>
                <a:lnTo>
                  <a:pt x="695985" y="58014"/>
                </a:lnTo>
                <a:lnTo>
                  <a:pt x="696526" y="58197"/>
                </a:lnTo>
                <a:lnTo>
                  <a:pt x="697075" y="58379"/>
                </a:lnTo>
                <a:lnTo>
                  <a:pt x="697633" y="58558"/>
                </a:lnTo>
                <a:lnTo>
                  <a:pt x="698200" y="58735"/>
                </a:lnTo>
                <a:lnTo>
                  <a:pt x="698775" y="58910"/>
                </a:lnTo>
                <a:lnTo>
                  <a:pt x="699359" y="59083"/>
                </a:lnTo>
                <a:lnTo>
                  <a:pt x="699952" y="59254"/>
                </a:lnTo>
                <a:lnTo>
                  <a:pt x="700553" y="59423"/>
                </a:lnTo>
                <a:lnTo>
                  <a:pt x="701163" y="59589"/>
                </a:lnTo>
                <a:lnTo>
                  <a:pt x="701781" y="59754"/>
                </a:lnTo>
                <a:lnTo>
                  <a:pt x="702408" y="59916"/>
                </a:lnTo>
                <a:lnTo>
                  <a:pt x="703044" y="60077"/>
                </a:lnTo>
                <a:lnTo>
                  <a:pt x="703826" y="60283"/>
                </a:lnTo>
                <a:lnTo>
                  <a:pt x="704588" y="60490"/>
                </a:lnTo>
                <a:lnTo>
                  <a:pt x="705330" y="60696"/>
                </a:lnTo>
                <a:lnTo>
                  <a:pt x="706052" y="60901"/>
                </a:lnTo>
                <a:lnTo>
                  <a:pt x="706753" y="61107"/>
                </a:lnTo>
                <a:lnTo>
                  <a:pt x="707435" y="61312"/>
                </a:lnTo>
                <a:lnTo>
                  <a:pt x="708097" y="61517"/>
                </a:lnTo>
                <a:lnTo>
                  <a:pt x="708739" y="61722"/>
                </a:lnTo>
                <a:lnTo>
                  <a:pt x="709361" y="61927"/>
                </a:lnTo>
                <a:lnTo>
                  <a:pt x="709962" y="62131"/>
                </a:lnTo>
                <a:lnTo>
                  <a:pt x="710544" y="62335"/>
                </a:lnTo>
                <a:lnTo>
                  <a:pt x="711106" y="62539"/>
                </a:lnTo>
                <a:lnTo>
                  <a:pt x="711648" y="62743"/>
                </a:lnTo>
                <a:lnTo>
                  <a:pt x="712169" y="62946"/>
                </a:lnTo>
                <a:lnTo>
                  <a:pt x="712671" y="63149"/>
                </a:lnTo>
                <a:lnTo>
                  <a:pt x="713153" y="63352"/>
                </a:lnTo>
                <a:lnTo>
                  <a:pt x="713615" y="63555"/>
                </a:lnTo>
                <a:lnTo>
                  <a:pt x="714056" y="63757"/>
                </a:lnTo>
                <a:lnTo>
                  <a:pt x="714478" y="63959"/>
                </a:lnTo>
                <a:lnTo>
                  <a:pt x="714880" y="64161"/>
                </a:lnTo>
                <a:lnTo>
                  <a:pt x="715261" y="64363"/>
                </a:lnTo>
                <a:lnTo>
                  <a:pt x="715623" y="64564"/>
                </a:lnTo>
                <a:lnTo>
                  <a:pt x="715965" y="64765"/>
                </a:lnTo>
                <a:lnTo>
                  <a:pt x="716286" y="64966"/>
                </a:lnTo>
                <a:lnTo>
                  <a:pt x="716592" y="65172"/>
                </a:lnTo>
                <a:lnTo>
                  <a:pt x="716884" y="65386"/>
                </a:lnTo>
                <a:lnTo>
                  <a:pt x="717163" y="65610"/>
                </a:lnTo>
                <a:lnTo>
                  <a:pt x="717429" y="65844"/>
                </a:lnTo>
                <a:lnTo>
                  <a:pt x="717683" y="66086"/>
                </a:lnTo>
                <a:lnTo>
                  <a:pt x="717923" y="66338"/>
                </a:lnTo>
                <a:lnTo>
                  <a:pt x="718150" y="66600"/>
                </a:lnTo>
                <a:lnTo>
                  <a:pt x="718364" y="66871"/>
                </a:lnTo>
                <a:lnTo>
                  <a:pt x="718566" y="67151"/>
                </a:lnTo>
                <a:lnTo>
                  <a:pt x="718754" y="67440"/>
                </a:lnTo>
                <a:lnTo>
                  <a:pt x="718929" y="67739"/>
                </a:lnTo>
                <a:lnTo>
                  <a:pt x="719092" y="68047"/>
                </a:lnTo>
                <a:lnTo>
                  <a:pt x="719241" y="68365"/>
                </a:lnTo>
                <a:lnTo>
                  <a:pt x="719377" y="68692"/>
                </a:lnTo>
                <a:lnTo>
                  <a:pt x="719501" y="69028"/>
                </a:lnTo>
                <a:lnTo>
                  <a:pt x="719611" y="69373"/>
                </a:lnTo>
                <a:lnTo>
                  <a:pt x="719708" y="69728"/>
                </a:lnTo>
                <a:lnTo>
                  <a:pt x="719793" y="70092"/>
                </a:lnTo>
                <a:lnTo>
                  <a:pt x="719864" y="70466"/>
                </a:lnTo>
                <a:lnTo>
                  <a:pt x="719923" y="70849"/>
                </a:lnTo>
                <a:lnTo>
                  <a:pt x="719968" y="71241"/>
                </a:lnTo>
                <a:lnTo>
                  <a:pt x="720001" y="71643"/>
                </a:lnTo>
                <a:lnTo>
                  <a:pt x="720020" y="72054"/>
                </a:lnTo>
                <a:lnTo>
                  <a:pt x="720027" y="72474"/>
                </a:lnTo>
                <a:lnTo>
                  <a:pt x="720019" y="72965"/>
                </a:lnTo>
                <a:lnTo>
                  <a:pt x="719998" y="73445"/>
                </a:lnTo>
                <a:lnTo>
                  <a:pt x="719962" y="73913"/>
                </a:lnTo>
                <a:lnTo>
                  <a:pt x="719912" y="74369"/>
                </a:lnTo>
                <a:lnTo>
                  <a:pt x="719847" y="74813"/>
                </a:lnTo>
                <a:lnTo>
                  <a:pt x="719768" y="75246"/>
                </a:lnTo>
                <a:lnTo>
                  <a:pt x="719674" y="75667"/>
                </a:lnTo>
                <a:lnTo>
                  <a:pt x="719566" y="76077"/>
                </a:lnTo>
                <a:lnTo>
                  <a:pt x="719444" y="76475"/>
                </a:lnTo>
                <a:lnTo>
                  <a:pt x="719307" y="76861"/>
                </a:lnTo>
                <a:lnTo>
                  <a:pt x="719156" y="77236"/>
                </a:lnTo>
                <a:lnTo>
                  <a:pt x="718991" y="77599"/>
                </a:lnTo>
                <a:lnTo>
                  <a:pt x="718811" y="77951"/>
                </a:lnTo>
                <a:lnTo>
                  <a:pt x="718616" y="78291"/>
                </a:lnTo>
                <a:lnTo>
                  <a:pt x="718408" y="78619"/>
                </a:lnTo>
                <a:lnTo>
                  <a:pt x="718185" y="78935"/>
                </a:lnTo>
                <a:lnTo>
                  <a:pt x="717947" y="79240"/>
                </a:lnTo>
                <a:lnTo>
                  <a:pt x="717695" y="79534"/>
                </a:lnTo>
                <a:lnTo>
                  <a:pt x="717429" y="79815"/>
                </a:lnTo>
                <a:lnTo>
                  <a:pt x="717149" y="80085"/>
                </a:lnTo>
                <a:lnTo>
                  <a:pt x="716854" y="80344"/>
                </a:lnTo>
                <a:lnTo>
                  <a:pt x="716544" y="80591"/>
                </a:lnTo>
                <a:lnTo>
                  <a:pt x="716220" y="80826"/>
                </a:lnTo>
                <a:lnTo>
                  <a:pt x="715882" y="81049"/>
                </a:lnTo>
                <a:lnTo>
                  <a:pt x="715533" y="81262"/>
                </a:lnTo>
                <a:lnTo>
                  <a:pt x="715176" y="81466"/>
                </a:lnTo>
                <a:lnTo>
                  <a:pt x="714811" y="81661"/>
                </a:lnTo>
                <a:lnTo>
                  <a:pt x="714438" y="81847"/>
                </a:lnTo>
                <a:lnTo>
                  <a:pt x="714057" y="82024"/>
                </a:lnTo>
                <a:lnTo>
                  <a:pt x="713669" y="82192"/>
                </a:lnTo>
                <a:lnTo>
                  <a:pt x="713272" y="82351"/>
                </a:lnTo>
                <a:lnTo>
                  <a:pt x="712868" y="82500"/>
                </a:lnTo>
                <a:lnTo>
                  <a:pt x="712456" y="82641"/>
                </a:lnTo>
                <a:lnTo>
                  <a:pt x="712036" y="82773"/>
                </a:lnTo>
                <a:lnTo>
                  <a:pt x="711609" y="82895"/>
                </a:lnTo>
                <a:lnTo>
                  <a:pt x="711173" y="83008"/>
                </a:lnTo>
                <a:lnTo>
                  <a:pt x="710730" y="83113"/>
                </a:lnTo>
                <a:lnTo>
                  <a:pt x="710279" y="83208"/>
                </a:lnTo>
                <a:lnTo>
                  <a:pt x="709820" y="83294"/>
                </a:lnTo>
                <a:lnTo>
                  <a:pt x="709353" y="83371"/>
                </a:lnTo>
                <a:lnTo>
                  <a:pt x="708878" y="83439"/>
                </a:lnTo>
                <a:lnTo>
                  <a:pt x="708396" y="83498"/>
                </a:lnTo>
                <a:lnTo>
                  <a:pt x="707905" y="83548"/>
                </a:lnTo>
                <a:lnTo>
                  <a:pt x="707407" y="83589"/>
                </a:lnTo>
                <a:lnTo>
                  <a:pt x="706901" y="83621"/>
                </a:lnTo>
                <a:lnTo>
                  <a:pt x="706387" y="83643"/>
                </a:lnTo>
                <a:lnTo>
                  <a:pt x="705865" y="83657"/>
                </a:lnTo>
                <a:lnTo>
                  <a:pt x="705336" y="83661"/>
                </a:lnTo>
                <a:lnTo>
                  <a:pt x="704744" y="83656"/>
                </a:lnTo>
                <a:lnTo>
                  <a:pt x="704161" y="83639"/>
                </a:lnTo>
                <a:lnTo>
                  <a:pt x="703587" y="83610"/>
                </a:lnTo>
                <a:lnTo>
                  <a:pt x="703020" y="83570"/>
                </a:lnTo>
                <a:lnTo>
                  <a:pt x="702462" y="83519"/>
                </a:lnTo>
                <a:lnTo>
                  <a:pt x="701911" y="83456"/>
                </a:lnTo>
                <a:lnTo>
                  <a:pt x="701369" y="83382"/>
                </a:lnTo>
                <a:lnTo>
                  <a:pt x="700835" y="83297"/>
                </a:lnTo>
                <a:lnTo>
                  <a:pt x="700310" y="83200"/>
                </a:lnTo>
                <a:lnTo>
                  <a:pt x="699792" y="83092"/>
                </a:lnTo>
                <a:lnTo>
                  <a:pt x="699283" y="82972"/>
                </a:lnTo>
                <a:lnTo>
                  <a:pt x="698782" y="82841"/>
                </a:lnTo>
                <a:lnTo>
                  <a:pt x="698289" y="82699"/>
                </a:lnTo>
                <a:lnTo>
                  <a:pt x="697804" y="82545"/>
                </a:lnTo>
                <a:lnTo>
                  <a:pt x="697328" y="82380"/>
                </a:lnTo>
                <a:lnTo>
                  <a:pt x="696859" y="82203"/>
                </a:lnTo>
                <a:lnTo>
                  <a:pt x="696399" y="82015"/>
                </a:lnTo>
                <a:lnTo>
                  <a:pt x="695947" y="81816"/>
                </a:lnTo>
                <a:lnTo>
                  <a:pt x="695504" y="81605"/>
                </a:lnTo>
                <a:lnTo>
                  <a:pt x="695068" y="81383"/>
                </a:lnTo>
                <a:lnTo>
                  <a:pt x="694641" y="81150"/>
                </a:lnTo>
                <a:lnTo>
                  <a:pt x="694221" y="80905"/>
                </a:lnTo>
                <a:lnTo>
                  <a:pt x="693810" y="80648"/>
                </a:lnTo>
                <a:lnTo>
                  <a:pt x="693408" y="80381"/>
                </a:lnTo>
                <a:lnTo>
                  <a:pt x="693017" y="80099"/>
                </a:lnTo>
                <a:lnTo>
                  <a:pt x="692643" y="79800"/>
                </a:lnTo>
                <a:lnTo>
                  <a:pt x="692286" y="79484"/>
                </a:lnTo>
                <a:lnTo>
                  <a:pt x="691946" y="79151"/>
                </a:lnTo>
                <a:lnTo>
                  <a:pt x="691622" y="78801"/>
                </a:lnTo>
                <a:lnTo>
                  <a:pt x="691314" y="78434"/>
                </a:lnTo>
                <a:lnTo>
                  <a:pt x="691023" y="78050"/>
                </a:lnTo>
                <a:lnTo>
                  <a:pt x="690749" y="77650"/>
                </a:lnTo>
                <a:lnTo>
                  <a:pt x="690492" y="77232"/>
                </a:lnTo>
                <a:lnTo>
                  <a:pt x="690251" y="76797"/>
                </a:lnTo>
                <a:lnTo>
                  <a:pt x="690027" y="76346"/>
                </a:lnTo>
                <a:lnTo>
                  <a:pt x="689819" y="75877"/>
                </a:lnTo>
                <a:lnTo>
                  <a:pt x="689628" y="75392"/>
                </a:lnTo>
                <a:lnTo>
                  <a:pt x="689454" y="74889"/>
                </a:lnTo>
                <a:lnTo>
                  <a:pt x="689296" y="74370"/>
                </a:lnTo>
                <a:lnTo>
                  <a:pt x="689154" y="73833"/>
                </a:lnTo>
                <a:lnTo>
                  <a:pt x="689030" y="73280"/>
                </a:lnTo>
                <a:lnTo>
                  <a:pt x="688922" y="72710"/>
                </a:lnTo>
                <a:lnTo>
                  <a:pt x="688831" y="72123"/>
                </a:lnTo>
                <a:lnTo>
                  <a:pt x="688756" y="71518"/>
                </a:lnTo>
                <a:lnTo>
                  <a:pt x="688698" y="70897"/>
                </a:lnTo>
                <a:lnTo>
                  <a:pt x="688656" y="70259"/>
                </a:lnTo>
                <a:lnTo>
                  <a:pt x="688631" y="69604"/>
                </a:lnTo>
                <a:lnTo>
                  <a:pt x="688623" y="68932"/>
                </a:lnTo>
                <a:lnTo>
                  <a:pt x="677773" y="68932"/>
                </a:lnTo>
                <a:lnTo>
                  <a:pt x="677777" y="69454"/>
                </a:lnTo>
                <a:lnTo>
                  <a:pt x="677788" y="69970"/>
                </a:lnTo>
                <a:lnTo>
                  <a:pt x="677806" y="70479"/>
                </a:lnTo>
                <a:lnTo>
                  <a:pt x="677832" y="70981"/>
                </a:lnTo>
                <a:lnTo>
                  <a:pt x="677865" y="71477"/>
                </a:lnTo>
                <a:lnTo>
                  <a:pt x="677906" y="71966"/>
                </a:lnTo>
                <a:lnTo>
                  <a:pt x="677954" y="72448"/>
                </a:lnTo>
                <a:lnTo>
                  <a:pt x="678009" y="72924"/>
                </a:lnTo>
                <a:lnTo>
                  <a:pt x="678072" y="73393"/>
                </a:lnTo>
                <a:lnTo>
                  <a:pt x="678142" y="73855"/>
                </a:lnTo>
                <a:lnTo>
                  <a:pt x="678219" y="74311"/>
                </a:lnTo>
                <a:lnTo>
                  <a:pt x="678304" y="74760"/>
                </a:lnTo>
                <a:lnTo>
                  <a:pt x="678396" y="75202"/>
                </a:lnTo>
                <a:lnTo>
                  <a:pt x="678495" y="75638"/>
                </a:lnTo>
                <a:lnTo>
                  <a:pt x="678602" y="76067"/>
                </a:lnTo>
                <a:lnTo>
                  <a:pt x="678716" y="76490"/>
                </a:lnTo>
                <a:lnTo>
                  <a:pt x="678838" y="76905"/>
                </a:lnTo>
                <a:lnTo>
                  <a:pt x="678967" y="77315"/>
                </a:lnTo>
                <a:lnTo>
                  <a:pt x="679103" y="77717"/>
                </a:lnTo>
                <a:lnTo>
                  <a:pt x="679247" y="78113"/>
                </a:lnTo>
                <a:lnTo>
                  <a:pt x="679398" y="78502"/>
                </a:lnTo>
                <a:lnTo>
                  <a:pt x="679557" y="78885"/>
                </a:lnTo>
                <a:lnTo>
                  <a:pt x="679723" y="79261"/>
                </a:lnTo>
                <a:lnTo>
                  <a:pt x="679896" y="79630"/>
                </a:lnTo>
                <a:lnTo>
                  <a:pt x="680076" y="79993"/>
                </a:lnTo>
                <a:lnTo>
                  <a:pt x="680261" y="80351"/>
                </a:lnTo>
                <a:lnTo>
                  <a:pt x="680452" y="80703"/>
                </a:lnTo>
                <a:lnTo>
                  <a:pt x="680649" y="81049"/>
                </a:lnTo>
                <a:lnTo>
                  <a:pt x="680852" y="81389"/>
                </a:lnTo>
                <a:lnTo>
                  <a:pt x="681060" y="81724"/>
                </a:lnTo>
                <a:lnTo>
                  <a:pt x="681275" y="82054"/>
                </a:lnTo>
                <a:lnTo>
                  <a:pt x="681494" y="82377"/>
                </a:lnTo>
                <a:lnTo>
                  <a:pt x="681720" y="82695"/>
                </a:lnTo>
                <a:lnTo>
                  <a:pt x="681951" y="83007"/>
                </a:lnTo>
                <a:lnTo>
                  <a:pt x="682189" y="83314"/>
                </a:lnTo>
                <a:lnTo>
                  <a:pt x="682431" y="83615"/>
                </a:lnTo>
                <a:lnTo>
                  <a:pt x="682680" y="83910"/>
                </a:lnTo>
                <a:lnTo>
                  <a:pt x="682934" y="84200"/>
                </a:lnTo>
                <a:lnTo>
                  <a:pt x="683194" y="84484"/>
                </a:lnTo>
                <a:lnTo>
                  <a:pt x="683460" y="84763"/>
                </a:lnTo>
                <a:lnTo>
                  <a:pt x="683732" y="85035"/>
                </a:lnTo>
                <a:lnTo>
                  <a:pt x="684009" y="85302"/>
                </a:lnTo>
                <a:lnTo>
                  <a:pt x="684292" y="85564"/>
                </a:lnTo>
                <a:lnTo>
                  <a:pt x="684580" y="85820"/>
                </a:lnTo>
                <a:lnTo>
                  <a:pt x="684875" y="86070"/>
                </a:lnTo>
                <a:lnTo>
                  <a:pt x="685175" y="86314"/>
                </a:lnTo>
                <a:lnTo>
                  <a:pt x="685481" y="86553"/>
                </a:lnTo>
                <a:lnTo>
                  <a:pt x="685792" y="86786"/>
                </a:lnTo>
                <a:lnTo>
                  <a:pt x="686109" y="87014"/>
                </a:lnTo>
                <a:lnTo>
                  <a:pt x="686430" y="87236"/>
                </a:lnTo>
                <a:lnTo>
                  <a:pt x="686754" y="87453"/>
                </a:lnTo>
                <a:lnTo>
                  <a:pt x="687083" y="87665"/>
                </a:lnTo>
                <a:lnTo>
                  <a:pt x="687416" y="87871"/>
                </a:lnTo>
                <a:lnTo>
                  <a:pt x="687753" y="88072"/>
                </a:lnTo>
                <a:lnTo>
                  <a:pt x="688094" y="88268"/>
                </a:lnTo>
                <a:lnTo>
                  <a:pt x="688439" y="88458"/>
                </a:lnTo>
                <a:lnTo>
                  <a:pt x="688789" y="88644"/>
                </a:lnTo>
                <a:lnTo>
                  <a:pt x="689142" y="88824"/>
                </a:lnTo>
                <a:lnTo>
                  <a:pt x="689500" y="88998"/>
                </a:lnTo>
                <a:lnTo>
                  <a:pt x="689861" y="89168"/>
                </a:lnTo>
                <a:lnTo>
                  <a:pt x="690227" y="89332"/>
                </a:lnTo>
                <a:lnTo>
                  <a:pt x="690597" y="89490"/>
                </a:lnTo>
                <a:lnTo>
                  <a:pt x="690970" y="89644"/>
                </a:lnTo>
                <a:lnTo>
                  <a:pt x="691348" y="89792"/>
                </a:lnTo>
                <a:lnTo>
                  <a:pt x="691730" y="89935"/>
                </a:lnTo>
                <a:lnTo>
                  <a:pt x="692117" y="90073"/>
                </a:lnTo>
                <a:lnTo>
                  <a:pt x="692507" y="90205"/>
                </a:lnTo>
                <a:lnTo>
                  <a:pt x="692901" y="90332"/>
                </a:lnTo>
                <a:lnTo>
                  <a:pt x="693300" y="90454"/>
                </a:lnTo>
                <a:lnTo>
                  <a:pt x="693702" y="90571"/>
                </a:lnTo>
                <a:lnTo>
                  <a:pt x="694109" y="90682"/>
                </a:lnTo>
                <a:lnTo>
                  <a:pt x="694519" y="90788"/>
                </a:lnTo>
                <a:lnTo>
                  <a:pt x="694933" y="90889"/>
                </a:lnTo>
                <a:lnTo>
                  <a:pt x="695349" y="90986"/>
                </a:lnTo>
                <a:lnTo>
                  <a:pt x="695768" y="91078"/>
                </a:lnTo>
                <a:lnTo>
                  <a:pt x="696188" y="91167"/>
                </a:lnTo>
                <a:lnTo>
                  <a:pt x="696611" y="91251"/>
                </a:lnTo>
                <a:lnTo>
                  <a:pt x="697036" y="91330"/>
                </a:lnTo>
                <a:lnTo>
                  <a:pt x="697463" y="91406"/>
                </a:lnTo>
                <a:lnTo>
                  <a:pt x="697893" y="91477"/>
                </a:lnTo>
                <a:lnTo>
                  <a:pt x="698324" y="91543"/>
                </a:lnTo>
                <a:lnTo>
                  <a:pt x="698758" y="91606"/>
                </a:lnTo>
                <a:lnTo>
                  <a:pt x="699194" y="91664"/>
                </a:lnTo>
                <a:lnTo>
                  <a:pt x="699633" y="91718"/>
                </a:lnTo>
                <a:lnTo>
                  <a:pt x="700073" y="91767"/>
                </a:lnTo>
                <a:lnTo>
                  <a:pt x="700516" y="91812"/>
                </a:lnTo>
                <a:lnTo>
                  <a:pt x="700961" y="91853"/>
                </a:lnTo>
                <a:lnTo>
                  <a:pt x="701408" y="91890"/>
                </a:lnTo>
                <a:lnTo>
                  <a:pt x="701858" y="91922"/>
                </a:lnTo>
                <a:lnTo>
                  <a:pt x="702309" y="91950"/>
                </a:lnTo>
                <a:lnTo>
                  <a:pt x="702763" y="91974"/>
                </a:lnTo>
                <a:lnTo>
                  <a:pt x="703219" y="91993"/>
                </a:lnTo>
                <a:lnTo>
                  <a:pt x="703678" y="92008"/>
                </a:lnTo>
                <a:lnTo>
                  <a:pt x="704138" y="92019"/>
                </a:lnTo>
                <a:lnTo>
                  <a:pt x="704601" y="92025"/>
                </a:lnTo>
                <a:lnTo>
                  <a:pt x="705066" y="92028"/>
                </a:lnTo>
                <a:lnTo>
                  <a:pt x="705525" y="92026"/>
                </a:lnTo>
                <a:lnTo>
                  <a:pt x="705982" y="92019"/>
                </a:lnTo>
                <a:lnTo>
                  <a:pt x="706435" y="92009"/>
                </a:lnTo>
                <a:lnTo>
                  <a:pt x="706886" y="91995"/>
                </a:lnTo>
                <a:close/>
                <a:moveTo>
                  <a:pt x="774197" y="91949"/>
                </a:moveTo>
                <a:lnTo>
                  <a:pt x="774836" y="91904"/>
                </a:lnTo>
                <a:lnTo>
                  <a:pt x="775468" y="91850"/>
                </a:lnTo>
                <a:lnTo>
                  <a:pt x="776092" y="91786"/>
                </a:lnTo>
                <a:lnTo>
                  <a:pt x="776708" y="91712"/>
                </a:lnTo>
                <a:lnTo>
                  <a:pt x="777316" y="91628"/>
                </a:lnTo>
                <a:lnTo>
                  <a:pt x="777916" y="91535"/>
                </a:lnTo>
                <a:lnTo>
                  <a:pt x="778509" y="91431"/>
                </a:lnTo>
                <a:lnTo>
                  <a:pt x="779094" y="91318"/>
                </a:lnTo>
                <a:lnTo>
                  <a:pt x="779672" y="91194"/>
                </a:lnTo>
                <a:lnTo>
                  <a:pt x="780241" y="91061"/>
                </a:lnTo>
                <a:lnTo>
                  <a:pt x="780803" y="90918"/>
                </a:lnTo>
                <a:lnTo>
                  <a:pt x="781357" y="90765"/>
                </a:lnTo>
                <a:lnTo>
                  <a:pt x="781904" y="90603"/>
                </a:lnTo>
                <a:lnTo>
                  <a:pt x="782443" y="90430"/>
                </a:lnTo>
                <a:lnTo>
                  <a:pt x="782974" y="90248"/>
                </a:lnTo>
                <a:lnTo>
                  <a:pt x="783497" y="90055"/>
                </a:lnTo>
                <a:lnTo>
                  <a:pt x="784013" y="89853"/>
                </a:lnTo>
                <a:lnTo>
                  <a:pt x="784521" y="89641"/>
                </a:lnTo>
                <a:lnTo>
                  <a:pt x="785021" y="89419"/>
                </a:lnTo>
                <a:lnTo>
                  <a:pt x="785513" y="89188"/>
                </a:lnTo>
                <a:lnTo>
                  <a:pt x="785997" y="88947"/>
                </a:lnTo>
                <a:lnTo>
                  <a:pt x="786472" y="88697"/>
                </a:lnTo>
                <a:lnTo>
                  <a:pt x="786938" y="88440"/>
                </a:lnTo>
                <a:lnTo>
                  <a:pt x="787395" y="88174"/>
                </a:lnTo>
                <a:lnTo>
                  <a:pt x="787843" y="87900"/>
                </a:lnTo>
                <a:lnTo>
                  <a:pt x="788282" y="87618"/>
                </a:lnTo>
                <a:lnTo>
                  <a:pt x="788713" y="87327"/>
                </a:lnTo>
                <a:lnTo>
                  <a:pt x="789134" y="87028"/>
                </a:lnTo>
                <a:lnTo>
                  <a:pt x="789546" y="86721"/>
                </a:lnTo>
                <a:lnTo>
                  <a:pt x="789949" y="86406"/>
                </a:lnTo>
                <a:lnTo>
                  <a:pt x="790343" y="86082"/>
                </a:lnTo>
                <a:lnTo>
                  <a:pt x="790727" y="85750"/>
                </a:lnTo>
                <a:lnTo>
                  <a:pt x="791103" y="85410"/>
                </a:lnTo>
                <a:lnTo>
                  <a:pt x="791470" y="85061"/>
                </a:lnTo>
                <a:lnTo>
                  <a:pt x="791828" y="84704"/>
                </a:lnTo>
                <a:lnTo>
                  <a:pt x="792177" y="84339"/>
                </a:lnTo>
                <a:lnTo>
                  <a:pt x="792517" y="83966"/>
                </a:lnTo>
                <a:lnTo>
                  <a:pt x="792848" y="83584"/>
                </a:lnTo>
                <a:lnTo>
                  <a:pt x="793170" y="83194"/>
                </a:lnTo>
                <a:lnTo>
                  <a:pt x="793483" y="82796"/>
                </a:lnTo>
                <a:lnTo>
                  <a:pt x="793787" y="82390"/>
                </a:lnTo>
                <a:lnTo>
                  <a:pt x="794082" y="81975"/>
                </a:lnTo>
                <a:lnTo>
                  <a:pt x="794368" y="81552"/>
                </a:lnTo>
                <a:lnTo>
                  <a:pt x="794645" y="81121"/>
                </a:lnTo>
                <a:lnTo>
                  <a:pt x="794912" y="80682"/>
                </a:lnTo>
                <a:lnTo>
                  <a:pt x="795168" y="80236"/>
                </a:lnTo>
                <a:lnTo>
                  <a:pt x="795414" y="79783"/>
                </a:lnTo>
                <a:lnTo>
                  <a:pt x="795649" y="79323"/>
                </a:lnTo>
                <a:lnTo>
                  <a:pt x="795873" y="78856"/>
                </a:lnTo>
                <a:lnTo>
                  <a:pt x="796087" y="78383"/>
                </a:lnTo>
                <a:lnTo>
                  <a:pt x="796290" y="77902"/>
                </a:lnTo>
                <a:lnTo>
                  <a:pt x="796483" y="77414"/>
                </a:lnTo>
                <a:lnTo>
                  <a:pt x="796665" y="76920"/>
                </a:lnTo>
                <a:lnTo>
                  <a:pt x="796836" y="76418"/>
                </a:lnTo>
                <a:lnTo>
                  <a:pt x="796996" y="75910"/>
                </a:lnTo>
                <a:lnTo>
                  <a:pt x="797146" y="75394"/>
                </a:lnTo>
                <a:lnTo>
                  <a:pt x="797286" y="74872"/>
                </a:lnTo>
                <a:lnTo>
                  <a:pt x="797414" y="74343"/>
                </a:lnTo>
                <a:lnTo>
                  <a:pt x="797532" y="73807"/>
                </a:lnTo>
                <a:lnTo>
                  <a:pt x="797640" y="73264"/>
                </a:lnTo>
                <a:lnTo>
                  <a:pt x="797736" y="72713"/>
                </a:lnTo>
                <a:lnTo>
                  <a:pt x="797822" y="72156"/>
                </a:lnTo>
                <a:lnTo>
                  <a:pt x="797898" y="71592"/>
                </a:lnTo>
                <a:lnTo>
                  <a:pt x="797963" y="71022"/>
                </a:lnTo>
                <a:lnTo>
                  <a:pt x="798017" y="70444"/>
                </a:lnTo>
                <a:lnTo>
                  <a:pt x="798060" y="69859"/>
                </a:lnTo>
                <a:lnTo>
                  <a:pt x="798093" y="69267"/>
                </a:lnTo>
                <a:lnTo>
                  <a:pt x="798115" y="68669"/>
                </a:lnTo>
                <a:lnTo>
                  <a:pt x="786996" y="68669"/>
                </a:lnTo>
                <a:lnTo>
                  <a:pt x="786972" y="69255"/>
                </a:lnTo>
                <a:lnTo>
                  <a:pt x="786936" y="69831"/>
                </a:lnTo>
                <a:lnTo>
                  <a:pt x="786886" y="70394"/>
                </a:lnTo>
                <a:lnTo>
                  <a:pt x="786823" y="70946"/>
                </a:lnTo>
                <a:lnTo>
                  <a:pt x="786746" y="71487"/>
                </a:lnTo>
                <a:lnTo>
                  <a:pt x="786657" y="72016"/>
                </a:lnTo>
                <a:lnTo>
                  <a:pt x="786554" y="72533"/>
                </a:lnTo>
                <a:lnTo>
                  <a:pt x="786438" y="73039"/>
                </a:lnTo>
                <a:lnTo>
                  <a:pt x="786309" y="73533"/>
                </a:lnTo>
                <a:lnTo>
                  <a:pt x="786166" y="74015"/>
                </a:lnTo>
                <a:lnTo>
                  <a:pt x="786011" y="74486"/>
                </a:lnTo>
                <a:lnTo>
                  <a:pt x="785842" y="74945"/>
                </a:lnTo>
                <a:lnTo>
                  <a:pt x="785660" y="75393"/>
                </a:lnTo>
                <a:lnTo>
                  <a:pt x="785464" y="75829"/>
                </a:lnTo>
                <a:lnTo>
                  <a:pt x="785256" y="76254"/>
                </a:lnTo>
                <a:lnTo>
                  <a:pt x="785034" y="76666"/>
                </a:lnTo>
                <a:lnTo>
                  <a:pt x="784799" y="77068"/>
                </a:lnTo>
                <a:lnTo>
                  <a:pt x="784551" y="77457"/>
                </a:lnTo>
                <a:lnTo>
                  <a:pt x="784289" y="77836"/>
                </a:lnTo>
                <a:lnTo>
                  <a:pt x="784015" y="78202"/>
                </a:lnTo>
                <a:lnTo>
                  <a:pt x="783727" y="78557"/>
                </a:lnTo>
                <a:lnTo>
                  <a:pt x="783426" y="78900"/>
                </a:lnTo>
                <a:lnTo>
                  <a:pt x="783111" y="79232"/>
                </a:lnTo>
                <a:lnTo>
                  <a:pt x="782784" y="79552"/>
                </a:lnTo>
                <a:lnTo>
                  <a:pt x="782444" y="79860"/>
                </a:lnTo>
                <a:lnTo>
                  <a:pt x="782093" y="80155"/>
                </a:lnTo>
                <a:lnTo>
                  <a:pt x="781731" y="80436"/>
                </a:lnTo>
                <a:lnTo>
                  <a:pt x="781358" y="80705"/>
                </a:lnTo>
                <a:lnTo>
                  <a:pt x="780974" y="80960"/>
                </a:lnTo>
                <a:lnTo>
                  <a:pt x="780579" y="81202"/>
                </a:lnTo>
                <a:lnTo>
                  <a:pt x="780173" y="81432"/>
                </a:lnTo>
                <a:lnTo>
                  <a:pt x="779755" y="81648"/>
                </a:lnTo>
                <a:lnTo>
                  <a:pt x="779326" y="81851"/>
                </a:lnTo>
                <a:lnTo>
                  <a:pt x="778887" y="82041"/>
                </a:lnTo>
                <a:lnTo>
                  <a:pt x="778436" y="82217"/>
                </a:lnTo>
                <a:lnTo>
                  <a:pt x="777974" y="82381"/>
                </a:lnTo>
                <a:lnTo>
                  <a:pt x="777501" y="82532"/>
                </a:lnTo>
                <a:lnTo>
                  <a:pt x="777017" y="82669"/>
                </a:lnTo>
                <a:lnTo>
                  <a:pt x="776521" y="82794"/>
                </a:lnTo>
                <a:lnTo>
                  <a:pt x="776015" y="82905"/>
                </a:lnTo>
                <a:lnTo>
                  <a:pt x="775497" y="83003"/>
                </a:lnTo>
                <a:lnTo>
                  <a:pt x="774969" y="83088"/>
                </a:lnTo>
                <a:lnTo>
                  <a:pt x="774429" y="83160"/>
                </a:lnTo>
                <a:lnTo>
                  <a:pt x="773878" y="83219"/>
                </a:lnTo>
                <a:lnTo>
                  <a:pt x="773316" y="83265"/>
                </a:lnTo>
                <a:lnTo>
                  <a:pt x="772743" y="83298"/>
                </a:lnTo>
                <a:lnTo>
                  <a:pt x="772159" y="83318"/>
                </a:lnTo>
                <a:lnTo>
                  <a:pt x="771563" y="83324"/>
                </a:lnTo>
                <a:lnTo>
                  <a:pt x="771012" y="83318"/>
                </a:lnTo>
                <a:lnTo>
                  <a:pt x="770469" y="83300"/>
                </a:lnTo>
                <a:lnTo>
                  <a:pt x="769935" y="83271"/>
                </a:lnTo>
                <a:lnTo>
                  <a:pt x="769410" y="83229"/>
                </a:lnTo>
                <a:lnTo>
                  <a:pt x="768893" y="83176"/>
                </a:lnTo>
                <a:lnTo>
                  <a:pt x="768386" y="83111"/>
                </a:lnTo>
                <a:lnTo>
                  <a:pt x="767887" y="83034"/>
                </a:lnTo>
                <a:lnTo>
                  <a:pt x="767396" y="82945"/>
                </a:lnTo>
                <a:lnTo>
                  <a:pt x="766915" y="82844"/>
                </a:lnTo>
                <a:lnTo>
                  <a:pt x="766442" y="82732"/>
                </a:lnTo>
                <a:lnTo>
                  <a:pt x="765979" y="82607"/>
                </a:lnTo>
                <a:lnTo>
                  <a:pt x="765524" y="82471"/>
                </a:lnTo>
                <a:lnTo>
                  <a:pt x="765077" y="82323"/>
                </a:lnTo>
                <a:lnTo>
                  <a:pt x="764640" y="82163"/>
                </a:lnTo>
                <a:lnTo>
                  <a:pt x="764211" y="81991"/>
                </a:lnTo>
                <a:lnTo>
                  <a:pt x="763791" y="81807"/>
                </a:lnTo>
                <a:lnTo>
                  <a:pt x="763380" y="81611"/>
                </a:lnTo>
                <a:lnTo>
                  <a:pt x="762978" y="81404"/>
                </a:lnTo>
                <a:lnTo>
                  <a:pt x="762584" y="81185"/>
                </a:lnTo>
                <a:lnTo>
                  <a:pt x="762199" y="80954"/>
                </a:lnTo>
                <a:lnTo>
                  <a:pt x="761823" y="80711"/>
                </a:lnTo>
                <a:lnTo>
                  <a:pt x="761456" y="80456"/>
                </a:lnTo>
                <a:lnTo>
                  <a:pt x="761097" y="80189"/>
                </a:lnTo>
                <a:lnTo>
                  <a:pt x="760747" y="79911"/>
                </a:lnTo>
                <a:lnTo>
                  <a:pt x="760406" y="79622"/>
                </a:lnTo>
                <a:lnTo>
                  <a:pt x="760072" y="79326"/>
                </a:lnTo>
                <a:lnTo>
                  <a:pt x="759746" y="79022"/>
                </a:lnTo>
                <a:lnTo>
                  <a:pt x="759429" y="78710"/>
                </a:lnTo>
                <a:lnTo>
                  <a:pt x="759118" y="78390"/>
                </a:lnTo>
                <a:lnTo>
                  <a:pt x="758816" y="78063"/>
                </a:lnTo>
                <a:lnTo>
                  <a:pt x="758522" y="77728"/>
                </a:lnTo>
                <a:lnTo>
                  <a:pt x="758235" y="77385"/>
                </a:lnTo>
                <a:lnTo>
                  <a:pt x="757956" y="77034"/>
                </a:lnTo>
                <a:lnTo>
                  <a:pt x="757686" y="76676"/>
                </a:lnTo>
                <a:lnTo>
                  <a:pt x="757422" y="76309"/>
                </a:lnTo>
                <a:lnTo>
                  <a:pt x="757167" y="75935"/>
                </a:lnTo>
                <a:lnTo>
                  <a:pt x="756920" y="75553"/>
                </a:lnTo>
                <a:lnTo>
                  <a:pt x="756680" y="75164"/>
                </a:lnTo>
                <a:lnTo>
                  <a:pt x="756449" y="74766"/>
                </a:lnTo>
                <a:lnTo>
                  <a:pt x="756225" y="74361"/>
                </a:lnTo>
                <a:lnTo>
                  <a:pt x="756009" y="73948"/>
                </a:lnTo>
                <a:lnTo>
                  <a:pt x="755800" y="73528"/>
                </a:lnTo>
                <a:lnTo>
                  <a:pt x="755600" y="73099"/>
                </a:lnTo>
                <a:lnTo>
                  <a:pt x="755408" y="72663"/>
                </a:lnTo>
                <a:lnTo>
                  <a:pt x="755223" y="72219"/>
                </a:lnTo>
                <a:lnTo>
                  <a:pt x="755046" y="71767"/>
                </a:lnTo>
                <a:lnTo>
                  <a:pt x="754877" y="71308"/>
                </a:lnTo>
                <a:lnTo>
                  <a:pt x="754716" y="70840"/>
                </a:lnTo>
                <a:lnTo>
                  <a:pt x="754562" y="70367"/>
                </a:lnTo>
                <a:lnTo>
                  <a:pt x="754414" y="69890"/>
                </a:lnTo>
                <a:lnTo>
                  <a:pt x="754273" y="69409"/>
                </a:lnTo>
                <a:lnTo>
                  <a:pt x="754137" y="68925"/>
                </a:lnTo>
                <a:lnTo>
                  <a:pt x="754009" y="68436"/>
                </a:lnTo>
                <a:lnTo>
                  <a:pt x="753886" y="67944"/>
                </a:lnTo>
                <a:lnTo>
                  <a:pt x="753770" y="67448"/>
                </a:lnTo>
                <a:lnTo>
                  <a:pt x="753660" y="66948"/>
                </a:lnTo>
                <a:lnTo>
                  <a:pt x="753557" y="66444"/>
                </a:lnTo>
                <a:lnTo>
                  <a:pt x="753459" y="65937"/>
                </a:lnTo>
                <a:lnTo>
                  <a:pt x="753368" y="65425"/>
                </a:lnTo>
                <a:lnTo>
                  <a:pt x="753284" y="64910"/>
                </a:lnTo>
                <a:lnTo>
                  <a:pt x="753206" y="64391"/>
                </a:lnTo>
                <a:lnTo>
                  <a:pt x="753134" y="63868"/>
                </a:lnTo>
                <a:lnTo>
                  <a:pt x="753068" y="63341"/>
                </a:lnTo>
                <a:lnTo>
                  <a:pt x="753009" y="62811"/>
                </a:lnTo>
                <a:lnTo>
                  <a:pt x="752956" y="62276"/>
                </a:lnTo>
                <a:lnTo>
                  <a:pt x="752909" y="61738"/>
                </a:lnTo>
                <a:lnTo>
                  <a:pt x="752869" y="61196"/>
                </a:lnTo>
                <a:lnTo>
                  <a:pt x="752835" y="60650"/>
                </a:lnTo>
                <a:lnTo>
                  <a:pt x="752807" y="60100"/>
                </a:lnTo>
                <a:lnTo>
                  <a:pt x="752785" y="59547"/>
                </a:lnTo>
                <a:lnTo>
                  <a:pt x="752770" y="58989"/>
                </a:lnTo>
                <a:lnTo>
                  <a:pt x="752762" y="58428"/>
                </a:lnTo>
                <a:lnTo>
                  <a:pt x="797846" y="58428"/>
                </a:lnTo>
                <a:lnTo>
                  <a:pt x="797857" y="58374"/>
                </a:lnTo>
                <a:lnTo>
                  <a:pt x="797867" y="58317"/>
                </a:lnTo>
                <a:lnTo>
                  <a:pt x="797878" y="58257"/>
                </a:lnTo>
                <a:lnTo>
                  <a:pt x="797888" y="58195"/>
                </a:lnTo>
                <a:lnTo>
                  <a:pt x="797897" y="58129"/>
                </a:lnTo>
                <a:lnTo>
                  <a:pt x="797907" y="58061"/>
                </a:lnTo>
                <a:lnTo>
                  <a:pt x="797916" y="57990"/>
                </a:lnTo>
                <a:lnTo>
                  <a:pt x="797924" y="57917"/>
                </a:lnTo>
                <a:lnTo>
                  <a:pt x="797932" y="57840"/>
                </a:lnTo>
                <a:lnTo>
                  <a:pt x="797940" y="57761"/>
                </a:lnTo>
                <a:lnTo>
                  <a:pt x="797948" y="57679"/>
                </a:lnTo>
                <a:lnTo>
                  <a:pt x="797955" y="57594"/>
                </a:lnTo>
                <a:lnTo>
                  <a:pt x="797962" y="57506"/>
                </a:lnTo>
                <a:lnTo>
                  <a:pt x="797968" y="57415"/>
                </a:lnTo>
                <a:lnTo>
                  <a:pt x="797975" y="57322"/>
                </a:lnTo>
                <a:lnTo>
                  <a:pt x="797980" y="57226"/>
                </a:lnTo>
                <a:lnTo>
                  <a:pt x="797986" y="57127"/>
                </a:lnTo>
                <a:lnTo>
                  <a:pt x="797991" y="57025"/>
                </a:lnTo>
                <a:lnTo>
                  <a:pt x="797996" y="56920"/>
                </a:lnTo>
                <a:lnTo>
                  <a:pt x="798000" y="56813"/>
                </a:lnTo>
                <a:lnTo>
                  <a:pt x="798004" y="56703"/>
                </a:lnTo>
                <a:lnTo>
                  <a:pt x="798008" y="56590"/>
                </a:lnTo>
                <a:lnTo>
                  <a:pt x="798011" y="56474"/>
                </a:lnTo>
                <a:lnTo>
                  <a:pt x="798014" y="56356"/>
                </a:lnTo>
                <a:lnTo>
                  <a:pt x="798017" y="56236"/>
                </a:lnTo>
                <a:lnTo>
                  <a:pt x="798019" y="56118"/>
                </a:lnTo>
                <a:lnTo>
                  <a:pt x="798022" y="56002"/>
                </a:lnTo>
                <a:lnTo>
                  <a:pt x="798024" y="55886"/>
                </a:lnTo>
                <a:lnTo>
                  <a:pt x="798027" y="55772"/>
                </a:lnTo>
                <a:lnTo>
                  <a:pt x="798029" y="55660"/>
                </a:lnTo>
                <a:lnTo>
                  <a:pt x="798031" y="55548"/>
                </a:lnTo>
                <a:lnTo>
                  <a:pt x="798033" y="55438"/>
                </a:lnTo>
                <a:lnTo>
                  <a:pt x="798035" y="55330"/>
                </a:lnTo>
                <a:lnTo>
                  <a:pt x="798036" y="55222"/>
                </a:lnTo>
                <a:lnTo>
                  <a:pt x="798038" y="55117"/>
                </a:lnTo>
                <a:lnTo>
                  <a:pt x="798039" y="55012"/>
                </a:lnTo>
                <a:lnTo>
                  <a:pt x="798041" y="54909"/>
                </a:lnTo>
                <a:lnTo>
                  <a:pt x="798042" y="54807"/>
                </a:lnTo>
                <a:lnTo>
                  <a:pt x="798043" y="54706"/>
                </a:lnTo>
                <a:lnTo>
                  <a:pt x="798044" y="54607"/>
                </a:lnTo>
                <a:lnTo>
                  <a:pt x="798045" y="54509"/>
                </a:lnTo>
                <a:lnTo>
                  <a:pt x="798046" y="54413"/>
                </a:lnTo>
                <a:lnTo>
                  <a:pt x="798046" y="54317"/>
                </a:lnTo>
                <a:lnTo>
                  <a:pt x="798047" y="54223"/>
                </a:lnTo>
                <a:lnTo>
                  <a:pt x="798047" y="54131"/>
                </a:lnTo>
                <a:lnTo>
                  <a:pt x="798048" y="54040"/>
                </a:lnTo>
                <a:lnTo>
                  <a:pt x="798048" y="53950"/>
                </a:lnTo>
                <a:lnTo>
                  <a:pt x="798048" y="53861"/>
                </a:lnTo>
                <a:lnTo>
                  <a:pt x="798035" y="52557"/>
                </a:lnTo>
                <a:lnTo>
                  <a:pt x="797997" y="51277"/>
                </a:lnTo>
                <a:lnTo>
                  <a:pt x="797933" y="50024"/>
                </a:lnTo>
                <a:lnTo>
                  <a:pt x="797844" y="48796"/>
                </a:lnTo>
                <a:lnTo>
                  <a:pt x="797729" y="47594"/>
                </a:lnTo>
                <a:lnTo>
                  <a:pt x="797589" y="46417"/>
                </a:lnTo>
                <a:lnTo>
                  <a:pt x="797423" y="45266"/>
                </a:lnTo>
                <a:lnTo>
                  <a:pt x="797232" y="44141"/>
                </a:lnTo>
                <a:lnTo>
                  <a:pt x="797015" y="43041"/>
                </a:lnTo>
                <a:lnTo>
                  <a:pt x="796772" y="41967"/>
                </a:lnTo>
                <a:lnTo>
                  <a:pt x="796505" y="40918"/>
                </a:lnTo>
                <a:lnTo>
                  <a:pt x="796211" y="39895"/>
                </a:lnTo>
                <a:lnTo>
                  <a:pt x="795893" y="38898"/>
                </a:lnTo>
                <a:lnTo>
                  <a:pt x="795548" y="37926"/>
                </a:lnTo>
                <a:lnTo>
                  <a:pt x="795178" y="36980"/>
                </a:lnTo>
                <a:lnTo>
                  <a:pt x="794783" y="36060"/>
                </a:lnTo>
                <a:lnTo>
                  <a:pt x="794362" y="35165"/>
                </a:lnTo>
                <a:lnTo>
                  <a:pt x="793916" y="34296"/>
                </a:lnTo>
                <a:lnTo>
                  <a:pt x="793444" y="33452"/>
                </a:lnTo>
                <a:lnTo>
                  <a:pt x="792947" y="32634"/>
                </a:lnTo>
                <a:lnTo>
                  <a:pt x="792424" y="31842"/>
                </a:lnTo>
                <a:lnTo>
                  <a:pt x="791875" y="31075"/>
                </a:lnTo>
                <a:lnTo>
                  <a:pt x="791302" y="30334"/>
                </a:lnTo>
                <a:lnTo>
                  <a:pt x="790702" y="29619"/>
                </a:lnTo>
                <a:lnTo>
                  <a:pt x="790080" y="28931"/>
                </a:lnTo>
                <a:lnTo>
                  <a:pt x="789439" y="28272"/>
                </a:lnTo>
                <a:lnTo>
                  <a:pt x="788777" y="27642"/>
                </a:lnTo>
                <a:lnTo>
                  <a:pt x="788096" y="27042"/>
                </a:lnTo>
                <a:lnTo>
                  <a:pt x="787396" y="26471"/>
                </a:lnTo>
                <a:lnTo>
                  <a:pt x="786676" y="25929"/>
                </a:lnTo>
                <a:lnTo>
                  <a:pt x="785936" y="25417"/>
                </a:lnTo>
                <a:lnTo>
                  <a:pt x="785176" y="24934"/>
                </a:lnTo>
                <a:lnTo>
                  <a:pt x="784397" y="24480"/>
                </a:lnTo>
                <a:lnTo>
                  <a:pt x="783598" y="24055"/>
                </a:lnTo>
                <a:lnTo>
                  <a:pt x="782780" y="23660"/>
                </a:lnTo>
                <a:lnTo>
                  <a:pt x="781942" y="23294"/>
                </a:lnTo>
                <a:lnTo>
                  <a:pt x="781084" y="22957"/>
                </a:lnTo>
                <a:lnTo>
                  <a:pt x="780206" y="22649"/>
                </a:lnTo>
                <a:lnTo>
                  <a:pt x="779309" y="22371"/>
                </a:lnTo>
                <a:lnTo>
                  <a:pt x="778392" y="22122"/>
                </a:lnTo>
                <a:lnTo>
                  <a:pt x="777456" y="21903"/>
                </a:lnTo>
                <a:lnTo>
                  <a:pt x="776500" y="21712"/>
                </a:lnTo>
                <a:lnTo>
                  <a:pt x="775524" y="21551"/>
                </a:lnTo>
                <a:lnTo>
                  <a:pt x="774529" y="21420"/>
                </a:lnTo>
                <a:lnTo>
                  <a:pt x="773514" y="21317"/>
                </a:lnTo>
                <a:lnTo>
                  <a:pt x="772479" y="21244"/>
                </a:lnTo>
                <a:lnTo>
                  <a:pt x="771424" y="21200"/>
                </a:lnTo>
                <a:lnTo>
                  <a:pt x="770350" y="21185"/>
                </a:lnTo>
                <a:lnTo>
                  <a:pt x="769547" y="21193"/>
                </a:lnTo>
                <a:lnTo>
                  <a:pt x="768756" y="21216"/>
                </a:lnTo>
                <a:lnTo>
                  <a:pt x="767975" y="21255"/>
                </a:lnTo>
                <a:lnTo>
                  <a:pt x="767206" y="21310"/>
                </a:lnTo>
                <a:lnTo>
                  <a:pt x="766449" y="21380"/>
                </a:lnTo>
                <a:lnTo>
                  <a:pt x="765703" y="21466"/>
                </a:lnTo>
                <a:lnTo>
                  <a:pt x="764968" y="21567"/>
                </a:lnTo>
                <a:lnTo>
                  <a:pt x="764244" y="21684"/>
                </a:lnTo>
                <a:lnTo>
                  <a:pt x="763532" y="21817"/>
                </a:lnTo>
                <a:lnTo>
                  <a:pt x="762831" y="21965"/>
                </a:lnTo>
                <a:lnTo>
                  <a:pt x="762142" y="22129"/>
                </a:lnTo>
                <a:lnTo>
                  <a:pt x="761463" y="22308"/>
                </a:lnTo>
                <a:lnTo>
                  <a:pt x="760797" y="22504"/>
                </a:lnTo>
                <a:lnTo>
                  <a:pt x="760141" y="22714"/>
                </a:lnTo>
                <a:lnTo>
                  <a:pt x="759497" y="22940"/>
                </a:lnTo>
                <a:lnTo>
                  <a:pt x="758864" y="23182"/>
                </a:lnTo>
                <a:lnTo>
                  <a:pt x="758243" y="23440"/>
                </a:lnTo>
                <a:lnTo>
                  <a:pt x="757633" y="23713"/>
                </a:lnTo>
                <a:lnTo>
                  <a:pt x="757034" y="24001"/>
                </a:lnTo>
                <a:lnTo>
                  <a:pt x="756447" y="24305"/>
                </a:lnTo>
                <a:lnTo>
                  <a:pt x="755870" y="24625"/>
                </a:lnTo>
                <a:lnTo>
                  <a:pt x="755306" y="24961"/>
                </a:lnTo>
                <a:lnTo>
                  <a:pt x="754752" y="25312"/>
                </a:lnTo>
                <a:lnTo>
                  <a:pt x="754210" y="25678"/>
                </a:lnTo>
                <a:lnTo>
                  <a:pt x="753680" y="26059"/>
                </a:lnTo>
                <a:lnTo>
                  <a:pt x="753161" y="26451"/>
                </a:lnTo>
                <a:lnTo>
                  <a:pt x="752653" y="26856"/>
                </a:lnTo>
                <a:lnTo>
                  <a:pt x="752156" y="27272"/>
                </a:lnTo>
                <a:lnTo>
                  <a:pt x="751671" y="27701"/>
                </a:lnTo>
                <a:lnTo>
                  <a:pt x="751197" y="28142"/>
                </a:lnTo>
                <a:lnTo>
                  <a:pt x="750734" y="28595"/>
                </a:lnTo>
                <a:lnTo>
                  <a:pt x="750283" y="29060"/>
                </a:lnTo>
                <a:lnTo>
                  <a:pt x="749843" y="29537"/>
                </a:lnTo>
                <a:lnTo>
                  <a:pt x="749415" y="30026"/>
                </a:lnTo>
                <a:lnTo>
                  <a:pt x="748998" y="30527"/>
                </a:lnTo>
                <a:lnTo>
                  <a:pt x="748592" y="31040"/>
                </a:lnTo>
                <a:lnTo>
                  <a:pt x="748197" y="31566"/>
                </a:lnTo>
                <a:lnTo>
                  <a:pt x="747814" y="32103"/>
                </a:lnTo>
                <a:lnTo>
                  <a:pt x="747443" y="32653"/>
                </a:lnTo>
                <a:lnTo>
                  <a:pt x="747082" y="33214"/>
                </a:lnTo>
                <a:lnTo>
                  <a:pt x="746733" y="33788"/>
                </a:lnTo>
                <a:lnTo>
                  <a:pt x="746395" y="34373"/>
                </a:lnTo>
                <a:lnTo>
                  <a:pt x="746069" y="34971"/>
                </a:lnTo>
                <a:lnTo>
                  <a:pt x="745754" y="35581"/>
                </a:lnTo>
                <a:lnTo>
                  <a:pt x="745450" y="36203"/>
                </a:lnTo>
                <a:lnTo>
                  <a:pt x="745158" y="36837"/>
                </a:lnTo>
                <a:lnTo>
                  <a:pt x="744877" y="37483"/>
                </a:lnTo>
                <a:lnTo>
                  <a:pt x="744607" y="38141"/>
                </a:lnTo>
                <a:lnTo>
                  <a:pt x="744349" y="38809"/>
                </a:lnTo>
                <a:lnTo>
                  <a:pt x="744101" y="39487"/>
                </a:lnTo>
                <a:lnTo>
                  <a:pt x="743865" y="40172"/>
                </a:lnTo>
                <a:lnTo>
                  <a:pt x="743640" y="40867"/>
                </a:lnTo>
                <a:lnTo>
                  <a:pt x="743425" y="41570"/>
                </a:lnTo>
                <a:lnTo>
                  <a:pt x="743222" y="42282"/>
                </a:lnTo>
                <a:lnTo>
                  <a:pt x="743029" y="43002"/>
                </a:lnTo>
                <a:lnTo>
                  <a:pt x="742848" y="43731"/>
                </a:lnTo>
                <a:lnTo>
                  <a:pt x="742677" y="44469"/>
                </a:lnTo>
                <a:lnTo>
                  <a:pt x="742518" y="45215"/>
                </a:lnTo>
                <a:lnTo>
                  <a:pt x="742369" y="45970"/>
                </a:lnTo>
                <a:lnTo>
                  <a:pt x="742232" y="46733"/>
                </a:lnTo>
                <a:lnTo>
                  <a:pt x="742105" y="47506"/>
                </a:lnTo>
                <a:lnTo>
                  <a:pt x="741990" y="48286"/>
                </a:lnTo>
                <a:lnTo>
                  <a:pt x="741885" y="49076"/>
                </a:lnTo>
                <a:lnTo>
                  <a:pt x="741792" y="49874"/>
                </a:lnTo>
                <a:lnTo>
                  <a:pt x="741709" y="50681"/>
                </a:lnTo>
                <a:lnTo>
                  <a:pt x="741638" y="51496"/>
                </a:lnTo>
                <a:lnTo>
                  <a:pt x="741578" y="52320"/>
                </a:lnTo>
                <a:lnTo>
                  <a:pt x="741528" y="53153"/>
                </a:lnTo>
                <a:lnTo>
                  <a:pt x="741490" y="53995"/>
                </a:lnTo>
                <a:lnTo>
                  <a:pt x="741462" y="54845"/>
                </a:lnTo>
                <a:lnTo>
                  <a:pt x="741446" y="55703"/>
                </a:lnTo>
                <a:lnTo>
                  <a:pt x="741440" y="56571"/>
                </a:lnTo>
                <a:lnTo>
                  <a:pt x="741446" y="57404"/>
                </a:lnTo>
                <a:lnTo>
                  <a:pt x="741463" y="58230"/>
                </a:lnTo>
                <a:lnTo>
                  <a:pt x="741491" y="59049"/>
                </a:lnTo>
                <a:lnTo>
                  <a:pt x="741531" y="59862"/>
                </a:lnTo>
                <a:lnTo>
                  <a:pt x="741582" y="60667"/>
                </a:lnTo>
                <a:lnTo>
                  <a:pt x="741644" y="61466"/>
                </a:lnTo>
                <a:lnTo>
                  <a:pt x="741718" y="62257"/>
                </a:lnTo>
                <a:lnTo>
                  <a:pt x="741803" y="63042"/>
                </a:lnTo>
                <a:lnTo>
                  <a:pt x="741900" y="63819"/>
                </a:lnTo>
                <a:lnTo>
                  <a:pt x="742007" y="64590"/>
                </a:lnTo>
                <a:lnTo>
                  <a:pt x="742127" y="65354"/>
                </a:lnTo>
                <a:lnTo>
                  <a:pt x="742257" y="66111"/>
                </a:lnTo>
                <a:lnTo>
                  <a:pt x="742399" y="66860"/>
                </a:lnTo>
                <a:lnTo>
                  <a:pt x="742552" y="67603"/>
                </a:lnTo>
                <a:lnTo>
                  <a:pt x="742717" y="68339"/>
                </a:lnTo>
                <a:lnTo>
                  <a:pt x="742893" y="69068"/>
                </a:lnTo>
                <a:lnTo>
                  <a:pt x="743080" y="69790"/>
                </a:lnTo>
                <a:lnTo>
                  <a:pt x="743279" y="70505"/>
                </a:lnTo>
                <a:lnTo>
                  <a:pt x="743488" y="71214"/>
                </a:lnTo>
                <a:lnTo>
                  <a:pt x="743710" y="71915"/>
                </a:lnTo>
                <a:lnTo>
                  <a:pt x="743942" y="72609"/>
                </a:lnTo>
                <a:lnTo>
                  <a:pt x="744186" y="73296"/>
                </a:lnTo>
                <a:lnTo>
                  <a:pt x="744442" y="73977"/>
                </a:lnTo>
                <a:lnTo>
                  <a:pt x="744708" y="74650"/>
                </a:lnTo>
                <a:lnTo>
                  <a:pt x="744987" y="75314"/>
                </a:lnTo>
                <a:lnTo>
                  <a:pt x="745277" y="75967"/>
                </a:lnTo>
                <a:lnTo>
                  <a:pt x="745579" y="76607"/>
                </a:lnTo>
                <a:lnTo>
                  <a:pt x="745892" y="77236"/>
                </a:lnTo>
                <a:lnTo>
                  <a:pt x="746218" y="77854"/>
                </a:lnTo>
                <a:lnTo>
                  <a:pt x="746555" y="78459"/>
                </a:lnTo>
                <a:lnTo>
                  <a:pt x="746905" y="79053"/>
                </a:lnTo>
                <a:lnTo>
                  <a:pt x="747266" y="79635"/>
                </a:lnTo>
                <a:lnTo>
                  <a:pt x="747638" y="80206"/>
                </a:lnTo>
                <a:lnTo>
                  <a:pt x="748023" y="80765"/>
                </a:lnTo>
                <a:lnTo>
                  <a:pt x="748419" y="81312"/>
                </a:lnTo>
                <a:lnTo>
                  <a:pt x="748828" y="81847"/>
                </a:lnTo>
                <a:lnTo>
                  <a:pt x="749248" y="82371"/>
                </a:lnTo>
                <a:lnTo>
                  <a:pt x="749680" y="82883"/>
                </a:lnTo>
                <a:lnTo>
                  <a:pt x="750123" y="83383"/>
                </a:lnTo>
                <a:lnTo>
                  <a:pt x="750579" y="83872"/>
                </a:lnTo>
                <a:lnTo>
                  <a:pt x="751046" y="84349"/>
                </a:lnTo>
                <a:lnTo>
                  <a:pt x="751525" y="84814"/>
                </a:lnTo>
                <a:lnTo>
                  <a:pt x="752016" y="85267"/>
                </a:lnTo>
                <a:lnTo>
                  <a:pt x="752519" y="85709"/>
                </a:lnTo>
                <a:lnTo>
                  <a:pt x="753034" y="86139"/>
                </a:lnTo>
                <a:lnTo>
                  <a:pt x="753560" y="86558"/>
                </a:lnTo>
                <a:lnTo>
                  <a:pt x="754098" y="86965"/>
                </a:lnTo>
                <a:lnTo>
                  <a:pt x="754649" y="87360"/>
                </a:lnTo>
                <a:lnTo>
                  <a:pt x="755211" y="87741"/>
                </a:lnTo>
                <a:lnTo>
                  <a:pt x="755785" y="88105"/>
                </a:lnTo>
                <a:lnTo>
                  <a:pt x="756372" y="88454"/>
                </a:lnTo>
                <a:lnTo>
                  <a:pt x="756972" y="88786"/>
                </a:lnTo>
                <a:lnTo>
                  <a:pt x="757583" y="89102"/>
                </a:lnTo>
                <a:lnTo>
                  <a:pt x="758208" y="89402"/>
                </a:lnTo>
                <a:lnTo>
                  <a:pt x="758844" y="89686"/>
                </a:lnTo>
                <a:lnTo>
                  <a:pt x="759493" y="89953"/>
                </a:lnTo>
                <a:lnTo>
                  <a:pt x="760154" y="90204"/>
                </a:lnTo>
                <a:lnTo>
                  <a:pt x="760828" y="90439"/>
                </a:lnTo>
                <a:lnTo>
                  <a:pt x="761514" y="90658"/>
                </a:lnTo>
                <a:lnTo>
                  <a:pt x="762213" y="90861"/>
                </a:lnTo>
                <a:lnTo>
                  <a:pt x="762924" y="91047"/>
                </a:lnTo>
                <a:lnTo>
                  <a:pt x="763647" y="91217"/>
                </a:lnTo>
                <a:lnTo>
                  <a:pt x="764383" y="91371"/>
                </a:lnTo>
                <a:lnTo>
                  <a:pt x="765131" y="91509"/>
                </a:lnTo>
                <a:lnTo>
                  <a:pt x="765892" y="91631"/>
                </a:lnTo>
                <a:lnTo>
                  <a:pt x="766665" y="91736"/>
                </a:lnTo>
                <a:lnTo>
                  <a:pt x="767450" y="91825"/>
                </a:lnTo>
                <a:lnTo>
                  <a:pt x="768248" y="91898"/>
                </a:lnTo>
                <a:lnTo>
                  <a:pt x="769058" y="91955"/>
                </a:lnTo>
                <a:lnTo>
                  <a:pt x="769881" y="91995"/>
                </a:lnTo>
                <a:lnTo>
                  <a:pt x="770716" y="92020"/>
                </a:lnTo>
                <a:lnTo>
                  <a:pt x="771563" y="92028"/>
                </a:lnTo>
                <a:lnTo>
                  <a:pt x="772233" y="92023"/>
                </a:lnTo>
                <a:lnTo>
                  <a:pt x="772896" y="92008"/>
                </a:lnTo>
                <a:lnTo>
                  <a:pt x="773550" y="91983"/>
                </a:lnTo>
                <a:lnTo>
                  <a:pt x="774197" y="91949"/>
                </a:lnTo>
                <a:close/>
                <a:moveTo>
                  <a:pt x="753199" y="47006"/>
                </a:moveTo>
                <a:lnTo>
                  <a:pt x="753322" y="46250"/>
                </a:lnTo>
                <a:lnTo>
                  <a:pt x="753459" y="45510"/>
                </a:lnTo>
                <a:lnTo>
                  <a:pt x="753607" y="44787"/>
                </a:lnTo>
                <a:lnTo>
                  <a:pt x="753769" y="44081"/>
                </a:lnTo>
                <a:lnTo>
                  <a:pt x="753942" y="43391"/>
                </a:lnTo>
                <a:lnTo>
                  <a:pt x="754129" y="42717"/>
                </a:lnTo>
                <a:lnTo>
                  <a:pt x="754328" y="42060"/>
                </a:lnTo>
                <a:lnTo>
                  <a:pt x="754539" y="41420"/>
                </a:lnTo>
                <a:lnTo>
                  <a:pt x="754763" y="40796"/>
                </a:lnTo>
                <a:lnTo>
                  <a:pt x="754999" y="40188"/>
                </a:lnTo>
                <a:lnTo>
                  <a:pt x="755248" y="39598"/>
                </a:lnTo>
                <a:lnTo>
                  <a:pt x="755510" y="39023"/>
                </a:lnTo>
                <a:lnTo>
                  <a:pt x="755784" y="38466"/>
                </a:lnTo>
                <a:lnTo>
                  <a:pt x="756070" y="37924"/>
                </a:lnTo>
                <a:lnTo>
                  <a:pt x="756369" y="37400"/>
                </a:lnTo>
                <a:lnTo>
                  <a:pt x="756681" y="36892"/>
                </a:lnTo>
                <a:lnTo>
                  <a:pt x="757005" y="36400"/>
                </a:lnTo>
                <a:lnTo>
                  <a:pt x="757341" y="35925"/>
                </a:lnTo>
                <a:lnTo>
                  <a:pt x="757690" y="35467"/>
                </a:lnTo>
                <a:lnTo>
                  <a:pt x="758052" y="35025"/>
                </a:lnTo>
                <a:lnTo>
                  <a:pt x="758426" y="34600"/>
                </a:lnTo>
                <a:lnTo>
                  <a:pt x="758811" y="34194"/>
                </a:lnTo>
                <a:lnTo>
                  <a:pt x="759209" y="33805"/>
                </a:lnTo>
                <a:lnTo>
                  <a:pt x="759619" y="33435"/>
                </a:lnTo>
                <a:lnTo>
                  <a:pt x="760042" y="33083"/>
                </a:lnTo>
                <a:lnTo>
                  <a:pt x="760476" y="32748"/>
                </a:lnTo>
                <a:lnTo>
                  <a:pt x="760922" y="32432"/>
                </a:lnTo>
                <a:lnTo>
                  <a:pt x="761380" y="32134"/>
                </a:lnTo>
                <a:lnTo>
                  <a:pt x="761850" y="31854"/>
                </a:lnTo>
                <a:lnTo>
                  <a:pt x="762333" y="31592"/>
                </a:lnTo>
                <a:lnTo>
                  <a:pt x="762827" y="31348"/>
                </a:lnTo>
                <a:lnTo>
                  <a:pt x="763333" y="31122"/>
                </a:lnTo>
                <a:lnTo>
                  <a:pt x="763852" y="30914"/>
                </a:lnTo>
                <a:lnTo>
                  <a:pt x="764382" y="30725"/>
                </a:lnTo>
                <a:lnTo>
                  <a:pt x="764925" y="30553"/>
                </a:lnTo>
                <a:lnTo>
                  <a:pt x="765480" y="30399"/>
                </a:lnTo>
                <a:lnTo>
                  <a:pt x="766046" y="30264"/>
                </a:lnTo>
                <a:lnTo>
                  <a:pt x="766625" y="30146"/>
                </a:lnTo>
                <a:lnTo>
                  <a:pt x="767216" y="30047"/>
                </a:lnTo>
                <a:lnTo>
                  <a:pt x="767819" y="29966"/>
                </a:lnTo>
                <a:lnTo>
                  <a:pt x="768433" y="29903"/>
                </a:lnTo>
                <a:lnTo>
                  <a:pt x="769060" y="29857"/>
                </a:lnTo>
                <a:lnTo>
                  <a:pt x="769699" y="29830"/>
                </a:lnTo>
                <a:lnTo>
                  <a:pt x="770350" y="29821"/>
                </a:lnTo>
                <a:lnTo>
                  <a:pt x="770990" y="29830"/>
                </a:lnTo>
                <a:lnTo>
                  <a:pt x="771618" y="29858"/>
                </a:lnTo>
                <a:lnTo>
                  <a:pt x="772234" y="29903"/>
                </a:lnTo>
                <a:lnTo>
                  <a:pt x="772838" y="29967"/>
                </a:lnTo>
                <a:lnTo>
                  <a:pt x="773430" y="30049"/>
                </a:lnTo>
                <a:lnTo>
                  <a:pt x="774011" y="30149"/>
                </a:lnTo>
                <a:lnTo>
                  <a:pt x="774579" y="30267"/>
                </a:lnTo>
                <a:lnTo>
                  <a:pt x="775135" y="30403"/>
                </a:lnTo>
                <a:lnTo>
                  <a:pt x="775679" y="30558"/>
                </a:lnTo>
                <a:lnTo>
                  <a:pt x="776212" y="30731"/>
                </a:lnTo>
                <a:lnTo>
                  <a:pt x="776732" y="30922"/>
                </a:lnTo>
                <a:lnTo>
                  <a:pt x="777241" y="31131"/>
                </a:lnTo>
                <a:lnTo>
                  <a:pt x="777738" y="31359"/>
                </a:lnTo>
                <a:lnTo>
                  <a:pt x="778222" y="31604"/>
                </a:lnTo>
                <a:lnTo>
                  <a:pt x="778695" y="31868"/>
                </a:lnTo>
                <a:lnTo>
                  <a:pt x="779156" y="32150"/>
                </a:lnTo>
                <a:lnTo>
                  <a:pt x="779605" y="32450"/>
                </a:lnTo>
                <a:lnTo>
                  <a:pt x="780042" y="32768"/>
                </a:lnTo>
                <a:lnTo>
                  <a:pt x="780467" y="33105"/>
                </a:lnTo>
                <a:lnTo>
                  <a:pt x="780880" y="33460"/>
                </a:lnTo>
                <a:lnTo>
                  <a:pt x="781281" y="33833"/>
                </a:lnTo>
                <a:lnTo>
                  <a:pt x="781671" y="34224"/>
                </a:lnTo>
                <a:lnTo>
                  <a:pt x="782048" y="34633"/>
                </a:lnTo>
                <a:lnTo>
                  <a:pt x="782413" y="35061"/>
                </a:lnTo>
                <a:lnTo>
                  <a:pt x="782766" y="35505"/>
                </a:lnTo>
                <a:lnTo>
                  <a:pt x="783104" y="35966"/>
                </a:lnTo>
                <a:lnTo>
                  <a:pt x="783427" y="36443"/>
                </a:lnTo>
                <a:lnTo>
                  <a:pt x="783737" y="36936"/>
                </a:lnTo>
                <a:lnTo>
                  <a:pt x="784032" y="37446"/>
                </a:lnTo>
                <a:lnTo>
                  <a:pt x="784313" y="37971"/>
                </a:lnTo>
                <a:lnTo>
                  <a:pt x="784579" y="38513"/>
                </a:lnTo>
                <a:lnTo>
                  <a:pt x="784832" y="39071"/>
                </a:lnTo>
                <a:lnTo>
                  <a:pt x="785070" y="39645"/>
                </a:lnTo>
                <a:lnTo>
                  <a:pt x="785294" y="40235"/>
                </a:lnTo>
                <a:lnTo>
                  <a:pt x="785503" y="40842"/>
                </a:lnTo>
                <a:lnTo>
                  <a:pt x="785699" y="41464"/>
                </a:lnTo>
                <a:lnTo>
                  <a:pt x="785879" y="42103"/>
                </a:lnTo>
                <a:lnTo>
                  <a:pt x="786046" y="42758"/>
                </a:lnTo>
                <a:lnTo>
                  <a:pt x="786199" y="43429"/>
                </a:lnTo>
                <a:lnTo>
                  <a:pt x="786337" y="44116"/>
                </a:lnTo>
                <a:lnTo>
                  <a:pt x="786461" y="44820"/>
                </a:lnTo>
                <a:lnTo>
                  <a:pt x="786570" y="45540"/>
                </a:lnTo>
                <a:lnTo>
                  <a:pt x="786666" y="46275"/>
                </a:lnTo>
                <a:lnTo>
                  <a:pt x="786747" y="47027"/>
                </a:lnTo>
                <a:lnTo>
                  <a:pt x="786814" y="47795"/>
                </a:lnTo>
                <a:lnTo>
                  <a:pt x="786866" y="48580"/>
                </a:lnTo>
                <a:lnTo>
                  <a:pt x="786904" y="49380"/>
                </a:lnTo>
                <a:lnTo>
                  <a:pt x="786928" y="50197"/>
                </a:lnTo>
                <a:lnTo>
                  <a:pt x="752829" y="50197"/>
                </a:lnTo>
                <a:lnTo>
                  <a:pt x="752903" y="49374"/>
                </a:lnTo>
                <a:lnTo>
                  <a:pt x="752989" y="48569"/>
                </a:lnTo>
                <a:lnTo>
                  <a:pt x="753087" y="47779"/>
                </a:lnTo>
                <a:lnTo>
                  <a:pt x="753199" y="47006"/>
                </a:lnTo>
                <a:close/>
                <a:moveTo>
                  <a:pt x="484823" y="82386"/>
                </a:moveTo>
                <a:lnTo>
                  <a:pt x="485124" y="82783"/>
                </a:lnTo>
                <a:lnTo>
                  <a:pt x="485431" y="83171"/>
                </a:lnTo>
                <a:lnTo>
                  <a:pt x="485743" y="83552"/>
                </a:lnTo>
                <a:lnTo>
                  <a:pt x="486061" y="83925"/>
                </a:lnTo>
                <a:lnTo>
                  <a:pt x="486384" y="84290"/>
                </a:lnTo>
                <a:lnTo>
                  <a:pt x="486714" y="84647"/>
                </a:lnTo>
                <a:lnTo>
                  <a:pt x="487049" y="84997"/>
                </a:lnTo>
                <a:lnTo>
                  <a:pt x="487390" y="85338"/>
                </a:lnTo>
                <a:lnTo>
                  <a:pt x="487736" y="85672"/>
                </a:lnTo>
                <a:lnTo>
                  <a:pt x="488089" y="85998"/>
                </a:lnTo>
                <a:lnTo>
                  <a:pt x="488447" y="86316"/>
                </a:lnTo>
                <a:lnTo>
                  <a:pt x="488811" y="86626"/>
                </a:lnTo>
                <a:lnTo>
                  <a:pt x="489180" y="86928"/>
                </a:lnTo>
                <a:lnTo>
                  <a:pt x="489555" y="87222"/>
                </a:lnTo>
                <a:lnTo>
                  <a:pt x="489936" y="87509"/>
                </a:lnTo>
                <a:lnTo>
                  <a:pt x="490323" y="87788"/>
                </a:lnTo>
                <a:lnTo>
                  <a:pt x="490716" y="88058"/>
                </a:lnTo>
                <a:lnTo>
                  <a:pt x="491114" y="88322"/>
                </a:lnTo>
                <a:lnTo>
                  <a:pt x="491518" y="88577"/>
                </a:lnTo>
                <a:lnTo>
                  <a:pt x="491927" y="88824"/>
                </a:lnTo>
                <a:lnTo>
                  <a:pt x="492343" y="89063"/>
                </a:lnTo>
                <a:lnTo>
                  <a:pt x="492764" y="89295"/>
                </a:lnTo>
                <a:lnTo>
                  <a:pt x="493191" y="89518"/>
                </a:lnTo>
                <a:lnTo>
                  <a:pt x="493625" y="89732"/>
                </a:lnTo>
                <a:lnTo>
                  <a:pt x="494066" y="89936"/>
                </a:lnTo>
                <a:lnTo>
                  <a:pt x="494513" y="90130"/>
                </a:lnTo>
                <a:lnTo>
                  <a:pt x="494967" y="90315"/>
                </a:lnTo>
                <a:lnTo>
                  <a:pt x="495428" y="90491"/>
                </a:lnTo>
                <a:lnTo>
                  <a:pt x="495895" y="90657"/>
                </a:lnTo>
                <a:lnTo>
                  <a:pt x="496369" y="90813"/>
                </a:lnTo>
                <a:lnTo>
                  <a:pt x="496850" y="90960"/>
                </a:lnTo>
                <a:lnTo>
                  <a:pt x="497337" y="91098"/>
                </a:lnTo>
                <a:lnTo>
                  <a:pt x="497831" y="91226"/>
                </a:lnTo>
                <a:lnTo>
                  <a:pt x="498332" y="91344"/>
                </a:lnTo>
                <a:lnTo>
                  <a:pt x="498839" y="91454"/>
                </a:lnTo>
                <a:lnTo>
                  <a:pt x="499353" y="91553"/>
                </a:lnTo>
                <a:lnTo>
                  <a:pt x="499874" y="91643"/>
                </a:lnTo>
                <a:lnTo>
                  <a:pt x="500402" y="91724"/>
                </a:lnTo>
                <a:lnTo>
                  <a:pt x="500936" y="91795"/>
                </a:lnTo>
                <a:lnTo>
                  <a:pt x="501476" y="91857"/>
                </a:lnTo>
                <a:lnTo>
                  <a:pt x="502024" y="91909"/>
                </a:lnTo>
                <a:lnTo>
                  <a:pt x="502578" y="91952"/>
                </a:lnTo>
                <a:lnTo>
                  <a:pt x="503138" y="91985"/>
                </a:lnTo>
                <a:lnTo>
                  <a:pt x="503706" y="92009"/>
                </a:lnTo>
                <a:lnTo>
                  <a:pt x="504280" y="92023"/>
                </a:lnTo>
                <a:lnTo>
                  <a:pt x="504861" y="92028"/>
                </a:lnTo>
                <a:lnTo>
                  <a:pt x="505497" y="92021"/>
                </a:lnTo>
                <a:lnTo>
                  <a:pt x="506127" y="92000"/>
                </a:lnTo>
                <a:lnTo>
                  <a:pt x="506750" y="91966"/>
                </a:lnTo>
                <a:lnTo>
                  <a:pt x="507365" y="91917"/>
                </a:lnTo>
                <a:lnTo>
                  <a:pt x="507974" y="91855"/>
                </a:lnTo>
                <a:lnTo>
                  <a:pt x="508575" y="91780"/>
                </a:lnTo>
                <a:lnTo>
                  <a:pt x="509170" y="91690"/>
                </a:lnTo>
                <a:lnTo>
                  <a:pt x="509758" y="91587"/>
                </a:lnTo>
                <a:lnTo>
                  <a:pt x="510338" y="91470"/>
                </a:lnTo>
                <a:lnTo>
                  <a:pt x="510912" y="91339"/>
                </a:lnTo>
                <a:lnTo>
                  <a:pt x="511478" y="91194"/>
                </a:lnTo>
                <a:lnTo>
                  <a:pt x="512038" y="91036"/>
                </a:lnTo>
                <a:lnTo>
                  <a:pt x="512590" y="90864"/>
                </a:lnTo>
                <a:lnTo>
                  <a:pt x="513135" y="90678"/>
                </a:lnTo>
                <a:lnTo>
                  <a:pt x="513674" y="90478"/>
                </a:lnTo>
                <a:lnTo>
                  <a:pt x="514205" y="90265"/>
                </a:lnTo>
                <a:lnTo>
                  <a:pt x="514730" y="90038"/>
                </a:lnTo>
                <a:lnTo>
                  <a:pt x="515247" y="89797"/>
                </a:lnTo>
                <a:lnTo>
                  <a:pt x="515757" y="89542"/>
                </a:lnTo>
                <a:lnTo>
                  <a:pt x="516261" y="89274"/>
                </a:lnTo>
                <a:lnTo>
                  <a:pt x="516757" y="88991"/>
                </a:lnTo>
                <a:lnTo>
                  <a:pt x="517246" y="88695"/>
                </a:lnTo>
                <a:lnTo>
                  <a:pt x="517729" y="88385"/>
                </a:lnTo>
                <a:lnTo>
                  <a:pt x="518204" y="88062"/>
                </a:lnTo>
                <a:lnTo>
                  <a:pt x="518671" y="87724"/>
                </a:lnTo>
                <a:lnTo>
                  <a:pt x="519129" y="87373"/>
                </a:lnTo>
                <a:lnTo>
                  <a:pt x="519579" y="87008"/>
                </a:lnTo>
                <a:lnTo>
                  <a:pt x="520020" y="86629"/>
                </a:lnTo>
                <a:lnTo>
                  <a:pt x="520451" y="86236"/>
                </a:lnTo>
                <a:lnTo>
                  <a:pt x="520874" y="85830"/>
                </a:lnTo>
                <a:lnTo>
                  <a:pt x="521288" y="85410"/>
                </a:lnTo>
                <a:lnTo>
                  <a:pt x="521693" y="84976"/>
                </a:lnTo>
                <a:lnTo>
                  <a:pt x="522089" y="84528"/>
                </a:lnTo>
                <a:lnTo>
                  <a:pt x="522476" y="84067"/>
                </a:lnTo>
                <a:lnTo>
                  <a:pt x="522855" y="83591"/>
                </a:lnTo>
                <a:lnTo>
                  <a:pt x="523224" y="83102"/>
                </a:lnTo>
                <a:lnTo>
                  <a:pt x="523585" y="82599"/>
                </a:lnTo>
                <a:lnTo>
                  <a:pt x="523937" y="82083"/>
                </a:lnTo>
                <a:lnTo>
                  <a:pt x="524279" y="81553"/>
                </a:lnTo>
                <a:lnTo>
                  <a:pt x="524613" y="81008"/>
                </a:lnTo>
                <a:lnTo>
                  <a:pt x="524938" y="80451"/>
                </a:lnTo>
                <a:lnTo>
                  <a:pt x="525254" y="79879"/>
                </a:lnTo>
                <a:lnTo>
                  <a:pt x="525562" y="79293"/>
                </a:lnTo>
                <a:lnTo>
                  <a:pt x="525860" y="78694"/>
                </a:lnTo>
                <a:lnTo>
                  <a:pt x="526149" y="78081"/>
                </a:lnTo>
                <a:lnTo>
                  <a:pt x="526430" y="77455"/>
                </a:lnTo>
                <a:lnTo>
                  <a:pt x="526702" y="76814"/>
                </a:lnTo>
                <a:lnTo>
                  <a:pt x="526964" y="76160"/>
                </a:lnTo>
                <a:lnTo>
                  <a:pt x="527217" y="75492"/>
                </a:lnTo>
                <a:lnTo>
                  <a:pt x="527460" y="74812"/>
                </a:lnTo>
                <a:lnTo>
                  <a:pt x="527691" y="74118"/>
                </a:lnTo>
                <a:lnTo>
                  <a:pt x="527912" y="73412"/>
                </a:lnTo>
                <a:lnTo>
                  <a:pt x="528122" y="72692"/>
                </a:lnTo>
                <a:lnTo>
                  <a:pt x="528321" y="71960"/>
                </a:lnTo>
                <a:lnTo>
                  <a:pt x="528509" y="71215"/>
                </a:lnTo>
                <a:lnTo>
                  <a:pt x="528687" y="70457"/>
                </a:lnTo>
                <a:lnTo>
                  <a:pt x="528854" y="69686"/>
                </a:lnTo>
                <a:lnTo>
                  <a:pt x="529010" y="68902"/>
                </a:lnTo>
                <a:lnTo>
                  <a:pt x="529155" y="68105"/>
                </a:lnTo>
                <a:lnTo>
                  <a:pt x="529289" y="67296"/>
                </a:lnTo>
                <a:lnTo>
                  <a:pt x="529413" y="66473"/>
                </a:lnTo>
                <a:lnTo>
                  <a:pt x="529526" y="65637"/>
                </a:lnTo>
                <a:lnTo>
                  <a:pt x="529628" y="64789"/>
                </a:lnTo>
                <a:lnTo>
                  <a:pt x="529720" y="63927"/>
                </a:lnTo>
                <a:lnTo>
                  <a:pt x="529801" y="63053"/>
                </a:lnTo>
                <a:lnTo>
                  <a:pt x="529871" y="62166"/>
                </a:lnTo>
                <a:lnTo>
                  <a:pt x="529930" y="61265"/>
                </a:lnTo>
                <a:lnTo>
                  <a:pt x="529978" y="60352"/>
                </a:lnTo>
                <a:lnTo>
                  <a:pt x="530016" y="59426"/>
                </a:lnTo>
                <a:lnTo>
                  <a:pt x="530043" y="58487"/>
                </a:lnTo>
                <a:lnTo>
                  <a:pt x="530059" y="57535"/>
                </a:lnTo>
                <a:lnTo>
                  <a:pt x="530064" y="56571"/>
                </a:lnTo>
                <a:lnTo>
                  <a:pt x="530059" y="55600"/>
                </a:lnTo>
                <a:lnTo>
                  <a:pt x="530044" y="54643"/>
                </a:lnTo>
                <a:lnTo>
                  <a:pt x="530018" y="53700"/>
                </a:lnTo>
                <a:lnTo>
                  <a:pt x="529981" y="52770"/>
                </a:lnTo>
                <a:lnTo>
                  <a:pt x="529934" y="51853"/>
                </a:lnTo>
                <a:lnTo>
                  <a:pt x="529877" y="50950"/>
                </a:lnTo>
                <a:lnTo>
                  <a:pt x="529809" y="50060"/>
                </a:lnTo>
                <a:lnTo>
                  <a:pt x="529731" y="49183"/>
                </a:lnTo>
                <a:lnTo>
                  <a:pt x="529643" y="48320"/>
                </a:lnTo>
                <a:lnTo>
                  <a:pt x="529544" y="47470"/>
                </a:lnTo>
                <a:lnTo>
                  <a:pt x="529434" y="46634"/>
                </a:lnTo>
                <a:lnTo>
                  <a:pt x="529315" y="45811"/>
                </a:lnTo>
                <a:lnTo>
                  <a:pt x="529185" y="45002"/>
                </a:lnTo>
                <a:lnTo>
                  <a:pt x="529044" y="44206"/>
                </a:lnTo>
                <a:lnTo>
                  <a:pt x="528893" y="43423"/>
                </a:lnTo>
                <a:lnTo>
                  <a:pt x="528732" y="42654"/>
                </a:lnTo>
                <a:lnTo>
                  <a:pt x="528560" y="41898"/>
                </a:lnTo>
                <a:lnTo>
                  <a:pt x="528378" y="41156"/>
                </a:lnTo>
                <a:lnTo>
                  <a:pt x="528185" y="40427"/>
                </a:lnTo>
                <a:lnTo>
                  <a:pt x="527982" y="39712"/>
                </a:lnTo>
                <a:lnTo>
                  <a:pt x="527768" y="39009"/>
                </a:lnTo>
                <a:lnTo>
                  <a:pt x="527545" y="38321"/>
                </a:lnTo>
                <a:lnTo>
                  <a:pt x="527310" y="37645"/>
                </a:lnTo>
                <a:lnTo>
                  <a:pt x="527066" y="36984"/>
                </a:lnTo>
                <a:lnTo>
                  <a:pt x="526811" y="36335"/>
                </a:lnTo>
                <a:lnTo>
                  <a:pt x="526548" y="35700"/>
                </a:lnTo>
                <a:lnTo>
                  <a:pt x="526275" y="35078"/>
                </a:lnTo>
                <a:lnTo>
                  <a:pt x="525994" y="34470"/>
                </a:lnTo>
                <a:lnTo>
                  <a:pt x="525703" y="33876"/>
                </a:lnTo>
                <a:lnTo>
                  <a:pt x="525404" y="33295"/>
                </a:lnTo>
                <a:lnTo>
                  <a:pt x="525096" y="32728"/>
                </a:lnTo>
                <a:lnTo>
                  <a:pt x="524778" y="32174"/>
                </a:lnTo>
                <a:lnTo>
                  <a:pt x="524452" y="31633"/>
                </a:lnTo>
                <a:lnTo>
                  <a:pt x="524116" y="31107"/>
                </a:lnTo>
                <a:lnTo>
                  <a:pt x="523772" y="30593"/>
                </a:lnTo>
                <a:lnTo>
                  <a:pt x="523418" y="30094"/>
                </a:lnTo>
                <a:lnTo>
                  <a:pt x="523056" y="29608"/>
                </a:lnTo>
                <a:lnTo>
                  <a:pt x="522684" y="29135"/>
                </a:lnTo>
                <a:lnTo>
                  <a:pt x="522304" y="28676"/>
                </a:lnTo>
                <a:lnTo>
                  <a:pt x="521914" y="28230"/>
                </a:lnTo>
                <a:lnTo>
                  <a:pt x="521515" y="27798"/>
                </a:lnTo>
                <a:lnTo>
                  <a:pt x="521108" y="27380"/>
                </a:lnTo>
                <a:lnTo>
                  <a:pt x="520691" y="26975"/>
                </a:lnTo>
                <a:lnTo>
                  <a:pt x="520266" y="26584"/>
                </a:lnTo>
                <a:lnTo>
                  <a:pt x="519831" y="26206"/>
                </a:lnTo>
                <a:lnTo>
                  <a:pt x="519388" y="25841"/>
                </a:lnTo>
                <a:lnTo>
                  <a:pt x="518935" y="25491"/>
                </a:lnTo>
                <a:lnTo>
                  <a:pt x="518473" y="25153"/>
                </a:lnTo>
                <a:lnTo>
                  <a:pt x="518004" y="24829"/>
                </a:lnTo>
                <a:lnTo>
                  <a:pt x="517527" y="24519"/>
                </a:lnTo>
                <a:lnTo>
                  <a:pt x="517042" y="24223"/>
                </a:lnTo>
                <a:lnTo>
                  <a:pt x="516551" y="23941"/>
                </a:lnTo>
                <a:lnTo>
                  <a:pt x="516052" y="23672"/>
                </a:lnTo>
                <a:lnTo>
                  <a:pt x="515546" y="23417"/>
                </a:lnTo>
                <a:lnTo>
                  <a:pt x="515033" y="23176"/>
                </a:lnTo>
                <a:lnTo>
                  <a:pt x="514512" y="22949"/>
                </a:lnTo>
                <a:lnTo>
                  <a:pt x="513985" y="22735"/>
                </a:lnTo>
                <a:lnTo>
                  <a:pt x="513449" y="22535"/>
                </a:lnTo>
                <a:lnTo>
                  <a:pt x="512907" y="22349"/>
                </a:lnTo>
                <a:lnTo>
                  <a:pt x="512358" y="22177"/>
                </a:lnTo>
                <a:lnTo>
                  <a:pt x="511801" y="22019"/>
                </a:lnTo>
                <a:lnTo>
                  <a:pt x="511237" y="21874"/>
                </a:lnTo>
                <a:lnTo>
                  <a:pt x="510666" y="21743"/>
                </a:lnTo>
                <a:lnTo>
                  <a:pt x="510087" y="21626"/>
                </a:lnTo>
                <a:lnTo>
                  <a:pt x="509501" y="21523"/>
                </a:lnTo>
                <a:lnTo>
                  <a:pt x="508908" y="21433"/>
                </a:lnTo>
                <a:lnTo>
                  <a:pt x="508308" y="21357"/>
                </a:lnTo>
                <a:lnTo>
                  <a:pt x="507700" y="21295"/>
                </a:lnTo>
                <a:lnTo>
                  <a:pt x="507085" y="21247"/>
                </a:lnTo>
                <a:lnTo>
                  <a:pt x="506463" y="21213"/>
                </a:lnTo>
                <a:lnTo>
                  <a:pt x="505834" y="21192"/>
                </a:lnTo>
                <a:lnTo>
                  <a:pt x="505197" y="21185"/>
                </a:lnTo>
                <a:lnTo>
                  <a:pt x="504617" y="21191"/>
                </a:lnTo>
                <a:lnTo>
                  <a:pt x="504042" y="21208"/>
                </a:lnTo>
                <a:lnTo>
                  <a:pt x="503474" y="21236"/>
                </a:lnTo>
                <a:lnTo>
                  <a:pt x="502912" y="21275"/>
                </a:lnTo>
                <a:lnTo>
                  <a:pt x="502356" y="21326"/>
                </a:lnTo>
                <a:lnTo>
                  <a:pt x="501807" y="21388"/>
                </a:lnTo>
                <a:lnTo>
                  <a:pt x="501264" y="21461"/>
                </a:lnTo>
                <a:lnTo>
                  <a:pt x="500727" y="21545"/>
                </a:lnTo>
                <a:lnTo>
                  <a:pt x="500197" y="21641"/>
                </a:lnTo>
                <a:lnTo>
                  <a:pt x="499673" y="21747"/>
                </a:lnTo>
                <a:lnTo>
                  <a:pt x="499155" y="21866"/>
                </a:lnTo>
                <a:lnTo>
                  <a:pt x="498644" y="21995"/>
                </a:lnTo>
                <a:lnTo>
                  <a:pt x="498139" y="22135"/>
                </a:lnTo>
                <a:lnTo>
                  <a:pt x="497640" y="22287"/>
                </a:lnTo>
                <a:lnTo>
                  <a:pt x="497148" y="22450"/>
                </a:lnTo>
                <a:lnTo>
                  <a:pt x="496661" y="22625"/>
                </a:lnTo>
                <a:lnTo>
                  <a:pt x="496182" y="22810"/>
                </a:lnTo>
                <a:lnTo>
                  <a:pt x="495708" y="23007"/>
                </a:lnTo>
                <a:lnTo>
                  <a:pt x="495241" y="23215"/>
                </a:lnTo>
                <a:lnTo>
                  <a:pt x="494780" y="23434"/>
                </a:lnTo>
                <a:lnTo>
                  <a:pt x="494326" y="23665"/>
                </a:lnTo>
                <a:lnTo>
                  <a:pt x="493877" y="23906"/>
                </a:lnTo>
                <a:lnTo>
                  <a:pt x="493435" y="24159"/>
                </a:lnTo>
                <a:lnTo>
                  <a:pt x="493000" y="24424"/>
                </a:lnTo>
                <a:lnTo>
                  <a:pt x="492571" y="24697"/>
                </a:lnTo>
                <a:lnTo>
                  <a:pt x="492148" y="24978"/>
                </a:lnTo>
                <a:lnTo>
                  <a:pt x="491731" y="25267"/>
                </a:lnTo>
                <a:lnTo>
                  <a:pt x="491321" y="25563"/>
                </a:lnTo>
                <a:lnTo>
                  <a:pt x="490917" y="25867"/>
                </a:lnTo>
                <a:lnTo>
                  <a:pt x="490519" y="26178"/>
                </a:lnTo>
                <a:lnTo>
                  <a:pt x="490128" y="26497"/>
                </a:lnTo>
                <a:lnTo>
                  <a:pt x="489743" y="26823"/>
                </a:lnTo>
                <a:lnTo>
                  <a:pt x="489364" y="27156"/>
                </a:lnTo>
                <a:lnTo>
                  <a:pt x="488992" y="27497"/>
                </a:lnTo>
                <a:lnTo>
                  <a:pt x="488625" y="27846"/>
                </a:lnTo>
                <a:lnTo>
                  <a:pt x="488266" y="28202"/>
                </a:lnTo>
                <a:lnTo>
                  <a:pt x="487912" y="28566"/>
                </a:lnTo>
                <a:lnTo>
                  <a:pt x="487565" y="28937"/>
                </a:lnTo>
                <a:lnTo>
                  <a:pt x="487224" y="29315"/>
                </a:lnTo>
                <a:lnTo>
                  <a:pt x="486890" y="29701"/>
                </a:lnTo>
                <a:lnTo>
                  <a:pt x="486562" y="30095"/>
                </a:lnTo>
                <a:lnTo>
                  <a:pt x="486240" y="30496"/>
                </a:lnTo>
                <a:lnTo>
                  <a:pt x="485924" y="30905"/>
                </a:lnTo>
                <a:lnTo>
                  <a:pt x="485615" y="31321"/>
                </a:lnTo>
                <a:lnTo>
                  <a:pt x="485312" y="31744"/>
                </a:lnTo>
                <a:lnTo>
                  <a:pt x="485016" y="32175"/>
                </a:lnTo>
                <a:lnTo>
                  <a:pt x="484725" y="32614"/>
                </a:lnTo>
                <a:lnTo>
                  <a:pt x="484441" y="33060"/>
                </a:lnTo>
                <a:lnTo>
                  <a:pt x="484374" y="22400"/>
                </a:lnTo>
                <a:lnTo>
                  <a:pt x="473187" y="22400"/>
                </a:lnTo>
                <a:lnTo>
                  <a:pt x="473187" y="114967"/>
                </a:lnTo>
                <a:lnTo>
                  <a:pt x="484239" y="114967"/>
                </a:lnTo>
                <a:lnTo>
                  <a:pt x="484239" y="81570"/>
                </a:lnTo>
                <a:lnTo>
                  <a:pt x="484528" y="81982"/>
                </a:lnTo>
                <a:lnTo>
                  <a:pt x="484823" y="82386"/>
                </a:lnTo>
                <a:close/>
                <a:moveTo>
                  <a:pt x="500607" y="82688"/>
                </a:moveTo>
                <a:lnTo>
                  <a:pt x="500085" y="82634"/>
                </a:lnTo>
                <a:lnTo>
                  <a:pt x="499570" y="82569"/>
                </a:lnTo>
                <a:lnTo>
                  <a:pt x="499063" y="82491"/>
                </a:lnTo>
                <a:lnTo>
                  <a:pt x="498563" y="82401"/>
                </a:lnTo>
                <a:lnTo>
                  <a:pt x="498071" y="82299"/>
                </a:lnTo>
                <a:lnTo>
                  <a:pt x="497586" y="82185"/>
                </a:lnTo>
                <a:lnTo>
                  <a:pt x="497109" y="82059"/>
                </a:lnTo>
                <a:lnTo>
                  <a:pt x="496639" y="81921"/>
                </a:lnTo>
                <a:lnTo>
                  <a:pt x="496177" y="81771"/>
                </a:lnTo>
                <a:lnTo>
                  <a:pt x="495722" y="81609"/>
                </a:lnTo>
                <a:lnTo>
                  <a:pt x="495274" y="81435"/>
                </a:lnTo>
                <a:lnTo>
                  <a:pt x="494834" y="81249"/>
                </a:lnTo>
                <a:lnTo>
                  <a:pt x="494402" y="81052"/>
                </a:lnTo>
                <a:lnTo>
                  <a:pt x="493977" y="80842"/>
                </a:lnTo>
                <a:lnTo>
                  <a:pt x="493560" y="80620"/>
                </a:lnTo>
                <a:lnTo>
                  <a:pt x="493150" y="80386"/>
                </a:lnTo>
                <a:lnTo>
                  <a:pt x="492747" y="80140"/>
                </a:lnTo>
                <a:lnTo>
                  <a:pt x="492352" y="79882"/>
                </a:lnTo>
                <a:lnTo>
                  <a:pt x="491965" y="79613"/>
                </a:lnTo>
                <a:lnTo>
                  <a:pt x="491585" y="79331"/>
                </a:lnTo>
                <a:lnTo>
                  <a:pt x="491212" y="79040"/>
                </a:lnTo>
                <a:lnTo>
                  <a:pt x="490846" y="78742"/>
                </a:lnTo>
                <a:lnTo>
                  <a:pt x="490486" y="78439"/>
                </a:lnTo>
                <a:lnTo>
                  <a:pt x="490134" y="78129"/>
                </a:lnTo>
                <a:lnTo>
                  <a:pt x="489788" y="77812"/>
                </a:lnTo>
                <a:lnTo>
                  <a:pt x="489449" y="77490"/>
                </a:lnTo>
                <a:lnTo>
                  <a:pt x="489117" y="77161"/>
                </a:lnTo>
                <a:lnTo>
                  <a:pt x="488792" y="76826"/>
                </a:lnTo>
                <a:lnTo>
                  <a:pt x="488473" y="76484"/>
                </a:lnTo>
                <a:lnTo>
                  <a:pt x="488161" y="76136"/>
                </a:lnTo>
                <a:lnTo>
                  <a:pt x="487856" y="75782"/>
                </a:lnTo>
                <a:lnTo>
                  <a:pt x="487558" y="75422"/>
                </a:lnTo>
                <a:lnTo>
                  <a:pt x="487267" y="75055"/>
                </a:lnTo>
                <a:lnTo>
                  <a:pt x="486982" y="74682"/>
                </a:lnTo>
                <a:lnTo>
                  <a:pt x="486704" y="74303"/>
                </a:lnTo>
                <a:lnTo>
                  <a:pt x="486433" y="73917"/>
                </a:lnTo>
                <a:lnTo>
                  <a:pt x="486169" y="73526"/>
                </a:lnTo>
                <a:lnTo>
                  <a:pt x="485911" y="73127"/>
                </a:lnTo>
                <a:lnTo>
                  <a:pt x="485661" y="72723"/>
                </a:lnTo>
                <a:lnTo>
                  <a:pt x="485417" y="72312"/>
                </a:lnTo>
                <a:lnTo>
                  <a:pt x="485179" y="71895"/>
                </a:lnTo>
                <a:lnTo>
                  <a:pt x="484949" y="71472"/>
                </a:lnTo>
                <a:lnTo>
                  <a:pt x="484726" y="71042"/>
                </a:lnTo>
                <a:lnTo>
                  <a:pt x="484509" y="70606"/>
                </a:lnTo>
                <a:lnTo>
                  <a:pt x="484509" y="43825"/>
                </a:lnTo>
                <a:lnTo>
                  <a:pt x="484725" y="43371"/>
                </a:lnTo>
                <a:lnTo>
                  <a:pt x="484949" y="42921"/>
                </a:lnTo>
                <a:lnTo>
                  <a:pt x="485179" y="42477"/>
                </a:lnTo>
                <a:lnTo>
                  <a:pt x="485416" y="42038"/>
                </a:lnTo>
                <a:lnTo>
                  <a:pt x="485659" y="41604"/>
                </a:lnTo>
                <a:lnTo>
                  <a:pt x="485909" y="41175"/>
                </a:lnTo>
                <a:lnTo>
                  <a:pt x="486166" y="40751"/>
                </a:lnTo>
                <a:lnTo>
                  <a:pt x="486429" y="40332"/>
                </a:lnTo>
                <a:lnTo>
                  <a:pt x="486699" y="39918"/>
                </a:lnTo>
                <a:lnTo>
                  <a:pt x="486976" y="39509"/>
                </a:lnTo>
                <a:lnTo>
                  <a:pt x="487260" y="39105"/>
                </a:lnTo>
                <a:lnTo>
                  <a:pt x="487550" y="38707"/>
                </a:lnTo>
                <a:lnTo>
                  <a:pt x="487846" y="38313"/>
                </a:lnTo>
                <a:lnTo>
                  <a:pt x="488150" y="37925"/>
                </a:lnTo>
                <a:lnTo>
                  <a:pt x="488460" y="37541"/>
                </a:lnTo>
                <a:lnTo>
                  <a:pt x="488777" y="37163"/>
                </a:lnTo>
                <a:lnTo>
                  <a:pt x="489100" y="36789"/>
                </a:lnTo>
                <a:lnTo>
                  <a:pt x="489430" y="36421"/>
                </a:lnTo>
                <a:lnTo>
                  <a:pt x="489767" y="36058"/>
                </a:lnTo>
                <a:lnTo>
                  <a:pt x="490111" y="35700"/>
                </a:lnTo>
                <a:lnTo>
                  <a:pt x="490461" y="35347"/>
                </a:lnTo>
                <a:lnTo>
                  <a:pt x="490817" y="34999"/>
                </a:lnTo>
                <a:lnTo>
                  <a:pt x="491181" y="34656"/>
                </a:lnTo>
                <a:lnTo>
                  <a:pt x="491551" y="34318"/>
                </a:lnTo>
                <a:lnTo>
                  <a:pt x="491928" y="33990"/>
                </a:lnTo>
                <a:lnTo>
                  <a:pt x="492314" y="33676"/>
                </a:lnTo>
                <a:lnTo>
                  <a:pt x="492708" y="33375"/>
                </a:lnTo>
                <a:lnTo>
                  <a:pt x="493109" y="33089"/>
                </a:lnTo>
                <a:lnTo>
                  <a:pt x="493519" y="32816"/>
                </a:lnTo>
                <a:lnTo>
                  <a:pt x="493937" y="32558"/>
                </a:lnTo>
                <a:lnTo>
                  <a:pt x="494363" y="32313"/>
                </a:lnTo>
                <a:lnTo>
                  <a:pt x="494797" y="32082"/>
                </a:lnTo>
                <a:lnTo>
                  <a:pt x="495239" y="31866"/>
                </a:lnTo>
                <a:lnTo>
                  <a:pt x="495689" y="31663"/>
                </a:lnTo>
                <a:lnTo>
                  <a:pt x="496147" y="31474"/>
                </a:lnTo>
                <a:lnTo>
                  <a:pt x="496614" y="31300"/>
                </a:lnTo>
                <a:lnTo>
                  <a:pt x="497088" y="31139"/>
                </a:lnTo>
                <a:lnTo>
                  <a:pt x="497570" y="30992"/>
                </a:lnTo>
                <a:lnTo>
                  <a:pt x="498061" y="30860"/>
                </a:lnTo>
                <a:lnTo>
                  <a:pt x="498560" y="30741"/>
                </a:lnTo>
                <a:lnTo>
                  <a:pt x="499066" y="30636"/>
                </a:lnTo>
                <a:lnTo>
                  <a:pt x="499581" y="30545"/>
                </a:lnTo>
                <a:lnTo>
                  <a:pt x="500104" y="30468"/>
                </a:lnTo>
                <a:lnTo>
                  <a:pt x="500635" y="30405"/>
                </a:lnTo>
                <a:lnTo>
                  <a:pt x="501174" y="30356"/>
                </a:lnTo>
                <a:lnTo>
                  <a:pt x="501721" y="30322"/>
                </a:lnTo>
                <a:lnTo>
                  <a:pt x="502276" y="30301"/>
                </a:lnTo>
                <a:lnTo>
                  <a:pt x="502839" y="30294"/>
                </a:lnTo>
                <a:lnTo>
                  <a:pt x="503478" y="30305"/>
                </a:lnTo>
                <a:lnTo>
                  <a:pt x="504104" y="30341"/>
                </a:lnTo>
                <a:lnTo>
                  <a:pt x="504717" y="30400"/>
                </a:lnTo>
                <a:lnTo>
                  <a:pt x="505316" y="30482"/>
                </a:lnTo>
                <a:lnTo>
                  <a:pt x="505903" y="30589"/>
                </a:lnTo>
                <a:lnTo>
                  <a:pt x="506476" y="30719"/>
                </a:lnTo>
                <a:lnTo>
                  <a:pt x="507036" y="30872"/>
                </a:lnTo>
                <a:lnTo>
                  <a:pt x="507582" y="31049"/>
                </a:lnTo>
                <a:lnTo>
                  <a:pt x="508116" y="31250"/>
                </a:lnTo>
                <a:lnTo>
                  <a:pt x="508636" y="31474"/>
                </a:lnTo>
                <a:lnTo>
                  <a:pt x="509143" y="31722"/>
                </a:lnTo>
                <a:lnTo>
                  <a:pt x="509637" y="31994"/>
                </a:lnTo>
                <a:lnTo>
                  <a:pt x="510117" y="32289"/>
                </a:lnTo>
                <a:lnTo>
                  <a:pt x="510585" y="32608"/>
                </a:lnTo>
                <a:lnTo>
                  <a:pt x="511039" y="32950"/>
                </a:lnTo>
                <a:lnTo>
                  <a:pt x="511480" y="33317"/>
                </a:lnTo>
                <a:lnTo>
                  <a:pt x="511907" y="33706"/>
                </a:lnTo>
                <a:lnTo>
                  <a:pt x="512322" y="34120"/>
                </a:lnTo>
                <a:lnTo>
                  <a:pt x="512723" y="34556"/>
                </a:lnTo>
                <a:lnTo>
                  <a:pt x="513111" y="35017"/>
                </a:lnTo>
                <a:lnTo>
                  <a:pt x="513486" y="35501"/>
                </a:lnTo>
                <a:lnTo>
                  <a:pt x="513848" y="36009"/>
                </a:lnTo>
                <a:lnTo>
                  <a:pt x="514196" y="36540"/>
                </a:lnTo>
                <a:lnTo>
                  <a:pt x="514531" y="37095"/>
                </a:lnTo>
                <a:lnTo>
                  <a:pt x="514853" y="37672"/>
                </a:lnTo>
                <a:lnTo>
                  <a:pt x="515161" y="38270"/>
                </a:lnTo>
                <a:lnTo>
                  <a:pt x="515455" y="38888"/>
                </a:lnTo>
                <a:lnTo>
                  <a:pt x="515736" y="39526"/>
                </a:lnTo>
                <a:lnTo>
                  <a:pt x="516003" y="40184"/>
                </a:lnTo>
                <a:lnTo>
                  <a:pt x="516256" y="40863"/>
                </a:lnTo>
                <a:lnTo>
                  <a:pt x="516495" y="41563"/>
                </a:lnTo>
                <a:lnTo>
                  <a:pt x="516721" y="42283"/>
                </a:lnTo>
                <a:lnTo>
                  <a:pt x="516933" y="43023"/>
                </a:lnTo>
                <a:lnTo>
                  <a:pt x="517132" y="43784"/>
                </a:lnTo>
                <a:lnTo>
                  <a:pt x="517317" y="44565"/>
                </a:lnTo>
                <a:lnTo>
                  <a:pt x="517488" y="45366"/>
                </a:lnTo>
                <a:lnTo>
                  <a:pt x="517645" y="46188"/>
                </a:lnTo>
                <a:lnTo>
                  <a:pt x="517789" y="47030"/>
                </a:lnTo>
                <a:lnTo>
                  <a:pt x="517919" y="47893"/>
                </a:lnTo>
                <a:lnTo>
                  <a:pt x="518035" y="48776"/>
                </a:lnTo>
                <a:lnTo>
                  <a:pt x="518138" y="49679"/>
                </a:lnTo>
                <a:lnTo>
                  <a:pt x="518227" y="50603"/>
                </a:lnTo>
                <a:lnTo>
                  <a:pt x="518302" y="51547"/>
                </a:lnTo>
                <a:lnTo>
                  <a:pt x="518364" y="52512"/>
                </a:lnTo>
                <a:lnTo>
                  <a:pt x="518412" y="53497"/>
                </a:lnTo>
                <a:lnTo>
                  <a:pt x="518446" y="54503"/>
                </a:lnTo>
                <a:lnTo>
                  <a:pt x="518466" y="55529"/>
                </a:lnTo>
                <a:lnTo>
                  <a:pt x="518473" y="56575"/>
                </a:lnTo>
                <a:lnTo>
                  <a:pt x="518467" y="57609"/>
                </a:lnTo>
                <a:lnTo>
                  <a:pt x="518446" y="58624"/>
                </a:lnTo>
                <a:lnTo>
                  <a:pt x="518413" y="59619"/>
                </a:lnTo>
                <a:lnTo>
                  <a:pt x="518366" y="60595"/>
                </a:lnTo>
                <a:lnTo>
                  <a:pt x="518305" y="61550"/>
                </a:lnTo>
                <a:lnTo>
                  <a:pt x="518231" y="62486"/>
                </a:lnTo>
                <a:lnTo>
                  <a:pt x="518144" y="63402"/>
                </a:lnTo>
                <a:lnTo>
                  <a:pt x="518043" y="64298"/>
                </a:lnTo>
                <a:lnTo>
                  <a:pt x="517928" y="65175"/>
                </a:lnTo>
                <a:lnTo>
                  <a:pt x="517801" y="66031"/>
                </a:lnTo>
                <a:lnTo>
                  <a:pt x="517659" y="66868"/>
                </a:lnTo>
                <a:lnTo>
                  <a:pt x="517505" y="67685"/>
                </a:lnTo>
                <a:lnTo>
                  <a:pt x="517336" y="68482"/>
                </a:lnTo>
                <a:lnTo>
                  <a:pt x="517155" y="69260"/>
                </a:lnTo>
                <a:lnTo>
                  <a:pt x="516960" y="70018"/>
                </a:lnTo>
                <a:lnTo>
                  <a:pt x="516751" y="70755"/>
                </a:lnTo>
                <a:lnTo>
                  <a:pt x="516529" y="71474"/>
                </a:lnTo>
                <a:lnTo>
                  <a:pt x="516294" y="72172"/>
                </a:lnTo>
                <a:lnTo>
                  <a:pt x="516045" y="72851"/>
                </a:lnTo>
                <a:lnTo>
                  <a:pt x="515782" y="73509"/>
                </a:lnTo>
                <a:lnTo>
                  <a:pt x="515507" y="74148"/>
                </a:lnTo>
                <a:lnTo>
                  <a:pt x="515217" y="74768"/>
                </a:lnTo>
                <a:lnTo>
                  <a:pt x="514915" y="75367"/>
                </a:lnTo>
                <a:lnTo>
                  <a:pt x="514598" y="75947"/>
                </a:lnTo>
                <a:lnTo>
                  <a:pt x="514268" y="76505"/>
                </a:lnTo>
                <a:lnTo>
                  <a:pt x="513924" y="77039"/>
                </a:lnTo>
                <a:lnTo>
                  <a:pt x="513566" y="77549"/>
                </a:lnTo>
                <a:lnTo>
                  <a:pt x="513193" y="78036"/>
                </a:lnTo>
                <a:lnTo>
                  <a:pt x="512807" y="78499"/>
                </a:lnTo>
                <a:lnTo>
                  <a:pt x="512406" y="78938"/>
                </a:lnTo>
                <a:lnTo>
                  <a:pt x="511991" y="79354"/>
                </a:lnTo>
                <a:lnTo>
                  <a:pt x="511562" y="79745"/>
                </a:lnTo>
                <a:lnTo>
                  <a:pt x="511119" y="80113"/>
                </a:lnTo>
                <a:lnTo>
                  <a:pt x="510661" y="80458"/>
                </a:lnTo>
                <a:lnTo>
                  <a:pt x="510190" y="80778"/>
                </a:lnTo>
                <a:lnTo>
                  <a:pt x="509704" y="81075"/>
                </a:lnTo>
                <a:lnTo>
                  <a:pt x="509204" y="81348"/>
                </a:lnTo>
                <a:lnTo>
                  <a:pt x="508690" y="81597"/>
                </a:lnTo>
                <a:lnTo>
                  <a:pt x="508162" y="81823"/>
                </a:lnTo>
                <a:lnTo>
                  <a:pt x="507620" y="82025"/>
                </a:lnTo>
                <a:lnTo>
                  <a:pt x="507063" y="82203"/>
                </a:lnTo>
                <a:lnTo>
                  <a:pt x="506493" y="82357"/>
                </a:lnTo>
                <a:lnTo>
                  <a:pt x="505908" y="82488"/>
                </a:lnTo>
                <a:lnTo>
                  <a:pt x="505309" y="82594"/>
                </a:lnTo>
                <a:lnTo>
                  <a:pt x="504696" y="82678"/>
                </a:lnTo>
                <a:lnTo>
                  <a:pt x="504068" y="82737"/>
                </a:lnTo>
                <a:lnTo>
                  <a:pt x="503427" y="82773"/>
                </a:lnTo>
                <a:lnTo>
                  <a:pt x="502771" y="82784"/>
                </a:lnTo>
                <a:lnTo>
                  <a:pt x="502219" y="82778"/>
                </a:lnTo>
                <a:lnTo>
                  <a:pt x="501674" y="82760"/>
                </a:lnTo>
                <a:lnTo>
                  <a:pt x="501137" y="82730"/>
                </a:lnTo>
                <a:lnTo>
                  <a:pt x="500607" y="826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905cad57b4aba"/>
          <a:stretch xmlns:a="http://schemas.openxmlformats.org/drawingml/2006/main"/>
        </p:blipFill>
        <p:spPr>
          <a:xfrm xmlns:a="http://schemas.openxmlformats.org/drawingml/2006/main">
            <a:off x="2509076" y="3567176"/>
            <a:ext cx="389202" cy="356079"/>
          </a:xfrm>
          <a:prstGeom xmlns:a="http://schemas.openxmlformats.org/drawingml/2006/main" prst="rect">
            <a:avLst/>
          </a:prstGeom>
        </p:spPr>
      </p:pic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b53d51daa438c"/>
          <a:stretch xmlns:a="http://schemas.openxmlformats.org/drawingml/2006/main"/>
        </p:blipFill>
        <p:spPr>
          <a:xfrm xmlns:a="http://schemas.openxmlformats.org/drawingml/2006/main">
            <a:off x="2467672" y="3604440"/>
            <a:ext cx="389202" cy="356079"/>
          </a:xfrm>
          <a:prstGeom xmlns:a="http://schemas.openxmlformats.org/drawingml/2006/main" prst="rect">
            <a:avLst/>
          </a:prstGeom>
        </p:spPr>
      </p:pic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1b6e72e754ea7"/>
          <a:stretch xmlns:a="http://schemas.openxmlformats.org/drawingml/2006/main"/>
        </p:blipFill>
        <p:spPr>
          <a:xfrm xmlns:a="http://schemas.openxmlformats.org/drawingml/2006/main">
            <a:off x="2422127" y="3645844"/>
            <a:ext cx="389202" cy="356079"/>
          </a:xfrm>
          <a:prstGeom xmlns:a="http://schemas.openxmlformats.org/drawingml/2006/main" prst="rect">
            <a:avLst/>
          </a:prstGeom>
        </p:spPr>
      </p:pic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A0FDC-FCD4-4991-BE4C-44C3AFD9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585" y="3698250"/>
            <a:ext cx="308921" cy="278541"/>
          </a:xfrm>
          <a:custGeom xmlns:a="http://schemas.openxmlformats.org/drawingml/2006/main">
            <a:pathLst>
              <a:path w="308921" h="278541" fill="none">
                <a:moveTo>
                  <a:pt x="0" y="43481"/>
                </a:moveTo>
                <a:lnTo>
                  <a:pt x="265944" y="43481"/>
                </a:lnTo>
                <a:lnTo>
                  <a:pt x="265944" y="213230"/>
                </a:lnTo>
                <a:cubicBezTo>
                  <a:pt x="132979" y="213230"/>
                  <a:pt x="132979" y="278541"/>
                  <a:pt x="0" y="245885"/>
                </a:cubicBezTo>
                <a:lnTo>
                  <a:pt x="0" y="43481"/>
                </a:lnTo>
                <a:close/>
                <a:moveTo>
                  <a:pt x="21910" y="43481"/>
                </a:moveTo>
                <a:lnTo>
                  <a:pt x="21910" y="21474"/>
                </a:lnTo>
                <a:lnTo>
                  <a:pt x="286038" y="21474"/>
                </a:lnTo>
                <a:lnTo>
                  <a:pt x="286038" y="192288"/>
                </a:lnTo>
                <a:cubicBezTo>
                  <a:pt x="275998" y="192288"/>
                  <a:pt x="265944" y="193471"/>
                  <a:pt x="265944" y="193471"/>
                </a:cubicBezTo>
                <a:moveTo>
                  <a:pt x="42505" y="21474"/>
                </a:moveTo>
                <a:lnTo>
                  <a:pt x="42505" y="0"/>
                </a:lnTo>
                <a:lnTo>
                  <a:pt x="308921" y="0"/>
                </a:lnTo>
                <a:lnTo>
                  <a:pt x="308921" y="170281"/>
                </a:lnTo>
                <a:cubicBezTo>
                  <a:pt x="297479" y="170281"/>
                  <a:pt x="286038" y="171168"/>
                  <a:pt x="286038" y="17116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41" name="Text Retrieved">
            <a:extLst xmlns:a="http://schemas.openxmlformats.org/drawingml/2006/main">
              <a:ext uri="{FF2B5EF4-FFF2-40B4-BE49-F238E27FC236}">
                <a16:creationId xmlns:a16="http://schemas.microsoft.com/office/drawing/2014/main" id="{C2D79DA1-D854-423F-949E-A47CC272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832" y="4122626"/>
            <a:ext cx="457278" cy="83240"/>
          </a:xfrm>
          <a:custGeom xmlns:a="http://schemas.openxmlformats.org/drawingml/2006/main">
            <a:pathLst>
              <a:path w="457278" h="83240">
                <a:moveTo>
                  <a:pt x="0" y="82177"/>
                </a:moveTo>
                <a:lnTo>
                  <a:pt x="0" y="2716"/>
                </a:lnTo>
                <a:lnTo>
                  <a:pt x="30014" y="2716"/>
                </a:lnTo>
                <a:cubicBezTo>
                  <a:pt x="34574" y="2716"/>
                  <a:pt x="38731" y="3444"/>
                  <a:pt x="42485" y="4900"/>
                </a:cubicBezTo>
                <a:cubicBezTo>
                  <a:pt x="46239" y="6356"/>
                  <a:pt x="49257" y="8639"/>
                  <a:pt x="51537" y="11748"/>
                </a:cubicBezTo>
                <a:cubicBezTo>
                  <a:pt x="53817" y="14857"/>
                  <a:pt x="54957" y="18891"/>
                  <a:pt x="54957" y="23850"/>
                </a:cubicBezTo>
                <a:cubicBezTo>
                  <a:pt x="54957" y="28888"/>
                  <a:pt x="53551" y="33178"/>
                  <a:pt x="50741" y="36720"/>
                </a:cubicBezTo>
                <a:cubicBezTo>
                  <a:pt x="47930" y="40262"/>
                  <a:pt x="43773" y="42663"/>
                  <a:pt x="38269" y="43922"/>
                </a:cubicBezTo>
                <a:cubicBezTo>
                  <a:pt x="41139" y="44355"/>
                  <a:pt x="43537" y="45270"/>
                  <a:pt x="45463" y="46667"/>
                </a:cubicBezTo>
                <a:cubicBezTo>
                  <a:pt x="47389" y="48065"/>
                  <a:pt x="49011" y="50042"/>
                  <a:pt x="50328" y="52600"/>
                </a:cubicBezTo>
                <a:cubicBezTo>
                  <a:pt x="51645" y="55159"/>
                  <a:pt x="52795" y="58386"/>
                  <a:pt x="53777" y="62282"/>
                </a:cubicBezTo>
                <a:lnTo>
                  <a:pt x="58966" y="82177"/>
                </a:lnTo>
                <a:lnTo>
                  <a:pt x="48176" y="82177"/>
                </a:lnTo>
                <a:lnTo>
                  <a:pt x="43576" y="63935"/>
                </a:lnTo>
                <a:cubicBezTo>
                  <a:pt x="42672" y="60275"/>
                  <a:pt x="41611" y="57313"/>
                  <a:pt x="40392" y="55050"/>
                </a:cubicBezTo>
                <a:cubicBezTo>
                  <a:pt x="39173" y="52787"/>
                  <a:pt x="37680" y="51134"/>
                  <a:pt x="35911" y="50091"/>
                </a:cubicBezTo>
                <a:cubicBezTo>
                  <a:pt x="34142" y="49049"/>
                  <a:pt x="31920" y="48527"/>
                  <a:pt x="29247" y="48527"/>
                </a:cubicBezTo>
                <a:lnTo>
                  <a:pt x="10614" y="48527"/>
                </a:lnTo>
                <a:lnTo>
                  <a:pt x="10614" y="82177"/>
                </a:lnTo>
                <a:lnTo>
                  <a:pt x="0" y="82177"/>
                </a:lnTo>
                <a:moveTo>
                  <a:pt x="10614" y="39672"/>
                </a:moveTo>
                <a:lnTo>
                  <a:pt x="28658" y="39672"/>
                </a:lnTo>
                <a:cubicBezTo>
                  <a:pt x="31567" y="39672"/>
                  <a:pt x="34200" y="39121"/>
                  <a:pt x="36559" y="38019"/>
                </a:cubicBezTo>
                <a:cubicBezTo>
                  <a:pt x="38918" y="36917"/>
                  <a:pt x="40795" y="35323"/>
                  <a:pt x="42190" y="33237"/>
                </a:cubicBezTo>
                <a:cubicBezTo>
                  <a:pt x="43586" y="31151"/>
                  <a:pt x="44284" y="28632"/>
                  <a:pt x="44284" y="25680"/>
                </a:cubicBezTo>
                <a:cubicBezTo>
                  <a:pt x="44284" y="21233"/>
                  <a:pt x="42977" y="17770"/>
                  <a:pt x="40362" y="15290"/>
                </a:cubicBezTo>
                <a:cubicBezTo>
                  <a:pt x="37748" y="12811"/>
                  <a:pt x="33965" y="11571"/>
                  <a:pt x="29011" y="11571"/>
                </a:cubicBezTo>
                <a:lnTo>
                  <a:pt x="10614" y="11571"/>
                </a:lnTo>
                <a:lnTo>
                  <a:pt x="10614" y="39672"/>
                </a:lnTo>
                <a:close/>
                <a:moveTo>
                  <a:pt x="95878" y="83240"/>
                </a:moveTo>
                <a:cubicBezTo>
                  <a:pt x="89903" y="83240"/>
                  <a:pt x="84969" y="81878"/>
                  <a:pt x="81077" y="79155"/>
                </a:cubicBezTo>
                <a:cubicBezTo>
                  <a:pt x="77186" y="76431"/>
                  <a:pt x="74286" y="72724"/>
                  <a:pt x="72380" y="68035"/>
                </a:cubicBezTo>
                <a:cubicBezTo>
                  <a:pt x="70473" y="63345"/>
                  <a:pt x="69520" y="58072"/>
                  <a:pt x="69520" y="52215"/>
                </a:cubicBezTo>
                <a:cubicBezTo>
                  <a:pt x="69520" y="46113"/>
                  <a:pt x="70444" y="40738"/>
                  <a:pt x="72291" y="36089"/>
                </a:cubicBezTo>
                <a:cubicBezTo>
                  <a:pt x="74139" y="31440"/>
                  <a:pt x="76940" y="27805"/>
                  <a:pt x="80694" y="25184"/>
                </a:cubicBezTo>
                <a:cubicBezTo>
                  <a:pt x="84448" y="22563"/>
                  <a:pt x="89156" y="21253"/>
                  <a:pt x="94817" y="21253"/>
                </a:cubicBezTo>
                <a:cubicBezTo>
                  <a:pt x="102404" y="21253"/>
                  <a:pt x="108339" y="23713"/>
                  <a:pt x="112624" y="28632"/>
                </a:cubicBezTo>
                <a:cubicBezTo>
                  <a:pt x="116909" y="33551"/>
                  <a:pt x="119052" y="40621"/>
                  <a:pt x="119052" y="49844"/>
                </a:cubicBezTo>
                <a:cubicBezTo>
                  <a:pt x="119052" y="50459"/>
                  <a:pt x="119042" y="51187"/>
                  <a:pt x="119022" y="52027"/>
                </a:cubicBezTo>
                <a:cubicBezTo>
                  <a:pt x="119003" y="52867"/>
                  <a:pt x="118953" y="53471"/>
                  <a:pt x="118875" y="53840"/>
                </a:cubicBezTo>
                <a:lnTo>
                  <a:pt x="79426" y="53840"/>
                </a:lnTo>
                <a:cubicBezTo>
                  <a:pt x="79466" y="57782"/>
                  <a:pt x="80036" y="61402"/>
                  <a:pt x="81136" y="64701"/>
                </a:cubicBezTo>
                <a:cubicBezTo>
                  <a:pt x="82237" y="67999"/>
                  <a:pt x="83996" y="70645"/>
                  <a:pt x="86414" y="72637"/>
                </a:cubicBezTo>
                <a:cubicBezTo>
                  <a:pt x="88831" y="74629"/>
                  <a:pt x="91986" y="75624"/>
                  <a:pt x="95878" y="75624"/>
                </a:cubicBezTo>
                <a:cubicBezTo>
                  <a:pt x="100084" y="75624"/>
                  <a:pt x="103357" y="74524"/>
                  <a:pt x="105696" y="72324"/>
                </a:cubicBezTo>
                <a:cubicBezTo>
                  <a:pt x="108035" y="70124"/>
                  <a:pt x="109263" y="66949"/>
                  <a:pt x="109381" y="62801"/>
                </a:cubicBezTo>
                <a:lnTo>
                  <a:pt x="119111" y="62801"/>
                </a:lnTo>
                <a:cubicBezTo>
                  <a:pt x="118993" y="67016"/>
                  <a:pt x="117980" y="70647"/>
                  <a:pt x="116074" y="73696"/>
                </a:cubicBezTo>
                <a:cubicBezTo>
                  <a:pt x="114167" y="76744"/>
                  <a:pt x="111504" y="79097"/>
                  <a:pt x="108084" y="80755"/>
                </a:cubicBezTo>
                <a:cubicBezTo>
                  <a:pt x="104664" y="82411"/>
                  <a:pt x="100595" y="83240"/>
                  <a:pt x="95878" y="83240"/>
                </a:cubicBezTo>
                <a:moveTo>
                  <a:pt x="79485" y="46638"/>
                </a:moveTo>
                <a:lnTo>
                  <a:pt x="109322" y="46638"/>
                </a:lnTo>
                <a:cubicBezTo>
                  <a:pt x="109204" y="40865"/>
                  <a:pt x="107887" y="36450"/>
                  <a:pt x="105372" y="33394"/>
                </a:cubicBezTo>
                <a:cubicBezTo>
                  <a:pt x="102856" y="30337"/>
                  <a:pt x="99337" y="28809"/>
                  <a:pt x="94817" y="28809"/>
                </a:cubicBezTo>
                <a:cubicBezTo>
                  <a:pt x="90217" y="28809"/>
                  <a:pt x="86630" y="30327"/>
                  <a:pt x="84055" y="33362"/>
                </a:cubicBezTo>
                <a:cubicBezTo>
                  <a:pt x="81480" y="36398"/>
                  <a:pt x="79957" y="40823"/>
                  <a:pt x="79485" y="46638"/>
                </a:cubicBezTo>
                <a:close/>
                <a:moveTo>
                  <a:pt x="153620" y="82177"/>
                </a:moveTo>
                <a:cubicBezTo>
                  <a:pt x="149020" y="82177"/>
                  <a:pt x="145472" y="81404"/>
                  <a:pt x="142976" y="79858"/>
                </a:cubicBezTo>
                <a:cubicBezTo>
                  <a:pt x="140480" y="78312"/>
                  <a:pt x="138770" y="76085"/>
                  <a:pt x="137846" y="73178"/>
                </a:cubicBezTo>
                <a:cubicBezTo>
                  <a:pt x="136922" y="70270"/>
                  <a:pt x="136460" y="66776"/>
                  <a:pt x="136460" y="62694"/>
                </a:cubicBezTo>
                <a:lnTo>
                  <a:pt x="136460" y="30285"/>
                </a:lnTo>
                <a:lnTo>
                  <a:pt x="126908" y="30285"/>
                </a:lnTo>
                <a:lnTo>
                  <a:pt x="126908" y="22315"/>
                </a:lnTo>
                <a:lnTo>
                  <a:pt x="136460" y="22315"/>
                </a:lnTo>
                <a:lnTo>
                  <a:pt x="136460" y="9150"/>
                </a:lnTo>
                <a:lnTo>
                  <a:pt x="146308" y="9150"/>
                </a:lnTo>
                <a:lnTo>
                  <a:pt x="146308" y="22315"/>
                </a:lnTo>
                <a:lnTo>
                  <a:pt x="160519" y="22315"/>
                </a:lnTo>
                <a:lnTo>
                  <a:pt x="160519" y="30285"/>
                </a:lnTo>
                <a:lnTo>
                  <a:pt x="146308" y="30285"/>
                </a:lnTo>
                <a:lnTo>
                  <a:pt x="146308" y="62482"/>
                </a:lnTo>
                <a:cubicBezTo>
                  <a:pt x="146308" y="66266"/>
                  <a:pt x="146770" y="69157"/>
                  <a:pt x="147693" y="71154"/>
                </a:cubicBezTo>
                <a:cubicBezTo>
                  <a:pt x="148617" y="73150"/>
                  <a:pt x="150809" y="74148"/>
                  <a:pt x="154268" y="74148"/>
                </a:cubicBezTo>
                <a:lnTo>
                  <a:pt x="160519" y="74148"/>
                </a:lnTo>
                <a:lnTo>
                  <a:pt x="160519" y="82177"/>
                </a:lnTo>
                <a:lnTo>
                  <a:pt x="153620" y="82177"/>
                </a:lnTo>
                <a:close/>
                <a:moveTo>
                  <a:pt x="171293" y="82177"/>
                </a:moveTo>
                <a:lnTo>
                  <a:pt x="171293" y="22315"/>
                </a:lnTo>
                <a:lnTo>
                  <a:pt x="180551" y="22315"/>
                </a:lnTo>
                <a:lnTo>
                  <a:pt x="180905" y="31702"/>
                </a:lnTo>
                <a:cubicBezTo>
                  <a:pt x="182556" y="28750"/>
                  <a:pt x="184816" y="26271"/>
                  <a:pt x="187686" y="24264"/>
                </a:cubicBezTo>
                <a:cubicBezTo>
                  <a:pt x="190556" y="22256"/>
                  <a:pt x="194270" y="21253"/>
                  <a:pt x="198830" y="21253"/>
                </a:cubicBezTo>
                <a:lnTo>
                  <a:pt x="200010" y="21253"/>
                </a:lnTo>
                <a:lnTo>
                  <a:pt x="200010" y="30285"/>
                </a:lnTo>
                <a:lnTo>
                  <a:pt x="198654" y="30285"/>
                </a:lnTo>
                <a:cubicBezTo>
                  <a:pt x="195784" y="30285"/>
                  <a:pt x="193268" y="30680"/>
                  <a:pt x="191106" y="31470"/>
                </a:cubicBezTo>
                <a:cubicBezTo>
                  <a:pt x="188944" y="32258"/>
                  <a:pt x="187067" y="33348"/>
                  <a:pt x="185475" y="34740"/>
                </a:cubicBezTo>
                <a:cubicBezTo>
                  <a:pt x="183883" y="36131"/>
                  <a:pt x="182438" y="37740"/>
                  <a:pt x="181141" y="39567"/>
                </a:cubicBezTo>
                <a:lnTo>
                  <a:pt x="181141" y="82177"/>
                </a:lnTo>
                <a:lnTo>
                  <a:pt x="171293" y="82177"/>
                </a:lnTo>
                <a:close/>
                <a:moveTo>
                  <a:pt x="208838" y="82177"/>
                </a:moveTo>
                <a:lnTo>
                  <a:pt x="208838" y="22315"/>
                </a:lnTo>
                <a:lnTo>
                  <a:pt x="218686" y="22315"/>
                </a:lnTo>
                <a:lnTo>
                  <a:pt x="218686" y="82177"/>
                </a:lnTo>
                <a:lnTo>
                  <a:pt x="208838" y="82177"/>
                </a:lnTo>
                <a:moveTo>
                  <a:pt x="213792" y="11453"/>
                </a:moveTo>
                <a:cubicBezTo>
                  <a:pt x="211905" y="11453"/>
                  <a:pt x="210411" y="10912"/>
                  <a:pt x="209310" y="9829"/>
                </a:cubicBezTo>
                <a:cubicBezTo>
                  <a:pt x="208209" y="8747"/>
                  <a:pt x="207659" y="7379"/>
                  <a:pt x="207659" y="5726"/>
                </a:cubicBezTo>
                <a:cubicBezTo>
                  <a:pt x="207659" y="4073"/>
                  <a:pt x="208209" y="2706"/>
                  <a:pt x="209310" y="1623"/>
                </a:cubicBezTo>
                <a:cubicBezTo>
                  <a:pt x="210411" y="541"/>
                  <a:pt x="211905" y="0"/>
                  <a:pt x="213792" y="0"/>
                </a:cubicBezTo>
                <a:cubicBezTo>
                  <a:pt x="215639" y="0"/>
                  <a:pt x="217133" y="541"/>
                  <a:pt x="218273" y="1623"/>
                </a:cubicBezTo>
                <a:cubicBezTo>
                  <a:pt x="219413" y="2706"/>
                  <a:pt x="219983" y="4073"/>
                  <a:pt x="219983" y="5726"/>
                </a:cubicBezTo>
                <a:cubicBezTo>
                  <a:pt x="219983" y="7379"/>
                  <a:pt x="219413" y="8747"/>
                  <a:pt x="218273" y="9829"/>
                </a:cubicBezTo>
                <a:cubicBezTo>
                  <a:pt x="217133" y="10912"/>
                  <a:pt x="215639" y="11453"/>
                  <a:pt x="213792" y="11453"/>
                </a:cubicBezTo>
                <a:close/>
                <a:moveTo>
                  <a:pt x="258015" y="83240"/>
                </a:moveTo>
                <a:cubicBezTo>
                  <a:pt x="252040" y="83240"/>
                  <a:pt x="247106" y="81878"/>
                  <a:pt x="243214" y="79155"/>
                </a:cubicBezTo>
                <a:cubicBezTo>
                  <a:pt x="239322" y="76431"/>
                  <a:pt x="236423" y="72724"/>
                  <a:pt x="234517" y="68035"/>
                </a:cubicBezTo>
                <a:cubicBezTo>
                  <a:pt x="232610" y="63345"/>
                  <a:pt x="231657" y="58072"/>
                  <a:pt x="231657" y="52215"/>
                </a:cubicBezTo>
                <a:cubicBezTo>
                  <a:pt x="231657" y="46113"/>
                  <a:pt x="232581" y="40738"/>
                  <a:pt x="234428" y="36089"/>
                </a:cubicBezTo>
                <a:cubicBezTo>
                  <a:pt x="236276" y="31440"/>
                  <a:pt x="239077" y="27805"/>
                  <a:pt x="242831" y="25184"/>
                </a:cubicBezTo>
                <a:cubicBezTo>
                  <a:pt x="246585" y="22563"/>
                  <a:pt x="251293" y="21253"/>
                  <a:pt x="256953" y="21253"/>
                </a:cubicBezTo>
                <a:cubicBezTo>
                  <a:pt x="264540" y="21253"/>
                  <a:pt x="270476" y="23713"/>
                  <a:pt x="274761" y="28632"/>
                </a:cubicBezTo>
                <a:cubicBezTo>
                  <a:pt x="279046" y="33551"/>
                  <a:pt x="281189" y="40621"/>
                  <a:pt x="281189" y="49844"/>
                </a:cubicBezTo>
                <a:cubicBezTo>
                  <a:pt x="281189" y="50459"/>
                  <a:pt x="281179" y="51187"/>
                  <a:pt x="281159" y="52027"/>
                </a:cubicBezTo>
                <a:cubicBezTo>
                  <a:pt x="281139" y="52867"/>
                  <a:pt x="281090" y="53471"/>
                  <a:pt x="281012" y="53840"/>
                </a:cubicBezTo>
                <a:lnTo>
                  <a:pt x="241563" y="53840"/>
                </a:lnTo>
                <a:cubicBezTo>
                  <a:pt x="241602" y="57782"/>
                  <a:pt x="242172" y="61402"/>
                  <a:pt x="243273" y="64701"/>
                </a:cubicBezTo>
                <a:cubicBezTo>
                  <a:pt x="244374" y="67999"/>
                  <a:pt x="246133" y="70645"/>
                  <a:pt x="248551" y="72637"/>
                </a:cubicBezTo>
                <a:cubicBezTo>
                  <a:pt x="250968" y="74629"/>
                  <a:pt x="254123" y="75624"/>
                  <a:pt x="258015" y="75624"/>
                </a:cubicBezTo>
                <a:cubicBezTo>
                  <a:pt x="262221" y="75624"/>
                  <a:pt x="265494" y="74524"/>
                  <a:pt x="267833" y="72324"/>
                </a:cubicBezTo>
                <a:cubicBezTo>
                  <a:pt x="270172" y="70124"/>
                  <a:pt x="271400" y="66949"/>
                  <a:pt x="271518" y="62801"/>
                </a:cubicBezTo>
                <a:lnTo>
                  <a:pt x="281248" y="62801"/>
                </a:lnTo>
                <a:cubicBezTo>
                  <a:pt x="281130" y="67016"/>
                  <a:pt x="280117" y="70647"/>
                  <a:pt x="278211" y="73696"/>
                </a:cubicBezTo>
                <a:cubicBezTo>
                  <a:pt x="276304" y="76744"/>
                  <a:pt x="273641" y="79097"/>
                  <a:pt x="270221" y="80755"/>
                </a:cubicBezTo>
                <a:cubicBezTo>
                  <a:pt x="266801" y="82411"/>
                  <a:pt x="262732" y="83240"/>
                  <a:pt x="258015" y="83240"/>
                </a:cubicBezTo>
                <a:moveTo>
                  <a:pt x="241622" y="46638"/>
                </a:moveTo>
                <a:lnTo>
                  <a:pt x="271459" y="46638"/>
                </a:lnTo>
                <a:cubicBezTo>
                  <a:pt x="271341" y="40865"/>
                  <a:pt x="270024" y="36450"/>
                  <a:pt x="267508" y="33394"/>
                </a:cubicBezTo>
                <a:cubicBezTo>
                  <a:pt x="264992" y="30337"/>
                  <a:pt x="261474" y="28809"/>
                  <a:pt x="256953" y="28809"/>
                </a:cubicBezTo>
                <a:cubicBezTo>
                  <a:pt x="252354" y="28809"/>
                  <a:pt x="248767" y="30327"/>
                  <a:pt x="246192" y="33362"/>
                </a:cubicBezTo>
                <a:cubicBezTo>
                  <a:pt x="243617" y="36398"/>
                  <a:pt x="242094" y="40823"/>
                  <a:pt x="241622" y="46638"/>
                </a:cubicBezTo>
                <a:close/>
                <a:moveTo>
                  <a:pt x="308916" y="82177"/>
                </a:moveTo>
                <a:lnTo>
                  <a:pt x="287865" y="22315"/>
                </a:lnTo>
                <a:lnTo>
                  <a:pt x="298243" y="22315"/>
                </a:lnTo>
                <a:lnTo>
                  <a:pt x="314341" y="72097"/>
                </a:lnTo>
                <a:lnTo>
                  <a:pt x="330556" y="22315"/>
                </a:lnTo>
                <a:lnTo>
                  <a:pt x="340581" y="22315"/>
                </a:lnTo>
                <a:lnTo>
                  <a:pt x="319766" y="82177"/>
                </a:lnTo>
                <a:lnTo>
                  <a:pt x="308916" y="82177"/>
                </a:lnTo>
                <a:close/>
                <a:moveTo>
                  <a:pt x="372353" y="83240"/>
                </a:moveTo>
                <a:cubicBezTo>
                  <a:pt x="366378" y="83240"/>
                  <a:pt x="361444" y="81878"/>
                  <a:pt x="357553" y="79155"/>
                </a:cubicBezTo>
                <a:cubicBezTo>
                  <a:pt x="353661" y="76431"/>
                  <a:pt x="350762" y="72724"/>
                  <a:pt x="348855" y="68035"/>
                </a:cubicBezTo>
                <a:cubicBezTo>
                  <a:pt x="346948" y="63345"/>
                  <a:pt x="345995" y="58072"/>
                  <a:pt x="345995" y="52215"/>
                </a:cubicBezTo>
                <a:cubicBezTo>
                  <a:pt x="345995" y="46113"/>
                  <a:pt x="346919" y="40738"/>
                  <a:pt x="348767" y="36089"/>
                </a:cubicBezTo>
                <a:cubicBezTo>
                  <a:pt x="350614" y="31440"/>
                  <a:pt x="353415" y="27805"/>
                  <a:pt x="357169" y="25184"/>
                </a:cubicBezTo>
                <a:cubicBezTo>
                  <a:pt x="360923" y="22563"/>
                  <a:pt x="365631" y="21253"/>
                  <a:pt x="371292" y="21253"/>
                </a:cubicBezTo>
                <a:cubicBezTo>
                  <a:pt x="378879" y="21253"/>
                  <a:pt x="384815" y="23713"/>
                  <a:pt x="389100" y="28632"/>
                </a:cubicBezTo>
                <a:cubicBezTo>
                  <a:pt x="393384" y="33551"/>
                  <a:pt x="395527" y="40621"/>
                  <a:pt x="395527" y="49844"/>
                </a:cubicBezTo>
                <a:cubicBezTo>
                  <a:pt x="395527" y="50459"/>
                  <a:pt x="395517" y="51187"/>
                  <a:pt x="395497" y="52027"/>
                </a:cubicBezTo>
                <a:cubicBezTo>
                  <a:pt x="395478" y="52867"/>
                  <a:pt x="395429" y="53471"/>
                  <a:pt x="395350" y="53840"/>
                </a:cubicBezTo>
                <a:lnTo>
                  <a:pt x="355901" y="53840"/>
                </a:lnTo>
                <a:cubicBezTo>
                  <a:pt x="355941" y="57782"/>
                  <a:pt x="356511" y="61402"/>
                  <a:pt x="357611" y="64701"/>
                </a:cubicBezTo>
                <a:cubicBezTo>
                  <a:pt x="358712" y="67999"/>
                  <a:pt x="360471" y="70645"/>
                  <a:pt x="362889" y="72637"/>
                </a:cubicBezTo>
                <a:cubicBezTo>
                  <a:pt x="365307" y="74629"/>
                  <a:pt x="368461" y="75624"/>
                  <a:pt x="372353" y="75624"/>
                </a:cubicBezTo>
                <a:cubicBezTo>
                  <a:pt x="376559" y="75624"/>
                  <a:pt x="379832" y="74524"/>
                  <a:pt x="382171" y="72324"/>
                </a:cubicBezTo>
                <a:cubicBezTo>
                  <a:pt x="384510" y="70124"/>
                  <a:pt x="385738" y="66949"/>
                  <a:pt x="385856" y="62801"/>
                </a:cubicBezTo>
                <a:lnTo>
                  <a:pt x="395586" y="62801"/>
                </a:lnTo>
                <a:cubicBezTo>
                  <a:pt x="395468" y="67016"/>
                  <a:pt x="394456" y="70647"/>
                  <a:pt x="392549" y="73696"/>
                </a:cubicBezTo>
                <a:cubicBezTo>
                  <a:pt x="390642" y="76744"/>
                  <a:pt x="387979" y="79097"/>
                  <a:pt x="384559" y="80755"/>
                </a:cubicBezTo>
                <a:cubicBezTo>
                  <a:pt x="381139" y="82411"/>
                  <a:pt x="377070" y="83240"/>
                  <a:pt x="372353" y="83240"/>
                </a:cubicBezTo>
                <a:moveTo>
                  <a:pt x="355960" y="46638"/>
                </a:moveTo>
                <a:lnTo>
                  <a:pt x="385797" y="46638"/>
                </a:lnTo>
                <a:cubicBezTo>
                  <a:pt x="385679" y="40865"/>
                  <a:pt x="384363" y="36450"/>
                  <a:pt x="381847" y="33394"/>
                </a:cubicBezTo>
                <a:cubicBezTo>
                  <a:pt x="379331" y="30337"/>
                  <a:pt x="375812" y="28809"/>
                  <a:pt x="371292" y="28809"/>
                </a:cubicBezTo>
                <a:cubicBezTo>
                  <a:pt x="366692" y="28809"/>
                  <a:pt x="363105" y="30327"/>
                  <a:pt x="360530" y="33362"/>
                </a:cubicBezTo>
                <a:cubicBezTo>
                  <a:pt x="357955" y="36398"/>
                  <a:pt x="356432" y="40823"/>
                  <a:pt x="355960" y="46638"/>
                </a:cubicBezTo>
                <a:close/>
                <a:moveTo>
                  <a:pt x="429505" y="83240"/>
                </a:moveTo>
                <a:cubicBezTo>
                  <a:pt x="425024" y="83240"/>
                  <a:pt x="421132" y="82084"/>
                  <a:pt x="417830" y="79773"/>
                </a:cubicBezTo>
                <a:cubicBezTo>
                  <a:pt x="414528" y="77461"/>
                  <a:pt x="411972" y="74034"/>
                  <a:pt x="410164" y="69492"/>
                </a:cubicBezTo>
                <a:cubicBezTo>
                  <a:pt x="408356" y="64950"/>
                  <a:pt x="407452" y="59324"/>
                  <a:pt x="407452" y="52615"/>
                </a:cubicBezTo>
                <a:cubicBezTo>
                  <a:pt x="407452" y="45699"/>
                  <a:pt x="408375" y="39920"/>
                  <a:pt x="410223" y="35277"/>
                </a:cubicBezTo>
                <a:cubicBezTo>
                  <a:pt x="412071" y="30633"/>
                  <a:pt x="414704" y="27135"/>
                  <a:pt x="418125" y="24782"/>
                </a:cubicBezTo>
                <a:cubicBezTo>
                  <a:pt x="421545" y="22429"/>
                  <a:pt x="425574" y="21253"/>
                  <a:pt x="430213" y="21253"/>
                </a:cubicBezTo>
                <a:cubicBezTo>
                  <a:pt x="434380" y="21253"/>
                  <a:pt x="437888" y="22138"/>
                  <a:pt x="440738" y="23909"/>
                </a:cubicBezTo>
                <a:cubicBezTo>
                  <a:pt x="443588" y="25680"/>
                  <a:pt x="445898" y="28081"/>
                  <a:pt x="447667" y="31112"/>
                </a:cubicBezTo>
                <a:lnTo>
                  <a:pt x="447667" y="2716"/>
                </a:lnTo>
                <a:lnTo>
                  <a:pt x="457278" y="2716"/>
                </a:lnTo>
                <a:lnTo>
                  <a:pt x="457278" y="82177"/>
                </a:lnTo>
                <a:lnTo>
                  <a:pt x="448197" y="82177"/>
                </a:lnTo>
                <a:lnTo>
                  <a:pt x="447549" y="73499"/>
                </a:lnTo>
                <a:cubicBezTo>
                  <a:pt x="445701" y="76411"/>
                  <a:pt x="443284" y="78763"/>
                  <a:pt x="440296" y="80554"/>
                </a:cubicBezTo>
                <a:cubicBezTo>
                  <a:pt x="437308" y="82344"/>
                  <a:pt x="433711" y="83240"/>
                  <a:pt x="429505" y="83240"/>
                </a:cubicBezTo>
                <a:moveTo>
                  <a:pt x="431215" y="75152"/>
                </a:moveTo>
                <a:cubicBezTo>
                  <a:pt x="435185" y="75152"/>
                  <a:pt x="438497" y="74073"/>
                  <a:pt x="441151" y="71916"/>
                </a:cubicBezTo>
                <a:cubicBezTo>
                  <a:pt x="443804" y="69758"/>
                  <a:pt x="445878" y="67185"/>
                  <a:pt x="447372" y="64197"/>
                </a:cubicBezTo>
                <a:lnTo>
                  <a:pt x="447372" y="40670"/>
                </a:lnTo>
                <a:cubicBezTo>
                  <a:pt x="445917" y="37308"/>
                  <a:pt x="443922" y="34580"/>
                  <a:pt x="441387" y="32484"/>
                </a:cubicBezTo>
                <a:cubicBezTo>
                  <a:pt x="438851" y="30388"/>
                  <a:pt x="435716" y="29341"/>
                  <a:pt x="431982" y="29341"/>
                </a:cubicBezTo>
                <a:cubicBezTo>
                  <a:pt x="427186" y="29341"/>
                  <a:pt x="423589" y="31343"/>
                  <a:pt x="421191" y="35347"/>
                </a:cubicBezTo>
                <a:cubicBezTo>
                  <a:pt x="418793" y="39352"/>
                  <a:pt x="417594" y="45089"/>
                  <a:pt x="417594" y="52558"/>
                </a:cubicBezTo>
                <a:cubicBezTo>
                  <a:pt x="417594" y="59861"/>
                  <a:pt x="418744" y="65453"/>
                  <a:pt x="421043" y="69333"/>
                </a:cubicBezTo>
                <a:cubicBezTo>
                  <a:pt x="423343" y="73212"/>
                  <a:pt x="426734" y="75152"/>
                  <a:pt x="431215" y="751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Chunks">
            <a:extLst xmlns:a="http://schemas.openxmlformats.org/drawingml/2006/main">
              <a:ext uri="{FF2B5EF4-FFF2-40B4-BE49-F238E27FC236}">
                <a16:creationId xmlns:a16="http://schemas.microsoft.com/office/drawing/2014/main" id="{54051C74-36B1-4DE0-8972-094F95F5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62" y="4260914"/>
            <a:ext cx="364814" cy="81587"/>
          </a:xfrm>
          <a:custGeom xmlns:a="http://schemas.openxmlformats.org/drawingml/2006/main">
            <a:pathLst>
              <a:path w="364814" h="81587">
                <a:moveTo>
                  <a:pt x="36618" y="81587"/>
                </a:moveTo>
                <a:cubicBezTo>
                  <a:pt x="28677" y="81587"/>
                  <a:pt x="21985" y="79855"/>
                  <a:pt x="16540" y="76392"/>
                </a:cubicBezTo>
                <a:cubicBezTo>
                  <a:pt x="11096" y="72928"/>
                  <a:pt x="6978" y="68146"/>
                  <a:pt x="4187" y="62046"/>
                </a:cubicBezTo>
                <a:cubicBezTo>
                  <a:pt x="1396" y="55946"/>
                  <a:pt x="0" y="48881"/>
                  <a:pt x="0" y="40852"/>
                </a:cubicBezTo>
                <a:cubicBezTo>
                  <a:pt x="0" y="32824"/>
                  <a:pt x="1396" y="25739"/>
                  <a:pt x="4187" y="19600"/>
                </a:cubicBezTo>
                <a:cubicBezTo>
                  <a:pt x="6978" y="13460"/>
                  <a:pt x="11096" y="8659"/>
                  <a:pt x="16540" y="5195"/>
                </a:cubicBezTo>
                <a:cubicBezTo>
                  <a:pt x="21985" y="1732"/>
                  <a:pt x="28677" y="0"/>
                  <a:pt x="36618" y="0"/>
                </a:cubicBezTo>
                <a:cubicBezTo>
                  <a:pt x="41846" y="0"/>
                  <a:pt x="46780" y="945"/>
                  <a:pt x="51419" y="2834"/>
                </a:cubicBezTo>
                <a:cubicBezTo>
                  <a:pt x="56057" y="4723"/>
                  <a:pt x="59929" y="7606"/>
                  <a:pt x="63035" y="11482"/>
                </a:cubicBezTo>
                <a:cubicBezTo>
                  <a:pt x="66141" y="15359"/>
                  <a:pt x="67949" y="20249"/>
                  <a:pt x="68460" y="26153"/>
                </a:cubicBezTo>
                <a:lnTo>
                  <a:pt x="57787" y="26153"/>
                </a:lnTo>
                <a:cubicBezTo>
                  <a:pt x="57355" y="22178"/>
                  <a:pt x="56116" y="18901"/>
                  <a:pt x="54072" y="16323"/>
                </a:cubicBezTo>
                <a:cubicBezTo>
                  <a:pt x="52028" y="13745"/>
                  <a:pt x="49483" y="11827"/>
                  <a:pt x="46436" y="10567"/>
                </a:cubicBezTo>
                <a:cubicBezTo>
                  <a:pt x="43389" y="9308"/>
                  <a:pt x="40117" y="8678"/>
                  <a:pt x="36618" y="8678"/>
                </a:cubicBezTo>
                <a:cubicBezTo>
                  <a:pt x="30525" y="8678"/>
                  <a:pt x="25591" y="10134"/>
                  <a:pt x="21818" y="13047"/>
                </a:cubicBezTo>
                <a:cubicBezTo>
                  <a:pt x="18044" y="15959"/>
                  <a:pt x="15282" y="19836"/>
                  <a:pt x="13533" y="24677"/>
                </a:cubicBezTo>
                <a:cubicBezTo>
                  <a:pt x="11783" y="29518"/>
                  <a:pt x="10909" y="34910"/>
                  <a:pt x="10909" y="40852"/>
                </a:cubicBezTo>
                <a:cubicBezTo>
                  <a:pt x="10909" y="46756"/>
                  <a:pt x="11783" y="52128"/>
                  <a:pt x="13533" y="56969"/>
                </a:cubicBezTo>
                <a:cubicBezTo>
                  <a:pt x="15282" y="61810"/>
                  <a:pt x="18044" y="65657"/>
                  <a:pt x="21818" y="68510"/>
                </a:cubicBezTo>
                <a:cubicBezTo>
                  <a:pt x="25591" y="71364"/>
                  <a:pt x="30525" y="72791"/>
                  <a:pt x="36618" y="72791"/>
                </a:cubicBezTo>
                <a:cubicBezTo>
                  <a:pt x="42711" y="72791"/>
                  <a:pt x="47645" y="71197"/>
                  <a:pt x="51419" y="68009"/>
                </a:cubicBezTo>
                <a:cubicBezTo>
                  <a:pt x="55193" y="64821"/>
                  <a:pt x="57414" y="60059"/>
                  <a:pt x="58082" y="53722"/>
                </a:cubicBezTo>
                <a:lnTo>
                  <a:pt x="68814" y="53722"/>
                </a:lnTo>
                <a:cubicBezTo>
                  <a:pt x="68224" y="59980"/>
                  <a:pt x="66455" y="65165"/>
                  <a:pt x="63507" y="69278"/>
                </a:cubicBezTo>
                <a:cubicBezTo>
                  <a:pt x="60558" y="73391"/>
                  <a:pt x="56775" y="76470"/>
                  <a:pt x="52156" y="78517"/>
                </a:cubicBezTo>
                <a:cubicBezTo>
                  <a:pt x="47537" y="80564"/>
                  <a:pt x="42358" y="81587"/>
                  <a:pt x="36618" y="81587"/>
                </a:cubicBezTo>
                <a:close/>
                <a:moveTo>
                  <a:pt x="82594" y="80524"/>
                </a:moveTo>
                <a:lnTo>
                  <a:pt x="82594" y="1063"/>
                </a:lnTo>
                <a:lnTo>
                  <a:pt x="92382" y="1063"/>
                </a:lnTo>
                <a:lnTo>
                  <a:pt x="92382" y="28986"/>
                </a:lnTo>
                <a:cubicBezTo>
                  <a:pt x="94112" y="26704"/>
                  <a:pt x="96539" y="24569"/>
                  <a:pt x="99664" y="22581"/>
                </a:cubicBezTo>
                <a:cubicBezTo>
                  <a:pt x="102790" y="20593"/>
                  <a:pt x="106770" y="19600"/>
                  <a:pt x="111605" y="19600"/>
                </a:cubicBezTo>
                <a:cubicBezTo>
                  <a:pt x="117620" y="19600"/>
                  <a:pt x="121944" y="21511"/>
                  <a:pt x="124578" y="25334"/>
                </a:cubicBezTo>
                <a:cubicBezTo>
                  <a:pt x="127211" y="29155"/>
                  <a:pt x="128528" y="34577"/>
                  <a:pt x="128528" y="41601"/>
                </a:cubicBezTo>
                <a:lnTo>
                  <a:pt x="128528" y="80524"/>
                </a:lnTo>
                <a:lnTo>
                  <a:pt x="118740" y="80524"/>
                </a:lnTo>
                <a:lnTo>
                  <a:pt x="118740" y="42732"/>
                </a:lnTo>
                <a:cubicBezTo>
                  <a:pt x="118740" y="39858"/>
                  <a:pt x="118484" y="37297"/>
                  <a:pt x="117973" y="35049"/>
                </a:cubicBezTo>
                <a:cubicBezTo>
                  <a:pt x="117462" y="32799"/>
                  <a:pt x="116529" y="31040"/>
                  <a:pt x="115172" y="29770"/>
                </a:cubicBezTo>
                <a:cubicBezTo>
                  <a:pt x="113816" y="28500"/>
                  <a:pt x="111821" y="27865"/>
                  <a:pt x="109187" y="27865"/>
                </a:cubicBezTo>
                <a:cubicBezTo>
                  <a:pt x="105178" y="27865"/>
                  <a:pt x="101797" y="28874"/>
                  <a:pt x="99045" y="30894"/>
                </a:cubicBezTo>
                <a:cubicBezTo>
                  <a:pt x="96293" y="32913"/>
                  <a:pt x="94092" y="35090"/>
                  <a:pt x="92441" y="37423"/>
                </a:cubicBezTo>
                <a:lnTo>
                  <a:pt x="92441" y="80524"/>
                </a:lnTo>
                <a:lnTo>
                  <a:pt x="82594" y="80524"/>
                </a:lnTo>
                <a:close/>
                <a:moveTo>
                  <a:pt x="161031" y="81587"/>
                </a:moveTo>
                <a:cubicBezTo>
                  <a:pt x="154820" y="81587"/>
                  <a:pt x="150348" y="79637"/>
                  <a:pt x="147616" y="75737"/>
                </a:cubicBezTo>
                <a:cubicBezTo>
                  <a:pt x="144884" y="71836"/>
                  <a:pt x="143518" y="66459"/>
                  <a:pt x="143518" y="59607"/>
                </a:cubicBezTo>
                <a:lnTo>
                  <a:pt x="143518" y="20662"/>
                </a:lnTo>
                <a:lnTo>
                  <a:pt x="153424" y="20662"/>
                </a:lnTo>
                <a:lnTo>
                  <a:pt x="153424" y="58489"/>
                </a:lnTo>
                <a:cubicBezTo>
                  <a:pt x="153424" y="61319"/>
                  <a:pt x="153689" y="63817"/>
                  <a:pt x="154220" y="65981"/>
                </a:cubicBezTo>
                <a:cubicBezTo>
                  <a:pt x="154751" y="68145"/>
                  <a:pt x="155743" y="69840"/>
                  <a:pt x="157198" y="71067"/>
                </a:cubicBezTo>
                <a:cubicBezTo>
                  <a:pt x="158652" y="72295"/>
                  <a:pt x="160736" y="72909"/>
                  <a:pt x="163448" y="72909"/>
                </a:cubicBezTo>
                <a:cubicBezTo>
                  <a:pt x="167379" y="72909"/>
                  <a:pt x="170662" y="71973"/>
                  <a:pt x="173296" y="70101"/>
                </a:cubicBezTo>
                <a:cubicBezTo>
                  <a:pt x="175930" y="68228"/>
                  <a:pt x="178052" y="66105"/>
                  <a:pt x="179664" y="63732"/>
                </a:cubicBezTo>
                <a:lnTo>
                  <a:pt x="179664" y="20662"/>
                </a:lnTo>
                <a:lnTo>
                  <a:pt x="189512" y="20662"/>
                </a:lnTo>
                <a:lnTo>
                  <a:pt x="189512" y="80524"/>
                </a:lnTo>
                <a:lnTo>
                  <a:pt x="180018" y="80524"/>
                </a:lnTo>
                <a:lnTo>
                  <a:pt x="179782" y="72141"/>
                </a:lnTo>
                <a:cubicBezTo>
                  <a:pt x="178092" y="74385"/>
                  <a:pt x="175704" y="76520"/>
                  <a:pt x="172618" y="78547"/>
                </a:cubicBezTo>
                <a:cubicBezTo>
                  <a:pt x="169532" y="80573"/>
                  <a:pt x="165669" y="81587"/>
                  <a:pt x="161031" y="81587"/>
                </a:cubicBezTo>
                <a:close/>
                <a:moveTo>
                  <a:pt x="205385" y="80524"/>
                </a:moveTo>
                <a:lnTo>
                  <a:pt x="205385" y="20662"/>
                </a:lnTo>
                <a:lnTo>
                  <a:pt x="214938" y="20662"/>
                </a:lnTo>
                <a:lnTo>
                  <a:pt x="215174" y="28986"/>
                </a:lnTo>
                <a:cubicBezTo>
                  <a:pt x="216864" y="26704"/>
                  <a:pt x="219282" y="24569"/>
                  <a:pt x="222427" y="22581"/>
                </a:cubicBezTo>
                <a:cubicBezTo>
                  <a:pt x="225572" y="20593"/>
                  <a:pt x="229503" y="19600"/>
                  <a:pt x="234220" y="19600"/>
                </a:cubicBezTo>
                <a:cubicBezTo>
                  <a:pt x="240353" y="19600"/>
                  <a:pt x="244736" y="21521"/>
                  <a:pt x="247370" y="25365"/>
                </a:cubicBezTo>
                <a:cubicBezTo>
                  <a:pt x="250003" y="29207"/>
                  <a:pt x="251320" y="34619"/>
                  <a:pt x="251320" y="41601"/>
                </a:cubicBezTo>
                <a:lnTo>
                  <a:pt x="251320" y="80524"/>
                </a:lnTo>
                <a:lnTo>
                  <a:pt x="241532" y="80524"/>
                </a:lnTo>
                <a:lnTo>
                  <a:pt x="241532" y="42732"/>
                </a:lnTo>
                <a:cubicBezTo>
                  <a:pt x="241532" y="39858"/>
                  <a:pt x="241266" y="37297"/>
                  <a:pt x="240736" y="35049"/>
                </a:cubicBezTo>
                <a:cubicBezTo>
                  <a:pt x="240205" y="32799"/>
                  <a:pt x="239242" y="31040"/>
                  <a:pt x="237846" y="29770"/>
                </a:cubicBezTo>
                <a:cubicBezTo>
                  <a:pt x="236451" y="28500"/>
                  <a:pt x="234456" y="27865"/>
                  <a:pt x="231861" y="27865"/>
                </a:cubicBezTo>
                <a:cubicBezTo>
                  <a:pt x="227891" y="27865"/>
                  <a:pt x="224540" y="28874"/>
                  <a:pt x="221808" y="30894"/>
                </a:cubicBezTo>
                <a:cubicBezTo>
                  <a:pt x="219075" y="32913"/>
                  <a:pt x="216884" y="35090"/>
                  <a:pt x="215233" y="37423"/>
                </a:cubicBezTo>
                <a:lnTo>
                  <a:pt x="215233" y="80524"/>
                </a:lnTo>
                <a:lnTo>
                  <a:pt x="205385" y="80524"/>
                </a:lnTo>
                <a:close/>
                <a:moveTo>
                  <a:pt x="266781" y="80524"/>
                </a:moveTo>
                <a:lnTo>
                  <a:pt x="266781" y="1063"/>
                </a:lnTo>
                <a:lnTo>
                  <a:pt x="276629" y="1063"/>
                </a:lnTo>
                <a:lnTo>
                  <a:pt x="276629" y="48872"/>
                </a:lnTo>
                <a:lnTo>
                  <a:pt x="299803" y="20662"/>
                </a:lnTo>
                <a:lnTo>
                  <a:pt x="311006" y="20662"/>
                </a:lnTo>
                <a:lnTo>
                  <a:pt x="287773" y="48750"/>
                </a:lnTo>
                <a:lnTo>
                  <a:pt x="313483" y="80524"/>
                </a:lnTo>
                <a:lnTo>
                  <a:pt x="301866" y="80524"/>
                </a:lnTo>
                <a:lnTo>
                  <a:pt x="276629" y="49425"/>
                </a:lnTo>
                <a:lnTo>
                  <a:pt x="276629" y="80524"/>
                </a:lnTo>
                <a:lnTo>
                  <a:pt x="266781" y="80524"/>
                </a:lnTo>
                <a:close/>
                <a:moveTo>
                  <a:pt x="342053" y="81587"/>
                </a:moveTo>
                <a:cubicBezTo>
                  <a:pt x="338790" y="81587"/>
                  <a:pt x="335714" y="81225"/>
                  <a:pt x="332825" y="80502"/>
                </a:cubicBezTo>
                <a:cubicBezTo>
                  <a:pt x="329935" y="79779"/>
                  <a:pt x="327390" y="78612"/>
                  <a:pt x="325189" y="77001"/>
                </a:cubicBezTo>
                <a:cubicBezTo>
                  <a:pt x="322987" y="75388"/>
                  <a:pt x="321267" y="73301"/>
                  <a:pt x="320029" y="70739"/>
                </a:cubicBezTo>
                <a:cubicBezTo>
                  <a:pt x="318791" y="68177"/>
                  <a:pt x="318172" y="65057"/>
                  <a:pt x="318172" y="61378"/>
                </a:cubicBezTo>
                <a:lnTo>
                  <a:pt x="327665" y="61378"/>
                </a:lnTo>
                <a:cubicBezTo>
                  <a:pt x="327665" y="66142"/>
                  <a:pt x="329061" y="69481"/>
                  <a:pt x="331852" y="71396"/>
                </a:cubicBezTo>
                <a:cubicBezTo>
                  <a:pt x="334643" y="73310"/>
                  <a:pt x="338122" y="74266"/>
                  <a:pt x="342289" y="74266"/>
                </a:cubicBezTo>
                <a:cubicBezTo>
                  <a:pt x="346023" y="74266"/>
                  <a:pt x="349100" y="73505"/>
                  <a:pt x="351517" y="71981"/>
                </a:cubicBezTo>
                <a:cubicBezTo>
                  <a:pt x="353935" y="70457"/>
                  <a:pt x="355144" y="67956"/>
                  <a:pt x="355144" y="64478"/>
                </a:cubicBezTo>
                <a:cubicBezTo>
                  <a:pt x="355144" y="61503"/>
                  <a:pt x="354053" y="59313"/>
                  <a:pt x="351871" y="57908"/>
                </a:cubicBezTo>
                <a:cubicBezTo>
                  <a:pt x="349689" y="56502"/>
                  <a:pt x="345827" y="55076"/>
                  <a:pt x="340284" y="53630"/>
                </a:cubicBezTo>
                <a:cubicBezTo>
                  <a:pt x="335803" y="52514"/>
                  <a:pt x="332048" y="51223"/>
                  <a:pt x="329021" y="49756"/>
                </a:cubicBezTo>
                <a:cubicBezTo>
                  <a:pt x="325995" y="48288"/>
                  <a:pt x="323715" y="46429"/>
                  <a:pt x="322181" y="44177"/>
                </a:cubicBezTo>
                <a:cubicBezTo>
                  <a:pt x="320648" y="41925"/>
                  <a:pt x="319882" y="39084"/>
                  <a:pt x="319882" y="35654"/>
                </a:cubicBezTo>
                <a:cubicBezTo>
                  <a:pt x="319882" y="33009"/>
                  <a:pt x="320422" y="30685"/>
                  <a:pt x="321503" y="28682"/>
                </a:cubicBezTo>
                <a:cubicBezTo>
                  <a:pt x="322584" y="26677"/>
                  <a:pt x="324098" y="25003"/>
                  <a:pt x="326044" y="23660"/>
                </a:cubicBezTo>
                <a:cubicBezTo>
                  <a:pt x="327990" y="22317"/>
                  <a:pt x="330270" y="21305"/>
                  <a:pt x="332884" y="20624"/>
                </a:cubicBezTo>
                <a:cubicBezTo>
                  <a:pt x="335498" y="19941"/>
                  <a:pt x="338338" y="19600"/>
                  <a:pt x="341404" y="19600"/>
                </a:cubicBezTo>
                <a:cubicBezTo>
                  <a:pt x="344431" y="19600"/>
                  <a:pt x="347272" y="19972"/>
                  <a:pt x="349925" y="20716"/>
                </a:cubicBezTo>
                <a:cubicBezTo>
                  <a:pt x="352579" y="21460"/>
                  <a:pt x="354927" y="22607"/>
                  <a:pt x="356972" y="24157"/>
                </a:cubicBezTo>
                <a:cubicBezTo>
                  <a:pt x="359016" y="25706"/>
                  <a:pt x="360618" y="27710"/>
                  <a:pt x="361777" y="30169"/>
                </a:cubicBezTo>
                <a:cubicBezTo>
                  <a:pt x="362937" y="32627"/>
                  <a:pt x="363517" y="35551"/>
                  <a:pt x="363517" y="38939"/>
                </a:cubicBezTo>
                <a:lnTo>
                  <a:pt x="353964" y="38939"/>
                </a:lnTo>
                <a:cubicBezTo>
                  <a:pt x="353964" y="34631"/>
                  <a:pt x="352755" y="31570"/>
                  <a:pt x="350338" y="29757"/>
                </a:cubicBezTo>
                <a:cubicBezTo>
                  <a:pt x="347920" y="27945"/>
                  <a:pt x="344942" y="27038"/>
                  <a:pt x="341404" y="27038"/>
                </a:cubicBezTo>
                <a:cubicBezTo>
                  <a:pt x="337866" y="27038"/>
                  <a:pt x="334997" y="27709"/>
                  <a:pt x="332795" y="29051"/>
                </a:cubicBezTo>
                <a:cubicBezTo>
                  <a:pt x="330594" y="30392"/>
                  <a:pt x="329493" y="32489"/>
                  <a:pt x="329493" y="35344"/>
                </a:cubicBezTo>
                <a:cubicBezTo>
                  <a:pt x="329493" y="36955"/>
                  <a:pt x="329985" y="38319"/>
                  <a:pt x="330967" y="39436"/>
                </a:cubicBezTo>
                <a:cubicBezTo>
                  <a:pt x="331950" y="40551"/>
                  <a:pt x="333601" y="41553"/>
                  <a:pt x="335921" y="42443"/>
                </a:cubicBezTo>
                <a:cubicBezTo>
                  <a:pt x="338240" y="43331"/>
                  <a:pt x="341345" y="44270"/>
                  <a:pt x="345237" y="45262"/>
                </a:cubicBezTo>
                <a:cubicBezTo>
                  <a:pt x="349561" y="46337"/>
                  <a:pt x="353168" y="47618"/>
                  <a:pt x="356058" y="49106"/>
                </a:cubicBezTo>
                <a:cubicBezTo>
                  <a:pt x="358947" y="50593"/>
                  <a:pt x="361129" y="52515"/>
                  <a:pt x="362603" y="54871"/>
                </a:cubicBezTo>
                <a:cubicBezTo>
                  <a:pt x="364077" y="57227"/>
                  <a:pt x="364814" y="60264"/>
                  <a:pt x="364814" y="63983"/>
                </a:cubicBezTo>
                <a:cubicBezTo>
                  <a:pt x="364814" y="67041"/>
                  <a:pt x="364244" y="69686"/>
                  <a:pt x="363104" y="71918"/>
                </a:cubicBezTo>
                <a:cubicBezTo>
                  <a:pt x="361964" y="74149"/>
                  <a:pt x="360362" y="75977"/>
                  <a:pt x="358298" y="77403"/>
                </a:cubicBezTo>
                <a:cubicBezTo>
                  <a:pt x="356234" y="78828"/>
                  <a:pt x="353817" y="79882"/>
                  <a:pt x="351045" y="80563"/>
                </a:cubicBezTo>
                <a:cubicBezTo>
                  <a:pt x="348274" y="81246"/>
                  <a:pt x="345277" y="81587"/>
                  <a:pt x="342053" y="81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85fac201a4d96"/>
          <a:stretch xmlns:a="http://schemas.openxmlformats.org/drawingml/2006/main"/>
        </p:blipFill>
        <p:spPr>
          <a:xfrm xmlns:a="http://schemas.openxmlformats.org/drawingml/2006/main">
            <a:off x="57655" y="4378704"/>
            <a:ext cx="422326" cy="484433"/>
          </a:xfrm>
          <a:prstGeom xmlns:a="http://schemas.openxmlformats.org/drawingml/2006/main" prst="rect">
            <a:avLst/>
          </a:prstGeom>
        </p:spPr>
      </p:pic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8B22A-D94C-4076-B84C-62DB20D6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966" y="3721595"/>
            <a:ext cx="777559" cy="617523"/>
          </a:xfrm>
          <a:custGeom xmlns:a="http://schemas.openxmlformats.org/drawingml/2006/main">
            <a:pathLst>
              <a:path w="777559" h="617523" fill="none">
                <a:moveTo>
                  <a:pt x="0" y="0"/>
                </a:moveTo>
                <a:lnTo>
                  <a:pt x="777559" y="0"/>
                </a:lnTo>
                <a:lnTo>
                  <a:pt x="777559" y="617523"/>
                </a:lnTo>
                <a:lnTo>
                  <a:pt x="0" y="617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45" name="Text Missing">
            <a:extLst xmlns:a="http://schemas.openxmlformats.org/drawingml/2006/main">
              <a:ext uri="{FF2B5EF4-FFF2-40B4-BE49-F238E27FC236}">
                <a16:creationId xmlns:a16="http://schemas.microsoft.com/office/drawing/2014/main" id="{71F3E2FE-ACD6-4C62-8793-D95FFEF4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178" y="3781014"/>
            <a:ext cx="489641" cy="149191"/>
          </a:xfrm>
          <a:custGeom xmlns:a="http://schemas.openxmlformats.org/drawingml/2006/main">
            <a:pathLst>
              <a:path w="489641" h="149191">
                <a:moveTo>
                  <a:pt x="131381" y="16297"/>
                </a:moveTo>
                <a:lnTo>
                  <a:pt x="131687" y="16261"/>
                </a:lnTo>
                <a:lnTo>
                  <a:pt x="131988" y="16216"/>
                </a:lnTo>
                <a:lnTo>
                  <a:pt x="132284" y="16164"/>
                </a:lnTo>
                <a:lnTo>
                  <a:pt x="132574" y="16104"/>
                </a:lnTo>
                <a:lnTo>
                  <a:pt x="132859" y="16035"/>
                </a:lnTo>
                <a:lnTo>
                  <a:pt x="133139" y="15959"/>
                </a:lnTo>
                <a:lnTo>
                  <a:pt x="133414" y="15874"/>
                </a:lnTo>
                <a:lnTo>
                  <a:pt x="133683" y="15781"/>
                </a:lnTo>
                <a:lnTo>
                  <a:pt x="133947" y="15681"/>
                </a:lnTo>
                <a:lnTo>
                  <a:pt x="134206" y="15572"/>
                </a:lnTo>
                <a:lnTo>
                  <a:pt x="134460" y="15455"/>
                </a:lnTo>
                <a:lnTo>
                  <a:pt x="134708" y="15330"/>
                </a:lnTo>
                <a:lnTo>
                  <a:pt x="134951" y="15198"/>
                </a:lnTo>
                <a:lnTo>
                  <a:pt x="135189" y="15057"/>
                </a:lnTo>
                <a:lnTo>
                  <a:pt x="135421" y="14908"/>
                </a:lnTo>
                <a:lnTo>
                  <a:pt x="135649" y="14751"/>
                </a:lnTo>
                <a:lnTo>
                  <a:pt x="135871" y="14586"/>
                </a:lnTo>
                <a:lnTo>
                  <a:pt x="136087" y="14412"/>
                </a:lnTo>
                <a:lnTo>
                  <a:pt x="136299" y="14231"/>
                </a:lnTo>
                <a:lnTo>
                  <a:pt x="136505" y="14042"/>
                </a:lnTo>
                <a:lnTo>
                  <a:pt x="136704" y="13847"/>
                </a:lnTo>
                <a:lnTo>
                  <a:pt x="136895" y="13647"/>
                </a:lnTo>
                <a:lnTo>
                  <a:pt x="137078" y="13443"/>
                </a:lnTo>
                <a:lnTo>
                  <a:pt x="137252" y="13235"/>
                </a:lnTo>
                <a:lnTo>
                  <a:pt x="137417" y="13023"/>
                </a:lnTo>
                <a:lnTo>
                  <a:pt x="137574" y="12806"/>
                </a:lnTo>
                <a:lnTo>
                  <a:pt x="137722" y="12585"/>
                </a:lnTo>
                <a:lnTo>
                  <a:pt x="137862" y="12360"/>
                </a:lnTo>
                <a:lnTo>
                  <a:pt x="137994" y="12131"/>
                </a:lnTo>
                <a:lnTo>
                  <a:pt x="138117" y="11897"/>
                </a:lnTo>
                <a:lnTo>
                  <a:pt x="138231" y="11659"/>
                </a:lnTo>
                <a:lnTo>
                  <a:pt x="138337" y="11417"/>
                </a:lnTo>
                <a:lnTo>
                  <a:pt x="138435" y="11171"/>
                </a:lnTo>
                <a:lnTo>
                  <a:pt x="138524" y="10920"/>
                </a:lnTo>
                <a:lnTo>
                  <a:pt x="138604" y="10665"/>
                </a:lnTo>
                <a:lnTo>
                  <a:pt x="138677" y="10406"/>
                </a:lnTo>
                <a:lnTo>
                  <a:pt x="138740" y="10143"/>
                </a:lnTo>
                <a:lnTo>
                  <a:pt x="138795" y="9875"/>
                </a:lnTo>
                <a:lnTo>
                  <a:pt x="138842" y="9603"/>
                </a:lnTo>
                <a:lnTo>
                  <a:pt x="138880" y="9327"/>
                </a:lnTo>
                <a:lnTo>
                  <a:pt x="138910" y="9047"/>
                </a:lnTo>
                <a:lnTo>
                  <a:pt x="138931" y="8762"/>
                </a:lnTo>
                <a:lnTo>
                  <a:pt x="138944" y="8474"/>
                </a:lnTo>
                <a:lnTo>
                  <a:pt x="138948" y="8181"/>
                </a:lnTo>
                <a:lnTo>
                  <a:pt x="138944" y="7888"/>
                </a:lnTo>
                <a:lnTo>
                  <a:pt x="138931" y="7599"/>
                </a:lnTo>
                <a:lnTo>
                  <a:pt x="138910" y="7314"/>
                </a:lnTo>
                <a:lnTo>
                  <a:pt x="138880" y="7034"/>
                </a:lnTo>
                <a:lnTo>
                  <a:pt x="138842" y="6758"/>
                </a:lnTo>
                <a:lnTo>
                  <a:pt x="138795" y="6486"/>
                </a:lnTo>
                <a:lnTo>
                  <a:pt x="138740" y="6218"/>
                </a:lnTo>
                <a:lnTo>
                  <a:pt x="138677" y="5955"/>
                </a:lnTo>
                <a:lnTo>
                  <a:pt x="138604" y="5696"/>
                </a:lnTo>
                <a:lnTo>
                  <a:pt x="138524" y="5441"/>
                </a:lnTo>
                <a:lnTo>
                  <a:pt x="138435" y="5191"/>
                </a:lnTo>
                <a:lnTo>
                  <a:pt x="138337" y="4944"/>
                </a:lnTo>
                <a:lnTo>
                  <a:pt x="138231" y="4702"/>
                </a:lnTo>
                <a:lnTo>
                  <a:pt x="138117" y="4464"/>
                </a:lnTo>
                <a:lnTo>
                  <a:pt x="137994" y="4231"/>
                </a:lnTo>
                <a:lnTo>
                  <a:pt x="137862" y="4001"/>
                </a:lnTo>
                <a:lnTo>
                  <a:pt x="137722" y="3776"/>
                </a:lnTo>
                <a:lnTo>
                  <a:pt x="137574" y="3555"/>
                </a:lnTo>
                <a:lnTo>
                  <a:pt x="137417" y="3339"/>
                </a:lnTo>
                <a:lnTo>
                  <a:pt x="137252" y="3126"/>
                </a:lnTo>
                <a:lnTo>
                  <a:pt x="137078" y="2918"/>
                </a:lnTo>
                <a:lnTo>
                  <a:pt x="136895" y="2714"/>
                </a:lnTo>
                <a:lnTo>
                  <a:pt x="136704" y="2515"/>
                </a:lnTo>
                <a:lnTo>
                  <a:pt x="136505" y="2319"/>
                </a:lnTo>
                <a:lnTo>
                  <a:pt x="136299" y="2130"/>
                </a:lnTo>
                <a:lnTo>
                  <a:pt x="136087" y="1949"/>
                </a:lnTo>
                <a:lnTo>
                  <a:pt x="135871" y="1776"/>
                </a:lnTo>
                <a:lnTo>
                  <a:pt x="135649" y="1611"/>
                </a:lnTo>
                <a:lnTo>
                  <a:pt x="135421" y="1454"/>
                </a:lnTo>
                <a:lnTo>
                  <a:pt x="135189" y="1305"/>
                </a:lnTo>
                <a:lnTo>
                  <a:pt x="134951" y="1164"/>
                </a:lnTo>
                <a:lnTo>
                  <a:pt x="134708" y="1031"/>
                </a:lnTo>
                <a:lnTo>
                  <a:pt x="134460" y="906"/>
                </a:lnTo>
                <a:lnTo>
                  <a:pt x="134206" y="789"/>
                </a:lnTo>
                <a:lnTo>
                  <a:pt x="133947" y="680"/>
                </a:lnTo>
                <a:lnTo>
                  <a:pt x="133683" y="580"/>
                </a:lnTo>
                <a:lnTo>
                  <a:pt x="133414" y="487"/>
                </a:lnTo>
                <a:lnTo>
                  <a:pt x="133139" y="403"/>
                </a:lnTo>
                <a:lnTo>
                  <a:pt x="132859" y="326"/>
                </a:lnTo>
                <a:lnTo>
                  <a:pt x="132574" y="258"/>
                </a:lnTo>
                <a:lnTo>
                  <a:pt x="132284" y="197"/>
                </a:lnTo>
                <a:lnTo>
                  <a:pt x="131988" y="145"/>
                </a:lnTo>
                <a:lnTo>
                  <a:pt x="131687" y="101"/>
                </a:lnTo>
                <a:lnTo>
                  <a:pt x="131381" y="64"/>
                </a:lnTo>
                <a:lnTo>
                  <a:pt x="131069" y="36"/>
                </a:lnTo>
                <a:lnTo>
                  <a:pt x="130752" y="16"/>
                </a:lnTo>
                <a:lnTo>
                  <a:pt x="130430" y="4"/>
                </a:lnTo>
                <a:lnTo>
                  <a:pt x="130103" y="0"/>
                </a:lnTo>
                <a:lnTo>
                  <a:pt x="129769" y="4"/>
                </a:lnTo>
                <a:lnTo>
                  <a:pt x="129441" y="16"/>
                </a:lnTo>
                <a:lnTo>
                  <a:pt x="129118" y="36"/>
                </a:lnTo>
                <a:lnTo>
                  <a:pt x="128802" y="64"/>
                </a:lnTo>
                <a:lnTo>
                  <a:pt x="128491" y="101"/>
                </a:lnTo>
                <a:lnTo>
                  <a:pt x="128187" y="145"/>
                </a:lnTo>
                <a:lnTo>
                  <a:pt x="127888" y="197"/>
                </a:lnTo>
                <a:lnTo>
                  <a:pt x="127595" y="258"/>
                </a:lnTo>
                <a:lnTo>
                  <a:pt x="127307" y="326"/>
                </a:lnTo>
                <a:lnTo>
                  <a:pt x="127026" y="403"/>
                </a:lnTo>
                <a:lnTo>
                  <a:pt x="126750" y="487"/>
                </a:lnTo>
                <a:lnTo>
                  <a:pt x="126481" y="580"/>
                </a:lnTo>
                <a:lnTo>
                  <a:pt x="126217" y="680"/>
                </a:lnTo>
                <a:lnTo>
                  <a:pt x="125959" y="789"/>
                </a:lnTo>
                <a:lnTo>
                  <a:pt x="125707" y="906"/>
                </a:lnTo>
                <a:lnTo>
                  <a:pt x="125461" y="1031"/>
                </a:lnTo>
                <a:lnTo>
                  <a:pt x="125220" y="1164"/>
                </a:lnTo>
                <a:lnTo>
                  <a:pt x="124986" y="1305"/>
                </a:lnTo>
                <a:lnTo>
                  <a:pt x="124757" y="1454"/>
                </a:lnTo>
                <a:lnTo>
                  <a:pt x="124534" y="1611"/>
                </a:lnTo>
                <a:lnTo>
                  <a:pt x="124317" y="1776"/>
                </a:lnTo>
                <a:lnTo>
                  <a:pt x="124106" y="1949"/>
                </a:lnTo>
                <a:lnTo>
                  <a:pt x="123900" y="2130"/>
                </a:lnTo>
                <a:lnTo>
                  <a:pt x="123701" y="2319"/>
                </a:lnTo>
                <a:lnTo>
                  <a:pt x="123509" y="2515"/>
                </a:lnTo>
                <a:lnTo>
                  <a:pt x="123324" y="2714"/>
                </a:lnTo>
                <a:lnTo>
                  <a:pt x="123148" y="2918"/>
                </a:lnTo>
                <a:lnTo>
                  <a:pt x="122980" y="3126"/>
                </a:lnTo>
                <a:lnTo>
                  <a:pt x="122821" y="3339"/>
                </a:lnTo>
                <a:lnTo>
                  <a:pt x="122669" y="3555"/>
                </a:lnTo>
                <a:lnTo>
                  <a:pt x="122526" y="3776"/>
                </a:lnTo>
                <a:lnTo>
                  <a:pt x="122391" y="4001"/>
                </a:lnTo>
                <a:lnTo>
                  <a:pt x="122264" y="4231"/>
                </a:lnTo>
                <a:lnTo>
                  <a:pt x="122145" y="4464"/>
                </a:lnTo>
                <a:lnTo>
                  <a:pt x="122034" y="4702"/>
                </a:lnTo>
                <a:lnTo>
                  <a:pt x="121932" y="4944"/>
                </a:lnTo>
                <a:lnTo>
                  <a:pt x="121838" y="5191"/>
                </a:lnTo>
                <a:lnTo>
                  <a:pt x="121752" y="5441"/>
                </a:lnTo>
                <a:lnTo>
                  <a:pt x="121674" y="5696"/>
                </a:lnTo>
                <a:lnTo>
                  <a:pt x="121604" y="5955"/>
                </a:lnTo>
                <a:lnTo>
                  <a:pt x="121543" y="6218"/>
                </a:lnTo>
                <a:lnTo>
                  <a:pt x="121490" y="6486"/>
                </a:lnTo>
                <a:lnTo>
                  <a:pt x="121445" y="6758"/>
                </a:lnTo>
                <a:lnTo>
                  <a:pt x="121408" y="7034"/>
                </a:lnTo>
                <a:lnTo>
                  <a:pt x="121379" y="7314"/>
                </a:lnTo>
                <a:lnTo>
                  <a:pt x="121359" y="7599"/>
                </a:lnTo>
                <a:lnTo>
                  <a:pt x="121346" y="7888"/>
                </a:lnTo>
                <a:lnTo>
                  <a:pt x="121342" y="8181"/>
                </a:lnTo>
                <a:lnTo>
                  <a:pt x="121346" y="8474"/>
                </a:lnTo>
                <a:lnTo>
                  <a:pt x="121359" y="8762"/>
                </a:lnTo>
                <a:lnTo>
                  <a:pt x="121379" y="9047"/>
                </a:lnTo>
                <a:lnTo>
                  <a:pt x="121408" y="9327"/>
                </a:lnTo>
                <a:lnTo>
                  <a:pt x="121445" y="9603"/>
                </a:lnTo>
                <a:lnTo>
                  <a:pt x="121490" y="9875"/>
                </a:lnTo>
                <a:lnTo>
                  <a:pt x="121543" y="10143"/>
                </a:lnTo>
                <a:lnTo>
                  <a:pt x="121604" y="10406"/>
                </a:lnTo>
                <a:lnTo>
                  <a:pt x="121674" y="10665"/>
                </a:lnTo>
                <a:lnTo>
                  <a:pt x="121752" y="10920"/>
                </a:lnTo>
                <a:lnTo>
                  <a:pt x="121838" y="11171"/>
                </a:lnTo>
                <a:lnTo>
                  <a:pt x="121932" y="11417"/>
                </a:lnTo>
                <a:lnTo>
                  <a:pt x="122034" y="11659"/>
                </a:lnTo>
                <a:lnTo>
                  <a:pt x="122145" y="11897"/>
                </a:lnTo>
                <a:lnTo>
                  <a:pt x="122264" y="12131"/>
                </a:lnTo>
                <a:lnTo>
                  <a:pt x="122391" y="12360"/>
                </a:lnTo>
                <a:lnTo>
                  <a:pt x="122526" y="12585"/>
                </a:lnTo>
                <a:lnTo>
                  <a:pt x="122669" y="12806"/>
                </a:lnTo>
                <a:lnTo>
                  <a:pt x="122821" y="13023"/>
                </a:lnTo>
                <a:lnTo>
                  <a:pt x="122980" y="13235"/>
                </a:lnTo>
                <a:lnTo>
                  <a:pt x="123148" y="13443"/>
                </a:lnTo>
                <a:lnTo>
                  <a:pt x="123324" y="13647"/>
                </a:lnTo>
                <a:lnTo>
                  <a:pt x="123509" y="13847"/>
                </a:lnTo>
                <a:lnTo>
                  <a:pt x="123701" y="14042"/>
                </a:lnTo>
                <a:lnTo>
                  <a:pt x="123900" y="14231"/>
                </a:lnTo>
                <a:lnTo>
                  <a:pt x="124106" y="14412"/>
                </a:lnTo>
                <a:lnTo>
                  <a:pt x="124317" y="14586"/>
                </a:lnTo>
                <a:lnTo>
                  <a:pt x="124534" y="14751"/>
                </a:lnTo>
                <a:lnTo>
                  <a:pt x="124757" y="14908"/>
                </a:lnTo>
                <a:lnTo>
                  <a:pt x="124986" y="15057"/>
                </a:lnTo>
                <a:lnTo>
                  <a:pt x="125220" y="15198"/>
                </a:lnTo>
                <a:lnTo>
                  <a:pt x="125461" y="15330"/>
                </a:lnTo>
                <a:lnTo>
                  <a:pt x="125707" y="15455"/>
                </a:lnTo>
                <a:lnTo>
                  <a:pt x="125959" y="15572"/>
                </a:lnTo>
                <a:lnTo>
                  <a:pt x="126217" y="15681"/>
                </a:lnTo>
                <a:lnTo>
                  <a:pt x="126481" y="15781"/>
                </a:lnTo>
                <a:lnTo>
                  <a:pt x="126750" y="15874"/>
                </a:lnTo>
                <a:lnTo>
                  <a:pt x="127026" y="15959"/>
                </a:lnTo>
                <a:lnTo>
                  <a:pt x="127307" y="16035"/>
                </a:lnTo>
                <a:lnTo>
                  <a:pt x="127595" y="16104"/>
                </a:lnTo>
                <a:lnTo>
                  <a:pt x="127888" y="16164"/>
                </a:lnTo>
                <a:lnTo>
                  <a:pt x="128187" y="16216"/>
                </a:lnTo>
                <a:lnTo>
                  <a:pt x="128491" y="16261"/>
                </a:lnTo>
                <a:lnTo>
                  <a:pt x="128802" y="16297"/>
                </a:lnTo>
                <a:lnTo>
                  <a:pt x="129118" y="16325"/>
                </a:lnTo>
                <a:lnTo>
                  <a:pt x="129441" y="16345"/>
                </a:lnTo>
                <a:lnTo>
                  <a:pt x="129769" y="16357"/>
                </a:lnTo>
                <a:lnTo>
                  <a:pt x="130103" y="16361"/>
                </a:lnTo>
                <a:lnTo>
                  <a:pt x="130430" y="16357"/>
                </a:lnTo>
                <a:lnTo>
                  <a:pt x="130752" y="16345"/>
                </a:lnTo>
                <a:lnTo>
                  <a:pt x="131069" y="16325"/>
                </a:lnTo>
                <a:lnTo>
                  <a:pt x="131381" y="16297"/>
                </a:lnTo>
                <a:close/>
                <a:moveTo>
                  <a:pt x="14573" y="117396"/>
                </a:moveTo>
                <a:lnTo>
                  <a:pt x="14573" y="25359"/>
                </a:lnTo>
                <a:lnTo>
                  <a:pt x="48352" y="81637"/>
                </a:lnTo>
                <a:lnTo>
                  <a:pt x="58292" y="81637"/>
                </a:lnTo>
                <a:lnTo>
                  <a:pt x="91566" y="25351"/>
                </a:lnTo>
                <a:lnTo>
                  <a:pt x="91566" y="117396"/>
                </a:lnTo>
                <a:lnTo>
                  <a:pt x="106561" y="117396"/>
                </a:lnTo>
                <a:lnTo>
                  <a:pt x="106561" y="3879"/>
                </a:lnTo>
                <a:lnTo>
                  <a:pt x="90303" y="3879"/>
                </a:lnTo>
                <a:lnTo>
                  <a:pt x="53834" y="65548"/>
                </a:lnTo>
                <a:lnTo>
                  <a:pt x="16511" y="3879"/>
                </a:lnTo>
                <a:lnTo>
                  <a:pt x="0" y="3879"/>
                </a:lnTo>
                <a:lnTo>
                  <a:pt x="0" y="117396"/>
                </a:lnTo>
                <a:lnTo>
                  <a:pt x="14573" y="117396"/>
                </a:lnTo>
                <a:close/>
                <a:moveTo>
                  <a:pt x="189013" y="118873"/>
                </a:moveTo>
                <a:lnTo>
                  <a:pt x="189574" y="118851"/>
                </a:lnTo>
                <a:lnTo>
                  <a:pt x="190131" y="118823"/>
                </a:lnTo>
                <a:lnTo>
                  <a:pt x="190685" y="118790"/>
                </a:lnTo>
                <a:lnTo>
                  <a:pt x="191235" y="118751"/>
                </a:lnTo>
                <a:lnTo>
                  <a:pt x="191782" y="118708"/>
                </a:lnTo>
                <a:lnTo>
                  <a:pt x="192326" y="118660"/>
                </a:lnTo>
                <a:lnTo>
                  <a:pt x="192866" y="118607"/>
                </a:lnTo>
                <a:lnTo>
                  <a:pt x="193403" y="118548"/>
                </a:lnTo>
                <a:lnTo>
                  <a:pt x="193937" y="118485"/>
                </a:lnTo>
                <a:lnTo>
                  <a:pt x="194467" y="118416"/>
                </a:lnTo>
                <a:lnTo>
                  <a:pt x="194994" y="118343"/>
                </a:lnTo>
                <a:lnTo>
                  <a:pt x="195517" y="118264"/>
                </a:lnTo>
                <a:lnTo>
                  <a:pt x="196037" y="118180"/>
                </a:lnTo>
                <a:lnTo>
                  <a:pt x="196554" y="118091"/>
                </a:lnTo>
                <a:lnTo>
                  <a:pt x="197067" y="117997"/>
                </a:lnTo>
                <a:lnTo>
                  <a:pt x="197577" y="117898"/>
                </a:lnTo>
                <a:lnTo>
                  <a:pt x="198084" y="117794"/>
                </a:lnTo>
                <a:lnTo>
                  <a:pt x="198587" y="117685"/>
                </a:lnTo>
                <a:lnTo>
                  <a:pt x="199087" y="117571"/>
                </a:lnTo>
                <a:lnTo>
                  <a:pt x="199584" y="117451"/>
                </a:lnTo>
                <a:lnTo>
                  <a:pt x="200076" y="117327"/>
                </a:lnTo>
                <a:lnTo>
                  <a:pt x="200563" y="117197"/>
                </a:lnTo>
                <a:lnTo>
                  <a:pt x="201045" y="117061"/>
                </a:lnTo>
                <a:lnTo>
                  <a:pt x="201521" y="116920"/>
                </a:lnTo>
                <a:lnTo>
                  <a:pt x="201993" y="116774"/>
                </a:lnTo>
                <a:lnTo>
                  <a:pt x="202459" y="116622"/>
                </a:lnTo>
                <a:lnTo>
                  <a:pt x="202919" y="116464"/>
                </a:lnTo>
                <a:lnTo>
                  <a:pt x="203375" y="116301"/>
                </a:lnTo>
                <a:lnTo>
                  <a:pt x="203825" y="116132"/>
                </a:lnTo>
                <a:lnTo>
                  <a:pt x="204270" y="115958"/>
                </a:lnTo>
                <a:lnTo>
                  <a:pt x="204709" y="115778"/>
                </a:lnTo>
                <a:lnTo>
                  <a:pt x="205144" y="115593"/>
                </a:lnTo>
                <a:lnTo>
                  <a:pt x="205573" y="115402"/>
                </a:lnTo>
                <a:lnTo>
                  <a:pt x="205996" y="115205"/>
                </a:lnTo>
                <a:lnTo>
                  <a:pt x="206415" y="115003"/>
                </a:lnTo>
                <a:lnTo>
                  <a:pt x="206828" y="114796"/>
                </a:lnTo>
                <a:lnTo>
                  <a:pt x="207236" y="114583"/>
                </a:lnTo>
                <a:lnTo>
                  <a:pt x="207639" y="114364"/>
                </a:lnTo>
                <a:lnTo>
                  <a:pt x="208037" y="114140"/>
                </a:lnTo>
                <a:lnTo>
                  <a:pt x="208429" y="113911"/>
                </a:lnTo>
                <a:lnTo>
                  <a:pt x="208816" y="113675"/>
                </a:lnTo>
                <a:lnTo>
                  <a:pt x="209198" y="113435"/>
                </a:lnTo>
                <a:lnTo>
                  <a:pt x="209574" y="113188"/>
                </a:lnTo>
                <a:lnTo>
                  <a:pt x="209945" y="112937"/>
                </a:lnTo>
                <a:lnTo>
                  <a:pt x="210310" y="112679"/>
                </a:lnTo>
                <a:lnTo>
                  <a:pt x="210668" y="112416"/>
                </a:lnTo>
                <a:lnTo>
                  <a:pt x="211020" y="112146"/>
                </a:lnTo>
                <a:lnTo>
                  <a:pt x="211364" y="111871"/>
                </a:lnTo>
                <a:lnTo>
                  <a:pt x="211702" y="111589"/>
                </a:lnTo>
                <a:lnTo>
                  <a:pt x="212033" y="111301"/>
                </a:lnTo>
                <a:lnTo>
                  <a:pt x="212357" y="111008"/>
                </a:lnTo>
                <a:lnTo>
                  <a:pt x="212673" y="110708"/>
                </a:lnTo>
                <a:lnTo>
                  <a:pt x="212984" y="110403"/>
                </a:lnTo>
                <a:lnTo>
                  <a:pt x="213287" y="110092"/>
                </a:lnTo>
                <a:lnTo>
                  <a:pt x="213583" y="109774"/>
                </a:lnTo>
                <a:lnTo>
                  <a:pt x="213873" y="109451"/>
                </a:lnTo>
                <a:lnTo>
                  <a:pt x="214155" y="109121"/>
                </a:lnTo>
                <a:lnTo>
                  <a:pt x="214431" y="108786"/>
                </a:lnTo>
                <a:lnTo>
                  <a:pt x="214700" y="108444"/>
                </a:lnTo>
                <a:lnTo>
                  <a:pt x="214962" y="108097"/>
                </a:lnTo>
                <a:lnTo>
                  <a:pt x="215217" y="107743"/>
                </a:lnTo>
                <a:lnTo>
                  <a:pt x="215465" y="107384"/>
                </a:lnTo>
                <a:lnTo>
                  <a:pt x="215707" y="107018"/>
                </a:lnTo>
                <a:lnTo>
                  <a:pt x="215941" y="106647"/>
                </a:lnTo>
                <a:lnTo>
                  <a:pt x="216169" y="106270"/>
                </a:lnTo>
                <a:lnTo>
                  <a:pt x="216390" y="105886"/>
                </a:lnTo>
                <a:lnTo>
                  <a:pt x="216603" y="105497"/>
                </a:lnTo>
                <a:lnTo>
                  <a:pt x="216810" y="105101"/>
                </a:lnTo>
                <a:lnTo>
                  <a:pt x="217010" y="104700"/>
                </a:lnTo>
                <a:lnTo>
                  <a:pt x="217201" y="104292"/>
                </a:lnTo>
                <a:lnTo>
                  <a:pt x="217383" y="103878"/>
                </a:lnTo>
                <a:lnTo>
                  <a:pt x="217557" y="103458"/>
                </a:lnTo>
                <a:lnTo>
                  <a:pt x="217722" y="103031"/>
                </a:lnTo>
                <a:lnTo>
                  <a:pt x="217879" y="102599"/>
                </a:lnTo>
                <a:lnTo>
                  <a:pt x="218028" y="102161"/>
                </a:lnTo>
                <a:lnTo>
                  <a:pt x="218168" y="101716"/>
                </a:lnTo>
                <a:lnTo>
                  <a:pt x="218299" y="101265"/>
                </a:lnTo>
                <a:lnTo>
                  <a:pt x="218422" y="100808"/>
                </a:lnTo>
                <a:lnTo>
                  <a:pt x="218537" y="100345"/>
                </a:lnTo>
                <a:lnTo>
                  <a:pt x="218643" y="99876"/>
                </a:lnTo>
                <a:lnTo>
                  <a:pt x="218740" y="99400"/>
                </a:lnTo>
                <a:lnTo>
                  <a:pt x="218829" y="98919"/>
                </a:lnTo>
                <a:lnTo>
                  <a:pt x="218910" y="98431"/>
                </a:lnTo>
                <a:lnTo>
                  <a:pt x="218982" y="97937"/>
                </a:lnTo>
                <a:lnTo>
                  <a:pt x="219046" y="97437"/>
                </a:lnTo>
                <a:lnTo>
                  <a:pt x="219101" y="96931"/>
                </a:lnTo>
                <a:lnTo>
                  <a:pt x="219147" y="96419"/>
                </a:lnTo>
                <a:lnTo>
                  <a:pt x="219186" y="95901"/>
                </a:lnTo>
                <a:lnTo>
                  <a:pt x="219215" y="95376"/>
                </a:lnTo>
                <a:lnTo>
                  <a:pt x="219236" y="94846"/>
                </a:lnTo>
                <a:lnTo>
                  <a:pt x="219249" y="94309"/>
                </a:lnTo>
                <a:lnTo>
                  <a:pt x="219253" y="93766"/>
                </a:lnTo>
                <a:lnTo>
                  <a:pt x="219248" y="93107"/>
                </a:lnTo>
                <a:lnTo>
                  <a:pt x="219231" y="92458"/>
                </a:lnTo>
                <a:lnTo>
                  <a:pt x="219204" y="91819"/>
                </a:lnTo>
                <a:lnTo>
                  <a:pt x="219166" y="91191"/>
                </a:lnTo>
                <a:lnTo>
                  <a:pt x="219116" y="90572"/>
                </a:lnTo>
                <a:lnTo>
                  <a:pt x="219056" y="89964"/>
                </a:lnTo>
                <a:lnTo>
                  <a:pt x="218985" y="89366"/>
                </a:lnTo>
                <a:lnTo>
                  <a:pt x="218902" y="88778"/>
                </a:lnTo>
                <a:lnTo>
                  <a:pt x="218809" y="88200"/>
                </a:lnTo>
                <a:lnTo>
                  <a:pt x="218705" y="87632"/>
                </a:lnTo>
                <a:lnTo>
                  <a:pt x="218590" y="87074"/>
                </a:lnTo>
                <a:lnTo>
                  <a:pt x="218464" y="86527"/>
                </a:lnTo>
                <a:lnTo>
                  <a:pt x="218327" y="85990"/>
                </a:lnTo>
                <a:lnTo>
                  <a:pt x="218178" y="85462"/>
                </a:lnTo>
                <a:lnTo>
                  <a:pt x="218019" y="84945"/>
                </a:lnTo>
                <a:lnTo>
                  <a:pt x="217849" y="84439"/>
                </a:lnTo>
                <a:lnTo>
                  <a:pt x="217668" y="83942"/>
                </a:lnTo>
                <a:lnTo>
                  <a:pt x="217476" y="83455"/>
                </a:lnTo>
                <a:lnTo>
                  <a:pt x="217274" y="82979"/>
                </a:lnTo>
                <a:lnTo>
                  <a:pt x="217060" y="82513"/>
                </a:lnTo>
                <a:lnTo>
                  <a:pt x="216835" y="82057"/>
                </a:lnTo>
                <a:lnTo>
                  <a:pt x="216599" y="81611"/>
                </a:lnTo>
                <a:lnTo>
                  <a:pt x="216352" y="81175"/>
                </a:lnTo>
                <a:lnTo>
                  <a:pt x="216094" y="80749"/>
                </a:lnTo>
                <a:lnTo>
                  <a:pt x="215826" y="80332"/>
                </a:lnTo>
                <a:lnTo>
                  <a:pt x="215547" y="79921"/>
                </a:lnTo>
                <a:lnTo>
                  <a:pt x="215257" y="79516"/>
                </a:lnTo>
                <a:lnTo>
                  <a:pt x="214957" y="79118"/>
                </a:lnTo>
                <a:lnTo>
                  <a:pt x="214647" y="78726"/>
                </a:lnTo>
                <a:lnTo>
                  <a:pt x="214325" y="78341"/>
                </a:lnTo>
                <a:lnTo>
                  <a:pt x="213994" y="77962"/>
                </a:lnTo>
                <a:lnTo>
                  <a:pt x="213652" y="77590"/>
                </a:lnTo>
                <a:lnTo>
                  <a:pt x="213299" y="77224"/>
                </a:lnTo>
                <a:lnTo>
                  <a:pt x="212936" y="76865"/>
                </a:lnTo>
                <a:lnTo>
                  <a:pt x="212562" y="76512"/>
                </a:lnTo>
                <a:lnTo>
                  <a:pt x="212177" y="76165"/>
                </a:lnTo>
                <a:lnTo>
                  <a:pt x="211783" y="75826"/>
                </a:lnTo>
                <a:lnTo>
                  <a:pt x="211377" y="75492"/>
                </a:lnTo>
                <a:lnTo>
                  <a:pt x="210961" y="75165"/>
                </a:lnTo>
                <a:lnTo>
                  <a:pt x="210535" y="74845"/>
                </a:lnTo>
                <a:lnTo>
                  <a:pt x="210098" y="74530"/>
                </a:lnTo>
                <a:lnTo>
                  <a:pt x="209650" y="74223"/>
                </a:lnTo>
                <a:lnTo>
                  <a:pt x="209192" y="73922"/>
                </a:lnTo>
                <a:lnTo>
                  <a:pt x="208724" y="73627"/>
                </a:lnTo>
                <a:lnTo>
                  <a:pt x="208245" y="73339"/>
                </a:lnTo>
                <a:lnTo>
                  <a:pt x="207755" y="73057"/>
                </a:lnTo>
                <a:lnTo>
                  <a:pt x="207255" y="72782"/>
                </a:lnTo>
                <a:lnTo>
                  <a:pt x="206744" y="72513"/>
                </a:lnTo>
                <a:lnTo>
                  <a:pt x="206223" y="72249"/>
                </a:lnTo>
                <a:lnTo>
                  <a:pt x="205691" y="71988"/>
                </a:lnTo>
                <a:lnTo>
                  <a:pt x="205148" y="71730"/>
                </a:lnTo>
                <a:lnTo>
                  <a:pt x="204595" y="71475"/>
                </a:lnTo>
                <a:lnTo>
                  <a:pt x="204031" y="71223"/>
                </a:lnTo>
                <a:lnTo>
                  <a:pt x="203456" y="70974"/>
                </a:lnTo>
                <a:lnTo>
                  <a:pt x="202871" y="70728"/>
                </a:lnTo>
                <a:lnTo>
                  <a:pt x="202275" y="70486"/>
                </a:lnTo>
                <a:lnTo>
                  <a:pt x="201668" y="70246"/>
                </a:lnTo>
                <a:lnTo>
                  <a:pt x="201051" y="70010"/>
                </a:lnTo>
                <a:lnTo>
                  <a:pt x="200423" y="69776"/>
                </a:lnTo>
                <a:lnTo>
                  <a:pt x="199784" y="69546"/>
                </a:lnTo>
                <a:lnTo>
                  <a:pt x="199135" y="69318"/>
                </a:lnTo>
                <a:lnTo>
                  <a:pt x="198474" y="69094"/>
                </a:lnTo>
                <a:lnTo>
                  <a:pt x="197804" y="68873"/>
                </a:lnTo>
                <a:lnTo>
                  <a:pt x="197122" y="68655"/>
                </a:lnTo>
                <a:lnTo>
                  <a:pt x="196430" y="68440"/>
                </a:lnTo>
                <a:lnTo>
                  <a:pt x="195727" y="68228"/>
                </a:lnTo>
                <a:lnTo>
                  <a:pt x="195014" y="68019"/>
                </a:lnTo>
                <a:lnTo>
                  <a:pt x="194290" y="67813"/>
                </a:lnTo>
                <a:lnTo>
                  <a:pt x="193555" y="67611"/>
                </a:lnTo>
                <a:lnTo>
                  <a:pt x="192809" y="67411"/>
                </a:lnTo>
                <a:lnTo>
                  <a:pt x="192053" y="67214"/>
                </a:lnTo>
                <a:lnTo>
                  <a:pt x="191286" y="67021"/>
                </a:lnTo>
                <a:lnTo>
                  <a:pt x="190597" y="66844"/>
                </a:lnTo>
                <a:lnTo>
                  <a:pt x="189920" y="66668"/>
                </a:lnTo>
                <a:lnTo>
                  <a:pt x="189254" y="66493"/>
                </a:lnTo>
                <a:lnTo>
                  <a:pt x="188600" y="66319"/>
                </a:lnTo>
                <a:lnTo>
                  <a:pt x="187958" y="66145"/>
                </a:lnTo>
                <a:lnTo>
                  <a:pt x="187327" y="65973"/>
                </a:lnTo>
                <a:lnTo>
                  <a:pt x="186708" y="65801"/>
                </a:lnTo>
                <a:lnTo>
                  <a:pt x="186101" y="65629"/>
                </a:lnTo>
                <a:lnTo>
                  <a:pt x="185506" y="65459"/>
                </a:lnTo>
                <a:lnTo>
                  <a:pt x="184922" y="65289"/>
                </a:lnTo>
                <a:lnTo>
                  <a:pt x="184350" y="65120"/>
                </a:lnTo>
                <a:lnTo>
                  <a:pt x="183789" y="64952"/>
                </a:lnTo>
                <a:lnTo>
                  <a:pt x="183241" y="64785"/>
                </a:lnTo>
                <a:lnTo>
                  <a:pt x="182704" y="64618"/>
                </a:lnTo>
                <a:lnTo>
                  <a:pt x="182178" y="64452"/>
                </a:lnTo>
                <a:lnTo>
                  <a:pt x="181665" y="64287"/>
                </a:lnTo>
                <a:lnTo>
                  <a:pt x="181163" y="64123"/>
                </a:lnTo>
                <a:lnTo>
                  <a:pt x="180673" y="63959"/>
                </a:lnTo>
                <a:lnTo>
                  <a:pt x="180194" y="63796"/>
                </a:lnTo>
                <a:lnTo>
                  <a:pt x="179727" y="63634"/>
                </a:lnTo>
                <a:lnTo>
                  <a:pt x="179272" y="63473"/>
                </a:lnTo>
                <a:lnTo>
                  <a:pt x="178829" y="63313"/>
                </a:lnTo>
                <a:lnTo>
                  <a:pt x="178397" y="63153"/>
                </a:lnTo>
                <a:lnTo>
                  <a:pt x="177977" y="62994"/>
                </a:lnTo>
                <a:lnTo>
                  <a:pt x="177568" y="62834"/>
                </a:lnTo>
                <a:lnTo>
                  <a:pt x="177168" y="62673"/>
                </a:lnTo>
                <a:lnTo>
                  <a:pt x="176779" y="62510"/>
                </a:lnTo>
                <a:lnTo>
                  <a:pt x="176400" y="62345"/>
                </a:lnTo>
                <a:lnTo>
                  <a:pt x="176030" y="62179"/>
                </a:lnTo>
                <a:lnTo>
                  <a:pt x="175671" y="62011"/>
                </a:lnTo>
                <a:lnTo>
                  <a:pt x="175321" y="61841"/>
                </a:lnTo>
                <a:lnTo>
                  <a:pt x="174982" y="61670"/>
                </a:lnTo>
                <a:lnTo>
                  <a:pt x="174652" y="61497"/>
                </a:lnTo>
                <a:lnTo>
                  <a:pt x="174332" y="61322"/>
                </a:lnTo>
                <a:lnTo>
                  <a:pt x="174023" y="61145"/>
                </a:lnTo>
                <a:lnTo>
                  <a:pt x="173723" y="60967"/>
                </a:lnTo>
                <a:lnTo>
                  <a:pt x="173433" y="60787"/>
                </a:lnTo>
                <a:lnTo>
                  <a:pt x="173153" y="60606"/>
                </a:lnTo>
                <a:lnTo>
                  <a:pt x="172883" y="60423"/>
                </a:lnTo>
                <a:lnTo>
                  <a:pt x="172623" y="60238"/>
                </a:lnTo>
                <a:lnTo>
                  <a:pt x="172373" y="60051"/>
                </a:lnTo>
                <a:lnTo>
                  <a:pt x="172133" y="59863"/>
                </a:lnTo>
                <a:lnTo>
                  <a:pt x="171903" y="59673"/>
                </a:lnTo>
                <a:lnTo>
                  <a:pt x="171683" y="59481"/>
                </a:lnTo>
                <a:lnTo>
                  <a:pt x="171472" y="59288"/>
                </a:lnTo>
                <a:lnTo>
                  <a:pt x="171272" y="59093"/>
                </a:lnTo>
                <a:lnTo>
                  <a:pt x="171081" y="58896"/>
                </a:lnTo>
                <a:lnTo>
                  <a:pt x="170901" y="58698"/>
                </a:lnTo>
                <a:lnTo>
                  <a:pt x="170729" y="58497"/>
                </a:lnTo>
                <a:lnTo>
                  <a:pt x="170565" y="58292"/>
                </a:lnTo>
                <a:lnTo>
                  <a:pt x="170407" y="58083"/>
                </a:lnTo>
                <a:lnTo>
                  <a:pt x="170257" y="57871"/>
                </a:lnTo>
                <a:lnTo>
                  <a:pt x="170115" y="57655"/>
                </a:lnTo>
                <a:lnTo>
                  <a:pt x="169980" y="57435"/>
                </a:lnTo>
                <a:lnTo>
                  <a:pt x="169852" y="57212"/>
                </a:lnTo>
                <a:lnTo>
                  <a:pt x="169731" y="56985"/>
                </a:lnTo>
                <a:lnTo>
                  <a:pt x="169618" y="56754"/>
                </a:lnTo>
                <a:lnTo>
                  <a:pt x="169512" y="56520"/>
                </a:lnTo>
                <a:lnTo>
                  <a:pt x="169413" y="56282"/>
                </a:lnTo>
                <a:lnTo>
                  <a:pt x="169322" y="56040"/>
                </a:lnTo>
                <a:lnTo>
                  <a:pt x="169237" y="55795"/>
                </a:lnTo>
                <a:lnTo>
                  <a:pt x="169161" y="55546"/>
                </a:lnTo>
                <a:lnTo>
                  <a:pt x="169091" y="55293"/>
                </a:lnTo>
                <a:lnTo>
                  <a:pt x="169029" y="55036"/>
                </a:lnTo>
                <a:lnTo>
                  <a:pt x="168974" y="54776"/>
                </a:lnTo>
                <a:lnTo>
                  <a:pt x="168927" y="54512"/>
                </a:lnTo>
                <a:lnTo>
                  <a:pt x="168886" y="54245"/>
                </a:lnTo>
                <a:lnTo>
                  <a:pt x="168854" y="53974"/>
                </a:lnTo>
                <a:lnTo>
                  <a:pt x="168828" y="53699"/>
                </a:lnTo>
                <a:lnTo>
                  <a:pt x="168810" y="53420"/>
                </a:lnTo>
                <a:lnTo>
                  <a:pt x="168799" y="53138"/>
                </a:lnTo>
                <a:lnTo>
                  <a:pt x="168795" y="52852"/>
                </a:lnTo>
                <a:lnTo>
                  <a:pt x="168803" y="52348"/>
                </a:lnTo>
                <a:lnTo>
                  <a:pt x="168828" y="51855"/>
                </a:lnTo>
                <a:lnTo>
                  <a:pt x="168869" y="51374"/>
                </a:lnTo>
                <a:lnTo>
                  <a:pt x="168926" y="50904"/>
                </a:lnTo>
                <a:lnTo>
                  <a:pt x="169000" y="50444"/>
                </a:lnTo>
                <a:lnTo>
                  <a:pt x="169090" y="49997"/>
                </a:lnTo>
                <a:lnTo>
                  <a:pt x="169196" y="49560"/>
                </a:lnTo>
                <a:lnTo>
                  <a:pt x="169319" y="49135"/>
                </a:lnTo>
                <a:lnTo>
                  <a:pt x="169458" y="48721"/>
                </a:lnTo>
                <a:lnTo>
                  <a:pt x="169614" y="48318"/>
                </a:lnTo>
                <a:lnTo>
                  <a:pt x="169786" y="47927"/>
                </a:lnTo>
                <a:lnTo>
                  <a:pt x="169974" y="47546"/>
                </a:lnTo>
                <a:lnTo>
                  <a:pt x="170179" y="47178"/>
                </a:lnTo>
                <a:lnTo>
                  <a:pt x="170400" y="46820"/>
                </a:lnTo>
                <a:lnTo>
                  <a:pt x="170638" y="46473"/>
                </a:lnTo>
                <a:lnTo>
                  <a:pt x="170892" y="46138"/>
                </a:lnTo>
                <a:lnTo>
                  <a:pt x="171162" y="45814"/>
                </a:lnTo>
                <a:lnTo>
                  <a:pt x="171449" y="45502"/>
                </a:lnTo>
                <a:lnTo>
                  <a:pt x="171752" y="45200"/>
                </a:lnTo>
                <a:lnTo>
                  <a:pt x="172071" y="44910"/>
                </a:lnTo>
                <a:lnTo>
                  <a:pt x="172407" y="44632"/>
                </a:lnTo>
                <a:lnTo>
                  <a:pt x="172759" y="44364"/>
                </a:lnTo>
                <a:lnTo>
                  <a:pt x="173127" y="44108"/>
                </a:lnTo>
                <a:lnTo>
                  <a:pt x="173512" y="43863"/>
                </a:lnTo>
                <a:lnTo>
                  <a:pt x="173910" y="43628"/>
                </a:lnTo>
                <a:lnTo>
                  <a:pt x="174318" y="43403"/>
                </a:lnTo>
                <a:lnTo>
                  <a:pt x="174736" y="43189"/>
                </a:lnTo>
                <a:lnTo>
                  <a:pt x="175164" y="42984"/>
                </a:lnTo>
                <a:lnTo>
                  <a:pt x="175602" y="42789"/>
                </a:lnTo>
                <a:lnTo>
                  <a:pt x="176050" y="42605"/>
                </a:lnTo>
                <a:lnTo>
                  <a:pt x="176508" y="42430"/>
                </a:lnTo>
                <a:lnTo>
                  <a:pt x="176975" y="42265"/>
                </a:lnTo>
                <a:lnTo>
                  <a:pt x="177453" y="42111"/>
                </a:lnTo>
                <a:lnTo>
                  <a:pt x="177941" y="41966"/>
                </a:lnTo>
                <a:lnTo>
                  <a:pt x="178438" y="41831"/>
                </a:lnTo>
                <a:lnTo>
                  <a:pt x="178946" y="41706"/>
                </a:lnTo>
                <a:lnTo>
                  <a:pt x="179463" y="41591"/>
                </a:lnTo>
                <a:lnTo>
                  <a:pt x="179990" y="41487"/>
                </a:lnTo>
                <a:lnTo>
                  <a:pt x="180528" y="41392"/>
                </a:lnTo>
                <a:lnTo>
                  <a:pt x="181075" y="41307"/>
                </a:lnTo>
                <a:lnTo>
                  <a:pt x="181632" y="41232"/>
                </a:lnTo>
                <a:lnTo>
                  <a:pt x="182199" y="41167"/>
                </a:lnTo>
                <a:lnTo>
                  <a:pt x="182776" y="41112"/>
                </a:lnTo>
                <a:lnTo>
                  <a:pt x="183363" y="41067"/>
                </a:lnTo>
                <a:lnTo>
                  <a:pt x="183960" y="41032"/>
                </a:lnTo>
                <a:lnTo>
                  <a:pt x="184567" y="41007"/>
                </a:lnTo>
                <a:lnTo>
                  <a:pt x="185184" y="40992"/>
                </a:lnTo>
                <a:lnTo>
                  <a:pt x="185811" y="40987"/>
                </a:lnTo>
                <a:lnTo>
                  <a:pt x="186439" y="40994"/>
                </a:lnTo>
                <a:lnTo>
                  <a:pt x="187058" y="41014"/>
                </a:lnTo>
                <a:lnTo>
                  <a:pt x="187669" y="41048"/>
                </a:lnTo>
                <a:lnTo>
                  <a:pt x="188271" y="41095"/>
                </a:lnTo>
                <a:lnTo>
                  <a:pt x="188866" y="41156"/>
                </a:lnTo>
                <a:lnTo>
                  <a:pt x="189452" y="41230"/>
                </a:lnTo>
                <a:lnTo>
                  <a:pt x="190029" y="41318"/>
                </a:lnTo>
                <a:lnTo>
                  <a:pt x="190599" y="41419"/>
                </a:lnTo>
                <a:lnTo>
                  <a:pt x="191159" y="41534"/>
                </a:lnTo>
                <a:lnTo>
                  <a:pt x="191712" y="41662"/>
                </a:lnTo>
                <a:lnTo>
                  <a:pt x="192256" y="41803"/>
                </a:lnTo>
                <a:lnTo>
                  <a:pt x="192792" y="41959"/>
                </a:lnTo>
                <a:lnTo>
                  <a:pt x="193320" y="42127"/>
                </a:lnTo>
                <a:lnTo>
                  <a:pt x="193839" y="42309"/>
                </a:lnTo>
                <a:lnTo>
                  <a:pt x="194350" y="42505"/>
                </a:lnTo>
                <a:lnTo>
                  <a:pt x="194853" y="42714"/>
                </a:lnTo>
                <a:lnTo>
                  <a:pt x="195347" y="42936"/>
                </a:lnTo>
                <a:lnTo>
                  <a:pt x="195833" y="43173"/>
                </a:lnTo>
                <a:lnTo>
                  <a:pt x="196310" y="43422"/>
                </a:lnTo>
                <a:lnTo>
                  <a:pt x="196779" y="43685"/>
                </a:lnTo>
                <a:lnTo>
                  <a:pt x="197240" y="43962"/>
                </a:lnTo>
                <a:lnTo>
                  <a:pt x="197693" y="44252"/>
                </a:lnTo>
                <a:lnTo>
                  <a:pt x="198137" y="44555"/>
                </a:lnTo>
                <a:lnTo>
                  <a:pt x="198573" y="44872"/>
                </a:lnTo>
                <a:lnTo>
                  <a:pt x="198996" y="45205"/>
                </a:lnTo>
                <a:lnTo>
                  <a:pt x="199401" y="45557"/>
                </a:lnTo>
                <a:lnTo>
                  <a:pt x="199787" y="45927"/>
                </a:lnTo>
                <a:lnTo>
                  <a:pt x="200156" y="46316"/>
                </a:lnTo>
                <a:lnTo>
                  <a:pt x="200507" y="46723"/>
                </a:lnTo>
                <a:lnTo>
                  <a:pt x="200840" y="47149"/>
                </a:lnTo>
                <a:lnTo>
                  <a:pt x="201154" y="47593"/>
                </a:lnTo>
                <a:lnTo>
                  <a:pt x="201451" y="48056"/>
                </a:lnTo>
                <a:lnTo>
                  <a:pt x="201730" y="48538"/>
                </a:lnTo>
                <a:lnTo>
                  <a:pt x="201991" y="49038"/>
                </a:lnTo>
                <a:lnTo>
                  <a:pt x="202234" y="49556"/>
                </a:lnTo>
                <a:lnTo>
                  <a:pt x="202459" y="50094"/>
                </a:lnTo>
                <a:lnTo>
                  <a:pt x="202665" y="50650"/>
                </a:lnTo>
                <a:lnTo>
                  <a:pt x="202854" y="51224"/>
                </a:lnTo>
                <a:lnTo>
                  <a:pt x="203025" y="51817"/>
                </a:lnTo>
                <a:lnTo>
                  <a:pt x="203178" y="52428"/>
                </a:lnTo>
                <a:lnTo>
                  <a:pt x="203313" y="53058"/>
                </a:lnTo>
                <a:lnTo>
                  <a:pt x="203430" y="53707"/>
                </a:lnTo>
                <a:lnTo>
                  <a:pt x="203529" y="54374"/>
                </a:lnTo>
                <a:lnTo>
                  <a:pt x="203610" y="55060"/>
                </a:lnTo>
                <a:lnTo>
                  <a:pt x="203673" y="55765"/>
                </a:lnTo>
                <a:lnTo>
                  <a:pt x="203718" y="56487"/>
                </a:lnTo>
                <a:lnTo>
                  <a:pt x="203745" y="57229"/>
                </a:lnTo>
                <a:lnTo>
                  <a:pt x="203754" y="57989"/>
                </a:lnTo>
                <a:lnTo>
                  <a:pt x="217400" y="57989"/>
                </a:lnTo>
                <a:lnTo>
                  <a:pt x="217396" y="57387"/>
                </a:lnTo>
                <a:lnTo>
                  <a:pt x="217383" y="56793"/>
                </a:lnTo>
                <a:lnTo>
                  <a:pt x="217361" y="56205"/>
                </a:lnTo>
                <a:lnTo>
                  <a:pt x="217331" y="55624"/>
                </a:lnTo>
                <a:lnTo>
                  <a:pt x="217292" y="55050"/>
                </a:lnTo>
                <a:lnTo>
                  <a:pt x="217245" y="54483"/>
                </a:lnTo>
                <a:lnTo>
                  <a:pt x="217189" y="53923"/>
                </a:lnTo>
                <a:lnTo>
                  <a:pt x="217124" y="53370"/>
                </a:lnTo>
                <a:lnTo>
                  <a:pt x="217051" y="52824"/>
                </a:lnTo>
                <a:lnTo>
                  <a:pt x="216969" y="52284"/>
                </a:lnTo>
                <a:lnTo>
                  <a:pt x="216878" y="51752"/>
                </a:lnTo>
                <a:lnTo>
                  <a:pt x="216779" y="51226"/>
                </a:lnTo>
                <a:lnTo>
                  <a:pt x="216671" y="50708"/>
                </a:lnTo>
                <a:lnTo>
                  <a:pt x="216555" y="50196"/>
                </a:lnTo>
                <a:lnTo>
                  <a:pt x="216429" y="49691"/>
                </a:lnTo>
                <a:lnTo>
                  <a:pt x="216296" y="49193"/>
                </a:lnTo>
                <a:lnTo>
                  <a:pt x="216153" y="48703"/>
                </a:lnTo>
                <a:lnTo>
                  <a:pt x="216002" y="48219"/>
                </a:lnTo>
                <a:lnTo>
                  <a:pt x="215843" y="47741"/>
                </a:lnTo>
                <a:lnTo>
                  <a:pt x="215674" y="47271"/>
                </a:lnTo>
                <a:lnTo>
                  <a:pt x="215498" y="46808"/>
                </a:lnTo>
                <a:lnTo>
                  <a:pt x="215312" y="46352"/>
                </a:lnTo>
                <a:lnTo>
                  <a:pt x="215118" y="45902"/>
                </a:lnTo>
                <a:lnTo>
                  <a:pt x="214915" y="45460"/>
                </a:lnTo>
                <a:lnTo>
                  <a:pt x="214705" y="45024"/>
                </a:lnTo>
                <a:lnTo>
                  <a:pt x="214488" y="44595"/>
                </a:lnTo>
                <a:lnTo>
                  <a:pt x="214264" y="44173"/>
                </a:lnTo>
                <a:lnTo>
                  <a:pt x="214034" y="43758"/>
                </a:lnTo>
                <a:lnTo>
                  <a:pt x="213797" y="43349"/>
                </a:lnTo>
                <a:lnTo>
                  <a:pt x="213554" y="42947"/>
                </a:lnTo>
                <a:lnTo>
                  <a:pt x="213304" y="42552"/>
                </a:lnTo>
                <a:lnTo>
                  <a:pt x="213048" y="42164"/>
                </a:lnTo>
                <a:lnTo>
                  <a:pt x="212785" y="41782"/>
                </a:lnTo>
                <a:lnTo>
                  <a:pt x="212515" y="41408"/>
                </a:lnTo>
                <a:lnTo>
                  <a:pt x="212239" y="41040"/>
                </a:lnTo>
                <a:lnTo>
                  <a:pt x="211956" y="40678"/>
                </a:lnTo>
                <a:lnTo>
                  <a:pt x="211667" y="40324"/>
                </a:lnTo>
                <a:lnTo>
                  <a:pt x="211371" y="39976"/>
                </a:lnTo>
                <a:lnTo>
                  <a:pt x="211069" y="39635"/>
                </a:lnTo>
                <a:lnTo>
                  <a:pt x="210759" y="39301"/>
                </a:lnTo>
                <a:lnTo>
                  <a:pt x="210444" y="38973"/>
                </a:lnTo>
                <a:lnTo>
                  <a:pt x="210121" y="38653"/>
                </a:lnTo>
                <a:lnTo>
                  <a:pt x="209793" y="38339"/>
                </a:lnTo>
                <a:lnTo>
                  <a:pt x="209457" y="38032"/>
                </a:lnTo>
                <a:lnTo>
                  <a:pt x="209115" y="37731"/>
                </a:lnTo>
                <a:lnTo>
                  <a:pt x="208767" y="37438"/>
                </a:lnTo>
                <a:lnTo>
                  <a:pt x="208412" y="37151"/>
                </a:lnTo>
                <a:lnTo>
                  <a:pt x="208050" y="36871"/>
                </a:lnTo>
                <a:lnTo>
                  <a:pt x="207682" y="36597"/>
                </a:lnTo>
                <a:lnTo>
                  <a:pt x="207311" y="36329"/>
                </a:lnTo>
                <a:lnTo>
                  <a:pt x="206934" y="36068"/>
                </a:lnTo>
                <a:lnTo>
                  <a:pt x="206553" y="35812"/>
                </a:lnTo>
                <a:lnTo>
                  <a:pt x="206168" y="35562"/>
                </a:lnTo>
                <a:lnTo>
                  <a:pt x="205778" y="35318"/>
                </a:lnTo>
                <a:lnTo>
                  <a:pt x="205383" y="35080"/>
                </a:lnTo>
                <a:lnTo>
                  <a:pt x="204984" y="34849"/>
                </a:lnTo>
                <a:lnTo>
                  <a:pt x="204581" y="34623"/>
                </a:lnTo>
                <a:lnTo>
                  <a:pt x="204173" y="34403"/>
                </a:lnTo>
                <a:lnTo>
                  <a:pt x="203760" y="34189"/>
                </a:lnTo>
                <a:lnTo>
                  <a:pt x="203343" y="33982"/>
                </a:lnTo>
                <a:lnTo>
                  <a:pt x="202921" y="33780"/>
                </a:lnTo>
                <a:lnTo>
                  <a:pt x="202495" y="33584"/>
                </a:lnTo>
                <a:lnTo>
                  <a:pt x="202064" y="33394"/>
                </a:lnTo>
                <a:lnTo>
                  <a:pt x="201629" y="33210"/>
                </a:lnTo>
                <a:lnTo>
                  <a:pt x="201189" y="33032"/>
                </a:lnTo>
                <a:lnTo>
                  <a:pt x="200745" y="32861"/>
                </a:lnTo>
                <a:lnTo>
                  <a:pt x="200296" y="32695"/>
                </a:lnTo>
                <a:lnTo>
                  <a:pt x="199842" y="32535"/>
                </a:lnTo>
                <a:lnTo>
                  <a:pt x="199384" y="32381"/>
                </a:lnTo>
                <a:lnTo>
                  <a:pt x="198922" y="32233"/>
                </a:lnTo>
                <a:lnTo>
                  <a:pt x="198455" y="32091"/>
                </a:lnTo>
                <a:lnTo>
                  <a:pt x="197983" y="31955"/>
                </a:lnTo>
                <a:lnTo>
                  <a:pt x="197508" y="31825"/>
                </a:lnTo>
                <a:lnTo>
                  <a:pt x="197030" y="31701"/>
                </a:lnTo>
                <a:lnTo>
                  <a:pt x="196549" y="31582"/>
                </a:lnTo>
                <a:lnTo>
                  <a:pt x="196066" y="31468"/>
                </a:lnTo>
                <a:lnTo>
                  <a:pt x="195579" y="31360"/>
                </a:lnTo>
                <a:lnTo>
                  <a:pt x="195090" y="31258"/>
                </a:lnTo>
                <a:lnTo>
                  <a:pt x="194598" y="31161"/>
                </a:lnTo>
                <a:lnTo>
                  <a:pt x="194104" y="31070"/>
                </a:lnTo>
                <a:lnTo>
                  <a:pt x="193606" y="30984"/>
                </a:lnTo>
                <a:lnTo>
                  <a:pt x="193106" y="30904"/>
                </a:lnTo>
                <a:lnTo>
                  <a:pt x="192603" y="30829"/>
                </a:lnTo>
                <a:lnTo>
                  <a:pt x="192097" y="30760"/>
                </a:lnTo>
                <a:lnTo>
                  <a:pt x="191589" y="30696"/>
                </a:lnTo>
                <a:lnTo>
                  <a:pt x="191077" y="30638"/>
                </a:lnTo>
                <a:lnTo>
                  <a:pt x="190563" y="30585"/>
                </a:lnTo>
                <a:lnTo>
                  <a:pt x="190046" y="30538"/>
                </a:lnTo>
                <a:lnTo>
                  <a:pt x="189527" y="30497"/>
                </a:lnTo>
                <a:lnTo>
                  <a:pt x="189004" y="30461"/>
                </a:lnTo>
                <a:lnTo>
                  <a:pt x="188479" y="30430"/>
                </a:lnTo>
                <a:lnTo>
                  <a:pt x="187951" y="30405"/>
                </a:lnTo>
                <a:lnTo>
                  <a:pt x="187420" y="30386"/>
                </a:lnTo>
                <a:lnTo>
                  <a:pt x="186887" y="30372"/>
                </a:lnTo>
                <a:lnTo>
                  <a:pt x="186350" y="30364"/>
                </a:lnTo>
                <a:lnTo>
                  <a:pt x="185811" y="30361"/>
                </a:lnTo>
                <a:lnTo>
                  <a:pt x="185265" y="30364"/>
                </a:lnTo>
                <a:lnTo>
                  <a:pt x="184723" y="30371"/>
                </a:lnTo>
                <a:lnTo>
                  <a:pt x="184184" y="30384"/>
                </a:lnTo>
                <a:lnTo>
                  <a:pt x="183648" y="30402"/>
                </a:lnTo>
                <a:lnTo>
                  <a:pt x="183115" y="30425"/>
                </a:lnTo>
                <a:lnTo>
                  <a:pt x="182586" y="30452"/>
                </a:lnTo>
                <a:lnTo>
                  <a:pt x="182061" y="30485"/>
                </a:lnTo>
                <a:lnTo>
                  <a:pt x="181538" y="30524"/>
                </a:lnTo>
                <a:lnTo>
                  <a:pt x="181019" y="30567"/>
                </a:lnTo>
                <a:lnTo>
                  <a:pt x="180504" y="30615"/>
                </a:lnTo>
                <a:lnTo>
                  <a:pt x="179992" y="30668"/>
                </a:lnTo>
                <a:lnTo>
                  <a:pt x="179483" y="30727"/>
                </a:lnTo>
                <a:lnTo>
                  <a:pt x="178977" y="30790"/>
                </a:lnTo>
                <a:lnTo>
                  <a:pt x="178475" y="30859"/>
                </a:lnTo>
                <a:lnTo>
                  <a:pt x="177976" y="30932"/>
                </a:lnTo>
                <a:lnTo>
                  <a:pt x="177481" y="31011"/>
                </a:lnTo>
                <a:lnTo>
                  <a:pt x="176989" y="31095"/>
                </a:lnTo>
                <a:lnTo>
                  <a:pt x="176500" y="31184"/>
                </a:lnTo>
                <a:lnTo>
                  <a:pt x="176015" y="31278"/>
                </a:lnTo>
                <a:lnTo>
                  <a:pt x="175533" y="31377"/>
                </a:lnTo>
                <a:lnTo>
                  <a:pt x="175054" y="31481"/>
                </a:lnTo>
                <a:lnTo>
                  <a:pt x="174579" y="31590"/>
                </a:lnTo>
                <a:lnTo>
                  <a:pt x="174107" y="31704"/>
                </a:lnTo>
                <a:lnTo>
                  <a:pt x="173639" y="31824"/>
                </a:lnTo>
                <a:lnTo>
                  <a:pt x="173174" y="31948"/>
                </a:lnTo>
                <a:lnTo>
                  <a:pt x="172715" y="32077"/>
                </a:lnTo>
                <a:lnTo>
                  <a:pt x="172261" y="32211"/>
                </a:lnTo>
                <a:lnTo>
                  <a:pt x="171811" y="32350"/>
                </a:lnTo>
                <a:lnTo>
                  <a:pt x="171367" y="32494"/>
                </a:lnTo>
                <a:lnTo>
                  <a:pt x="170927" y="32642"/>
                </a:lnTo>
                <a:lnTo>
                  <a:pt x="170493" y="32796"/>
                </a:lnTo>
                <a:lnTo>
                  <a:pt x="170063" y="32955"/>
                </a:lnTo>
                <a:lnTo>
                  <a:pt x="169639" y="33118"/>
                </a:lnTo>
                <a:lnTo>
                  <a:pt x="169219" y="33287"/>
                </a:lnTo>
                <a:lnTo>
                  <a:pt x="168805" y="33460"/>
                </a:lnTo>
                <a:lnTo>
                  <a:pt x="168395" y="33638"/>
                </a:lnTo>
                <a:lnTo>
                  <a:pt x="167990" y="33821"/>
                </a:lnTo>
                <a:lnTo>
                  <a:pt x="167591" y="34010"/>
                </a:lnTo>
                <a:lnTo>
                  <a:pt x="167196" y="34203"/>
                </a:lnTo>
                <a:lnTo>
                  <a:pt x="166806" y="34401"/>
                </a:lnTo>
                <a:lnTo>
                  <a:pt x="166421" y="34604"/>
                </a:lnTo>
                <a:lnTo>
                  <a:pt x="166042" y="34811"/>
                </a:lnTo>
                <a:lnTo>
                  <a:pt x="165667" y="35024"/>
                </a:lnTo>
                <a:lnTo>
                  <a:pt x="165297" y="35242"/>
                </a:lnTo>
                <a:lnTo>
                  <a:pt x="164932" y="35464"/>
                </a:lnTo>
                <a:lnTo>
                  <a:pt x="164572" y="35692"/>
                </a:lnTo>
                <a:lnTo>
                  <a:pt x="164217" y="35924"/>
                </a:lnTo>
                <a:lnTo>
                  <a:pt x="163867" y="36162"/>
                </a:lnTo>
                <a:lnTo>
                  <a:pt x="163523" y="36404"/>
                </a:lnTo>
                <a:lnTo>
                  <a:pt x="163185" y="36651"/>
                </a:lnTo>
                <a:lnTo>
                  <a:pt x="162854" y="36903"/>
                </a:lnTo>
                <a:lnTo>
                  <a:pt x="162529" y="37160"/>
                </a:lnTo>
                <a:lnTo>
                  <a:pt x="162210" y="37422"/>
                </a:lnTo>
                <a:lnTo>
                  <a:pt x="161898" y="37689"/>
                </a:lnTo>
                <a:lnTo>
                  <a:pt x="161592" y="37961"/>
                </a:lnTo>
                <a:lnTo>
                  <a:pt x="161293" y="38238"/>
                </a:lnTo>
                <a:lnTo>
                  <a:pt x="161000" y="38520"/>
                </a:lnTo>
                <a:lnTo>
                  <a:pt x="160714" y="38806"/>
                </a:lnTo>
                <a:lnTo>
                  <a:pt x="160434" y="39098"/>
                </a:lnTo>
                <a:lnTo>
                  <a:pt x="160161" y="39394"/>
                </a:lnTo>
                <a:lnTo>
                  <a:pt x="159894" y="39696"/>
                </a:lnTo>
                <a:lnTo>
                  <a:pt x="159633" y="40002"/>
                </a:lnTo>
                <a:lnTo>
                  <a:pt x="159379" y="40313"/>
                </a:lnTo>
                <a:lnTo>
                  <a:pt x="159131" y="40629"/>
                </a:lnTo>
                <a:lnTo>
                  <a:pt x="158890" y="40950"/>
                </a:lnTo>
                <a:lnTo>
                  <a:pt x="158655" y="41276"/>
                </a:lnTo>
                <a:lnTo>
                  <a:pt x="158426" y="41607"/>
                </a:lnTo>
                <a:lnTo>
                  <a:pt x="158204" y="41943"/>
                </a:lnTo>
                <a:lnTo>
                  <a:pt x="157989" y="42284"/>
                </a:lnTo>
                <a:lnTo>
                  <a:pt x="157780" y="42629"/>
                </a:lnTo>
                <a:lnTo>
                  <a:pt x="157577" y="42980"/>
                </a:lnTo>
                <a:lnTo>
                  <a:pt x="157381" y="43336"/>
                </a:lnTo>
                <a:lnTo>
                  <a:pt x="157192" y="43696"/>
                </a:lnTo>
                <a:lnTo>
                  <a:pt x="157011" y="44061"/>
                </a:lnTo>
                <a:lnTo>
                  <a:pt x="156838" y="44430"/>
                </a:lnTo>
                <a:lnTo>
                  <a:pt x="156673" y="44805"/>
                </a:lnTo>
                <a:lnTo>
                  <a:pt x="156516" y="45184"/>
                </a:lnTo>
                <a:lnTo>
                  <a:pt x="156367" y="45568"/>
                </a:lnTo>
                <a:lnTo>
                  <a:pt x="156227" y="45957"/>
                </a:lnTo>
                <a:lnTo>
                  <a:pt x="156094" y="46350"/>
                </a:lnTo>
                <a:lnTo>
                  <a:pt x="155969" y="46749"/>
                </a:lnTo>
                <a:lnTo>
                  <a:pt x="155853" y="47152"/>
                </a:lnTo>
                <a:lnTo>
                  <a:pt x="155744" y="47560"/>
                </a:lnTo>
                <a:lnTo>
                  <a:pt x="155643" y="47972"/>
                </a:lnTo>
                <a:lnTo>
                  <a:pt x="155551" y="48389"/>
                </a:lnTo>
                <a:lnTo>
                  <a:pt x="155466" y="48812"/>
                </a:lnTo>
                <a:lnTo>
                  <a:pt x="155390" y="49239"/>
                </a:lnTo>
                <a:lnTo>
                  <a:pt x="155322" y="49670"/>
                </a:lnTo>
                <a:lnTo>
                  <a:pt x="155261" y="50107"/>
                </a:lnTo>
                <a:lnTo>
                  <a:pt x="155209" y="50548"/>
                </a:lnTo>
                <a:lnTo>
                  <a:pt x="155165" y="50994"/>
                </a:lnTo>
                <a:lnTo>
                  <a:pt x="155129" y="51445"/>
                </a:lnTo>
                <a:lnTo>
                  <a:pt x="155100" y="51900"/>
                </a:lnTo>
                <a:lnTo>
                  <a:pt x="155080" y="52360"/>
                </a:lnTo>
                <a:lnTo>
                  <a:pt x="155068" y="52825"/>
                </a:lnTo>
                <a:lnTo>
                  <a:pt x="155064" y="53295"/>
                </a:lnTo>
                <a:lnTo>
                  <a:pt x="155070" y="53903"/>
                </a:lnTo>
                <a:lnTo>
                  <a:pt x="155087" y="54503"/>
                </a:lnTo>
                <a:lnTo>
                  <a:pt x="155116" y="55093"/>
                </a:lnTo>
                <a:lnTo>
                  <a:pt x="155156" y="55675"/>
                </a:lnTo>
                <a:lnTo>
                  <a:pt x="155207" y="56248"/>
                </a:lnTo>
                <a:lnTo>
                  <a:pt x="155270" y="56813"/>
                </a:lnTo>
                <a:lnTo>
                  <a:pt x="155344" y="57368"/>
                </a:lnTo>
                <a:lnTo>
                  <a:pt x="155429" y="57915"/>
                </a:lnTo>
                <a:lnTo>
                  <a:pt x="155526" y="58453"/>
                </a:lnTo>
                <a:lnTo>
                  <a:pt x="155635" y="58982"/>
                </a:lnTo>
                <a:lnTo>
                  <a:pt x="155754" y="59503"/>
                </a:lnTo>
                <a:lnTo>
                  <a:pt x="155886" y="60014"/>
                </a:lnTo>
                <a:lnTo>
                  <a:pt x="156028" y="60517"/>
                </a:lnTo>
                <a:lnTo>
                  <a:pt x="156182" y="61012"/>
                </a:lnTo>
                <a:lnTo>
                  <a:pt x="156348" y="61497"/>
                </a:lnTo>
                <a:lnTo>
                  <a:pt x="156524" y="61974"/>
                </a:lnTo>
                <a:lnTo>
                  <a:pt x="156713" y="62441"/>
                </a:lnTo>
                <a:lnTo>
                  <a:pt x="156912" y="62901"/>
                </a:lnTo>
                <a:lnTo>
                  <a:pt x="157123" y="63351"/>
                </a:lnTo>
                <a:lnTo>
                  <a:pt x="157346" y="63793"/>
                </a:lnTo>
                <a:lnTo>
                  <a:pt x="157580" y="64225"/>
                </a:lnTo>
                <a:lnTo>
                  <a:pt x="157825" y="64649"/>
                </a:lnTo>
                <a:lnTo>
                  <a:pt x="158082" y="65065"/>
                </a:lnTo>
                <a:lnTo>
                  <a:pt x="158350" y="65471"/>
                </a:lnTo>
                <a:lnTo>
                  <a:pt x="158629" y="65870"/>
                </a:lnTo>
                <a:lnTo>
                  <a:pt x="158919" y="66264"/>
                </a:lnTo>
                <a:lnTo>
                  <a:pt x="159221" y="66651"/>
                </a:lnTo>
                <a:lnTo>
                  <a:pt x="159534" y="67033"/>
                </a:lnTo>
                <a:lnTo>
                  <a:pt x="159857" y="67409"/>
                </a:lnTo>
                <a:lnTo>
                  <a:pt x="160192" y="67779"/>
                </a:lnTo>
                <a:lnTo>
                  <a:pt x="160538" y="68143"/>
                </a:lnTo>
                <a:lnTo>
                  <a:pt x="160895" y="68501"/>
                </a:lnTo>
                <a:lnTo>
                  <a:pt x="161264" y="68854"/>
                </a:lnTo>
                <a:lnTo>
                  <a:pt x="161643" y="69201"/>
                </a:lnTo>
                <a:lnTo>
                  <a:pt x="162034" y="69541"/>
                </a:lnTo>
                <a:lnTo>
                  <a:pt x="162435" y="69876"/>
                </a:lnTo>
                <a:lnTo>
                  <a:pt x="162848" y="70206"/>
                </a:lnTo>
                <a:lnTo>
                  <a:pt x="163272" y="70529"/>
                </a:lnTo>
                <a:lnTo>
                  <a:pt x="163707" y="70846"/>
                </a:lnTo>
                <a:lnTo>
                  <a:pt x="164153" y="71158"/>
                </a:lnTo>
                <a:lnTo>
                  <a:pt x="164610" y="71464"/>
                </a:lnTo>
                <a:lnTo>
                  <a:pt x="165078" y="71764"/>
                </a:lnTo>
                <a:lnTo>
                  <a:pt x="165557" y="72058"/>
                </a:lnTo>
                <a:lnTo>
                  <a:pt x="166048" y="72346"/>
                </a:lnTo>
                <a:lnTo>
                  <a:pt x="166550" y="72629"/>
                </a:lnTo>
                <a:lnTo>
                  <a:pt x="167062" y="72905"/>
                </a:lnTo>
                <a:lnTo>
                  <a:pt x="167586" y="73176"/>
                </a:lnTo>
                <a:lnTo>
                  <a:pt x="168121" y="73441"/>
                </a:lnTo>
                <a:lnTo>
                  <a:pt x="168667" y="73702"/>
                </a:lnTo>
                <a:lnTo>
                  <a:pt x="169224" y="73960"/>
                </a:lnTo>
                <a:lnTo>
                  <a:pt x="169791" y="74215"/>
                </a:lnTo>
                <a:lnTo>
                  <a:pt x="170370" y="74468"/>
                </a:lnTo>
                <a:lnTo>
                  <a:pt x="170959" y="74718"/>
                </a:lnTo>
                <a:lnTo>
                  <a:pt x="171559" y="74966"/>
                </a:lnTo>
                <a:lnTo>
                  <a:pt x="172170" y="75211"/>
                </a:lnTo>
                <a:lnTo>
                  <a:pt x="172792" y="75453"/>
                </a:lnTo>
                <a:lnTo>
                  <a:pt x="173424" y="75693"/>
                </a:lnTo>
                <a:lnTo>
                  <a:pt x="174067" y="75930"/>
                </a:lnTo>
                <a:lnTo>
                  <a:pt x="174722" y="76165"/>
                </a:lnTo>
                <a:lnTo>
                  <a:pt x="175387" y="76397"/>
                </a:lnTo>
                <a:lnTo>
                  <a:pt x="176062" y="76626"/>
                </a:lnTo>
                <a:lnTo>
                  <a:pt x="176749" y="76853"/>
                </a:lnTo>
                <a:lnTo>
                  <a:pt x="177447" y="77077"/>
                </a:lnTo>
                <a:lnTo>
                  <a:pt x="178155" y="77298"/>
                </a:lnTo>
                <a:lnTo>
                  <a:pt x="178874" y="77517"/>
                </a:lnTo>
                <a:lnTo>
                  <a:pt x="179604" y="77733"/>
                </a:lnTo>
                <a:lnTo>
                  <a:pt x="180345" y="77947"/>
                </a:lnTo>
                <a:lnTo>
                  <a:pt x="181096" y="78158"/>
                </a:lnTo>
                <a:lnTo>
                  <a:pt x="181858" y="78366"/>
                </a:lnTo>
                <a:lnTo>
                  <a:pt x="182632" y="78572"/>
                </a:lnTo>
                <a:lnTo>
                  <a:pt x="183416" y="78775"/>
                </a:lnTo>
                <a:lnTo>
                  <a:pt x="184211" y="78976"/>
                </a:lnTo>
                <a:lnTo>
                  <a:pt x="185188" y="79234"/>
                </a:lnTo>
                <a:lnTo>
                  <a:pt x="186140" y="79491"/>
                </a:lnTo>
                <a:lnTo>
                  <a:pt x="187067" y="79749"/>
                </a:lnTo>
                <a:lnTo>
                  <a:pt x="187970" y="80006"/>
                </a:lnTo>
                <a:lnTo>
                  <a:pt x="188847" y="80263"/>
                </a:lnTo>
                <a:lnTo>
                  <a:pt x="189699" y="80520"/>
                </a:lnTo>
                <a:lnTo>
                  <a:pt x="190526" y="80776"/>
                </a:lnTo>
                <a:lnTo>
                  <a:pt x="191329" y="81032"/>
                </a:lnTo>
                <a:lnTo>
                  <a:pt x="192106" y="81288"/>
                </a:lnTo>
                <a:lnTo>
                  <a:pt x="192858" y="81543"/>
                </a:lnTo>
                <a:lnTo>
                  <a:pt x="193585" y="81798"/>
                </a:lnTo>
                <a:lnTo>
                  <a:pt x="194287" y="82053"/>
                </a:lnTo>
                <a:lnTo>
                  <a:pt x="194965" y="82308"/>
                </a:lnTo>
                <a:lnTo>
                  <a:pt x="195617" y="82562"/>
                </a:lnTo>
                <a:lnTo>
                  <a:pt x="196244" y="82816"/>
                </a:lnTo>
                <a:lnTo>
                  <a:pt x="196846" y="83069"/>
                </a:lnTo>
                <a:lnTo>
                  <a:pt x="197423" y="83323"/>
                </a:lnTo>
                <a:lnTo>
                  <a:pt x="197975" y="83576"/>
                </a:lnTo>
                <a:lnTo>
                  <a:pt x="198503" y="83828"/>
                </a:lnTo>
                <a:lnTo>
                  <a:pt x="199005" y="84081"/>
                </a:lnTo>
                <a:lnTo>
                  <a:pt x="199482" y="84333"/>
                </a:lnTo>
                <a:lnTo>
                  <a:pt x="199934" y="84585"/>
                </a:lnTo>
                <a:lnTo>
                  <a:pt x="200361" y="84836"/>
                </a:lnTo>
                <a:lnTo>
                  <a:pt x="200763" y="85087"/>
                </a:lnTo>
                <a:lnTo>
                  <a:pt x="201145" y="85344"/>
                </a:lnTo>
                <a:lnTo>
                  <a:pt x="201510" y="85612"/>
                </a:lnTo>
                <a:lnTo>
                  <a:pt x="201859" y="85892"/>
                </a:lnTo>
                <a:lnTo>
                  <a:pt x="202192" y="86184"/>
                </a:lnTo>
                <a:lnTo>
                  <a:pt x="202508" y="86487"/>
                </a:lnTo>
                <a:lnTo>
                  <a:pt x="202809" y="86802"/>
                </a:lnTo>
                <a:lnTo>
                  <a:pt x="203093" y="87129"/>
                </a:lnTo>
                <a:lnTo>
                  <a:pt x="203361" y="87468"/>
                </a:lnTo>
                <a:lnTo>
                  <a:pt x="203612" y="87818"/>
                </a:lnTo>
                <a:lnTo>
                  <a:pt x="203848" y="88180"/>
                </a:lnTo>
                <a:lnTo>
                  <a:pt x="204067" y="88553"/>
                </a:lnTo>
                <a:lnTo>
                  <a:pt x="204270" y="88938"/>
                </a:lnTo>
                <a:lnTo>
                  <a:pt x="204456" y="89335"/>
                </a:lnTo>
                <a:lnTo>
                  <a:pt x="204627" y="89744"/>
                </a:lnTo>
                <a:lnTo>
                  <a:pt x="204781" y="90164"/>
                </a:lnTo>
                <a:lnTo>
                  <a:pt x="204919" y="90596"/>
                </a:lnTo>
                <a:lnTo>
                  <a:pt x="205041" y="91040"/>
                </a:lnTo>
                <a:lnTo>
                  <a:pt x="205146" y="91495"/>
                </a:lnTo>
                <a:lnTo>
                  <a:pt x="205235" y="91962"/>
                </a:lnTo>
                <a:lnTo>
                  <a:pt x="205309" y="92441"/>
                </a:lnTo>
                <a:lnTo>
                  <a:pt x="205365" y="92931"/>
                </a:lnTo>
                <a:lnTo>
                  <a:pt x="205406" y="93433"/>
                </a:lnTo>
                <a:lnTo>
                  <a:pt x="205430" y="93947"/>
                </a:lnTo>
                <a:lnTo>
                  <a:pt x="205438" y="94472"/>
                </a:lnTo>
                <a:lnTo>
                  <a:pt x="205429" y="95086"/>
                </a:lnTo>
                <a:lnTo>
                  <a:pt x="205402" y="95685"/>
                </a:lnTo>
                <a:lnTo>
                  <a:pt x="205357" y="96270"/>
                </a:lnTo>
                <a:lnTo>
                  <a:pt x="205295" y="96840"/>
                </a:lnTo>
                <a:lnTo>
                  <a:pt x="205214" y="97396"/>
                </a:lnTo>
                <a:lnTo>
                  <a:pt x="205115" y="97937"/>
                </a:lnTo>
                <a:lnTo>
                  <a:pt x="204998" y="98464"/>
                </a:lnTo>
                <a:lnTo>
                  <a:pt x="204863" y="98976"/>
                </a:lnTo>
                <a:lnTo>
                  <a:pt x="204710" y="99473"/>
                </a:lnTo>
                <a:lnTo>
                  <a:pt x="204539" y="99956"/>
                </a:lnTo>
                <a:lnTo>
                  <a:pt x="204350" y="100425"/>
                </a:lnTo>
                <a:lnTo>
                  <a:pt x="204143" y="100879"/>
                </a:lnTo>
                <a:lnTo>
                  <a:pt x="203918" y="101318"/>
                </a:lnTo>
                <a:lnTo>
                  <a:pt x="203676" y="101743"/>
                </a:lnTo>
                <a:lnTo>
                  <a:pt x="203415" y="102153"/>
                </a:lnTo>
                <a:lnTo>
                  <a:pt x="203136" y="102549"/>
                </a:lnTo>
                <a:lnTo>
                  <a:pt x="202839" y="102930"/>
                </a:lnTo>
                <a:lnTo>
                  <a:pt x="202524" y="103296"/>
                </a:lnTo>
                <a:lnTo>
                  <a:pt x="202192" y="103649"/>
                </a:lnTo>
                <a:lnTo>
                  <a:pt x="201841" y="103986"/>
                </a:lnTo>
                <a:lnTo>
                  <a:pt x="201472" y="104309"/>
                </a:lnTo>
                <a:lnTo>
                  <a:pt x="201085" y="104618"/>
                </a:lnTo>
                <a:lnTo>
                  <a:pt x="200681" y="104912"/>
                </a:lnTo>
                <a:lnTo>
                  <a:pt x="200258" y="105191"/>
                </a:lnTo>
                <a:lnTo>
                  <a:pt x="199821" y="105457"/>
                </a:lnTo>
                <a:lnTo>
                  <a:pt x="199375" y="105712"/>
                </a:lnTo>
                <a:lnTo>
                  <a:pt x="198919" y="105956"/>
                </a:lnTo>
                <a:lnTo>
                  <a:pt x="198453" y="106189"/>
                </a:lnTo>
                <a:lnTo>
                  <a:pt x="197977" y="106410"/>
                </a:lnTo>
                <a:lnTo>
                  <a:pt x="197491" y="106620"/>
                </a:lnTo>
                <a:lnTo>
                  <a:pt x="196996" y="106818"/>
                </a:lnTo>
                <a:lnTo>
                  <a:pt x="196491" y="107005"/>
                </a:lnTo>
                <a:lnTo>
                  <a:pt x="195975" y="107181"/>
                </a:lnTo>
                <a:lnTo>
                  <a:pt x="195451" y="107345"/>
                </a:lnTo>
                <a:lnTo>
                  <a:pt x="194916" y="107498"/>
                </a:lnTo>
                <a:lnTo>
                  <a:pt x="194372" y="107640"/>
                </a:lnTo>
                <a:lnTo>
                  <a:pt x="193817" y="107770"/>
                </a:lnTo>
                <a:lnTo>
                  <a:pt x="193253" y="107889"/>
                </a:lnTo>
                <a:lnTo>
                  <a:pt x="192680" y="107997"/>
                </a:lnTo>
                <a:lnTo>
                  <a:pt x="192096" y="108093"/>
                </a:lnTo>
                <a:lnTo>
                  <a:pt x="191503" y="108179"/>
                </a:lnTo>
                <a:lnTo>
                  <a:pt x="190900" y="108252"/>
                </a:lnTo>
                <a:lnTo>
                  <a:pt x="190287" y="108315"/>
                </a:lnTo>
                <a:lnTo>
                  <a:pt x="189664" y="108366"/>
                </a:lnTo>
                <a:lnTo>
                  <a:pt x="189031" y="108405"/>
                </a:lnTo>
                <a:lnTo>
                  <a:pt x="188389" y="108434"/>
                </a:lnTo>
                <a:lnTo>
                  <a:pt x="187737" y="108451"/>
                </a:lnTo>
                <a:lnTo>
                  <a:pt x="187075" y="108456"/>
                </a:lnTo>
                <a:lnTo>
                  <a:pt x="186336" y="108449"/>
                </a:lnTo>
                <a:lnTo>
                  <a:pt x="185607" y="108428"/>
                </a:lnTo>
                <a:lnTo>
                  <a:pt x="184888" y="108392"/>
                </a:lnTo>
                <a:lnTo>
                  <a:pt x="184180" y="108342"/>
                </a:lnTo>
                <a:lnTo>
                  <a:pt x="183482" y="108278"/>
                </a:lnTo>
                <a:lnTo>
                  <a:pt x="182794" y="108200"/>
                </a:lnTo>
                <a:lnTo>
                  <a:pt x="182117" y="108107"/>
                </a:lnTo>
                <a:lnTo>
                  <a:pt x="181449" y="108001"/>
                </a:lnTo>
                <a:lnTo>
                  <a:pt x="180792" y="107880"/>
                </a:lnTo>
                <a:lnTo>
                  <a:pt x="180145" y="107744"/>
                </a:lnTo>
                <a:lnTo>
                  <a:pt x="179509" y="107595"/>
                </a:lnTo>
                <a:lnTo>
                  <a:pt x="178882" y="107431"/>
                </a:lnTo>
                <a:lnTo>
                  <a:pt x="178266" y="107253"/>
                </a:lnTo>
                <a:lnTo>
                  <a:pt x="177660" y="107061"/>
                </a:lnTo>
                <a:lnTo>
                  <a:pt x="177065" y="106854"/>
                </a:lnTo>
                <a:lnTo>
                  <a:pt x="176479" y="106634"/>
                </a:lnTo>
                <a:lnTo>
                  <a:pt x="175904" y="106399"/>
                </a:lnTo>
                <a:lnTo>
                  <a:pt x="175339" y="106150"/>
                </a:lnTo>
                <a:lnTo>
                  <a:pt x="174785" y="105886"/>
                </a:lnTo>
                <a:lnTo>
                  <a:pt x="174240" y="105608"/>
                </a:lnTo>
                <a:lnTo>
                  <a:pt x="173706" y="105317"/>
                </a:lnTo>
                <a:lnTo>
                  <a:pt x="173182" y="105010"/>
                </a:lnTo>
                <a:lnTo>
                  <a:pt x="172668" y="104690"/>
                </a:lnTo>
                <a:lnTo>
                  <a:pt x="172165" y="104355"/>
                </a:lnTo>
                <a:lnTo>
                  <a:pt x="171677" y="104003"/>
                </a:lnTo>
                <a:lnTo>
                  <a:pt x="171209" y="103629"/>
                </a:lnTo>
                <a:lnTo>
                  <a:pt x="170763" y="103234"/>
                </a:lnTo>
                <a:lnTo>
                  <a:pt x="170337" y="102818"/>
                </a:lnTo>
                <a:lnTo>
                  <a:pt x="169932" y="102381"/>
                </a:lnTo>
                <a:lnTo>
                  <a:pt x="169548" y="101922"/>
                </a:lnTo>
                <a:lnTo>
                  <a:pt x="169184" y="101443"/>
                </a:lnTo>
                <a:lnTo>
                  <a:pt x="168842" y="100942"/>
                </a:lnTo>
                <a:lnTo>
                  <a:pt x="168520" y="100419"/>
                </a:lnTo>
                <a:lnTo>
                  <a:pt x="168219" y="99876"/>
                </a:lnTo>
                <a:lnTo>
                  <a:pt x="167938" y="99312"/>
                </a:lnTo>
                <a:lnTo>
                  <a:pt x="167679" y="98726"/>
                </a:lnTo>
                <a:lnTo>
                  <a:pt x="167440" y="98119"/>
                </a:lnTo>
                <a:lnTo>
                  <a:pt x="167222" y="97491"/>
                </a:lnTo>
                <a:lnTo>
                  <a:pt x="167025" y="96842"/>
                </a:lnTo>
                <a:lnTo>
                  <a:pt x="166848" y="96171"/>
                </a:lnTo>
                <a:lnTo>
                  <a:pt x="166692" y="95480"/>
                </a:lnTo>
                <a:lnTo>
                  <a:pt x="166557" y="94767"/>
                </a:lnTo>
                <a:lnTo>
                  <a:pt x="166443" y="94033"/>
                </a:lnTo>
                <a:lnTo>
                  <a:pt x="166350" y="93278"/>
                </a:lnTo>
                <a:lnTo>
                  <a:pt x="166277" y="92501"/>
                </a:lnTo>
                <a:lnTo>
                  <a:pt x="166225" y="91703"/>
                </a:lnTo>
                <a:lnTo>
                  <a:pt x="166194" y="90885"/>
                </a:lnTo>
                <a:lnTo>
                  <a:pt x="166184" y="90045"/>
                </a:lnTo>
                <a:lnTo>
                  <a:pt x="152621" y="90045"/>
                </a:lnTo>
                <a:lnTo>
                  <a:pt x="152626" y="90697"/>
                </a:lnTo>
                <a:lnTo>
                  <a:pt x="152640" y="91342"/>
                </a:lnTo>
                <a:lnTo>
                  <a:pt x="152663" y="91978"/>
                </a:lnTo>
                <a:lnTo>
                  <a:pt x="152695" y="92606"/>
                </a:lnTo>
                <a:lnTo>
                  <a:pt x="152737" y="93225"/>
                </a:lnTo>
                <a:lnTo>
                  <a:pt x="152787" y="93836"/>
                </a:lnTo>
                <a:lnTo>
                  <a:pt x="152847" y="94439"/>
                </a:lnTo>
                <a:lnTo>
                  <a:pt x="152916" y="95034"/>
                </a:lnTo>
                <a:lnTo>
                  <a:pt x="152995" y="95620"/>
                </a:lnTo>
                <a:lnTo>
                  <a:pt x="153082" y="96198"/>
                </a:lnTo>
                <a:lnTo>
                  <a:pt x="153179" y="96768"/>
                </a:lnTo>
                <a:lnTo>
                  <a:pt x="153285" y="97329"/>
                </a:lnTo>
                <a:lnTo>
                  <a:pt x="153400" y="97882"/>
                </a:lnTo>
                <a:lnTo>
                  <a:pt x="153524" y="98427"/>
                </a:lnTo>
                <a:lnTo>
                  <a:pt x="153658" y="98963"/>
                </a:lnTo>
                <a:lnTo>
                  <a:pt x="153801" y="99491"/>
                </a:lnTo>
                <a:lnTo>
                  <a:pt x="153953" y="100011"/>
                </a:lnTo>
                <a:lnTo>
                  <a:pt x="154114" y="100523"/>
                </a:lnTo>
                <a:lnTo>
                  <a:pt x="154284" y="101026"/>
                </a:lnTo>
                <a:lnTo>
                  <a:pt x="154464" y="101521"/>
                </a:lnTo>
                <a:lnTo>
                  <a:pt x="154653" y="102007"/>
                </a:lnTo>
                <a:lnTo>
                  <a:pt x="154851" y="102486"/>
                </a:lnTo>
                <a:lnTo>
                  <a:pt x="155058" y="102956"/>
                </a:lnTo>
                <a:lnTo>
                  <a:pt x="155275" y="103417"/>
                </a:lnTo>
                <a:lnTo>
                  <a:pt x="155500" y="103871"/>
                </a:lnTo>
                <a:lnTo>
                  <a:pt x="155731" y="104318"/>
                </a:lnTo>
                <a:lnTo>
                  <a:pt x="155971" y="104758"/>
                </a:lnTo>
                <a:lnTo>
                  <a:pt x="156217" y="105191"/>
                </a:lnTo>
                <a:lnTo>
                  <a:pt x="156470" y="105616"/>
                </a:lnTo>
                <a:lnTo>
                  <a:pt x="156731" y="106035"/>
                </a:lnTo>
                <a:lnTo>
                  <a:pt x="156998" y="106446"/>
                </a:lnTo>
                <a:lnTo>
                  <a:pt x="157273" y="106851"/>
                </a:lnTo>
                <a:lnTo>
                  <a:pt x="157555" y="107248"/>
                </a:lnTo>
                <a:lnTo>
                  <a:pt x="157844" y="107639"/>
                </a:lnTo>
                <a:lnTo>
                  <a:pt x="158141" y="108022"/>
                </a:lnTo>
                <a:lnTo>
                  <a:pt x="158444" y="108398"/>
                </a:lnTo>
                <a:lnTo>
                  <a:pt x="158755" y="108767"/>
                </a:lnTo>
                <a:lnTo>
                  <a:pt x="159073" y="109130"/>
                </a:lnTo>
                <a:lnTo>
                  <a:pt x="159398" y="109485"/>
                </a:lnTo>
                <a:lnTo>
                  <a:pt x="159730" y="109833"/>
                </a:lnTo>
                <a:lnTo>
                  <a:pt x="160069" y="110174"/>
                </a:lnTo>
                <a:lnTo>
                  <a:pt x="160416" y="110507"/>
                </a:lnTo>
                <a:lnTo>
                  <a:pt x="160770" y="110834"/>
                </a:lnTo>
                <a:lnTo>
                  <a:pt x="161131" y="111154"/>
                </a:lnTo>
                <a:lnTo>
                  <a:pt x="161499" y="111467"/>
                </a:lnTo>
                <a:lnTo>
                  <a:pt x="161874" y="111772"/>
                </a:lnTo>
                <a:lnTo>
                  <a:pt x="162256" y="112071"/>
                </a:lnTo>
                <a:lnTo>
                  <a:pt x="162646" y="112362"/>
                </a:lnTo>
                <a:lnTo>
                  <a:pt x="163041" y="112647"/>
                </a:lnTo>
                <a:lnTo>
                  <a:pt x="163442" y="112924"/>
                </a:lnTo>
                <a:lnTo>
                  <a:pt x="163848" y="113196"/>
                </a:lnTo>
                <a:lnTo>
                  <a:pt x="164259" y="113460"/>
                </a:lnTo>
                <a:lnTo>
                  <a:pt x="164675" y="113718"/>
                </a:lnTo>
                <a:lnTo>
                  <a:pt x="165096" y="113969"/>
                </a:lnTo>
                <a:lnTo>
                  <a:pt x="165523" y="114214"/>
                </a:lnTo>
                <a:lnTo>
                  <a:pt x="165954" y="114452"/>
                </a:lnTo>
                <a:lnTo>
                  <a:pt x="166391" y="114684"/>
                </a:lnTo>
                <a:lnTo>
                  <a:pt x="166833" y="114909"/>
                </a:lnTo>
                <a:lnTo>
                  <a:pt x="167280" y="115127"/>
                </a:lnTo>
                <a:lnTo>
                  <a:pt x="167732" y="115339"/>
                </a:lnTo>
                <a:lnTo>
                  <a:pt x="168189" y="115544"/>
                </a:lnTo>
                <a:lnTo>
                  <a:pt x="168651" y="115743"/>
                </a:lnTo>
                <a:lnTo>
                  <a:pt x="169118" y="115934"/>
                </a:lnTo>
                <a:lnTo>
                  <a:pt x="169591" y="116120"/>
                </a:lnTo>
                <a:lnTo>
                  <a:pt x="170068" y="116298"/>
                </a:lnTo>
                <a:lnTo>
                  <a:pt x="170551" y="116471"/>
                </a:lnTo>
                <a:lnTo>
                  <a:pt x="171039" y="116636"/>
                </a:lnTo>
                <a:lnTo>
                  <a:pt x="171532" y="116795"/>
                </a:lnTo>
                <a:lnTo>
                  <a:pt x="172030" y="116947"/>
                </a:lnTo>
                <a:lnTo>
                  <a:pt x="172533" y="117093"/>
                </a:lnTo>
                <a:lnTo>
                  <a:pt x="173041" y="117232"/>
                </a:lnTo>
                <a:lnTo>
                  <a:pt x="173554" y="117364"/>
                </a:lnTo>
                <a:lnTo>
                  <a:pt x="174072" y="117491"/>
                </a:lnTo>
                <a:lnTo>
                  <a:pt x="174592" y="117612"/>
                </a:lnTo>
                <a:lnTo>
                  <a:pt x="175115" y="117728"/>
                </a:lnTo>
                <a:lnTo>
                  <a:pt x="175641" y="117838"/>
                </a:lnTo>
                <a:lnTo>
                  <a:pt x="176169" y="117943"/>
                </a:lnTo>
                <a:lnTo>
                  <a:pt x="176700" y="118042"/>
                </a:lnTo>
                <a:lnTo>
                  <a:pt x="177234" y="118136"/>
                </a:lnTo>
                <a:lnTo>
                  <a:pt x="177771" y="118225"/>
                </a:lnTo>
                <a:lnTo>
                  <a:pt x="178311" y="118309"/>
                </a:lnTo>
                <a:lnTo>
                  <a:pt x="178853" y="118387"/>
                </a:lnTo>
                <a:lnTo>
                  <a:pt x="179398" y="118459"/>
                </a:lnTo>
                <a:lnTo>
                  <a:pt x="179946" y="118527"/>
                </a:lnTo>
                <a:lnTo>
                  <a:pt x="180497" y="118588"/>
                </a:lnTo>
                <a:lnTo>
                  <a:pt x="181050" y="118645"/>
                </a:lnTo>
                <a:lnTo>
                  <a:pt x="181606" y="118696"/>
                </a:lnTo>
                <a:lnTo>
                  <a:pt x="182165" y="118742"/>
                </a:lnTo>
                <a:lnTo>
                  <a:pt x="182727" y="118782"/>
                </a:lnTo>
                <a:lnTo>
                  <a:pt x="183292" y="118817"/>
                </a:lnTo>
                <a:lnTo>
                  <a:pt x="183859" y="118847"/>
                </a:lnTo>
                <a:lnTo>
                  <a:pt x="184429" y="118871"/>
                </a:lnTo>
                <a:lnTo>
                  <a:pt x="185002" y="118890"/>
                </a:lnTo>
                <a:lnTo>
                  <a:pt x="185578" y="118903"/>
                </a:lnTo>
                <a:lnTo>
                  <a:pt x="186156" y="118911"/>
                </a:lnTo>
                <a:lnTo>
                  <a:pt x="186738" y="118914"/>
                </a:lnTo>
                <a:lnTo>
                  <a:pt x="187312" y="118911"/>
                </a:lnTo>
                <a:lnTo>
                  <a:pt x="187882" y="118904"/>
                </a:lnTo>
                <a:lnTo>
                  <a:pt x="188449" y="118891"/>
                </a:lnTo>
                <a:lnTo>
                  <a:pt x="189013" y="118873"/>
                </a:lnTo>
                <a:close/>
                <a:moveTo>
                  <a:pt x="264128" y="118873"/>
                </a:moveTo>
                <a:lnTo>
                  <a:pt x="264689" y="118851"/>
                </a:lnTo>
                <a:lnTo>
                  <a:pt x="265246" y="118823"/>
                </a:lnTo>
                <a:lnTo>
                  <a:pt x="265799" y="118790"/>
                </a:lnTo>
                <a:lnTo>
                  <a:pt x="266350" y="118751"/>
                </a:lnTo>
                <a:lnTo>
                  <a:pt x="266897" y="118708"/>
                </a:lnTo>
                <a:lnTo>
                  <a:pt x="267441" y="118660"/>
                </a:lnTo>
                <a:lnTo>
                  <a:pt x="267981" y="118607"/>
                </a:lnTo>
                <a:lnTo>
                  <a:pt x="268518" y="118548"/>
                </a:lnTo>
                <a:lnTo>
                  <a:pt x="269051" y="118485"/>
                </a:lnTo>
                <a:lnTo>
                  <a:pt x="269582" y="118416"/>
                </a:lnTo>
                <a:lnTo>
                  <a:pt x="270108" y="118343"/>
                </a:lnTo>
                <a:lnTo>
                  <a:pt x="270632" y="118264"/>
                </a:lnTo>
                <a:lnTo>
                  <a:pt x="271152" y="118180"/>
                </a:lnTo>
                <a:lnTo>
                  <a:pt x="271669" y="118091"/>
                </a:lnTo>
                <a:lnTo>
                  <a:pt x="272182" y="117997"/>
                </a:lnTo>
                <a:lnTo>
                  <a:pt x="272692" y="117898"/>
                </a:lnTo>
                <a:lnTo>
                  <a:pt x="273199" y="117794"/>
                </a:lnTo>
                <a:lnTo>
                  <a:pt x="273702" y="117685"/>
                </a:lnTo>
                <a:lnTo>
                  <a:pt x="274202" y="117571"/>
                </a:lnTo>
                <a:lnTo>
                  <a:pt x="274699" y="117451"/>
                </a:lnTo>
                <a:lnTo>
                  <a:pt x="275191" y="117327"/>
                </a:lnTo>
                <a:lnTo>
                  <a:pt x="275678" y="117197"/>
                </a:lnTo>
                <a:lnTo>
                  <a:pt x="276160" y="117061"/>
                </a:lnTo>
                <a:lnTo>
                  <a:pt x="276636" y="116920"/>
                </a:lnTo>
                <a:lnTo>
                  <a:pt x="277107" y="116774"/>
                </a:lnTo>
                <a:lnTo>
                  <a:pt x="277573" y="116622"/>
                </a:lnTo>
                <a:lnTo>
                  <a:pt x="278034" y="116464"/>
                </a:lnTo>
                <a:lnTo>
                  <a:pt x="278489" y="116301"/>
                </a:lnTo>
                <a:lnTo>
                  <a:pt x="278940" y="116132"/>
                </a:lnTo>
                <a:lnTo>
                  <a:pt x="279384" y="115958"/>
                </a:lnTo>
                <a:lnTo>
                  <a:pt x="279824" y="115778"/>
                </a:lnTo>
                <a:lnTo>
                  <a:pt x="280258" y="115593"/>
                </a:lnTo>
                <a:lnTo>
                  <a:pt x="280687" y="115402"/>
                </a:lnTo>
                <a:lnTo>
                  <a:pt x="281111" y="115205"/>
                </a:lnTo>
                <a:lnTo>
                  <a:pt x="281530" y="115003"/>
                </a:lnTo>
                <a:lnTo>
                  <a:pt x="281943" y="114796"/>
                </a:lnTo>
                <a:lnTo>
                  <a:pt x="282351" y="114583"/>
                </a:lnTo>
                <a:lnTo>
                  <a:pt x="282754" y="114364"/>
                </a:lnTo>
                <a:lnTo>
                  <a:pt x="283151" y="114140"/>
                </a:lnTo>
                <a:lnTo>
                  <a:pt x="283544" y="113911"/>
                </a:lnTo>
                <a:lnTo>
                  <a:pt x="283931" y="113675"/>
                </a:lnTo>
                <a:lnTo>
                  <a:pt x="284312" y="113435"/>
                </a:lnTo>
                <a:lnTo>
                  <a:pt x="284689" y="113188"/>
                </a:lnTo>
                <a:lnTo>
                  <a:pt x="285060" y="112937"/>
                </a:lnTo>
                <a:lnTo>
                  <a:pt x="285425" y="112679"/>
                </a:lnTo>
                <a:lnTo>
                  <a:pt x="285783" y="112416"/>
                </a:lnTo>
                <a:lnTo>
                  <a:pt x="286135" y="112146"/>
                </a:lnTo>
                <a:lnTo>
                  <a:pt x="286479" y="111871"/>
                </a:lnTo>
                <a:lnTo>
                  <a:pt x="286817" y="111589"/>
                </a:lnTo>
                <a:lnTo>
                  <a:pt x="287147" y="111301"/>
                </a:lnTo>
                <a:lnTo>
                  <a:pt x="287471" y="111008"/>
                </a:lnTo>
                <a:lnTo>
                  <a:pt x="287788" y="110708"/>
                </a:lnTo>
                <a:lnTo>
                  <a:pt x="288098" y="110403"/>
                </a:lnTo>
                <a:lnTo>
                  <a:pt x="288402" y="110092"/>
                </a:lnTo>
                <a:lnTo>
                  <a:pt x="288698" y="109774"/>
                </a:lnTo>
                <a:lnTo>
                  <a:pt x="288988" y="109451"/>
                </a:lnTo>
                <a:lnTo>
                  <a:pt x="289270" y="109121"/>
                </a:lnTo>
                <a:lnTo>
                  <a:pt x="289546" y="108786"/>
                </a:lnTo>
                <a:lnTo>
                  <a:pt x="289815" y="108444"/>
                </a:lnTo>
                <a:lnTo>
                  <a:pt x="290077" y="108097"/>
                </a:lnTo>
                <a:lnTo>
                  <a:pt x="290332" y="107743"/>
                </a:lnTo>
                <a:lnTo>
                  <a:pt x="290580" y="107384"/>
                </a:lnTo>
                <a:lnTo>
                  <a:pt x="290822" y="107018"/>
                </a:lnTo>
                <a:lnTo>
                  <a:pt x="291056" y="106647"/>
                </a:lnTo>
                <a:lnTo>
                  <a:pt x="291284" y="106270"/>
                </a:lnTo>
                <a:lnTo>
                  <a:pt x="291504" y="105886"/>
                </a:lnTo>
                <a:lnTo>
                  <a:pt x="291718" y="105497"/>
                </a:lnTo>
                <a:lnTo>
                  <a:pt x="291925" y="105101"/>
                </a:lnTo>
                <a:lnTo>
                  <a:pt x="292125" y="104700"/>
                </a:lnTo>
                <a:lnTo>
                  <a:pt x="292315" y="104292"/>
                </a:lnTo>
                <a:lnTo>
                  <a:pt x="292498" y="103878"/>
                </a:lnTo>
                <a:lnTo>
                  <a:pt x="292672" y="103458"/>
                </a:lnTo>
                <a:lnTo>
                  <a:pt x="292837" y="103031"/>
                </a:lnTo>
                <a:lnTo>
                  <a:pt x="292994" y="102599"/>
                </a:lnTo>
                <a:lnTo>
                  <a:pt x="293143" y="102161"/>
                </a:lnTo>
                <a:lnTo>
                  <a:pt x="293282" y="101716"/>
                </a:lnTo>
                <a:lnTo>
                  <a:pt x="293414" y="101265"/>
                </a:lnTo>
                <a:lnTo>
                  <a:pt x="293537" y="100808"/>
                </a:lnTo>
                <a:lnTo>
                  <a:pt x="293651" y="100345"/>
                </a:lnTo>
                <a:lnTo>
                  <a:pt x="293757" y="99876"/>
                </a:lnTo>
                <a:lnTo>
                  <a:pt x="293855" y="99400"/>
                </a:lnTo>
                <a:lnTo>
                  <a:pt x="293944" y="98919"/>
                </a:lnTo>
                <a:lnTo>
                  <a:pt x="294025" y="98431"/>
                </a:lnTo>
                <a:lnTo>
                  <a:pt x="294097" y="97937"/>
                </a:lnTo>
                <a:lnTo>
                  <a:pt x="294160" y="97437"/>
                </a:lnTo>
                <a:lnTo>
                  <a:pt x="294216" y="96931"/>
                </a:lnTo>
                <a:lnTo>
                  <a:pt x="294262" y="96419"/>
                </a:lnTo>
                <a:lnTo>
                  <a:pt x="294300" y="95901"/>
                </a:lnTo>
                <a:lnTo>
                  <a:pt x="294330" y="95376"/>
                </a:lnTo>
                <a:lnTo>
                  <a:pt x="294351" y="94846"/>
                </a:lnTo>
                <a:lnTo>
                  <a:pt x="294364" y="94309"/>
                </a:lnTo>
                <a:lnTo>
                  <a:pt x="294368" y="93766"/>
                </a:lnTo>
                <a:lnTo>
                  <a:pt x="294363" y="93107"/>
                </a:lnTo>
                <a:lnTo>
                  <a:pt x="294346" y="92458"/>
                </a:lnTo>
                <a:lnTo>
                  <a:pt x="294319" y="91819"/>
                </a:lnTo>
                <a:lnTo>
                  <a:pt x="294280" y="91191"/>
                </a:lnTo>
                <a:lnTo>
                  <a:pt x="294231" y="90572"/>
                </a:lnTo>
                <a:lnTo>
                  <a:pt x="294171" y="89964"/>
                </a:lnTo>
                <a:lnTo>
                  <a:pt x="294099" y="89366"/>
                </a:lnTo>
                <a:lnTo>
                  <a:pt x="294017" y="88778"/>
                </a:lnTo>
                <a:lnTo>
                  <a:pt x="293924" y="88200"/>
                </a:lnTo>
                <a:lnTo>
                  <a:pt x="293820" y="87632"/>
                </a:lnTo>
                <a:lnTo>
                  <a:pt x="293705" y="87074"/>
                </a:lnTo>
                <a:lnTo>
                  <a:pt x="293578" y="86527"/>
                </a:lnTo>
                <a:lnTo>
                  <a:pt x="293441" y="85990"/>
                </a:lnTo>
                <a:lnTo>
                  <a:pt x="293293" y="85462"/>
                </a:lnTo>
                <a:lnTo>
                  <a:pt x="293134" y="84945"/>
                </a:lnTo>
                <a:lnTo>
                  <a:pt x="292964" y="84439"/>
                </a:lnTo>
                <a:lnTo>
                  <a:pt x="292783" y="83942"/>
                </a:lnTo>
                <a:lnTo>
                  <a:pt x="292591" y="83455"/>
                </a:lnTo>
                <a:lnTo>
                  <a:pt x="292388" y="82979"/>
                </a:lnTo>
                <a:lnTo>
                  <a:pt x="292175" y="82513"/>
                </a:lnTo>
                <a:lnTo>
                  <a:pt x="291950" y="82057"/>
                </a:lnTo>
                <a:lnTo>
                  <a:pt x="291714" y="81611"/>
                </a:lnTo>
                <a:lnTo>
                  <a:pt x="291467" y="81175"/>
                </a:lnTo>
                <a:lnTo>
                  <a:pt x="291209" y="80749"/>
                </a:lnTo>
                <a:lnTo>
                  <a:pt x="290941" y="80332"/>
                </a:lnTo>
                <a:lnTo>
                  <a:pt x="290662" y="79921"/>
                </a:lnTo>
                <a:lnTo>
                  <a:pt x="290372" y="79516"/>
                </a:lnTo>
                <a:lnTo>
                  <a:pt x="290072" y="79118"/>
                </a:lnTo>
                <a:lnTo>
                  <a:pt x="289761" y="78726"/>
                </a:lnTo>
                <a:lnTo>
                  <a:pt x="289440" y="78341"/>
                </a:lnTo>
                <a:lnTo>
                  <a:pt x="289109" y="77962"/>
                </a:lnTo>
                <a:lnTo>
                  <a:pt x="288766" y="77590"/>
                </a:lnTo>
                <a:lnTo>
                  <a:pt x="288414" y="77224"/>
                </a:lnTo>
                <a:lnTo>
                  <a:pt x="288050" y="76865"/>
                </a:lnTo>
                <a:lnTo>
                  <a:pt x="287677" y="76512"/>
                </a:lnTo>
                <a:lnTo>
                  <a:pt x="287292" y="76165"/>
                </a:lnTo>
                <a:lnTo>
                  <a:pt x="286897" y="75826"/>
                </a:lnTo>
                <a:lnTo>
                  <a:pt x="286492" y="75492"/>
                </a:lnTo>
                <a:lnTo>
                  <a:pt x="286076" y="75165"/>
                </a:lnTo>
                <a:lnTo>
                  <a:pt x="285650" y="74845"/>
                </a:lnTo>
                <a:lnTo>
                  <a:pt x="285213" y="74530"/>
                </a:lnTo>
                <a:lnTo>
                  <a:pt x="284765" y="74223"/>
                </a:lnTo>
                <a:lnTo>
                  <a:pt x="284307" y="73922"/>
                </a:lnTo>
                <a:lnTo>
                  <a:pt x="283838" y="73627"/>
                </a:lnTo>
                <a:lnTo>
                  <a:pt x="283359" y="73339"/>
                </a:lnTo>
                <a:lnTo>
                  <a:pt x="282870" y="73057"/>
                </a:lnTo>
                <a:lnTo>
                  <a:pt x="282370" y="72782"/>
                </a:lnTo>
                <a:lnTo>
                  <a:pt x="281859" y="72513"/>
                </a:lnTo>
                <a:lnTo>
                  <a:pt x="281338" y="72249"/>
                </a:lnTo>
                <a:lnTo>
                  <a:pt x="280806" y="71988"/>
                </a:lnTo>
                <a:lnTo>
                  <a:pt x="280263" y="71730"/>
                </a:lnTo>
                <a:lnTo>
                  <a:pt x="279710" y="71475"/>
                </a:lnTo>
                <a:lnTo>
                  <a:pt x="279146" y="71223"/>
                </a:lnTo>
                <a:lnTo>
                  <a:pt x="278571" y="70974"/>
                </a:lnTo>
                <a:lnTo>
                  <a:pt x="277986" y="70728"/>
                </a:lnTo>
                <a:lnTo>
                  <a:pt x="277390" y="70486"/>
                </a:lnTo>
                <a:lnTo>
                  <a:pt x="276783" y="70246"/>
                </a:lnTo>
                <a:lnTo>
                  <a:pt x="276166" y="70010"/>
                </a:lnTo>
                <a:lnTo>
                  <a:pt x="275538" y="69776"/>
                </a:lnTo>
                <a:lnTo>
                  <a:pt x="274899" y="69546"/>
                </a:lnTo>
                <a:lnTo>
                  <a:pt x="274249" y="69318"/>
                </a:lnTo>
                <a:lnTo>
                  <a:pt x="273589" y="69094"/>
                </a:lnTo>
                <a:lnTo>
                  <a:pt x="272919" y="68873"/>
                </a:lnTo>
                <a:lnTo>
                  <a:pt x="272237" y="68655"/>
                </a:lnTo>
                <a:lnTo>
                  <a:pt x="271545" y="68440"/>
                </a:lnTo>
                <a:lnTo>
                  <a:pt x="270842" y="68228"/>
                </a:lnTo>
                <a:lnTo>
                  <a:pt x="270129" y="68019"/>
                </a:lnTo>
                <a:lnTo>
                  <a:pt x="269405" y="67813"/>
                </a:lnTo>
                <a:lnTo>
                  <a:pt x="268670" y="67611"/>
                </a:lnTo>
                <a:lnTo>
                  <a:pt x="267924" y="67411"/>
                </a:lnTo>
                <a:lnTo>
                  <a:pt x="267168" y="67214"/>
                </a:lnTo>
                <a:lnTo>
                  <a:pt x="266401" y="67021"/>
                </a:lnTo>
                <a:lnTo>
                  <a:pt x="265712" y="66844"/>
                </a:lnTo>
                <a:lnTo>
                  <a:pt x="265035" y="66668"/>
                </a:lnTo>
                <a:lnTo>
                  <a:pt x="264369" y="66493"/>
                </a:lnTo>
                <a:lnTo>
                  <a:pt x="263715" y="66319"/>
                </a:lnTo>
                <a:lnTo>
                  <a:pt x="263073" y="66145"/>
                </a:lnTo>
                <a:lnTo>
                  <a:pt x="262442" y="65973"/>
                </a:lnTo>
                <a:lnTo>
                  <a:pt x="261823" y="65801"/>
                </a:lnTo>
                <a:lnTo>
                  <a:pt x="261216" y="65629"/>
                </a:lnTo>
                <a:lnTo>
                  <a:pt x="260620" y="65459"/>
                </a:lnTo>
                <a:lnTo>
                  <a:pt x="260037" y="65289"/>
                </a:lnTo>
                <a:lnTo>
                  <a:pt x="259465" y="65120"/>
                </a:lnTo>
                <a:lnTo>
                  <a:pt x="258904" y="64952"/>
                </a:lnTo>
                <a:lnTo>
                  <a:pt x="258355" y="64785"/>
                </a:lnTo>
                <a:lnTo>
                  <a:pt x="257818" y="64618"/>
                </a:lnTo>
                <a:lnTo>
                  <a:pt x="257293" y="64452"/>
                </a:lnTo>
                <a:lnTo>
                  <a:pt x="256779" y="64287"/>
                </a:lnTo>
                <a:lnTo>
                  <a:pt x="256278" y="64123"/>
                </a:lnTo>
                <a:lnTo>
                  <a:pt x="255787" y="63959"/>
                </a:lnTo>
                <a:lnTo>
                  <a:pt x="255309" y="63796"/>
                </a:lnTo>
                <a:lnTo>
                  <a:pt x="254842" y="63634"/>
                </a:lnTo>
                <a:lnTo>
                  <a:pt x="254387" y="63473"/>
                </a:lnTo>
                <a:lnTo>
                  <a:pt x="253943" y="63313"/>
                </a:lnTo>
                <a:lnTo>
                  <a:pt x="253512" y="63153"/>
                </a:lnTo>
                <a:lnTo>
                  <a:pt x="253092" y="62994"/>
                </a:lnTo>
                <a:lnTo>
                  <a:pt x="252683" y="62834"/>
                </a:lnTo>
                <a:lnTo>
                  <a:pt x="252283" y="62673"/>
                </a:lnTo>
                <a:lnTo>
                  <a:pt x="251894" y="62510"/>
                </a:lnTo>
                <a:lnTo>
                  <a:pt x="251515" y="62345"/>
                </a:lnTo>
                <a:lnTo>
                  <a:pt x="251145" y="62179"/>
                </a:lnTo>
                <a:lnTo>
                  <a:pt x="250786" y="62011"/>
                </a:lnTo>
                <a:lnTo>
                  <a:pt x="250436" y="61841"/>
                </a:lnTo>
                <a:lnTo>
                  <a:pt x="250097" y="61670"/>
                </a:lnTo>
                <a:lnTo>
                  <a:pt x="249767" y="61497"/>
                </a:lnTo>
                <a:lnTo>
                  <a:pt x="249447" y="61322"/>
                </a:lnTo>
                <a:lnTo>
                  <a:pt x="249138" y="61145"/>
                </a:lnTo>
                <a:lnTo>
                  <a:pt x="248838" y="60967"/>
                </a:lnTo>
                <a:lnTo>
                  <a:pt x="248548" y="60787"/>
                </a:lnTo>
                <a:lnTo>
                  <a:pt x="248268" y="60606"/>
                </a:lnTo>
                <a:lnTo>
                  <a:pt x="247998" y="60423"/>
                </a:lnTo>
                <a:lnTo>
                  <a:pt x="247738" y="60238"/>
                </a:lnTo>
                <a:lnTo>
                  <a:pt x="247488" y="60051"/>
                </a:lnTo>
                <a:lnTo>
                  <a:pt x="247248" y="59863"/>
                </a:lnTo>
                <a:lnTo>
                  <a:pt x="247018" y="59673"/>
                </a:lnTo>
                <a:lnTo>
                  <a:pt x="246797" y="59481"/>
                </a:lnTo>
                <a:lnTo>
                  <a:pt x="246587" y="59288"/>
                </a:lnTo>
                <a:lnTo>
                  <a:pt x="246387" y="59093"/>
                </a:lnTo>
                <a:lnTo>
                  <a:pt x="246196" y="58896"/>
                </a:lnTo>
                <a:lnTo>
                  <a:pt x="246016" y="58698"/>
                </a:lnTo>
                <a:lnTo>
                  <a:pt x="245844" y="58497"/>
                </a:lnTo>
                <a:lnTo>
                  <a:pt x="245679" y="58292"/>
                </a:lnTo>
                <a:lnTo>
                  <a:pt x="245522" y="58083"/>
                </a:lnTo>
                <a:lnTo>
                  <a:pt x="245372" y="57871"/>
                </a:lnTo>
                <a:lnTo>
                  <a:pt x="245230" y="57655"/>
                </a:lnTo>
                <a:lnTo>
                  <a:pt x="245094" y="57435"/>
                </a:lnTo>
                <a:lnTo>
                  <a:pt x="244966" y="57212"/>
                </a:lnTo>
                <a:lnTo>
                  <a:pt x="244846" y="56985"/>
                </a:lnTo>
                <a:lnTo>
                  <a:pt x="244732" y="56754"/>
                </a:lnTo>
                <a:lnTo>
                  <a:pt x="244626" y="56520"/>
                </a:lnTo>
                <a:lnTo>
                  <a:pt x="244528" y="56282"/>
                </a:lnTo>
                <a:lnTo>
                  <a:pt x="244436" y="56040"/>
                </a:lnTo>
                <a:lnTo>
                  <a:pt x="244352" y="55795"/>
                </a:lnTo>
                <a:lnTo>
                  <a:pt x="244275" y="55546"/>
                </a:lnTo>
                <a:lnTo>
                  <a:pt x="244206" y="55293"/>
                </a:lnTo>
                <a:lnTo>
                  <a:pt x="244144" y="55036"/>
                </a:lnTo>
                <a:lnTo>
                  <a:pt x="244089" y="54776"/>
                </a:lnTo>
                <a:lnTo>
                  <a:pt x="244041" y="54512"/>
                </a:lnTo>
                <a:lnTo>
                  <a:pt x="244001" y="54245"/>
                </a:lnTo>
                <a:lnTo>
                  <a:pt x="243968" y="53974"/>
                </a:lnTo>
                <a:lnTo>
                  <a:pt x="243943" y="53699"/>
                </a:lnTo>
                <a:lnTo>
                  <a:pt x="243924" y="53420"/>
                </a:lnTo>
                <a:lnTo>
                  <a:pt x="243914" y="53138"/>
                </a:lnTo>
                <a:lnTo>
                  <a:pt x="243910" y="52852"/>
                </a:lnTo>
                <a:lnTo>
                  <a:pt x="243918" y="52348"/>
                </a:lnTo>
                <a:lnTo>
                  <a:pt x="243943" y="51855"/>
                </a:lnTo>
                <a:lnTo>
                  <a:pt x="243984" y="51374"/>
                </a:lnTo>
                <a:lnTo>
                  <a:pt x="244041" y="50904"/>
                </a:lnTo>
                <a:lnTo>
                  <a:pt x="244115" y="50444"/>
                </a:lnTo>
                <a:lnTo>
                  <a:pt x="244205" y="49997"/>
                </a:lnTo>
                <a:lnTo>
                  <a:pt x="244311" y="49560"/>
                </a:lnTo>
                <a:lnTo>
                  <a:pt x="244434" y="49135"/>
                </a:lnTo>
                <a:lnTo>
                  <a:pt x="244573" y="48721"/>
                </a:lnTo>
                <a:lnTo>
                  <a:pt x="244729" y="48318"/>
                </a:lnTo>
                <a:lnTo>
                  <a:pt x="244901" y="47927"/>
                </a:lnTo>
                <a:lnTo>
                  <a:pt x="245089" y="47546"/>
                </a:lnTo>
                <a:lnTo>
                  <a:pt x="245294" y="47178"/>
                </a:lnTo>
                <a:lnTo>
                  <a:pt x="245515" y="46820"/>
                </a:lnTo>
                <a:lnTo>
                  <a:pt x="245753" y="46473"/>
                </a:lnTo>
                <a:lnTo>
                  <a:pt x="246006" y="46138"/>
                </a:lnTo>
                <a:lnTo>
                  <a:pt x="246277" y="45814"/>
                </a:lnTo>
                <a:lnTo>
                  <a:pt x="246563" y="45502"/>
                </a:lnTo>
                <a:lnTo>
                  <a:pt x="246866" y="45200"/>
                </a:lnTo>
                <a:lnTo>
                  <a:pt x="247186" y="44910"/>
                </a:lnTo>
                <a:lnTo>
                  <a:pt x="247522" y="44632"/>
                </a:lnTo>
                <a:lnTo>
                  <a:pt x="247874" y="44364"/>
                </a:lnTo>
                <a:lnTo>
                  <a:pt x="248242" y="44108"/>
                </a:lnTo>
                <a:lnTo>
                  <a:pt x="248627" y="43863"/>
                </a:lnTo>
                <a:lnTo>
                  <a:pt x="249025" y="43628"/>
                </a:lnTo>
                <a:lnTo>
                  <a:pt x="249433" y="43403"/>
                </a:lnTo>
                <a:lnTo>
                  <a:pt x="249851" y="43189"/>
                </a:lnTo>
                <a:lnTo>
                  <a:pt x="250279" y="42984"/>
                </a:lnTo>
                <a:lnTo>
                  <a:pt x="250717" y="42789"/>
                </a:lnTo>
                <a:lnTo>
                  <a:pt x="251165" y="42605"/>
                </a:lnTo>
                <a:lnTo>
                  <a:pt x="251623" y="42430"/>
                </a:lnTo>
                <a:lnTo>
                  <a:pt x="252090" y="42265"/>
                </a:lnTo>
                <a:lnTo>
                  <a:pt x="252568" y="42111"/>
                </a:lnTo>
                <a:lnTo>
                  <a:pt x="253055" y="41966"/>
                </a:lnTo>
                <a:lnTo>
                  <a:pt x="253553" y="41831"/>
                </a:lnTo>
                <a:lnTo>
                  <a:pt x="254060" y="41706"/>
                </a:lnTo>
                <a:lnTo>
                  <a:pt x="254578" y="41591"/>
                </a:lnTo>
                <a:lnTo>
                  <a:pt x="255105" y="41487"/>
                </a:lnTo>
                <a:lnTo>
                  <a:pt x="255643" y="41392"/>
                </a:lnTo>
                <a:lnTo>
                  <a:pt x="256190" y="41307"/>
                </a:lnTo>
                <a:lnTo>
                  <a:pt x="256747" y="41232"/>
                </a:lnTo>
                <a:lnTo>
                  <a:pt x="257314" y="41167"/>
                </a:lnTo>
                <a:lnTo>
                  <a:pt x="257891" y="41112"/>
                </a:lnTo>
                <a:lnTo>
                  <a:pt x="258478" y="41067"/>
                </a:lnTo>
                <a:lnTo>
                  <a:pt x="259075" y="41032"/>
                </a:lnTo>
                <a:lnTo>
                  <a:pt x="259682" y="41007"/>
                </a:lnTo>
                <a:lnTo>
                  <a:pt x="260299" y="40992"/>
                </a:lnTo>
                <a:lnTo>
                  <a:pt x="260926" y="40987"/>
                </a:lnTo>
                <a:lnTo>
                  <a:pt x="261553" y="40994"/>
                </a:lnTo>
                <a:lnTo>
                  <a:pt x="262173" y="41014"/>
                </a:lnTo>
                <a:lnTo>
                  <a:pt x="262784" y="41048"/>
                </a:lnTo>
                <a:lnTo>
                  <a:pt x="263386" y="41095"/>
                </a:lnTo>
                <a:lnTo>
                  <a:pt x="263981" y="41156"/>
                </a:lnTo>
                <a:lnTo>
                  <a:pt x="264567" y="41230"/>
                </a:lnTo>
                <a:lnTo>
                  <a:pt x="265144" y="41318"/>
                </a:lnTo>
                <a:lnTo>
                  <a:pt x="265713" y="41419"/>
                </a:lnTo>
                <a:lnTo>
                  <a:pt x="266274" y="41534"/>
                </a:lnTo>
                <a:lnTo>
                  <a:pt x="266827" y="41662"/>
                </a:lnTo>
                <a:lnTo>
                  <a:pt x="267371" y="41803"/>
                </a:lnTo>
                <a:lnTo>
                  <a:pt x="267907" y="41959"/>
                </a:lnTo>
                <a:lnTo>
                  <a:pt x="268435" y="42127"/>
                </a:lnTo>
                <a:lnTo>
                  <a:pt x="268954" y="42309"/>
                </a:lnTo>
                <a:lnTo>
                  <a:pt x="269465" y="42505"/>
                </a:lnTo>
                <a:lnTo>
                  <a:pt x="269967" y="42714"/>
                </a:lnTo>
                <a:lnTo>
                  <a:pt x="270462" y="42936"/>
                </a:lnTo>
                <a:lnTo>
                  <a:pt x="270948" y="43173"/>
                </a:lnTo>
                <a:lnTo>
                  <a:pt x="271425" y="43422"/>
                </a:lnTo>
                <a:lnTo>
                  <a:pt x="271894" y="43685"/>
                </a:lnTo>
                <a:lnTo>
                  <a:pt x="272355" y="43962"/>
                </a:lnTo>
                <a:lnTo>
                  <a:pt x="272808" y="44252"/>
                </a:lnTo>
                <a:lnTo>
                  <a:pt x="273252" y="44555"/>
                </a:lnTo>
                <a:lnTo>
                  <a:pt x="273688" y="44872"/>
                </a:lnTo>
                <a:lnTo>
                  <a:pt x="274111" y="45205"/>
                </a:lnTo>
                <a:lnTo>
                  <a:pt x="274515" y="45557"/>
                </a:lnTo>
                <a:lnTo>
                  <a:pt x="274902" y="45927"/>
                </a:lnTo>
                <a:lnTo>
                  <a:pt x="275271" y="46316"/>
                </a:lnTo>
                <a:lnTo>
                  <a:pt x="275622" y="46723"/>
                </a:lnTo>
                <a:lnTo>
                  <a:pt x="275954" y="47149"/>
                </a:lnTo>
                <a:lnTo>
                  <a:pt x="276269" y="47593"/>
                </a:lnTo>
                <a:lnTo>
                  <a:pt x="276566" y="48056"/>
                </a:lnTo>
                <a:lnTo>
                  <a:pt x="276845" y="48538"/>
                </a:lnTo>
                <a:lnTo>
                  <a:pt x="277106" y="49038"/>
                </a:lnTo>
                <a:lnTo>
                  <a:pt x="277348" y="49556"/>
                </a:lnTo>
                <a:lnTo>
                  <a:pt x="277573" y="50094"/>
                </a:lnTo>
                <a:lnTo>
                  <a:pt x="277780" y="50650"/>
                </a:lnTo>
                <a:lnTo>
                  <a:pt x="277969" y="51224"/>
                </a:lnTo>
                <a:lnTo>
                  <a:pt x="278140" y="51817"/>
                </a:lnTo>
                <a:lnTo>
                  <a:pt x="278293" y="52428"/>
                </a:lnTo>
                <a:lnTo>
                  <a:pt x="278428" y="53058"/>
                </a:lnTo>
                <a:lnTo>
                  <a:pt x="278545" y="53707"/>
                </a:lnTo>
                <a:lnTo>
                  <a:pt x="278644" y="54374"/>
                </a:lnTo>
                <a:lnTo>
                  <a:pt x="278725" y="55060"/>
                </a:lnTo>
                <a:lnTo>
                  <a:pt x="278788" y="55765"/>
                </a:lnTo>
                <a:lnTo>
                  <a:pt x="278832" y="56487"/>
                </a:lnTo>
                <a:lnTo>
                  <a:pt x="278859" y="57229"/>
                </a:lnTo>
                <a:lnTo>
                  <a:pt x="278868" y="57989"/>
                </a:lnTo>
                <a:lnTo>
                  <a:pt x="292515" y="57989"/>
                </a:lnTo>
                <a:lnTo>
                  <a:pt x="292511" y="57387"/>
                </a:lnTo>
                <a:lnTo>
                  <a:pt x="292498" y="56793"/>
                </a:lnTo>
                <a:lnTo>
                  <a:pt x="292476" y="56205"/>
                </a:lnTo>
                <a:lnTo>
                  <a:pt x="292446" y="55624"/>
                </a:lnTo>
                <a:lnTo>
                  <a:pt x="292407" y="55050"/>
                </a:lnTo>
                <a:lnTo>
                  <a:pt x="292360" y="54483"/>
                </a:lnTo>
                <a:lnTo>
                  <a:pt x="292304" y="53923"/>
                </a:lnTo>
                <a:lnTo>
                  <a:pt x="292239" y="53370"/>
                </a:lnTo>
                <a:lnTo>
                  <a:pt x="292166" y="52824"/>
                </a:lnTo>
                <a:lnTo>
                  <a:pt x="292084" y="52284"/>
                </a:lnTo>
                <a:lnTo>
                  <a:pt x="291993" y="51752"/>
                </a:lnTo>
                <a:lnTo>
                  <a:pt x="291894" y="51226"/>
                </a:lnTo>
                <a:lnTo>
                  <a:pt x="291786" y="50708"/>
                </a:lnTo>
                <a:lnTo>
                  <a:pt x="291669" y="50196"/>
                </a:lnTo>
                <a:lnTo>
                  <a:pt x="291544" y="49691"/>
                </a:lnTo>
                <a:lnTo>
                  <a:pt x="291411" y="49193"/>
                </a:lnTo>
                <a:lnTo>
                  <a:pt x="291268" y="48703"/>
                </a:lnTo>
                <a:lnTo>
                  <a:pt x="291117" y="48219"/>
                </a:lnTo>
                <a:lnTo>
                  <a:pt x="290958" y="47741"/>
                </a:lnTo>
                <a:lnTo>
                  <a:pt x="290789" y="47271"/>
                </a:lnTo>
                <a:lnTo>
                  <a:pt x="290612" y="46808"/>
                </a:lnTo>
                <a:lnTo>
                  <a:pt x="290427" y="46352"/>
                </a:lnTo>
                <a:lnTo>
                  <a:pt x="290233" y="45902"/>
                </a:lnTo>
                <a:lnTo>
                  <a:pt x="290030" y="45460"/>
                </a:lnTo>
                <a:lnTo>
                  <a:pt x="289820" y="45024"/>
                </a:lnTo>
                <a:lnTo>
                  <a:pt x="289603" y="44595"/>
                </a:lnTo>
                <a:lnTo>
                  <a:pt x="289379" y="44173"/>
                </a:lnTo>
                <a:lnTo>
                  <a:pt x="289149" y="43758"/>
                </a:lnTo>
                <a:lnTo>
                  <a:pt x="288912" y="43349"/>
                </a:lnTo>
                <a:lnTo>
                  <a:pt x="288669" y="42947"/>
                </a:lnTo>
                <a:lnTo>
                  <a:pt x="288419" y="42552"/>
                </a:lnTo>
                <a:lnTo>
                  <a:pt x="288163" y="42164"/>
                </a:lnTo>
                <a:lnTo>
                  <a:pt x="287900" y="41782"/>
                </a:lnTo>
                <a:lnTo>
                  <a:pt x="287630" y="41408"/>
                </a:lnTo>
                <a:lnTo>
                  <a:pt x="287354" y="41040"/>
                </a:lnTo>
                <a:lnTo>
                  <a:pt x="287071" y="40678"/>
                </a:lnTo>
                <a:lnTo>
                  <a:pt x="286782" y="40324"/>
                </a:lnTo>
                <a:lnTo>
                  <a:pt x="286486" y="39976"/>
                </a:lnTo>
                <a:lnTo>
                  <a:pt x="286183" y="39635"/>
                </a:lnTo>
                <a:lnTo>
                  <a:pt x="285874" y="39301"/>
                </a:lnTo>
                <a:lnTo>
                  <a:pt x="285559" y="38973"/>
                </a:lnTo>
                <a:lnTo>
                  <a:pt x="285236" y="38653"/>
                </a:lnTo>
                <a:lnTo>
                  <a:pt x="284907" y="38339"/>
                </a:lnTo>
                <a:lnTo>
                  <a:pt x="284572" y="38032"/>
                </a:lnTo>
                <a:lnTo>
                  <a:pt x="284230" y="37731"/>
                </a:lnTo>
                <a:lnTo>
                  <a:pt x="283881" y="37438"/>
                </a:lnTo>
                <a:lnTo>
                  <a:pt x="283526" y="37151"/>
                </a:lnTo>
                <a:lnTo>
                  <a:pt x="283165" y="36871"/>
                </a:lnTo>
                <a:lnTo>
                  <a:pt x="282797" y="36597"/>
                </a:lnTo>
                <a:lnTo>
                  <a:pt x="282425" y="36329"/>
                </a:lnTo>
                <a:lnTo>
                  <a:pt x="282049" y="36068"/>
                </a:lnTo>
                <a:lnTo>
                  <a:pt x="281668" y="35812"/>
                </a:lnTo>
                <a:lnTo>
                  <a:pt x="281283" y="35562"/>
                </a:lnTo>
                <a:lnTo>
                  <a:pt x="280893" y="35318"/>
                </a:lnTo>
                <a:lnTo>
                  <a:pt x="280498" y="35080"/>
                </a:lnTo>
                <a:lnTo>
                  <a:pt x="280099" y="34849"/>
                </a:lnTo>
                <a:lnTo>
                  <a:pt x="279696" y="34623"/>
                </a:lnTo>
                <a:lnTo>
                  <a:pt x="279288" y="34403"/>
                </a:lnTo>
                <a:lnTo>
                  <a:pt x="278875" y="34189"/>
                </a:lnTo>
                <a:lnTo>
                  <a:pt x="278458" y="33982"/>
                </a:lnTo>
                <a:lnTo>
                  <a:pt x="278036" y="33780"/>
                </a:lnTo>
                <a:lnTo>
                  <a:pt x="277610" y="33584"/>
                </a:lnTo>
                <a:lnTo>
                  <a:pt x="277179" y="33394"/>
                </a:lnTo>
                <a:lnTo>
                  <a:pt x="276744" y="33210"/>
                </a:lnTo>
                <a:lnTo>
                  <a:pt x="276304" y="33032"/>
                </a:lnTo>
                <a:lnTo>
                  <a:pt x="275860" y="32861"/>
                </a:lnTo>
                <a:lnTo>
                  <a:pt x="275411" y="32695"/>
                </a:lnTo>
                <a:lnTo>
                  <a:pt x="274957" y="32535"/>
                </a:lnTo>
                <a:lnTo>
                  <a:pt x="274499" y="32381"/>
                </a:lnTo>
                <a:lnTo>
                  <a:pt x="274037" y="32233"/>
                </a:lnTo>
                <a:lnTo>
                  <a:pt x="273570" y="32091"/>
                </a:lnTo>
                <a:lnTo>
                  <a:pt x="273098" y="31955"/>
                </a:lnTo>
                <a:lnTo>
                  <a:pt x="272623" y="31825"/>
                </a:lnTo>
                <a:lnTo>
                  <a:pt x="272145" y="31701"/>
                </a:lnTo>
                <a:lnTo>
                  <a:pt x="271664" y="31582"/>
                </a:lnTo>
                <a:lnTo>
                  <a:pt x="271181" y="31468"/>
                </a:lnTo>
                <a:lnTo>
                  <a:pt x="270694" y="31360"/>
                </a:lnTo>
                <a:lnTo>
                  <a:pt x="270205" y="31258"/>
                </a:lnTo>
                <a:lnTo>
                  <a:pt x="269713" y="31161"/>
                </a:lnTo>
                <a:lnTo>
                  <a:pt x="269219" y="31070"/>
                </a:lnTo>
                <a:lnTo>
                  <a:pt x="268721" y="30984"/>
                </a:lnTo>
                <a:lnTo>
                  <a:pt x="268221" y="30904"/>
                </a:lnTo>
                <a:lnTo>
                  <a:pt x="267718" y="30829"/>
                </a:lnTo>
                <a:lnTo>
                  <a:pt x="267212" y="30760"/>
                </a:lnTo>
                <a:lnTo>
                  <a:pt x="266704" y="30696"/>
                </a:lnTo>
                <a:lnTo>
                  <a:pt x="266192" y="30638"/>
                </a:lnTo>
                <a:lnTo>
                  <a:pt x="265678" y="30585"/>
                </a:lnTo>
                <a:lnTo>
                  <a:pt x="265161" y="30538"/>
                </a:lnTo>
                <a:lnTo>
                  <a:pt x="264641" y="30497"/>
                </a:lnTo>
                <a:lnTo>
                  <a:pt x="264119" y="30461"/>
                </a:lnTo>
                <a:lnTo>
                  <a:pt x="263594" y="30430"/>
                </a:lnTo>
                <a:lnTo>
                  <a:pt x="263066" y="30405"/>
                </a:lnTo>
                <a:lnTo>
                  <a:pt x="262535" y="30386"/>
                </a:lnTo>
                <a:lnTo>
                  <a:pt x="262001" y="30372"/>
                </a:lnTo>
                <a:lnTo>
                  <a:pt x="261465" y="30364"/>
                </a:lnTo>
                <a:lnTo>
                  <a:pt x="260926" y="30361"/>
                </a:lnTo>
                <a:lnTo>
                  <a:pt x="260380" y="30364"/>
                </a:lnTo>
                <a:lnTo>
                  <a:pt x="259837" y="30371"/>
                </a:lnTo>
                <a:lnTo>
                  <a:pt x="259298" y="30384"/>
                </a:lnTo>
                <a:lnTo>
                  <a:pt x="258763" y="30402"/>
                </a:lnTo>
                <a:lnTo>
                  <a:pt x="258230" y="30425"/>
                </a:lnTo>
                <a:lnTo>
                  <a:pt x="257701" y="30452"/>
                </a:lnTo>
                <a:lnTo>
                  <a:pt x="257175" y="30485"/>
                </a:lnTo>
                <a:lnTo>
                  <a:pt x="256653" y="30524"/>
                </a:lnTo>
                <a:lnTo>
                  <a:pt x="256134" y="30567"/>
                </a:lnTo>
                <a:lnTo>
                  <a:pt x="255619" y="30615"/>
                </a:lnTo>
                <a:lnTo>
                  <a:pt x="255106" y="30668"/>
                </a:lnTo>
                <a:lnTo>
                  <a:pt x="254598" y="30727"/>
                </a:lnTo>
                <a:lnTo>
                  <a:pt x="254092" y="30790"/>
                </a:lnTo>
                <a:lnTo>
                  <a:pt x="253590" y="30859"/>
                </a:lnTo>
                <a:lnTo>
                  <a:pt x="253091" y="30932"/>
                </a:lnTo>
                <a:lnTo>
                  <a:pt x="252596" y="31011"/>
                </a:lnTo>
                <a:lnTo>
                  <a:pt x="252104" y="31095"/>
                </a:lnTo>
                <a:lnTo>
                  <a:pt x="251615" y="31184"/>
                </a:lnTo>
                <a:lnTo>
                  <a:pt x="251130" y="31278"/>
                </a:lnTo>
                <a:lnTo>
                  <a:pt x="250648" y="31377"/>
                </a:lnTo>
                <a:lnTo>
                  <a:pt x="250169" y="31481"/>
                </a:lnTo>
                <a:lnTo>
                  <a:pt x="249694" y="31590"/>
                </a:lnTo>
                <a:lnTo>
                  <a:pt x="249222" y="31704"/>
                </a:lnTo>
                <a:lnTo>
                  <a:pt x="248754" y="31824"/>
                </a:lnTo>
                <a:lnTo>
                  <a:pt x="248289" y="31948"/>
                </a:lnTo>
                <a:lnTo>
                  <a:pt x="247830" y="32077"/>
                </a:lnTo>
                <a:lnTo>
                  <a:pt x="247375" y="32211"/>
                </a:lnTo>
                <a:lnTo>
                  <a:pt x="246926" y="32350"/>
                </a:lnTo>
                <a:lnTo>
                  <a:pt x="246482" y="32494"/>
                </a:lnTo>
                <a:lnTo>
                  <a:pt x="246042" y="32642"/>
                </a:lnTo>
                <a:lnTo>
                  <a:pt x="245608" y="32796"/>
                </a:lnTo>
                <a:lnTo>
                  <a:pt x="245178" y="32955"/>
                </a:lnTo>
                <a:lnTo>
                  <a:pt x="244754" y="33118"/>
                </a:lnTo>
                <a:lnTo>
                  <a:pt x="244334" y="33287"/>
                </a:lnTo>
                <a:lnTo>
                  <a:pt x="243919" y="33460"/>
                </a:lnTo>
                <a:lnTo>
                  <a:pt x="243510" y="33638"/>
                </a:lnTo>
                <a:lnTo>
                  <a:pt x="243105" y="33821"/>
                </a:lnTo>
                <a:lnTo>
                  <a:pt x="242705" y="34010"/>
                </a:lnTo>
                <a:lnTo>
                  <a:pt x="242311" y="34203"/>
                </a:lnTo>
                <a:lnTo>
                  <a:pt x="241921" y="34401"/>
                </a:lnTo>
                <a:lnTo>
                  <a:pt x="241536" y="34604"/>
                </a:lnTo>
                <a:lnTo>
                  <a:pt x="241156" y="34811"/>
                </a:lnTo>
                <a:lnTo>
                  <a:pt x="240782" y="35024"/>
                </a:lnTo>
                <a:lnTo>
                  <a:pt x="240412" y="35242"/>
                </a:lnTo>
                <a:lnTo>
                  <a:pt x="240047" y="35464"/>
                </a:lnTo>
                <a:lnTo>
                  <a:pt x="239687" y="35692"/>
                </a:lnTo>
                <a:lnTo>
                  <a:pt x="239332" y="35924"/>
                </a:lnTo>
                <a:lnTo>
                  <a:pt x="238982" y="36162"/>
                </a:lnTo>
                <a:lnTo>
                  <a:pt x="238638" y="36404"/>
                </a:lnTo>
                <a:lnTo>
                  <a:pt x="238300" y="36651"/>
                </a:lnTo>
                <a:lnTo>
                  <a:pt x="237968" y="36903"/>
                </a:lnTo>
                <a:lnTo>
                  <a:pt x="237644" y="37160"/>
                </a:lnTo>
                <a:lnTo>
                  <a:pt x="237325" y="37422"/>
                </a:lnTo>
                <a:lnTo>
                  <a:pt x="237013" y="37689"/>
                </a:lnTo>
                <a:lnTo>
                  <a:pt x="236707" y="37961"/>
                </a:lnTo>
                <a:lnTo>
                  <a:pt x="236408" y="38238"/>
                </a:lnTo>
                <a:lnTo>
                  <a:pt x="236115" y="38520"/>
                </a:lnTo>
                <a:lnTo>
                  <a:pt x="235829" y="38806"/>
                </a:lnTo>
                <a:lnTo>
                  <a:pt x="235549" y="39098"/>
                </a:lnTo>
                <a:lnTo>
                  <a:pt x="235275" y="39394"/>
                </a:lnTo>
                <a:lnTo>
                  <a:pt x="235008" y="39696"/>
                </a:lnTo>
                <a:lnTo>
                  <a:pt x="234748" y="40002"/>
                </a:lnTo>
                <a:lnTo>
                  <a:pt x="234494" y="40313"/>
                </a:lnTo>
                <a:lnTo>
                  <a:pt x="234246" y="40629"/>
                </a:lnTo>
                <a:lnTo>
                  <a:pt x="234005" y="40950"/>
                </a:lnTo>
                <a:lnTo>
                  <a:pt x="233770" y="41276"/>
                </a:lnTo>
                <a:lnTo>
                  <a:pt x="233541" y="41607"/>
                </a:lnTo>
                <a:lnTo>
                  <a:pt x="233319" y="41943"/>
                </a:lnTo>
                <a:lnTo>
                  <a:pt x="233104" y="42284"/>
                </a:lnTo>
                <a:lnTo>
                  <a:pt x="232895" y="42629"/>
                </a:lnTo>
                <a:lnTo>
                  <a:pt x="232692" y="42980"/>
                </a:lnTo>
                <a:lnTo>
                  <a:pt x="232496" y="43336"/>
                </a:lnTo>
                <a:lnTo>
                  <a:pt x="232307" y="43696"/>
                </a:lnTo>
                <a:lnTo>
                  <a:pt x="232126" y="44061"/>
                </a:lnTo>
                <a:lnTo>
                  <a:pt x="231953" y="44430"/>
                </a:lnTo>
                <a:lnTo>
                  <a:pt x="231788" y="44805"/>
                </a:lnTo>
                <a:lnTo>
                  <a:pt x="231631" y="45184"/>
                </a:lnTo>
                <a:lnTo>
                  <a:pt x="231482" y="45568"/>
                </a:lnTo>
                <a:lnTo>
                  <a:pt x="231341" y="45957"/>
                </a:lnTo>
                <a:lnTo>
                  <a:pt x="231209" y="46350"/>
                </a:lnTo>
                <a:lnTo>
                  <a:pt x="231084" y="46749"/>
                </a:lnTo>
                <a:lnTo>
                  <a:pt x="230967" y="47152"/>
                </a:lnTo>
                <a:lnTo>
                  <a:pt x="230859" y="47560"/>
                </a:lnTo>
                <a:lnTo>
                  <a:pt x="230758" y="47972"/>
                </a:lnTo>
                <a:lnTo>
                  <a:pt x="230666" y="48389"/>
                </a:lnTo>
                <a:lnTo>
                  <a:pt x="230581" y="48812"/>
                </a:lnTo>
                <a:lnTo>
                  <a:pt x="230505" y="49239"/>
                </a:lnTo>
                <a:lnTo>
                  <a:pt x="230437" y="49670"/>
                </a:lnTo>
                <a:lnTo>
                  <a:pt x="230376" y="50107"/>
                </a:lnTo>
                <a:lnTo>
                  <a:pt x="230324" y="50548"/>
                </a:lnTo>
                <a:lnTo>
                  <a:pt x="230280" y="50994"/>
                </a:lnTo>
                <a:lnTo>
                  <a:pt x="230243" y="51445"/>
                </a:lnTo>
                <a:lnTo>
                  <a:pt x="230215" y="51900"/>
                </a:lnTo>
                <a:lnTo>
                  <a:pt x="230195" y="52360"/>
                </a:lnTo>
                <a:lnTo>
                  <a:pt x="230183" y="52825"/>
                </a:lnTo>
                <a:lnTo>
                  <a:pt x="230179" y="53295"/>
                </a:lnTo>
                <a:lnTo>
                  <a:pt x="230185" y="53903"/>
                </a:lnTo>
                <a:lnTo>
                  <a:pt x="230202" y="54503"/>
                </a:lnTo>
                <a:lnTo>
                  <a:pt x="230230" y="55093"/>
                </a:lnTo>
                <a:lnTo>
                  <a:pt x="230270" y="55675"/>
                </a:lnTo>
                <a:lnTo>
                  <a:pt x="230322" y="56248"/>
                </a:lnTo>
                <a:lnTo>
                  <a:pt x="230384" y="56813"/>
                </a:lnTo>
                <a:lnTo>
                  <a:pt x="230459" y="57368"/>
                </a:lnTo>
                <a:lnTo>
                  <a:pt x="230544" y="57915"/>
                </a:lnTo>
                <a:lnTo>
                  <a:pt x="230641" y="58453"/>
                </a:lnTo>
                <a:lnTo>
                  <a:pt x="230749" y="58982"/>
                </a:lnTo>
                <a:lnTo>
                  <a:pt x="230869" y="59503"/>
                </a:lnTo>
                <a:lnTo>
                  <a:pt x="231000" y="60014"/>
                </a:lnTo>
                <a:lnTo>
                  <a:pt x="231143" y="60517"/>
                </a:lnTo>
                <a:lnTo>
                  <a:pt x="231297" y="61012"/>
                </a:lnTo>
                <a:lnTo>
                  <a:pt x="231462" y="61497"/>
                </a:lnTo>
                <a:lnTo>
                  <a:pt x="231639" y="61974"/>
                </a:lnTo>
                <a:lnTo>
                  <a:pt x="231827" y="62441"/>
                </a:lnTo>
                <a:lnTo>
                  <a:pt x="232027" y="62901"/>
                </a:lnTo>
                <a:lnTo>
                  <a:pt x="232238" y="63351"/>
                </a:lnTo>
                <a:lnTo>
                  <a:pt x="232461" y="63793"/>
                </a:lnTo>
                <a:lnTo>
                  <a:pt x="232694" y="64225"/>
                </a:lnTo>
                <a:lnTo>
                  <a:pt x="232940" y="64649"/>
                </a:lnTo>
                <a:lnTo>
                  <a:pt x="233196" y="65065"/>
                </a:lnTo>
                <a:lnTo>
                  <a:pt x="233464" y="65471"/>
                </a:lnTo>
                <a:lnTo>
                  <a:pt x="233744" y="65870"/>
                </a:lnTo>
                <a:lnTo>
                  <a:pt x="234034" y="66264"/>
                </a:lnTo>
                <a:lnTo>
                  <a:pt x="234336" y="66651"/>
                </a:lnTo>
                <a:lnTo>
                  <a:pt x="234648" y="67033"/>
                </a:lnTo>
                <a:lnTo>
                  <a:pt x="234972" y="67409"/>
                </a:lnTo>
                <a:lnTo>
                  <a:pt x="235307" y="67779"/>
                </a:lnTo>
                <a:lnTo>
                  <a:pt x="235653" y="68143"/>
                </a:lnTo>
                <a:lnTo>
                  <a:pt x="236010" y="68501"/>
                </a:lnTo>
                <a:lnTo>
                  <a:pt x="236378" y="68854"/>
                </a:lnTo>
                <a:lnTo>
                  <a:pt x="236758" y="69201"/>
                </a:lnTo>
                <a:lnTo>
                  <a:pt x="237148" y="69541"/>
                </a:lnTo>
                <a:lnTo>
                  <a:pt x="237550" y="69876"/>
                </a:lnTo>
                <a:lnTo>
                  <a:pt x="237963" y="70206"/>
                </a:lnTo>
                <a:lnTo>
                  <a:pt x="238386" y="70529"/>
                </a:lnTo>
                <a:lnTo>
                  <a:pt x="238821" y="70846"/>
                </a:lnTo>
                <a:lnTo>
                  <a:pt x="239267" y="71158"/>
                </a:lnTo>
                <a:lnTo>
                  <a:pt x="239725" y="71464"/>
                </a:lnTo>
                <a:lnTo>
                  <a:pt x="240193" y="71764"/>
                </a:lnTo>
                <a:lnTo>
                  <a:pt x="240672" y="72058"/>
                </a:lnTo>
                <a:lnTo>
                  <a:pt x="241163" y="72346"/>
                </a:lnTo>
                <a:lnTo>
                  <a:pt x="241664" y="72629"/>
                </a:lnTo>
                <a:lnTo>
                  <a:pt x="242177" y="72905"/>
                </a:lnTo>
                <a:lnTo>
                  <a:pt x="242701" y="73176"/>
                </a:lnTo>
                <a:lnTo>
                  <a:pt x="243236" y="73441"/>
                </a:lnTo>
                <a:lnTo>
                  <a:pt x="243782" y="73702"/>
                </a:lnTo>
                <a:lnTo>
                  <a:pt x="244339" y="73960"/>
                </a:lnTo>
                <a:lnTo>
                  <a:pt x="244906" y="74215"/>
                </a:lnTo>
                <a:lnTo>
                  <a:pt x="245485" y="74468"/>
                </a:lnTo>
                <a:lnTo>
                  <a:pt x="246074" y="74718"/>
                </a:lnTo>
                <a:lnTo>
                  <a:pt x="246674" y="74966"/>
                </a:lnTo>
                <a:lnTo>
                  <a:pt x="247285" y="75211"/>
                </a:lnTo>
                <a:lnTo>
                  <a:pt x="247906" y="75453"/>
                </a:lnTo>
                <a:lnTo>
                  <a:pt x="248539" y="75693"/>
                </a:lnTo>
                <a:lnTo>
                  <a:pt x="249182" y="75930"/>
                </a:lnTo>
                <a:lnTo>
                  <a:pt x="249836" y="76165"/>
                </a:lnTo>
                <a:lnTo>
                  <a:pt x="250501" y="76397"/>
                </a:lnTo>
                <a:lnTo>
                  <a:pt x="251177" y="76626"/>
                </a:lnTo>
                <a:lnTo>
                  <a:pt x="251864" y="76853"/>
                </a:lnTo>
                <a:lnTo>
                  <a:pt x="252561" y="77077"/>
                </a:lnTo>
                <a:lnTo>
                  <a:pt x="253270" y="77298"/>
                </a:lnTo>
                <a:lnTo>
                  <a:pt x="253989" y="77517"/>
                </a:lnTo>
                <a:lnTo>
                  <a:pt x="254719" y="77733"/>
                </a:lnTo>
                <a:lnTo>
                  <a:pt x="255459" y="77947"/>
                </a:lnTo>
                <a:lnTo>
                  <a:pt x="256211" y="78158"/>
                </a:lnTo>
                <a:lnTo>
                  <a:pt x="256973" y="78366"/>
                </a:lnTo>
                <a:lnTo>
                  <a:pt x="257746" y="78572"/>
                </a:lnTo>
                <a:lnTo>
                  <a:pt x="258530" y="78775"/>
                </a:lnTo>
                <a:lnTo>
                  <a:pt x="259325" y="78976"/>
                </a:lnTo>
                <a:lnTo>
                  <a:pt x="260303" y="79234"/>
                </a:lnTo>
                <a:lnTo>
                  <a:pt x="261255" y="79491"/>
                </a:lnTo>
                <a:lnTo>
                  <a:pt x="262182" y="79749"/>
                </a:lnTo>
                <a:lnTo>
                  <a:pt x="263084" y="80006"/>
                </a:lnTo>
                <a:lnTo>
                  <a:pt x="263962" y="80263"/>
                </a:lnTo>
                <a:lnTo>
                  <a:pt x="264814" y="80520"/>
                </a:lnTo>
                <a:lnTo>
                  <a:pt x="265641" y="80776"/>
                </a:lnTo>
                <a:lnTo>
                  <a:pt x="266443" y="81032"/>
                </a:lnTo>
                <a:lnTo>
                  <a:pt x="267221" y="81288"/>
                </a:lnTo>
                <a:lnTo>
                  <a:pt x="267973" y="81543"/>
                </a:lnTo>
                <a:lnTo>
                  <a:pt x="268700" y="81798"/>
                </a:lnTo>
                <a:lnTo>
                  <a:pt x="269402" y="82053"/>
                </a:lnTo>
                <a:lnTo>
                  <a:pt x="270079" y="82308"/>
                </a:lnTo>
                <a:lnTo>
                  <a:pt x="270732" y="82562"/>
                </a:lnTo>
                <a:lnTo>
                  <a:pt x="271359" y="82816"/>
                </a:lnTo>
                <a:lnTo>
                  <a:pt x="271961" y="83069"/>
                </a:lnTo>
                <a:lnTo>
                  <a:pt x="272538" y="83323"/>
                </a:lnTo>
                <a:lnTo>
                  <a:pt x="273090" y="83576"/>
                </a:lnTo>
                <a:lnTo>
                  <a:pt x="273617" y="83828"/>
                </a:lnTo>
                <a:lnTo>
                  <a:pt x="274120" y="84081"/>
                </a:lnTo>
                <a:lnTo>
                  <a:pt x="274597" y="84333"/>
                </a:lnTo>
                <a:lnTo>
                  <a:pt x="275049" y="84585"/>
                </a:lnTo>
                <a:lnTo>
                  <a:pt x="275476" y="84836"/>
                </a:lnTo>
                <a:lnTo>
                  <a:pt x="275878" y="85087"/>
                </a:lnTo>
                <a:lnTo>
                  <a:pt x="276260" y="85344"/>
                </a:lnTo>
                <a:lnTo>
                  <a:pt x="276625" y="85612"/>
                </a:lnTo>
                <a:lnTo>
                  <a:pt x="276974" y="85892"/>
                </a:lnTo>
                <a:lnTo>
                  <a:pt x="277307" y="86184"/>
                </a:lnTo>
                <a:lnTo>
                  <a:pt x="277623" y="86487"/>
                </a:lnTo>
                <a:lnTo>
                  <a:pt x="277923" y="86802"/>
                </a:lnTo>
                <a:lnTo>
                  <a:pt x="278208" y="87129"/>
                </a:lnTo>
                <a:lnTo>
                  <a:pt x="278475" y="87468"/>
                </a:lnTo>
                <a:lnTo>
                  <a:pt x="278727" y="87818"/>
                </a:lnTo>
                <a:lnTo>
                  <a:pt x="278962" y="88180"/>
                </a:lnTo>
                <a:lnTo>
                  <a:pt x="279182" y="88553"/>
                </a:lnTo>
                <a:lnTo>
                  <a:pt x="279384" y="88938"/>
                </a:lnTo>
                <a:lnTo>
                  <a:pt x="279571" y="89335"/>
                </a:lnTo>
                <a:lnTo>
                  <a:pt x="279742" y="89744"/>
                </a:lnTo>
                <a:lnTo>
                  <a:pt x="279896" y="90164"/>
                </a:lnTo>
                <a:lnTo>
                  <a:pt x="280034" y="90596"/>
                </a:lnTo>
                <a:lnTo>
                  <a:pt x="280156" y="91040"/>
                </a:lnTo>
                <a:lnTo>
                  <a:pt x="280261" y="91495"/>
                </a:lnTo>
                <a:lnTo>
                  <a:pt x="280350" y="91962"/>
                </a:lnTo>
                <a:lnTo>
                  <a:pt x="280423" y="92441"/>
                </a:lnTo>
                <a:lnTo>
                  <a:pt x="280480" y="92931"/>
                </a:lnTo>
                <a:lnTo>
                  <a:pt x="280521" y="93433"/>
                </a:lnTo>
                <a:lnTo>
                  <a:pt x="280545" y="93947"/>
                </a:lnTo>
                <a:lnTo>
                  <a:pt x="280553" y="94472"/>
                </a:lnTo>
                <a:lnTo>
                  <a:pt x="280544" y="95086"/>
                </a:lnTo>
                <a:lnTo>
                  <a:pt x="280517" y="95685"/>
                </a:lnTo>
                <a:lnTo>
                  <a:pt x="280472" y="96270"/>
                </a:lnTo>
                <a:lnTo>
                  <a:pt x="280409" y="96840"/>
                </a:lnTo>
                <a:lnTo>
                  <a:pt x="280328" y="97396"/>
                </a:lnTo>
                <a:lnTo>
                  <a:pt x="280229" y="97937"/>
                </a:lnTo>
                <a:lnTo>
                  <a:pt x="280113" y="98464"/>
                </a:lnTo>
                <a:lnTo>
                  <a:pt x="279978" y="98976"/>
                </a:lnTo>
                <a:lnTo>
                  <a:pt x="279825" y="99473"/>
                </a:lnTo>
                <a:lnTo>
                  <a:pt x="279654" y="99956"/>
                </a:lnTo>
                <a:lnTo>
                  <a:pt x="279465" y="100425"/>
                </a:lnTo>
                <a:lnTo>
                  <a:pt x="279258" y="100879"/>
                </a:lnTo>
                <a:lnTo>
                  <a:pt x="279033" y="101318"/>
                </a:lnTo>
                <a:lnTo>
                  <a:pt x="278790" y="101743"/>
                </a:lnTo>
                <a:lnTo>
                  <a:pt x="278530" y="102153"/>
                </a:lnTo>
                <a:lnTo>
                  <a:pt x="278251" y="102549"/>
                </a:lnTo>
                <a:lnTo>
                  <a:pt x="277954" y="102930"/>
                </a:lnTo>
                <a:lnTo>
                  <a:pt x="277639" y="103296"/>
                </a:lnTo>
                <a:lnTo>
                  <a:pt x="277306" y="103649"/>
                </a:lnTo>
                <a:lnTo>
                  <a:pt x="276956" y="103986"/>
                </a:lnTo>
                <a:lnTo>
                  <a:pt x="276587" y="104309"/>
                </a:lnTo>
                <a:lnTo>
                  <a:pt x="276200" y="104618"/>
                </a:lnTo>
                <a:lnTo>
                  <a:pt x="275795" y="104912"/>
                </a:lnTo>
                <a:lnTo>
                  <a:pt x="275373" y="105191"/>
                </a:lnTo>
                <a:lnTo>
                  <a:pt x="274936" y="105457"/>
                </a:lnTo>
                <a:lnTo>
                  <a:pt x="274490" y="105712"/>
                </a:lnTo>
                <a:lnTo>
                  <a:pt x="274033" y="105956"/>
                </a:lnTo>
                <a:lnTo>
                  <a:pt x="273567" y="106189"/>
                </a:lnTo>
                <a:lnTo>
                  <a:pt x="273092" y="106410"/>
                </a:lnTo>
                <a:lnTo>
                  <a:pt x="272606" y="106620"/>
                </a:lnTo>
                <a:lnTo>
                  <a:pt x="272111" y="106818"/>
                </a:lnTo>
                <a:lnTo>
                  <a:pt x="271605" y="107005"/>
                </a:lnTo>
                <a:lnTo>
                  <a:pt x="271090" y="107181"/>
                </a:lnTo>
                <a:lnTo>
                  <a:pt x="270566" y="107345"/>
                </a:lnTo>
                <a:lnTo>
                  <a:pt x="270031" y="107498"/>
                </a:lnTo>
                <a:lnTo>
                  <a:pt x="269487" y="107640"/>
                </a:lnTo>
                <a:lnTo>
                  <a:pt x="268932" y="107770"/>
                </a:lnTo>
                <a:lnTo>
                  <a:pt x="268368" y="107889"/>
                </a:lnTo>
                <a:lnTo>
                  <a:pt x="267795" y="107997"/>
                </a:lnTo>
                <a:lnTo>
                  <a:pt x="267211" y="108093"/>
                </a:lnTo>
                <a:lnTo>
                  <a:pt x="266618" y="108179"/>
                </a:lnTo>
                <a:lnTo>
                  <a:pt x="266014" y="108252"/>
                </a:lnTo>
                <a:lnTo>
                  <a:pt x="265401" y="108315"/>
                </a:lnTo>
                <a:lnTo>
                  <a:pt x="264779" y="108366"/>
                </a:lnTo>
                <a:lnTo>
                  <a:pt x="264146" y="108405"/>
                </a:lnTo>
                <a:lnTo>
                  <a:pt x="263504" y="108434"/>
                </a:lnTo>
                <a:lnTo>
                  <a:pt x="262851" y="108451"/>
                </a:lnTo>
                <a:lnTo>
                  <a:pt x="262189" y="108456"/>
                </a:lnTo>
                <a:lnTo>
                  <a:pt x="261450" y="108449"/>
                </a:lnTo>
                <a:lnTo>
                  <a:pt x="260722" y="108428"/>
                </a:lnTo>
                <a:lnTo>
                  <a:pt x="260003" y="108392"/>
                </a:lnTo>
                <a:lnTo>
                  <a:pt x="259295" y="108342"/>
                </a:lnTo>
                <a:lnTo>
                  <a:pt x="258597" y="108278"/>
                </a:lnTo>
                <a:lnTo>
                  <a:pt x="257909" y="108200"/>
                </a:lnTo>
                <a:lnTo>
                  <a:pt x="257232" y="108107"/>
                </a:lnTo>
                <a:lnTo>
                  <a:pt x="256564" y="108001"/>
                </a:lnTo>
                <a:lnTo>
                  <a:pt x="255907" y="107880"/>
                </a:lnTo>
                <a:lnTo>
                  <a:pt x="255260" y="107744"/>
                </a:lnTo>
                <a:lnTo>
                  <a:pt x="254624" y="107595"/>
                </a:lnTo>
                <a:lnTo>
                  <a:pt x="253997" y="107431"/>
                </a:lnTo>
                <a:lnTo>
                  <a:pt x="253381" y="107253"/>
                </a:lnTo>
                <a:lnTo>
                  <a:pt x="252775" y="107061"/>
                </a:lnTo>
                <a:lnTo>
                  <a:pt x="252180" y="106854"/>
                </a:lnTo>
                <a:lnTo>
                  <a:pt x="251594" y="106634"/>
                </a:lnTo>
                <a:lnTo>
                  <a:pt x="251019" y="106399"/>
                </a:lnTo>
                <a:lnTo>
                  <a:pt x="250454" y="106150"/>
                </a:lnTo>
                <a:lnTo>
                  <a:pt x="249899" y="105886"/>
                </a:lnTo>
                <a:lnTo>
                  <a:pt x="249355" y="105608"/>
                </a:lnTo>
                <a:lnTo>
                  <a:pt x="248821" y="105317"/>
                </a:lnTo>
                <a:lnTo>
                  <a:pt x="248297" y="105010"/>
                </a:lnTo>
                <a:lnTo>
                  <a:pt x="247783" y="104690"/>
                </a:lnTo>
                <a:lnTo>
                  <a:pt x="247279" y="104355"/>
                </a:lnTo>
                <a:lnTo>
                  <a:pt x="246791" y="104003"/>
                </a:lnTo>
                <a:lnTo>
                  <a:pt x="246324" y="103629"/>
                </a:lnTo>
                <a:lnTo>
                  <a:pt x="245878" y="103234"/>
                </a:lnTo>
                <a:lnTo>
                  <a:pt x="245452" y="102818"/>
                </a:lnTo>
                <a:lnTo>
                  <a:pt x="245047" y="102381"/>
                </a:lnTo>
                <a:lnTo>
                  <a:pt x="244663" y="101922"/>
                </a:lnTo>
                <a:lnTo>
                  <a:pt x="244299" y="101443"/>
                </a:lnTo>
                <a:lnTo>
                  <a:pt x="243957" y="100942"/>
                </a:lnTo>
                <a:lnTo>
                  <a:pt x="243635" y="100419"/>
                </a:lnTo>
                <a:lnTo>
                  <a:pt x="243334" y="99876"/>
                </a:lnTo>
                <a:lnTo>
                  <a:pt x="243053" y="99312"/>
                </a:lnTo>
                <a:lnTo>
                  <a:pt x="242794" y="98726"/>
                </a:lnTo>
                <a:lnTo>
                  <a:pt x="242555" y="98119"/>
                </a:lnTo>
                <a:lnTo>
                  <a:pt x="242337" y="97491"/>
                </a:lnTo>
                <a:lnTo>
                  <a:pt x="242140" y="96842"/>
                </a:lnTo>
                <a:lnTo>
                  <a:pt x="241963" y="96171"/>
                </a:lnTo>
                <a:lnTo>
                  <a:pt x="241807" y="95480"/>
                </a:lnTo>
                <a:lnTo>
                  <a:pt x="241672" y="94767"/>
                </a:lnTo>
                <a:lnTo>
                  <a:pt x="241558" y="94033"/>
                </a:lnTo>
                <a:lnTo>
                  <a:pt x="241465" y="93278"/>
                </a:lnTo>
                <a:lnTo>
                  <a:pt x="241392" y="92501"/>
                </a:lnTo>
                <a:lnTo>
                  <a:pt x="241340" y="91703"/>
                </a:lnTo>
                <a:lnTo>
                  <a:pt x="241309" y="90885"/>
                </a:lnTo>
                <a:lnTo>
                  <a:pt x="241298" y="90045"/>
                </a:lnTo>
                <a:lnTo>
                  <a:pt x="227736" y="90045"/>
                </a:lnTo>
                <a:lnTo>
                  <a:pt x="227741" y="90697"/>
                </a:lnTo>
                <a:lnTo>
                  <a:pt x="227755" y="91342"/>
                </a:lnTo>
                <a:lnTo>
                  <a:pt x="227778" y="91978"/>
                </a:lnTo>
                <a:lnTo>
                  <a:pt x="227810" y="92606"/>
                </a:lnTo>
                <a:lnTo>
                  <a:pt x="227851" y="93225"/>
                </a:lnTo>
                <a:lnTo>
                  <a:pt x="227902" y="93836"/>
                </a:lnTo>
                <a:lnTo>
                  <a:pt x="227962" y="94439"/>
                </a:lnTo>
                <a:lnTo>
                  <a:pt x="228031" y="95034"/>
                </a:lnTo>
                <a:lnTo>
                  <a:pt x="228109" y="95620"/>
                </a:lnTo>
                <a:lnTo>
                  <a:pt x="228197" y="96198"/>
                </a:lnTo>
                <a:lnTo>
                  <a:pt x="228294" y="96768"/>
                </a:lnTo>
                <a:lnTo>
                  <a:pt x="228400" y="97329"/>
                </a:lnTo>
                <a:lnTo>
                  <a:pt x="228515" y="97882"/>
                </a:lnTo>
                <a:lnTo>
                  <a:pt x="228639" y="98427"/>
                </a:lnTo>
                <a:lnTo>
                  <a:pt x="228773" y="98963"/>
                </a:lnTo>
                <a:lnTo>
                  <a:pt x="228916" y="99491"/>
                </a:lnTo>
                <a:lnTo>
                  <a:pt x="229068" y="100011"/>
                </a:lnTo>
                <a:lnTo>
                  <a:pt x="229229" y="100523"/>
                </a:lnTo>
                <a:lnTo>
                  <a:pt x="229399" y="101026"/>
                </a:lnTo>
                <a:lnTo>
                  <a:pt x="229579" y="101521"/>
                </a:lnTo>
                <a:lnTo>
                  <a:pt x="229768" y="102007"/>
                </a:lnTo>
                <a:lnTo>
                  <a:pt x="229966" y="102486"/>
                </a:lnTo>
                <a:lnTo>
                  <a:pt x="230173" y="102956"/>
                </a:lnTo>
                <a:lnTo>
                  <a:pt x="230390" y="103417"/>
                </a:lnTo>
                <a:lnTo>
                  <a:pt x="230614" y="103871"/>
                </a:lnTo>
                <a:lnTo>
                  <a:pt x="230846" y="104318"/>
                </a:lnTo>
                <a:lnTo>
                  <a:pt x="231085" y="104758"/>
                </a:lnTo>
                <a:lnTo>
                  <a:pt x="231332" y="105191"/>
                </a:lnTo>
                <a:lnTo>
                  <a:pt x="231585" y="105616"/>
                </a:lnTo>
                <a:lnTo>
                  <a:pt x="231845" y="106035"/>
                </a:lnTo>
                <a:lnTo>
                  <a:pt x="232113" y="106446"/>
                </a:lnTo>
                <a:lnTo>
                  <a:pt x="232388" y="106851"/>
                </a:lnTo>
                <a:lnTo>
                  <a:pt x="232670" y="107248"/>
                </a:lnTo>
                <a:lnTo>
                  <a:pt x="232959" y="107639"/>
                </a:lnTo>
                <a:lnTo>
                  <a:pt x="233256" y="108022"/>
                </a:lnTo>
                <a:lnTo>
                  <a:pt x="233559" y="108398"/>
                </a:lnTo>
                <a:lnTo>
                  <a:pt x="233870" y="108767"/>
                </a:lnTo>
                <a:lnTo>
                  <a:pt x="234188" y="109130"/>
                </a:lnTo>
                <a:lnTo>
                  <a:pt x="234513" y="109485"/>
                </a:lnTo>
                <a:lnTo>
                  <a:pt x="234845" y="109833"/>
                </a:lnTo>
                <a:lnTo>
                  <a:pt x="235184" y="110174"/>
                </a:lnTo>
                <a:lnTo>
                  <a:pt x="235531" y="110507"/>
                </a:lnTo>
                <a:lnTo>
                  <a:pt x="235885" y="110834"/>
                </a:lnTo>
                <a:lnTo>
                  <a:pt x="236245" y="111154"/>
                </a:lnTo>
                <a:lnTo>
                  <a:pt x="236613" y="111467"/>
                </a:lnTo>
                <a:lnTo>
                  <a:pt x="236989" y="111772"/>
                </a:lnTo>
                <a:lnTo>
                  <a:pt x="237371" y="112071"/>
                </a:lnTo>
                <a:lnTo>
                  <a:pt x="237761" y="112362"/>
                </a:lnTo>
                <a:lnTo>
                  <a:pt x="238156" y="112647"/>
                </a:lnTo>
                <a:lnTo>
                  <a:pt x="238557" y="112924"/>
                </a:lnTo>
                <a:lnTo>
                  <a:pt x="238963" y="113196"/>
                </a:lnTo>
                <a:lnTo>
                  <a:pt x="239374" y="113460"/>
                </a:lnTo>
                <a:lnTo>
                  <a:pt x="239790" y="113718"/>
                </a:lnTo>
                <a:lnTo>
                  <a:pt x="240211" y="113969"/>
                </a:lnTo>
                <a:lnTo>
                  <a:pt x="240638" y="114214"/>
                </a:lnTo>
                <a:lnTo>
                  <a:pt x="241069" y="114452"/>
                </a:lnTo>
                <a:lnTo>
                  <a:pt x="241506" y="114684"/>
                </a:lnTo>
                <a:lnTo>
                  <a:pt x="241948" y="114909"/>
                </a:lnTo>
                <a:lnTo>
                  <a:pt x="242394" y="115127"/>
                </a:lnTo>
                <a:lnTo>
                  <a:pt x="242846" y="115339"/>
                </a:lnTo>
                <a:lnTo>
                  <a:pt x="243303" y="115544"/>
                </a:lnTo>
                <a:lnTo>
                  <a:pt x="243766" y="115743"/>
                </a:lnTo>
                <a:lnTo>
                  <a:pt x="244233" y="115934"/>
                </a:lnTo>
                <a:lnTo>
                  <a:pt x="244705" y="116120"/>
                </a:lnTo>
                <a:lnTo>
                  <a:pt x="245183" y="116298"/>
                </a:lnTo>
                <a:lnTo>
                  <a:pt x="245666" y="116471"/>
                </a:lnTo>
                <a:lnTo>
                  <a:pt x="246153" y="116636"/>
                </a:lnTo>
                <a:lnTo>
                  <a:pt x="246646" y="116795"/>
                </a:lnTo>
                <a:lnTo>
                  <a:pt x="247144" y="116947"/>
                </a:lnTo>
                <a:lnTo>
                  <a:pt x="247648" y="117093"/>
                </a:lnTo>
                <a:lnTo>
                  <a:pt x="248156" y="117232"/>
                </a:lnTo>
                <a:lnTo>
                  <a:pt x="248669" y="117364"/>
                </a:lnTo>
                <a:lnTo>
                  <a:pt x="249187" y="117491"/>
                </a:lnTo>
                <a:lnTo>
                  <a:pt x="249707" y="117612"/>
                </a:lnTo>
                <a:lnTo>
                  <a:pt x="250230" y="117728"/>
                </a:lnTo>
                <a:lnTo>
                  <a:pt x="250755" y="117838"/>
                </a:lnTo>
                <a:lnTo>
                  <a:pt x="251284" y="117943"/>
                </a:lnTo>
                <a:lnTo>
                  <a:pt x="251815" y="118042"/>
                </a:lnTo>
                <a:lnTo>
                  <a:pt x="252349" y="118136"/>
                </a:lnTo>
                <a:lnTo>
                  <a:pt x="252886" y="118225"/>
                </a:lnTo>
                <a:lnTo>
                  <a:pt x="253425" y="118309"/>
                </a:lnTo>
                <a:lnTo>
                  <a:pt x="253968" y="118387"/>
                </a:lnTo>
                <a:lnTo>
                  <a:pt x="254513" y="118459"/>
                </a:lnTo>
                <a:lnTo>
                  <a:pt x="255061" y="118527"/>
                </a:lnTo>
                <a:lnTo>
                  <a:pt x="255612" y="118588"/>
                </a:lnTo>
                <a:lnTo>
                  <a:pt x="256165" y="118645"/>
                </a:lnTo>
                <a:lnTo>
                  <a:pt x="256721" y="118696"/>
                </a:lnTo>
                <a:lnTo>
                  <a:pt x="257280" y="118742"/>
                </a:lnTo>
                <a:lnTo>
                  <a:pt x="257842" y="118782"/>
                </a:lnTo>
                <a:lnTo>
                  <a:pt x="258407" y="118817"/>
                </a:lnTo>
                <a:lnTo>
                  <a:pt x="258974" y="118847"/>
                </a:lnTo>
                <a:lnTo>
                  <a:pt x="259544" y="118871"/>
                </a:lnTo>
                <a:lnTo>
                  <a:pt x="260117" y="118890"/>
                </a:lnTo>
                <a:lnTo>
                  <a:pt x="260693" y="118903"/>
                </a:lnTo>
                <a:lnTo>
                  <a:pt x="261271" y="118911"/>
                </a:lnTo>
                <a:lnTo>
                  <a:pt x="261852" y="118914"/>
                </a:lnTo>
                <a:lnTo>
                  <a:pt x="262426" y="118911"/>
                </a:lnTo>
                <a:lnTo>
                  <a:pt x="262997" y="118904"/>
                </a:lnTo>
                <a:lnTo>
                  <a:pt x="263564" y="118891"/>
                </a:lnTo>
                <a:lnTo>
                  <a:pt x="264128" y="118873"/>
                </a:lnTo>
                <a:close/>
                <a:moveTo>
                  <a:pt x="137095" y="117396"/>
                </a:moveTo>
                <a:lnTo>
                  <a:pt x="137095" y="31879"/>
                </a:lnTo>
                <a:lnTo>
                  <a:pt x="123027" y="31879"/>
                </a:lnTo>
                <a:lnTo>
                  <a:pt x="123027" y="117396"/>
                </a:lnTo>
                <a:lnTo>
                  <a:pt x="137095" y="117396"/>
                </a:lnTo>
                <a:close/>
                <a:moveTo>
                  <a:pt x="321552" y="117396"/>
                </a:moveTo>
                <a:lnTo>
                  <a:pt x="321552" y="31879"/>
                </a:lnTo>
                <a:lnTo>
                  <a:pt x="307484" y="31879"/>
                </a:lnTo>
                <a:lnTo>
                  <a:pt x="307484" y="117396"/>
                </a:lnTo>
                <a:lnTo>
                  <a:pt x="321552" y="117396"/>
                </a:lnTo>
                <a:close/>
                <a:moveTo>
                  <a:pt x="315837" y="16297"/>
                </a:moveTo>
                <a:lnTo>
                  <a:pt x="316144" y="16261"/>
                </a:lnTo>
                <a:lnTo>
                  <a:pt x="316445" y="16216"/>
                </a:lnTo>
                <a:lnTo>
                  <a:pt x="316740" y="16164"/>
                </a:lnTo>
                <a:lnTo>
                  <a:pt x="317031" y="16104"/>
                </a:lnTo>
                <a:lnTo>
                  <a:pt x="317316" y="16035"/>
                </a:lnTo>
                <a:lnTo>
                  <a:pt x="317596" y="15959"/>
                </a:lnTo>
                <a:lnTo>
                  <a:pt x="317871" y="15874"/>
                </a:lnTo>
                <a:lnTo>
                  <a:pt x="318140" y="15781"/>
                </a:lnTo>
                <a:lnTo>
                  <a:pt x="318404" y="15681"/>
                </a:lnTo>
                <a:lnTo>
                  <a:pt x="318663" y="15572"/>
                </a:lnTo>
                <a:lnTo>
                  <a:pt x="318916" y="15455"/>
                </a:lnTo>
                <a:lnTo>
                  <a:pt x="319165" y="15330"/>
                </a:lnTo>
                <a:lnTo>
                  <a:pt x="319408" y="15198"/>
                </a:lnTo>
                <a:lnTo>
                  <a:pt x="319646" y="15057"/>
                </a:lnTo>
                <a:lnTo>
                  <a:pt x="319878" y="14908"/>
                </a:lnTo>
                <a:lnTo>
                  <a:pt x="320105" y="14751"/>
                </a:lnTo>
                <a:lnTo>
                  <a:pt x="320327" y="14586"/>
                </a:lnTo>
                <a:lnTo>
                  <a:pt x="320544" y="14412"/>
                </a:lnTo>
                <a:lnTo>
                  <a:pt x="320756" y="14231"/>
                </a:lnTo>
                <a:lnTo>
                  <a:pt x="320962" y="14042"/>
                </a:lnTo>
                <a:lnTo>
                  <a:pt x="321161" y="13847"/>
                </a:lnTo>
                <a:lnTo>
                  <a:pt x="321352" y="13647"/>
                </a:lnTo>
                <a:lnTo>
                  <a:pt x="321534" y="13443"/>
                </a:lnTo>
                <a:lnTo>
                  <a:pt x="321708" y="13235"/>
                </a:lnTo>
                <a:lnTo>
                  <a:pt x="321874" y="13023"/>
                </a:lnTo>
                <a:lnTo>
                  <a:pt x="322031" y="12806"/>
                </a:lnTo>
                <a:lnTo>
                  <a:pt x="322179" y="12585"/>
                </a:lnTo>
                <a:lnTo>
                  <a:pt x="322319" y="12360"/>
                </a:lnTo>
                <a:lnTo>
                  <a:pt x="322450" y="12131"/>
                </a:lnTo>
                <a:lnTo>
                  <a:pt x="322573" y="11897"/>
                </a:lnTo>
                <a:lnTo>
                  <a:pt x="322688" y="11659"/>
                </a:lnTo>
                <a:lnTo>
                  <a:pt x="322794" y="11417"/>
                </a:lnTo>
                <a:lnTo>
                  <a:pt x="322892" y="11171"/>
                </a:lnTo>
                <a:lnTo>
                  <a:pt x="322981" y="10920"/>
                </a:lnTo>
                <a:lnTo>
                  <a:pt x="323061" y="10665"/>
                </a:lnTo>
                <a:lnTo>
                  <a:pt x="323133" y="10406"/>
                </a:lnTo>
                <a:lnTo>
                  <a:pt x="323197" y="10143"/>
                </a:lnTo>
                <a:lnTo>
                  <a:pt x="323252" y="9875"/>
                </a:lnTo>
                <a:lnTo>
                  <a:pt x="323299" y="9603"/>
                </a:lnTo>
                <a:lnTo>
                  <a:pt x="323337" y="9327"/>
                </a:lnTo>
                <a:lnTo>
                  <a:pt x="323367" y="9047"/>
                </a:lnTo>
                <a:lnTo>
                  <a:pt x="323388" y="8762"/>
                </a:lnTo>
                <a:lnTo>
                  <a:pt x="323401" y="8474"/>
                </a:lnTo>
                <a:lnTo>
                  <a:pt x="323405" y="8181"/>
                </a:lnTo>
                <a:lnTo>
                  <a:pt x="323401" y="7888"/>
                </a:lnTo>
                <a:lnTo>
                  <a:pt x="323388" y="7599"/>
                </a:lnTo>
                <a:lnTo>
                  <a:pt x="323367" y="7314"/>
                </a:lnTo>
                <a:lnTo>
                  <a:pt x="323337" y="7034"/>
                </a:lnTo>
                <a:lnTo>
                  <a:pt x="323299" y="6758"/>
                </a:lnTo>
                <a:lnTo>
                  <a:pt x="323252" y="6486"/>
                </a:lnTo>
                <a:lnTo>
                  <a:pt x="323197" y="6218"/>
                </a:lnTo>
                <a:lnTo>
                  <a:pt x="323133" y="5955"/>
                </a:lnTo>
                <a:lnTo>
                  <a:pt x="323061" y="5696"/>
                </a:lnTo>
                <a:lnTo>
                  <a:pt x="322981" y="5441"/>
                </a:lnTo>
                <a:lnTo>
                  <a:pt x="322892" y="5191"/>
                </a:lnTo>
                <a:lnTo>
                  <a:pt x="322794" y="4944"/>
                </a:lnTo>
                <a:lnTo>
                  <a:pt x="322688" y="4702"/>
                </a:lnTo>
                <a:lnTo>
                  <a:pt x="322573" y="4464"/>
                </a:lnTo>
                <a:lnTo>
                  <a:pt x="322450" y="4231"/>
                </a:lnTo>
                <a:lnTo>
                  <a:pt x="322319" y="4001"/>
                </a:lnTo>
                <a:lnTo>
                  <a:pt x="322179" y="3776"/>
                </a:lnTo>
                <a:lnTo>
                  <a:pt x="322031" y="3555"/>
                </a:lnTo>
                <a:lnTo>
                  <a:pt x="321874" y="3339"/>
                </a:lnTo>
                <a:lnTo>
                  <a:pt x="321708" y="3126"/>
                </a:lnTo>
                <a:lnTo>
                  <a:pt x="321534" y="2918"/>
                </a:lnTo>
                <a:lnTo>
                  <a:pt x="321352" y="2714"/>
                </a:lnTo>
                <a:lnTo>
                  <a:pt x="321161" y="2515"/>
                </a:lnTo>
                <a:lnTo>
                  <a:pt x="320962" y="2319"/>
                </a:lnTo>
                <a:lnTo>
                  <a:pt x="320756" y="2130"/>
                </a:lnTo>
                <a:lnTo>
                  <a:pt x="320544" y="1949"/>
                </a:lnTo>
                <a:lnTo>
                  <a:pt x="320327" y="1776"/>
                </a:lnTo>
                <a:lnTo>
                  <a:pt x="320105" y="1611"/>
                </a:lnTo>
                <a:lnTo>
                  <a:pt x="319878" y="1454"/>
                </a:lnTo>
                <a:lnTo>
                  <a:pt x="319646" y="1305"/>
                </a:lnTo>
                <a:lnTo>
                  <a:pt x="319408" y="1164"/>
                </a:lnTo>
                <a:lnTo>
                  <a:pt x="319165" y="1031"/>
                </a:lnTo>
                <a:lnTo>
                  <a:pt x="318916" y="906"/>
                </a:lnTo>
                <a:lnTo>
                  <a:pt x="318663" y="789"/>
                </a:lnTo>
                <a:lnTo>
                  <a:pt x="318404" y="680"/>
                </a:lnTo>
                <a:lnTo>
                  <a:pt x="318140" y="580"/>
                </a:lnTo>
                <a:lnTo>
                  <a:pt x="317871" y="487"/>
                </a:lnTo>
                <a:lnTo>
                  <a:pt x="317596" y="403"/>
                </a:lnTo>
                <a:lnTo>
                  <a:pt x="317316" y="326"/>
                </a:lnTo>
                <a:lnTo>
                  <a:pt x="317031" y="258"/>
                </a:lnTo>
                <a:lnTo>
                  <a:pt x="316740" y="197"/>
                </a:lnTo>
                <a:lnTo>
                  <a:pt x="316445" y="145"/>
                </a:lnTo>
                <a:lnTo>
                  <a:pt x="316144" y="101"/>
                </a:lnTo>
                <a:lnTo>
                  <a:pt x="315837" y="64"/>
                </a:lnTo>
                <a:lnTo>
                  <a:pt x="315526" y="36"/>
                </a:lnTo>
                <a:lnTo>
                  <a:pt x="315209" y="16"/>
                </a:lnTo>
                <a:lnTo>
                  <a:pt x="314887" y="4"/>
                </a:lnTo>
                <a:lnTo>
                  <a:pt x="314560" y="0"/>
                </a:lnTo>
                <a:lnTo>
                  <a:pt x="314226" y="4"/>
                </a:lnTo>
                <a:lnTo>
                  <a:pt x="313898" y="16"/>
                </a:lnTo>
                <a:lnTo>
                  <a:pt x="313575" y="36"/>
                </a:lnTo>
                <a:lnTo>
                  <a:pt x="313259" y="64"/>
                </a:lnTo>
                <a:lnTo>
                  <a:pt x="312948" y="101"/>
                </a:lnTo>
                <a:lnTo>
                  <a:pt x="312643" y="145"/>
                </a:lnTo>
                <a:lnTo>
                  <a:pt x="312344" y="197"/>
                </a:lnTo>
                <a:lnTo>
                  <a:pt x="312051" y="258"/>
                </a:lnTo>
                <a:lnTo>
                  <a:pt x="311764" y="326"/>
                </a:lnTo>
                <a:lnTo>
                  <a:pt x="311483" y="403"/>
                </a:lnTo>
                <a:lnTo>
                  <a:pt x="311207" y="487"/>
                </a:lnTo>
                <a:lnTo>
                  <a:pt x="310938" y="580"/>
                </a:lnTo>
                <a:lnTo>
                  <a:pt x="310674" y="680"/>
                </a:lnTo>
                <a:lnTo>
                  <a:pt x="310416" y="789"/>
                </a:lnTo>
                <a:lnTo>
                  <a:pt x="310164" y="906"/>
                </a:lnTo>
                <a:lnTo>
                  <a:pt x="309917" y="1031"/>
                </a:lnTo>
                <a:lnTo>
                  <a:pt x="309677" y="1164"/>
                </a:lnTo>
                <a:lnTo>
                  <a:pt x="309442" y="1305"/>
                </a:lnTo>
                <a:lnTo>
                  <a:pt x="309214" y="1454"/>
                </a:lnTo>
                <a:lnTo>
                  <a:pt x="308991" y="1611"/>
                </a:lnTo>
                <a:lnTo>
                  <a:pt x="308774" y="1776"/>
                </a:lnTo>
                <a:lnTo>
                  <a:pt x="308563" y="1949"/>
                </a:lnTo>
                <a:lnTo>
                  <a:pt x="308357" y="2130"/>
                </a:lnTo>
                <a:lnTo>
                  <a:pt x="308158" y="2319"/>
                </a:lnTo>
                <a:lnTo>
                  <a:pt x="307965" y="2515"/>
                </a:lnTo>
                <a:lnTo>
                  <a:pt x="307781" y="2714"/>
                </a:lnTo>
                <a:lnTo>
                  <a:pt x="307605" y="2918"/>
                </a:lnTo>
                <a:lnTo>
                  <a:pt x="307437" y="3126"/>
                </a:lnTo>
                <a:lnTo>
                  <a:pt x="307277" y="3339"/>
                </a:lnTo>
                <a:lnTo>
                  <a:pt x="307126" y="3555"/>
                </a:lnTo>
                <a:lnTo>
                  <a:pt x="306982" y="3776"/>
                </a:lnTo>
                <a:lnTo>
                  <a:pt x="306847" y="4001"/>
                </a:lnTo>
                <a:lnTo>
                  <a:pt x="306720" y="4231"/>
                </a:lnTo>
                <a:lnTo>
                  <a:pt x="306602" y="4464"/>
                </a:lnTo>
                <a:lnTo>
                  <a:pt x="306491" y="4702"/>
                </a:lnTo>
                <a:lnTo>
                  <a:pt x="306389" y="4944"/>
                </a:lnTo>
                <a:lnTo>
                  <a:pt x="306295" y="5191"/>
                </a:lnTo>
                <a:lnTo>
                  <a:pt x="306209" y="5441"/>
                </a:lnTo>
                <a:lnTo>
                  <a:pt x="306131" y="5696"/>
                </a:lnTo>
                <a:lnTo>
                  <a:pt x="306061" y="5955"/>
                </a:lnTo>
                <a:lnTo>
                  <a:pt x="306000" y="6218"/>
                </a:lnTo>
                <a:lnTo>
                  <a:pt x="305946" y="6486"/>
                </a:lnTo>
                <a:lnTo>
                  <a:pt x="305901" y="6758"/>
                </a:lnTo>
                <a:lnTo>
                  <a:pt x="305865" y="7034"/>
                </a:lnTo>
                <a:lnTo>
                  <a:pt x="305836" y="7314"/>
                </a:lnTo>
                <a:lnTo>
                  <a:pt x="305815" y="7599"/>
                </a:lnTo>
                <a:lnTo>
                  <a:pt x="305803" y="7888"/>
                </a:lnTo>
                <a:lnTo>
                  <a:pt x="305799" y="8181"/>
                </a:lnTo>
                <a:lnTo>
                  <a:pt x="305803" y="8474"/>
                </a:lnTo>
                <a:lnTo>
                  <a:pt x="305815" y="8762"/>
                </a:lnTo>
                <a:lnTo>
                  <a:pt x="305836" y="9047"/>
                </a:lnTo>
                <a:lnTo>
                  <a:pt x="305865" y="9327"/>
                </a:lnTo>
                <a:lnTo>
                  <a:pt x="305901" y="9603"/>
                </a:lnTo>
                <a:lnTo>
                  <a:pt x="305946" y="9875"/>
                </a:lnTo>
                <a:lnTo>
                  <a:pt x="306000" y="10143"/>
                </a:lnTo>
                <a:lnTo>
                  <a:pt x="306061" y="10406"/>
                </a:lnTo>
                <a:lnTo>
                  <a:pt x="306131" y="10665"/>
                </a:lnTo>
                <a:lnTo>
                  <a:pt x="306209" y="10920"/>
                </a:lnTo>
                <a:lnTo>
                  <a:pt x="306295" y="11171"/>
                </a:lnTo>
                <a:lnTo>
                  <a:pt x="306389" y="11417"/>
                </a:lnTo>
                <a:lnTo>
                  <a:pt x="306491" y="11659"/>
                </a:lnTo>
                <a:lnTo>
                  <a:pt x="306602" y="11897"/>
                </a:lnTo>
                <a:lnTo>
                  <a:pt x="306720" y="12131"/>
                </a:lnTo>
                <a:lnTo>
                  <a:pt x="306847" y="12360"/>
                </a:lnTo>
                <a:lnTo>
                  <a:pt x="306982" y="12585"/>
                </a:lnTo>
                <a:lnTo>
                  <a:pt x="307126" y="12806"/>
                </a:lnTo>
                <a:lnTo>
                  <a:pt x="307277" y="13023"/>
                </a:lnTo>
                <a:lnTo>
                  <a:pt x="307437" y="13235"/>
                </a:lnTo>
                <a:lnTo>
                  <a:pt x="307605" y="13443"/>
                </a:lnTo>
                <a:lnTo>
                  <a:pt x="307781" y="13647"/>
                </a:lnTo>
                <a:lnTo>
                  <a:pt x="307965" y="13847"/>
                </a:lnTo>
                <a:lnTo>
                  <a:pt x="308158" y="14042"/>
                </a:lnTo>
                <a:lnTo>
                  <a:pt x="308357" y="14231"/>
                </a:lnTo>
                <a:lnTo>
                  <a:pt x="308563" y="14412"/>
                </a:lnTo>
                <a:lnTo>
                  <a:pt x="308774" y="14586"/>
                </a:lnTo>
                <a:lnTo>
                  <a:pt x="308991" y="14751"/>
                </a:lnTo>
                <a:lnTo>
                  <a:pt x="309214" y="14908"/>
                </a:lnTo>
                <a:lnTo>
                  <a:pt x="309442" y="15057"/>
                </a:lnTo>
                <a:lnTo>
                  <a:pt x="309677" y="15198"/>
                </a:lnTo>
                <a:lnTo>
                  <a:pt x="309917" y="15330"/>
                </a:lnTo>
                <a:lnTo>
                  <a:pt x="310164" y="15455"/>
                </a:lnTo>
                <a:lnTo>
                  <a:pt x="310416" y="15572"/>
                </a:lnTo>
                <a:lnTo>
                  <a:pt x="310674" y="15681"/>
                </a:lnTo>
                <a:lnTo>
                  <a:pt x="310938" y="15781"/>
                </a:lnTo>
                <a:lnTo>
                  <a:pt x="311207" y="15874"/>
                </a:lnTo>
                <a:lnTo>
                  <a:pt x="311483" y="15959"/>
                </a:lnTo>
                <a:lnTo>
                  <a:pt x="311764" y="16035"/>
                </a:lnTo>
                <a:lnTo>
                  <a:pt x="312051" y="16104"/>
                </a:lnTo>
                <a:lnTo>
                  <a:pt x="312344" y="16164"/>
                </a:lnTo>
                <a:lnTo>
                  <a:pt x="312643" y="16216"/>
                </a:lnTo>
                <a:lnTo>
                  <a:pt x="312948" y="16261"/>
                </a:lnTo>
                <a:lnTo>
                  <a:pt x="313259" y="16297"/>
                </a:lnTo>
                <a:lnTo>
                  <a:pt x="313575" y="16325"/>
                </a:lnTo>
                <a:lnTo>
                  <a:pt x="313898" y="16345"/>
                </a:lnTo>
                <a:lnTo>
                  <a:pt x="314226" y="16357"/>
                </a:lnTo>
                <a:lnTo>
                  <a:pt x="314560" y="16361"/>
                </a:lnTo>
                <a:lnTo>
                  <a:pt x="314887" y="16357"/>
                </a:lnTo>
                <a:lnTo>
                  <a:pt x="315209" y="16345"/>
                </a:lnTo>
                <a:lnTo>
                  <a:pt x="315526" y="16325"/>
                </a:lnTo>
                <a:lnTo>
                  <a:pt x="315837" y="16297"/>
                </a:lnTo>
                <a:close/>
                <a:moveTo>
                  <a:pt x="473399" y="38687"/>
                </a:moveTo>
                <a:lnTo>
                  <a:pt x="473688" y="38362"/>
                </a:lnTo>
                <a:lnTo>
                  <a:pt x="473982" y="38050"/>
                </a:lnTo>
                <a:lnTo>
                  <a:pt x="474282" y="37750"/>
                </a:lnTo>
                <a:lnTo>
                  <a:pt x="474588" y="37464"/>
                </a:lnTo>
                <a:lnTo>
                  <a:pt x="474899" y="37190"/>
                </a:lnTo>
                <a:lnTo>
                  <a:pt x="475215" y="36929"/>
                </a:lnTo>
                <a:lnTo>
                  <a:pt x="475538" y="36680"/>
                </a:lnTo>
                <a:lnTo>
                  <a:pt x="475865" y="36445"/>
                </a:lnTo>
                <a:lnTo>
                  <a:pt x="476199" y="36222"/>
                </a:lnTo>
                <a:lnTo>
                  <a:pt x="476537" y="36012"/>
                </a:lnTo>
                <a:lnTo>
                  <a:pt x="476882" y="35814"/>
                </a:lnTo>
                <a:lnTo>
                  <a:pt x="477232" y="35629"/>
                </a:lnTo>
                <a:lnTo>
                  <a:pt x="477587" y="35457"/>
                </a:lnTo>
                <a:lnTo>
                  <a:pt x="477948" y="35298"/>
                </a:lnTo>
                <a:lnTo>
                  <a:pt x="478315" y="35152"/>
                </a:lnTo>
                <a:lnTo>
                  <a:pt x="478687" y="35018"/>
                </a:lnTo>
                <a:lnTo>
                  <a:pt x="479065" y="34897"/>
                </a:lnTo>
                <a:lnTo>
                  <a:pt x="479448" y="34789"/>
                </a:lnTo>
                <a:lnTo>
                  <a:pt x="479836" y="34689"/>
                </a:lnTo>
                <a:lnTo>
                  <a:pt x="480227" y="34593"/>
                </a:lnTo>
                <a:lnTo>
                  <a:pt x="480621" y="34502"/>
                </a:lnTo>
                <a:lnTo>
                  <a:pt x="481018" y="34415"/>
                </a:lnTo>
                <a:lnTo>
                  <a:pt x="481419" y="34332"/>
                </a:lnTo>
                <a:lnTo>
                  <a:pt x="481823" y="34254"/>
                </a:lnTo>
                <a:lnTo>
                  <a:pt x="482230" y="34179"/>
                </a:lnTo>
                <a:lnTo>
                  <a:pt x="482640" y="34109"/>
                </a:lnTo>
                <a:lnTo>
                  <a:pt x="483053" y="34043"/>
                </a:lnTo>
                <a:lnTo>
                  <a:pt x="483470" y="33982"/>
                </a:lnTo>
                <a:lnTo>
                  <a:pt x="483890" y="33925"/>
                </a:lnTo>
                <a:lnTo>
                  <a:pt x="484313" y="33872"/>
                </a:lnTo>
                <a:lnTo>
                  <a:pt x="484739" y="33823"/>
                </a:lnTo>
                <a:lnTo>
                  <a:pt x="485169" y="33778"/>
                </a:lnTo>
                <a:lnTo>
                  <a:pt x="485602" y="33738"/>
                </a:lnTo>
                <a:lnTo>
                  <a:pt x="486038" y="33702"/>
                </a:lnTo>
                <a:lnTo>
                  <a:pt x="486477" y="33670"/>
                </a:lnTo>
                <a:lnTo>
                  <a:pt x="486919" y="33642"/>
                </a:lnTo>
                <a:lnTo>
                  <a:pt x="487365" y="33619"/>
                </a:lnTo>
                <a:lnTo>
                  <a:pt x="487814" y="33600"/>
                </a:lnTo>
                <a:lnTo>
                  <a:pt x="488266" y="33585"/>
                </a:lnTo>
                <a:lnTo>
                  <a:pt x="488721" y="33574"/>
                </a:lnTo>
                <a:lnTo>
                  <a:pt x="489179" y="33568"/>
                </a:lnTo>
                <a:lnTo>
                  <a:pt x="489641" y="33566"/>
                </a:lnTo>
                <a:lnTo>
                  <a:pt x="489641" y="21674"/>
                </a:lnTo>
                <a:lnTo>
                  <a:pt x="488909" y="21700"/>
                </a:lnTo>
                <a:lnTo>
                  <a:pt x="488188" y="21735"/>
                </a:lnTo>
                <a:lnTo>
                  <a:pt x="487478" y="21778"/>
                </a:lnTo>
                <a:lnTo>
                  <a:pt x="486778" y="21831"/>
                </a:lnTo>
                <a:lnTo>
                  <a:pt x="486089" y="21893"/>
                </a:lnTo>
                <a:lnTo>
                  <a:pt x="485411" y="21964"/>
                </a:lnTo>
                <a:lnTo>
                  <a:pt x="484743" y="22044"/>
                </a:lnTo>
                <a:lnTo>
                  <a:pt x="484086" y="22134"/>
                </a:lnTo>
                <a:lnTo>
                  <a:pt x="483440" y="22232"/>
                </a:lnTo>
                <a:lnTo>
                  <a:pt x="482804" y="22339"/>
                </a:lnTo>
                <a:lnTo>
                  <a:pt x="482179" y="22456"/>
                </a:lnTo>
                <a:lnTo>
                  <a:pt x="481565" y="22581"/>
                </a:lnTo>
                <a:lnTo>
                  <a:pt x="480961" y="22716"/>
                </a:lnTo>
                <a:lnTo>
                  <a:pt x="480368" y="22859"/>
                </a:lnTo>
                <a:lnTo>
                  <a:pt x="479786" y="23012"/>
                </a:lnTo>
                <a:lnTo>
                  <a:pt x="479214" y="23174"/>
                </a:lnTo>
                <a:lnTo>
                  <a:pt x="478653" y="23345"/>
                </a:lnTo>
                <a:lnTo>
                  <a:pt x="478103" y="23525"/>
                </a:lnTo>
                <a:lnTo>
                  <a:pt x="477564" y="23714"/>
                </a:lnTo>
                <a:lnTo>
                  <a:pt x="477035" y="23912"/>
                </a:lnTo>
                <a:lnTo>
                  <a:pt x="476516" y="24119"/>
                </a:lnTo>
                <a:lnTo>
                  <a:pt x="476009" y="24335"/>
                </a:lnTo>
                <a:lnTo>
                  <a:pt x="475512" y="24560"/>
                </a:lnTo>
                <a:lnTo>
                  <a:pt x="475026" y="24795"/>
                </a:lnTo>
                <a:lnTo>
                  <a:pt x="474550" y="25043"/>
                </a:lnTo>
                <a:lnTo>
                  <a:pt x="474083" y="25308"/>
                </a:lnTo>
                <a:lnTo>
                  <a:pt x="473625" y="25591"/>
                </a:lnTo>
                <a:lnTo>
                  <a:pt x="473176" y="25891"/>
                </a:lnTo>
                <a:lnTo>
                  <a:pt x="472737" y="26209"/>
                </a:lnTo>
                <a:lnTo>
                  <a:pt x="472307" y="26545"/>
                </a:lnTo>
                <a:lnTo>
                  <a:pt x="471886" y="26898"/>
                </a:lnTo>
                <a:lnTo>
                  <a:pt x="471474" y="27269"/>
                </a:lnTo>
                <a:lnTo>
                  <a:pt x="471071" y="27657"/>
                </a:lnTo>
                <a:lnTo>
                  <a:pt x="470678" y="28063"/>
                </a:lnTo>
                <a:lnTo>
                  <a:pt x="470294" y="28486"/>
                </a:lnTo>
                <a:lnTo>
                  <a:pt x="469919" y="28927"/>
                </a:lnTo>
                <a:lnTo>
                  <a:pt x="469553" y="29386"/>
                </a:lnTo>
                <a:lnTo>
                  <a:pt x="469197" y="29862"/>
                </a:lnTo>
                <a:lnTo>
                  <a:pt x="468850" y="30356"/>
                </a:lnTo>
                <a:lnTo>
                  <a:pt x="468511" y="30867"/>
                </a:lnTo>
                <a:lnTo>
                  <a:pt x="468183" y="31396"/>
                </a:lnTo>
                <a:lnTo>
                  <a:pt x="467863" y="31942"/>
                </a:lnTo>
                <a:lnTo>
                  <a:pt x="467553" y="32506"/>
                </a:lnTo>
                <a:lnTo>
                  <a:pt x="467251" y="33088"/>
                </a:lnTo>
                <a:lnTo>
                  <a:pt x="466959" y="33687"/>
                </a:lnTo>
                <a:lnTo>
                  <a:pt x="466677" y="34304"/>
                </a:lnTo>
                <a:lnTo>
                  <a:pt x="466403" y="34938"/>
                </a:lnTo>
                <a:lnTo>
                  <a:pt x="466377" y="35002"/>
                </a:lnTo>
                <a:lnTo>
                  <a:pt x="466075" y="34851"/>
                </a:lnTo>
                <a:lnTo>
                  <a:pt x="465482" y="34575"/>
                </a:lnTo>
                <a:lnTo>
                  <a:pt x="464878" y="34312"/>
                </a:lnTo>
                <a:lnTo>
                  <a:pt x="464262" y="34063"/>
                </a:lnTo>
                <a:lnTo>
                  <a:pt x="463634" y="33827"/>
                </a:lnTo>
                <a:lnTo>
                  <a:pt x="462994" y="33604"/>
                </a:lnTo>
                <a:lnTo>
                  <a:pt x="462342" y="33396"/>
                </a:lnTo>
                <a:lnTo>
                  <a:pt x="461679" y="33200"/>
                </a:lnTo>
                <a:lnTo>
                  <a:pt x="461003" y="33018"/>
                </a:lnTo>
                <a:lnTo>
                  <a:pt x="460316" y="32850"/>
                </a:lnTo>
                <a:lnTo>
                  <a:pt x="459617" y="32695"/>
                </a:lnTo>
                <a:lnTo>
                  <a:pt x="458906" y="32553"/>
                </a:lnTo>
                <a:lnTo>
                  <a:pt x="458183" y="32425"/>
                </a:lnTo>
                <a:lnTo>
                  <a:pt x="457448" y="32310"/>
                </a:lnTo>
                <a:lnTo>
                  <a:pt x="456702" y="32209"/>
                </a:lnTo>
                <a:lnTo>
                  <a:pt x="455943" y="32122"/>
                </a:lnTo>
                <a:lnTo>
                  <a:pt x="455173" y="32048"/>
                </a:lnTo>
                <a:lnTo>
                  <a:pt x="454391" y="31987"/>
                </a:lnTo>
                <a:lnTo>
                  <a:pt x="453597" y="31940"/>
                </a:lnTo>
                <a:lnTo>
                  <a:pt x="452792" y="31906"/>
                </a:lnTo>
                <a:lnTo>
                  <a:pt x="451974" y="31886"/>
                </a:lnTo>
                <a:lnTo>
                  <a:pt x="451144" y="31879"/>
                </a:lnTo>
                <a:lnTo>
                  <a:pt x="450336" y="31886"/>
                </a:lnTo>
                <a:lnTo>
                  <a:pt x="449537" y="31906"/>
                </a:lnTo>
                <a:lnTo>
                  <a:pt x="448750" y="31940"/>
                </a:lnTo>
                <a:lnTo>
                  <a:pt x="447973" y="31987"/>
                </a:lnTo>
                <a:lnTo>
                  <a:pt x="447206" y="32048"/>
                </a:lnTo>
                <a:lnTo>
                  <a:pt x="446451" y="32122"/>
                </a:lnTo>
                <a:lnTo>
                  <a:pt x="445706" y="32209"/>
                </a:lnTo>
                <a:lnTo>
                  <a:pt x="444972" y="32310"/>
                </a:lnTo>
                <a:lnTo>
                  <a:pt x="444248" y="32425"/>
                </a:lnTo>
                <a:lnTo>
                  <a:pt x="443535" y="32553"/>
                </a:lnTo>
                <a:lnTo>
                  <a:pt x="442833" y="32695"/>
                </a:lnTo>
                <a:lnTo>
                  <a:pt x="442142" y="32850"/>
                </a:lnTo>
                <a:lnTo>
                  <a:pt x="441461" y="33018"/>
                </a:lnTo>
                <a:lnTo>
                  <a:pt x="440791" y="33200"/>
                </a:lnTo>
                <a:lnTo>
                  <a:pt x="440131" y="33396"/>
                </a:lnTo>
                <a:lnTo>
                  <a:pt x="439482" y="33604"/>
                </a:lnTo>
                <a:lnTo>
                  <a:pt x="438844" y="33827"/>
                </a:lnTo>
                <a:lnTo>
                  <a:pt x="438217" y="34063"/>
                </a:lnTo>
                <a:lnTo>
                  <a:pt x="437600" y="34312"/>
                </a:lnTo>
                <a:lnTo>
                  <a:pt x="436994" y="34575"/>
                </a:lnTo>
                <a:lnTo>
                  <a:pt x="436398" y="34851"/>
                </a:lnTo>
                <a:lnTo>
                  <a:pt x="435814" y="35141"/>
                </a:lnTo>
                <a:lnTo>
                  <a:pt x="435239" y="35444"/>
                </a:lnTo>
                <a:lnTo>
                  <a:pt x="434676" y="35761"/>
                </a:lnTo>
                <a:lnTo>
                  <a:pt x="434124" y="36089"/>
                </a:lnTo>
                <a:lnTo>
                  <a:pt x="433582" y="36426"/>
                </a:lnTo>
                <a:lnTo>
                  <a:pt x="433052" y="36773"/>
                </a:lnTo>
                <a:lnTo>
                  <a:pt x="432533" y="37129"/>
                </a:lnTo>
                <a:lnTo>
                  <a:pt x="432025" y="37494"/>
                </a:lnTo>
                <a:lnTo>
                  <a:pt x="431528" y="37868"/>
                </a:lnTo>
                <a:lnTo>
                  <a:pt x="431042" y="38252"/>
                </a:lnTo>
                <a:lnTo>
                  <a:pt x="430567" y="38645"/>
                </a:lnTo>
                <a:lnTo>
                  <a:pt x="430103" y="39047"/>
                </a:lnTo>
                <a:lnTo>
                  <a:pt x="429651" y="39458"/>
                </a:lnTo>
                <a:lnTo>
                  <a:pt x="429210" y="39879"/>
                </a:lnTo>
                <a:lnTo>
                  <a:pt x="428779" y="40309"/>
                </a:lnTo>
                <a:lnTo>
                  <a:pt x="428360" y="40749"/>
                </a:lnTo>
                <a:lnTo>
                  <a:pt x="427952" y="41197"/>
                </a:lnTo>
                <a:lnTo>
                  <a:pt x="427555" y="41655"/>
                </a:lnTo>
                <a:lnTo>
                  <a:pt x="427170" y="42123"/>
                </a:lnTo>
                <a:lnTo>
                  <a:pt x="426795" y="42599"/>
                </a:lnTo>
                <a:lnTo>
                  <a:pt x="426431" y="43085"/>
                </a:lnTo>
                <a:lnTo>
                  <a:pt x="426079" y="43580"/>
                </a:lnTo>
                <a:lnTo>
                  <a:pt x="425737" y="44085"/>
                </a:lnTo>
                <a:lnTo>
                  <a:pt x="425407" y="44598"/>
                </a:lnTo>
                <a:lnTo>
                  <a:pt x="425088" y="45121"/>
                </a:lnTo>
                <a:lnTo>
                  <a:pt x="424780" y="45654"/>
                </a:lnTo>
                <a:lnTo>
                  <a:pt x="424483" y="46195"/>
                </a:lnTo>
                <a:lnTo>
                  <a:pt x="424198" y="46744"/>
                </a:lnTo>
                <a:lnTo>
                  <a:pt x="423925" y="47297"/>
                </a:lnTo>
                <a:lnTo>
                  <a:pt x="423664" y="47856"/>
                </a:lnTo>
                <a:lnTo>
                  <a:pt x="423415" y="48420"/>
                </a:lnTo>
                <a:lnTo>
                  <a:pt x="423178" y="48989"/>
                </a:lnTo>
                <a:lnTo>
                  <a:pt x="422954" y="49563"/>
                </a:lnTo>
                <a:lnTo>
                  <a:pt x="422741" y="50142"/>
                </a:lnTo>
                <a:lnTo>
                  <a:pt x="422541" y="50726"/>
                </a:lnTo>
                <a:lnTo>
                  <a:pt x="422353" y="51315"/>
                </a:lnTo>
                <a:lnTo>
                  <a:pt x="422177" y="51910"/>
                </a:lnTo>
                <a:lnTo>
                  <a:pt x="422013" y="52509"/>
                </a:lnTo>
                <a:lnTo>
                  <a:pt x="421861" y="53114"/>
                </a:lnTo>
                <a:lnTo>
                  <a:pt x="421722" y="53724"/>
                </a:lnTo>
                <a:lnTo>
                  <a:pt x="421594" y="54338"/>
                </a:lnTo>
                <a:lnTo>
                  <a:pt x="421479" y="54958"/>
                </a:lnTo>
                <a:lnTo>
                  <a:pt x="421376" y="55583"/>
                </a:lnTo>
                <a:lnTo>
                  <a:pt x="421285" y="56213"/>
                </a:lnTo>
                <a:lnTo>
                  <a:pt x="421206" y="56849"/>
                </a:lnTo>
                <a:lnTo>
                  <a:pt x="421139" y="57489"/>
                </a:lnTo>
                <a:lnTo>
                  <a:pt x="421085" y="58134"/>
                </a:lnTo>
                <a:lnTo>
                  <a:pt x="421042" y="58785"/>
                </a:lnTo>
                <a:lnTo>
                  <a:pt x="421012" y="59440"/>
                </a:lnTo>
                <a:lnTo>
                  <a:pt x="420993" y="60101"/>
                </a:lnTo>
                <a:lnTo>
                  <a:pt x="420987" y="60767"/>
                </a:lnTo>
                <a:lnTo>
                  <a:pt x="420993" y="61397"/>
                </a:lnTo>
                <a:lnTo>
                  <a:pt x="421011" y="62024"/>
                </a:lnTo>
                <a:lnTo>
                  <a:pt x="421041" y="62648"/>
                </a:lnTo>
                <a:lnTo>
                  <a:pt x="421083" y="63267"/>
                </a:lnTo>
                <a:lnTo>
                  <a:pt x="421137" y="63884"/>
                </a:lnTo>
                <a:lnTo>
                  <a:pt x="421203" y="64496"/>
                </a:lnTo>
                <a:lnTo>
                  <a:pt x="421281" y="65105"/>
                </a:lnTo>
                <a:lnTo>
                  <a:pt x="421371" y="65710"/>
                </a:lnTo>
                <a:lnTo>
                  <a:pt x="421473" y="66312"/>
                </a:lnTo>
                <a:lnTo>
                  <a:pt x="421587" y="66910"/>
                </a:lnTo>
                <a:lnTo>
                  <a:pt x="421713" y="67505"/>
                </a:lnTo>
                <a:lnTo>
                  <a:pt x="421851" y="68096"/>
                </a:lnTo>
                <a:lnTo>
                  <a:pt x="422001" y="68684"/>
                </a:lnTo>
                <a:lnTo>
                  <a:pt x="422163" y="69268"/>
                </a:lnTo>
                <a:lnTo>
                  <a:pt x="422337" y="69848"/>
                </a:lnTo>
                <a:lnTo>
                  <a:pt x="422522" y="70425"/>
                </a:lnTo>
                <a:lnTo>
                  <a:pt x="422720" y="70998"/>
                </a:lnTo>
                <a:lnTo>
                  <a:pt x="422930" y="71567"/>
                </a:lnTo>
                <a:lnTo>
                  <a:pt x="423152" y="72133"/>
                </a:lnTo>
                <a:lnTo>
                  <a:pt x="423386" y="72695"/>
                </a:lnTo>
                <a:lnTo>
                  <a:pt x="423632" y="73254"/>
                </a:lnTo>
                <a:lnTo>
                  <a:pt x="423890" y="73809"/>
                </a:lnTo>
                <a:lnTo>
                  <a:pt x="424159" y="74361"/>
                </a:lnTo>
                <a:lnTo>
                  <a:pt x="424441" y="74909"/>
                </a:lnTo>
                <a:lnTo>
                  <a:pt x="424735" y="75451"/>
                </a:lnTo>
                <a:lnTo>
                  <a:pt x="425040" y="75983"/>
                </a:lnTo>
                <a:lnTo>
                  <a:pt x="425356" y="76507"/>
                </a:lnTo>
                <a:lnTo>
                  <a:pt x="425684" y="77022"/>
                </a:lnTo>
                <a:lnTo>
                  <a:pt x="426023" y="77528"/>
                </a:lnTo>
                <a:lnTo>
                  <a:pt x="426373" y="78024"/>
                </a:lnTo>
                <a:lnTo>
                  <a:pt x="426735" y="78512"/>
                </a:lnTo>
                <a:lnTo>
                  <a:pt x="427109" y="78991"/>
                </a:lnTo>
                <a:lnTo>
                  <a:pt x="427493" y="79461"/>
                </a:lnTo>
                <a:lnTo>
                  <a:pt x="427890" y="79922"/>
                </a:lnTo>
                <a:lnTo>
                  <a:pt x="428297" y="80374"/>
                </a:lnTo>
                <a:lnTo>
                  <a:pt x="428716" y="80816"/>
                </a:lnTo>
                <a:lnTo>
                  <a:pt x="429147" y="81250"/>
                </a:lnTo>
                <a:lnTo>
                  <a:pt x="429588" y="81675"/>
                </a:lnTo>
                <a:lnTo>
                  <a:pt x="430042" y="82091"/>
                </a:lnTo>
                <a:lnTo>
                  <a:pt x="430506" y="82498"/>
                </a:lnTo>
                <a:lnTo>
                  <a:pt x="430982" y="82896"/>
                </a:lnTo>
                <a:lnTo>
                  <a:pt x="431470" y="83285"/>
                </a:lnTo>
                <a:lnTo>
                  <a:pt x="431940" y="83643"/>
                </a:lnTo>
                <a:lnTo>
                  <a:pt x="431607" y="83782"/>
                </a:lnTo>
                <a:lnTo>
                  <a:pt x="431068" y="84018"/>
                </a:lnTo>
                <a:lnTo>
                  <a:pt x="430544" y="84259"/>
                </a:lnTo>
                <a:lnTo>
                  <a:pt x="430034" y="84505"/>
                </a:lnTo>
                <a:lnTo>
                  <a:pt x="429538" y="84757"/>
                </a:lnTo>
                <a:lnTo>
                  <a:pt x="429057" y="85014"/>
                </a:lnTo>
                <a:lnTo>
                  <a:pt x="428590" y="85277"/>
                </a:lnTo>
                <a:lnTo>
                  <a:pt x="428137" y="85545"/>
                </a:lnTo>
                <a:lnTo>
                  <a:pt x="427699" y="85818"/>
                </a:lnTo>
                <a:lnTo>
                  <a:pt x="427275" y="86097"/>
                </a:lnTo>
                <a:lnTo>
                  <a:pt x="426865" y="86381"/>
                </a:lnTo>
                <a:lnTo>
                  <a:pt x="426470" y="86671"/>
                </a:lnTo>
                <a:lnTo>
                  <a:pt x="426089" y="86966"/>
                </a:lnTo>
                <a:lnTo>
                  <a:pt x="425722" y="87266"/>
                </a:lnTo>
                <a:lnTo>
                  <a:pt x="425370" y="87572"/>
                </a:lnTo>
                <a:lnTo>
                  <a:pt x="425032" y="87883"/>
                </a:lnTo>
                <a:lnTo>
                  <a:pt x="424708" y="88199"/>
                </a:lnTo>
                <a:lnTo>
                  <a:pt x="424399" y="88521"/>
                </a:lnTo>
                <a:lnTo>
                  <a:pt x="424104" y="88848"/>
                </a:lnTo>
                <a:lnTo>
                  <a:pt x="423822" y="89178"/>
                </a:lnTo>
                <a:lnTo>
                  <a:pt x="423553" y="89507"/>
                </a:lnTo>
                <a:lnTo>
                  <a:pt x="423295" y="89837"/>
                </a:lnTo>
                <a:lnTo>
                  <a:pt x="423049" y="90167"/>
                </a:lnTo>
                <a:lnTo>
                  <a:pt x="422815" y="90496"/>
                </a:lnTo>
                <a:lnTo>
                  <a:pt x="422593" y="90826"/>
                </a:lnTo>
                <a:lnTo>
                  <a:pt x="422383" y="91156"/>
                </a:lnTo>
                <a:lnTo>
                  <a:pt x="422185" y="91485"/>
                </a:lnTo>
                <a:lnTo>
                  <a:pt x="422000" y="91815"/>
                </a:lnTo>
                <a:lnTo>
                  <a:pt x="421826" y="92145"/>
                </a:lnTo>
                <a:lnTo>
                  <a:pt x="421664" y="92474"/>
                </a:lnTo>
                <a:lnTo>
                  <a:pt x="421514" y="92804"/>
                </a:lnTo>
                <a:lnTo>
                  <a:pt x="421376" y="93134"/>
                </a:lnTo>
                <a:lnTo>
                  <a:pt x="421250" y="93463"/>
                </a:lnTo>
                <a:lnTo>
                  <a:pt x="421136" y="93793"/>
                </a:lnTo>
                <a:lnTo>
                  <a:pt x="421034" y="94123"/>
                </a:lnTo>
                <a:lnTo>
                  <a:pt x="420944" y="94452"/>
                </a:lnTo>
                <a:lnTo>
                  <a:pt x="420866" y="94782"/>
                </a:lnTo>
                <a:lnTo>
                  <a:pt x="420800" y="95112"/>
                </a:lnTo>
                <a:lnTo>
                  <a:pt x="420746" y="95441"/>
                </a:lnTo>
                <a:lnTo>
                  <a:pt x="420704" y="95771"/>
                </a:lnTo>
                <a:lnTo>
                  <a:pt x="420674" y="96101"/>
                </a:lnTo>
                <a:lnTo>
                  <a:pt x="420656" y="96430"/>
                </a:lnTo>
                <a:lnTo>
                  <a:pt x="420650" y="96760"/>
                </a:lnTo>
                <a:lnTo>
                  <a:pt x="420654" y="96983"/>
                </a:lnTo>
                <a:lnTo>
                  <a:pt x="420664" y="97208"/>
                </a:lnTo>
                <a:lnTo>
                  <a:pt x="420681" y="97434"/>
                </a:lnTo>
                <a:lnTo>
                  <a:pt x="420704" y="97662"/>
                </a:lnTo>
                <a:lnTo>
                  <a:pt x="420735" y="97892"/>
                </a:lnTo>
                <a:lnTo>
                  <a:pt x="420772" y="98123"/>
                </a:lnTo>
                <a:lnTo>
                  <a:pt x="420815" y="98356"/>
                </a:lnTo>
                <a:lnTo>
                  <a:pt x="420866" y="98591"/>
                </a:lnTo>
                <a:lnTo>
                  <a:pt x="420923" y="98827"/>
                </a:lnTo>
                <a:lnTo>
                  <a:pt x="420987" y="99065"/>
                </a:lnTo>
                <a:lnTo>
                  <a:pt x="421057" y="99304"/>
                </a:lnTo>
                <a:lnTo>
                  <a:pt x="421135" y="99546"/>
                </a:lnTo>
                <a:lnTo>
                  <a:pt x="421219" y="99789"/>
                </a:lnTo>
                <a:lnTo>
                  <a:pt x="421310" y="100033"/>
                </a:lnTo>
                <a:lnTo>
                  <a:pt x="421407" y="100279"/>
                </a:lnTo>
                <a:lnTo>
                  <a:pt x="421512" y="100527"/>
                </a:lnTo>
                <a:lnTo>
                  <a:pt x="421623" y="100776"/>
                </a:lnTo>
                <a:lnTo>
                  <a:pt x="421740" y="101027"/>
                </a:lnTo>
                <a:lnTo>
                  <a:pt x="421865" y="101280"/>
                </a:lnTo>
                <a:lnTo>
                  <a:pt x="421996" y="101535"/>
                </a:lnTo>
                <a:lnTo>
                  <a:pt x="422134" y="101791"/>
                </a:lnTo>
                <a:lnTo>
                  <a:pt x="422278" y="102048"/>
                </a:lnTo>
                <a:lnTo>
                  <a:pt x="422430" y="102308"/>
                </a:lnTo>
                <a:lnTo>
                  <a:pt x="422588" y="102569"/>
                </a:lnTo>
                <a:lnTo>
                  <a:pt x="422754" y="102829"/>
                </a:lnTo>
                <a:lnTo>
                  <a:pt x="422930" y="103086"/>
                </a:lnTo>
                <a:lnTo>
                  <a:pt x="423114" y="103341"/>
                </a:lnTo>
                <a:lnTo>
                  <a:pt x="423309" y="103592"/>
                </a:lnTo>
                <a:lnTo>
                  <a:pt x="423512" y="103841"/>
                </a:lnTo>
                <a:lnTo>
                  <a:pt x="423725" y="104087"/>
                </a:lnTo>
                <a:lnTo>
                  <a:pt x="423947" y="104330"/>
                </a:lnTo>
                <a:lnTo>
                  <a:pt x="424179" y="104570"/>
                </a:lnTo>
                <a:lnTo>
                  <a:pt x="424420" y="104808"/>
                </a:lnTo>
                <a:lnTo>
                  <a:pt x="424670" y="105042"/>
                </a:lnTo>
                <a:lnTo>
                  <a:pt x="424930" y="105274"/>
                </a:lnTo>
                <a:lnTo>
                  <a:pt x="425199" y="105503"/>
                </a:lnTo>
                <a:lnTo>
                  <a:pt x="425478" y="105729"/>
                </a:lnTo>
                <a:lnTo>
                  <a:pt x="425766" y="105953"/>
                </a:lnTo>
                <a:lnTo>
                  <a:pt x="426063" y="106173"/>
                </a:lnTo>
                <a:lnTo>
                  <a:pt x="426369" y="106391"/>
                </a:lnTo>
                <a:lnTo>
                  <a:pt x="426685" y="106605"/>
                </a:lnTo>
                <a:lnTo>
                  <a:pt x="427010" y="106817"/>
                </a:lnTo>
                <a:lnTo>
                  <a:pt x="427345" y="107026"/>
                </a:lnTo>
                <a:lnTo>
                  <a:pt x="427689" y="107233"/>
                </a:lnTo>
                <a:lnTo>
                  <a:pt x="428042" y="107436"/>
                </a:lnTo>
                <a:lnTo>
                  <a:pt x="428405" y="107637"/>
                </a:lnTo>
                <a:lnTo>
                  <a:pt x="428777" y="107834"/>
                </a:lnTo>
                <a:lnTo>
                  <a:pt x="429158" y="108029"/>
                </a:lnTo>
                <a:lnTo>
                  <a:pt x="429551" y="108219"/>
                </a:lnTo>
                <a:lnTo>
                  <a:pt x="429955" y="108403"/>
                </a:lnTo>
                <a:lnTo>
                  <a:pt x="430372" y="108579"/>
                </a:lnTo>
                <a:lnTo>
                  <a:pt x="430594" y="108667"/>
                </a:lnTo>
                <a:lnTo>
                  <a:pt x="430225" y="108829"/>
                </a:lnTo>
                <a:lnTo>
                  <a:pt x="429472" y="109183"/>
                </a:lnTo>
                <a:lnTo>
                  <a:pt x="428742" y="109549"/>
                </a:lnTo>
                <a:lnTo>
                  <a:pt x="428035" y="109926"/>
                </a:lnTo>
                <a:lnTo>
                  <a:pt x="427352" y="110315"/>
                </a:lnTo>
                <a:lnTo>
                  <a:pt x="426692" y="110715"/>
                </a:lnTo>
                <a:lnTo>
                  <a:pt x="426055" y="111128"/>
                </a:lnTo>
                <a:lnTo>
                  <a:pt x="425441" y="111552"/>
                </a:lnTo>
                <a:lnTo>
                  <a:pt x="424851" y="111988"/>
                </a:lnTo>
                <a:lnTo>
                  <a:pt x="424284" y="112436"/>
                </a:lnTo>
                <a:lnTo>
                  <a:pt x="423740" y="112895"/>
                </a:lnTo>
                <a:lnTo>
                  <a:pt x="423220" y="113366"/>
                </a:lnTo>
                <a:lnTo>
                  <a:pt x="422721" y="113846"/>
                </a:lnTo>
                <a:lnTo>
                  <a:pt x="422244" y="114332"/>
                </a:lnTo>
                <a:lnTo>
                  <a:pt x="421788" y="114823"/>
                </a:lnTo>
                <a:lnTo>
                  <a:pt x="421354" y="115320"/>
                </a:lnTo>
                <a:lnTo>
                  <a:pt x="420940" y="115823"/>
                </a:lnTo>
                <a:lnTo>
                  <a:pt x="420548" y="116332"/>
                </a:lnTo>
                <a:lnTo>
                  <a:pt x="420177" y="116846"/>
                </a:lnTo>
                <a:lnTo>
                  <a:pt x="419827" y="117366"/>
                </a:lnTo>
                <a:lnTo>
                  <a:pt x="419498" y="117891"/>
                </a:lnTo>
                <a:lnTo>
                  <a:pt x="419191" y="118423"/>
                </a:lnTo>
                <a:lnTo>
                  <a:pt x="418904" y="118960"/>
                </a:lnTo>
                <a:lnTo>
                  <a:pt x="418639" y="119503"/>
                </a:lnTo>
                <a:lnTo>
                  <a:pt x="418395" y="120052"/>
                </a:lnTo>
                <a:lnTo>
                  <a:pt x="418173" y="120606"/>
                </a:lnTo>
                <a:lnTo>
                  <a:pt x="417971" y="121166"/>
                </a:lnTo>
                <a:lnTo>
                  <a:pt x="417791" y="121732"/>
                </a:lnTo>
                <a:lnTo>
                  <a:pt x="417632" y="122303"/>
                </a:lnTo>
                <a:lnTo>
                  <a:pt x="417494" y="122881"/>
                </a:lnTo>
                <a:lnTo>
                  <a:pt x="417378" y="123464"/>
                </a:lnTo>
                <a:lnTo>
                  <a:pt x="417282" y="124052"/>
                </a:lnTo>
                <a:lnTo>
                  <a:pt x="417208" y="124647"/>
                </a:lnTo>
                <a:lnTo>
                  <a:pt x="417155" y="125247"/>
                </a:lnTo>
                <a:lnTo>
                  <a:pt x="417123" y="125853"/>
                </a:lnTo>
                <a:lnTo>
                  <a:pt x="417112" y="126465"/>
                </a:lnTo>
                <a:lnTo>
                  <a:pt x="417118" y="126969"/>
                </a:lnTo>
                <a:lnTo>
                  <a:pt x="417136" y="127471"/>
                </a:lnTo>
                <a:lnTo>
                  <a:pt x="417166" y="127969"/>
                </a:lnTo>
                <a:lnTo>
                  <a:pt x="417207" y="128465"/>
                </a:lnTo>
                <a:lnTo>
                  <a:pt x="417261" y="128957"/>
                </a:lnTo>
                <a:lnTo>
                  <a:pt x="417326" y="129446"/>
                </a:lnTo>
                <a:lnTo>
                  <a:pt x="417403" y="129933"/>
                </a:lnTo>
                <a:lnTo>
                  <a:pt x="417492" y="130416"/>
                </a:lnTo>
                <a:lnTo>
                  <a:pt x="417592" y="130897"/>
                </a:lnTo>
                <a:lnTo>
                  <a:pt x="417705" y="131374"/>
                </a:lnTo>
                <a:lnTo>
                  <a:pt x="417829" y="131848"/>
                </a:lnTo>
                <a:lnTo>
                  <a:pt x="417965" y="132319"/>
                </a:lnTo>
                <a:lnTo>
                  <a:pt x="418113" y="132788"/>
                </a:lnTo>
                <a:lnTo>
                  <a:pt x="418273" y="133253"/>
                </a:lnTo>
                <a:lnTo>
                  <a:pt x="418445" y="133715"/>
                </a:lnTo>
                <a:lnTo>
                  <a:pt x="418629" y="134174"/>
                </a:lnTo>
                <a:lnTo>
                  <a:pt x="418824" y="134631"/>
                </a:lnTo>
                <a:lnTo>
                  <a:pt x="419032" y="135084"/>
                </a:lnTo>
                <a:lnTo>
                  <a:pt x="419251" y="135534"/>
                </a:lnTo>
                <a:lnTo>
                  <a:pt x="419482" y="135981"/>
                </a:lnTo>
                <a:lnTo>
                  <a:pt x="419725" y="136425"/>
                </a:lnTo>
                <a:lnTo>
                  <a:pt x="419979" y="136866"/>
                </a:lnTo>
                <a:lnTo>
                  <a:pt x="420246" y="137304"/>
                </a:lnTo>
                <a:lnTo>
                  <a:pt x="420524" y="137739"/>
                </a:lnTo>
                <a:lnTo>
                  <a:pt x="420816" y="138170"/>
                </a:lnTo>
                <a:lnTo>
                  <a:pt x="421122" y="138592"/>
                </a:lnTo>
                <a:lnTo>
                  <a:pt x="421443" y="139008"/>
                </a:lnTo>
                <a:lnTo>
                  <a:pt x="421779" y="139417"/>
                </a:lnTo>
                <a:lnTo>
                  <a:pt x="422130" y="139818"/>
                </a:lnTo>
                <a:lnTo>
                  <a:pt x="422496" y="140212"/>
                </a:lnTo>
                <a:lnTo>
                  <a:pt x="422876" y="140599"/>
                </a:lnTo>
                <a:lnTo>
                  <a:pt x="423271" y="140978"/>
                </a:lnTo>
                <a:lnTo>
                  <a:pt x="423681" y="141350"/>
                </a:lnTo>
                <a:lnTo>
                  <a:pt x="424106" y="141716"/>
                </a:lnTo>
                <a:lnTo>
                  <a:pt x="424545" y="142073"/>
                </a:lnTo>
                <a:lnTo>
                  <a:pt x="424999" y="142424"/>
                </a:lnTo>
                <a:lnTo>
                  <a:pt x="425468" y="142767"/>
                </a:lnTo>
                <a:lnTo>
                  <a:pt x="425952" y="143104"/>
                </a:lnTo>
                <a:lnTo>
                  <a:pt x="426450" y="143433"/>
                </a:lnTo>
                <a:lnTo>
                  <a:pt x="426964" y="143754"/>
                </a:lnTo>
                <a:lnTo>
                  <a:pt x="427492" y="144069"/>
                </a:lnTo>
                <a:lnTo>
                  <a:pt x="428034" y="144376"/>
                </a:lnTo>
                <a:lnTo>
                  <a:pt x="428592" y="144676"/>
                </a:lnTo>
                <a:lnTo>
                  <a:pt x="429164" y="144969"/>
                </a:lnTo>
                <a:lnTo>
                  <a:pt x="429751" y="145254"/>
                </a:lnTo>
                <a:lnTo>
                  <a:pt x="430353" y="145533"/>
                </a:lnTo>
                <a:lnTo>
                  <a:pt x="430970" y="145804"/>
                </a:lnTo>
                <a:lnTo>
                  <a:pt x="431601" y="146068"/>
                </a:lnTo>
                <a:lnTo>
                  <a:pt x="432249" y="146322"/>
                </a:lnTo>
                <a:lnTo>
                  <a:pt x="432914" y="146566"/>
                </a:lnTo>
                <a:lnTo>
                  <a:pt x="433597" y="146800"/>
                </a:lnTo>
                <a:lnTo>
                  <a:pt x="434297" y="147022"/>
                </a:lnTo>
                <a:lnTo>
                  <a:pt x="435015" y="147233"/>
                </a:lnTo>
                <a:lnTo>
                  <a:pt x="435750" y="147434"/>
                </a:lnTo>
                <a:lnTo>
                  <a:pt x="436503" y="147624"/>
                </a:lnTo>
                <a:lnTo>
                  <a:pt x="437273" y="147803"/>
                </a:lnTo>
                <a:lnTo>
                  <a:pt x="438061" y="147971"/>
                </a:lnTo>
                <a:lnTo>
                  <a:pt x="438867" y="148128"/>
                </a:lnTo>
                <a:lnTo>
                  <a:pt x="439690" y="148274"/>
                </a:lnTo>
                <a:lnTo>
                  <a:pt x="440531" y="148410"/>
                </a:lnTo>
                <a:lnTo>
                  <a:pt x="441389" y="148535"/>
                </a:lnTo>
                <a:lnTo>
                  <a:pt x="442264" y="148648"/>
                </a:lnTo>
                <a:lnTo>
                  <a:pt x="443158" y="148751"/>
                </a:lnTo>
                <a:lnTo>
                  <a:pt x="444069" y="148844"/>
                </a:lnTo>
                <a:lnTo>
                  <a:pt x="444997" y="148925"/>
                </a:lnTo>
                <a:lnTo>
                  <a:pt x="445943" y="148995"/>
                </a:lnTo>
                <a:lnTo>
                  <a:pt x="446906" y="149055"/>
                </a:lnTo>
                <a:lnTo>
                  <a:pt x="447887" y="149104"/>
                </a:lnTo>
                <a:lnTo>
                  <a:pt x="448886" y="149142"/>
                </a:lnTo>
                <a:lnTo>
                  <a:pt x="449902" y="149169"/>
                </a:lnTo>
                <a:lnTo>
                  <a:pt x="450936" y="149185"/>
                </a:lnTo>
                <a:lnTo>
                  <a:pt x="451987" y="149191"/>
                </a:lnTo>
                <a:lnTo>
                  <a:pt x="453509" y="149178"/>
                </a:lnTo>
                <a:lnTo>
                  <a:pt x="455000" y="149140"/>
                </a:lnTo>
                <a:lnTo>
                  <a:pt x="456461" y="149076"/>
                </a:lnTo>
                <a:lnTo>
                  <a:pt x="457891" y="148987"/>
                </a:lnTo>
                <a:lnTo>
                  <a:pt x="459290" y="148873"/>
                </a:lnTo>
                <a:lnTo>
                  <a:pt x="460658" y="148733"/>
                </a:lnTo>
                <a:lnTo>
                  <a:pt x="461996" y="148567"/>
                </a:lnTo>
                <a:lnTo>
                  <a:pt x="463303" y="148376"/>
                </a:lnTo>
                <a:lnTo>
                  <a:pt x="464579" y="148160"/>
                </a:lnTo>
                <a:lnTo>
                  <a:pt x="465825" y="147918"/>
                </a:lnTo>
                <a:lnTo>
                  <a:pt x="467040" y="147651"/>
                </a:lnTo>
                <a:lnTo>
                  <a:pt x="468224" y="147358"/>
                </a:lnTo>
                <a:lnTo>
                  <a:pt x="469377" y="147040"/>
                </a:lnTo>
                <a:lnTo>
                  <a:pt x="470500" y="146697"/>
                </a:lnTo>
                <a:lnTo>
                  <a:pt x="471592" y="146328"/>
                </a:lnTo>
                <a:lnTo>
                  <a:pt x="472653" y="145933"/>
                </a:lnTo>
                <a:lnTo>
                  <a:pt x="473684" y="145513"/>
                </a:lnTo>
                <a:lnTo>
                  <a:pt x="474684" y="145068"/>
                </a:lnTo>
                <a:lnTo>
                  <a:pt x="475653" y="144597"/>
                </a:lnTo>
                <a:lnTo>
                  <a:pt x="476591" y="144101"/>
                </a:lnTo>
                <a:lnTo>
                  <a:pt x="477499" y="143579"/>
                </a:lnTo>
                <a:lnTo>
                  <a:pt x="478376" y="143032"/>
                </a:lnTo>
                <a:lnTo>
                  <a:pt x="479222" y="142459"/>
                </a:lnTo>
                <a:lnTo>
                  <a:pt x="480038" y="141861"/>
                </a:lnTo>
                <a:lnTo>
                  <a:pt x="480822" y="141243"/>
                </a:lnTo>
                <a:lnTo>
                  <a:pt x="481572" y="140611"/>
                </a:lnTo>
                <a:lnTo>
                  <a:pt x="482289" y="139965"/>
                </a:lnTo>
                <a:lnTo>
                  <a:pt x="482972" y="139304"/>
                </a:lnTo>
                <a:lnTo>
                  <a:pt x="483622" y="138629"/>
                </a:lnTo>
                <a:lnTo>
                  <a:pt x="484239" y="137939"/>
                </a:lnTo>
                <a:lnTo>
                  <a:pt x="484823" y="137235"/>
                </a:lnTo>
                <a:lnTo>
                  <a:pt x="485373" y="136517"/>
                </a:lnTo>
                <a:lnTo>
                  <a:pt x="485890" y="135785"/>
                </a:lnTo>
                <a:lnTo>
                  <a:pt x="486373" y="135038"/>
                </a:lnTo>
                <a:lnTo>
                  <a:pt x="486824" y="134277"/>
                </a:lnTo>
                <a:lnTo>
                  <a:pt x="487240" y="133502"/>
                </a:lnTo>
                <a:lnTo>
                  <a:pt x="487624" y="132712"/>
                </a:lnTo>
                <a:lnTo>
                  <a:pt x="487974" y="131908"/>
                </a:lnTo>
                <a:lnTo>
                  <a:pt x="488291" y="131090"/>
                </a:lnTo>
                <a:lnTo>
                  <a:pt x="488574" y="130257"/>
                </a:lnTo>
                <a:lnTo>
                  <a:pt x="488824" y="129410"/>
                </a:lnTo>
                <a:lnTo>
                  <a:pt x="489041" y="128549"/>
                </a:lnTo>
                <a:lnTo>
                  <a:pt x="489224" y="127673"/>
                </a:lnTo>
                <a:lnTo>
                  <a:pt x="489374" y="126783"/>
                </a:lnTo>
                <a:lnTo>
                  <a:pt x="489491" y="125879"/>
                </a:lnTo>
                <a:lnTo>
                  <a:pt x="489574" y="124961"/>
                </a:lnTo>
                <a:lnTo>
                  <a:pt x="489624" y="124028"/>
                </a:lnTo>
                <a:lnTo>
                  <a:pt x="489641" y="123081"/>
                </a:lnTo>
                <a:lnTo>
                  <a:pt x="489627" y="122130"/>
                </a:lnTo>
                <a:lnTo>
                  <a:pt x="489584" y="121200"/>
                </a:lnTo>
                <a:lnTo>
                  <a:pt x="489513" y="120291"/>
                </a:lnTo>
                <a:lnTo>
                  <a:pt x="489413" y="119403"/>
                </a:lnTo>
                <a:lnTo>
                  <a:pt x="489285" y="118536"/>
                </a:lnTo>
                <a:lnTo>
                  <a:pt x="489128" y="117690"/>
                </a:lnTo>
                <a:lnTo>
                  <a:pt x="488942" y="116864"/>
                </a:lnTo>
                <a:lnTo>
                  <a:pt x="488729" y="116060"/>
                </a:lnTo>
                <a:lnTo>
                  <a:pt x="488486" y="115277"/>
                </a:lnTo>
                <a:lnTo>
                  <a:pt x="488215" y="114514"/>
                </a:lnTo>
                <a:lnTo>
                  <a:pt x="487916" y="113773"/>
                </a:lnTo>
                <a:lnTo>
                  <a:pt x="487588" y="113052"/>
                </a:lnTo>
                <a:lnTo>
                  <a:pt x="487231" y="112352"/>
                </a:lnTo>
                <a:lnTo>
                  <a:pt x="486846" y="111674"/>
                </a:lnTo>
                <a:lnTo>
                  <a:pt x="486433" y="111016"/>
                </a:lnTo>
                <a:lnTo>
                  <a:pt x="485991" y="110379"/>
                </a:lnTo>
                <a:lnTo>
                  <a:pt x="485520" y="109763"/>
                </a:lnTo>
                <a:lnTo>
                  <a:pt x="485021" y="109168"/>
                </a:lnTo>
                <a:lnTo>
                  <a:pt x="484494" y="108594"/>
                </a:lnTo>
                <a:lnTo>
                  <a:pt x="483937" y="108040"/>
                </a:lnTo>
                <a:lnTo>
                  <a:pt x="483353" y="107508"/>
                </a:lnTo>
                <a:lnTo>
                  <a:pt x="482740" y="106997"/>
                </a:lnTo>
                <a:lnTo>
                  <a:pt x="482098" y="106506"/>
                </a:lnTo>
                <a:lnTo>
                  <a:pt x="481428" y="106037"/>
                </a:lnTo>
                <a:lnTo>
                  <a:pt x="480725" y="105587"/>
                </a:lnTo>
                <a:lnTo>
                  <a:pt x="479983" y="105157"/>
                </a:lnTo>
                <a:lnTo>
                  <a:pt x="479204" y="104746"/>
                </a:lnTo>
                <a:lnTo>
                  <a:pt x="478387" y="104354"/>
                </a:lnTo>
                <a:lnTo>
                  <a:pt x="477532" y="103981"/>
                </a:lnTo>
                <a:lnTo>
                  <a:pt x="476640" y="103627"/>
                </a:lnTo>
                <a:lnTo>
                  <a:pt x="475709" y="103292"/>
                </a:lnTo>
                <a:lnTo>
                  <a:pt x="474740" y="102977"/>
                </a:lnTo>
                <a:lnTo>
                  <a:pt x="473734" y="102680"/>
                </a:lnTo>
                <a:lnTo>
                  <a:pt x="472690" y="102403"/>
                </a:lnTo>
                <a:lnTo>
                  <a:pt x="471608" y="102145"/>
                </a:lnTo>
                <a:lnTo>
                  <a:pt x="470488" y="101906"/>
                </a:lnTo>
                <a:lnTo>
                  <a:pt x="469330" y="101686"/>
                </a:lnTo>
                <a:lnTo>
                  <a:pt x="468134" y="101485"/>
                </a:lnTo>
                <a:lnTo>
                  <a:pt x="466900" y="101303"/>
                </a:lnTo>
                <a:lnTo>
                  <a:pt x="465629" y="101141"/>
                </a:lnTo>
                <a:lnTo>
                  <a:pt x="464319" y="100997"/>
                </a:lnTo>
                <a:lnTo>
                  <a:pt x="462972" y="100873"/>
                </a:lnTo>
                <a:lnTo>
                  <a:pt x="461587" y="100768"/>
                </a:lnTo>
                <a:lnTo>
                  <a:pt x="460164" y="100682"/>
                </a:lnTo>
                <a:lnTo>
                  <a:pt x="458703" y="100615"/>
                </a:lnTo>
                <a:lnTo>
                  <a:pt x="457204" y="100567"/>
                </a:lnTo>
                <a:lnTo>
                  <a:pt x="455667" y="100538"/>
                </a:lnTo>
                <a:lnTo>
                  <a:pt x="454093" y="100529"/>
                </a:lnTo>
                <a:lnTo>
                  <a:pt x="449460" y="100529"/>
                </a:lnTo>
                <a:lnTo>
                  <a:pt x="448931" y="100520"/>
                </a:lnTo>
                <a:lnTo>
                  <a:pt x="448411" y="100510"/>
                </a:lnTo>
                <a:lnTo>
                  <a:pt x="447901" y="100497"/>
                </a:lnTo>
                <a:lnTo>
                  <a:pt x="447401" y="100482"/>
                </a:lnTo>
                <a:lnTo>
                  <a:pt x="446909" y="100464"/>
                </a:lnTo>
                <a:lnTo>
                  <a:pt x="446427" y="100444"/>
                </a:lnTo>
                <a:lnTo>
                  <a:pt x="445955" y="100422"/>
                </a:lnTo>
                <a:lnTo>
                  <a:pt x="445491" y="100397"/>
                </a:lnTo>
                <a:lnTo>
                  <a:pt x="445037" y="100370"/>
                </a:lnTo>
                <a:lnTo>
                  <a:pt x="444593" y="100340"/>
                </a:lnTo>
                <a:lnTo>
                  <a:pt x="444157" y="100309"/>
                </a:lnTo>
                <a:lnTo>
                  <a:pt x="443732" y="100274"/>
                </a:lnTo>
                <a:lnTo>
                  <a:pt x="443315" y="100238"/>
                </a:lnTo>
                <a:lnTo>
                  <a:pt x="442908" y="100199"/>
                </a:lnTo>
                <a:lnTo>
                  <a:pt x="442510" y="100158"/>
                </a:lnTo>
                <a:lnTo>
                  <a:pt x="442122" y="100114"/>
                </a:lnTo>
                <a:lnTo>
                  <a:pt x="441743" y="100068"/>
                </a:lnTo>
                <a:lnTo>
                  <a:pt x="441373" y="100020"/>
                </a:lnTo>
                <a:lnTo>
                  <a:pt x="441013" y="99969"/>
                </a:lnTo>
                <a:lnTo>
                  <a:pt x="440662" y="99916"/>
                </a:lnTo>
                <a:lnTo>
                  <a:pt x="440320" y="99861"/>
                </a:lnTo>
                <a:lnTo>
                  <a:pt x="439988" y="99803"/>
                </a:lnTo>
                <a:lnTo>
                  <a:pt x="439665" y="99743"/>
                </a:lnTo>
                <a:lnTo>
                  <a:pt x="439351" y="99680"/>
                </a:lnTo>
                <a:lnTo>
                  <a:pt x="439046" y="99615"/>
                </a:lnTo>
                <a:lnTo>
                  <a:pt x="438749" y="99549"/>
                </a:lnTo>
                <a:lnTo>
                  <a:pt x="438459" y="99480"/>
                </a:lnTo>
                <a:lnTo>
                  <a:pt x="438177" y="99410"/>
                </a:lnTo>
                <a:lnTo>
                  <a:pt x="437902" y="99338"/>
                </a:lnTo>
                <a:lnTo>
                  <a:pt x="437635" y="99263"/>
                </a:lnTo>
                <a:lnTo>
                  <a:pt x="437375" y="99187"/>
                </a:lnTo>
                <a:lnTo>
                  <a:pt x="437124" y="99109"/>
                </a:lnTo>
                <a:lnTo>
                  <a:pt x="436879" y="99029"/>
                </a:lnTo>
                <a:lnTo>
                  <a:pt x="436643" y="98948"/>
                </a:lnTo>
                <a:lnTo>
                  <a:pt x="436414" y="98864"/>
                </a:lnTo>
                <a:lnTo>
                  <a:pt x="436192" y="98778"/>
                </a:lnTo>
                <a:lnTo>
                  <a:pt x="435978" y="98690"/>
                </a:lnTo>
                <a:lnTo>
                  <a:pt x="435772" y="98601"/>
                </a:lnTo>
                <a:lnTo>
                  <a:pt x="435574" y="98510"/>
                </a:lnTo>
                <a:lnTo>
                  <a:pt x="435383" y="98416"/>
                </a:lnTo>
                <a:lnTo>
                  <a:pt x="435199" y="98321"/>
                </a:lnTo>
                <a:lnTo>
                  <a:pt x="435024" y="98224"/>
                </a:lnTo>
                <a:lnTo>
                  <a:pt x="434855" y="98125"/>
                </a:lnTo>
                <a:lnTo>
                  <a:pt x="434695" y="98024"/>
                </a:lnTo>
                <a:lnTo>
                  <a:pt x="434542" y="97921"/>
                </a:lnTo>
                <a:lnTo>
                  <a:pt x="434396" y="97816"/>
                </a:lnTo>
                <a:lnTo>
                  <a:pt x="434259" y="97709"/>
                </a:lnTo>
                <a:lnTo>
                  <a:pt x="434128" y="97601"/>
                </a:lnTo>
                <a:lnTo>
                  <a:pt x="434005" y="97491"/>
                </a:lnTo>
                <a:lnTo>
                  <a:pt x="433886" y="97379"/>
                </a:lnTo>
                <a:lnTo>
                  <a:pt x="433773" y="97267"/>
                </a:lnTo>
                <a:lnTo>
                  <a:pt x="433665" y="97154"/>
                </a:lnTo>
                <a:lnTo>
                  <a:pt x="433563" y="97040"/>
                </a:lnTo>
                <a:lnTo>
                  <a:pt x="433465" y="96924"/>
                </a:lnTo>
                <a:lnTo>
                  <a:pt x="433373" y="96808"/>
                </a:lnTo>
                <a:lnTo>
                  <a:pt x="433286" y="96691"/>
                </a:lnTo>
                <a:lnTo>
                  <a:pt x="433204" y="96572"/>
                </a:lnTo>
                <a:lnTo>
                  <a:pt x="433128" y="96453"/>
                </a:lnTo>
                <a:lnTo>
                  <a:pt x="433057" y="96333"/>
                </a:lnTo>
                <a:lnTo>
                  <a:pt x="432991" y="96211"/>
                </a:lnTo>
                <a:lnTo>
                  <a:pt x="432931" y="96089"/>
                </a:lnTo>
                <a:lnTo>
                  <a:pt x="432875" y="95965"/>
                </a:lnTo>
                <a:lnTo>
                  <a:pt x="432825" y="95840"/>
                </a:lnTo>
                <a:lnTo>
                  <a:pt x="432781" y="95715"/>
                </a:lnTo>
                <a:lnTo>
                  <a:pt x="432741" y="95588"/>
                </a:lnTo>
                <a:lnTo>
                  <a:pt x="432707" y="95460"/>
                </a:lnTo>
                <a:lnTo>
                  <a:pt x="432678" y="95332"/>
                </a:lnTo>
                <a:lnTo>
                  <a:pt x="432654" y="95202"/>
                </a:lnTo>
                <a:lnTo>
                  <a:pt x="432636" y="95071"/>
                </a:lnTo>
                <a:lnTo>
                  <a:pt x="432623" y="94939"/>
                </a:lnTo>
                <a:lnTo>
                  <a:pt x="432615" y="94807"/>
                </a:lnTo>
                <a:lnTo>
                  <a:pt x="432612" y="94673"/>
                </a:lnTo>
                <a:lnTo>
                  <a:pt x="432617" y="94482"/>
                </a:lnTo>
                <a:lnTo>
                  <a:pt x="432630" y="94292"/>
                </a:lnTo>
                <a:lnTo>
                  <a:pt x="432652" y="94103"/>
                </a:lnTo>
                <a:lnTo>
                  <a:pt x="432682" y="93914"/>
                </a:lnTo>
                <a:lnTo>
                  <a:pt x="432722" y="93726"/>
                </a:lnTo>
                <a:lnTo>
                  <a:pt x="432770" y="93538"/>
                </a:lnTo>
                <a:lnTo>
                  <a:pt x="432827" y="93351"/>
                </a:lnTo>
                <a:lnTo>
                  <a:pt x="432893" y="93165"/>
                </a:lnTo>
                <a:lnTo>
                  <a:pt x="432968" y="92979"/>
                </a:lnTo>
                <a:lnTo>
                  <a:pt x="433051" y="92793"/>
                </a:lnTo>
                <a:lnTo>
                  <a:pt x="433143" y="92609"/>
                </a:lnTo>
                <a:lnTo>
                  <a:pt x="433244" y="92425"/>
                </a:lnTo>
                <a:lnTo>
                  <a:pt x="433354" y="92241"/>
                </a:lnTo>
                <a:lnTo>
                  <a:pt x="433472" y="92058"/>
                </a:lnTo>
                <a:lnTo>
                  <a:pt x="433599" y="91876"/>
                </a:lnTo>
                <a:lnTo>
                  <a:pt x="433735" y="91694"/>
                </a:lnTo>
                <a:lnTo>
                  <a:pt x="433880" y="91513"/>
                </a:lnTo>
                <a:lnTo>
                  <a:pt x="434034" y="91332"/>
                </a:lnTo>
                <a:lnTo>
                  <a:pt x="434196" y="91152"/>
                </a:lnTo>
                <a:lnTo>
                  <a:pt x="434367" y="90973"/>
                </a:lnTo>
                <a:lnTo>
                  <a:pt x="434547" y="90794"/>
                </a:lnTo>
                <a:lnTo>
                  <a:pt x="434736" y="90616"/>
                </a:lnTo>
                <a:lnTo>
                  <a:pt x="434933" y="90438"/>
                </a:lnTo>
                <a:lnTo>
                  <a:pt x="435139" y="90261"/>
                </a:lnTo>
                <a:lnTo>
                  <a:pt x="435354" y="90086"/>
                </a:lnTo>
                <a:lnTo>
                  <a:pt x="435575" y="89914"/>
                </a:lnTo>
                <a:lnTo>
                  <a:pt x="435804" y="89747"/>
                </a:lnTo>
                <a:lnTo>
                  <a:pt x="436040" y="89583"/>
                </a:lnTo>
                <a:lnTo>
                  <a:pt x="436284" y="89424"/>
                </a:lnTo>
                <a:lnTo>
                  <a:pt x="436535" y="89268"/>
                </a:lnTo>
                <a:lnTo>
                  <a:pt x="436793" y="89116"/>
                </a:lnTo>
                <a:lnTo>
                  <a:pt x="437058" y="88968"/>
                </a:lnTo>
                <a:lnTo>
                  <a:pt x="437331" y="88823"/>
                </a:lnTo>
                <a:lnTo>
                  <a:pt x="437611" y="88683"/>
                </a:lnTo>
                <a:lnTo>
                  <a:pt x="437898" y="88546"/>
                </a:lnTo>
                <a:lnTo>
                  <a:pt x="438193" y="88413"/>
                </a:lnTo>
                <a:lnTo>
                  <a:pt x="438495" y="88284"/>
                </a:lnTo>
                <a:lnTo>
                  <a:pt x="438804" y="88159"/>
                </a:lnTo>
                <a:lnTo>
                  <a:pt x="439121" y="88038"/>
                </a:lnTo>
                <a:lnTo>
                  <a:pt x="439445" y="87920"/>
                </a:lnTo>
                <a:lnTo>
                  <a:pt x="439776" y="87807"/>
                </a:lnTo>
                <a:lnTo>
                  <a:pt x="439879" y="87773"/>
                </a:lnTo>
                <a:lnTo>
                  <a:pt x="440103" y="87847"/>
                </a:lnTo>
                <a:lnTo>
                  <a:pt x="440762" y="88047"/>
                </a:lnTo>
                <a:lnTo>
                  <a:pt x="441431" y="88233"/>
                </a:lnTo>
                <a:lnTo>
                  <a:pt x="442110" y="88405"/>
                </a:lnTo>
                <a:lnTo>
                  <a:pt x="442800" y="88563"/>
                </a:lnTo>
                <a:lnTo>
                  <a:pt x="443499" y="88708"/>
                </a:lnTo>
                <a:lnTo>
                  <a:pt x="444209" y="88839"/>
                </a:lnTo>
                <a:lnTo>
                  <a:pt x="444930" y="88956"/>
                </a:lnTo>
                <a:lnTo>
                  <a:pt x="445660" y="89059"/>
                </a:lnTo>
                <a:lnTo>
                  <a:pt x="446401" y="89148"/>
                </a:lnTo>
                <a:lnTo>
                  <a:pt x="447152" y="89224"/>
                </a:lnTo>
                <a:lnTo>
                  <a:pt x="447913" y="89286"/>
                </a:lnTo>
                <a:lnTo>
                  <a:pt x="448684" y="89334"/>
                </a:lnTo>
                <a:lnTo>
                  <a:pt x="449466" y="89369"/>
                </a:lnTo>
                <a:lnTo>
                  <a:pt x="450258" y="89389"/>
                </a:lnTo>
                <a:lnTo>
                  <a:pt x="451060" y="89396"/>
                </a:lnTo>
                <a:lnTo>
                  <a:pt x="451890" y="89390"/>
                </a:lnTo>
                <a:lnTo>
                  <a:pt x="452707" y="89369"/>
                </a:lnTo>
                <a:lnTo>
                  <a:pt x="453513" y="89335"/>
                </a:lnTo>
                <a:lnTo>
                  <a:pt x="454307" y="89287"/>
                </a:lnTo>
                <a:lnTo>
                  <a:pt x="455089" y="89226"/>
                </a:lnTo>
                <a:lnTo>
                  <a:pt x="455859" y="89151"/>
                </a:lnTo>
                <a:lnTo>
                  <a:pt x="456618" y="89063"/>
                </a:lnTo>
                <a:lnTo>
                  <a:pt x="457364" y="88961"/>
                </a:lnTo>
                <a:lnTo>
                  <a:pt x="458099" y="88845"/>
                </a:lnTo>
                <a:lnTo>
                  <a:pt x="458822" y="88715"/>
                </a:lnTo>
                <a:lnTo>
                  <a:pt x="459532" y="88573"/>
                </a:lnTo>
                <a:lnTo>
                  <a:pt x="460232" y="88416"/>
                </a:lnTo>
                <a:lnTo>
                  <a:pt x="460919" y="88246"/>
                </a:lnTo>
                <a:lnTo>
                  <a:pt x="461594" y="88062"/>
                </a:lnTo>
                <a:lnTo>
                  <a:pt x="462258" y="87864"/>
                </a:lnTo>
                <a:lnTo>
                  <a:pt x="462910" y="87653"/>
                </a:lnTo>
                <a:lnTo>
                  <a:pt x="463550" y="87429"/>
                </a:lnTo>
                <a:lnTo>
                  <a:pt x="464178" y="87190"/>
                </a:lnTo>
                <a:lnTo>
                  <a:pt x="464794" y="86939"/>
                </a:lnTo>
                <a:lnTo>
                  <a:pt x="465398" y="86673"/>
                </a:lnTo>
                <a:lnTo>
                  <a:pt x="465991" y="86394"/>
                </a:lnTo>
                <a:lnTo>
                  <a:pt x="466571" y="86101"/>
                </a:lnTo>
                <a:lnTo>
                  <a:pt x="467140" y="85795"/>
                </a:lnTo>
                <a:lnTo>
                  <a:pt x="467697" y="85475"/>
                </a:lnTo>
                <a:lnTo>
                  <a:pt x="468243" y="85143"/>
                </a:lnTo>
                <a:lnTo>
                  <a:pt x="468777" y="84803"/>
                </a:lnTo>
                <a:lnTo>
                  <a:pt x="469300" y="84453"/>
                </a:lnTo>
                <a:lnTo>
                  <a:pt x="469811" y="84095"/>
                </a:lnTo>
                <a:lnTo>
                  <a:pt x="470312" y="83727"/>
                </a:lnTo>
                <a:lnTo>
                  <a:pt x="470801" y="83351"/>
                </a:lnTo>
                <a:lnTo>
                  <a:pt x="471279" y="82966"/>
                </a:lnTo>
                <a:lnTo>
                  <a:pt x="471745" y="82571"/>
                </a:lnTo>
                <a:lnTo>
                  <a:pt x="472201" y="82168"/>
                </a:lnTo>
                <a:lnTo>
                  <a:pt x="472645" y="81756"/>
                </a:lnTo>
                <a:lnTo>
                  <a:pt x="473077" y="81334"/>
                </a:lnTo>
                <a:lnTo>
                  <a:pt x="473499" y="80904"/>
                </a:lnTo>
                <a:lnTo>
                  <a:pt x="473909" y="80465"/>
                </a:lnTo>
                <a:lnTo>
                  <a:pt x="474308" y="80017"/>
                </a:lnTo>
                <a:lnTo>
                  <a:pt x="474696" y="79559"/>
                </a:lnTo>
                <a:lnTo>
                  <a:pt x="475073" y="79093"/>
                </a:lnTo>
                <a:lnTo>
                  <a:pt x="475438" y="78618"/>
                </a:lnTo>
                <a:lnTo>
                  <a:pt x="475792" y="78134"/>
                </a:lnTo>
                <a:lnTo>
                  <a:pt x="476135" y="77641"/>
                </a:lnTo>
                <a:lnTo>
                  <a:pt x="476466" y="77139"/>
                </a:lnTo>
                <a:lnTo>
                  <a:pt x="476786" y="76628"/>
                </a:lnTo>
                <a:lnTo>
                  <a:pt x="477095" y="76108"/>
                </a:lnTo>
                <a:lnTo>
                  <a:pt x="477393" y="75579"/>
                </a:lnTo>
                <a:lnTo>
                  <a:pt x="477679" y="75041"/>
                </a:lnTo>
                <a:lnTo>
                  <a:pt x="477954" y="74496"/>
                </a:lnTo>
                <a:lnTo>
                  <a:pt x="478218" y="73947"/>
                </a:lnTo>
                <a:lnTo>
                  <a:pt x="478469" y="73393"/>
                </a:lnTo>
                <a:lnTo>
                  <a:pt x="478709" y="72835"/>
                </a:lnTo>
                <a:lnTo>
                  <a:pt x="478937" y="72273"/>
                </a:lnTo>
                <a:lnTo>
                  <a:pt x="479153" y="71706"/>
                </a:lnTo>
                <a:lnTo>
                  <a:pt x="479358" y="71136"/>
                </a:lnTo>
                <a:lnTo>
                  <a:pt x="479551" y="70560"/>
                </a:lnTo>
                <a:lnTo>
                  <a:pt x="479733" y="69981"/>
                </a:lnTo>
                <a:lnTo>
                  <a:pt x="479902" y="69397"/>
                </a:lnTo>
                <a:lnTo>
                  <a:pt x="480060" y="68809"/>
                </a:lnTo>
                <a:lnTo>
                  <a:pt x="480206" y="68216"/>
                </a:lnTo>
                <a:lnTo>
                  <a:pt x="480341" y="67619"/>
                </a:lnTo>
                <a:lnTo>
                  <a:pt x="480464" y="67018"/>
                </a:lnTo>
                <a:lnTo>
                  <a:pt x="480575" y="66412"/>
                </a:lnTo>
                <a:lnTo>
                  <a:pt x="480674" y="65802"/>
                </a:lnTo>
                <a:lnTo>
                  <a:pt x="480762" y="65188"/>
                </a:lnTo>
                <a:lnTo>
                  <a:pt x="480838" y="64570"/>
                </a:lnTo>
                <a:lnTo>
                  <a:pt x="480903" y="63947"/>
                </a:lnTo>
                <a:lnTo>
                  <a:pt x="480955" y="63319"/>
                </a:lnTo>
                <a:lnTo>
                  <a:pt x="480996" y="62688"/>
                </a:lnTo>
                <a:lnTo>
                  <a:pt x="481025" y="62052"/>
                </a:lnTo>
                <a:lnTo>
                  <a:pt x="481043" y="61411"/>
                </a:lnTo>
                <a:lnTo>
                  <a:pt x="481049" y="60767"/>
                </a:lnTo>
                <a:lnTo>
                  <a:pt x="481043" y="60101"/>
                </a:lnTo>
                <a:lnTo>
                  <a:pt x="481026" y="59440"/>
                </a:lnTo>
                <a:lnTo>
                  <a:pt x="480997" y="58785"/>
                </a:lnTo>
                <a:lnTo>
                  <a:pt x="480956" y="58134"/>
                </a:lnTo>
                <a:lnTo>
                  <a:pt x="480904" y="57489"/>
                </a:lnTo>
                <a:lnTo>
                  <a:pt x="480841" y="56849"/>
                </a:lnTo>
                <a:lnTo>
                  <a:pt x="480766" y="56213"/>
                </a:lnTo>
                <a:lnTo>
                  <a:pt x="480679" y="55583"/>
                </a:lnTo>
                <a:lnTo>
                  <a:pt x="480581" y="54958"/>
                </a:lnTo>
                <a:lnTo>
                  <a:pt x="480471" y="54338"/>
                </a:lnTo>
                <a:lnTo>
                  <a:pt x="480350" y="53724"/>
                </a:lnTo>
                <a:lnTo>
                  <a:pt x="480217" y="53114"/>
                </a:lnTo>
                <a:lnTo>
                  <a:pt x="480073" y="52509"/>
                </a:lnTo>
                <a:lnTo>
                  <a:pt x="479917" y="51910"/>
                </a:lnTo>
                <a:lnTo>
                  <a:pt x="479749" y="51315"/>
                </a:lnTo>
                <a:lnTo>
                  <a:pt x="479570" y="50726"/>
                </a:lnTo>
                <a:lnTo>
                  <a:pt x="479379" y="50142"/>
                </a:lnTo>
                <a:lnTo>
                  <a:pt x="479177" y="49563"/>
                </a:lnTo>
                <a:lnTo>
                  <a:pt x="478963" y="48989"/>
                </a:lnTo>
                <a:lnTo>
                  <a:pt x="478738" y="48420"/>
                </a:lnTo>
                <a:lnTo>
                  <a:pt x="478501" y="47856"/>
                </a:lnTo>
                <a:lnTo>
                  <a:pt x="478253" y="47297"/>
                </a:lnTo>
                <a:lnTo>
                  <a:pt x="477993" y="46744"/>
                </a:lnTo>
                <a:lnTo>
                  <a:pt x="477721" y="46195"/>
                </a:lnTo>
                <a:lnTo>
                  <a:pt x="477438" y="45654"/>
                </a:lnTo>
                <a:lnTo>
                  <a:pt x="477144" y="45121"/>
                </a:lnTo>
                <a:lnTo>
                  <a:pt x="476838" y="44598"/>
                </a:lnTo>
                <a:lnTo>
                  <a:pt x="476521" y="44085"/>
                </a:lnTo>
                <a:lnTo>
                  <a:pt x="476192" y="43580"/>
                </a:lnTo>
                <a:lnTo>
                  <a:pt x="475852" y="43085"/>
                </a:lnTo>
                <a:lnTo>
                  <a:pt x="475501" y="42599"/>
                </a:lnTo>
                <a:lnTo>
                  <a:pt x="475138" y="42123"/>
                </a:lnTo>
                <a:lnTo>
                  <a:pt x="474764" y="41655"/>
                </a:lnTo>
                <a:lnTo>
                  <a:pt x="474378" y="41197"/>
                </a:lnTo>
                <a:lnTo>
                  <a:pt x="473981" y="40749"/>
                </a:lnTo>
                <a:lnTo>
                  <a:pt x="473573" y="40309"/>
                </a:lnTo>
                <a:lnTo>
                  <a:pt x="473153" y="39879"/>
                </a:lnTo>
                <a:lnTo>
                  <a:pt x="472752" y="39489"/>
                </a:lnTo>
                <a:lnTo>
                  <a:pt x="472838" y="39374"/>
                </a:lnTo>
                <a:lnTo>
                  <a:pt x="473116" y="39024"/>
                </a:lnTo>
                <a:lnTo>
                  <a:pt x="473399" y="38687"/>
                </a:lnTo>
                <a:close/>
                <a:moveTo>
                  <a:pt x="448971" y="79650"/>
                </a:moveTo>
                <a:lnTo>
                  <a:pt x="448441" y="79576"/>
                </a:lnTo>
                <a:lnTo>
                  <a:pt x="447917" y="79485"/>
                </a:lnTo>
                <a:lnTo>
                  <a:pt x="447399" y="79378"/>
                </a:lnTo>
                <a:lnTo>
                  <a:pt x="446886" y="79254"/>
                </a:lnTo>
                <a:lnTo>
                  <a:pt x="446378" y="79114"/>
                </a:lnTo>
                <a:lnTo>
                  <a:pt x="445877" y="78957"/>
                </a:lnTo>
                <a:lnTo>
                  <a:pt x="445380" y="78784"/>
                </a:lnTo>
                <a:lnTo>
                  <a:pt x="444890" y="78594"/>
                </a:lnTo>
                <a:lnTo>
                  <a:pt x="444405" y="78388"/>
                </a:lnTo>
                <a:lnTo>
                  <a:pt x="443925" y="78165"/>
                </a:lnTo>
                <a:lnTo>
                  <a:pt x="443451" y="77926"/>
                </a:lnTo>
                <a:lnTo>
                  <a:pt x="442983" y="77670"/>
                </a:lnTo>
                <a:lnTo>
                  <a:pt x="442520" y="77398"/>
                </a:lnTo>
                <a:lnTo>
                  <a:pt x="442063" y="77109"/>
                </a:lnTo>
                <a:lnTo>
                  <a:pt x="441611" y="76804"/>
                </a:lnTo>
                <a:lnTo>
                  <a:pt x="441165" y="76482"/>
                </a:lnTo>
                <a:lnTo>
                  <a:pt x="440724" y="76144"/>
                </a:lnTo>
                <a:lnTo>
                  <a:pt x="440289" y="75789"/>
                </a:lnTo>
                <a:lnTo>
                  <a:pt x="439859" y="75418"/>
                </a:lnTo>
                <a:lnTo>
                  <a:pt x="439435" y="75030"/>
                </a:lnTo>
                <a:lnTo>
                  <a:pt x="439023" y="74626"/>
                </a:lnTo>
                <a:lnTo>
                  <a:pt x="438628" y="74204"/>
                </a:lnTo>
                <a:lnTo>
                  <a:pt x="438251" y="73766"/>
                </a:lnTo>
                <a:lnTo>
                  <a:pt x="437891" y="73311"/>
                </a:lnTo>
                <a:lnTo>
                  <a:pt x="437549" y="72839"/>
                </a:lnTo>
                <a:lnTo>
                  <a:pt x="437224" y="72351"/>
                </a:lnTo>
                <a:lnTo>
                  <a:pt x="436917" y="71845"/>
                </a:lnTo>
                <a:lnTo>
                  <a:pt x="436628" y="71323"/>
                </a:lnTo>
                <a:lnTo>
                  <a:pt x="436356" y="70784"/>
                </a:lnTo>
                <a:lnTo>
                  <a:pt x="436101" y="70228"/>
                </a:lnTo>
                <a:lnTo>
                  <a:pt x="435864" y="69655"/>
                </a:lnTo>
                <a:lnTo>
                  <a:pt x="435645" y="69066"/>
                </a:lnTo>
                <a:lnTo>
                  <a:pt x="435443" y="68460"/>
                </a:lnTo>
                <a:lnTo>
                  <a:pt x="435259" y="67837"/>
                </a:lnTo>
                <a:lnTo>
                  <a:pt x="435092" y="67197"/>
                </a:lnTo>
                <a:lnTo>
                  <a:pt x="434943" y="66540"/>
                </a:lnTo>
                <a:lnTo>
                  <a:pt x="434811" y="65867"/>
                </a:lnTo>
                <a:lnTo>
                  <a:pt x="434697" y="65177"/>
                </a:lnTo>
                <a:lnTo>
                  <a:pt x="434601" y="64470"/>
                </a:lnTo>
                <a:lnTo>
                  <a:pt x="434522" y="63746"/>
                </a:lnTo>
                <a:lnTo>
                  <a:pt x="434460" y="63005"/>
                </a:lnTo>
                <a:lnTo>
                  <a:pt x="434416" y="62248"/>
                </a:lnTo>
                <a:lnTo>
                  <a:pt x="434390" y="61474"/>
                </a:lnTo>
                <a:lnTo>
                  <a:pt x="434381" y="60683"/>
                </a:lnTo>
                <a:lnTo>
                  <a:pt x="434389" y="59898"/>
                </a:lnTo>
                <a:lnTo>
                  <a:pt x="434414" y="59130"/>
                </a:lnTo>
                <a:lnTo>
                  <a:pt x="434455" y="58378"/>
                </a:lnTo>
                <a:lnTo>
                  <a:pt x="434512" y="57642"/>
                </a:lnTo>
                <a:lnTo>
                  <a:pt x="434586" y="56922"/>
                </a:lnTo>
                <a:lnTo>
                  <a:pt x="434676" y="56218"/>
                </a:lnTo>
                <a:lnTo>
                  <a:pt x="434782" y="55530"/>
                </a:lnTo>
                <a:lnTo>
                  <a:pt x="434905" y="54859"/>
                </a:lnTo>
                <a:lnTo>
                  <a:pt x="435045" y="54203"/>
                </a:lnTo>
                <a:lnTo>
                  <a:pt x="435200" y="53563"/>
                </a:lnTo>
                <a:lnTo>
                  <a:pt x="435372" y="52940"/>
                </a:lnTo>
                <a:lnTo>
                  <a:pt x="435561" y="52332"/>
                </a:lnTo>
                <a:lnTo>
                  <a:pt x="435765" y="51740"/>
                </a:lnTo>
                <a:lnTo>
                  <a:pt x="435986" y="51165"/>
                </a:lnTo>
                <a:lnTo>
                  <a:pt x="436224" y="50605"/>
                </a:lnTo>
                <a:lnTo>
                  <a:pt x="436478" y="50062"/>
                </a:lnTo>
                <a:lnTo>
                  <a:pt x="436748" y="49535"/>
                </a:lnTo>
                <a:lnTo>
                  <a:pt x="437035" y="49023"/>
                </a:lnTo>
                <a:lnTo>
                  <a:pt x="437338" y="48528"/>
                </a:lnTo>
                <a:lnTo>
                  <a:pt x="437657" y="48049"/>
                </a:lnTo>
                <a:lnTo>
                  <a:pt x="437993" y="47586"/>
                </a:lnTo>
                <a:lnTo>
                  <a:pt x="438345" y="47139"/>
                </a:lnTo>
                <a:lnTo>
                  <a:pt x="438714" y="46708"/>
                </a:lnTo>
                <a:lnTo>
                  <a:pt x="439098" y="46293"/>
                </a:lnTo>
                <a:lnTo>
                  <a:pt x="439496" y="45894"/>
                </a:lnTo>
                <a:lnTo>
                  <a:pt x="439904" y="45513"/>
                </a:lnTo>
                <a:lnTo>
                  <a:pt x="440321" y="45148"/>
                </a:lnTo>
                <a:lnTo>
                  <a:pt x="440748" y="44800"/>
                </a:lnTo>
                <a:lnTo>
                  <a:pt x="441185" y="44470"/>
                </a:lnTo>
                <a:lnTo>
                  <a:pt x="441631" y="44156"/>
                </a:lnTo>
                <a:lnTo>
                  <a:pt x="442087" y="43859"/>
                </a:lnTo>
                <a:lnTo>
                  <a:pt x="442552" y="43580"/>
                </a:lnTo>
                <a:lnTo>
                  <a:pt x="443027" y="43317"/>
                </a:lnTo>
                <a:lnTo>
                  <a:pt x="443512" y="43071"/>
                </a:lnTo>
                <a:lnTo>
                  <a:pt x="444007" y="42842"/>
                </a:lnTo>
                <a:lnTo>
                  <a:pt x="444511" y="42630"/>
                </a:lnTo>
                <a:lnTo>
                  <a:pt x="445025" y="42435"/>
                </a:lnTo>
                <a:lnTo>
                  <a:pt x="445548" y="42257"/>
                </a:lnTo>
                <a:lnTo>
                  <a:pt x="446081" y="42096"/>
                </a:lnTo>
                <a:lnTo>
                  <a:pt x="446624" y="41952"/>
                </a:lnTo>
                <a:lnTo>
                  <a:pt x="447176" y="41824"/>
                </a:lnTo>
                <a:lnTo>
                  <a:pt x="447738" y="41714"/>
                </a:lnTo>
                <a:lnTo>
                  <a:pt x="448310" y="41621"/>
                </a:lnTo>
                <a:lnTo>
                  <a:pt x="448891" y="41545"/>
                </a:lnTo>
                <a:lnTo>
                  <a:pt x="449482" y="41485"/>
                </a:lnTo>
                <a:lnTo>
                  <a:pt x="450083" y="41443"/>
                </a:lnTo>
                <a:lnTo>
                  <a:pt x="450693" y="41418"/>
                </a:lnTo>
                <a:lnTo>
                  <a:pt x="451313" y="41409"/>
                </a:lnTo>
                <a:lnTo>
                  <a:pt x="451933" y="41417"/>
                </a:lnTo>
                <a:lnTo>
                  <a:pt x="452542" y="41442"/>
                </a:lnTo>
                <a:lnTo>
                  <a:pt x="453141" y="41483"/>
                </a:lnTo>
                <a:lnTo>
                  <a:pt x="453729" y="41541"/>
                </a:lnTo>
                <a:lnTo>
                  <a:pt x="454307" y="41615"/>
                </a:lnTo>
                <a:lnTo>
                  <a:pt x="454875" y="41706"/>
                </a:lnTo>
                <a:lnTo>
                  <a:pt x="455432" y="41814"/>
                </a:lnTo>
                <a:lnTo>
                  <a:pt x="455979" y="41937"/>
                </a:lnTo>
                <a:lnTo>
                  <a:pt x="456515" y="42078"/>
                </a:lnTo>
                <a:lnTo>
                  <a:pt x="457041" y="42234"/>
                </a:lnTo>
                <a:lnTo>
                  <a:pt x="457557" y="42408"/>
                </a:lnTo>
                <a:lnTo>
                  <a:pt x="458062" y="42598"/>
                </a:lnTo>
                <a:lnTo>
                  <a:pt x="458557" y="42804"/>
                </a:lnTo>
                <a:lnTo>
                  <a:pt x="459042" y="43027"/>
                </a:lnTo>
                <a:lnTo>
                  <a:pt x="459516" y="43266"/>
                </a:lnTo>
                <a:lnTo>
                  <a:pt x="459980" y="43522"/>
                </a:lnTo>
                <a:lnTo>
                  <a:pt x="460434" y="43795"/>
                </a:lnTo>
                <a:lnTo>
                  <a:pt x="460877" y="44083"/>
                </a:lnTo>
                <a:lnTo>
                  <a:pt x="461309" y="44389"/>
                </a:lnTo>
                <a:lnTo>
                  <a:pt x="461732" y="44711"/>
                </a:lnTo>
                <a:lnTo>
                  <a:pt x="462143" y="45049"/>
                </a:lnTo>
                <a:lnTo>
                  <a:pt x="462545" y="45404"/>
                </a:lnTo>
                <a:lnTo>
                  <a:pt x="462936" y="45776"/>
                </a:lnTo>
                <a:lnTo>
                  <a:pt x="463317" y="46164"/>
                </a:lnTo>
                <a:lnTo>
                  <a:pt x="463685" y="46568"/>
                </a:lnTo>
                <a:lnTo>
                  <a:pt x="464037" y="46991"/>
                </a:lnTo>
                <a:lnTo>
                  <a:pt x="464373" y="47431"/>
                </a:lnTo>
                <a:lnTo>
                  <a:pt x="464694" y="47889"/>
                </a:lnTo>
                <a:lnTo>
                  <a:pt x="464999" y="48365"/>
                </a:lnTo>
                <a:lnTo>
                  <a:pt x="465289" y="48858"/>
                </a:lnTo>
                <a:lnTo>
                  <a:pt x="465562" y="49369"/>
                </a:lnTo>
                <a:lnTo>
                  <a:pt x="465821" y="49898"/>
                </a:lnTo>
                <a:lnTo>
                  <a:pt x="466063" y="50445"/>
                </a:lnTo>
                <a:lnTo>
                  <a:pt x="466290" y="51009"/>
                </a:lnTo>
                <a:lnTo>
                  <a:pt x="466501" y="51591"/>
                </a:lnTo>
                <a:lnTo>
                  <a:pt x="466697" y="52191"/>
                </a:lnTo>
                <a:lnTo>
                  <a:pt x="466877" y="52808"/>
                </a:lnTo>
                <a:lnTo>
                  <a:pt x="467041" y="53444"/>
                </a:lnTo>
                <a:lnTo>
                  <a:pt x="467190" y="54096"/>
                </a:lnTo>
                <a:lnTo>
                  <a:pt x="467323" y="54767"/>
                </a:lnTo>
                <a:lnTo>
                  <a:pt x="467440" y="55455"/>
                </a:lnTo>
                <a:lnTo>
                  <a:pt x="467542" y="56161"/>
                </a:lnTo>
                <a:lnTo>
                  <a:pt x="467628" y="56885"/>
                </a:lnTo>
                <a:lnTo>
                  <a:pt x="467698" y="57626"/>
                </a:lnTo>
                <a:lnTo>
                  <a:pt x="467753" y="58386"/>
                </a:lnTo>
                <a:lnTo>
                  <a:pt x="467792" y="59163"/>
                </a:lnTo>
                <a:lnTo>
                  <a:pt x="467816" y="59957"/>
                </a:lnTo>
                <a:lnTo>
                  <a:pt x="467824" y="60769"/>
                </a:lnTo>
                <a:lnTo>
                  <a:pt x="467815" y="61546"/>
                </a:lnTo>
                <a:lnTo>
                  <a:pt x="467791" y="62307"/>
                </a:lnTo>
                <a:lnTo>
                  <a:pt x="467751" y="63052"/>
                </a:lnTo>
                <a:lnTo>
                  <a:pt x="467695" y="63781"/>
                </a:lnTo>
                <a:lnTo>
                  <a:pt x="467622" y="64494"/>
                </a:lnTo>
                <a:lnTo>
                  <a:pt x="467534" y="65190"/>
                </a:lnTo>
                <a:lnTo>
                  <a:pt x="467429" y="65871"/>
                </a:lnTo>
                <a:lnTo>
                  <a:pt x="467309" y="66535"/>
                </a:lnTo>
                <a:lnTo>
                  <a:pt x="467172" y="67184"/>
                </a:lnTo>
                <a:lnTo>
                  <a:pt x="467019" y="67816"/>
                </a:lnTo>
                <a:lnTo>
                  <a:pt x="466850" y="68433"/>
                </a:lnTo>
                <a:lnTo>
                  <a:pt x="466665" y="69033"/>
                </a:lnTo>
                <a:lnTo>
                  <a:pt x="466464" y="69617"/>
                </a:lnTo>
                <a:lnTo>
                  <a:pt x="466247" y="70186"/>
                </a:lnTo>
                <a:lnTo>
                  <a:pt x="466014" y="70738"/>
                </a:lnTo>
                <a:lnTo>
                  <a:pt x="465764" y="71274"/>
                </a:lnTo>
                <a:lnTo>
                  <a:pt x="465499" y="71794"/>
                </a:lnTo>
                <a:lnTo>
                  <a:pt x="465217" y="72298"/>
                </a:lnTo>
                <a:lnTo>
                  <a:pt x="464920" y="72786"/>
                </a:lnTo>
                <a:lnTo>
                  <a:pt x="464606" y="73258"/>
                </a:lnTo>
                <a:lnTo>
                  <a:pt x="464276" y="73714"/>
                </a:lnTo>
                <a:lnTo>
                  <a:pt x="463930" y="74154"/>
                </a:lnTo>
                <a:lnTo>
                  <a:pt x="463569" y="74578"/>
                </a:lnTo>
                <a:lnTo>
                  <a:pt x="463190" y="74985"/>
                </a:lnTo>
                <a:lnTo>
                  <a:pt x="462800" y="75377"/>
                </a:lnTo>
                <a:lnTo>
                  <a:pt x="462399" y="75752"/>
                </a:lnTo>
                <a:lnTo>
                  <a:pt x="461989" y="76110"/>
                </a:lnTo>
                <a:lnTo>
                  <a:pt x="461569" y="76451"/>
                </a:lnTo>
                <a:lnTo>
                  <a:pt x="461139" y="76776"/>
                </a:lnTo>
                <a:lnTo>
                  <a:pt x="460700" y="77084"/>
                </a:lnTo>
                <a:lnTo>
                  <a:pt x="460251" y="77375"/>
                </a:lnTo>
                <a:lnTo>
                  <a:pt x="459793" y="77650"/>
                </a:lnTo>
                <a:lnTo>
                  <a:pt x="459325" y="77908"/>
                </a:lnTo>
                <a:lnTo>
                  <a:pt x="458847" y="78150"/>
                </a:lnTo>
                <a:lnTo>
                  <a:pt x="458360" y="78375"/>
                </a:lnTo>
                <a:lnTo>
                  <a:pt x="457862" y="78583"/>
                </a:lnTo>
                <a:lnTo>
                  <a:pt x="457356" y="78774"/>
                </a:lnTo>
                <a:lnTo>
                  <a:pt x="456839" y="78949"/>
                </a:lnTo>
                <a:lnTo>
                  <a:pt x="456313" y="79107"/>
                </a:lnTo>
                <a:lnTo>
                  <a:pt x="455778" y="79249"/>
                </a:lnTo>
                <a:lnTo>
                  <a:pt x="455232" y="79374"/>
                </a:lnTo>
                <a:lnTo>
                  <a:pt x="454677" y="79482"/>
                </a:lnTo>
                <a:lnTo>
                  <a:pt x="454113" y="79574"/>
                </a:lnTo>
                <a:lnTo>
                  <a:pt x="453538" y="79649"/>
                </a:lnTo>
                <a:lnTo>
                  <a:pt x="452954" y="79707"/>
                </a:lnTo>
                <a:lnTo>
                  <a:pt x="452361" y="79749"/>
                </a:lnTo>
                <a:lnTo>
                  <a:pt x="451757" y="79774"/>
                </a:lnTo>
                <a:lnTo>
                  <a:pt x="451144" y="79782"/>
                </a:lnTo>
                <a:lnTo>
                  <a:pt x="450593" y="79774"/>
                </a:lnTo>
                <a:lnTo>
                  <a:pt x="450046" y="79749"/>
                </a:lnTo>
                <a:lnTo>
                  <a:pt x="449506" y="79708"/>
                </a:lnTo>
                <a:lnTo>
                  <a:pt x="448971" y="79650"/>
                </a:lnTo>
                <a:close/>
                <a:moveTo>
                  <a:pt x="447162" y="138814"/>
                </a:moveTo>
                <a:lnTo>
                  <a:pt x="446332" y="138738"/>
                </a:lnTo>
                <a:lnTo>
                  <a:pt x="445526" y="138648"/>
                </a:lnTo>
                <a:lnTo>
                  <a:pt x="444742" y="138545"/>
                </a:lnTo>
                <a:lnTo>
                  <a:pt x="443982" y="138428"/>
                </a:lnTo>
                <a:lnTo>
                  <a:pt x="443244" y="138297"/>
                </a:lnTo>
                <a:lnTo>
                  <a:pt x="442529" y="138152"/>
                </a:lnTo>
                <a:lnTo>
                  <a:pt x="441836" y="137994"/>
                </a:lnTo>
                <a:lnTo>
                  <a:pt x="441167" y="137821"/>
                </a:lnTo>
                <a:lnTo>
                  <a:pt x="440520" y="137635"/>
                </a:lnTo>
                <a:lnTo>
                  <a:pt x="439896" y="137436"/>
                </a:lnTo>
                <a:lnTo>
                  <a:pt x="439295" y="137222"/>
                </a:lnTo>
                <a:lnTo>
                  <a:pt x="438717" y="136995"/>
                </a:lnTo>
                <a:lnTo>
                  <a:pt x="438161" y="136753"/>
                </a:lnTo>
                <a:lnTo>
                  <a:pt x="437629" y="136498"/>
                </a:lnTo>
                <a:lnTo>
                  <a:pt x="437119" y="136230"/>
                </a:lnTo>
                <a:lnTo>
                  <a:pt x="436632" y="135947"/>
                </a:lnTo>
                <a:lnTo>
                  <a:pt x="436168" y="135651"/>
                </a:lnTo>
                <a:lnTo>
                  <a:pt x="435726" y="135341"/>
                </a:lnTo>
                <a:lnTo>
                  <a:pt x="435308" y="135017"/>
                </a:lnTo>
                <a:lnTo>
                  <a:pt x="434909" y="134684"/>
                </a:lnTo>
                <a:lnTo>
                  <a:pt x="434527" y="134347"/>
                </a:lnTo>
                <a:lnTo>
                  <a:pt x="434163" y="134005"/>
                </a:lnTo>
                <a:lnTo>
                  <a:pt x="433815" y="133659"/>
                </a:lnTo>
                <a:lnTo>
                  <a:pt x="433484" y="133308"/>
                </a:lnTo>
                <a:lnTo>
                  <a:pt x="433170" y="132953"/>
                </a:lnTo>
                <a:lnTo>
                  <a:pt x="432873" y="132594"/>
                </a:lnTo>
                <a:lnTo>
                  <a:pt x="432593" y="132230"/>
                </a:lnTo>
                <a:lnTo>
                  <a:pt x="432331" y="131862"/>
                </a:lnTo>
                <a:lnTo>
                  <a:pt x="432085" y="131490"/>
                </a:lnTo>
                <a:lnTo>
                  <a:pt x="431856" y="131113"/>
                </a:lnTo>
                <a:lnTo>
                  <a:pt x="431643" y="130732"/>
                </a:lnTo>
                <a:lnTo>
                  <a:pt x="431448" y="130346"/>
                </a:lnTo>
                <a:lnTo>
                  <a:pt x="431270" y="129956"/>
                </a:lnTo>
                <a:lnTo>
                  <a:pt x="431109" y="129561"/>
                </a:lnTo>
                <a:lnTo>
                  <a:pt x="430965" y="129163"/>
                </a:lnTo>
                <a:lnTo>
                  <a:pt x="430838" y="128759"/>
                </a:lnTo>
                <a:lnTo>
                  <a:pt x="430727" y="128352"/>
                </a:lnTo>
                <a:lnTo>
                  <a:pt x="430634" y="127940"/>
                </a:lnTo>
                <a:lnTo>
                  <a:pt x="430558" y="127523"/>
                </a:lnTo>
                <a:lnTo>
                  <a:pt x="430498" y="127103"/>
                </a:lnTo>
                <a:lnTo>
                  <a:pt x="430456" y="126677"/>
                </a:lnTo>
                <a:lnTo>
                  <a:pt x="430431" y="126248"/>
                </a:lnTo>
                <a:lnTo>
                  <a:pt x="430422" y="125814"/>
                </a:lnTo>
                <a:lnTo>
                  <a:pt x="430427" y="125423"/>
                </a:lnTo>
                <a:lnTo>
                  <a:pt x="430443" y="125037"/>
                </a:lnTo>
                <a:lnTo>
                  <a:pt x="430469" y="124654"/>
                </a:lnTo>
                <a:lnTo>
                  <a:pt x="430505" y="124275"/>
                </a:lnTo>
                <a:lnTo>
                  <a:pt x="430552" y="123901"/>
                </a:lnTo>
                <a:lnTo>
                  <a:pt x="430609" y="123530"/>
                </a:lnTo>
                <a:lnTo>
                  <a:pt x="430676" y="123163"/>
                </a:lnTo>
                <a:lnTo>
                  <a:pt x="430754" y="122800"/>
                </a:lnTo>
                <a:lnTo>
                  <a:pt x="430843" y="122441"/>
                </a:lnTo>
                <a:lnTo>
                  <a:pt x="430941" y="122086"/>
                </a:lnTo>
                <a:lnTo>
                  <a:pt x="431050" y="121735"/>
                </a:lnTo>
                <a:lnTo>
                  <a:pt x="431170" y="121387"/>
                </a:lnTo>
                <a:lnTo>
                  <a:pt x="431299" y="121044"/>
                </a:lnTo>
                <a:lnTo>
                  <a:pt x="431440" y="120705"/>
                </a:lnTo>
                <a:lnTo>
                  <a:pt x="431590" y="120369"/>
                </a:lnTo>
                <a:lnTo>
                  <a:pt x="431751" y="120038"/>
                </a:lnTo>
                <a:lnTo>
                  <a:pt x="431922" y="119710"/>
                </a:lnTo>
                <a:lnTo>
                  <a:pt x="432104" y="119387"/>
                </a:lnTo>
                <a:lnTo>
                  <a:pt x="432296" y="119067"/>
                </a:lnTo>
                <a:lnTo>
                  <a:pt x="432499" y="118751"/>
                </a:lnTo>
                <a:lnTo>
                  <a:pt x="432712" y="118440"/>
                </a:lnTo>
                <a:lnTo>
                  <a:pt x="432935" y="118132"/>
                </a:lnTo>
                <a:lnTo>
                  <a:pt x="433168" y="117828"/>
                </a:lnTo>
                <a:lnTo>
                  <a:pt x="433412" y="117528"/>
                </a:lnTo>
                <a:lnTo>
                  <a:pt x="433667" y="117233"/>
                </a:lnTo>
                <a:lnTo>
                  <a:pt x="433930" y="116946"/>
                </a:lnTo>
                <a:lnTo>
                  <a:pt x="434204" y="116666"/>
                </a:lnTo>
                <a:lnTo>
                  <a:pt x="434488" y="116394"/>
                </a:lnTo>
                <a:lnTo>
                  <a:pt x="434781" y="116128"/>
                </a:lnTo>
                <a:lnTo>
                  <a:pt x="435084" y="115870"/>
                </a:lnTo>
                <a:lnTo>
                  <a:pt x="435397" y="115620"/>
                </a:lnTo>
                <a:lnTo>
                  <a:pt x="435720" y="115376"/>
                </a:lnTo>
                <a:lnTo>
                  <a:pt x="436052" y="115140"/>
                </a:lnTo>
                <a:lnTo>
                  <a:pt x="436394" y="114911"/>
                </a:lnTo>
                <a:lnTo>
                  <a:pt x="436747" y="114689"/>
                </a:lnTo>
                <a:lnTo>
                  <a:pt x="437108" y="114474"/>
                </a:lnTo>
                <a:lnTo>
                  <a:pt x="437480" y="114267"/>
                </a:lnTo>
                <a:lnTo>
                  <a:pt x="437862" y="114067"/>
                </a:lnTo>
                <a:lnTo>
                  <a:pt x="438253" y="113875"/>
                </a:lnTo>
                <a:lnTo>
                  <a:pt x="438654" y="113689"/>
                </a:lnTo>
                <a:lnTo>
                  <a:pt x="439065" y="113511"/>
                </a:lnTo>
                <a:lnTo>
                  <a:pt x="439485" y="113340"/>
                </a:lnTo>
                <a:lnTo>
                  <a:pt x="439916" y="113177"/>
                </a:lnTo>
                <a:lnTo>
                  <a:pt x="440356" y="113020"/>
                </a:lnTo>
                <a:lnTo>
                  <a:pt x="440806" y="112871"/>
                </a:lnTo>
                <a:lnTo>
                  <a:pt x="441266" y="112729"/>
                </a:lnTo>
                <a:lnTo>
                  <a:pt x="441736" y="112595"/>
                </a:lnTo>
                <a:lnTo>
                  <a:pt x="442215" y="112468"/>
                </a:lnTo>
                <a:lnTo>
                  <a:pt x="453587" y="112468"/>
                </a:lnTo>
                <a:lnTo>
                  <a:pt x="454338" y="112470"/>
                </a:lnTo>
                <a:lnTo>
                  <a:pt x="455074" y="112478"/>
                </a:lnTo>
                <a:lnTo>
                  <a:pt x="455796" y="112491"/>
                </a:lnTo>
                <a:lnTo>
                  <a:pt x="456503" y="112509"/>
                </a:lnTo>
                <a:lnTo>
                  <a:pt x="457195" y="112532"/>
                </a:lnTo>
                <a:lnTo>
                  <a:pt x="457873" y="112560"/>
                </a:lnTo>
                <a:lnTo>
                  <a:pt x="458536" y="112594"/>
                </a:lnTo>
                <a:lnTo>
                  <a:pt x="459184" y="112632"/>
                </a:lnTo>
                <a:lnTo>
                  <a:pt x="459818" y="112676"/>
                </a:lnTo>
                <a:lnTo>
                  <a:pt x="460438" y="112725"/>
                </a:lnTo>
                <a:lnTo>
                  <a:pt x="461042" y="112779"/>
                </a:lnTo>
                <a:lnTo>
                  <a:pt x="461632" y="112838"/>
                </a:lnTo>
                <a:lnTo>
                  <a:pt x="462207" y="112903"/>
                </a:lnTo>
                <a:lnTo>
                  <a:pt x="462768" y="112972"/>
                </a:lnTo>
                <a:lnTo>
                  <a:pt x="463314" y="113047"/>
                </a:lnTo>
                <a:lnTo>
                  <a:pt x="463846" y="113127"/>
                </a:lnTo>
                <a:lnTo>
                  <a:pt x="464362" y="113212"/>
                </a:lnTo>
                <a:lnTo>
                  <a:pt x="464865" y="113302"/>
                </a:lnTo>
                <a:lnTo>
                  <a:pt x="465352" y="113397"/>
                </a:lnTo>
                <a:lnTo>
                  <a:pt x="465825" y="113498"/>
                </a:lnTo>
                <a:lnTo>
                  <a:pt x="466284" y="113604"/>
                </a:lnTo>
                <a:lnTo>
                  <a:pt x="466727" y="113714"/>
                </a:lnTo>
                <a:lnTo>
                  <a:pt x="467156" y="113830"/>
                </a:lnTo>
                <a:lnTo>
                  <a:pt x="467571" y="113951"/>
                </a:lnTo>
                <a:lnTo>
                  <a:pt x="467973" y="114077"/>
                </a:lnTo>
                <a:lnTo>
                  <a:pt x="468364" y="114206"/>
                </a:lnTo>
                <a:lnTo>
                  <a:pt x="468745" y="114340"/>
                </a:lnTo>
                <a:lnTo>
                  <a:pt x="469115" y="114478"/>
                </a:lnTo>
                <a:lnTo>
                  <a:pt x="469475" y="114620"/>
                </a:lnTo>
                <a:lnTo>
                  <a:pt x="469824" y="114766"/>
                </a:lnTo>
                <a:lnTo>
                  <a:pt x="470163" y="114916"/>
                </a:lnTo>
                <a:lnTo>
                  <a:pt x="470491" y="115070"/>
                </a:lnTo>
                <a:lnTo>
                  <a:pt x="470809" y="115228"/>
                </a:lnTo>
                <a:lnTo>
                  <a:pt x="471116" y="115390"/>
                </a:lnTo>
                <a:lnTo>
                  <a:pt x="471412" y="115557"/>
                </a:lnTo>
                <a:lnTo>
                  <a:pt x="471698" y="115727"/>
                </a:lnTo>
                <a:lnTo>
                  <a:pt x="471974" y="115902"/>
                </a:lnTo>
                <a:lnTo>
                  <a:pt x="472239" y="116080"/>
                </a:lnTo>
                <a:lnTo>
                  <a:pt x="472493" y="116263"/>
                </a:lnTo>
                <a:lnTo>
                  <a:pt x="472737" y="116450"/>
                </a:lnTo>
                <a:lnTo>
                  <a:pt x="472971" y="116641"/>
                </a:lnTo>
                <a:lnTo>
                  <a:pt x="473194" y="116836"/>
                </a:lnTo>
                <a:lnTo>
                  <a:pt x="473406" y="117035"/>
                </a:lnTo>
                <a:lnTo>
                  <a:pt x="473608" y="117238"/>
                </a:lnTo>
                <a:lnTo>
                  <a:pt x="473799" y="117445"/>
                </a:lnTo>
                <a:lnTo>
                  <a:pt x="473980" y="117657"/>
                </a:lnTo>
                <a:lnTo>
                  <a:pt x="474150" y="117872"/>
                </a:lnTo>
                <a:lnTo>
                  <a:pt x="474310" y="118092"/>
                </a:lnTo>
                <a:lnTo>
                  <a:pt x="474461" y="118315"/>
                </a:lnTo>
                <a:lnTo>
                  <a:pt x="474606" y="118542"/>
                </a:lnTo>
                <a:lnTo>
                  <a:pt x="474744" y="118773"/>
                </a:lnTo>
                <a:lnTo>
                  <a:pt x="474876" y="119007"/>
                </a:lnTo>
                <a:lnTo>
                  <a:pt x="475002" y="119244"/>
                </a:lnTo>
                <a:lnTo>
                  <a:pt x="475121" y="119485"/>
                </a:lnTo>
                <a:lnTo>
                  <a:pt x="475233" y="119730"/>
                </a:lnTo>
                <a:lnTo>
                  <a:pt x="475339" y="119978"/>
                </a:lnTo>
                <a:lnTo>
                  <a:pt x="475439" y="120229"/>
                </a:lnTo>
                <a:lnTo>
                  <a:pt x="475532" y="120484"/>
                </a:lnTo>
                <a:lnTo>
                  <a:pt x="475619" y="120743"/>
                </a:lnTo>
                <a:lnTo>
                  <a:pt x="475700" y="121005"/>
                </a:lnTo>
                <a:lnTo>
                  <a:pt x="475774" y="121270"/>
                </a:lnTo>
                <a:lnTo>
                  <a:pt x="475841" y="121539"/>
                </a:lnTo>
                <a:lnTo>
                  <a:pt x="475902" y="121811"/>
                </a:lnTo>
                <a:lnTo>
                  <a:pt x="475957" y="122087"/>
                </a:lnTo>
                <a:lnTo>
                  <a:pt x="476005" y="122366"/>
                </a:lnTo>
                <a:lnTo>
                  <a:pt x="476047" y="122649"/>
                </a:lnTo>
                <a:lnTo>
                  <a:pt x="476083" y="122936"/>
                </a:lnTo>
                <a:lnTo>
                  <a:pt x="476112" y="123225"/>
                </a:lnTo>
                <a:lnTo>
                  <a:pt x="476134" y="123519"/>
                </a:lnTo>
                <a:lnTo>
                  <a:pt x="476150" y="123816"/>
                </a:lnTo>
                <a:lnTo>
                  <a:pt x="476160" y="124116"/>
                </a:lnTo>
                <a:lnTo>
                  <a:pt x="476163" y="124420"/>
                </a:lnTo>
                <a:lnTo>
                  <a:pt x="476153" y="124932"/>
                </a:lnTo>
                <a:lnTo>
                  <a:pt x="476124" y="125438"/>
                </a:lnTo>
                <a:lnTo>
                  <a:pt x="476076" y="125937"/>
                </a:lnTo>
                <a:lnTo>
                  <a:pt x="476007" y="126428"/>
                </a:lnTo>
                <a:lnTo>
                  <a:pt x="475920" y="126913"/>
                </a:lnTo>
                <a:lnTo>
                  <a:pt x="475813" y="127391"/>
                </a:lnTo>
                <a:lnTo>
                  <a:pt x="475687" y="127862"/>
                </a:lnTo>
                <a:lnTo>
                  <a:pt x="475541" y="128325"/>
                </a:lnTo>
                <a:lnTo>
                  <a:pt x="475375" y="128782"/>
                </a:lnTo>
                <a:lnTo>
                  <a:pt x="475191" y="129232"/>
                </a:lnTo>
                <a:lnTo>
                  <a:pt x="474986" y="129675"/>
                </a:lnTo>
                <a:lnTo>
                  <a:pt x="474763" y="130111"/>
                </a:lnTo>
                <a:lnTo>
                  <a:pt x="474519" y="130540"/>
                </a:lnTo>
                <a:lnTo>
                  <a:pt x="474257" y="130962"/>
                </a:lnTo>
                <a:lnTo>
                  <a:pt x="473975" y="131377"/>
                </a:lnTo>
                <a:lnTo>
                  <a:pt x="473673" y="131785"/>
                </a:lnTo>
                <a:lnTo>
                  <a:pt x="473352" y="132186"/>
                </a:lnTo>
                <a:lnTo>
                  <a:pt x="473012" y="132580"/>
                </a:lnTo>
                <a:lnTo>
                  <a:pt x="472652" y="132967"/>
                </a:lnTo>
                <a:lnTo>
                  <a:pt x="472273" y="133347"/>
                </a:lnTo>
                <a:lnTo>
                  <a:pt x="471874" y="133721"/>
                </a:lnTo>
                <a:lnTo>
                  <a:pt x="471456" y="134087"/>
                </a:lnTo>
                <a:lnTo>
                  <a:pt x="471018" y="134446"/>
                </a:lnTo>
                <a:lnTo>
                  <a:pt x="470561" y="134798"/>
                </a:lnTo>
                <a:lnTo>
                  <a:pt x="470081" y="135140"/>
                </a:lnTo>
                <a:lnTo>
                  <a:pt x="469574" y="135467"/>
                </a:lnTo>
                <a:lnTo>
                  <a:pt x="469040" y="135780"/>
                </a:lnTo>
                <a:lnTo>
                  <a:pt x="468480" y="136078"/>
                </a:lnTo>
                <a:lnTo>
                  <a:pt x="467893" y="136361"/>
                </a:lnTo>
                <a:lnTo>
                  <a:pt x="467279" y="136630"/>
                </a:lnTo>
                <a:lnTo>
                  <a:pt x="466638" y="136885"/>
                </a:lnTo>
                <a:lnTo>
                  <a:pt x="465970" y="137125"/>
                </a:lnTo>
                <a:lnTo>
                  <a:pt x="465276" y="137350"/>
                </a:lnTo>
                <a:lnTo>
                  <a:pt x="464555" y="137561"/>
                </a:lnTo>
                <a:lnTo>
                  <a:pt x="463807" y="137757"/>
                </a:lnTo>
                <a:lnTo>
                  <a:pt x="463033" y="137939"/>
                </a:lnTo>
                <a:lnTo>
                  <a:pt x="462231" y="138106"/>
                </a:lnTo>
                <a:lnTo>
                  <a:pt x="461403" y="138259"/>
                </a:lnTo>
                <a:lnTo>
                  <a:pt x="460548" y="138397"/>
                </a:lnTo>
                <a:lnTo>
                  <a:pt x="459667" y="138521"/>
                </a:lnTo>
                <a:lnTo>
                  <a:pt x="458758" y="138630"/>
                </a:lnTo>
                <a:lnTo>
                  <a:pt x="457823" y="138724"/>
                </a:lnTo>
                <a:lnTo>
                  <a:pt x="456861" y="138804"/>
                </a:lnTo>
                <a:lnTo>
                  <a:pt x="455872" y="138870"/>
                </a:lnTo>
                <a:lnTo>
                  <a:pt x="454857" y="138921"/>
                </a:lnTo>
                <a:lnTo>
                  <a:pt x="453815" y="138957"/>
                </a:lnTo>
                <a:lnTo>
                  <a:pt x="452746" y="138979"/>
                </a:lnTo>
                <a:lnTo>
                  <a:pt x="451650" y="138986"/>
                </a:lnTo>
                <a:lnTo>
                  <a:pt x="450707" y="138979"/>
                </a:lnTo>
                <a:lnTo>
                  <a:pt x="449786" y="138958"/>
                </a:lnTo>
                <a:lnTo>
                  <a:pt x="448888" y="138924"/>
                </a:lnTo>
                <a:lnTo>
                  <a:pt x="448014" y="138876"/>
                </a:lnTo>
                <a:lnTo>
                  <a:pt x="447162" y="138814"/>
                </a:lnTo>
                <a:close/>
                <a:moveTo>
                  <a:pt x="356385" y="54994"/>
                </a:moveTo>
                <a:lnTo>
                  <a:pt x="356700" y="54583"/>
                </a:lnTo>
                <a:lnTo>
                  <a:pt x="357023" y="54175"/>
                </a:lnTo>
                <a:lnTo>
                  <a:pt x="357354" y="53769"/>
                </a:lnTo>
                <a:lnTo>
                  <a:pt x="357693" y="53365"/>
                </a:lnTo>
                <a:lnTo>
                  <a:pt x="358040" y="52963"/>
                </a:lnTo>
                <a:lnTo>
                  <a:pt x="358395" y="52564"/>
                </a:lnTo>
                <a:lnTo>
                  <a:pt x="358758" y="52167"/>
                </a:lnTo>
                <a:lnTo>
                  <a:pt x="359130" y="51773"/>
                </a:lnTo>
                <a:lnTo>
                  <a:pt x="359509" y="51381"/>
                </a:lnTo>
                <a:lnTo>
                  <a:pt x="359896" y="50991"/>
                </a:lnTo>
                <a:lnTo>
                  <a:pt x="360292" y="50604"/>
                </a:lnTo>
                <a:lnTo>
                  <a:pt x="360695" y="50219"/>
                </a:lnTo>
                <a:lnTo>
                  <a:pt x="361107" y="49836"/>
                </a:lnTo>
                <a:lnTo>
                  <a:pt x="361526" y="49455"/>
                </a:lnTo>
                <a:lnTo>
                  <a:pt x="361954" y="49077"/>
                </a:lnTo>
                <a:lnTo>
                  <a:pt x="362389" y="48701"/>
                </a:lnTo>
                <a:lnTo>
                  <a:pt x="362833" y="48328"/>
                </a:lnTo>
                <a:lnTo>
                  <a:pt x="363285" y="47957"/>
                </a:lnTo>
                <a:lnTo>
                  <a:pt x="363744" y="47588"/>
                </a:lnTo>
                <a:lnTo>
                  <a:pt x="364212" y="47221"/>
                </a:lnTo>
                <a:lnTo>
                  <a:pt x="364688" y="46857"/>
                </a:lnTo>
                <a:lnTo>
                  <a:pt x="365172" y="46496"/>
                </a:lnTo>
                <a:lnTo>
                  <a:pt x="365664" y="46142"/>
                </a:lnTo>
                <a:lnTo>
                  <a:pt x="366166" y="45804"/>
                </a:lnTo>
                <a:lnTo>
                  <a:pt x="366677" y="45481"/>
                </a:lnTo>
                <a:lnTo>
                  <a:pt x="367197" y="45173"/>
                </a:lnTo>
                <a:lnTo>
                  <a:pt x="367726" y="44880"/>
                </a:lnTo>
                <a:lnTo>
                  <a:pt x="368265" y="44602"/>
                </a:lnTo>
                <a:lnTo>
                  <a:pt x="368813" y="44339"/>
                </a:lnTo>
                <a:lnTo>
                  <a:pt x="369370" y="44091"/>
                </a:lnTo>
                <a:lnTo>
                  <a:pt x="369936" y="43859"/>
                </a:lnTo>
                <a:lnTo>
                  <a:pt x="370511" y="43641"/>
                </a:lnTo>
                <a:lnTo>
                  <a:pt x="371096" y="43438"/>
                </a:lnTo>
                <a:lnTo>
                  <a:pt x="371690" y="43250"/>
                </a:lnTo>
                <a:lnTo>
                  <a:pt x="372293" y="43077"/>
                </a:lnTo>
                <a:lnTo>
                  <a:pt x="372905" y="42919"/>
                </a:lnTo>
                <a:lnTo>
                  <a:pt x="373526" y="42777"/>
                </a:lnTo>
                <a:lnTo>
                  <a:pt x="374157" y="42649"/>
                </a:lnTo>
                <a:lnTo>
                  <a:pt x="374797" y="42536"/>
                </a:lnTo>
                <a:lnTo>
                  <a:pt x="375446" y="42439"/>
                </a:lnTo>
                <a:lnTo>
                  <a:pt x="376104" y="42356"/>
                </a:lnTo>
                <a:lnTo>
                  <a:pt x="376772" y="42288"/>
                </a:lnTo>
                <a:lnTo>
                  <a:pt x="377449" y="42236"/>
                </a:lnTo>
                <a:lnTo>
                  <a:pt x="378135" y="42198"/>
                </a:lnTo>
                <a:lnTo>
                  <a:pt x="378830" y="42176"/>
                </a:lnTo>
                <a:lnTo>
                  <a:pt x="379534" y="42168"/>
                </a:lnTo>
                <a:lnTo>
                  <a:pt x="379993" y="42173"/>
                </a:lnTo>
                <a:lnTo>
                  <a:pt x="380443" y="42187"/>
                </a:lnTo>
                <a:lnTo>
                  <a:pt x="380884" y="42211"/>
                </a:lnTo>
                <a:lnTo>
                  <a:pt x="381316" y="42244"/>
                </a:lnTo>
                <a:lnTo>
                  <a:pt x="381739" y="42286"/>
                </a:lnTo>
                <a:lnTo>
                  <a:pt x="382153" y="42338"/>
                </a:lnTo>
                <a:lnTo>
                  <a:pt x="382559" y="42400"/>
                </a:lnTo>
                <a:lnTo>
                  <a:pt x="382955" y="42471"/>
                </a:lnTo>
                <a:lnTo>
                  <a:pt x="383343" y="42551"/>
                </a:lnTo>
                <a:lnTo>
                  <a:pt x="383721" y="42641"/>
                </a:lnTo>
                <a:lnTo>
                  <a:pt x="384091" y="42740"/>
                </a:lnTo>
                <a:lnTo>
                  <a:pt x="384452" y="42849"/>
                </a:lnTo>
                <a:lnTo>
                  <a:pt x="384803" y="42967"/>
                </a:lnTo>
                <a:lnTo>
                  <a:pt x="385146" y="43094"/>
                </a:lnTo>
                <a:lnTo>
                  <a:pt x="385480" y="43232"/>
                </a:lnTo>
                <a:lnTo>
                  <a:pt x="385805" y="43378"/>
                </a:lnTo>
                <a:lnTo>
                  <a:pt x="386121" y="43534"/>
                </a:lnTo>
                <a:lnTo>
                  <a:pt x="386429" y="43699"/>
                </a:lnTo>
                <a:lnTo>
                  <a:pt x="386727" y="43874"/>
                </a:lnTo>
                <a:lnTo>
                  <a:pt x="387016" y="44059"/>
                </a:lnTo>
                <a:lnTo>
                  <a:pt x="387297" y="44252"/>
                </a:lnTo>
                <a:lnTo>
                  <a:pt x="387568" y="44456"/>
                </a:lnTo>
                <a:lnTo>
                  <a:pt x="387831" y="44668"/>
                </a:lnTo>
                <a:lnTo>
                  <a:pt x="388084" y="44891"/>
                </a:lnTo>
                <a:lnTo>
                  <a:pt x="388330" y="45121"/>
                </a:lnTo>
                <a:lnTo>
                  <a:pt x="388570" y="45358"/>
                </a:lnTo>
                <a:lnTo>
                  <a:pt x="388803" y="45603"/>
                </a:lnTo>
                <a:lnTo>
                  <a:pt x="389030" y="45856"/>
                </a:lnTo>
                <a:lnTo>
                  <a:pt x="389250" y="46115"/>
                </a:lnTo>
                <a:lnTo>
                  <a:pt x="389464" y="46382"/>
                </a:lnTo>
                <a:lnTo>
                  <a:pt x="389671" y="46656"/>
                </a:lnTo>
                <a:lnTo>
                  <a:pt x="389872" y="46937"/>
                </a:lnTo>
                <a:lnTo>
                  <a:pt x="390067" y="47226"/>
                </a:lnTo>
                <a:lnTo>
                  <a:pt x="390255" y="47522"/>
                </a:lnTo>
                <a:lnTo>
                  <a:pt x="390436" y="47825"/>
                </a:lnTo>
                <a:lnTo>
                  <a:pt x="390611" y="48136"/>
                </a:lnTo>
                <a:lnTo>
                  <a:pt x="390780" y="48453"/>
                </a:lnTo>
                <a:lnTo>
                  <a:pt x="390943" y="48778"/>
                </a:lnTo>
                <a:lnTo>
                  <a:pt x="391098" y="49111"/>
                </a:lnTo>
                <a:lnTo>
                  <a:pt x="391248" y="49451"/>
                </a:lnTo>
                <a:lnTo>
                  <a:pt x="391391" y="49798"/>
                </a:lnTo>
                <a:lnTo>
                  <a:pt x="391528" y="50152"/>
                </a:lnTo>
                <a:lnTo>
                  <a:pt x="391658" y="50513"/>
                </a:lnTo>
                <a:lnTo>
                  <a:pt x="391781" y="50882"/>
                </a:lnTo>
                <a:lnTo>
                  <a:pt x="391899" y="51258"/>
                </a:lnTo>
                <a:lnTo>
                  <a:pt x="392010" y="51642"/>
                </a:lnTo>
                <a:lnTo>
                  <a:pt x="392114" y="52033"/>
                </a:lnTo>
                <a:lnTo>
                  <a:pt x="392212" y="52431"/>
                </a:lnTo>
                <a:lnTo>
                  <a:pt x="392305" y="52835"/>
                </a:lnTo>
                <a:lnTo>
                  <a:pt x="392394" y="53243"/>
                </a:lnTo>
                <a:lnTo>
                  <a:pt x="392479" y="53656"/>
                </a:lnTo>
                <a:lnTo>
                  <a:pt x="392559" y="54074"/>
                </a:lnTo>
                <a:lnTo>
                  <a:pt x="392636" y="54496"/>
                </a:lnTo>
                <a:lnTo>
                  <a:pt x="392710" y="54923"/>
                </a:lnTo>
                <a:lnTo>
                  <a:pt x="392779" y="55355"/>
                </a:lnTo>
                <a:lnTo>
                  <a:pt x="392844" y="55792"/>
                </a:lnTo>
                <a:lnTo>
                  <a:pt x="392905" y="56233"/>
                </a:lnTo>
                <a:lnTo>
                  <a:pt x="392962" y="56678"/>
                </a:lnTo>
                <a:lnTo>
                  <a:pt x="393016" y="57129"/>
                </a:lnTo>
                <a:lnTo>
                  <a:pt x="393065" y="57584"/>
                </a:lnTo>
                <a:lnTo>
                  <a:pt x="393110" y="58044"/>
                </a:lnTo>
                <a:lnTo>
                  <a:pt x="393152" y="58508"/>
                </a:lnTo>
                <a:lnTo>
                  <a:pt x="393189" y="58977"/>
                </a:lnTo>
                <a:lnTo>
                  <a:pt x="393223" y="59451"/>
                </a:lnTo>
                <a:lnTo>
                  <a:pt x="393252" y="59929"/>
                </a:lnTo>
                <a:lnTo>
                  <a:pt x="393278" y="60412"/>
                </a:lnTo>
                <a:lnTo>
                  <a:pt x="393300" y="60900"/>
                </a:lnTo>
                <a:lnTo>
                  <a:pt x="393318" y="61392"/>
                </a:lnTo>
                <a:lnTo>
                  <a:pt x="393331" y="61889"/>
                </a:lnTo>
                <a:lnTo>
                  <a:pt x="393341" y="62390"/>
                </a:lnTo>
                <a:lnTo>
                  <a:pt x="393347" y="62897"/>
                </a:lnTo>
                <a:lnTo>
                  <a:pt x="393349" y="63408"/>
                </a:lnTo>
                <a:lnTo>
                  <a:pt x="393349" y="117396"/>
                </a:lnTo>
                <a:lnTo>
                  <a:pt x="407333" y="117396"/>
                </a:lnTo>
                <a:lnTo>
                  <a:pt x="407333" y="61792"/>
                </a:lnTo>
                <a:lnTo>
                  <a:pt x="407323" y="60557"/>
                </a:lnTo>
                <a:lnTo>
                  <a:pt x="407293" y="59345"/>
                </a:lnTo>
                <a:lnTo>
                  <a:pt x="407244" y="58157"/>
                </a:lnTo>
                <a:lnTo>
                  <a:pt x="407176" y="56992"/>
                </a:lnTo>
                <a:lnTo>
                  <a:pt x="407088" y="55850"/>
                </a:lnTo>
                <a:lnTo>
                  <a:pt x="406980" y="54732"/>
                </a:lnTo>
                <a:lnTo>
                  <a:pt x="406853" y="53637"/>
                </a:lnTo>
                <a:lnTo>
                  <a:pt x="406706" y="52565"/>
                </a:lnTo>
                <a:lnTo>
                  <a:pt x="406539" y="51517"/>
                </a:lnTo>
                <a:lnTo>
                  <a:pt x="406353" y="50492"/>
                </a:lnTo>
                <a:lnTo>
                  <a:pt x="406147" y="49491"/>
                </a:lnTo>
                <a:lnTo>
                  <a:pt x="405922" y="48512"/>
                </a:lnTo>
                <a:lnTo>
                  <a:pt x="405677" y="47558"/>
                </a:lnTo>
                <a:lnTo>
                  <a:pt x="405412" y="46626"/>
                </a:lnTo>
                <a:lnTo>
                  <a:pt x="405128" y="45718"/>
                </a:lnTo>
                <a:lnTo>
                  <a:pt x="404824" y="44833"/>
                </a:lnTo>
                <a:lnTo>
                  <a:pt x="404501" y="43972"/>
                </a:lnTo>
                <a:lnTo>
                  <a:pt x="404158" y="43134"/>
                </a:lnTo>
                <a:lnTo>
                  <a:pt x="403795" y="42320"/>
                </a:lnTo>
                <a:lnTo>
                  <a:pt x="403413" y="41528"/>
                </a:lnTo>
                <a:lnTo>
                  <a:pt x="403012" y="40760"/>
                </a:lnTo>
                <a:lnTo>
                  <a:pt x="402590" y="40016"/>
                </a:lnTo>
                <a:lnTo>
                  <a:pt x="402149" y="39295"/>
                </a:lnTo>
                <a:lnTo>
                  <a:pt x="401689" y="38597"/>
                </a:lnTo>
                <a:lnTo>
                  <a:pt x="401205" y="37925"/>
                </a:lnTo>
                <a:lnTo>
                  <a:pt x="400696" y="37282"/>
                </a:lnTo>
                <a:lnTo>
                  <a:pt x="400161" y="36667"/>
                </a:lnTo>
                <a:lnTo>
                  <a:pt x="399599" y="36080"/>
                </a:lnTo>
                <a:lnTo>
                  <a:pt x="399012" y="35523"/>
                </a:lnTo>
                <a:lnTo>
                  <a:pt x="398398" y="34994"/>
                </a:lnTo>
                <a:lnTo>
                  <a:pt x="397759" y="34493"/>
                </a:lnTo>
                <a:lnTo>
                  <a:pt x="397093" y="34021"/>
                </a:lnTo>
                <a:lnTo>
                  <a:pt x="396402" y="33578"/>
                </a:lnTo>
                <a:lnTo>
                  <a:pt x="395684" y="33164"/>
                </a:lnTo>
                <a:lnTo>
                  <a:pt x="394940" y="32777"/>
                </a:lnTo>
                <a:lnTo>
                  <a:pt x="394171" y="32420"/>
                </a:lnTo>
                <a:lnTo>
                  <a:pt x="393375" y="32091"/>
                </a:lnTo>
                <a:lnTo>
                  <a:pt x="392553" y="31791"/>
                </a:lnTo>
                <a:lnTo>
                  <a:pt x="391705" y="31519"/>
                </a:lnTo>
                <a:lnTo>
                  <a:pt x="390831" y="31276"/>
                </a:lnTo>
                <a:lnTo>
                  <a:pt x="389932" y="31062"/>
                </a:lnTo>
                <a:lnTo>
                  <a:pt x="389006" y="30876"/>
                </a:lnTo>
                <a:lnTo>
                  <a:pt x="388054" y="30718"/>
                </a:lnTo>
                <a:lnTo>
                  <a:pt x="387076" y="30590"/>
                </a:lnTo>
                <a:lnTo>
                  <a:pt x="386072" y="30490"/>
                </a:lnTo>
                <a:lnTo>
                  <a:pt x="385042" y="30418"/>
                </a:lnTo>
                <a:lnTo>
                  <a:pt x="383986" y="30375"/>
                </a:lnTo>
                <a:lnTo>
                  <a:pt x="382904" y="30361"/>
                </a:lnTo>
                <a:lnTo>
                  <a:pt x="382067" y="30368"/>
                </a:lnTo>
                <a:lnTo>
                  <a:pt x="381242" y="30391"/>
                </a:lnTo>
                <a:lnTo>
                  <a:pt x="380429" y="30428"/>
                </a:lnTo>
                <a:lnTo>
                  <a:pt x="379628" y="30479"/>
                </a:lnTo>
                <a:lnTo>
                  <a:pt x="378838" y="30546"/>
                </a:lnTo>
                <a:lnTo>
                  <a:pt x="378060" y="30627"/>
                </a:lnTo>
                <a:lnTo>
                  <a:pt x="377294" y="30723"/>
                </a:lnTo>
                <a:lnTo>
                  <a:pt x="376539" y="30834"/>
                </a:lnTo>
                <a:lnTo>
                  <a:pt x="375796" y="30960"/>
                </a:lnTo>
                <a:lnTo>
                  <a:pt x="375065" y="31100"/>
                </a:lnTo>
                <a:lnTo>
                  <a:pt x="374345" y="31256"/>
                </a:lnTo>
                <a:lnTo>
                  <a:pt x="373638" y="31426"/>
                </a:lnTo>
                <a:lnTo>
                  <a:pt x="372941" y="31611"/>
                </a:lnTo>
                <a:lnTo>
                  <a:pt x="372257" y="31810"/>
                </a:lnTo>
                <a:lnTo>
                  <a:pt x="371584" y="32025"/>
                </a:lnTo>
                <a:lnTo>
                  <a:pt x="370923" y="32254"/>
                </a:lnTo>
                <a:lnTo>
                  <a:pt x="370274" y="32498"/>
                </a:lnTo>
                <a:lnTo>
                  <a:pt x="369636" y="32757"/>
                </a:lnTo>
                <a:lnTo>
                  <a:pt x="369010" y="33030"/>
                </a:lnTo>
                <a:lnTo>
                  <a:pt x="368396" y="33319"/>
                </a:lnTo>
                <a:lnTo>
                  <a:pt x="367794" y="33622"/>
                </a:lnTo>
                <a:lnTo>
                  <a:pt x="367203" y="33940"/>
                </a:lnTo>
                <a:lnTo>
                  <a:pt x="366624" y="34272"/>
                </a:lnTo>
                <a:lnTo>
                  <a:pt x="366056" y="34620"/>
                </a:lnTo>
                <a:lnTo>
                  <a:pt x="365500" y="34976"/>
                </a:lnTo>
                <a:lnTo>
                  <a:pt x="364955" y="35334"/>
                </a:lnTo>
                <a:lnTo>
                  <a:pt x="364420" y="35695"/>
                </a:lnTo>
                <a:lnTo>
                  <a:pt x="363896" y="36057"/>
                </a:lnTo>
                <a:lnTo>
                  <a:pt x="363384" y="36422"/>
                </a:lnTo>
                <a:lnTo>
                  <a:pt x="362882" y="36789"/>
                </a:lnTo>
                <a:lnTo>
                  <a:pt x="362390" y="37158"/>
                </a:lnTo>
                <a:lnTo>
                  <a:pt x="361910" y="37530"/>
                </a:lnTo>
                <a:lnTo>
                  <a:pt x="361440" y="37903"/>
                </a:lnTo>
                <a:lnTo>
                  <a:pt x="360981" y="38279"/>
                </a:lnTo>
                <a:lnTo>
                  <a:pt x="360534" y="38657"/>
                </a:lnTo>
                <a:lnTo>
                  <a:pt x="360096" y="39037"/>
                </a:lnTo>
                <a:lnTo>
                  <a:pt x="359670" y="39419"/>
                </a:lnTo>
                <a:lnTo>
                  <a:pt x="359255" y="39804"/>
                </a:lnTo>
                <a:lnTo>
                  <a:pt x="358850" y="40191"/>
                </a:lnTo>
                <a:lnTo>
                  <a:pt x="358456" y="40580"/>
                </a:lnTo>
                <a:lnTo>
                  <a:pt x="358073" y="40971"/>
                </a:lnTo>
                <a:lnTo>
                  <a:pt x="357701" y="41364"/>
                </a:lnTo>
                <a:lnTo>
                  <a:pt x="357340" y="41760"/>
                </a:lnTo>
                <a:lnTo>
                  <a:pt x="356989" y="42158"/>
                </a:lnTo>
                <a:lnTo>
                  <a:pt x="356649" y="42557"/>
                </a:lnTo>
                <a:lnTo>
                  <a:pt x="356320" y="42960"/>
                </a:lnTo>
                <a:lnTo>
                  <a:pt x="356002" y="43364"/>
                </a:lnTo>
                <a:lnTo>
                  <a:pt x="355695" y="43770"/>
                </a:lnTo>
                <a:lnTo>
                  <a:pt x="355358" y="31879"/>
                </a:lnTo>
                <a:lnTo>
                  <a:pt x="341712" y="31879"/>
                </a:lnTo>
                <a:lnTo>
                  <a:pt x="341712" y="117396"/>
                </a:lnTo>
                <a:lnTo>
                  <a:pt x="355779" y="117396"/>
                </a:lnTo>
                <a:lnTo>
                  <a:pt x="355779" y="55823"/>
                </a:lnTo>
                <a:lnTo>
                  <a:pt x="356078" y="55407"/>
                </a:lnTo>
                <a:lnTo>
                  <a:pt x="356385" y="54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Knowledge">
            <a:extLst xmlns:a="http://schemas.openxmlformats.org/drawingml/2006/main">
              <a:ext uri="{FF2B5EF4-FFF2-40B4-BE49-F238E27FC236}">
                <a16:creationId xmlns:a16="http://schemas.microsoft.com/office/drawing/2014/main" id="{664588CC-7A14-4B7F-9C44-338FCFF0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975" y="3971214"/>
            <a:ext cx="714161" cy="145311"/>
          </a:xfrm>
          <a:custGeom xmlns:a="http://schemas.openxmlformats.org/drawingml/2006/main">
            <a:pathLst>
              <a:path w="714161" h="145311">
                <a:moveTo>
                  <a:pt x="65368" y="113516"/>
                </a:moveTo>
                <a:lnTo>
                  <a:pt x="82974" y="113516"/>
                </a:lnTo>
                <a:lnTo>
                  <a:pt x="31758" y="54397"/>
                </a:lnTo>
                <a:lnTo>
                  <a:pt x="79099" y="0"/>
                </a:lnTo>
                <a:lnTo>
                  <a:pt x="61746" y="0"/>
                </a:lnTo>
                <a:lnTo>
                  <a:pt x="15163" y="54566"/>
                </a:lnTo>
                <a:lnTo>
                  <a:pt x="15163" y="0"/>
                </a:lnTo>
                <a:lnTo>
                  <a:pt x="0" y="0"/>
                </a:lnTo>
                <a:lnTo>
                  <a:pt x="0" y="113516"/>
                </a:lnTo>
                <a:lnTo>
                  <a:pt x="15163" y="113516"/>
                </a:lnTo>
                <a:lnTo>
                  <a:pt x="15163" y="55240"/>
                </a:lnTo>
                <a:lnTo>
                  <a:pt x="65368" y="113516"/>
                </a:lnTo>
                <a:close/>
                <a:moveTo>
                  <a:pt x="395991" y="102040"/>
                </a:moveTo>
                <a:lnTo>
                  <a:pt x="395401" y="102019"/>
                </a:lnTo>
                <a:lnTo>
                  <a:pt x="394831" y="101984"/>
                </a:lnTo>
                <a:lnTo>
                  <a:pt x="394279" y="101934"/>
                </a:lnTo>
                <a:lnTo>
                  <a:pt x="393746" y="101871"/>
                </a:lnTo>
                <a:lnTo>
                  <a:pt x="393232" y="101794"/>
                </a:lnTo>
                <a:lnTo>
                  <a:pt x="392737" y="101702"/>
                </a:lnTo>
                <a:lnTo>
                  <a:pt x="392261" y="101597"/>
                </a:lnTo>
                <a:lnTo>
                  <a:pt x="391804" y="101477"/>
                </a:lnTo>
                <a:lnTo>
                  <a:pt x="391365" y="101344"/>
                </a:lnTo>
                <a:lnTo>
                  <a:pt x="390945" y="101196"/>
                </a:lnTo>
                <a:lnTo>
                  <a:pt x="390545" y="101035"/>
                </a:lnTo>
                <a:lnTo>
                  <a:pt x="390163" y="100859"/>
                </a:lnTo>
                <a:lnTo>
                  <a:pt x="389800" y="100669"/>
                </a:lnTo>
                <a:lnTo>
                  <a:pt x="389455" y="100465"/>
                </a:lnTo>
                <a:lnTo>
                  <a:pt x="389130" y="100248"/>
                </a:lnTo>
                <a:lnTo>
                  <a:pt x="388824" y="100016"/>
                </a:lnTo>
                <a:lnTo>
                  <a:pt x="388536" y="99770"/>
                </a:lnTo>
                <a:lnTo>
                  <a:pt x="388267" y="99510"/>
                </a:lnTo>
                <a:lnTo>
                  <a:pt x="388017" y="99236"/>
                </a:lnTo>
                <a:lnTo>
                  <a:pt x="387786" y="98947"/>
                </a:lnTo>
                <a:lnTo>
                  <a:pt x="387574" y="98645"/>
                </a:lnTo>
                <a:lnTo>
                  <a:pt x="387381" y="98329"/>
                </a:lnTo>
                <a:lnTo>
                  <a:pt x="387207" y="97999"/>
                </a:lnTo>
                <a:lnTo>
                  <a:pt x="387045" y="97655"/>
                </a:lnTo>
                <a:lnTo>
                  <a:pt x="386890" y="97299"/>
                </a:lnTo>
                <a:lnTo>
                  <a:pt x="386743" y="96930"/>
                </a:lnTo>
                <a:lnTo>
                  <a:pt x="386602" y="96549"/>
                </a:lnTo>
                <a:lnTo>
                  <a:pt x="386468" y="96155"/>
                </a:lnTo>
                <a:lnTo>
                  <a:pt x="386341" y="95748"/>
                </a:lnTo>
                <a:lnTo>
                  <a:pt x="386220" y="95329"/>
                </a:lnTo>
                <a:lnTo>
                  <a:pt x="386107" y="94897"/>
                </a:lnTo>
                <a:lnTo>
                  <a:pt x="386000" y="94453"/>
                </a:lnTo>
                <a:lnTo>
                  <a:pt x="385901" y="93996"/>
                </a:lnTo>
                <a:lnTo>
                  <a:pt x="385808" y="93526"/>
                </a:lnTo>
                <a:lnTo>
                  <a:pt x="385722" y="93044"/>
                </a:lnTo>
                <a:lnTo>
                  <a:pt x="385643" y="92549"/>
                </a:lnTo>
                <a:lnTo>
                  <a:pt x="385571" y="92042"/>
                </a:lnTo>
                <a:lnTo>
                  <a:pt x="385505" y="91522"/>
                </a:lnTo>
                <a:lnTo>
                  <a:pt x="385447" y="90989"/>
                </a:lnTo>
                <a:lnTo>
                  <a:pt x="385395" y="90444"/>
                </a:lnTo>
                <a:lnTo>
                  <a:pt x="385351" y="89887"/>
                </a:lnTo>
                <a:lnTo>
                  <a:pt x="385313" y="89316"/>
                </a:lnTo>
                <a:lnTo>
                  <a:pt x="385282" y="88733"/>
                </a:lnTo>
                <a:lnTo>
                  <a:pt x="385258" y="88138"/>
                </a:lnTo>
                <a:lnTo>
                  <a:pt x="385241" y="87530"/>
                </a:lnTo>
                <a:lnTo>
                  <a:pt x="385231" y="86909"/>
                </a:lnTo>
                <a:lnTo>
                  <a:pt x="385227" y="86276"/>
                </a:lnTo>
                <a:lnTo>
                  <a:pt x="385227" y="0"/>
                </a:lnTo>
                <a:lnTo>
                  <a:pt x="371159" y="0"/>
                </a:lnTo>
                <a:lnTo>
                  <a:pt x="371159" y="86951"/>
                </a:lnTo>
                <a:lnTo>
                  <a:pt x="371163" y="87642"/>
                </a:lnTo>
                <a:lnTo>
                  <a:pt x="371173" y="88325"/>
                </a:lnTo>
                <a:lnTo>
                  <a:pt x="371190" y="89000"/>
                </a:lnTo>
                <a:lnTo>
                  <a:pt x="371214" y="89667"/>
                </a:lnTo>
                <a:lnTo>
                  <a:pt x="371245" y="90325"/>
                </a:lnTo>
                <a:lnTo>
                  <a:pt x="371283" y="90975"/>
                </a:lnTo>
                <a:lnTo>
                  <a:pt x="371328" y="91617"/>
                </a:lnTo>
                <a:lnTo>
                  <a:pt x="371379" y="92250"/>
                </a:lnTo>
                <a:lnTo>
                  <a:pt x="371438" y="92875"/>
                </a:lnTo>
                <a:lnTo>
                  <a:pt x="371503" y="93491"/>
                </a:lnTo>
                <a:lnTo>
                  <a:pt x="371575" y="94099"/>
                </a:lnTo>
                <a:lnTo>
                  <a:pt x="371654" y="94699"/>
                </a:lnTo>
                <a:lnTo>
                  <a:pt x="371740" y="95290"/>
                </a:lnTo>
                <a:lnTo>
                  <a:pt x="371833" y="95874"/>
                </a:lnTo>
                <a:lnTo>
                  <a:pt x="371933" y="96448"/>
                </a:lnTo>
                <a:lnTo>
                  <a:pt x="372039" y="97015"/>
                </a:lnTo>
                <a:lnTo>
                  <a:pt x="372153" y="97573"/>
                </a:lnTo>
                <a:lnTo>
                  <a:pt x="372273" y="98122"/>
                </a:lnTo>
                <a:lnTo>
                  <a:pt x="372400" y="98664"/>
                </a:lnTo>
                <a:lnTo>
                  <a:pt x="372534" y="99197"/>
                </a:lnTo>
                <a:lnTo>
                  <a:pt x="372675" y="99722"/>
                </a:lnTo>
                <a:lnTo>
                  <a:pt x="372823" y="100238"/>
                </a:lnTo>
                <a:lnTo>
                  <a:pt x="372977" y="100746"/>
                </a:lnTo>
                <a:lnTo>
                  <a:pt x="373139" y="101246"/>
                </a:lnTo>
                <a:lnTo>
                  <a:pt x="373310" y="101736"/>
                </a:lnTo>
                <a:lnTo>
                  <a:pt x="373492" y="102217"/>
                </a:lnTo>
                <a:lnTo>
                  <a:pt x="373686" y="102689"/>
                </a:lnTo>
                <a:lnTo>
                  <a:pt x="373891" y="103150"/>
                </a:lnTo>
                <a:lnTo>
                  <a:pt x="374108" y="103602"/>
                </a:lnTo>
                <a:lnTo>
                  <a:pt x="374337" y="104044"/>
                </a:lnTo>
                <a:lnTo>
                  <a:pt x="374577" y="104477"/>
                </a:lnTo>
                <a:lnTo>
                  <a:pt x="374828" y="104900"/>
                </a:lnTo>
                <a:lnTo>
                  <a:pt x="375092" y="105313"/>
                </a:lnTo>
                <a:lnTo>
                  <a:pt x="375366" y="105717"/>
                </a:lnTo>
                <a:lnTo>
                  <a:pt x="375653" y="106111"/>
                </a:lnTo>
                <a:lnTo>
                  <a:pt x="375950" y="106495"/>
                </a:lnTo>
                <a:lnTo>
                  <a:pt x="376260" y="106870"/>
                </a:lnTo>
                <a:lnTo>
                  <a:pt x="376581" y="107235"/>
                </a:lnTo>
                <a:lnTo>
                  <a:pt x="376913" y="107591"/>
                </a:lnTo>
                <a:lnTo>
                  <a:pt x="377257" y="107936"/>
                </a:lnTo>
                <a:lnTo>
                  <a:pt x="377613" y="108272"/>
                </a:lnTo>
                <a:lnTo>
                  <a:pt x="377980" y="108599"/>
                </a:lnTo>
                <a:lnTo>
                  <a:pt x="378359" y="108915"/>
                </a:lnTo>
                <a:lnTo>
                  <a:pt x="378749" y="109222"/>
                </a:lnTo>
                <a:lnTo>
                  <a:pt x="379151" y="109520"/>
                </a:lnTo>
                <a:lnTo>
                  <a:pt x="379564" y="109807"/>
                </a:lnTo>
                <a:lnTo>
                  <a:pt x="379989" y="110085"/>
                </a:lnTo>
                <a:lnTo>
                  <a:pt x="380426" y="110354"/>
                </a:lnTo>
                <a:lnTo>
                  <a:pt x="380876" y="110612"/>
                </a:lnTo>
                <a:lnTo>
                  <a:pt x="381342" y="110859"/>
                </a:lnTo>
                <a:lnTo>
                  <a:pt x="381825" y="111095"/>
                </a:lnTo>
                <a:lnTo>
                  <a:pt x="382323" y="111320"/>
                </a:lnTo>
                <a:lnTo>
                  <a:pt x="382838" y="111534"/>
                </a:lnTo>
                <a:lnTo>
                  <a:pt x="383369" y="111738"/>
                </a:lnTo>
                <a:lnTo>
                  <a:pt x="383915" y="111930"/>
                </a:lnTo>
                <a:lnTo>
                  <a:pt x="384478" y="112111"/>
                </a:lnTo>
                <a:lnTo>
                  <a:pt x="385057" y="112281"/>
                </a:lnTo>
                <a:lnTo>
                  <a:pt x="385652" y="112440"/>
                </a:lnTo>
                <a:lnTo>
                  <a:pt x="386264" y="112589"/>
                </a:lnTo>
                <a:lnTo>
                  <a:pt x="386891" y="112726"/>
                </a:lnTo>
                <a:lnTo>
                  <a:pt x="387534" y="112852"/>
                </a:lnTo>
                <a:lnTo>
                  <a:pt x="388194" y="112967"/>
                </a:lnTo>
                <a:lnTo>
                  <a:pt x="388869" y="113072"/>
                </a:lnTo>
                <a:lnTo>
                  <a:pt x="389561" y="113165"/>
                </a:lnTo>
                <a:lnTo>
                  <a:pt x="390268" y="113247"/>
                </a:lnTo>
                <a:lnTo>
                  <a:pt x="390992" y="113319"/>
                </a:lnTo>
                <a:lnTo>
                  <a:pt x="391732" y="113379"/>
                </a:lnTo>
                <a:lnTo>
                  <a:pt x="392488" y="113429"/>
                </a:lnTo>
                <a:lnTo>
                  <a:pt x="393260" y="113467"/>
                </a:lnTo>
                <a:lnTo>
                  <a:pt x="394048" y="113495"/>
                </a:lnTo>
                <a:lnTo>
                  <a:pt x="394852" y="113511"/>
                </a:lnTo>
                <a:lnTo>
                  <a:pt x="395673" y="113516"/>
                </a:lnTo>
                <a:lnTo>
                  <a:pt x="400390" y="113516"/>
                </a:lnTo>
                <a:lnTo>
                  <a:pt x="400390" y="102047"/>
                </a:lnTo>
                <a:lnTo>
                  <a:pt x="396599" y="102047"/>
                </a:lnTo>
                <a:lnTo>
                  <a:pt x="395991" y="102040"/>
                </a:lnTo>
                <a:close/>
                <a:moveTo>
                  <a:pt x="521832" y="114928"/>
                </a:moveTo>
                <a:lnTo>
                  <a:pt x="522542" y="114868"/>
                </a:lnTo>
                <a:lnTo>
                  <a:pt x="523243" y="114795"/>
                </a:lnTo>
                <a:lnTo>
                  <a:pt x="523936" y="114708"/>
                </a:lnTo>
                <a:lnTo>
                  <a:pt x="524619" y="114608"/>
                </a:lnTo>
                <a:lnTo>
                  <a:pt x="525293" y="114495"/>
                </a:lnTo>
                <a:lnTo>
                  <a:pt x="525958" y="114368"/>
                </a:lnTo>
                <a:lnTo>
                  <a:pt x="526614" y="114228"/>
                </a:lnTo>
                <a:lnTo>
                  <a:pt x="527261" y="114075"/>
                </a:lnTo>
                <a:lnTo>
                  <a:pt x="527898" y="113909"/>
                </a:lnTo>
                <a:lnTo>
                  <a:pt x="528527" y="113729"/>
                </a:lnTo>
                <a:lnTo>
                  <a:pt x="529147" y="113536"/>
                </a:lnTo>
                <a:lnTo>
                  <a:pt x="529757" y="113329"/>
                </a:lnTo>
                <a:lnTo>
                  <a:pt x="530359" y="113109"/>
                </a:lnTo>
                <a:lnTo>
                  <a:pt x="530951" y="112876"/>
                </a:lnTo>
                <a:lnTo>
                  <a:pt x="531535" y="112630"/>
                </a:lnTo>
                <a:lnTo>
                  <a:pt x="532109" y="112370"/>
                </a:lnTo>
                <a:lnTo>
                  <a:pt x="532674" y="112097"/>
                </a:lnTo>
                <a:lnTo>
                  <a:pt x="533230" y="111810"/>
                </a:lnTo>
                <a:lnTo>
                  <a:pt x="533777" y="111510"/>
                </a:lnTo>
                <a:lnTo>
                  <a:pt x="534315" y="111197"/>
                </a:lnTo>
                <a:lnTo>
                  <a:pt x="534845" y="110873"/>
                </a:lnTo>
                <a:lnTo>
                  <a:pt x="535365" y="110541"/>
                </a:lnTo>
                <a:lnTo>
                  <a:pt x="535878" y="110200"/>
                </a:lnTo>
                <a:lnTo>
                  <a:pt x="536382" y="109851"/>
                </a:lnTo>
                <a:lnTo>
                  <a:pt x="536877" y="109494"/>
                </a:lnTo>
                <a:lnTo>
                  <a:pt x="537364" y="109128"/>
                </a:lnTo>
                <a:lnTo>
                  <a:pt x="537842" y="108754"/>
                </a:lnTo>
                <a:lnTo>
                  <a:pt x="538312" y="108372"/>
                </a:lnTo>
                <a:lnTo>
                  <a:pt x="538773" y="107981"/>
                </a:lnTo>
                <a:lnTo>
                  <a:pt x="539226" y="107582"/>
                </a:lnTo>
                <a:lnTo>
                  <a:pt x="539671" y="107175"/>
                </a:lnTo>
                <a:lnTo>
                  <a:pt x="540107" y="106759"/>
                </a:lnTo>
                <a:lnTo>
                  <a:pt x="540534" y="106335"/>
                </a:lnTo>
                <a:lnTo>
                  <a:pt x="540953" y="105903"/>
                </a:lnTo>
                <a:lnTo>
                  <a:pt x="541364" y="105462"/>
                </a:lnTo>
                <a:lnTo>
                  <a:pt x="541766" y="105013"/>
                </a:lnTo>
                <a:lnTo>
                  <a:pt x="542159" y="104555"/>
                </a:lnTo>
                <a:lnTo>
                  <a:pt x="542544" y="104089"/>
                </a:lnTo>
                <a:lnTo>
                  <a:pt x="542921" y="103615"/>
                </a:lnTo>
                <a:lnTo>
                  <a:pt x="543289" y="103133"/>
                </a:lnTo>
                <a:lnTo>
                  <a:pt x="543649" y="102642"/>
                </a:lnTo>
                <a:lnTo>
                  <a:pt x="544000" y="102143"/>
                </a:lnTo>
                <a:lnTo>
                  <a:pt x="544342" y="101635"/>
                </a:lnTo>
                <a:lnTo>
                  <a:pt x="544677" y="101119"/>
                </a:lnTo>
                <a:lnTo>
                  <a:pt x="545603" y="113516"/>
                </a:lnTo>
                <a:lnTo>
                  <a:pt x="558576" y="113516"/>
                </a:lnTo>
                <a:lnTo>
                  <a:pt x="558576" y="0"/>
                </a:lnTo>
                <a:lnTo>
                  <a:pt x="544845" y="0"/>
                </a:lnTo>
                <a:lnTo>
                  <a:pt x="544845" y="40566"/>
                </a:lnTo>
                <a:lnTo>
                  <a:pt x="544525" y="40029"/>
                </a:lnTo>
                <a:lnTo>
                  <a:pt x="544197" y="39502"/>
                </a:lnTo>
                <a:lnTo>
                  <a:pt x="543861" y="38984"/>
                </a:lnTo>
                <a:lnTo>
                  <a:pt x="543517" y="38476"/>
                </a:lnTo>
                <a:lnTo>
                  <a:pt x="543165" y="37977"/>
                </a:lnTo>
                <a:lnTo>
                  <a:pt x="542805" y="37487"/>
                </a:lnTo>
                <a:lnTo>
                  <a:pt x="542437" y="37007"/>
                </a:lnTo>
                <a:lnTo>
                  <a:pt x="542061" y="36536"/>
                </a:lnTo>
                <a:lnTo>
                  <a:pt x="541676" y="36075"/>
                </a:lnTo>
                <a:lnTo>
                  <a:pt x="541284" y="35623"/>
                </a:lnTo>
                <a:lnTo>
                  <a:pt x="540884" y="35180"/>
                </a:lnTo>
                <a:lnTo>
                  <a:pt x="540475" y="34747"/>
                </a:lnTo>
                <a:lnTo>
                  <a:pt x="540059" y="34322"/>
                </a:lnTo>
                <a:lnTo>
                  <a:pt x="539634" y="33908"/>
                </a:lnTo>
                <a:lnTo>
                  <a:pt x="539202" y="33503"/>
                </a:lnTo>
                <a:lnTo>
                  <a:pt x="538761" y="33107"/>
                </a:lnTo>
                <a:lnTo>
                  <a:pt x="538313" y="32720"/>
                </a:lnTo>
                <a:lnTo>
                  <a:pt x="537856" y="32343"/>
                </a:lnTo>
                <a:lnTo>
                  <a:pt x="537391" y="31975"/>
                </a:lnTo>
                <a:lnTo>
                  <a:pt x="536919" y="31617"/>
                </a:lnTo>
                <a:lnTo>
                  <a:pt x="536438" y="31268"/>
                </a:lnTo>
                <a:lnTo>
                  <a:pt x="535949" y="30928"/>
                </a:lnTo>
                <a:lnTo>
                  <a:pt x="535452" y="30598"/>
                </a:lnTo>
                <a:lnTo>
                  <a:pt x="534947" y="30277"/>
                </a:lnTo>
                <a:lnTo>
                  <a:pt x="534433" y="29967"/>
                </a:lnTo>
                <a:lnTo>
                  <a:pt x="533910" y="29671"/>
                </a:lnTo>
                <a:lnTo>
                  <a:pt x="533376" y="29387"/>
                </a:lnTo>
                <a:lnTo>
                  <a:pt x="532833" y="29117"/>
                </a:lnTo>
                <a:lnTo>
                  <a:pt x="532280" y="28860"/>
                </a:lnTo>
                <a:lnTo>
                  <a:pt x="531717" y="28616"/>
                </a:lnTo>
                <a:lnTo>
                  <a:pt x="531145" y="28386"/>
                </a:lnTo>
                <a:lnTo>
                  <a:pt x="530562" y="28168"/>
                </a:lnTo>
                <a:lnTo>
                  <a:pt x="529970" y="27964"/>
                </a:lnTo>
                <a:lnTo>
                  <a:pt x="529368" y="27773"/>
                </a:lnTo>
                <a:lnTo>
                  <a:pt x="528756" y="27595"/>
                </a:lnTo>
                <a:lnTo>
                  <a:pt x="528134" y="27430"/>
                </a:lnTo>
                <a:lnTo>
                  <a:pt x="527503" y="27279"/>
                </a:lnTo>
                <a:lnTo>
                  <a:pt x="526862" y="27140"/>
                </a:lnTo>
                <a:lnTo>
                  <a:pt x="526211" y="27015"/>
                </a:lnTo>
                <a:lnTo>
                  <a:pt x="525550" y="26903"/>
                </a:lnTo>
                <a:lnTo>
                  <a:pt x="524879" y="26804"/>
                </a:lnTo>
                <a:lnTo>
                  <a:pt x="524199" y="26719"/>
                </a:lnTo>
                <a:lnTo>
                  <a:pt x="523509" y="26646"/>
                </a:lnTo>
                <a:lnTo>
                  <a:pt x="522809" y="26587"/>
                </a:lnTo>
                <a:lnTo>
                  <a:pt x="522099" y="26541"/>
                </a:lnTo>
                <a:lnTo>
                  <a:pt x="521379" y="26508"/>
                </a:lnTo>
                <a:lnTo>
                  <a:pt x="520650" y="26488"/>
                </a:lnTo>
                <a:lnTo>
                  <a:pt x="519911" y="26482"/>
                </a:lnTo>
                <a:lnTo>
                  <a:pt x="519087" y="26490"/>
                </a:lnTo>
                <a:lnTo>
                  <a:pt x="518272" y="26517"/>
                </a:lnTo>
                <a:lnTo>
                  <a:pt x="517467" y="26560"/>
                </a:lnTo>
                <a:lnTo>
                  <a:pt x="516670" y="26622"/>
                </a:lnTo>
                <a:lnTo>
                  <a:pt x="515882" y="26700"/>
                </a:lnTo>
                <a:lnTo>
                  <a:pt x="515104" y="26797"/>
                </a:lnTo>
                <a:lnTo>
                  <a:pt x="514335" y="26910"/>
                </a:lnTo>
                <a:lnTo>
                  <a:pt x="513574" y="27042"/>
                </a:lnTo>
                <a:lnTo>
                  <a:pt x="512823" y="27191"/>
                </a:lnTo>
                <a:lnTo>
                  <a:pt x="512081" y="27357"/>
                </a:lnTo>
                <a:lnTo>
                  <a:pt x="511348" y="27541"/>
                </a:lnTo>
                <a:lnTo>
                  <a:pt x="510624" y="27742"/>
                </a:lnTo>
                <a:lnTo>
                  <a:pt x="509909" y="27961"/>
                </a:lnTo>
                <a:lnTo>
                  <a:pt x="509203" y="28197"/>
                </a:lnTo>
                <a:lnTo>
                  <a:pt x="508506" y="28451"/>
                </a:lnTo>
                <a:lnTo>
                  <a:pt x="507818" y="28722"/>
                </a:lnTo>
                <a:lnTo>
                  <a:pt x="507139" y="29011"/>
                </a:lnTo>
                <a:lnTo>
                  <a:pt x="506470" y="29318"/>
                </a:lnTo>
                <a:lnTo>
                  <a:pt x="505809" y="29641"/>
                </a:lnTo>
                <a:lnTo>
                  <a:pt x="505158" y="29983"/>
                </a:lnTo>
                <a:lnTo>
                  <a:pt x="504515" y="30342"/>
                </a:lnTo>
                <a:lnTo>
                  <a:pt x="503882" y="30718"/>
                </a:lnTo>
                <a:lnTo>
                  <a:pt x="503257" y="31112"/>
                </a:lnTo>
                <a:lnTo>
                  <a:pt x="502642" y="31523"/>
                </a:lnTo>
                <a:lnTo>
                  <a:pt x="502037" y="31952"/>
                </a:lnTo>
                <a:lnTo>
                  <a:pt x="501444" y="32398"/>
                </a:lnTo>
                <a:lnTo>
                  <a:pt x="500863" y="32860"/>
                </a:lnTo>
                <a:lnTo>
                  <a:pt x="500293" y="33340"/>
                </a:lnTo>
                <a:lnTo>
                  <a:pt x="499735" y="33837"/>
                </a:lnTo>
                <a:lnTo>
                  <a:pt x="499188" y="34351"/>
                </a:lnTo>
                <a:lnTo>
                  <a:pt x="498654" y="34882"/>
                </a:lnTo>
                <a:lnTo>
                  <a:pt x="498131" y="35430"/>
                </a:lnTo>
                <a:lnTo>
                  <a:pt x="497619" y="35995"/>
                </a:lnTo>
                <a:lnTo>
                  <a:pt x="497120" y="36577"/>
                </a:lnTo>
                <a:lnTo>
                  <a:pt x="496632" y="37176"/>
                </a:lnTo>
                <a:lnTo>
                  <a:pt x="496156" y="37792"/>
                </a:lnTo>
                <a:lnTo>
                  <a:pt x="495691" y="38426"/>
                </a:lnTo>
                <a:lnTo>
                  <a:pt x="495239" y="39076"/>
                </a:lnTo>
                <a:lnTo>
                  <a:pt x="494797" y="39743"/>
                </a:lnTo>
                <a:lnTo>
                  <a:pt x="494368" y="40428"/>
                </a:lnTo>
                <a:lnTo>
                  <a:pt x="493950" y="41129"/>
                </a:lnTo>
                <a:lnTo>
                  <a:pt x="493544" y="41848"/>
                </a:lnTo>
                <a:lnTo>
                  <a:pt x="493150" y="42583"/>
                </a:lnTo>
                <a:lnTo>
                  <a:pt x="492768" y="43336"/>
                </a:lnTo>
                <a:lnTo>
                  <a:pt x="492397" y="44105"/>
                </a:lnTo>
                <a:lnTo>
                  <a:pt x="492038" y="44892"/>
                </a:lnTo>
                <a:lnTo>
                  <a:pt x="491690" y="45696"/>
                </a:lnTo>
                <a:lnTo>
                  <a:pt x="491354" y="46517"/>
                </a:lnTo>
                <a:lnTo>
                  <a:pt x="491031" y="47354"/>
                </a:lnTo>
                <a:lnTo>
                  <a:pt x="490722" y="48209"/>
                </a:lnTo>
                <a:lnTo>
                  <a:pt x="490426" y="49080"/>
                </a:lnTo>
                <a:lnTo>
                  <a:pt x="490144" y="49968"/>
                </a:lnTo>
                <a:lnTo>
                  <a:pt x="489876" y="50873"/>
                </a:lnTo>
                <a:lnTo>
                  <a:pt x="489622" y="51796"/>
                </a:lnTo>
                <a:lnTo>
                  <a:pt x="489382" y="52735"/>
                </a:lnTo>
                <a:lnTo>
                  <a:pt x="489155" y="53691"/>
                </a:lnTo>
                <a:lnTo>
                  <a:pt x="488942" y="54663"/>
                </a:lnTo>
                <a:lnTo>
                  <a:pt x="488742" y="55653"/>
                </a:lnTo>
                <a:lnTo>
                  <a:pt x="488557" y="56660"/>
                </a:lnTo>
                <a:lnTo>
                  <a:pt x="488385" y="57683"/>
                </a:lnTo>
                <a:lnTo>
                  <a:pt x="488227" y="58724"/>
                </a:lnTo>
                <a:lnTo>
                  <a:pt x="488082" y="59781"/>
                </a:lnTo>
                <a:lnTo>
                  <a:pt x="487952" y="60855"/>
                </a:lnTo>
                <a:lnTo>
                  <a:pt x="487835" y="61947"/>
                </a:lnTo>
                <a:lnTo>
                  <a:pt x="487732" y="63055"/>
                </a:lnTo>
                <a:lnTo>
                  <a:pt x="487643" y="64180"/>
                </a:lnTo>
                <a:lnTo>
                  <a:pt x="487567" y="65322"/>
                </a:lnTo>
                <a:lnTo>
                  <a:pt x="487505" y="66481"/>
                </a:lnTo>
                <a:lnTo>
                  <a:pt x="487457" y="67656"/>
                </a:lnTo>
                <a:lnTo>
                  <a:pt x="487423" y="68849"/>
                </a:lnTo>
                <a:lnTo>
                  <a:pt x="487402" y="70059"/>
                </a:lnTo>
                <a:lnTo>
                  <a:pt x="487395" y="71285"/>
                </a:lnTo>
                <a:lnTo>
                  <a:pt x="487402" y="72475"/>
                </a:lnTo>
                <a:lnTo>
                  <a:pt x="487422" y="73649"/>
                </a:lnTo>
                <a:lnTo>
                  <a:pt x="487456" y="74807"/>
                </a:lnTo>
                <a:lnTo>
                  <a:pt x="487503" y="75948"/>
                </a:lnTo>
                <a:lnTo>
                  <a:pt x="487563" y="77074"/>
                </a:lnTo>
                <a:lnTo>
                  <a:pt x="487637" y="78183"/>
                </a:lnTo>
                <a:lnTo>
                  <a:pt x="487725" y="79277"/>
                </a:lnTo>
                <a:lnTo>
                  <a:pt x="487826" y="80354"/>
                </a:lnTo>
                <a:lnTo>
                  <a:pt x="487940" y="81415"/>
                </a:lnTo>
                <a:lnTo>
                  <a:pt x="488068" y="82460"/>
                </a:lnTo>
                <a:lnTo>
                  <a:pt x="488209" y="83488"/>
                </a:lnTo>
                <a:lnTo>
                  <a:pt x="488364" y="84501"/>
                </a:lnTo>
                <a:lnTo>
                  <a:pt x="488532" y="85497"/>
                </a:lnTo>
                <a:lnTo>
                  <a:pt x="488714" y="86478"/>
                </a:lnTo>
                <a:lnTo>
                  <a:pt x="488909" y="87442"/>
                </a:lnTo>
                <a:lnTo>
                  <a:pt x="489117" y="88390"/>
                </a:lnTo>
                <a:lnTo>
                  <a:pt x="489339" y="89322"/>
                </a:lnTo>
                <a:lnTo>
                  <a:pt x="489575" y="90238"/>
                </a:lnTo>
                <a:lnTo>
                  <a:pt x="489824" y="91138"/>
                </a:lnTo>
                <a:lnTo>
                  <a:pt x="490086" y="92021"/>
                </a:lnTo>
                <a:lnTo>
                  <a:pt x="490362" y="92889"/>
                </a:lnTo>
                <a:lnTo>
                  <a:pt x="490651" y="93740"/>
                </a:lnTo>
                <a:lnTo>
                  <a:pt x="490954" y="94576"/>
                </a:lnTo>
                <a:lnTo>
                  <a:pt x="491270" y="95395"/>
                </a:lnTo>
                <a:lnTo>
                  <a:pt x="491598" y="96198"/>
                </a:lnTo>
                <a:lnTo>
                  <a:pt x="491938" y="96984"/>
                </a:lnTo>
                <a:lnTo>
                  <a:pt x="492289" y="97753"/>
                </a:lnTo>
                <a:lnTo>
                  <a:pt x="492651" y="98506"/>
                </a:lnTo>
                <a:lnTo>
                  <a:pt x="493023" y="99243"/>
                </a:lnTo>
                <a:lnTo>
                  <a:pt x="493408" y="99963"/>
                </a:lnTo>
                <a:lnTo>
                  <a:pt x="493803" y="100666"/>
                </a:lnTo>
                <a:lnTo>
                  <a:pt x="494209" y="101352"/>
                </a:lnTo>
                <a:lnTo>
                  <a:pt x="494626" y="102023"/>
                </a:lnTo>
                <a:lnTo>
                  <a:pt x="495055" y="102676"/>
                </a:lnTo>
                <a:lnTo>
                  <a:pt x="495494" y="103313"/>
                </a:lnTo>
                <a:lnTo>
                  <a:pt x="495945" y="103933"/>
                </a:lnTo>
                <a:lnTo>
                  <a:pt x="496407" y="104537"/>
                </a:lnTo>
                <a:lnTo>
                  <a:pt x="496880" y="105124"/>
                </a:lnTo>
                <a:lnTo>
                  <a:pt x="497364" y="105694"/>
                </a:lnTo>
                <a:lnTo>
                  <a:pt x="497859" y="106248"/>
                </a:lnTo>
                <a:lnTo>
                  <a:pt x="498366" y="106786"/>
                </a:lnTo>
                <a:lnTo>
                  <a:pt x="498883" y="107306"/>
                </a:lnTo>
                <a:lnTo>
                  <a:pt x="499412" y="107811"/>
                </a:lnTo>
                <a:lnTo>
                  <a:pt x="499951" y="108298"/>
                </a:lnTo>
                <a:lnTo>
                  <a:pt x="500502" y="108769"/>
                </a:lnTo>
                <a:lnTo>
                  <a:pt x="501064" y="109223"/>
                </a:lnTo>
                <a:lnTo>
                  <a:pt x="501637" y="109661"/>
                </a:lnTo>
                <a:lnTo>
                  <a:pt x="502221" y="110082"/>
                </a:lnTo>
                <a:lnTo>
                  <a:pt x="502815" y="110486"/>
                </a:lnTo>
                <a:lnTo>
                  <a:pt x="503418" y="110873"/>
                </a:lnTo>
                <a:lnTo>
                  <a:pt x="504029" y="111243"/>
                </a:lnTo>
                <a:lnTo>
                  <a:pt x="504650" y="111596"/>
                </a:lnTo>
                <a:lnTo>
                  <a:pt x="505279" y="111931"/>
                </a:lnTo>
                <a:lnTo>
                  <a:pt x="505917" y="112249"/>
                </a:lnTo>
                <a:lnTo>
                  <a:pt x="506564" y="112550"/>
                </a:lnTo>
                <a:lnTo>
                  <a:pt x="507219" y="112834"/>
                </a:lnTo>
                <a:lnTo>
                  <a:pt x="507883" y="113100"/>
                </a:lnTo>
                <a:lnTo>
                  <a:pt x="508556" y="113349"/>
                </a:lnTo>
                <a:lnTo>
                  <a:pt x="509238" y="113582"/>
                </a:lnTo>
                <a:lnTo>
                  <a:pt x="509929" y="113797"/>
                </a:lnTo>
                <a:lnTo>
                  <a:pt x="510628" y="113994"/>
                </a:lnTo>
                <a:lnTo>
                  <a:pt x="511336" y="114175"/>
                </a:lnTo>
                <a:lnTo>
                  <a:pt x="512053" y="114338"/>
                </a:lnTo>
                <a:lnTo>
                  <a:pt x="512779" y="114484"/>
                </a:lnTo>
                <a:lnTo>
                  <a:pt x="513513" y="114613"/>
                </a:lnTo>
                <a:lnTo>
                  <a:pt x="514256" y="114725"/>
                </a:lnTo>
                <a:lnTo>
                  <a:pt x="515008" y="114820"/>
                </a:lnTo>
                <a:lnTo>
                  <a:pt x="515769" y="114897"/>
                </a:lnTo>
                <a:lnTo>
                  <a:pt x="516539" y="114957"/>
                </a:lnTo>
                <a:lnTo>
                  <a:pt x="517317" y="115000"/>
                </a:lnTo>
                <a:lnTo>
                  <a:pt x="518104" y="115026"/>
                </a:lnTo>
                <a:lnTo>
                  <a:pt x="518900" y="115035"/>
                </a:lnTo>
                <a:lnTo>
                  <a:pt x="519647" y="115028"/>
                </a:lnTo>
                <a:lnTo>
                  <a:pt x="520384" y="115008"/>
                </a:lnTo>
                <a:lnTo>
                  <a:pt x="521112" y="114975"/>
                </a:lnTo>
                <a:lnTo>
                  <a:pt x="521832" y="114928"/>
                </a:lnTo>
                <a:close/>
                <a:moveTo>
                  <a:pt x="518272" y="103250"/>
                </a:moveTo>
                <a:lnTo>
                  <a:pt x="517544" y="103120"/>
                </a:lnTo>
                <a:lnTo>
                  <a:pt x="516833" y="102961"/>
                </a:lnTo>
                <a:lnTo>
                  <a:pt x="516139" y="102773"/>
                </a:lnTo>
                <a:lnTo>
                  <a:pt x="515460" y="102557"/>
                </a:lnTo>
                <a:lnTo>
                  <a:pt x="514798" y="102312"/>
                </a:lnTo>
                <a:lnTo>
                  <a:pt x="514152" y="102037"/>
                </a:lnTo>
                <a:lnTo>
                  <a:pt x="513522" y="101734"/>
                </a:lnTo>
                <a:lnTo>
                  <a:pt x="512909" y="101402"/>
                </a:lnTo>
                <a:lnTo>
                  <a:pt x="512311" y="101042"/>
                </a:lnTo>
                <a:lnTo>
                  <a:pt x="511730" y="100652"/>
                </a:lnTo>
                <a:lnTo>
                  <a:pt x="511165" y="100233"/>
                </a:lnTo>
                <a:lnTo>
                  <a:pt x="510617" y="99786"/>
                </a:lnTo>
                <a:lnTo>
                  <a:pt x="510084" y="99310"/>
                </a:lnTo>
                <a:lnTo>
                  <a:pt x="509568" y="98805"/>
                </a:lnTo>
                <a:lnTo>
                  <a:pt x="509068" y="98271"/>
                </a:lnTo>
                <a:lnTo>
                  <a:pt x="508584" y="97708"/>
                </a:lnTo>
                <a:lnTo>
                  <a:pt x="508117" y="97116"/>
                </a:lnTo>
                <a:lnTo>
                  <a:pt x="507666" y="96496"/>
                </a:lnTo>
                <a:lnTo>
                  <a:pt x="507231" y="95846"/>
                </a:lnTo>
                <a:lnTo>
                  <a:pt x="506812" y="95168"/>
                </a:lnTo>
                <a:lnTo>
                  <a:pt x="506410" y="94462"/>
                </a:lnTo>
                <a:lnTo>
                  <a:pt x="506025" y="93731"/>
                </a:lnTo>
                <a:lnTo>
                  <a:pt x="505657" y="92975"/>
                </a:lnTo>
                <a:lnTo>
                  <a:pt x="505306" y="92193"/>
                </a:lnTo>
                <a:lnTo>
                  <a:pt x="504972" y="91385"/>
                </a:lnTo>
                <a:lnTo>
                  <a:pt x="504656" y="90552"/>
                </a:lnTo>
                <a:lnTo>
                  <a:pt x="504356" y="89694"/>
                </a:lnTo>
                <a:lnTo>
                  <a:pt x="504074" y="88810"/>
                </a:lnTo>
                <a:lnTo>
                  <a:pt x="503809" y="87900"/>
                </a:lnTo>
                <a:lnTo>
                  <a:pt x="503561" y="86966"/>
                </a:lnTo>
                <a:lnTo>
                  <a:pt x="503330" y="86005"/>
                </a:lnTo>
                <a:lnTo>
                  <a:pt x="503116" y="85019"/>
                </a:lnTo>
                <a:lnTo>
                  <a:pt x="502919" y="84008"/>
                </a:lnTo>
                <a:lnTo>
                  <a:pt x="502739" y="82971"/>
                </a:lnTo>
                <a:lnTo>
                  <a:pt x="502577" y="81909"/>
                </a:lnTo>
                <a:lnTo>
                  <a:pt x="502431" y="80822"/>
                </a:lnTo>
                <a:lnTo>
                  <a:pt x="502303" y="79708"/>
                </a:lnTo>
                <a:lnTo>
                  <a:pt x="502192" y="78570"/>
                </a:lnTo>
                <a:lnTo>
                  <a:pt x="502098" y="77406"/>
                </a:lnTo>
                <a:lnTo>
                  <a:pt x="502021" y="76216"/>
                </a:lnTo>
                <a:lnTo>
                  <a:pt x="501961" y="75001"/>
                </a:lnTo>
                <a:lnTo>
                  <a:pt x="501918" y="73761"/>
                </a:lnTo>
                <a:lnTo>
                  <a:pt x="501892" y="72495"/>
                </a:lnTo>
                <a:lnTo>
                  <a:pt x="501884" y="71203"/>
                </a:lnTo>
                <a:lnTo>
                  <a:pt x="501893" y="69883"/>
                </a:lnTo>
                <a:lnTo>
                  <a:pt x="501920" y="68587"/>
                </a:lnTo>
                <a:lnTo>
                  <a:pt x="501964" y="67318"/>
                </a:lnTo>
                <a:lnTo>
                  <a:pt x="502027" y="66075"/>
                </a:lnTo>
                <a:lnTo>
                  <a:pt x="502107" y="64857"/>
                </a:lnTo>
                <a:lnTo>
                  <a:pt x="502205" y="63665"/>
                </a:lnTo>
                <a:lnTo>
                  <a:pt x="502321" y="62499"/>
                </a:lnTo>
                <a:lnTo>
                  <a:pt x="502455" y="61358"/>
                </a:lnTo>
                <a:lnTo>
                  <a:pt x="502607" y="60243"/>
                </a:lnTo>
                <a:lnTo>
                  <a:pt x="502776" y="59155"/>
                </a:lnTo>
                <a:lnTo>
                  <a:pt x="502963" y="58091"/>
                </a:lnTo>
                <a:lnTo>
                  <a:pt x="503169" y="57054"/>
                </a:lnTo>
                <a:lnTo>
                  <a:pt x="503392" y="56043"/>
                </a:lnTo>
                <a:lnTo>
                  <a:pt x="503632" y="55057"/>
                </a:lnTo>
                <a:lnTo>
                  <a:pt x="503891" y="54097"/>
                </a:lnTo>
                <a:lnTo>
                  <a:pt x="504168" y="53163"/>
                </a:lnTo>
                <a:lnTo>
                  <a:pt x="504462" y="52254"/>
                </a:lnTo>
                <a:lnTo>
                  <a:pt x="504774" y="51371"/>
                </a:lnTo>
                <a:lnTo>
                  <a:pt x="505104" y="50515"/>
                </a:lnTo>
                <a:lnTo>
                  <a:pt x="505452" y="49683"/>
                </a:lnTo>
                <a:lnTo>
                  <a:pt x="505818" y="48878"/>
                </a:lnTo>
                <a:lnTo>
                  <a:pt x="506202" y="48099"/>
                </a:lnTo>
                <a:lnTo>
                  <a:pt x="506603" y="47345"/>
                </a:lnTo>
                <a:lnTo>
                  <a:pt x="507022" y="46617"/>
                </a:lnTo>
                <a:lnTo>
                  <a:pt x="507460" y="45917"/>
                </a:lnTo>
                <a:lnTo>
                  <a:pt x="507915" y="45246"/>
                </a:lnTo>
                <a:lnTo>
                  <a:pt x="508387" y="44606"/>
                </a:lnTo>
                <a:lnTo>
                  <a:pt x="508878" y="43995"/>
                </a:lnTo>
                <a:lnTo>
                  <a:pt x="509387" y="43414"/>
                </a:lnTo>
                <a:lnTo>
                  <a:pt x="509913" y="42863"/>
                </a:lnTo>
                <a:lnTo>
                  <a:pt x="510457" y="42341"/>
                </a:lnTo>
                <a:lnTo>
                  <a:pt x="511019" y="41849"/>
                </a:lnTo>
                <a:lnTo>
                  <a:pt x="511599" y="41388"/>
                </a:lnTo>
                <a:lnTo>
                  <a:pt x="512197" y="40956"/>
                </a:lnTo>
                <a:lnTo>
                  <a:pt x="512812" y="40553"/>
                </a:lnTo>
                <a:lnTo>
                  <a:pt x="513446" y="40181"/>
                </a:lnTo>
                <a:lnTo>
                  <a:pt x="514097" y="39838"/>
                </a:lnTo>
                <a:lnTo>
                  <a:pt x="514766" y="39525"/>
                </a:lnTo>
                <a:lnTo>
                  <a:pt x="515453" y="39242"/>
                </a:lnTo>
                <a:lnTo>
                  <a:pt x="516158" y="38989"/>
                </a:lnTo>
                <a:lnTo>
                  <a:pt x="516880" y="38766"/>
                </a:lnTo>
                <a:lnTo>
                  <a:pt x="517621" y="38572"/>
                </a:lnTo>
                <a:lnTo>
                  <a:pt x="518379" y="38408"/>
                </a:lnTo>
                <a:lnTo>
                  <a:pt x="519155" y="38274"/>
                </a:lnTo>
                <a:lnTo>
                  <a:pt x="519949" y="38170"/>
                </a:lnTo>
                <a:lnTo>
                  <a:pt x="520761" y="38095"/>
                </a:lnTo>
                <a:lnTo>
                  <a:pt x="521590" y="38051"/>
                </a:lnTo>
                <a:lnTo>
                  <a:pt x="522438" y="38036"/>
                </a:lnTo>
                <a:lnTo>
                  <a:pt x="523100" y="38043"/>
                </a:lnTo>
                <a:lnTo>
                  <a:pt x="523754" y="38067"/>
                </a:lnTo>
                <a:lnTo>
                  <a:pt x="524398" y="38106"/>
                </a:lnTo>
                <a:lnTo>
                  <a:pt x="525034" y="38160"/>
                </a:lnTo>
                <a:lnTo>
                  <a:pt x="525661" y="38231"/>
                </a:lnTo>
                <a:lnTo>
                  <a:pt x="526279" y="38316"/>
                </a:lnTo>
                <a:lnTo>
                  <a:pt x="526888" y="38418"/>
                </a:lnTo>
                <a:lnTo>
                  <a:pt x="527488" y="38535"/>
                </a:lnTo>
                <a:lnTo>
                  <a:pt x="528079" y="38667"/>
                </a:lnTo>
                <a:lnTo>
                  <a:pt x="528661" y="38815"/>
                </a:lnTo>
                <a:lnTo>
                  <a:pt x="529234" y="38979"/>
                </a:lnTo>
                <a:lnTo>
                  <a:pt x="529798" y="39158"/>
                </a:lnTo>
                <a:lnTo>
                  <a:pt x="530354" y="39353"/>
                </a:lnTo>
                <a:lnTo>
                  <a:pt x="530900" y="39564"/>
                </a:lnTo>
                <a:lnTo>
                  <a:pt x="531438" y="39790"/>
                </a:lnTo>
                <a:lnTo>
                  <a:pt x="531966" y="40032"/>
                </a:lnTo>
                <a:lnTo>
                  <a:pt x="532486" y="40289"/>
                </a:lnTo>
                <a:lnTo>
                  <a:pt x="532997" y="40562"/>
                </a:lnTo>
                <a:lnTo>
                  <a:pt x="533498" y="40850"/>
                </a:lnTo>
                <a:lnTo>
                  <a:pt x="533991" y="41154"/>
                </a:lnTo>
                <a:lnTo>
                  <a:pt x="534475" y="41474"/>
                </a:lnTo>
                <a:lnTo>
                  <a:pt x="534950" y="41809"/>
                </a:lnTo>
                <a:lnTo>
                  <a:pt x="535417" y="42160"/>
                </a:lnTo>
                <a:lnTo>
                  <a:pt x="535874" y="42527"/>
                </a:lnTo>
                <a:lnTo>
                  <a:pt x="536323" y="42905"/>
                </a:lnTo>
                <a:lnTo>
                  <a:pt x="536763" y="43294"/>
                </a:lnTo>
                <a:lnTo>
                  <a:pt x="537196" y="43692"/>
                </a:lnTo>
                <a:lnTo>
                  <a:pt x="537621" y="44099"/>
                </a:lnTo>
                <a:lnTo>
                  <a:pt x="538037" y="44515"/>
                </a:lnTo>
                <a:lnTo>
                  <a:pt x="538446" y="44941"/>
                </a:lnTo>
                <a:lnTo>
                  <a:pt x="538846" y="45377"/>
                </a:lnTo>
                <a:lnTo>
                  <a:pt x="539239" y="45822"/>
                </a:lnTo>
                <a:lnTo>
                  <a:pt x="539623" y="46276"/>
                </a:lnTo>
                <a:lnTo>
                  <a:pt x="539999" y="46740"/>
                </a:lnTo>
                <a:lnTo>
                  <a:pt x="540368" y="47213"/>
                </a:lnTo>
                <a:lnTo>
                  <a:pt x="540728" y="47695"/>
                </a:lnTo>
                <a:lnTo>
                  <a:pt x="541080" y="48187"/>
                </a:lnTo>
                <a:lnTo>
                  <a:pt x="541424" y="48689"/>
                </a:lnTo>
                <a:lnTo>
                  <a:pt x="541761" y="49199"/>
                </a:lnTo>
                <a:lnTo>
                  <a:pt x="542089" y="49720"/>
                </a:lnTo>
                <a:lnTo>
                  <a:pt x="542409" y="50249"/>
                </a:lnTo>
                <a:lnTo>
                  <a:pt x="542721" y="50788"/>
                </a:lnTo>
                <a:lnTo>
                  <a:pt x="543025" y="51337"/>
                </a:lnTo>
                <a:lnTo>
                  <a:pt x="543321" y="51895"/>
                </a:lnTo>
                <a:lnTo>
                  <a:pt x="543609" y="52462"/>
                </a:lnTo>
                <a:lnTo>
                  <a:pt x="543888" y="53039"/>
                </a:lnTo>
                <a:lnTo>
                  <a:pt x="544160" y="53625"/>
                </a:lnTo>
                <a:lnTo>
                  <a:pt x="544424" y="54220"/>
                </a:lnTo>
                <a:lnTo>
                  <a:pt x="544424" y="87831"/>
                </a:lnTo>
                <a:lnTo>
                  <a:pt x="544153" y="88361"/>
                </a:lnTo>
                <a:lnTo>
                  <a:pt x="543873" y="88885"/>
                </a:lnTo>
                <a:lnTo>
                  <a:pt x="543585" y="89404"/>
                </a:lnTo>
                <a:lnTo>
                  <a:pt x="543288" y="89915"/>
                </a:lnTo>
                <a:lnTo>
                  <a:pt x="542982" y="90421"/>
                </a:lnTo>
                <a:lnTo>
                  <a:pt x="542668" y="90921"/>
                </a:lnTo>
                <a:lnTo>
                  <a:pt x="542345" y="91414"/>
                </a:lnTo>
                <a:lnTo>
                  <a:pt x="542014" y="91901"/>
                </a:lnTo>
                <a:lnTo>
                  <a:pt x="541674" y="92382"/>
                </a:lnTo>
                <a:lnTo>
                  <a:pt x="541325" y="92857"/>
                </a:lnTo>
                <a:lnTo>
                  <a:pt x="540968" y="93326"/>
                </a:lnTo>
                <a:lnTo>
                  <a:pt x="540602" y="93788"/>
                </a:lnTo>
                <a:lnTo>
                  <a:pt x="540227" y="94245"/>
                </a:lnTo>
                <a:lnTo>
                  <a:pt x="539844" y="94695"/>
                </a:lnTo>
                <a:lnTo>
                  <a:pt x="539452" y="95139"/>
                </a:lnTo>
                <a:lnTo>
                  <a:pt x="539051" y="95577"/>
                </a:lnTo>
                <a:lnTo>
                  <a:pt x="538642" y="96009"/>
                </a:lnTo>
                <a:lnTo>
                  <a:pt x="538225" y="96434"/>
                </a:lnTo>
                <a:lnTo>
                  <a:pt x="537798" y="96853"/>
                </a:lnTo>
                <a:lnTo>
                  <a:pt x="537363" y="97267"/>
                </a:lnTo>
                <a:lnTo>
                  <a:pt x="536920" y="97674"/>
                </a:lnTo>
                <a:lnTo>
                  <a:pt x="536467" y="98075"/>
                </a:lnTo>
                <a:lnTo>
                  <a:pt x="536006" y="98469"/>
                </a:lnTo>
                <a:lnTo>
                  <a:pt x="535537" y="98858"/>
                </a:lnTo>
                <a:lnTo>
                  <a:pt x="535058" y="99235"/>
                </a:lnTo>
                <a:lnTo>
                  <a:pt x="534570" y="99596"/>
                </a:lnTo>
                <a:lnTo>
                  <a:pt x="534071" y="99941"/>
                </a:lnTo>
                <a:lnTo>
                  <a:pt x="533563" y="100270"/>
                </a:lnTo>
                <a:lnTo>
                  <a:pt x="533045" y="100583"/>
                </a:lnTo>
                <a:lnTo>
                  <a:pt x="532517" y="100880"/>
                </a:lnTo>
                <a:lnTo>
                  <a:pt x="531980" y="101161"/>
                </a:lnTo>
                <a:lnTo>
                  <a:pt x="531433" y="101426"/>
                </a:lnTo>
                <a:lnTo>
                  <a:pt x="530876" y="101675"/>
                </a:lnTo>
                <a:lnTo>
                  <a:pt x="530309" y="101907"/>
                </a:lnTo>
                <a:lnTo>
                  <a:pt x="529732" y="102124"/>
                </a:lnTo>
                <a:lnTo>
                  <a:pt x="529145" y="102325"/>
                </a:lnTo>
                <a:lnTo>
                  <a:pt x="528549" y="102509"/>
                </a:lnTo>
                <a:lnTo>
                  <a:pt x="527943" y="102678"/>
                </a:lnTo>
                <a:lnTo>
                  <a:pt x="527327" y="102830"/>
                </a:lnTo>
                <a:lnTo>
                  <a:pt x="526701" y="102967"/>
                </a:lnTo>
                <a:lnTo>
                  <a:pt x="526066" y="103087"/>
                </a:lnTo>
                <a:lnTo>
                  <a:pt x="525420" y="103192"/>
                </a:lnTo>
                <a:lnTo>
                  <a:pt x="524765" y="103280"/>
                </a:lnTo>
                <a:lnTo>
                  <a:pt x="524100" y="103352"/>
                </a:lnTo>
                <a:lnTo>
                  <a:pt x="523426" y="103408"/>
                </a:lnTo>
                <a:lnTo>
                  <a:pt x="522741" y="103448"/>
                </a:lnTo>
                <a:lnTo>
                  <a:pt x="522047" y="103472"/>
                </a:lnTo>
                <a:lnTo>
                  <a:pt x="521343" y="103480"/>
                </a:lnTo>
                <a:lnTo>
                  <a:pt x="520551" y="103466"/>
                </a:lnTo>
                <a:lnTo>
                  <a:pt x="519775" y="103423"/>
                </a:lnTo>
                <a:lnTo>
                  <a:pt x="519015" y="103351"/>
                </a:lnTo>
                <a:lnTo>
                  <a:pt x="518272" y="103250"/>
                </a:lnTo>
                <a:close/>
                <a:moveTo>
                  <a:pt x="102938" y="51115"/>
                </a:moveTo>
                <a:lnTo>
                  <a:pt x="103253" y="50704"/>
                </a:lnTo>
                <a:lnTo>
                  <a:pt x="103576" y="50295"/>
                </a:lnTo>
                <a:lnTo>
                  <a:pt x="103907" y="49889"/>
                </a:lnTo>
                <a:lnTo>
                  <a:pt x="104246" y="49485"/>
                </a:lnTo>
                <a:lnTo>
                  <a:pt x="104593" y="49084"/>
                </a:lnTo>
                <a:lnTo>
                  <a:pt x="104948" y="48685"/>
                </a:lnTo>
                <a:lnTo>
                  <a:pt x="105311" y="48288"/>
                </a:lnTo>
                <a:lnTo>
                  <a:pt x="105683" y="47894"/>
                </a:lnTo>
                <a:lnTo>
                  <a:pt x="106062" y="47501"/>
                </a:lnTo>
                <a:lnTo>
                  <a:pt x="106449" y="47112"/>
                </a:lnTo>
                <a:lnTo>
                  <a:pt x="106845" y="46724"/>
                </a:lnTo>
                <a:lnTo>
                  <a:pt x="107248" y="46339"/>
                </a:lnTo>
                <a:lnTo>
                  <a:pt x="107659" y="45956"/>
                </a:lnTo>
                <a:lnTo>
                  <a:pt x="108079" y="45576"/>
                </a:lnTo>
                <a:lnTo>
                  <a:pt x="108507" y="45198"/>
                </a:lnTo>
                <a:lnTo>
                  <a:pt x="108942" y="44822"/>
                </a:lnTo>
                <a:lnTo>
                  <a:pt x="109386" y="44448"/>
                </a:lnTo>
                <a:lnTo>
                  <a:pt x="109837" y="44077"/>
                </a:lnTo>
                <a:lnTo>
                  <a:pt x="110297" y="43708"/>
                </a:lnTo>
                <a:lnTo>
                  <a:pt x="110765" y="43342"/>
                </a:lnTo>
                <a:lnTo>
                  <a:pt x="111241" y="42978"/>
                </a:lnTo>
                <a:lnTo>
                  <a:pt x="111725" y="42616"/>
                </a:lnTo>
                <a:lnTo>
                  <a:pt x="112217" y="42263"/>
                </a:lnTo>
                <a:lnTo>
                  <a:pt x="112719" y="41925"/>
                </a:lnTo>
                <a:lnTo>
                  <a:pt x="113230" y="41602"/>
                </a:lnTo>
                <a:lnTo>
                  <a:pt x="113750" y="41294"/>
                </a:lnTo>
                <a:lnTo>
                  <a:pt x="114279" y="41001"/>
                </a:lnTo>
                <a:lnTo>
                  <a:pt x="114818" y="40723"/>
                </a:lnTo>
                <a:lnTo>
                  <a:pt x="115365" y="40460"/>
                </a:lnTo>
                <a:lnTo>
                  <a:pt x="115922" y="40212"/>
                </a:lnTo>
                <a:lnTo>
                  <a:pt x="116489" y="39979"/>
                </a:lnTo>
                <a:lnTo>
                  <a:pt x="117064" y="39761"/>
                </a:lnTo>
                <a:lnTo>
                  <a:pt x="117649" y="39558"/>
                </a:lnTo>
                <a:lnTo>
                  <a:pt x="118242" y="39370"/>
                </a:lnTo>
                <a:lnTo>
                  <a:pt x="118846" y="39198"/>
                </a:lnTo>
                <a:lnTo>
                  <a:pt x="119458" y="39040"/>
                </a:lnTo>
                <a:lnTo>
                  <a:pt x="120079" y="38897"/>
                </a:lnTo>
                <a:lnTo>
                  <a:pt x="120710" y="38769"/>
                </a:lnTo>
                <a:lnTo>
                  <a:pt x="121350" y="38657"/>
                </a:lnTo>
                <a:lnTo>
                  <a:pt x="121999" y="38559"/>
                </a:lnTo>
                <a:lnTo>
                  <a:pt x="122657" y="38476"/>
                </a:lnTo>
                <a:lnTo>
                  <a:pt x="123325" y="38409"/>
                </a:lnTo>
                <a:lnTo>
                  <a:pt x="124002" y="38356"/>
                </a:lnTo>
                <a:lnTo>
                  <a:pt x="124688" y="38319"/>
                </a:lnTo>
                <a:lnTo>
                  <a:pt x="125383" y="38296"/>
                </a:lnTo>
                <a:lnTo>
                  <a:pt x="126087" y="38289"/>
                </a:lnTo>
                <a:lnTo>
                  <a:pt x="126546" y="38293"/>
                </a:lnTo>
                <a:lnTo>
                  <a:pt x="126996" y="38308"/>
                </a:lnTo>
                <a:lnTo>
                  <a:pt x="127437" y="38331"/>
                </a:lnTo>
                <a:lnTo>
                  <a:pt x="127869" y="38364"/>
                </a:lnTo>
                <a:lnTo>
                  <a:pt x="128292" y="38407"/>
                </a:lnTo>
                <a:lnTo>
                  <a:pt x="128706" y="38459"/>
                </a:lnTo>
                <a:lnTo>
                  <a:pt x="129112" y="38520"/>
                </a:lnTo>
                <a:lnTo>
                  <a:pt x="129508" y="38591"/>
                </a:lnTo>
                <a:lnTo>
                  <a:pt x="129896" y="38671"/>
                </a:lnTo>
                <a:lnTo>
                  <a:pt x="130274" y="38761"/>
                </a:lnTo>
                <a:lnTo>
                  <a:pt x="130644" y="38861"/>
                </a:lnTo>
                <a:lnTo>
                  <a:pt x="131005" y="38969"/>
                </a:lnTo>
                <a:lnTo>
                  <a:pt x="131356" y="39087"/>
                </a:lnTo>
                <a:lnTo>
                  <a:pt x="131699" y="39215"/>
                </a:lnTo>
                <a:lnTo>
                  <a:pt x="132033" y="39352"/>
                </a:lnTo>
                <a:lnTo>
                  <a:pt x="132358" y="39499"/>
                </a:lnTo>
                <a:lnTo>
                  <a:pt x="132674" y="39655"/>
                </a:lnTo>
                <a:lnTo>
                  <a:pt x="132981" y="39820"/>
                </a:lnTo>
                <a:lnTo>
                  <a:pt x="133280" y="39995"/>
                </a:lnTo>
                <a:lnTo>
                  <a:pt x="133569" y="40179"/>
                </a:lnTo>
                <a:lnTo>
                  <a:pt x="133849" y="40373"/>
                </a:lnTo>
                <a:lnTo>
                  <a:pt x="134121" y="40576"/>
                </a:lnTo>
                <a:lnTo>
                  <a:pt x="134384" y="40789"/>
                </a:lnTo>
                <a:lnTo>
                  <a:pt x="134637" y="41011"/>
                </a:lnTo>
                <a:lnTo>
                  <a:pt x="134883" y="41241"/>
                </a:lnTo>
                <a:lnTo>
                  <a:pt x="135123" y="41479"/>
                </a:lnTo>
                <a:lnTo>
                  <a:pt x="135356" y="41724"/>
                </a:lnTo>
                <a:lnTo>
                  <a:pt x="135583" y="41976"/>
                </a:lnTo>
                <a:lnTo>
                  <a:pt x="135803" y="42236"/>
                </a:lnTo>
                <a:lnTo>
                  <a:pt x="136017" y="42502"/>
                </a:lnTo>
                <a:lnTo>
                  <a:pt x="136224" y="42776"/>
                </a:lnTo>
                <a:lnTo>
                  <a:pt x="136425" y="43058"/>
                </a:lnTo>
                <a:lnTo>
                  <a:pt x="136619" y="43346"/>
                </a:lnTo>
                <a:lnTo>
                  <a:pt x="136808" y="43642"/>
                </a:lnTo>
                <a:lnTo>
                  <a:pt x="136989" y="43946"/>
                </a:lnTo>
                <a:lnTo>
                  <a:pt x="137164" y="44256"/>
                </a:lnTo>
                <a:lnTo>
                  <a:pt x="137333" y="44574"/>
                </a:lnTo>
                <a:lnTo>
                  <a:pt x="137495" y="44899"/>
                </a:lnTo>
                <a:lnTo>
                  <a:pt x="137651" y="45231"/>
                </a:lnTo>
                <a:lnTo>
                  <a:pt x="137801" y="45571"/>
                </a:lnTo>
                <a:lnTo>
                  <a:pt x="137944" y="45918"/>
                </a:lnTo>
                <a:lnTo>
                  <a:pt x="138080" y="46272"/>
                </a:lnTo>
                <a:lnTo>
                  <a:pt x="138211" y="46634"/>
                </a:lnTo>
                <a:lnTo>
                  <a:pt x="138334" y="47003"/>
                </a:lnTo>
                <a:lnTo>
                  <a:pt x="138452" y="47379"/>
                </a:lnTo>
                <a:lnTo>
                  <a:pt x="138562" y="47762"/>
                </a:lnTo>
                <a:lnTo>
                  <a:pt x="138667" y="48153"/>
                </a:lnTo>
                <a:lnTo>
                  <a:pt x="138765" y="48551"/>
                </a:lnTo>
                <a:lnTo>
                  <a:pt x="138858" y="48955"/>
                </a:lnTo>
                <a:lnTo>
                  <a:pt x="138947" y="49364"/>
                </a:lnTo>
                <a:lnTo>
                  <a:pt x="139031" y="49777"/>
                </a:lnTo>
                <a:lnTo>
                  <a:pt x="139112" y="50194"/>
                </a:lnTo>
                <a:lnTo>
                  <a:pt x="139189" y="50617"/>
                </a:lnTo>
                <a:lnTo>
                  <a:pt x="139262" y="51044"/>
                </a:lnTo>
                <a:lnTo>
                  <a:pt x="139332" y="51476"/>
                </a:lnTo>
                <a:lnTo>
                  <a:pt x="139397" y="51912"/>
                </a:lnTo>
                <a:lnTo>
                  <a:pt x="139458" y="52353"/>
                </a:lnTo>
                <a:lnTo>
                  <a:pt x="139515" y="52799"/>
                </a:lnTo>
                <a:lnTo>
                  <a:pt x="139568" y="53249"/>
                </a:lnTo>
                <a:lnTo>
                  <a:pt x="139618" y="53704"/>
                </a:lnTo>
                <a:lnTo>
                  <a:pt x="139663" y="54164"/>
                </a:lnTo>
                <a:lnTo>
                  <a:pt x="139705" y="54628"/>
                </a:lnTo>
                <a:lnTo>
                  <a:pt x="139742" y="55097"/>
                </a:lnTo>
                <a:lnTo>
                  <a:pt x="139776" y="55571"/>
                </a:lnTo>
                <a:lnTo>
                  <a:pt x="139805" y="56049"/>
                </a:lnTo>
                <a:lnTo>
                  <a:pt x="139831" y="56532"/>
                </a:lnTo>
                <a:lnTo>
                  <a:pt x="139853" y="57020"/>
                </a:lnTo>
                <a:lnTo>
                  <a:pt x="139871" y="57512"/>
                </a:lnTo>
                <a:lnTo>
                  <a:pt x="139884" y="58009"/>
                </a:lnTo>
                <a:lnTo>
                  <a:pt x="139894" y="58511"/>
                </a:lnTo>
                <a:lnTo>
                  <a:pt x="139900" y="59017"/>
                </a:lnTo>
                <a:lnTo>
                  <a:pt x="139902" y="59528"/>
                </a:lnTo>
                <a:lnTo>
                  <a:pt x="139902" y="113516"/>
                </a:lnTo>
                <a:lnTo>
                  <a:pt x="153886" y="113516"/>
                </a:lnTo>
                <a:lnTo>
                  <a:pt x="153886" y="57913"/>
                </a:lnTo>
                <a:lnTo>
                  <a:pt x="153876" y="56677"/>
                </a:lnTo>
                <a:lnTo>
                  <a:pt x="153846" y="55466"/>
                </a:lnTo>
                <a:lnTo>
                  <a:pt x="153797" y="54277"/>
                </a:lnTo>
                <a:lnTo>
                  <a:pt x="153729" y="53112"/>
                </a:lnTo>
                <a:lnTo>
                  <a:pt x="153641" y="51971"/>
                </a:lnTo>
                <a:lnTo>
                  <a:pt x="153533" y="50852"/>
                </a:lnTo>
                <a:lnTo>
                  <a:pt x="153405" y="49757"/>
                </a:lnTo>
                <a:lnTo>
                  <a:pt x="153258" y="48686"/>
                </a:lnTo>
                <a:lnTo>
                  <a:pt x="153092" y="47637"/>
                </a:lnTo>
                <a:lnTo>
                  <a:pt x="152906" y="46613"/>
                </a:lnTo>
                <a:lnTo>
                  <a:pt x="152700" y="45611"/>
                </a:lnTo>
                <a:lnTo>
                  <a:pt x="152475" y="44633"/>
                </a:lnTo>
                <a:lnTo>
                  <a:pt x="152230" y="43678"/>
                </a:lnTo>
                <a:lnTo>
                  <a:pt x="151965" y="42747"/>
                </a:lnTo>
                <a:lnTo>
                  <a:pt x="151681" y="41839"/>
                </a:lnTo>
                <a:lnTo>
                  <a:pt x="151377" y="40954"/>
                </a:lnTo>
                <a:lnTo>
                  <a:pt x="151054" y="40093"/>
                </a:lnTo>
                <a:lnTo>
                  <a:pt x="150711" y="39255"/>
                </a:lnTo>
                <a:lnTo>
                  <a:pt x="150348" y="38440"/>
                </a:lnTo>
                <a:lnTo>
                  <a:pt x="149966" y="37649"/>
                </a:lnTo>
                <a:lnTo>
                  <a:pt x="149564" y="36881"/>
                </a:lnTo>
                <a:lnTo>
                  <a:pt x="149143" y="36136"/>
                </a:lnTo>
                <a:lnTo>
                  <a:pt x="148702" y="35415"/>
                </a:lnTo>
                <a:lnTo>
                  <a:pt x="148242" y="34718"/>
                </a:lnTo>
                <a:lnTo>
                  <a:pt x="147758" y="34045"/>
                </a:lnTo>
                <a:lnTo>
                  <a:pt x="147249" y="33402"/>
                </a:lnTo>
                <a:lnTo>
                  <a:pt x="146714" y="32787"/>
                </a:lnTo>
                <a:lnTo>
                  <a:pt x="146152" y="32201"/>
                </a:lnTo>
                <a:lnTo>
                  <a:pt x="145565" y="31643"/>
                </a:lnTo>
                <a:lnTo>
                  <a:pt x="144951" y="31114"/>
                </a:lnTo>
                <a:lnTo>
                  <a:pt x="144312" y="30614"/>
                </a:lnTo>
                <a:lnTo>
                  <a:pt x="143646" y="30142"/>
                </a:lnTo>
                <a:lnTo>
                  <a:pt x="142954" y="29699"/>
                </a:lnTo>
                <a:lnTo>
                  <a:pt x="142237" y="29284"/>
                </a:lnTo>
                <a:lnTo>
                  <a:pt x="141493" y="28898"/>
                </a:lnTo>
                <a:lnTo>
                  <a:pt x="140723" y="28541"/>
                </a:lnTo>
                <a:lnTo>
                  <a:pt x="139928" y="28212"/>
                </a:lnTo>
                <a:lnTo>
                  <a:pt x="139106" y="27911"/>
                </a:lnTo>
                <a:lnTo>
                  <a:pt x="138258" y="27640"/>
                </a:lnTo>
                <a:lnTo>
                  <a:pt x="137384" y="27397"/>
                </a:lnTo>
                <a:lnTo>
                  <a:pt x="136484" y="27182"/>
                </a:lnTo>
                <a:lnTo>
                  <a:pt x="135559" y="26996"/>
                </a:lnTo>
                <a:lnTo>
                  <a:pt x="134607" y="26839"/>
                </a:lnTo>
                <a:lnTo>
                  <a:pt x="133629" y="26710"/>
                </a:lnTo>
                <a:lnTo>
                  <a:pt x="132625" y="26610"/>
                </a:lnTo>
                <a:lnTo>
                  <a:pt x="131595" y="26539"/>
                </a:lnTo>
                <a:lnTo>
                  <a:pt x="130539" y="26496"/>
                </a:lnTo>
                <a:lnTo>
                  <a:pt x="129457" y="26482"/>
                </a:lnTo>
                <a:lnTo>
                  <a:pt x="128620" y="26489"/>
                </a:lnTo>
                <a:lnTo>
                  <a:pt x="127795" y="26511"/>
                </a:lnTo>
                <a:lnTo>
                  <a:pt x="126982" y="26548"/>
                </a:lnTo>
                <a:lnTo>
                  <a:pt x="126181" y="26600"/>
                </a:lnTo>
                <a:lnTo>
                  <a:pt x="125391" y="26666"/>
                </a:lnTo>
                <a:lnTo>
                  <a:pt x="124613" y="26748"/>
                </a:lnTo>
                <a:lnTo>
                  <a:pt x="123847" y="26844"/>
                </a:lnTo>
                <a:lnTo>
                  <a:pt x="123092" y="26955"/>
                </a:lnTo>
                <a:lnTo>
                  <a:pt x="122349" y="27080"/>
                </a:lnTo>
                <a:lnTo>
                  <a:pt x="121618" y="27221"/>
                </a:lnTo>
                <a:lnTo>
                  <a:pt x="120898" y="27376"/>
                </a:lnTo>
                <a:lnTo>
                  <a:pt x="120190" y="27546"/>
                </a:lnTo>
                <a:lnTo>
                  <a:pt x="119494" y="27731"/>
                </a:lnTo>
                <a:lnTo>
                  <a:pt x="118810" y="27931"/>
                </a:lnTo>
                <a:lnTo>
                  <a:pt x="118137" y="28145"/>
                </a:lnTo>
                <a:lnTo>
                  <a:pt x="117476" y="28374"/>
                </a:lnTo>
                <a:lnTo>
                  <a:pt x="116827" y="28618"/>
                </a:lnTo>
                <a:lnTo>
                  <a:pt x="116189" y="28877"/>
                </a:lnTo>
                <a:lnTo>
                  <a:pt x="115563" y="29151"/>
                </a:lnTo>
                <a:lnTo>
                  <a:pt x="114949" y="29439"/>
                </a:lnTo>
                <a:lnTo>
                  <a:pt x="114347" y="29742"/>
                </a:lnTo>
                <a:lnTo>
                  <a:pt x="113756" y="30060"/>
                </a:lnTo>
                <a:lnTo>
                  <a:pt x="113177" y="30393"/>
                </a:lnTo>
                <a:lnTo>
                  <a:pt x="112609" y="30741"/>
                </a:lnTo>
                <a:lnTo>
                  <a:pt x="112053" y="31097"/>
                </a:lnTo>
                <a:lnTo>
                  <a:pt x="111508" y="31455"/>
                </a:lnTo>
                <a:lnTo>
                  <a:pt x="110973" y="31815"/>
                </a:lnTo>
                <a:lnTo>
                  <a:pt x="110449" y="32178"/>
                </a:lnTo>
                <a:lnTo>
                  <a:pt x="109936" y="32543"/>
                </a:lnTo>
                <a:lnTo>
                  <a:pt x="109434" y="32910"/>
                </a:lnTo>
                <a:lnTo>
                  <a:pt x="108943" y="33279"/>
                </a:lnTo>
                <a:lnTo>
                  <a:pt x="108463" y="33650"/>
                </a:lnTo>
                <a:lnTo>
                  <a:pt x="107993" y="34024"/>
                </a:lnTo>
                <a:lnTo>
                  <a:pt x="107534" y="34399"/>
                </a:lnTo>
                <a:lnTo>
                  <a:pt x="107086" y="34777"/>
                </a:lnTo>
                <a:lnTo>
                  <a:pt x="106649" y="35158"/>
                </a:lnTo>
                <a:lnTo>
                  <a:pt x="106223" y="35540"/>
                </a:lnTo>
                <a:lnTo>
                  <a:pt x="105808" y="35925"/>
                </a:lnTo>
                <a:lnTo>
                  <a:pt x="105403" y="36311"/>
                </a:lnTo>
                <a:lnTo>
                  <a:pt x="105009" y="36700"/>
                </a:lnTo>
                <a:lnTo>
                  <a:pt x="104626" y="37091"/>
                </a:lnTo>
                <a:lnTo>
                  <a:pt x="104254" y="37485"/>
                </a:lnTo>
                <a:lnTo>
                  <a:pt x="103892" y="37880"/>
                </a:lnTo>
                <a:lnTo>
                  <a:pt x="103542" y="38278"/>
                </a:lnTo>
                <a:lnTo>
                  <a:pt x="103202" y="38678"/>
                </a:lnTo>
                <a:lnTo>
                  <a:pt x="102873" y="39080"/>
                </a:lnTo>
                <a:lnTo>
                  <a:pt x="102555" y="39484"/>
                </a:lnTo>
                <a:lnTo>
                  <a:pt x="102248" y="39891"/>
                </a:lnTo>
                <a:lnTo>
                  <a:pt x="101911" y="28000"/>
                </a:lnTo>
                <a:lnTo>
                  <a:pt x="88264" y="28000"/>
                </a:lnTo>
                <a:lnTo>
                  <a:pt x="88264" y="113516"/>
                </a:lnTo>
                <a:lnTo>
                  <a:pt x="102332" y="113516"/>
                </a:lnTo>
                <a:lnTo>
                  <a:pt x="102332" y="51943"/>
                </a:lnTo>
                <a:lnTo>
                  <a:pt x="102631" y="51528"/>
                </a:lnTo>
                <a:lnTo>
                  <a:pt x="102938" y="51115"/>
                </a:lnTo>
                <a:close/>
                <a:moveTo>
                  <a:pt x="208356" y="114888"/>
                </a:moveTo>
                <a:lnTo>
                  <a:pt x="209286" y="114806"/>
                </a:lnTo>
                <a:lnTo>
                  <a:pt x="210205" y="114705"/>
                </a:lnTo>
                <a:lnTo>
                  <a:pt x="211111" y="114586"/>
                </a:lnTo>
                <a:lnTo>
                  <a:pt x="212006" y="114449"/>
                </a:lnTo>
                <a:lnTo>
                  <a:pt x="212890" y="114293"/>
                </a:lnTo>
                <a:lnTo>
                  <a:pt x="213761" y="114119"/>
                </a:lnTo>
                <a:lnTo>
                  <a:pt x="214621" y="113927"/>
                </a:lnTo>
                <a:lnTo>
                  <a:pt x="215469" y="113717"/>
                </a:lnTo>
                <a:lnTo>
                  <a:pt x="216306" y="113488"/>
                </a:lnTo>
                <a:lnTo>
                  <a:pt x="217131" y="113241"/>
                </a:lnTo>
                <a:lnTo>
                  <a:pt x="217944" y="112976"/>
                </a:lnTo>
                <a:lnTo>
                  <a:pt x="218745" y="112692"/>
                </a:lnTo>
                <a:lnTo>
                  <a:pt x="219535" y="112390"/>
                </a:lnTo>
                <a:lnTo>
                  <a:pt x="220313" y="112070"/>
                </a:lnTo>
                <a:lnTo>
                  <a:pt x="221079" y="111731"/>
                </a:lnTo>
                <a:lnTo>
                  <a:pt x="221834" y="111374"/>
                </a:lnTo>
                <a:lnTo>
                  <a:pt x="222577" y="110999"/>
                </a:lnTo>
                <a:lnTo>
                  <a:pt x="223308" y="110605"/>
                </a:lnTo>
                <a:lnTo>
                  <a:pt x="224028" y="110194"/>
                </a:lnTo>
                <a:lnTo>
                  <a:pt x="224736" y="109764"/>
                </a:lnTo>
                <a:lnTo>
                  <a:pt x="225431" y="109316"/>
                </a:lnTo>
                <a:lnTo>
                  <a:pt x="226112" y="108853"/>
                </a:lnTo>
                <a:lnTo>
                  <a:pt x="226780" y="108374"/>
                </a:lnTo>
                <a:lnTo>
                  <a:pt x="227434" y="107878"/>
                </a:lnTo>
                <a:lnTo>
                  <a:pt x="228074" y="107367"/>
                </a:lnTo>
                <a:lnTo>
                  <a:pt x="228700" y="106840"/>
                </a:lnTo>
                <a:lnTo>
                  <a:pt x="229313" y="106296"/>
                </a:lnTo>
                <a:lnTo>
                  <a:pt x="229912" y="105737"/>
                </a:lnTo>
                <a:lnTo>
                  <a:pt x="230497" y="105162"/>
                </a:lnTo>
                <a:lnTo>
                  <a:pt x="231068" y="104570"/>
                </a:lnTo>
                <a:lnTo>
                  <a:pt x="231626" y="103963"/>
                </a:lnTo>
                <a:lnTo>
                  <a:pt x="232170" y="103339"/>
                </a:lnTo>
                <a:lnTo>
                  <a:pt x="232700" y="102700"/>
                </a:lnTo>
                <a:lnTo>
                  <a:pt x="233216" y="102045"/>
                </a:lnTo>
                <a:lnTo>
                  <a:pt x="233719" y="101373"/>
                </a:lnTo>
                <a:lnTo>
                  <a:pt x="234208" y="100686"/>
                </a:lnTo>
                <a:lnTo>
                  <a:pt x="234683" y="99982"/>
                </a:lnTo>
                <a:lnTo>
                  <a:pt x="235144" y="99263"/>
                </a:lnTo>
                <a:lnTo>
                  <a:pt x="235592" y="98527"/>
                </a:lnTo>
                <a:lnTo>
                  <a:pt x="236026" y="97776"/>
                </a:lnTo>
                <a:lnTo>
                  <a:pt x="236446" y="97008"/>
                </a:lnTo>
                <a:lnTo>
                  <a:pt x="236852" y="96225"/>
                </a:lnTo>
                <a:lnTo>
                  <a:pt x="237245" y="95425"/>
                </a:lnTo>
                <a:lnTo>
                  <a:pt x="237624" y="94609"/>
                </a:lnTo>
                <a:lnTo>
                  <a:pt x="237988" y="93779"/>
                </a:lnTo>
                <a:lnTo>
                  <a:pt x="238337" y="92936"/>
                </a:lnTo>
                <a:lnTo>
                  <a:pt x="238670" y="92079"/>
                </a:lnTo>
                <a:lnTo>
                  <a:pt x="238988" y="91209"/>
                </a:lnTo>
                <a:lnTo>
                  <a:pt x="239290" y="90326"/>
                </a:lnTo>
                <a:lnTo>
                  <a:pt x="239577" y="89429"/>
                </a:lnTo>
                <a:lnTo>
                  <a:pt x="239849" y="88519"/>
                </a:lnTo>
                <a:lnTo>
                  <a:pt x="240104" y="87596"/>
                </a:lnTo>
                <a:lnTo>
                  <a:pt x="240345" y="86660"/>
                </a:lnTo>
                <a:lnTo>
                  <a:pt x="240569" y="85710"/>
                </a:lnTo>
                <a:lnTo>
                  <a:pt x="240779" y="84747"/>
                </a:lnTo>
                <a:lnTo>
                  <a:pt x="240972" y="83771"/>
                </a:lnTo>
                <a:lnTo>
                  <a:pt x="241151" y="82781"/>
                </a:lnTo>
                <a:lnTo>
                  <a:pt x="241313" y="81779"/>
                </a:lnTo>
                <a:lnTo>
                  <a:pt x="241461" y="80763"/>
                </a:lnTo>
                <a:lnTo>
                  <a:pt x="241592" y="79733"/>
                </a:lnTo>
                <a:lnTo>
                  <a:pt x="241709" y="78691"/>
                </a:lnTo>
                <a:lnTo>
                  <a:pt x="241810" y="77635"/>
                </a:lnTo>
                <a:lnTo>
                  <a:pt x="241895" y="76566"/>
                </a:lnTo>
                <a:lnTo>
                  <a:pt x="241965" y="75484"/>
                </a:lnTo>
                <a:lnTo>
                  <a:pt x="242019" y="74388"/>
                </a:lnTo>
                <a:lnTo>
                  <a:pt x="242058" y="73279"/>
                </a:lnTo>
                <a:lnTo>
                  <a:pt x="242081" y="72157"/>
                </a:lnTo>
                <a:lnTo>
                  <a:pt x="242089" y="71022"/>
                </a:lnTo>
                <a:lnTo>
                  <a:pt x="242081" y="69872"/>
                </a:lnTo>
                <a:lnTo>
                  <a:pt x="242058" y="68735"/>
                </a:lnTo>
                <a:lnTo>
                  <a:pt x="242019" y="67612"/>
                </a:lnTo>
                <a:lnTo>
                  <a:pt x="241965" y="66503"/>
                </a:lnTo>
                <a:lnTo>
                  <a:pt x="241895" y="65408"/>
                </a:lnTo>
                <a:lnTo>
                  <a:pt x="241810" y="64325"/>
                </a:lnTo>
                <a:lnTo>
                  <a:pt x="241709" y="63257"/>
                </a:lnTo>
                <a:lnTo>
                  <a:pt x="241592" y="62202"/>
                </a:lnTo>
                <a:lnTo>
                  <a:pt x="241461" y="61161"/>
                </a:lnTo>
                <a:lnTo>
                  <a:pt x="241313" y="60133"/>
                </a:lnTo>
                <a:lnTo>
                  <a:pt x="241151" y="59119"/>
                </a:lnTo>
                <a:lnTo>
                  <a:pt x="240972" y="58118"/>
                </a:lnTo>
                <a:lnTo>
                  <a:pt x="240779" y="57131"/>
                </a:lnTo>
                <a:lnTo>
                  <a:pt x="240569" y="56158"/>
                </a:lnTo>
                <a:lnTo>
                  <a:pt x="240345" y="55198"/>
                </a:lnTo>
                <a:lnTo>
                  <a:pt x="240104" y="54252"/>
                </a:lnTo>
                <a:lnTo>
                  <a:pt x="239849" y="53319"/>
                </a:lnTo>
                <a:lnTo>
                  <a:pt x="239577" y="52400"/>
                </a:lnTo>
                <a:lnTo>
                  <a:pt x="239290" y="51494"/>
                </a:lnTo>
                <a:lnTo>
                  <a:pt x="238988" y="50602"/>
                </a:lnTo>
                <a:lnTo>
                  <a:pt x="238670" y="49724"/>
                </a:lnTo>
                <a:lnTo>
                  <a:pt x="238337" y="48859"/>
                </a:lnTo>
                <a:lnTo>
                  <a:pt x="237988" y="48008"/>
                </a:lnTo>
                <a:lnTo>
                  <a:pt x="237624" y="47170"/>
                </a:lnTo>
                <a:lnTo>
                  <a:pt x="237245" y="46347"/>
                </a:lnTo>
                <a:lnTo>
                  <a:pt x="236852" y="45541"/>
                </a:lnTo>
                <a:lnTo>
                  <a:pt x="236446" y="44750"/>
                </a:lnTo>
                <a:lnTo>
                  <a:pt x="236026" y="43975"/>
                </a:lnTo>
                <a:lnTo>
                  <a:pt x="235592" y="43216"/>
                </a:lnTo>
                <a:lnTo>
                  <a:pt x="235144" y="42473"/>
                </a:lnTo>
                <a:lnTo>
                  <a:pt x="234683" y="41747"/>
                </a:lnTo>
                <a:lnTo>
                  <a:pt x="234208" y="41036"/>
                </a:lnTo>
                <a:lnTo>
                  <a:pt x="233719" y="40341"/>
                </a:lnTo>
                <a:lnTo>
                  <a:pt x="233216" y="39663"/>
                </a:lnTo>
                <a:lnTo>
                  <a:pt x="232700" y="39000"/>
                </a:lnTo>
                <a:lnTo>
                  <a:pt x="232170" y="38353"/>
                </a:lnTo>
                <a:lnTo>
                  <a:pt x="231626" y="37723"/>
                </a:lnTo>
                <a:lnTo>
                  <a:pt x="231068" y="37108"/>
                </a:lnTo>
                <a:lnTo>
                  <a:pt x="230497" y="36509"/>
                </a:lnTo>
                <a:lnTo>
                  <a:pt x="229912" y="35927"/>
                </a:lnTo>
                <a:lnTo>
                  <a:pt x="229313" y="35360"/>
                </a:lnTo>
                <a:lnTo>
                  <a:pt x="228700" y="34809"/>
                </a:lnTo>
                <a:lnTo>
                  <a:pt x="228074" y="34275"/>
                </a:lnTo>
                <a:lnTo>
                  <a:pt x="227434" y="33756"/>
                </a:lnTo>
                <a:lnTo>
                  <a:pt x="226780" y="33254"/>
                </a:lnTo>
                <a:lnTo>
                  <a:pt x="226112" y="32767"/>
                </a:lnTo>
                <a:lnTo>
                  <a:pt x="225431" y="32297"/>
                </a:lnTo>
                <a:lnTo>
                  <a:pt x="224736" y="31842"/>
                </a:lnTo>
                <a:lnTo>
                  <a:pt x="224028" y="31405"/>
                </a:lnTo>
                <a:lnTo>
                  <a:pt x="223308" y="30986"/>
                </a:lnTo>
                <a:lnTo>
                  <a:pt x="222577" y="30586"/>
                </a:lnTo>
                <a:lnTo>
                  <a:pt x="221834" y="30204"/>
                </a:lnTo>
                <a:lnTo>
                  <a:pt x="221079" y="29841"/>
                </a:lnTo>
                <a:lnTo>
                  <a:pt x="220313" y="29497"/>
                </a:lnTo>
                <a:lnTo>
                  <a:pt x="219535" y="29171"/>
                </a:lnTo>
                <a:lnTo>
                  <a:pt x="218745" y="28864"/>
                </a:lnTo>
                <a:lnTo>
                  <a:pt x="217944" y="28576"/>
                </a:lnTo>
                <a:lnTo>
                  <a:pt x="217131" y="28306"/>
                </a:lnTo>
                <a:lnTo>
                  <a:pt x="216306" y="28054"/>
                </a:lnTo>
                <a:lnTo>
                  <a:pt x="215469" y="27822"/>
                </a:lnTo>
                <a:lnTo>
                  <a:pt x="214621" y="27608"/>
                </a:lnTo>
                <a:lnTo>
                  <a:pt x="213761" y="27412"/>
                </a:lnTo>
                <a:lnTo>
                  <a:pt x="212890" y="27235"/>
                </a:lnTo>
                <a:lnTo>
                  <a:pt x="212006" y="27077"/>
                </a:lnTo>
                <a:lnTo>
                  <a:pt x="211111" y="26938"/>
                </a:lnTo>
                <a:lnTo>
                  <a:pt x="210205" y="26817"/>
                </a:lnTo>
                <a:lnTo>
                  <a:pt x="209286" y="26714"/>
                </a:lnTo>
                <a:lnTo>
                  <a:pt x="208356" y="26630"/>
                </a:lnTo>
                <a:lnTo>
                  <a:pt x="207414" y="26565"/>
                </a:lnTo>
                <a:lnTo>
                  <a:pt x="206461" y="26519"/>
                </a:lnTo>
                <a:lnTo>
                  <a:pt x="205495" y="26491"/>
                </a:lnTo>
                <a:lnTo>
                  <a:pt x="204519" y="26482"/>
                </a:lnTo>
                <a:lnTo>
                  <a:pt x="203563" y="26491"/>
                </a:lnTo>
                <a:lnTo>
                  <a:pt x="202619" y="26519"/>
                </a:lnTo>
                <a:lnTo>
                  <a:pt x="201686" y="26565"/>
                </a:lnTo>
                <a:lnTo>
                  <a:pt x="200765" y="26630"/>
                </a:lnTo>
                <a:lnTo>
                  <a:pt x="199856" y="26714"/>
                </a:lnTo>
                <a:lnTo>
                  <a:pt x="198959" y="26817"/>
                </a:lnTo>
                <a:lnTo>
                  <a:pt x="198073" y="26938"/>
                </a:lnTo>
                <a:lnTo>
                  <a:pt x="197199" y="27077"/>
                </a:lnTo>
                <a:lnTo>
                  <a:pt x="196337" y="27235"/>
                </a:lnTo>
                <a:lnTo>
                  <a:pt x="195486" y="27412"/>
                </a:lnTo>
                <a:lnTo>
                  <a:pt x="194648" y="27608"/>
                </a:lnTo>
                <a:lnTo>
                  <a:pt x="193820" y="27822"/>
                </a:lnTo>
                <a:lnTo>
                  <a:pt x="193005" y="28054"/>
                </a:lnTo>
                <a:lnTo>
                  <a:pt x="192201" y="28306"/>
                </a:lnTo>
                <a:lnTo>
                  <a:pt x="191409" y="28576"/>
                </a:lnTo>
                <a:lnTo>
                  <a:pt x="190629" y="28864"/>
                </a:lnTo>
                <a:lnTo>
                  <a:pt x="189860" y="29171"/>
                </a:lnTo>
                <a:lnTo>
                  <a:pt x="189103" y="29497"/>
                </a:lnTo>
                <a:lnTo>
                  <a:pt x="188358" y="29841"/>
                </a:lnTo>
                <a:lnTo>
                  <a:pt x="187624" y="30204"/>
                </a:lnTo>
                <a:lnTo>
                  <a:pt x="186902" y="30586"/>
                </a:lnTo>
                <a:lnTo>
                  <a:pt x="186192" y="30986"/>
                </a:lnTo>
                <a:lnTo>
                  <a:pt x="185494" y="31405"/>
                </a:lnTo>
                <a:lnTo>
                  <a:pt x="184807" y="31842"/>
                </a:lnTo>
                <a:lnTo>
                  <a:pt x="184133" y="32297"/>
                </a:lnTo>
                <a:lnTo>
                  <a:pt x="183472" y="32767"/>
                </a:lnTo>
                <a:lnTo>
                  <a:pt x="182824" y="33254"/>
                </a:lnTo>
                <a:lnTo>
                  <a:pt x="182190" y="33756"/>
                </a:lnTo>
                <a:lnTo>
                  <a:pt x="181569" y="34275"/>
                </a:lnTo>
                <a:lnTo>
                  <a:pt x="180961" y="34809"/>
                </a:lnTo>
                <a:lnTo>
                  <a:pt x="180367" y="35360"/>
                </a:lnTo>
                <a:lnTo>
                  <a:pt x="179785" y="35927"/>
                </a:lnTo>
                <a:lnTo>
                  <a:pt x="179218" y="36509"/>
                </a:lnTo>
                <a:lnTo>
                  <a:pt x="178663" y="37108"/>
                </a:lnTo>
                <a:lnTo>
                  <a:pt x="178122" y="37723"/>
                </a:lnTo>
                <a:lnTo>
                  <a:pt x="177594" y="38353"/>
                </a:lnTo>
                <a:lnTo>
                  <a:pt x="177080" y="39000"/>
                </a:lnTo>
                <a:lnTo>
                  <a:pt x="176578" y="39663"/>
                </a:lnTo>
                <a:lnTo>
                  <a:pt x="176090" y="40341"/>
                </a:lnTo>
                <a:lnTo>
                  <a:pt x="175616" y="41036"/>
                </a:lnTo>
                <a:lnTo>
                  <a:pt x="175154" y="41747"/>
                </a:lnTo>
                <a:lnTo>
                  <a:pt x="174706" y="42473"/>
                </a:lnTo>
                <a:lnTo>
                  <a:pt x="174272" y="43216"/>
                </a:lnTo>
                <a:lnTo>
                  <a:pt x="173850" y="43975"/>
                </a:lnTo>
                <a:lnTo>
                  <a:pt x="173442" y="44750"/>
                </a:lnTo>
                <a:lnTo>
                  <a:pt x="173047" y="45541"/>
                </a:lnTo>
                <a:lnTo>
                  <a:pt x="172666" y="46347"/>
                </a:lnTo>
                <a:lnTo>
                  <a:pt x="172298" y="47170"/>
                </a:lnTo>
                <a:lnTo>
                  <a:pt x="171944" y="48008"/>
                </a:lnTo>
                <a:lnTo>
                  <a:pt x="171605" y="48859"/>
                </a:lnTo>
                <a:lnTo>
                  <a:pt x="171281" y="49724"/>
                </a:lnTo>
                <a:lnTo>
                  <a:pt x="170972" y="50602"/>
                </a:lnTo>
                <a:lnTo>
                  <a:pt x="170678" y="51494"/>
                </a:lnTo>
                <a:lnTo>
                  <a:pt x="170400" y="52400"/>
                </a:lnTo>
                <a:lnTo>
                  <a:pt x="170136" y="53319"/>
                </a:lnTo>
                <a:lnTo>
                  <a:pt x="169888" y="54252"/>
                </a:lnTo>
                <a:lnTo>
                  <a:pt x="169654" y="55198"/>
                </a:lnTo>
                <a:lnTo>
                  <a:pt x="169436" y="56158"/>
                </a:lnTo>
                <a:lnTo>
                  <a:pt x="169232" y="57131"/>
                </a:lnTo>
                <a:lnTo>
                  <a:pt x="169044" y="58118"/>
                </a:lnTo>
                <a:lnTo>
                  <a:pt x="168871" y="59119"/>
                </a:lnTo>
                <a:lnTo>
                  <a:pt x="168713" y="60133"/>
                </a:lnTo>
                <a:lnTo>
                  <a:pt x="168569" y="61161"/>
                </a:lnTo>
                <a:lnTo>
                  <a:pt x="168441" y="62202"/>
                </a:lnTo>
                <a:lnTo>
                  <a:pt x="168328" y="63257"/>
                </a:lnTo>
                <a:lnTo>
                  <a:pt x="168231" y="64325"/>
                </a:lnTo>
                <a:lnTo>
                  <a:pt x="168148" y="65408"/>
                </a:lnTo>
                <a:lnTo>
                  <a:pt x="168080" y="66503"/>
                </a:lnTo>
                <a:lnTo>
                  <a:pt x="168027" y="67612"/>
                </a:lnTo>
                <a:lnTo>
                  <a:pt x="167990" y="68735"/>
                </a:lnTo>
                <a:lnTo>
                  <a:pt x="167967" y="69872"/>
                </a:lnTo>
                <a:lnTo>
                  <a:pt x="167959" y="71022"/>
                </a:lnTo>
                <a:lnTo>
                  <a:pt x="167967" y="72157"/>
                </a:lnTo>
                <a:lnTo>
                  <a:pt x="167990" y="73279"/>
                </a:lnTo>
                <a:lnTo>
                  <a:pt x="168027" y="74388"/>
                </a:lnTo>
                <a:lnTo>
                  <a:pt x="168080" y="75484"/>
                </a:lnTo>
                <a:lnTo>
                  <a:pt x="168148" y="76566"/>
                </a:lnTo>
                <a:lnTo>
                  <a:pt x="168231" y="77635"/>
                </a:lnTo>
                <a:lnTo>
                  <a:pt x="168328" y="78691"/>
                </a:lnTo>
                <a:lnTo>
                  <a:pt x="168441" y="79733"/>
                </a:lnTo>
                <a:lnTo>
                  <a:pt x="168569" y="80763"/>
                </a:lnTo>
                <a:lnTo>
                  <a:pt x="168713" y="81779"/>
                </a:lnTo>
                <a:lnTo>
                  <a:pt x="168871" y="82781"/>
                </a:lnTo>
                <a:lnTo>
                  <a:pt x="169044" y="83771"/>
                </a:lnTo>
                <a:lnTo>
                  <a:pt x="169232" y="84747"/>
                </a:lnTo>
                <a:lnTo>
                  <a:pt x="169436" y="85710"/>
                </a:lnTo>
                <a:lnTo>
                  <a:pt x="169654" y="86660"/>
                </a:lnTo>
                <a:lnTo>
                  <a:pt x="169888" y="87596"/>
                </a:lnTo>
                <a:lnTo>
                  <a:pt x="170136" y="88519"/>
                </a:lnTo>
                <a:lnTo>
                  <a:pt x="170400" y="89429"/>
                </a:lnTo>
                <a:lnTo>
                  <a:pt x="170678" y="90326"/>
                </a:lnTo>
                <a:lnTo>
                  <a:pt x="170972" y="91209"/>
                </a:lnTo>
                <a:lnTo>
                  <a:pt x="171281" y="92079"/>
                </a:lnTo>
                <a:lnTo>
                  <a:pt x="171605" y="92936"/>
                </a:lnTo>
                <a:lnTo>
                  <a:pt x="171944" y="93779"/>
                </a:lnTo>
                <a:lnTo>
                  <a:pt x="172298" y="94609"/>
                </a:lnTo>
                <a:lnTo>
                  <a:pt x="172666" y="95425"/>
                </a:lnTo>
                <a:lnTo>
                  <a:pt x="173047" y="96225"/>
                </a:lnTo>
                <a:lnTo>
                  <a:pt x="173442" y="97008"/>
                </a:lnTo>
                <a:lnTo>
                  <a:pt x="173850" y="97776"/>
                </a:lnTo>
                <a:lnTo>
                  <a:pt x="174272" y="98527"/>
                </a:lnTo>
                <a:lnTo>
                  <a:pt x="174706" y="99263"/>
                </a:lnTo>
                <a:lnTo>
                  <a:pt x="175154" y="99982"/>
                </a:lnTo>
                <a:lnTo>
                  <a:pt x="175616" y="100686"/>
                </a:lnTo>
                <a:lnTo>
                  <a:pt x="176090" y="101373"/>
                </a:lnTo>
                <a:lnTo>
                  <a:pt x="176578" y="102045"/>
                </a:lnTo>
                <a:lnTo>
                  <a:pt x="177080" y="102700"/>
                </a:lnTo>
                <a:lnTo>
                  <a:pt x="177594" y="103339"/>
                </a:lnTo>
                <a:lnTo>
                  <a:pt x="178122" y="103963"/>
                </a:lnTo>
                <a:lnTo>
                  <a:pt x="178663" y="104570"/>
                </a:lnTo>
                <a:lnTo>
                  <a:pt x="179218" y="105162"/>
                </a:lnTo>
                <a:lnTo>
                  <a:pt x="179785" y="105737"/>
                </a:lnTo>
                <a:lnTo>
                  <a:pt x="180367" y="106296"/>
                </a:lnTo>
                <a:lnTo>
                  <a:pt x="180961" y="106840"/>
                </a:lnTo>
                <a:lnTo>
                  <a:pt x="181569" y="107367"/>
                </a:lnTo>
                <a:lnTo>
                  <a:pt x="182190" y="107878"/>
                </a:lnTo>
                <a:lnTo>
                  <a:pt x="182824" y="108374"/>
                </a:lnTo>
                <a:lnTo>
                  <a:pt x="183472" y="108853"/>
                </a:lnTo>
                <a:lnTo>
                  <a:pt x="184133" y="109316"/>
                </a:lnTo>
                <a:lnTo>
                  <a:pt x="184807" y="109764"/>
                </a:lnTo>
                <a:lnTo>
                  <a:pt x="185494" y="110194"/>
                </a:lnTo>
                <a:lnTo>
                  <a:pt x="186192" y="110605"/>
                </a:lnTo>
                <a:lnTo>
                  <a:pt x="186902" y="110999"/>
                </a:lnTo>
                <a:lnTo>
                  <a:pt x="187624" y="111374"/>
                </a:lnTo>
                <a:lnTo>
                  <a:pt x="188358" y="111731"/>
                </a:lnTo>
                <a:lnTo>
                  <a:pt x="189103" y="112070"/>
                </a:lnTo>
                <a:lnTo>
                  <a:pt x="189860" y="112390"/>
                </a:lnTo>
                <a:lnTo>
                  <a:pt x="190629" y="112692"/>
                </a:lnTo>
                <a:lnTo>
                  <a:pt x="191409" y="112976"/>
                </a:lnTo>
                <a:lnTo>
                  <a:pt x="192201" y="113241"/>
                </a:lnTo>
                <a:lnTo>
                  <a:pt x="193005" y="113488"/>
                </a:lnTo>
                <a:lnTo>
                  <a:pt x="193820" y="113717"/>
                </a:lnTo>
                <a:lnTo>
                  <a:pt x="194648" y="113927"/>
                </a:lnTo>
                <a:lnTo>
                  <a:pt x="195486" y="114119"/>
                </a:lnTo>
                <a:lnTo>
                  <a:pt x="196337" y="114293"/>
                </a:lnTo>
                <a:lnTo>
                  <a:pt x="197199" y="114449"/>
                </a:lnTo>
                <a:lnTo>
                  <a:pt x="198073" y="114586"/>
                </a:lnTo>
                <a:lnTo>
                  <a:pt x="198959" y="114705"/>
                </a:lnTo>
                <a:lnTo>
                  <a:pt x="199856" y="114806"/>
                </a:lnTo>
                <a:lnTo>
                  <a:pt x="200765" y="114888"/>
                </a:lnTo>
                <a:lnTo>
                  <a:pt x="201686" y="114952"/>
                </a:lnTo>
                <a:lnTo>
                  <a:pt x="202619" y="114998"/>
                </a:lnTo>
                <a:lnTo>
                  <a:pt x="203563" y="115025"/>
                </a:lnTo>
                <a:lnTo>
                  <a:pt x="204519" y="115035"/>
                </a:lnTo>
                <a:lnTo>
                  <a:pt x="205495" y="115025"/>
                </a:lnTo>
                <a:lnTo>
                  <a:pt x="206461" y="114998"/>
                </a:lnTo>
                <a:lnTo>
                  <a:pt x="207414" y="114952"/>
                </a:lnTo>
                <a:lnTo>
                  <a:pt x="208356" y="114888"/>
                </a:lnTo>
                <a:close/>
                <a:moveTo>
                  <a:pt x="201938" y="103783"/>
                </a:moveTo>
                <a:lnTo>
                  <a:pt x="201319" y="103717"/>
                </a:lnTo>
                <a:lnTo>
                  <a:pt x="200712" y="103635"/>
                </a:lnTo>
                <a:lnTo>
                  <a:pt x="200116" y="103538"/>
                </a:lnTo>
                <a:lnTo>
                  <a:pt x="199530" y="103427"/>
                </a:lnTo>
                <a:lnTo>
                  <a:pt x="198955" y="103301"/>
                </a:lnTo>
                <a:lnTo>
                  <a:pt x="198391" y="103160"/>
                </a:lnTo>
                <a:lnTo>
                  <a:pt x="197838" y="103004"/>
                </a:lnTo>
                <a:lnTo>
                  <a:pt x="197295" y="102833"/>
                </a:lnTo>
                <a:lnTo>
                  <a:pt x="196764" y="102647"/>
                </a:lnTo>
                <a:lnTo>
                  <a:pt x="196243" y="102447"/>
                </a:lnTo>
                <a:lnTo>
                  <a:pt x="195733" y="102231"/>
                </a:lnTo>
                <a:lnTo>
                  <a:pt x="195234" y="102001"/>
                </a:lnTo>
                <a:lnTo>
                  <a:pt x="194745" y="101756"/>
                </a:lnTo>
                <a:lnTo>
                  <a:pt x="194268" y="101496"/>
                </a:lnTo>
                <a:lnTo>
                  <a:pt x="193801" y="101221"/>
                </a:lnTo>
                <a:lnTo>
                  <a:pt x="193345" y="100932"/>
                </a:lnTo>
                <a:lnTo>
                  <a:pt x="192900" y="100627"/>
                </a:lnTo>
                <a:lnTo>
                  <a:pt x="192466" y="100308"/>
                </a:lnTo>
                <a:lnTo>
                  <a:pt x="192043" y="99974"/>
                </a:lnTo>
                <a:lnTo>
                  <a:pt x="191630" y="99625"/>
                </a:lnTo>
                <a:lnTo>
                  <a:pt x="191228" y="99263"/>
                </a:lnTo>
                <a:lnTo>
                  <a:pt x="190835" y="98890"/>
                </a:lnTo>
                <a:lnTo>
                  <a:pt x="190452" y="98507"/>
                </a:lnTo>
                <a:lnTo>
                  <a:pt x="190078" y="98112"/>
                </a:lnTo>
                <a:lnTo>
                  <a:pt x="189713" y="97707"/>
                </a:lnTo>
                <a:lnTo>
                  <a:pt x="189358" y="97291"/>
                </a:lnTo>
                <a:lnTo>
                  <a:pt x="189013" y="96864"/>
                </a:lnTo>
                <a:lnTo>
                  <a:pt x="188677" y="96427"/>
                </a:lnTo>
                <a:lnTo>
                  <a:pt x="188351" y="95978"/>
                </a:lnTo>
                <a:lnTo>
                  <a:pt x="188034" y="95519"/>
                </a:lnTo>
                <a:lnTo>
                  <a:pt x="187727" y="95049"/>
                </a:lnTo>
                <a:lnTo>
                  <a:pt x="187429" y="94568"/>
                </a:lnTo>
                <a:lnTo>
                  <a:pt x="187141" y="94076"/>
                </a:lnTo>
                <a:lnTo>
                  <a:pt x="186862" y="93573"/>
                </a:lnTo>
                <a:lnTo>
                  <a:pt x="186592" y="93060"/>
                </a:lnTo>
                <a:lnTo>
                  <a:pt x="186333" y="92536"/>
                </a:lnTo>
                <a:lnTo>
                  <a:pt x="186082" y="92001"/>
                </a:lnTo>
                <a:lnTo>
                  <a:pt x="185842" y="91455"/>
                </a:lnTo>
                <a:lnTo>
                  <a:pt x="185610" y="90898"/>
                </a:lnTo>
                <a:lnTo>
                  <a:pt x="185388" y="90331"/>
                </a:lnTo>
                <a:lnTo>
                  <a:pt x="185176" y="89752"/>
                </a:lnTo>
                <a:lnTo>
                  <a:pt x="184973" y="89163"/>
                </a:lnTo>
                <a:lnTo>
                  <a:pt x="184780" y="88563"/>
                </a:lnTo>
                <a:lnTo>
                  <a:pt x="184596" y="87952"/>
                </a:lnTo>
                <a:lnTo>
                  <a:pt x="184421" y="87332"/>
                </a:lnTo>
                <a:lnTo>
                  <a:pt x="184253" y="86705"/>
                </a:lnTo>
                <a:lnTo>
                  <a:pt x="184093" y="86071"/>
                </a:lnTo>
                <a:lnTo>
                  <a:pt x="183940" y="85429"/>
                </a:lnTo>
                <a:lnTo>
                  <a:pt x="183795" y="84781"/>
                </a:lnTo>
                <a:lnTo>
                  <a:pt x="183657" y="84125"/>
                </a:lnTo>
                <a:lnTo>
                  <a:pt x="183526" y="83462"/>
                </a:lnTo>
                <a:lnTo>
                  <a:pt x="183403" y="82793"/>
                </a:lnTo>
                <a:lnTo>
                  <a:pt x="183287" y="82116"/>
                </a:lnTo>
                <a:lnTo>
                  <a:pt x="183179" y="81432"/>
                </a:lnTo>
                <a:lnTo>
                  <a:pt x="183079" y="80741"/>
                </a:lnTo>
                <a:lnTo>
                  <a:pt x="182985" y="80042"/>
                </a:lnTo>
                <a:lnTo>
                  <a:pt x="182900" y="79337"/>
                </a:lnTo>
                <a:lnTo>
                  <a:pt x="182821" y="78624"/>
                </a:lnTo>
                <a:lnTo>
                  <a:pt x="182750" y="77905"/>
                </a:lnTo>
                <a:lnTo>
                  <a:pt x="182687" y="77178"/>
                </a:lnTo>
                <a:lnTo>
                  <a:pt x="182631" y="76444"/>
                </a:lnTo>
                <a:lnTo>
                  <a:pt x="182583" y="75703"/>
                </a:lnTo>
                <a:lnTo>
                  <a:pt x="182542" y="74955"/>
                </a:lnTo>
                <a:lnTo>
                  <a:pt x="182508" y="74200"/>
                </a:lnTo>
                <a:lnTo>
                  <a:pt x="182482" y="73438"/>
                </a:lnTo>
                <a:lnTo>
                  <a:pt x="182463" y="72669"/>
                </a:lnTo>
                <a:lnTo>
                  <a:pt x="182452" y="71892"/>
                </a:lnTo>
                <a:lnTo>
                  <a:pt x="182448" y="71109"/>
                </a:lnTo>
                <a:lnTo>
                  <a:pt x="182452" y="70310"/>
                </a:lnTo>
                <a:lnTo>
                  <a:pt x="182463" y="69519"/>
                </a:lnTo>
                <a:lnTo>
                  <a:pt x="182482" y="68736"/>
                </a:lnTo>
                <a:lnTo>
                  <a:pt x="182508" y="67960"/>
                </a:lnTo>
                <a:lnTo>
                  <a:pt x="182542" y="67191"/>
                </a:lnTo>
                <a:lnTo>
                  <a:pt x="182583" y="66430"/>
                </a:lnTo>
                <a:lnTo>
                  <a:pt x="182631" y="65676"/>
                </a:lnTo>
                <a:lnTo>
                  <a:pt x="182687" y="64930"/>
                </a:lnTo>
                <a:lnTo>
                  <a:pt x="182750" y="64191"/>
                </a:lnTo>
                <a:lnTo>
                  <a:pt x="182821" y="63459"/>
                </a:lnTo>
                <a:lnTo>
                  <a:pt x="182900" y="62735"/>
                </a:lnTo>
                <a:lnTo>
                  <a:pt x="182985" y="62019"/>
                </a:lnTo>
                <a:lnTo>
                  <a:pt x="183079" y="61310"/>
                </a:lnTo>
                <a:lnTo>
                  <a:pt x="183179" y="60608"/>
                </a:lnTo>
                <a:lnTo>
                  <a:pt x="183287" y="59913"/>
                </a:lnTo>
                <a:lnTo>
                  <a:pt x="183403" y="59227"/>
                </a:lnTo>
                <a:lnTo>
                  <a:pt x="183526" y="58547"/>
                </a:lnTo>
                <a:lnTo>
                  <a:pt x="183657" y="57875"/>
                </a:lnTo>
                <a:lnTo>
                  <a:pt x="183795" y="57210"/>
                </a:lnTo>
                <a:lnTo>
                  <a:pt x="183940" y="56553"/>
                </a:lnTo>
                <a:lnTo>
                  <a:pt x="184093" y="55904"/>
                </a:lnTo>
                <a:lnTo>
                  <a:pt x="184253" y="55261"/>
                </a:lnTo>
                <a:lnTo>
                  <a:pt x="184421" y="54626"/>
                </a:lnTo>
                <a:lnTo>
                  <a:pt x="184596" y="53999"/>
                </a:lnTo>
                <a:lnTo>
                  <a:pt x="184780" y="53380"/>
                </a:lnTo>
                <a:lnTo>
                  <a:pt x="184973" y="52773"/>
                </a:lnTo>
                <a:lnTo>
                  <a:pt x="185176" y="52176"/>
                </a:lnTo>
                <a:lnTo>
                  <a:pt x="185388" y="51591"/>
                </a:lnTo>
                <a:lnTo>
                  <a:pt x="185610" y="51016"/>
                </a:lnTo>
                <a:lnTo>
                  <a:pt x="185842" y="50453"/>
                </a:lnTo>
                <a:lnTo>
                  <a:pt x="186082" y="49900"/>
                </a:lnTo>
                <a:lnTo>
                  <a:pt x="186333" y="49359"/>
                </a:lnTo>
                <a:lnTo>
                  <a:pt x="186592" y="48828"/>
                </a:lnTo>
                <a:lnTo>
                  <a:pt x="186862" y="48309"/>
                </a:lnTo>
                <a:lnTo>
                  <a:pt x="187141" y="47800"/>
                </a:lnTo>
                <a:lnTo>
                  <a:pt x="187429" y="47303"/>
                </a:lnTo>
                <a:lnTo>
                  <a:pt x="187727" y="46816"/>
                </a:lnTo>
                <a:lnTo>
                  <a:pt x="188034" y="46341"/>
                </a:lnTo>
                <a:lnTo>
                  <a:pt x="188351" y="45876"/>
                </a:lnTo>
                <a:lnTo>
                  <a:pt x="188677" y="45422"/>
                </a:lnTo>
                <a:lnTo>
                  <a:pt x="189013" y="44980"/>
                </a:lnTo>
                <a:lnTo>
                  <a:pt x="189358" y="44548"/>
                </a:lnTo>
                <a:lnTo>
                  <a:pt x="189713" y="44127"/>
                </a:lnTo>
                <a:lnTo>
                  <a:pt x="190078" y="43718"/>
                </a:lnTo>
                <a:lnTo>
                  <a:pt x="190452" y="43319"/>
                </a:lnTo>
                <a:lnTo>
                  <a:pt x="190835" y="42932"/>
                </a:lnTo>
                <a:lnTo>
                  <a:pt x="191228" y="42555"/>
                </a:lnTo>
                <a:lnTo>
                  <a:pt x="191630" y="42189"/>
                </a:lnTo>
                <a:lnTo>
                  <a:pt x="192043" y="41836"/>
                </a:lnTo>
                <a:lnTo>
                  <a:pt x="192466" y="41499"/>
                </a:lnTo>
                <a:lnTo>
                  <a:pt x="192900" y="41176"/>
                </a:lnTo>
                <a:lnTo>
                  <a:pt x="193345" y="40868"/>
                </a:lnTo>
                <a:lnTo>
                  <a:pt x="193801" y="40576"/>
                </a:lnTo>
                <a:lnTo>
                  <a:pt x="194268" y="40298"/>
                </a:lnTo>
                <a:lnTo>
                  <a:pt x="194745" y="40036"/>
                </a:lnTo>
                <a:lnTo>
                  <a:pt x="195234" y="39788"/>
                </a:lnTo>
                <a:lnTo>
                  <a:pt x="195733" y="39555"/>
                </a:lnTo>
                <a:lnTo>
                  <a:pt x="196243" y="39338"/>
                </a:lnTo>
                <a:lnTo>
                  <a:pt x="196764" y="39135"/>
                </a:lnTo>
                <a:lnTo>
                  <a:pt x="197295" y="38947"/>
                </a:lnTo>
                <a:lnTo>
                  <a:pt x="197838" y="38775"/>
                </a:lnTo>
                <a:lnTo>
                  <a:pt x="198391" y="38617"/>
                </a:lnTo>
                <a:lnTo>
                  <a:pt x="198955" y="38475"/>
                </a:lnTo>
                <a:lnTo>
                  <a:pt x="199530" y="38347"/>
                </a:lnTo>
                <a:lnTo>
                  <a:pt x="200116" y="38235"/>
                </a:lnTo>
                <a:lnTo>
                  <a:pt x="200712" y="38137"/>
                </a:lnTo>
                <a:lnTo>
                  <a:pt x="201319" y="38055"/>
                </a:lnTo>
                <a:lnTo>
                  <a:pt x="201938" y="37987"/>
                </a:lnTo>
                <a:lnTo>
                  <a:pt x="202567" y="37934"/>
                </a:lnTo>
                <a:lnTo>
                  <a:pt x="203206" y="37897"/>
                </a:lnTo>
                <a:lnTo>
                  <a:pt x="203857" y="37874"/>
                </a:lnTo>
                <a:lnTo>
                  <a:pt x="204519" y="37867"/>
                </a:lnTo>
                <a:lnTo>
                  <a:pt x="205221" y="37874"/>
                </a:lnTo>
                <a:lnTo>
                  <a:pt x="205912" y="37897"/>
                </a:lnTo>
                <a:lnTo>
                  <a:pt x="206591" y="37934"/>
                </a:lnTo>
                <a:lnTo>
                  <a:pt x="207257" y="37987"/>
                </a:lnTo>
                <a:lnTo>
                  <a:pt x="207912" y="38055"/>
                </a:lnTo>
                <a:lnTo>
                  <a:pt x="208554" y="38137"/>
                </a:lnTo>
                <a:lnTo>
                  <a:pt x="209184" y="38235"/>
                </a:lnTo>
                <a:lnTo>
                  <a:pt x="209802" y="38347"/>
                </a:lnTo>
                <a:lnTo>
                  <a:pt x="210408" y="38475"/>
                </a:lnTo>
                <a:lnTo>
                  <a:pt x="211002" y="38617"/>
                </a:lnTo>
                <a:lnTo>
                  <a:pt x="211583" y="38775"/>
                </a:lnTo>
                <a:lnTo>
                  <a:pt x="212153" y="38947"/>
                </a:lnTo>
                <a:lnTo>
                  <a:pt x="212710" y="39135"/>
                </a:lnTo>
                <a:lnTo>
                  <a:pt x="213255" y="39338"/>
                </a:lnTo>
                <a:lnTo>
                  <a:pt x="213788" y="39555"/>
                </a:lnTo>
                <a:lnTo>
                  <a:pt x="214309" y="39788"/>
                </a:lnTo>
                <a:lnTo>
                  <a:pt x="214818" y="40036"/>
                </a:lnTo>
                <a:lnTo>
                  <a:pt x="215314" y="40298"/>
                </a:lnTo>
                <a:lnTo>
                  <a:pt x="215799" y="40576"/>
                </a:lnTo>
                <a:lnTo>
                  <a:pt x="216271" y="40868"/>
                </a:lnTo>
                <a:lnTo>
                  <a:pt x="216731" y="41176"/>
                </a:lnTo>
                <a:lnTo>
                  <a:pt x="217179" y="41499"/>
                </a:lnTo>
                <a:lnTo>
                  <a:pt x="217615" y="41836"/>
                </a:lnTo>
                <a:lnTo>
                  <a:pt x="218039" y="42189"/>
                </a:lnTo>
                <a:lnTo>
                  <a:pt x="218452" y="42555"/>
                </a:lnTo>
                <a:lnTo>
                  <a:pt x="218855" y="42932"/>
                </a:lnTo>
                <a:lnTo>
                  <a:pt x="219248" y="43319"/>
                </a:lnTo>
                <a:lnTo>
                  <a:pt x="219632" y="43718"/>
                </a:lnTo>
                <a:lnTo>
                  <a:pt x="220006" y="44127"/>
                </a:lnTo>
                <a:lnTo>
                  <a:pt x="220371" y="44548"/>
                </a:lnTo>
                <a:lnTo>
                  <a:pt x="220726" y="44980"/>
                </a:lnTo>
                <a:lnTo>
                  <a:pt x="221071" y="45422"/>
                </a:lnTo>
                <a:lnTo>
                  <a:pt x="221407" y="45876"/>
                </a:lnTo>
                <a:lnTo>
                  <a:pt x="221733" y="46341"/>
                </a:lnTo>
                <a:lnTo>
                  <a:pt x="222049" y="46816"/>
                </a:lnTo>
                <a:lnTo>
                  <a:pt x="222356" y="47303"/>
                </a:lnTo>
                <a:lnTo>
                  <a:pt x="222653" y="47800"/>
                </a:lnTo>
                <a:lnTo>
                  <a:pt x="222940" y="48309"/>
                </a:lnTo>
                <a:lnTo>
                  <a:pt x="223218" y="48828"/>
                </a:lnTo>
                <a:lnTo>
                  <a:pt x="223486" y="49359"/>
                </a:lnTo>
                <a:lnTo>
                  <a:pt x="223744" y="49900"/>
                </a:lnTo>
                <a:lnTo>
                  <a:pt x="223993" y="50453"/>
                </a:lnTo>
                <a:lnTo>
                  <a:pt x="224232" y="51016"/>
                </a:lnTo>
                <a:lnTo>
                  <a:pt x="224462" y="51591"/>
                </a:lnTo>
                <a:lnTo>
                  <a:pt x="224682" y="52176"/>
                </a:lnTo>
                <a:lnTo>
                  <a:pt x="224892" y="52773"/>
                </a:lnTo>
                <a:lnTo>
                  <a:pt x="225092" y="53380"/>
                </a:lnTo>
                <a:lnTo>
                  <a:pt x="225283" y="53999"/>
                </a:lnTo>
                <a:lnTo>
                  <a:pt x="225465" y="54626"/>
                </a:lnTo>
                <a:lnTo>
                  <a:pt x="225640" y="55261"/>
                </a:lnTo>
                <a:lnTo>
                  <a:pt x="225806" y="55902"/>
                </a:lnTo>
                <a:lnTo>
                  <a:pt x="225965" y="56551"/>
                </a:lnTo>
                <a:lnTo>
                  <a:pt x="226116" y="57207"/>
                </a:lnTo>
                <a:lnTo>
                  <a:pt x="226260" y="57869"/>
                </a:lnTo>
                <a:lnTo>
                  <a:pt x="226395" y="58539"/>
                </a:lnTo>
                <a:lnTo>
                  <a:pt x="226523" y="59217"/>
                </a:lnTo>
                <a:lnTo>
                  <a:pt x="226643" y="59901"/>
                </a:lnTo>
                <a:lnTo>
                  <a:pt x="226756" y="60592"/>
                </a:lnTo>
                <a:lnTo>
                  <a:pt x="226860" y="61291"/>
                </a:lnTo>
                <a:lnTo>
                  <a:pt x="226957" y="61996"/>
                </a:lnTo>
                <a:lnTo>
                  <a:pt x="227047" y="62709"/>
                </a:lnTo>
                <a:lnTo>
                  <a:pt x="227128" y="63429"/>
                </a:lnTo>
                <a:lnTo>
                  <a:pt x="227202" y="64156"/>
                </a:lnTo>
                <a:lnTo>
                  <a:pt x="227267" y="64890"/>
                </a:lnTo>
                <a:lnTo>
                  <a:pt x="227326" y="65631"/>
                </a:lnTo>
                <a:lnTo>
                  <a:pt x="227376" y="66379"/>
                </a:lnTo>
                <a:lnTo>
                  <a:pt x="227419" y="67135"/>
                </a:lnTo>
                <a:lnTo>
                  <a:pt x="227453" y="67897"/>
                </a:lnTo>
                <a:lnTo>
                  <a:pt x="227481" y="68667"/>
                </a:lnTo>
                <a:lnTo>
                  <a:pt x="227500" y="69444"/>
                </a:lnTo>
                <a:lnTo>
                  <a:pt x="227512" y="70228"/>
                </a:lnTo>
                <a:lnTo>
                  <a:pt x="227515" y="71019"/>
                </a:lnTo>
                <a:lnTo>
                  <a:pt x="227512" y="71810"/>
                </a:lnTo>
                <a:lnTo>
                  <a:pt x="227500" y="72593"/>
                </a:lnTo>
                <a:lnTo>
                  <a:pt x="227481" y="73369"/>
                </a:lnTo>
                <a:lnTo>
                  <a:pt x="227453" y="74138"/>
                </a:lnTo>
                <a:lnTo>
                  <a:pt x="227419" y="74899"/>
                </a:lnTo>
                <a:lnTo>
                  <a:pt x="227376" y="75653"/>
                </a:lnTo>
                <a:lnTo>
                  <a:pt x="227326" y="76399"/>
                </a:lnTo>
                <a:lnTo>
                  <a:pt x="227267" y="77138"/>
                </a:lnTo>
                <a:lnTo>
                  <a:pt x="227202" y="77870"/>
                </a:lnTo>
                <a:lnTo>
                  <a:pt x="227128" y="78594"/>
                </a:lnTo>
                <a:lnTo>
                  <a:pt x="227047" y="79311"/>
                </a:lnTo>
                <a:lnTo>
                  <a:pt x="226957" y="80020"/>
                </a:lnTo>
                <a:lnTo>
                  <a:pt x="226860" y="80722"/>
                </a:lnTo>
                <a:lnTo>
                  <a:pt x="226756" y="81416"/>
                </a:lnTo>
                <a:lnTo>
                  <a:pt x="226643" y="82103"/>
                </a:lnTo>
                <a:lnTo>
                  <a:pt x="226523" y="82783"/>
                </a:lnTo>
                <a:lnTo>
                  <a:pt x="226395" y="83455"/>
                </a:lnTo>
                <a:lnTo>
                  <a:pt x="226260" y="84120"/>
                </a:lnTo>
                <a:lnTo>
                  <a:pt x="226116" y="84777"/>
                </a:lnTo>
                <a:lnTo>
                  <a:pt x="225965" y="85427"/>
                </a:lnTo>
                <a:lnTo>
                  <a:pt x="225806" y="86069"/>
                </a:lnTo>
                <a:lnTo>
                  <a:pt x="225640" y="86704"/>
                </a:lnTo>
                <a:lnTo>
                  <a:pt x="225465" y="87332"/>
                </a:lnTo>
                <a:lnTo>
                  <a:pt x="225283" y="87952"/>
                </a:lnTo>
                <a:lnTo>
                  <a:pt x="225092" y="88563"/>
                </a:lnTo>
                <a:lnTo>
                  <a:pt x="224892" y="89163"/>
                </a:lnTo>
                <a:lnTo>
                  <a:pt x="224682" y="89752"/>
                </a:lnTo>
                <a:lnTo>
                  <a:pt x="224462" y="90331"/>
                </a:lnTo>
                <a:lnTo>
                  <a:pt x="224232" y="90898"/>
                </a:lnTo>
                <a:lnTo>
                  <a:pt x="223993" y="91455"/>
                </a:lnTo>
                <a:lnTo>
                  <a:pt x="223744" y="92001"/>
                </a:lnTo>
                <a:lnTo>
                  <a:pt x="223486" y="92536"/>
                </a:lnTo>
                <a:lnTo>
                  <a:pt x="223218" y="93060"/>
                </a:lnTo>
                <a:lnTo>
                  <a:pt x="222940" y="93573"/>
                </a:lnTo>
                <a:lnTo>
                  <a:pt x="222653" y="94076"/>
                </a:lnTo>
                <a:lnTo>
                  <a:pt x="222356" y="94568"/>
                </a:lnTo>
                <a:lnTo>
                  <a:pt x="222049" y="95049"/>
                </a:lnTo>
                <a:lnTo>
                  <a:pt x="221733" y="95519"/>
                </a:lnTo>
                <a:lnTo>
                  <a:pt x="221407" y="95978"/>
                </a:lnTo>
                <a:lnTo>
                  <a:pt x="221071" y="96427"/>
                </a:lnTo>
                <a:lnTo>
                  <a:pt x="220726" y="96864"/>
                </a:lnTo>
                <a:lnTo>
                  <a:pt x="220371" y="97291"/>
                </a:lnTo>
                <a:lnTo>
                  <a:pt x="220006" y="97707"/>
                </a:lnTo>
                <a:lnTo>
                  <a:pt x="219632" y="98112"/>
                </a:lnTo>
                <a:lnTo>
                  <a:pt x="219248" y="98507"/>
                </a:lnTo>
                <a:lnTo>
                  <a:pt x="218855" y="98890"/>
                </a:lnTo>
                <a:lnTo>
                  <a:pt x="218452" y="99263"/>
                </a:lnTo>
                <a:lnTo>
                  <a:pt x="218039" y="99625"/>
                </a:lnTo>
                <a:lnTo>
                  <a:pt x="217615" y="99974"/>
                </a:lnTo>
                <a:lnTo>
                  <a:pt x="217179" y="100308"/>
                </a:lnTo>
                <a:lnTo>
                  <a:pt x="216731" y="100627"/>
                </a:lnTo>
                <a:lnTo>
                  <a:pt x="216271" y="100932"/>
                </a:lnTo>
                <a:lnTo>
                  <a:pt x="215799" y="101221"/>
                </a:lnTo>
                <a:lnTo>
                  <a:pt x="215314" y="101496"/>
                </a:lnTo>
                <a:lnTo>
                  <a:pt x="214818" y="101756"/>
                </a:lnTo>
                <a:lnTo>
                  <a:pt x="214309" y="102001"/>
                </a:lnTo>
                <a:lnTo>
                  <a:pt x="213788" y="102231"/>
                </a:lnTo>
                <a:lnTo>
                  <a:pt x="213255" y="102447"/>
                </a:lnTo>
                <a:lnTo>
                  <a:pt x="212710" y="102647"/>
                </a:lnTo>
                <a:lnTo>
                  <a:pt x="212153" y="102833"/>
                </a:lnTo>
                <a:lnTo>
                  <a:pt x="211583" y="103004"/>
                </a:lnTo>
                <a:lnTo>
                  <a:pt x="211002" y="103160"/>
                </a:lnTo>
                <a:lnTo>
                  <a:pt x="210408" y="103301"/>
                </a:lnTo>
                <a:lnTo>
                  <a:pt x="209802" y="103427"/>
                </a:lnTo>
                <a:lnTo>
                  <a:pt x="209184" y="103538"/>
                </a:lnTo>
                <a:lnTo>
                  <a:pt x="208554" y="103635"/>
                </a:lnTo>
                <a:lnTo>
                  <a:pt x="207912" y="103717"/>
                </a:lnTo>
                <a:lnTo>
                  <a:pt x="207257" y="103783"/>
                </a:lnTo>
                <a:lnTo>
                  <a:pt x="206591" y="103835"/>
                </a:lnTo>
                <a:lnTo>
                  <a:pt x="205912" y="103872"/>
                </a:lnTo>
                <a:lnTo>
                  <a:pt x="205221" y="103895"/>
                </a:lnTo>
                <a:lnTo>
                  <a:pt x="204519" y="103902"/>
                </a:lnTo>
                <a:lnTo>
                  <a:pt x="203857" y="103895"/>
                </a:lnTo>
                <a:lnTo>
                  <a:pt x="203206" y="103872"/>
                </a:lnTo>
                <a:lnTo>
                  <a:pt x="202567" y="103835"/>
                </a:lnTo>
                <a:lnTo>
                  <a:pt x="201938" y="103783"/>
                </a:lnTo>
                <a:close/>
                <a:moveTo>
                  <a:pt x="448138" y="114936"/>
                </a:moveTo>
                <a:lnTo>
                  <a:pt x="448936" y="114880"/>
                </a:lnTo>
                <a:lnTo>
                  <a:pt x="449726" y="114813"/>
                </a:lnTo>
                <a:lnTo>
                  <a:pt x="450505" y="114733"/>
                </a:lnTo>
                <a:lnTo>
                  <a:pt x="451275" y="114640"/>
                </a:lnTo>
                <a:lnTo>
                  <a:pt x="452036" y="114535"/>
                </a:lnTo>
                <a:lnTo>
                  <a:pt x="452786" y="114418"/>
                </a:lnTo>
                <a:lnTo>
                  <a:pt x="453527" y="114289"/>
                </a:lnTo>
                <a:lnTo>
                  <a:pt x="454259" y="114147"/>
                </a:lnTo>
                <a:lnTo>
                  <a:pt x="454981" y="113993"/>
                </a:lnTo>
                <a:lnTo>
                  <a:pt x="455693" y="113827"/>
                </a:lnTo>
                <a:lnTo>
                  <a:pt x="456395" y="113648"/>
                </a:lnTo>
                <a:lnTo>
                  <a:pt x="457088" y="113457"/>
                </a:lnTo>
                <a:lnTo>
                  <a:pt x="457771" y="113253"/>
                </a:lnTo>
                <a:lnTo>
                  <a:pt x="458444" y="113038"/>
                </a:lnTo>
                <a:lnTo>
                  <a:pt x="459108" y="112810"/>
                </a:lnTo>
                <a:lnTo>
                  <a:pt x="459762" y="112569"/>
                </a:lnTo>
                <a:lnTo>
                  <a:pt x="460407" y="112317"/>
                </a:lnTo>
                <a:lnTo>
                  <a:pt x="461042" y="112052"/>
                </a:lnTo>
                <a:lnTo>
                  <a:pt x="461667" y="111774"/>
                </a:lnTo>
                <a:lnTo>
                  <a:pt x="462282" y="111485"/>
                </a:lnTo>
                <a:lnTo>
                  <a:pt x="462888" y="111183"/>
                </a:lnTo>
                <a:lnTo>
                  <a:pt x="463481" y="110872"/>
                </a:lnTo>
                <a:lnTo>
                  <a:pt x="464064" y="110550"/>
                </a:lnTo>
                <a:lnTo>
                  <a:pt x="464635" y="110218"/>
                </a:lnTo>
                <a:lnTo>
                  <a:pt x="465195" y="109875"/>
                </a:lnTo>
                <a:lnTo>
                  <a:pt x="465744" y="109522"/>
                </a:lnTo>
                <a:lnTo>
                  <a:pt x="466282" y="109159"/>
                </a:lnTo>
                <a:lnTo>
                  <a:pt x="466808" y="108785"/>
                </a:lnTo>
                <a:lnTo>
                  <a:pt x="467323" y="108401"/>
                </a:lnTo>
                <a:lnTo>
                  <a:pt x="467827" y="108007"/>
                </a:lnTo>
                <a:lnTo>
                  <a:pt x="468319" y="107602"/>
                </a:lnTo>
                <a:lnTo>
                  <a:pt x="468800" y="107187"/>
                </a:lnTo>
                <a:lnTo>
                  <a:pt x="469270" y="106762"/>
                </a:lnTo>
                <a:lnTo>
                  <a:pt x="469729" y="106326"/>
                </a:lnTo>
                <a:lnTo>
                  <a:pt x="470176" y="105880"/>
                </a:lnTo>
                <a:lnTo>
                  <a:pt x="470613" y="105424"/>
                </a:lnTo>
                <a:lnTo>
                  <a:pt x="471038" y="104957"/>
                </a:lnTo>
                <a:lnTo>
                  <a:pt x="471451" y="104480"/>
                </a:lnTo>
                <a:lnTo>
                  <a:pt x="471854" y="103993"/>
                </a:lnTo>
                <a:lnTo>
                  <a:pt x="472245" y="103495"/>
                </a:lnTo>
                <a:lnTo>
                  <a:pt x="472625" y="102987"/>
                </a:lnTo>
                <a:lnTo>
                  <a:pt x="472993" y="102469"/>
                </a:lnTo>
                <a:lnTo>
                  <a:pt x="473351" y="101940"/>
                </a:lnTo>
                <a:lnTo>
                  <a:pt x="473697" y="101401"/>
                </a:lnTo>
                <a:lnTo>
                  <a:pt x="474030" y="100852"/>
                </a:lnTo>
                <a:lnTo>
                  <a:pt x="474351" y="100295"/>
                </a:lnTo>
                <a:lnTo>
                  <a:pt x="474658" y="99729"/>
                </a:lnTo>
                <a:lnTo>
                  <a:pt x="474952" y="99154"/>
                </a:lnTo>
                <a:lnTo>
                  <a:pt x="475233" y="98570"/>
                </a:lnTo>
                <a:lnTo>
                  <a:pt x="475500" y="97978"/>
                </a:lnTo>
                <a:lnTo>
                  <a:pt x="475754" y="97377"/>
                </a:lnTo>
                <a:lnTo>
                  <a:pt x="475994" y="96768"/>
                </a:lnTo>
                <a:lnTo>
                  <a:pt x="476222" y="96150"/>
                </a:lnTo>
                <a:lnTo>
                  <a:pt x="476436" y="95523"/>
                </a:lnTo>
                <a:lnTo>
                  <a:pt x="476637" y="94887"/>
                </a:lnTo>
                <a:lnTo>
                  <a:pt x="476824" y="94243"/>
                </a:lnTo>
                <a:lnTo>
                  <a:pt x="476998" y="93590"/>
                </a:lnTo>
                <a:lnTo>
                  <a:pt x="477159" y="92929"/>
                </a:lnTo>
                <a:lnTo>
                  <a:pt x="477306" y="92258"/>
                </a:lnTo>
                <a:lnTo>
                  <a:pt x="477441" y="91579"/>
                </a:lnTo>
                <a:lnTo>
                  <a:pt x="477561" y="90892"/>
                </a:lnTo>
                <a:lnTo>
                  <a:pt x="477669" y="90196"/>
                </a:lnTo>
                <a:lnTo>
                  <a:pt x="477763" y="89491"/>
                </a:lnTo>
                <a:lnTo>
                  <a:pt x="477844" y="88777"/>
                </a:lnTo>
                <a:lnTo>
                  <a:pt x="477912" y="88055"/>
                </a:lnTo>
                <a:lnTo>
                  <a:pt x="477966" y="87324"/>
                </a:lnTo>
                <a:lnTo>
                  <a:pt x="478007" y="86584"/>
                </a:lnTo>
                <a:lnTo>
                  <a:pt x="478035" y="85836"/>
                </a:lnTo>
                <a:lnTo>
                  <a:pt x="464136" y="85836"/>
                </a:lnTo>
                <a:lnTo>
                  <a:pt x="464106" y="86569"/>
                </a:lnTo>
                <a:lnTo>
                  <a:pt x="464061" y="87288"/>
                </a:lnTo>
                <a:lnTo>
                  <a:pt x="463998" y="87993"/>
                </a:lnTo>
                <a:lnTo>
                  <a:pt x="463919" y="88683"/>
                </a:lnTo>
                <a:lnTo>
                  <a:pt x="463824" y="89359"/>
                </a:lnTo>
                <a:lnTo>
                  <a:pt x="463712" y="90020"/>
                </a:lnTo>
                <a:lnTo>
                  <a:pt x="463583" y="90666"/>
                </a:lnTo>
                <a:lnTo>
                  <a:pt x="463438" y="91298"/>
                </a:lnTo>
                <a:lnTo>
                  <a:pt x="463277" y="91916"/>
                </a:lnTo>
                <a:lnTo>
                  <a:pt x="463099" y="92519"/>
                </a:lnTo>
                <a:lnTo>
                  <a:pt x="462904" y="93108"/>
                </a:lnTo>
                <a:lnTo>
                  <a:pt x="462693" y="93682"/>
                </a:lnTo>
                <a:lnTo>
                  <a:pt x="462465" y="94241"/>
                </a:lnTo>
                <a:lnTo>
                  <a:pt x="462221" y="94786"/>
                </a:lnTo>
                <a:lnTo>
                  <a:pt x="461961" y="95317"/>
                </a:lnTo>
                <a:lnTo>
                  <a:pt x="461683" y="95833"/>
                </a:lnTo>
                <a:lnTo>
                  <a:pt x="461390" y="96335"/>
                </a:lnTo>
                <a:lnTo>
                  <a:pt x="461079" y="96822"/>
                </a:lnTo>
                <a:lnTo>
                  <a:pt x="460753" y="97295"/>
                </a:lnTo>
                <a:lnTo>
                  <a:pt x="460409" y="97753"/>
                </a:lnTo>
                <a:lnTo>
                  <a:pt x="460050" y="98196"/>
                </a:lnTo>
                <a:lnTo>
                  <a:pt x="459673" y="98625"/>
                </a:lnTo>
                <a:lnTo>
                  <a:pt x="459280" y="99040"/>
                </a:lnTo>
                <a:lnTo>
                  <a:pt x="458871" y="99440"/>
                </a:lnTo>
                <a:lnTo>
                  <a:pt x="458446" y="99825"/>
                </a:lnTo>
                <a:lnTo>
                  <a:pt x="458008" y="100193"/>
                </a:lnTo>
                <a:lnTo>
                  <a:pt x="457555" y="100545"/>
                </a:lnTo>
                <a:lnTo>
                  <a:pt x="457089" y="100881"/>
                </a:lnTo>
                <a:lnTo>
                  <a:pt x="456609" y="101200"/>
                </a:lnTo>
                <a:lnTo>
                  <a:pt x="456115" y="101503"/>
                </a:lnTo>
                <a:lnTo>
                  <a:pt x="455607" y="101790"/>
                </a:lnTo>
                <a:lnTo>
                  <a:pt x="455085" y="102060"/>
                </a:lnTo>
                <a:lnTo>
                  <a:pt x="454549" y="102313"/>
                </a:lnTo>
                <a:lnTo>
                  <a:pt x="453999" y="102551"/>
                </a:lnTo>
                <a:lnTo>
                  <a:pt x="453436" y="102772"/>
                </a:lnTo>
                <a:lnTo>
                  <a:pt x="452858" y="102976"/>
                </a:lnTo>
                <a:lnTo>
                  <a:pt x="452267" y="103165"/>
                </a:lnTo>
                <a:lnTo>
                  <a:pt x="451662" y="103337"/>
                </a:lnTo>
                <a:lnTo>
                  <a:pt x="451043" y="103492"/>
                </a:lnTo>
                <a:lnTo>
                  <a:pt x="450410" y="103631"/>
                </a:lnTo>
                <a:lnTo>
                  <a:pt x="449763" y="103754"/>
                </a:lnTo>
                <a:lnTo>
                  <a:pt x="449102" y="103860"/>
                </a:lnTo>
                <a:lnTo>
                  <a:pt x="448427" y="103951"/>
                </a:lnTo>
                <a:lnTo>
                  <a:pt x="447739" y="104024"/>
                </a:lnTo>
                <a:lnTo>
                  <a:pt x="447036" y="104081"/>
                </a:lnTo>
                <a:lnTo>
                  <a:pt x="446320" y="104122"/>
                </a:lnTo>
                <a:lnTo>
                  <a:pt x="445589" y="104147"/>
                </a:lnTo>
                <a:lnTo>
                  <a:pt x="444845" y="104155"/>
                </a:lnTo>
                <a:lnTo>
                  <a:pt x="444156" y="104148"/>
                </a:lnTo>
                <a:lnTo>
                  <a:pt x="443477" y="104126"/>
                </a:lnTo>
                <a:lnTo>
                  <a:pt x="442810" y="104088"/>
                </a:lnTo>
                <a:lnTo>
                  <a:pt x="442153" y="104037"/>
                </a:lnTo>
                <a:lnTo>
                  <a:pt x="441508" y="103970"/>
                </a:lnTo>
                <a:lnTo>
                  <a:pt x="440873" y="103888"/>
                </a:lnTo>
                <a:lnTo>
                  <a:pt x="440249" y="103792"/>
                </a:lnTo>
                <a:lnTo>
                  <a:pt x="439637" y="103681"/>
                </a:lnTo>
                <a:lnTo>
                  <a:pt x="439035" y="103555"/>
                </a:lnTo>
                <a:lnTo>
                  <a:pt x="438444" y="103414"/>
                </a:lnTo>
                <a:lnTo>
                  <a:pt x="437864" y="103259"/>
                </a:lnTo>
                <a:lnTo>
                  <a:pt x="437295" y="103088"/>
                </a:lnTo>
                <a:lnTo>
                  <a:pt x="436738" y="102903"/>
                </a:lnTo>
                <a:lnTo>
                  <a:pt x="436191" y="102703"/>
                </a:lnTo>
                <a:lnTo>
                  <a:pt x="435655" y="102488"/>
                </a:lnTo>
                <a:lnTo>
                  <a:pt x="435130" y="102259"/>
                </a:lnTo>
                <a:lnTo>
                  <a:pt x="434616" y="102014"/>
                </a:lnTo>
                <a:lnTo>
                  <a:pt x="434113" y="101755"/>
                </a:lnTo>
                <a:lnTo>
                  <a:pt x="433621" y="101481"/>
                </a:lnTo>
                <a:lnTo>
                  <a:pt x="433140" y="101192"/>
                </a:lnTo>
                <a:lnTo>
                  <a:pt x="432670" y="100888"/>
                </a:lnTo>
                <a:lnTo>
                  <a:pt x="432211" y="100570"/>
                </a:lnTo>
                <a:lnTo>
                  <a:pt x="431762" y="100236"/>
                </a:lnTo>
                <a:lnTo>
                  <a:pt x="431325" y="99888"/>
                </a:lnTo>
                <a:lnTo>
                  <a:pt x="430898" y="99528"/>
                </a:lnTo>
                <a:lnTo>
                  <a:pt x="430481" y="99157"/>
                </a:lnTo>
                <a:lnTo>
                  <a:pt x="430074" y="98777"/>
                </a:lnTo>
                <a:lnTo>
                  <a:pt x="429677" y="98387"/>
                </a:lnTo>
                <a:lnTo>
                  <a:pt x="429289" y="97988"/>
                </a:lnTo>
                <a:lnTo>
                  <a:pt x="428911" y="97579"/>
                </a:lnTo>
                <a:lnTo>
                  <a:pt x="428543" y="97160"/>
                </a:lnTo>
                <a:lnTo>
                  <a:pt x="428185" y="96731"/>
                </a:lnTo>
                <a:lnTo>
                  <a:pt x="427837" y="96293"/>
                </a:lnTo>
                <a:lnTo>
                  <a:pt x="427498" y="95844"/>
                </a:lnTo>
                <a:lnTo>
                  <a:pt x="427169" y="95387"/>
                </a:lnTo>
                <a:lnTo>
                  <a:pt x="426850" y="94919"/>
                </a:lnTo>
                <a:lnTo>
                  <a:pt x="426541" y="94442"/>
                </a:lnTo>
                <a:lnTo>
                  <a:pt x="426241" y="93955"/>
                </a:lnTo>
                <a:lnTo>
                  <a:pt x="425952" y="93458"/>
                </a:lnTo>
                <a:lnTo>
                  <a:pt x="425672" y="92952"/>
                </a:lnTo>
                <a:lnTo>
                  <a:pt x="425402" y="92435"/>
                </a:lnTo>
                <a:lnTo>
                  <a:pt x="425142" y="91910"/>
                </a:lnTo>
                <a:lnTo>
                  <a:pt x="424891" y="91374"/>
                </a:lnTo>
                <a:lnTo>
                  <a:pt x="424650" y="90829"/>
                </a:lnTo>
                <a:lnTo>
                  <a:pt x="424420" y="90274"/>
                </a:lnTo>
                <a:lnTo>
                  <a:pt x="424199" y="89709"/>
                </a:lnTo>
                <a:lnTo>
                  <a:pt x="423987" y="89135"/>
                </a:lnTo>
                <a:lnTo>
                  <a:pt x="423786" y="88550"/>
                </a:lnTo>
                <a:lnTo>
                  <a:pt x="423593" y="87959"/>
                </a:lnTo>
                <a:lnTo>
                  <a:pt x="423409" y="87363"/>
                </a:lnTo>
                <a:lnTo>
                  <a:pt x="423232" y="86762"/>
                </a:lnTo>
                <a:lnTo>
                  <a:pt x="423063" y="86156"/>
                </a:lnTo>
                <a:lnTo>
                  <a:pt x="422902" y="85545"/>
                </a:lnTo>
                <a:lnTo>
                  <a:pt x="422749" y="84930"/>
                </a:lnTo>
                <a:lnTo>
                  <a:pt x="422603" y="84310"/>
                </a:lnTo>
                <a:lnTo>
                  <a:pt x="422466" y="83685"/>
                </a:lnTo>
                <a:lnTo>
                  <a:pt x="422337" y="83055"/>
                </a:lnTo>
                <a:lnTo>
                  <a:pt x="422215" y="82421"/>
                </a:lnTo>
                <a:lnTo>
                  <a:pt x="422102" y="81781"/>
                </a:lnTo>
                <a:lnTo>
                  <a:pt x="421996" y="81137"/>
                </a:lnTo>
                <a:lnTo>
                  <a:pt x="421898" y="80488"/>
                </a:lnTo>
                <a:lnTo>
                  <a:pt x="421808" y="79835"/>
                </a:lnTo>
                <a:lnTo>
                  <a:pt x="421726" y="79176"/>
                </a:lnTo>
                <a:lnTo>
                  <a:pt x="421652" y="78513"/>
                </a:lnTo>
                <a:lnTo>
                  <a:pt x="421586" y="77845"/>
                </a:lnTo>
                <a:lnTo>
                  <a:pt x="421527" y="77172"/>
                </a:lnTo>
                <a:lnTo>
                  <a:pt x="421477" y="76495"/>
                </a:lnTo>
                <a:lnTo>
                  <a:pt x="421434" y="75812"/>
                </a:lnTo>
                <a:lnTo>
                  <a:pt x="421400" y="75125"/>
                </a:lnTo>
                <a:lnTo>
                  <a:pt x="421373" y="74433"/>
                </a:lnTo>
                <a:lnTo>
                  <a:pt x="421354" y="73737"/>
                </a:lnTo>
                <a:lnTo>
                  <a:pt x="421343" y="73035"/>
                </a:lnTo>
                <a:lnTo>
                  <a:pt x="477698" y="73035"/>
                </a:lnTo>
                <a:lnTo>
                  <a:pt x="477712" y="72967"/>
                </a:lnTo>
                <a:lnTo>
                  <a:pt x="477725" y="72896"/>
                </a:lnTo>
                <a:lnTo>
                  <a:pt x="477738" y="72822"/>
                </a:lnTo>
                <a:lnTo>
                  <a:pt x="477751" y="72744"/>
                </a:lnTo>
                <a:lnTo>
                  <a:pt x="477763" y="72662"/>
                </a:lnTo>
                <a:lnTo>
                  <a:pt x="477774" y="72577"/>
                </a:lnTo>
                <a:lnTo>
                  <a:pt x="477785" y="72488"/>
                </a:lnTo>
                <a:lnTo>
                  <a:pt x="477796" y="72396"/>
                </a:lnTo>
                <a:lnTo>
                  <a:pt x="477807" y="72300"/>
                </a:lnTo>
                <a:lnTo>
                  <a:pt x="477816" y="72201"/>
                </a:lnTo>
                <a:lnTo>
                  <a:pt x="477826" y="72098"/>
                </a:lnTo>
                <a:lnTo>
                  <a:pt x="477835" y="71992"/>
                </a:lnTo>
                <a:lnTo>
                  <a:pt x="477843" y="71882"/>
                </a:lnTo>
                <a:lnTo>
                  <a:pt x="477852" y="71769"/>
                </a:lnTo>
                <a:lnTo>
                  <a:pt x="477859" y="71653"/>
                </a:lnTo>
                <a:lnTo>
                  <a:pt x="477866" y="71532"/>
                </a:lnTo>
                <a:lnTo>
                  <a:pt x="477873" y="71409"/>
                </a:lnTo>
                <a:lnTo>
                  <a:pt x="477880" y="71281"/>
                </a:lnTo>
                <a:lnTo>
                  <a:pt x="477886" y="71151"/>
                </a:lnTo>
                <a:lnTo>
                  <a:pt x="477891" y="71016"/>
                </a:lnTo>
                <a:lnTo>
                  <a:pt x="477896" y="70879"/>
                </a:lnTo>
                <a:lnTo>
                  <a:pt x="477901" y="70737"/>
                </a:lnTo>
                <a:lnTo>
                  <a:pt x="477905" y="70593"/>
                </a:lnTo>
                <a:lnTo>
                  <a:pt x="477909" y="70444"/>
                </a:lnTo>
                <a:lnTo>
                  <a:pt x="477912" y="70295"/>
                </a:lnTo>
                <a:lnTo>
                  <a:pt x="477915" y="70148"/>
                </a:lnTo>
                <a:lnTo>
                  <a:pt x="477918" y="70002"/>
                </a:lnTo>
                <a:lnTo>
                  <a:pt x="477921" y="69858"/>
                </a:lnTo>
                <a:lnTo>
                  <a:pt x="477924" y="69715"/>
                </a:lnTo>
                <a:lnTo>
                  <a:pt x="477927" y="69575"/>
                </a:lnTo>
                <a:lnTo>
                  <a:pt x="477930" y="69435"/>
                </a:lnTo>
                <a:lnTo>
                  <a:pt x="477932" y="69298"/>
                </a:lnTo>
                <a:lnTo>
                  <a:pt x="477934" y="69162"/>
                </a:lnTo>
                <a:lnTo>
                  <a:pt x="477936" y="69028"/>
                </a:lnTo>
                <a:lnTo>
                  <a:pt x="477938" y="68896"/>
                </a:lnTo>
                <a:lnTo>
                  <a:pt x="477940" y="68765"/>
                </a:lnTo>
                <a:lnTo>
                  <a:pt x="477942" y="68636"/>
                </a:lnTo>
                <a:lnTo>
                  <a:pt x="477943" y="68508"/>
                </a:lnTo>
                <a:lnTo>
                  <a:pt x="477945" y="68383"/>
                </a:lnTo>
                <a:lnTo>
                  <a:pt x="477946" y="68259"/>
                </a:lnTo>
                <a:lnTo>
                  <a:pt x="477947" y="68136"/>
                </a:lnTo>
                <a:lnTo>
                  <a:pt x="477948" y="68016"/>
                </a:lnTo>
                <a:lnTo>
                  <a:pt x="477949" y="67897"/>
                </a:lnTo>
                <a:lnTo>
                  <a:pt x="477949" y="67779"/>
                </a:lnTo>
                <a:lnTo>
                  <a:pt x="477950" y="67664"/>
                </a:lnTo>
                <a:lnTo>
                  <a:pt x="477950" y="67550"/>
                </a:lnTo>
                <a:lnTo>
                  <a:pt x="477951" y="67437"/>
                </a:lnTo>
                <a:lnTo>
                  <a:pt x="477951" y="67327"/>
                </a:lnTo>
                <a:lnTo>
                  <a:pt x="477935" y="65696"/>
                </a:lnTo>
                <a:lnTo>
                  <a:pt x="477887" y="64097"/>
                </a:lnTo>
                <a:lnTo>
                  <a:pt x="477807" y="62530"/>
                </a:lnTo>
                <a:lnTo>
                  <a:pt x="477696" y="60995"/>
                </a:lnTo>
                <a:lnTo>
                  <a:pt x="477552" y="59492"/>
                </a:lnTo>
                <a:lnTo>
                  <a:pt x="477377" y="58021"/>
                </a:lnTo>
                <a:lnTo>
                  <a:pt x="477170" y="56583"/>
                </a:lnTo>
                <a:lnTo>
                  <a:pt x="476930" y="55176"/>
                </a:lnTo>
                <a:lnTo>
                  <a:pt x="476659" y="53801"/>
                </a:lnTo>
                <a:lnTo>
                  <a:pt x="476357" y="52458"/>
                </a:lnTo>
                <a:lnTo>
                  <a:pt x="476022" y="51148"/>
                </a:lnTo>
                <a:lnTo>
                  <a:pt x="475655" y="49869"/>
                </a:lnTo>
                <a:lnTo>
                  <a:pt x="475257" y="48622"/>
                </a:lnTo>
                <a:lnTo>
                  <a:pt x="474826" y="47408"/>
                </a:lnTo>
                <a:lnTo>
                  <a:pt x="474364" y="46225"/>
                </a:lnTo>
                <a:lnTo>
                  <a:pt x="473870" y="45075"/>
                </a:lnTo>
                <a:lnTo>
                  <a:pt x="473344" y="43956"/>
                </a:lnTo>
                <a:lnTo>
                  <a:pt x="472786" y="42870"/>
                </a:lnTo>
                <a:lnTo>
                  <a:pt x="472196" y="41815"/>
                </a:lnTo>
                <a:lnTo>
                  <a:pt x="471574" y="40793"/>
                </a:lnTo>
                <a:lnTo>
                  <a:pt x="470921" y="39803"/>
                </a:lnTo>
                <a:lnTo>
                  <a:pt x="470235" y="38844"/>
                </a:lnTo>
                <a:lnTo>
                  <a:pt x="469518" y="37918"/>
                </a:lnTo>
                <a:lnTo>
                  <a:pt x="468769" y="37024"/>
                </a:lnTo>
                <a:lnTo>
                  <a:pt x="467991" y="36163"/>
                </a:lnTo>
                <a:lnTo>
                  <a:pt x="467189" y="35340"/>
                </a:lnTo>
                <a:lnTo>
                  <a:pt x="466363" y="34553"/>
                </a:lnTo>
                <a:lnTo>
                  <a:pt x="465512" y="33802"/>
                </a:lnTo>
                <a:lnTo>
                  <a:pt x="464636" y="33089"/>
                </a:lnTo>
                <a:lnTo>
                  <a:pt x="463736" y="32411"/>
                </a:lnTo>
                <a:lnTo>
                  <a:pt x="462811" y="31771"/>
                </a:lnTo>
                <a:lnTo>
                  <a:pt x="461861" y="31167"/>
                </a:lnTo>
                <a:lnTo>
                  <a:pt x="460887" y="30600"/>
                </a:lnTo>
                <a:lnTo>
                  <a:pt x="459889" y="30069"/>
                </a:lnTo>
                <a:lnTo>
                  <a:pt x="458866" y="29575"/>
                </a:lnTo>
                <a:lnTo>
                  <a:pt x="457818" y="29117"/>
                </a:lnTo>
                <a:lnTo>
                  <a:pt x="456746" y="28696"/>
                </a:lnTo>
                <a:lnTo>
                  <a:pt x="455649" y="28312"/>
                </a:lnTo>
                <a:lnTo>
                  <a:pt x="454527" y="27964"/>
                </a:lnTo>
                <a:lnTo>
                  <a:pt x="453381" y="27653"/>
                </a:lnTo>
                <a:lnTo>
                  <a:pt x="452211" y="27378"/>
                </a:lnTo>
                <a:lnTo>
                  <a:pt x="451016" y="27140"/>
                </a:lnTo>
                <a:lnTo>
                  <a:pt x="449796" y="26939"/>
                </a:lnTo>
                <a:lnTo>
                  <a:pt x="448552" y="26774"/>
                </a:lnTo>
                <a:lnTo>
                  <a:pt x="447283" y="26646"/>
                </a:lnTo>
                <a:lnTo>
                  <a:pt x="445989" y="26555"/>
                </a:lnTo>
                <a:lnTo>
                  <a:pt x="444672" y="26500"/>
                </a:lnTo>
                <a:lnTo>
                  <a:pt x="443329" y="26482"/>
                </a:lnTo>
                <a:lnTo>
                  <a:pt x="442325" y="26491"/>
                </a:lnTo>
                <a:lnTo>
                  <a:pt x="441336" y="26521"/>
                </a:lnTo>
                <a:lnTo>
                  <a:pt x="440360" y="26569"/>
                </a:lnTo>
                <a:lnTo>
                  <a:pt x="439399" y="26638"/>
                </a:lnTo>
                <a:lnTo>
                  <a:pt x="438452" y="26725"/>
                </a:lnTo>
                <a:lnTo>
                  <a:pt x="437519" y="26833"/>
                </a:lnTo>
                <a:lnTo>
                  <a:pt x="436601" y="26959"/>
                </a:lnTo>
                <a:lnTo>
                  <a:pt x="435696" y="27106"/>
                </a:lnTo>
                <a:lnTo>
                  <a:pt x="434806" y="27271"/>
                </a:lnTo>
                <a:lnTo>
                  <a:pt x="433930" y="27457"/>
                </a:lnTo>
                <a:lnTo>
                  <a:pt x="433068" y="27661"/>
                </a:lnTo>
                <a:lnTo>
                  <a:pt x="432220" y="27886"/>
                </a:lnTo>
                <a:lnTo>
                  <a:pt x="431387" y="28129"/>
                </a:lnTo>
                <a:lnTo>
                  <a:pt x="430567" y="28393"/>
                </a:lnTo>
                <a:lnTo>
                  <a:pt x="429762" y="28675"/>
                </a:lnTo>
                <a:lnTo>
                  <a:pt x="428971" y="28978"/>
                </a:lnTo>
                <a:lnTo>
                  <a:pt x="428194" y="29299"/>
                </a:lnTo>
                <a:lnTo>
                  <a:pt x="427432" y="29641"/>
                </a:lnTo>
                <a:lnTo>
                  <a:pt x="426683" y="30001"/>
                </a:lnTo>
                <a:lnTo>
                  <a:pt x="425949" y="30382"/>
                </a:lnTo>
                <a:lnTo>
                  <a:pt x="425229" y="30782"/>
                </a:lnTo>
                <a:lnTo>
                  <a:pt x="424523" y="31201"/>
                </a:lnTo>
                <a:lnTo>
                  <a:pt x="423832" y="31640"/>
                </a:lnTo>
                <a:lnTo>
                  <a:pt x="423154" y="32098"/>
                </a:lnTo>
                <a:lnTo>
                  <a:pt x="422491" y="32573"/>
                </a:lnTo>
                <a:lnTo>
                  <a:pt x="421842" y="33064"/>
                </a:lnTo>
                <a:lnTo>
                  <a:pt x="421207" y="33570"/>
                </a:lnTo>
                <a:lnTo>
                  <a:pt x="420586" y="34091"/>
                </a:lnTo>
                <a:lnTo>
                  <a:pt x="419979" y="34627"/>
                </a:lnTo>
                <a:lnTo>
                  <a:pt x="419387" y="35178"/>
                </a:lnTo>
                <a:lnTo>
                  <a:pt x="418809" y="35744"/>
                </a:lnTo>
                <a:lnTo>
                  <a:pt x="418245" y="36325"/>
                </a:lnTo>
                <a:lnTo>
                  <a:pt x="417695" y="36921"/>
                </a:lnTo>
                <a:lnTo>
                  <a:pt x="417159" y="37533"/>
                </a:lnTo>
                <a:lnTo>
                  <a:pt x="416638" y="38159"/>
                </a:lnTo>
                <a:lnTo>
                  <a:pt x="416131" y="38801"/>
                </a:lnTo>
                <a:lnTo>
                  <a:pt x="415638" y="39457"/>
                </a:lnTo>
                <a:lnTo>
                  <a:pt x="415159" y="40129"/>
                </a:lnTo>
                <a:lnTo>
                  <a:pt x="414694" y="40816"/>
                </a:lnTo>
                <a:lnTo>
                  <a:pt x="414244" y="41518"/>
                </a:lnTo>
                <a:lnTo>
                  <a:pt x="413807" y="42235"/>
                </a:lnTo>
                <a:lnTo>
                  <a:pt x="413385" y="42967"/>
                </a:lnTo>
                <a:lnTo>
                  <a:pt x="412977" y="43714"/>
                </a:lnTo>
                <a:lnTo>
                  <a:pt x="412583" y="44476"/>
                </a:lnTo>
                <a:lnTo>
                  <a:pt x="412204" y="45254"/>
                </a:lnTo>
                <a:lnTo>
                  <a:pt x="411838" y="46046"/>
                </a:lnTo>
                <a:lnTo>
                  <a:pt x="411487" y="46854"/>
                </a:lnTo>
                <a:lnTo>
                  <a:pt x="411150" y="47676"/>
                </a:lnTo>
                <a:lnTo>
                  <a:pt x="410827" y="48512"/>
                </a:lnTo>
                <a:lnTo>
                  <a:pt x="410518" y="49358"/>
                </a:lnTo>
                <a:lnTo>
                  <a:pt x="410222" y="50215"/>
                </a:lnTo>
                <a:lnTo>
                  <a:pt x="409940" y="51083"/>
                </a:lnTo>
                <a:lnTo>
                  <a:pt x="409672" y="51962"/>
                </a:lnTo>
                <a:lnTo>
                  <a:pt x="409418" y="52852"/>
                </a:lnTo>
                <a:lnTo>
                  <a:pt x="409178" y="53752"/>
                </a:lnTo>
                <a:lnTo>
                  <a:pt x="408951" y="54664"/>
                </a:lnTo>
                <a:lnTo>
                  <a:pt x="408738" y="55586"/>
                </a:lnTo>
                <a:lnTo>
                  <a:pt x="408538" y="56519"/>
                </a:lnTo>
                <a:lnTo>
                  <a:pt x="408353" y="57462"/>
                </a:lnTo>
                <a:lnTo>
                  <a:pt x="408181" y="58417"/>
                </a:lnTo>
                <a:lnTo>
                  <a:pt x="408023" y="59382"/>
                </a:lnTo>
                <a:lnTo>
                  <a:pt x="407878" y="60358"/>
                </a:lnTo>
                <a:lnTo>
                  <a:pt x="407748" y="61345"/>
                </a:lnTo>
                <a:lnTo>
                  <a:pt x="407631" y="62343"/>
                </a:lnTo>
                <a:lnTo>
                  <a:pt x="407528" y="63351"/>
                </a:lnTo>
                <a:lnTo>
                  <a:pt x="407438" y="64370"/>
                </a:lnTo>
                <a:lnTo>
                  <a:pt x="407363" y="65401"/>
                </a:lnTo>
                <a:lnTo>
                  <a:pt x="407301" y="66441"/>
                </a:lnTo>
                <a:lnTo>
                  <a:pt x="407253" y="67493"/>
                </a:lnTo>
                <a:lnTo>
                  <a:pt x="407219" y="68556"/>
                </a:lnTo>
                <a:lnTo>
                  <a:pt x="407198" y="69629"/>
                </a:lnTo>
                <a:lnTo>
                  <a:pt x="407191" y="70713"/>
                </a:lnTo>
                <a:lnTo>
                  <a:pt x="407198" y="71755"/>
                </a:lnTo>
                <a:lnTo>
                  <a:pt x="407219" y="72788"/>
                </a:lnTo>
                <a:lnTo>
                  <a:pt x="407255" y="73812"/>
                </a:lnTo>
                <a:lnTo>
                  <a:pt x="407305" y="74827"/>
                </a:lnTo>
                <a:lnTo>
                  <a:pt x="407368" y="75834"/>
                </a:lnTo>
                <a:lnTo>
                  <a:pt x="407446" y="76832"/>
                </a:lnTo>
                <a:lnTo>
                  <a:pt x="407539" y="77821"/>
                </a:lnTo>
                <a:lnTo>
                  <a:pt x="407645" y="78802"/>
                </a:lnTo>
                <a:lnTo>
                  <a:pt x="407766" y="79774"/>
                </a:lnTo>
                <a:lnTo>
                  <a:pt x="407900" y="80738"/>
                </a:lnTo>
                <a:lnTo>
                  <a:pt x="408049" y="81692"/>
                </a:lnTo>
                <a:lnTo>
                  <a:pt x="408212" y="82638"/>
                </a:lnTo>
                <a:lnTo>
                  <a:pt x="408390" y="83576"/>
                </a:lnTo>
                <a:lnTo>
                  <a:pt x="408581" y="84504"/>
                </a:lnTo>
                <a:lnTo>
                  <a:pt x="408787" y="85424"/>
                </a:lnTo>
                <a:lnTo>
                  <a:pt x="409007" y="86335"/>
                </a:lnTo>
                <a:lnTo>
                  <a:pt x="409241" y="87238"/>
                </a:lnTo>
                <a:lnTo>
                  <a:pt x="409489" y="88132"/>
                </a:lnTo>
                <a:lnTo>
                  <a:pt x="409752" y="89017"/>
                </a:lnTo>
                <a:lnTo>
                  <a:pt x="410028" y="89893"/>
                </a:lnTo>
                <a:lnTo>
                  <a:pt x="410319" y="90761"/>
                </a:lnTo>
                <a:lnTo>
                  <a:pt x="410624" y="91620"/>
                </a:lnTo>
                <a:lnTo>
                  <a:pt x="410943" y="92471"/>
                </a:lnTo>
                <a:lnTo>
                  <a:pt x="411277" y="93313"/>
                </a:lnTo>
                <a:lnTo>
                  <a:pt x="411624" y="94143"/>
                </a:lnTo>
                <a:lnTo>
                  <a:pt x="411987" y="94958"/>
                </a:lnTo>
                <a:lnTo>
                  <a:pt x="412364" y="95759"/>
                </a:lnTo>
                <a:lnTo>
                  <a:pt x="412757" y="96545"/>
                </a:lnTo>
                <a:lnTo>
                  <a:pt x="413164" y="97317"/>
                </a:lnTo>
                <a:lnTo>
                  <a:pt x="413585" y="98074"/>
                </a:lnTo>
                <a:lnTo>
                  <a:pt x="414022" y="98816"/>
                </a:lnTo>
                <a:lnTo>
                  <a:pt x="414473" y="99544"/>
                </a:lnTo>
                <a:lnTo>
                  <a:pt x="414939" y="100257"/>
                </a:lnTo>
                <a:lnTo>
                  <a:pt x="415420" y="100956"/>
                </a:lnTo>
                <a:lnTo>
                  <a:pt x="415915" y="101640"/>
                </a:lnTo>
                <a:lnTo>
                  <a:pt x="416426" y="102309"/>
                </a:lnTo>
                <a:lnTo>
                  <a:pt x="416951" y="102964"/>
                </a:lnTo>
                <a:lnTo>
                  <a:pt x="417491" y="103604"/>
                </a:lnTo>
                <a:lnTo>
                  <a:pt x="418045" y="104229"/>
                </a:lnTo>
                <a:lnTo>
                  <a:pt x="418615" y="104840"/>
                </a:lnTo>
                <a:lnTo>
                  <a:pt x="419199" y="105436"/>
                </a:lnTo>
                <a:lnTo>
                  <a:pt x="419798" y="106017"/>
                </a:lnTo>
                <a:lnTo>
                  <a:pt x="420411" y="106584"/>
                </a:lnTo>
                <a:lnTo>
                  <a:pt x="421040" y="107137"/>
                </a:lnTo>
                <a:lnTo>
                  <a:pt x="421683" y="107674"/>
                </a:lnTo>
                <a:lnTo>
                  <a:pt x="422341" y="108197"/>
                </a:lnTo>
                <a:lnTo>
                  <a:pt x="423014" y="108706"/>
                </a:lnTo>
                <a:lnTo>
                  <a:pt x="423702" y="109200"/>
                </a:lnTo>
                <a:lnTo>
                  <a:pt x="424404" y="109676"/>
                </a:lnTo>
                <a:lnTo>
                  <a:pt x="425123" y="110132"/>
                </a:lnTo>
                <a:lnTo>
                  <a:pt x="425856" y="110567"/>
                </a:lnTo>
                <a:lnTo>
                  <a:pt x="426605" y="110982"/>
                </a:lnTo>
                <a:lnTo>
                  <a:pt x="427370" y="111378"/>
                </a:lnTo>
                <a:lnTo>
                  <a:pt x="428150" y="111752"/>
                </a:lnTo>
                <a:lnTo>
                  <a:pt x="428946" y="112107"/>
                </a:lnTo>
                <a:lnTo>
                  <a:pt x="429757" y="112441"/>
                </a:lnTo>
                <a:lnTo>
                  <a:pt x="430584" y="112755"/>
                </a:lnTo>
                <a:lnTo>
                  <a:pt x="431426" y="113049"/>
                </a:lnTo>
                <a:lnTo>
                  <a:pt x="432284" y="113323"/>
                </a:lnTo>
                <a:lnTo>
                  <a:pt x="433157" y="113576"/>
                </a:lnTo>
                <a:lnTo>
                  <a:pt x="434046" y="113809"/>
                </a:lnTo>
                <a:lnTo>
                  <a:pt x="434950" y="114022"/>
                </a:lnTo>
                <a:lnTo>
                  <a:pt x="435870" y="114214"/>
                </a:lnTo>
                <a:lnTo>
                  <a:pt x="436805" y="114386"/>
                </a:lnTo>
                <a:lnTo>
                  <a:pt x="437756" y="114538"/>
                </a:lnTo>
                <a:lnTo>
                  <a:pt x="438722" y="114670"/>
                </a:lnTo>
                <a:lnTo>
                  <a:pt x="439704" y="114781"/>
                </a:lnTo>
                <a:lnTo>
                  <a:pt x="440701" y="114872"/>
                </a:lnTo>
                <a:lnTo>
                  <a:pt x="441714" y="114943"/>
                </a:lnTo>
                <a:lnTo>
                  <a:pt x="442742" y="114994"/>
                </a:lnTo>
                <a:lnTo>
                  <a:pt x="443786" y="115024"/>
                </a:lnTo>
                <a:lnTo>
                  <a:pt x="444845" y="115035"/>
                </a:lnTo>
                <a:lnTo>
                  <a:pt x="445683" y="115028"/>
                </a:lnTo>
                <a:lnTo>
                  <a:pt x="446511" y="115010"/>
                </a:lnTo>
                <a:lnTo>
                  <a:pt x="447329" y="114979"/>
                </a:lnTo>
                <a:lnTo>
                  <a:pt x="448138" y="114936"/>
                </a:lnTo>
                <a:close/>
                <a:moveTo>
                  <a:pt x="421889" y="58758"/>
                </a:moveTo>
                <a:lnTo>
                  <a:pt x="422044" y="57813"/>
                </a:lnTo>
                <a:lnTo>
                  <a:pt x="422214" y="56888"/>
                </a:lnTo>
                <a:lnTo>
                  <a:pt x="422400" y="55984"/>
                </a:lnTo>
                <a:lnTo>
                  <a:pt x="422602" y="55101"/>
                </a:lnTo>
                <a:lnTo>
                  <a:pt x="422819" y="54238"/>
                </a:lnTo>
                <a:lnTo>
                  <a:pt x="423052" y="53396"/>
                </a:lnTo>
                <a:lnTo>
                  <a:pt x="423301" y="52575"/>
                </a:lnTo>
                <a:lnTo>
                  <a:pt x="423565" y="51775"/>
                </a:lnTo>
                <a:lnTo>
                  <a:pt x="423845" y="50995"/>
                </a:lnTo>
                <a:lnTo>
                  <a:pt x="424140" y="50235"/>
                </a:lnTo>
                <a:lnTo>
                  <a:pt x="424451" y="49497"/>
                </a:lnTo>
                <a:lnTo>
                  <a:pt x="424778" y="48779"/>
                </a:lnTo>
                <a:lnTo>
                  <a:pt x="425120" y="48082"/>
                </a:lnTo>
                <a:lnTo>
                  <a:pt x="425479" y="47405"/>
                </a:lnTo>
                <a:lnTo>
                  <a:pt x="425852" y="46750"/>
                </a:lnTo>
                <a:lnTo>
                  <a:pt x="426242" y="46115"/>
                </a:lnTo>
                <a:lnTo>
                  <a:pt x="426647" y="45500"/>
                </a:lnTo>
                <a:lnTo>
                  <a:pt x="427067" y="44906"/>
                </a:lnTo>
                <a:lnTo>
                  <a:pt x="427504" y="44333"/>
                </a:lnTo>
                <a:lnTo>
                  <a:pt x="427956" y="43781"/>
                </a:lnTo>
                <a:lnTo>
                  <a:pt x="428423" y="43250"/>
                </a:lnTo>
                <a:lnTo>
                  <a:pt x="428905" y="42742"/>
                </a:lnTo>
                <a:lnTo>
                  <a:pt x="429403" y="42257"/>
                </a:lnTo>
                <a:lnTo>
                  <a:pt x="429915" y="41794"/>
                </a:lnTo>
                <a:lnTo>
                  <a:pt x="430443" y="41353"/>
                </a:lnTo>
                <a:lnTo>
                  <a:pt x="430986" y="40935"/>
                </a:lnTo>
                <a:lnTo>
                  <a:pt x="431543" y="40540"/>
                </a:lnTo>
                <a:lnTo>
                  <a:pt x="432116" y="40167"/>
                </a:lnTo>
                <a:lnTo>
                  <a:pt x="432704" y="39817"/>
                </a:lnTo>
                <a:lnTo>
                  <a:pt x="433307" y="39490"/>
                </a:lnTo>
                <a:lnTo>
                  <a:pt x="433925" y="39185"/>
                </a:lnTo>
                <a:lnTo>
                  <a:pt x="434558" y="38903"/>
                </a:lnTo>
                <a:lnTo>
                  <a:pt x="435206" y="38643"/>
                </a:lnTo>
                <a:lnTo>
                  <a:pt x="435869" y="38406"/>
                </a:lnTo>
                <a:lnTo>
                  <a:pt x="436547" y="38191"/>
                </a:lnTo>
                <a:lnTo>
                  <a:pt x="437240" y="37999"/>
                </a:lnTo>
                <a:lnTo>
                  <a:pt x="437949" y="37830"/>
                </a:lnTo>
                <a:lnTo>
                  <a:pt x="438672" y="37683"/>
                </a:lnTo>
                <a:lnTo>
                  <a:pt x="439411" y="37559"/>
                </a:lnTo>
                <a:lnTo>
                  <a:pt x="440164" y="37457"/>
                </a:lnTo>
                <a:lnTo>
                  <a:pt x="440933" y="37378"/>
                </a:lnTo>
                <a:lnTo>
                  <a:pt x="441716" y="37322"/>
                </a:lnTo>
                <a:lnTo>
                  <a:pt x="442515" y="37288"/>
                </a:lnTo>
                <a:lnTo>
                  <a:pt x="443329" y="37277"/>
                </a:lnTo>
                <a:lnTo>
                  <a:pt x="444129" y="37288"/>
                </a:lnTo>
                <a:lnTo>
                  <a:pt x="444914" y="37322"/>
                </a:lnTo>
                <a:lnTo>
                  <a:pt x="445684" y="37379"/>
                </a:lnTo>
                <a:lnTo>
                  <a:pt x="446439" y="37459"/>
                </a:lnTo>
                <a:lnTo>
                  <a:pt x="447179" y="37561"/>
                </a:lnTo>
                <a:lnTo>
                  <a:pt x="447904" y="37686"/>
                </a:lnTo>
                <a:lnTo>
                  <a:pt x="448614" y="37834"/>
                </a:lnTo>
                <a:lnTo>
                  <a:pt x="449310" y="38004"/>
                </a:lnTo>
                <a:lnTo>
                  <a:pt x="449990" y="38198"/>
                </a:lnTo>
                <a:lnTo>
                  <a:pt x="450656" y="38414"/>
                </a:lnTo>
                <a:lnTo>
                  <a:pt x="451307" y="38652"/>
                </a:lnTo>
                <a:lnTo>
                  <a:pt x="451942" y="38914"/>
                </a:lnTo>
                <a:lnTo>
                  <a:pt x="452563" y="39198"/>
                </a:lnTo>
                <a:lnTo>
                  <a:pt x="453169" y="39505"/>
                </a:lnTo>
                <a:lnTo>
                  <a:pt x="453760" y="39835"/>
                </a:lnTo>
                <a:lnTo>
                  <a:pt x="454336" y="40187"/>
                </a:lnTo>
                <a:lnTo>
                  <a:pt x="454897" y="40563"/>
                </a:lnTo>
                <a:lnTo>
                  <a:pt x="455443" y="40961"/>
                </a:lnTo>
                <a:lnTo>
                  <a:pt x="455975" y="41381"/>
                </a:lnTo>
                <a:lnTo>
                  <a:pt x="456491" y="41825"/>
                </a:lnTo>
                <a:lnTo>
                  <a:pt x="456993" y="42291"/>
                </a:lnTo>
                <a:lnTo>
                  <a:pt x="457479" y="42780"/>
                </a:lnTo>
                <a:lnTo>
                  <a:pt x="457951" y="43291"/>
                </a:lnTo>
                <a:lnTo>
                  <a:pt x="458408" y="43826"/>
                </a:lnTo>
                <a:lnTo>
                  <a:pt x="458848" y="44382"/>
                </a:lnTo>
                <a:lnTo>
                  <a:pt x="459270" y="44958"/>
                </a:lnTo>
                <a:lnTo>
                  <a:pt x="459675" y="45554"/>
                </a:lnTo>
                <a:lnTo>
                  <a:pt x="460062" y="46171"/>
                </a:lnTo>
                <a:lnTo>
                  <a:pt x="460431" y="46807"/>
                </a:lnTo>
                <a:lnTo>
                  <a:pt x="460782" y="47464"/>
                </a:lnTo>
                <a:lnTo>
                  <a:pt x="461115" y="48141"/>
                </a:lnTo>
                <a:lnTo>
                  <a:pt x="461431" y="48839"/>
                </a:lnTo>
                <a:lnTo>
                  <a:pt x="461728" y="49556"/>
                </a:lnTo>
                <a:lnTo>
                  <a:pt x="462008" y="50294"/>
                </a:lnTo>
                <a:lnTo>
                  <a:pt x="462270" y="51052"/>
                </a:lnTo>
                <a:lnTo>
                  <a:pt x="462514" y="51831"/>
                </a:lnTo>
                <a:lnTo>
                  <a:pt x="462740" y="52629"/>
                </a:lnTo>
                <a:lnTo>
                  <a:pt x="462949" y="53448"/>
                </a:lnTo>
                <a:lnTo>
                  <a:pt x="463139" y="54287"/>
                </a:lnTo>
                <a:lnTo>
                  <a:pt x="463312" y="55146"/>
                </a:lnTo>
                <a:lnTo>
                  <a:pt x="463467" y="56025"/>
                </a:lnTo>
                <a:lnTo>
                  <a:pt x="463604" y="56924"/>
                </a:lnTo>
                <a:lnTo>
                  <a:pt x="463723" y="57844"/>
                </a:lnTo>
                <a:lnTo>
                  <a:pt x="463824" y="58784"/>
                </a:lnTo>
                <a:lnTo>
                  <a:pt x="463908" y="59744"/>
                </a:lnTo>
                <a:lnTo>
                  <a:pt x="463974" y="60725"/>
                </a:lnTo>
                <a:lnTo>
                  <a:pt x="464021" y="61725"/>
                </a:lnTo>
                <a:lnTo>
                  <a:pt x="464051" y="62746"/>
                </a:lnTo>
                <a:lnTo>
                  <a:pt x="421427" y="62746"/>
                </a:lnTo>
                <a:lnTo>
                  <a:pt x="421519" y="61718"/>
                </a:lnTo>
                <a:lnTo>
                  <a:pt x="421627" y="60711"/>
                </a:lnTo>
                <a:lnTo>
                  <a:pt x="421750" y="59724"/>
                </a:lnTo>
                <a:lnTo>
                  <a:pt x="421889" y="58758"/>
                </a:lnTo>
                <a:close/>
                <a:moveTo>
                  <a:pt x="339690" y="113516"/>
                </a:moveTo>
                <a:lnTo>
                  <a:pt x="365888" y="28000"/>
                </a:lnTo>
                <a:lnTo>
                  <a:pt x="352073" y="28000"/>
                </a:lnTo>
                <a:lnTo>
                  <a:pt x="332782" y="96923"/>
                </a:lnTo>
                <a:lnTo>
                  <a:pt x="312818" y="28000"/>
                </a:lnTo>
                <a:lnTo>
                  <a:pt x="297234" y="28000"/>
                </a:lnTo>
                <a:lnTo>
                  <a:pt x="277523" y="97010"/>
                </a:lnTo>
                <a:lnTo>
                  <a:pt x="258064" y="28000"/>
                </a:lnTo>
                <a:lnTo>
                  <a:pt x="243406" y="28000"/>
                </a:lnTo>
                <a:lnTo>
                  <a:pt x="269688" y="113516"/>
                </a:lnTo>
                <a:lnTo>
                  <a:pt x="284599" y="113516"/>
                </a:lnTo>
                <a:lnTo>
                  <a:pt x="304731" y="43892"/>
                </a:lnTo>
                <a:lnTo>
                  <a:pt x="324780" y="113516"/>
                </a:lnTo>
                <a:lnTo>
                  <a:pt x="339690" y="113516"/>
                </a:lnTo>
                <a:close/>
                <a:moveTo>
                  <a:pt x="599693" y="96630"/>
                </a:moveTo>
                <a:lnTo>
                  <a:pt x="599183" y="96618"/>
                </a:lnTo>
                <a:lnTo>
                  <a:pt x="598682" y="96602"/>
                </a:lnTo>
                <a:lnTo>
                  <a:pt x="598191" y="96585"/>
                </a:lnTo>
                <a:lnTo>
                  <a:pt x="597709" y="96565"/>
                </a:lnTo>
                <a:lnTo>
                  <a:pt x="597236" y="96542"/>
                </a:lnTo>
                <a:lnTo>
                  <a:pt x="596773" y="96517"/>
                </a:lnTo>
                <a:lnTo>
                  <a:pt x="596319" y="96490"/>
                </a:lnTo>
                <a:lnTo>
                  <a:pt x="595874" y="96461"/>
                </a:lnTo>
                <a:lnTo>
                  <a:pt x="595439" y="96429"/>
                </a:lnTo>
                <a:lnTo>
                  <a:pt x="595013" y="96395"/>
                </a:lnTo>
                <a:lnTo>
                  <a:pt x="594597" y="96358"/>
                </a:lnTo>
                <a:lnTo>
                  <a:pt x="594189" y="96319"/>
                </a:lnTo>
                <a:lnTo>
                  <a:pt x="593792" y="96278"/>
                </a:lnTo>
                <a:lnTo>
                  <a:pt x="593403" y="96235"/>
                </a:lnTo>
                <a:lnTo>
                  <a:pt x="593024" y="96189"/>
                </a:lnTo>
                <a:lnTo>
                  <a:pt x="592654" y="96140"/>
                </a:lnTo>
                <a:lnTo>
                  <a:pt x="592294" y="96090"/>
                </a:lnTo>
                <a:lnTo>
                  <a:pt x="591943" y="96036"/>
                </a:lnTo>
                <a:lnTo>
                  <a:pt x="591601" y="95981"/>
                </a:lnTo>
                <a:lnTo>
                  <a:pt x="591269" y="95923"/>
                </a:lnTo>
                <a:lnTo>
                  <a:pt x="590946" y="95863"/>
                </a:lnTo>
                <a:lnTo>
                  <a:pt x="590633" y="95801"/>
                </a:lnTo>
                <a:lnTo>
                  <a:pt x="590328" y="95736"/>
                </a:lnTo>
                <a:lnTo>
                  <a:pt x="590030" y="95669"/>
                </a:lnTo>
                <a:lnTo>
                  <a:pt x="589740" y="95601"/>
                </a:lnTo>
                <a:lnTo>
                  <a:pt x="589458" y="95531"/>
                </a:lnTo>
                <a:lnTo>
                  <a:pt x="589183" y="95458"/>
                </a:lnTo>
                <a:lnTo>
                  <a:pt x="588916" y="95384"/>
                </a:lnTo>
                <a:lnTo>
                  <a:pt x="588657" y="95308"/>
                </a:lnTo>
                <a:lnTo>
                  <a:pt x="588405" y="95230"/>
                </a:lnTo>
                <a:lnTo>
                  <a:pt x="588161" y="95150"/>
                </a:lnTo>
                <a:lnTo>
                  <a:pt x="587924" y="95068"/>
                </a:lnTo>
                <a:lnTo>
                  <a:pt x="587695" y="94984"/>
                </a:lnTo>
                <a:lnTo>
                  <a:pt x="587474" y="94899"/>
                </a:lnTo>
                <a:lnTo>
                  <a:pt x="587260" y="94811"/>
                </a:lnTo>
                <a:lnTo>
                  <a:pt x="587054" y="94722"/>
                </a:lnTo>
                <a:lnTo>
                  <a:pt x="586855" y="94630"/>
                </a:lnTo>
                <a:lnTo>
                  <a:pt x="586664" y="94537"/>
                </a:lnTo>
                <a:lnTo>
                  <a:pt x="586481" y="94441"/>
                </a:lnTo>
                <a:lnTo>
                  <a:pt x="586305" y="94344"/>
                </a:lnTo>
                <a:lnTo>
                  <a:pt x="586137" y="94245"/>
                </a:lnTo>
                <a:lnTo>
                  <a:pt x="585976" y="94144"/>
                </a:lnTo>
                <a:lnTo>
                  <a:pt x="585823" y="94041"/>
                </a:lnTo>
                <a:lnTo>
                  <a:pt x="585678" y="93937"/>
                </a:lnTo>
                <a:lnTo>
                  <a:pt x="585540" y="93830"/>
                </a:lnTo>
                <a:lnTo>
                  <a:pt x="585410" y="93721"/>
                </a:lnTo>
                <a:lnTo>
                  <a:pt x="585286" y="93611"/>
                </a:lnTo>
                <a:lnTo>
                  <a:pt x="585168" y="93500"/>
                </a:lnTo>
                <a:lnTo>
                  <a:pt x="585055" y="93388"/>
                </a:lnTo>
                <a:lnTo>
                  <a:pt x="584947" y="93275"/>
                </a:lnTo>
                <a:lnTo>
                  <a:pt x="584844" y="93160"/>
                </a:lnTo>
                <a:lnTo>
                  <a:pt x="584747" y="93045"/>
                </a:lnTo>
                <a:lnTo>
                  <a:pt x="584654" y="92929"/>
                </a:lnTo>
                <a:lnTo>
                  <a:pt x="584568" y="92811"/>
                </a:lnTo>
                <a:lnTo>
                  <a:pt x="584486" y="92693"/>
                </a:lnTo>
                <a:lnTo>
                  <a:pt x="584410" y="92574"/>
                </a:lnTo>
                <a:lnTo>
                  <a:pt x="584339" y="92453"/>
                </a:lnTo>
                <a:lnTo>
                  <a:pt x="584273" y="92332"/>
                </a:lnTo>
                <a:lnTo>
                  <a:pt x="584212" y="92209"/>
                </a:lnTo>
                <a:lnTo>
                  <a:pt x="584157" y="92086"/>
                </a:lnTo>
                <a:lnTo>
                  <a:pt x="584107" y="91961"/>
                </a:lnTo>
                <a:lnTo>
                  <a:pt x="584062" y="91835"/>
                </a:lnTo>
                <a:lnTo>
                  <a:pt x="584023" y="91709"/>
                </a:lnTo>
                <a:lnTo>
                  <a:pt x="583988" y="91581"/>
                </a:lnTo>
                <a:lnTo>
                  <a:pt x="583959" y="91452"/>
                </a:lnTo>
                <a:lnTo>
                  <a:pt x="583936" y="91323"/>
                </a:lnTo>
                <a:lnTo>
                  <a:pt x="583917" y="91192"/>
                </a:lnTo>
                <a:lnTo>
                  <a:pt x="583904" y="91060"/>
                </a:lnTo>
                <a:lnTo>
                  <a:pt x="583896" y="90927"/>
                </a:lnTo>
                <a:lnTo>
                  <a:pt x="583894" y="90793"/>
                </a:lnTo>
                <a:lnTo>
                  <a:pt x="583898" y="90603"/>
                </a:lnTo>
                <a:lnTo>
                  <a:pt x="583911" y="90413"/>
                </a:lnTo>
                <a:lnTo>
                  <a:pt x="583933" y="90223"/>
                </a:lnTo>
                <a:lnTo>
                  <a:pt x="583964" y="90034"/>
                </a:lnTo>
                <a:lnTo>
                  <a:pt x="584003" y="89846"/>
                </a:lnTo>
                <a:lnTo>
                  <a:pt x="584052" y="89659"/>
                </a:lnTo>
                <a:lnTo>
                  <a:pt x="584109" y="89472"/>
                </a:lnTo>
                <a:lnTo>
                  <a:pt x="584174" y="89285"/>
                </a:lnTo>
                <a:lnTo>
                  <a:pt x="584249" y="89099"/>
                </a:lnTo>
                <a:lnTo>
                  <a:pt x="584332" y="88914"/>
                </a:lnTo>
                <a:lnTo>
                  <a:pt x="584425" y="88729"/>
                </a:lnTo>
                <a:lnTo>
                  <a:pt x="584525" y="88545"/>
                </a:lnTo>
                <a:lnTo>
                  <a:pt x="584635" y="88362"/>
                </a:lnTo>
                <a:lnTo>
                  <a:pt x="584754" y="88179"/>
                </a:lnTo>
                <a:lnTo>
                  <a:pt x="584881" y="87996"/>
                </a:lnTo>
                <a:lnTo>
                  <a:pt x="585017" y="87814"/>
                </a:lnTo>
                <a:lnTo>
                  <a:pt x="585162" y="87633"/>
                </a:lnTo>
                <a:lnTo>
                  <a:pt x="585315" y="87453"/>
                </a:lnTo>
                <a:lnTo>
                  <a:pt x="585478" y="87273"/>
                </a:lnTo>
                <a:lnTo>
                  <a:pt x="585649" y="87093"/>
                </a:lnTo>
                <a:lnTo>
                  <a:pt x="585829" y="86914"/>
                </a:lnTo>
                <a:lnTo>
                  <a:pt x="586017" y="86736"/>
                </a:lnTo>
                <a:lnTo>
                  <a:pt x="586215" y="86558"/>
                </a:lnTo>
                <a:lnTo>
                  <a:pt x="586421" y="86381"/>
                </a:lnTo>
                <a:lnTo>
                  <a:pt x="586635" y="86206"/>
                </a:lnTo>
                <a:lnTo>
                  <a:pt x="586857" y="86035"/>
                </a:lnTo>
                <a:lnTo>
                  <a:pt x="587085" y="85868"/>
                </a:lnTo>
                <a:lnTo>
                  <a:pt x="587322" y="85704"/>
                </a:lnTo>
                <a:lnTo>
                  <a:pt x="587565" y="85544"/>
                </a:lnTo>
                <a:lnTo>
                  <a:pt x="587816" y="85388"/>
                </a:lnTo>
                <a:lnTo>
                  <a:pt x="588074" y="85236"/>
                </a:lnTo>
                <a:lnTo>
                  <a:pt x="588340" y="85088"/>
                </a:lnTo>
                <a:lnTo>
                  <a:pt x="588612" y="84944"/>
                </a:lnTo>
                <a:lnTo>
                  <a:pt x="588892" y="84803"/>
                </a:lnTo>
                <a:lnTo>
                  <a:pt x="589180" y="84667"/>
                </a:lnTo>
                <a:lnTo>
                  <a:pt x="589474" y="84534"/>
                </a:lnTo>
                <a:lnTo>
                  <a:pt x="589776" y="84405"/>
                </a:lnTo>
                <a:lnTo>
                  <a:pt x="590086" y="84280"/>
                </a:lnTo>
                <a:lnTo>
                  <a:pt x="590402" y="84158"/>
                </a:lnTo>
                <a:lnTo>
                  <a:pt x="590726" y="84041"/>
                </a:lnTo>
                <a:lnTo>
                  <a:pt x="591058" y="83927"/>
                </a:lnTo>
                <a:lnTo>
                  <a:pt x="591161" y="83894"/>
                </a:lnTo>
                <a:lnTo>
                  <a:pt x="591384" y="83967"/>
                </a:lnTo>
                <a:lnTo>
                  <a:pt x="592043" y="84167"/>
                </a:lnTo>
                <a:lnTo>
                  <a:pt x="592712" y="84353"/>
                </a:lnTo>
                <a:lnTo>
                  <a:pt x="593391" y="84525"/>
                </a:lnTo>
                <a:lnTo>
                  <a:pt x="594081" y="84684"/>
                </a:lnTo>
                <a:lnTo>
                  <a:pt x="594781" y="84828"/>
                </a:lnTo>
                <a:lnTo>
                  <a:pt x="595491" y="84959"/>
                </a:lnTo>
                <a:lnTo>
                  <a:pt x="596211" y="85076"/>
                </a:lnTo>
                <a:lnTo>
                  <a:pt x="596942" y="85179"/>
                </a:lnTo>
                <a:lnTo>
                  <a:pt x="597682" y="85269"/>
                </a:lnTo>
                <a:lnTo>
                  <a:pt x="598433" y="85345"/>
                </a:lnTo>
                <a:lnTo>
                  <a:pt x="599195" y="85407"/>
                </a:lnTo>
                <a:lnTo>
                  <a:pt x="599966" y="85455"/>
                </a:lnTo>
                <a:lnTo>
                  <a:pt x="600748" y="85489"/>
                </a:lnTo>
                <a:lnTo>
                  <a:pt x="601540" y="85510"/>
                </a:lnTo>
                <a:lnTo>
                  <a:pt x="602342" y="85517"/>
                </a:lnTo>
                <a:lnTo>
                  <a:pt x="603171" y="85510"/>
                </a:lnTo>
                <a:lnTo>
                  <a:pt x="603989" y="85490"/>
                </a:lnTo>
                <a:lnTo>
                  <a:pt x="604794" y="85456"/>
                </a:lnTo>
                <a:lnTo>
                  <a:pt x="605588" y="85408"/>
                </a:lnTo>
                <a:lnTo>
                  <a:pt x="606370" y="85347"/>
                </a:lnTo>
                <a:lnTo>
                  <a:pt x="607141" y="85272"/>
                </a:lnTo>
                <a:lnTo>
                  <a:pt x="607899" y="85183"/>
                </a:lnTo>
                <a:lnTo>
                  <a:pt x="608646" y="85081"/>
                </a:lnTo>
                <a:lnTo>
                  <a:pt x="609380" y="84965"/>
                </a:lnTo>
                <a:lnTo>
                  <a:pt x="610103" y="84836"/>
                </a:lnTo>
                <a:lnTo>
                  <a:pt x="610814" y="84693"/>
                </a:lnTo>
                <a:lnTo>
                  <a:pt x="611513" y="84536"/>
                </a:lnTo>
                <a:lnTo>
                  <a:pt x="612200" y="84366"/>
                </a:lnTo>
                <a:lnTo>
                  <a:pt x="612876" y="84182"/>
                </a:lnTo>
                <a:lnTo>
                  <a:pt x="613539" y="83985"/>
                </a:lnTo>
                <a:lnTo>
                  <a:pt x="614191" y="83774"/>
                </a:lnTo>
                <a:lnTo>
                  <a:pt x="614831" y="83549"/>
                </a:lnTo>
                <a:lnTo>
                  <a:pt x="615459" y="83311"/>
                </a:lnTo>
                <a:lnTo>
                  <a:pt x="616075" y="83059"/>
                </a:lnTo>
                <a:lnTo>
                  <a:pt x="616680" y="82794"/>
                </a:lnTo>
                <a:lnTo>
                  <a:pt x="617272" y="82514"/>
                </a:lnTo>
                <a:lnTo>
                  <a:pt x="617853" y="82222"/>
                </a:lnTo>
                <a:lnTo>
                  <a:pt x="618422" y="81915"/>
                </a:lnTo>
                <a:lnTo>
                  <a:pt x="618979" y="81595"/>
                </a:lnTo>
                <a:lnTo>
                  <a:pt x="619524" y="81264"/>
                </a:lnTo>
                <a:lnTo>
                  <a:pt x="620058" y="80923"/>
                </a:lnTo>
                <a:lnTo>
                  <a:pt x="620581" y="80574"/>
                </a:lnTo>
                <a:lnTo>
                  <a:pt x="621093" y="80215"/>
                </a:lnTo>
                <a:lnTo>
                  <a:pt x="621593" y="79848"/>
                </a:lnTo>
                <a:lnTo>
                  <a:pt x="622082" y="79472"/>
                </a:lnTo>
                <a:lnTo>
                  <a:pt x="622560" y="79086"/>
                </a:lnTo>
                <a:lnTo>
                  <a:pt x="623027" y="78692"/>
                </a:lnTo>
                <a:lnTo>
                  <a:pt x="623482" y="78288"/>
                </a:lnTo>
                <a:lnTo>
                  <a:pt x="623926" y="77876"/>
                </a:lnTo>
                <a:lnTo>
                  <a:pt x="624359" y="77455"/>
                </a:lnTo>
                <a:lnTo>
                  <a:pt x="624781" y="77025"/>
                </a:lnTo>
                <a:lnTo>
                  <a:pt x="625191" y="76585"/>
                </a:lnTo>
                <a:lnTo>
                  <a:pt x="625590" y="76137"/>
                </a:lnTo>
                <a:lnTo>
                  <a:pt x="625978" y="75680"/>
                </a:lnTo>
                <a:lnTo>
                  <a:pt x="626354" y="75214"/>
                </a:lnTo>
                <a:lnTo>
                  <a:pt x="626719" y="74739"/>
                </a:lnTo>
                <a:lnTo>
                  <a:pt x="627073" y="74255"/>
                </a:lnTo>
                <a:lnTo>
                  <a:pt x="627416" y="73761"/>
                </a:lnTo>
                <a:lnTo>
                  <a:pt x="627748" y="73259"/>
                </a:lnTo>
                <a:lnTo>
                  <a:pt x="628068" y="72748"/>
                </a:lnTo>
                <a:lnTo>
                  <a:pt x="628377" y="72228"/>
                </a:lnTo>
                <a:lnTo>
                  <a:pt x="628674" y="71699"/>
                </a:lnTo>
                <a:lnTo>
                  <a:pt x="628961" y="71161"/>
                </a:lnTo>
                <a:lnTo>
                  <a:pt x="629236" y="70616"/>
                </a:lnTo>
                <a:lnTo>
                  <a:pt x="629499" y="70067"/>
                </a:lnTo>
                <a:lnTo>
                  <a:pt x="629751" y="69514"/>
                </a:lnTo>
                <a:lnTo>
                  <a:pt x="629990" y="68956"/>
                </a:lnTo>
                <a:lnTo>
                  <a:pt x="630219" y="68394"/>
                </a:lnTo>
                <a:lnTo>
                  <a:pt x="630435" y="67827"/>
                </a:lnTo>
                <a:lnTo>
                  <a:pt x="630640" y="67256"/>
                </a:lnTo>
                <a:lnTo>
                  <a:pt x="630833" y="66681"/>
                </a:lnTo>
                <a:lnTo>
                  <a:pt x="631014" y="66101"/>
                </a:lnTo>
                <a:lnTo>
                  <a:pt x="631184" y="65517"/>
                </a:lnTo>
                <a:lnTo>
                  <a:pt x="631342" y="64929"/>
                </a:lnTo>
                <a:lnTo>
                  <a:pt x="631488" y="64337"/>
                </a:lnTo>
                <a:lnTo>
                  <a:pt x="631622" y="63740"/>
                </a:lnTo>
                <a:lnTo>
                  <a:pt x="631745" y="63138"/>
                </a:lnTo>
                <a:lnTo>
                  <a:pt x="631856" y="62533"/>
                </a:lnTo>
                <a:lnTo>
                  <a:pt x="631956" y="61923"/>
                </a:lnTo>
                <a:lnTo>
                  <a:pt x="632044" y="61309"/>
                </a:lnTo>
                <a:lnTo>
                  <a:pt x="632120" y="60690"/>
                </a:lnTo>
                <a:lnTo>
                  <a:pt x="632184" y="60067"/>
                </a:lnTo>
                <a:lnTo>
                  <a:pt x="632237" y="59440"/>
                </a:lnTo>
                <a:lnTo>
                  <a:pt x="632278" y="58808"/>
                </a:lnTo>
                <a:lnTo>
                  <a:pt x="632307" y="58172"/>
                </a:lnTo>
                <a:lnTo>
                  <a:pt x="632324" y="57532"/>
                </a:lnTo>
                <a:lnTo>
                  <a:pt x="632330" y="56887"/>
                </a:lnTo>
                <a:lnTo>
                  <a:pt x="632325" y="56222"/>
                </a:lnTo>
                <a:lnTo>
                  <a:pt x="632307" y="55561"/>
                </a:lnTo>
                <a:lnTo>
                  <a:pt x="632278" y="54905"/>
                </a:lnTo>
                <a:lnTo>
                  <a:pt x="632238" y="54255"/>
                </a:lnTo>
                <a:lnTo>
                  <a:pt x="632186" y="53609"/>
                </a:lnTo>
                <a:lnTo>
                  <a:pt x="632122" y="52969"/>
                </a:lnTo>
                <a:lnTo>
                  <a:pt x="632047" y="52334"/>
                </a:lnTo>
                <a:lnTo>
                  <a:pt x="631961" y="51704"/>
                </a:lnTo>
                <a:lnTo>
                  <a:pt x="631862" y="51079"/>
                </a:lnTo>
                <a:lnTo>
                  <a:pt x="631753" y="50459"/>
                </a:lnTo>
                <a:lnTo>
                  <a:pt x="631631" y="49844"/>
                </a:lnTo>
                <a:lnTo>
                  <a:pt x="631498" y="49235"/>
                </a:lnTo>
                <a:lnTo>
                  <a:pt x="631354" y="48630"/>
                </a:lnTo>
                <a:lnTo>
                  <a:pt x="631198" y="48030"/>
                </a:lnTo>
                <a:lnTo>
                  <a:pt x="631031" y="47436"/>
                </a:lnTo>
                <a:lnTo>
                  <a:pt x="630851" y="46847"/>
                </a:lnTo>
                <a:lnTo>
                  <a:pt x="630661" y="46262"/>
                </a:lnTo>
                <a:lnTo>
                  <a:pt x="630459" y="45683"/>
                </a:lnTo>
                <a:lnTo>
                  <a:pt x="630245" y="45109"/>
                </a:lnTo>
                <a:lnTo>
                  <a:pt x="630020" y="44540"/>
                </a:lnTo>
                <a:lnTo>
                  <a:pt x="629783" y="43977"/>
                </a:lnTo>
                <a:lnTo>
                  <a:pt x="629534" y="43418"/>
                </a:lnTo>
                <a:lnTo>
                  <a:pt x="629274" y="42864"/>
                </a:lnTo>
                <a:lnTo>
                  <a:pt x="629003" y="42316"/>
                </a:lnTo>
                <a:lnTo>
                  <a:pt x="628720" y="41774"/>
                </a:lnTo>
                <a:lnTo>
                  <a:pt x="628426" y="41242"/>
                </a:lnTo>
                <a:lnTo>
                  <a:pt x="628120" y="40719"/>
                </a:lnTo>
                <a:lnTo>
                  <a:pt x="627803" y="40205"/>
                </a:lnTo>
                <a:lnTo>
                  <a:pt x="627474" y="39701"/>
                </a:lnTo>
                <a:lnTo>
                  <a:pt x="627134" y="39206"/>
                </a:lnTo>
                <a:lnTo>
                  <a:pt x="626782" y="38720"/>
                </a:lnTo>
                <a:lnTo>
                  <a:pt x="626420" y="38243"/>
                </a:lnTo>
                <a:lnTo>
                  <a:pt x="626045" y="37776"/>
                </a:lnTo>
                <a:lnTo>
                  <a:pt x="625660" y="37318"/>
                </a:lnTo>
                <a:lnTo>
                  <a:pt x="625263" y="36869"/>
                </a:lnTo>
                <a:lnTo>
                  <a:pt x="624854" y="36430"/>
                </a:lnTo>
                <a:lnTo>
                  <a:pt x="624434" y="36000"/>
                </a:lnTo>
                <a:lnTo>
                  <a:pt x="624034" y="35609"/>
                </a:lnTo>
                <a:lnTo>
                  <a:pt x="624119" y="35495"/>
                </a:lnTo>
                <a:lnTo>
                  <a:pt x="624397" y="35145"/>
                </a:lnTo>
                <a:lnTo>
                  <a:pt x="624680" y="34807"/>
                </a:lnTo>
                <a:lnTo>
                  <a:pt x="624969" y="34482"/>
                </a:lnTo>
                <a:lnTo>
                  <a:pt x="625264" y="34170"/>
                </a:lnTo>
                <a:lnTo>
                  <a:pt x="625564" y="33871"/>
                </a:lnTo>
                <a:lnTo>
                  <a:pt x="625869" y="33584"/>
                </a:lnTo>
                <a:lnTo>
                  <a:pt x="626180" y="33310"/>
                </a:lnTo>
                <a:lnTo>
                  <a:pt x="626497" y="33049"/>
                </a:lnTo>
                <a:lnTo>
                  <a:pt x="626819" y="32801"/>
                </a:lnTo>
                <a:lnTo>
                  <a:pt x="627147" y="32565"/>
                </a:lnTo>
                <a:lnTo>
                  <a:pt x="627480" y="32342"/>
                </a:lnTo>
                <a:lnTo>
                  <a:pt x="627819" y="32132"/>
                </a:lnTo>
                <a:lnTo>
                  <a:pt x="628163" y="31935"/>
                </a:lnTo>
                <a:lnTo>
                  <a:pt x="628513" y="31750"/>
                </a:lnTo>
                <a:lnTo>
                  <a:pt x="628869" y="31578"/>
                </a:lnTo>
                <a:lnTo>
                  <a:pt x="629230" y="31419"/>
                </a:lnTo>
                <a:lnTo>
                  <a:pt x="629597" y="31272"/>
                </a:lnTo>
                <a:lnTo>
                  <a:pt x="629969" y="31138"/>
                </a:lnTo>
                <a:lnTo>
                  <a:pt x="630346" y="31017"/>
                </a:lnTo>
                <a:lnTo>
                  <a:pt x="630730" y="30909"/>
                </a:lnTo>
                <a:lnTo>
                  <a:pt x="631118" y="30809"/>
                </a:lnTo>
                <a:lnTo>
                  <a:pt x="631508" y="30714"/>
                </a:lnTo>
                <a:lnTo>
                  <a:pt x="631903" y="30623"/>
                </a:lnTo>
                <a:lnTo>
                  <a:pt x="632300" y="30536"/>
                </a:lnTo>
                <a:lnTo>
                  <a:pt x="632700" y="30453"/>
                </a:lnTo>
                <a:lnTo>
                  <a:pt x="633104" y="30374"/>
                </a:lnTo>
                <a:lnTo>
                  <a:pt x="633511" y="30300"/>
                </a:lnTo>
                <a:lnTo>
                  <a:pt x="633921" y="30230"/>
                </a:lnTo>
                <a:lnTo>
                  <a:pt x="634335" y="30164"/>
                </a:lnTo>
                <a:lnTo>
                  <a:pt x="634752" y="30102"/>
                </a:lnTo>
                <a:lnTo>
                  <a:pt x="635171" y="30045"/>
                </a:lnTo>
                <a:lnTo>
                  <a:pt x="635595" y="29992"/>
                </a:lnTo>
                <a:lnTo>
                  <a:pt x="636021" y="29943"/>
                </a:lnTo>
                <a:lnTo>
                  <a:pt x="636450" y="29899"/>
                </a:lnTo>
                <a:lnTo>
                  <a:pt x="636883" y="29858"/>
                </a:lnTo>
                <a:lnTo>
                  <a:pt x="637319" y="29822"/>
                </a:lnTo>
                <a:lnTo>
                  <a:pt x="637758" y="29790"/>
                </a:lnTo>
                <a:lnTo>
                  <a:pt x="638201" y="29763"/>
                </a:lnTo>
                <a:lnTo>
                  <a:pt x="638646" y="29739"/>
                </a:lnTo>
                <a:lnTo>
                  <a:pt x="639095" y="29720"/>
                </a:lnTo>
                <a:lnTo>
                  <a:pt x="639547" y="29705"/>
                </a:lnTo>
                <a:lnTo>
                  <a:pt x="640002" y="29695"/>
                </a:lnTo>
                <a:lnTo>
                  <a:pt x="640461" y="29688"/>
                </a:lnTo>
                <a:lnTo>
                  <a:pt x="640923" y="29686"/>
                </a:lnTo>
                <a:lnTo>
                  <a:pt x="640923" y="17795"/>
                </a:lnTo>
                <a:lnTo>
                  <a:pt x="640191" y="17821"/>
                </a:lnTo>
                <a:lnTo>
                  <a:pt x="639470" y="17855"/>
                </a:lnTo>
                <a:lnTo>
                  <a:pt x="638759" y="17899"/>
                </a:lnTo>
                <a:lnTo>
                  <a:pt x="638060" y="17952"/>
                </a:lnTo>
                <a:lnTo>
                  <a:pt x="637371" y="18014"/>
                </a:lnTo>
                <a:lnTo>
                  <a:pt x="636692" y="18085"/>
                </a:lnTo>
                <a:lnTo>
                  <a:pt x="636025" y="18165"/>
                </a:lnTo>
                <a:lnTo>
                  <a:pt x="635368" y="18254"/>
                </a:lnTo>
                <a:lnTo>
                  <a:pt x="634721" y="18352"/>
                </a:lnTo>
                <a:lnTo>
                  <a:pt x="634086" y="18460"/>
                </a:lnTo>
                <a:lnTo>
                  <a:pt x="633461" y="18576"/>
                </a:lnTo>
                <a:lnTo>
                  <a:pt x="632846" y="18702"/>
                </a:lnTo>
                <a:lnTo>
                  <a:pt x="632243" y="18836"/>
                </a:lnTo>
                <a:lnTo>
                  <a:pt x="631650" y="18980"/>
                </a:lnTo>
                <a:lnTo>
                  <a:pt x="631067" y="19132"/>
                </a:lnTo>
                <a:lnTo>
                  <a:pt x="630496" y="19294"/>
                </a:lnTo>
                <a:lnTo>
                  <a:pt x="629935" y="19465"/>
                </a:lnTo>
                <a:lnTo>
                  <a:pt x="629385" y="19645"/>
                </a:lnTo>
                <a:lnTo>
                  <a:pt x="628845" y="19834"/>
                </a:lnTo>
                <a:lnTo>
                  <a:pt x="628316" y="20032"/>
                </a:lnTo>
                <a:lnTo>
                  <a:pt x="627798" y="20239"/>
                </a:lnTo>
                <a:lnTo>
                  <a:pt x="627290" y="20456"/>
                </a:lnTo>
                <a:lnTo>
                  <a:pt x="626794" y="20681"/>
                </a:lnTo>
                <a:lnTo>
                  <a:pt x="626307" y="20915"/>
                </a:lnTo>
                <a:lnTo>
                  <a:pt x="625831" y="21163"/>
                </a:lnTo>
                <a:lnTo>
                  <a:pt x="625364" y="21428"/>
                </a:lnTo>
                <a:lnTo>
                  <a:pt x="624906" y="21711"/>
                </a:lnTo>
                <a:lnTo>
                  <a:pt x="624458" y="22012"/>
                </a:lnTo>
                <a:lnTo>
                  <a:pt x="624018" y="22330"/>
                </a:lnTo>
                <a:lnTo>
                  <a:pt x="623588" y="22665"/>
                </a:lnTo>
                <a:lnTo>
                  <a:pt x="623167" y="23019"/>
                </a:lnTo>
                <a:lnTo>
                  <a:pt x="622755" y="23389"/>
                </a:lnTo>
                <a:lnTo>
                  <a:pt x="622353" y="23778"/>
                </a:lnTo>
                <a:lnTo>
                  <a:pt x="621959" y="24183"/>
                </a:lnTo>
                <a:lnTo>
                  <a:pt x="621575" y="24607"/>
                </a:lnTo>
                <a:lnTo>
                  <a:pt x="621200" y="25048"/>
                </a:lnTo>
                <a:lnTo>
                  <a:pt x="620835" y="25506"/>
                </a:lnTo>
                <a:lnTo>
                  <a:pt x="620478" y="25983"/>
                </a:lnTo>
                <a:lnTo>
                  <a:pt x="620131" y="26476"/>
                </a:lnTo>
                <a:lnTo>
                  <a:pt x="619793" y="26988"/>
                </a:lnTo>
                <a:lnTo>
                  <a:pt x="619464" y="27516"/>
                </a:lnTo>
                <a:lnTo>
                  <a:pt x="619145" y="28063"/>
                </a:lnTo>
                <a:lnTo>
                  <a:pt x="618834" y="28627"/>
                </a:lnTo>
                <a:lnTo>
                  <a:pt x="618533" y="29208"/>
                </a:lnTo>
                <a:lnTo>
                  <a:pt x="618241" y="29808"/>
                </a:lnTo>
                <a:lnTo>
                  <a:pt x="617958" y="30424"/>
                </a:lnTo>
                <a:lnTo>
                  <a:pt x="617685" y="31059"/>
                </a:lnTo>
                <a:lnTo>
                  <a:pt x="617659" y="31123"/>
                </a:lnTo>
                <a:lnTo>
                  <a:pt x="617356" y="30972"/>
                </a:lnTo>
                <a:lnTo>
                  <a:pt x="616764" y="30696"/>
                </a:lnTo>
                <a:lnTo>
                  <a:pt x="616160" y="30433"/>
                </a:lnTo>
                <a:lnTo>
                  <a:pt x="615543" y="30183"/>
                </a:lnTo>
                <a:lnTo>
                  <a:pt x="614915" y="29947"/>
                </a:lnTo>
                <a:lnTo>
                  <a:pt x="614275" y="29725"/>
                </a:lnTo>
                <a:lnTo>
                  <a:pt x="613624" y="29516"/>
                </a:lnTo>
                <a:lnTo>
                  <a:pt x="612960" y="29321"/>
                </a:lnTo>
                <a:lnTo>
                  <a:pt x="612285" y="29139"/>
                </a:lnTo>
                <a:lnTo>
                  <a:pt x="611597" y="28970"/>
                </a:lnTo>
                <a:lnTo>
                  <a:pt x="610898" y="28815"/>
                </a:lnTo>
                <a:lnTo>
                  <a:pt x="610187" y="28674"/>
                </a:lnTo>
                <a:lnTo>
                  <a:pt x="609464" y="28546"/>
                </a:lnTo>
                <a:lnTo>
                  <a:pt x="608730" y="28431"/>
                </a:lnTo>
                <a:lnTo>
                  <a:pt x="607983" y="28330"/>
                </a:lnTo>
                <a:lnTo>
                  <a:pt x="607225" y="28242"/>
                </a:lnTo>
                <a:lnTo>
                  <a:pt x="606455" y="28168"/>
                </a:lnTo>
                <a:lnTo>
                  <a:pt x="605673" y="28107"/>
                </a:lnTo>
                <a:lnTo>
                  <a:pt x="604879" y="28060"/>
                </a:lnTo>
                <a:lnTo>
                  <a:pt x="604073" y="28027"/>
                </a:lnTo>
                <a:lnTo>
                  <a:pt x="603255" y="28006"/>
                </a:lnTo>
                <a:lnTo>
                  <a:pt x="602426" y="28000"/>
                </a:lnTo>
                <a:lnTo>
                  <a:pt x="601617" y="28006"/>
                </a:lnTo>
                <a:lnTo>
                  <a:pt x="600819" y="28027"/>
                </a:lnTo>
                <a:lnTo>
                  <a:pt x="600031" y="28060"/>
                </a:lnTo>
                <a:lnTo>
                  <a:pt x="599254" y="28107"/>
                </a:lnTo>
                <a:lnTo>
                  <a:pt x="598488" y="28168"/>
                </a:lnTo>
                <a:lnTo>
                  <a:pt x="597732" y="28242"/>
                </a:lnTo>
                <a:lnTo>
                  <a:pt x="596987" y="28330"/>
                </a:lnTo>
                <a:lnTo>
                  <a:pt x="596253" y="28431"/>
                </a:lnTo>
                <a:lnTo>
                  <a:pt x="595530" y="28546"/>
                </a:lnTo>
                <a:lnTo>
                  <a:pt x="594817" y="28674"/>
                </a:lnTo>
                <a:lnTo>
                  <a:pt x="594115" y="28815"/>
                </a:lnTo>
                <a:lnTo>
                  <a:pt x="593423" y="28970"/>
                </a:lnTo>
                <a:lnTo>
                  <a:pt x="592742" y="29139"/>
                </a:lnTo>
                <a:lnTo>
                  <a:pt x="592072" y="29321"/>
                </a:lnTo>
                <a:lnTo>
                  <a:pt x="591413" y="29516"/>
                </a:lnTo>
                <a:lnTo>
                  <a:pt x="590764" y="29725"/>
                </a:lnTo>
                <a:lnTo>
                  <a:pt x="590126" y="29947"/>
                </a:lnTo>
                <a:lnTo>
                  <a:pt x="589498" y="30183"/>
                </a:lnTo>
                <a:lnTo>
                  <a:pt x="588881" y="30433"/>
                </a:lnTo>
                <a:lnTo>
                  <a:pt x="588275" y="30696"/>
                </a:lnTo>
                <a:lnTo>
                  <a:pt x="587680" y="30972"/>
                </a:lnTo>
                <a:lnTo>
                  <a:pt x="587095" y="31262"/>
                </a:lnTo>
                <a:lnTo>
                  <a:pt x="586521" y="31565"/>
                </a:lnTo>
                <a:lnTo>
                  <a:pt x="585958" y="31882"/>
                </a:lnTo>
                <a:lnTo>
                  <a:pt x="585405" y="32210"/>
                </a:lnTo>
                <a:lnTo>
                  <a:pt x="584864" y="32547"/>
                </a:lnTo>
                <a:lnTo>
                  <a:pt x="584333" y="32893"/>
                </a:lnTo>
                <a:lnTo>
                  <a:pt x="583814" y="33249"/>
                </a:lnTo>
                <a:lnTo>
                  <a:pt x="583306" y="33614"/>
                </a:lnTo>
                <a:lnTo>
                  <a:pt x="582809" y="33989"/>
                </a:lnTo>
                <a:lnTo>
                  <a:pt x="582323" y="34372"/>
                </a:lnTo>
                <a:lnTo>
                  <a:pt x="581849" y="34765"/>
                </a:lnTo>
                <a:lnTo>
                  <a:pt x="581385" y="35167"/>
                </a:lnTo>
                <a:lnTo>
                  <a:pt x="580932" y="35579"/>
                </a:lnTo>
                <a:lnTo>
                  <a:pt x="580491" y="36000"/>
                </a:lnTo>
                <a:lnTo>
                  <a:pt x="580061" y="36430"/>
                </a:lnTo>
                <a:lnTo>
                  <a:pt x="579642" y="36869"/>
                </a:lnTo>
                <a:lnTo>
                  <a:pt x="579234" y="37318"/>
                </a:lnTo>
                <a:lnTo>
                  <a:pt x="578837" y="37776"/>
                </a:lnTo>
                <a:lnTo>
                  <a:pt x="578451" y="38243"/>
                </a:lnTo>
                <a:lnTo>
                  <a:pt x="578076" y="38720"/>
                </a:lnTo>
                <a:lnTo>
                  <a:pt x="577713" y="39206"/>
                </a:lnTo>
                <a:lnTo>
                  <a:pt x="577360" y="39701"/>
                </a:lnTo>
                <a:lnTo>
                  <a:pt x="577019" y="40205"/>
                </a:lnTo>
                <a:lnTo>
                  <a:pt x="576689" y="40719"/>
                </a:lnTo>
                <a:lnTo>
                  <a:pt x="576370" y="41242"/>
                </a:lnTo>
                <a:lnTo>
                  <a:pt x="576062" y="41774"/>
                </a:lnTo>
                <a:lnTo>
                  <a:pt x="575765" y="42316"/>
                </a:lnTo>
                <a:lnTo>
                  <a:pt x="575479" y="42864"/>
                </a:lnTo>
                <a:lnTo>
                  <a:pt x="575206" y="43418"/>
                </a:lnTo>
                <a:lnTo>
                  <a:pt x="574945" y="43977"/>
                </a:lnTo>
                <a:lnTo>
                  <a:pt x="574697" y="44540"/>
                </a:lnTo>
                <a:lnTo>
                  <a:pt x="574460" y="45109"/>
                </a:lnTo>
                <a:lnTo>
                  <a:pt x="574235" y="45683"/>
                </a:lnTo>
                <a:lnTo>
                  <a:pt x="574023" y="46262"/>
                </a:lnTo>
                <a:lnTo>
                  <a:pt x="573823" y="46847"/>
                </a:lnTo>
                <a:lnTo>
                  <a:pt x="573634" y="47436"/>
                </a:lnTo>
                <a:lnTo>
                  <a:pt x="573458" y="48030"/>
                </a:lnTo>
                <a:lnTo>
                  <a:pt x="573295" y="48630"/>
                </a:lnTo>
                <a:lnTo>
                  <a:pt x="573143" y="49235"/>
                </a:lnTo>
                <a:lnTo>
                  <a:pt x="573003" y="49844"/>
                </a:lnTo>
                <a:lnTo>
                  <a:pt x="572876" y="50459"/>
                </a:lnTo>
                <a:lnTo>
                  <a:pt x="572760" y="51079"/>
                </a:lnTo>
                <a:lnTo>
                  <a:pt x="572657" y="51704"/>
                </a:lnTo>
                <a:lnTo>
                  <a:pt x="572566" y="52334"/>
                </a:lnTo>
                <a:lnTo>
                  <a:pt x="572487" y="52969"/>
                </a:lnTo>
                <a:lnTo>
                  <a:pt x="572421" y="53609"/>
                </a:lnTo>
                <a:lnTo>
                  <a:pt x="572366" y="54255"/>
                </a:lnTo>
                <a:lnTo>
                  <a:pt x="572324" y="54905"/>
                </a:lnTo>
                <a:lnTo>
                  <a:pt x="572293" y="55561"/>
                </a:lnTo>
                <a:lnTo>
                  <a:pt x="572275" y="56222"/>
                </a:lnTo>
                <a:lnTo>
                  <a:pt x="572269" y="56887"/>
                </a:lnTo>
                <a:lnTo>
                  <a:pt x="572275" y="57518"/>
                </a:lnTo>
                <a:lnTo>
                  <a:pt x="572293" y="58145"/>
                </a:lnTo>
                <a:lnTo>
                  <a:pt x="572323" y="58768"/>
                </a:lnTo>
                <a:lnTo>
                  <a:pt x="572365" y="59388"/>
                </a:lnTo>
                <a:lnTo>
                  <a:pt x="572419" y="60004"/>
                </a:lnTo>
                <a:lnTo>
                  <a:pt x="572485" y="60617"/>
                </a:lnTo>
                <a:lnTo>
                  <a:pt x="572563" y="61226"/>
                </a:lnTo>
                <a:lnTo>
                  <a:pt x="572653" y="61831"/>
                </a:lnTo>
                <a:lnTo>
                  <a:pt x="572755" y="62433"/>
                </a:lnTo>
                <a:lnTo>
                  <a:pt x="572868" y="63031"/>
                </a:lnTo>
                <a:lnTo>
                  <a:pt x="572994" y="63626"/>
                </a:lnTo>
                <a:lnTo>
                  <a:pt x="573132" y="64217"/>
                </a:lnTo>
                <a:lnTo>
                  <a:pt x="573282" y="64804"/>
                </a:lnTo>
                <a:lnTo>
                  <a:pt x="573444" y="65388"/>
                </a:lnTo>
                <a:lnTo>
                  <a:pt x="573618" y="65968"/>
                </a:lnTo>
                <a:lnTo>
                  <a:pt x="573804" y="66545"/>
                </a:lnTo>
                <a:lnTo>
                  <a:pt x="574002" y="67118"/>
                </a:lnTo>
                <a:lnTo>
                  <a:pt x="574212" y="67688"/>
                </a:lnTo>
                <a:lnTo>
                  <a:pt x="574433" y="68254"/>
                </a:lnTo>
                <a:lnTo>
                  <a:pt x="574667" y="68816"/>
                </a:lnTo>
                <a:lnTo>
                  <a:pt x="574913" y="69375"/>
                </a:lnTo>
                <a:lnTo>
                  <a:pt x="575171" y="69930"/>
                </a:lnTo>
                <a:lnTo>
                  <a:pt x="575441" y="70481"/>
                </a:lnTo>
                <a:lnTo>
                  <a:pt x="575723" y="71030"/>
                </a:lnTo>
                <a:lnTo>
                  <a:pt x="576016" y="71571"/>
                </a:lnTo>
                <a:lnTo>
                  <a:pt x="576321" y="72104"/>
                </a:lnTo>
                <a:lnTo>
                  <a:pt x="576637" y="72628"/>
                </a:lnTo>
                <a:lnTo>
                  <a:pt x="576965" y="73142"/>
                </a:lnTo>
                <a:lnTo>
                  <a:pt x="577304" y="73648"/>
                </a:lnTo>
                <a:lnTo>
                  <a:pt x="577655" y="74145"/>
                </a:lnTo>
                <a:lnTo>
                  <a:pt x="578017" y="74633"/>
                </a:lnTo>
                <a:lnTo>
                  <a:pt x="578390" y="75112"/>
                </a:lnTo>
                <a:lnTo>
                  <a:pt x="578775" y="75581"/>
                </a:lnTo>
                <a:lnTo>
                  <a:pt x="579171" y="76042"/>
                </a:lnTo>
                <a:lnTo>
                  <a:pt x="579579" y="76494"/>
                </a:lnTo>
                <a:lnTo>
                  <a:pt x="579998" y="76937"/>
                </a:lnTo>
                <a:lnTo>
                  <a:pt x="580428" y="77371"/>
                </a:lnTo>
                <a:lnTo>
                  <a:pt x="580870" y="77796"/>
                </a:lnTo>
                <a:lnTo>
                  <a:pt x="581323" y="78212"/>
                </a:lnTo>
                <a:lnTo>
                  <a:pt x="581788" y="78619"/>
                </a:lnTo>
                <a:lnTo>
                  <a:pt x="582264" y="79017"/>
                </a:lnTo>
                <a:lnTo>
                  <a:pt x="582751" y="79405"/>
                </a:lnTo>
                <a:lnTo>
                  <a:pt x="583222" y="79764"/>
                </a:lnTo>
                <a:lnTo>
                  <a:pt x="582888" y="79903"/>
                </a:lnTo>
                <a:lnTo>
                  <a:pt x="582349" y="80138"/>
                </a:lnTo>
                <a:lnTo>
                  <a:pt x="581825" y="80379"/>
                </a:lnTo>
                <a:lnTo>
                  <a:pt x="581315" y="80626"/>
                </a:lnTo>
                <a:lnTo>
                  <a:pt x="580820" y="80878"/>
                </a:lnTo>
                <a:lnTo>
                  <a:pt x="580338" y="81135"/>
                </a:lnTo>
                <a:lnTo>
                  <a:pt x="579871" y="81398"/>
                </a:lnTo>
                <a:lnTo>
                  <a:pt x="579419" y="81666"/>
                </a:lnTo>
                <a:lnTo>
                  <a:pt x="578980" y="81939"/>
                </a:lnTo>
                <a:lnTo>
                  <a:pt x="578556" y="82218"/>
                </a:lnTo>
                <a:lnTo>
                  <a:pt x="578147" y="82502"/>
                </a:lnTo>
                <a:lnTo>
                  <a:pt x="577751" y="82791"/>
                </a:lnTo>
                <a:lnTo>
                  <a:pt x="577371" y="83086"/>
                </a:lnTo>
                <a:lnTo>
                  <a:pt x="577004" y="83387"/>
                </a:lnTo>
                <a:lnTo>
                  <a:pt x="576652" y="83692"/>
                </a:lnTo>
                <a:lnTo>
                  <a:pt x="576314" y="84003"/>
                </a:lnTo>
                <a:lnTo>
                  <a:pt x="575990" y="84320"/>
                </a:lnTo>
                <a:lnTo>
                  <a:pt x="575681" y="84642"/>
                </a:lnTo>
                <a:lnTo>
                  <a:pt x="575386" y="84969"/>
                </a:lnTo>
                <a:lnTo>
                  <a:pt x="575104" y="85298"/>
                </a:lnTo>
                <a:lnTo>
                  <a:pt x="574834" y="85628"/>
                </a:lnTo>
                <a:lnTo>
                  <a:pt x="574576" y="85958"/>
                </a:lnTo>
                <a:lnTo>
                  <a:pt x="574330" y="86287"/>
                </a:lnTo>
                <a:lnTo>
                  <a:pt x="574097" y="86617"/>
                </a:lnTo>
                <a:lnTo>
                  <a:pt x="573875" y="86947"/>
                </a:lnTo>
                <a:lnTo>
                  <a:pt x="573665" y="87276"/>
                </a:lnTo>
                <a:lnTo>
                  <a:pt x="573467" y="87606"/>
                </a:lnTo>
                <a:lnTo>
                  <a:pt x="573281" y="87936"/>
                </a:lnTo>
                <a:lnTo>
                  <a:pt x="573107" y="88265"/>
                </a:lnTo>
                <a:lnTo>
                  <a:pt x="572945" y="88595"/>
                </a:lnTo>
                <a:lnTo>
                  <a:pt x="572795" y="88925"/>
                </a:lnTo>
                <a:lnTo>
                  <a:pt x="572657" y="89254"/>
                </a:lnTo>
                <a:lnTo>
                  <a:pt x="572532" y="89584"/>
                </a:lnTo>
                <a:lnTo>
                  <a:pt x="572418" y="89914"/>
                </a:lnTo>
                <a:lnTo>
                  <a:pt x="572316" y="90243"/>
                </a:lnTo>
                <a:lnTo>
                  <a:pt x="572226" y="90573"/>
                </a:lnTo>
                <a:lnTo>
                  <a:pt x="572148" y="90903"/>
                </a:lnTo>
                <a:lnTo>
                  <a:pt x="572082" y="91232"/>
                </a:lnTo>
                <a:lnTo>
                  <a:pt x="572028" y="91562"/>
                </a:lnTo>
                <a:lnTo>
                  <a:pt x="571986" y="91891"/>
                </a:lnTo>
                <a:lnTo>
                  <a:pt x="571956" y="92221"/>
                </a:lnTo>
                <a:lnTo>
                  <a:pt x="571938" y="92551"/>
                </a:lnTo>
                <a:lnTo>
                  <a:pt x="571932" y="92880"/>
                </a:lnTo>
                <a:lnTo>
                  <a:pt x="571935" y="93104"/>
                </a:lnTo>
                <a:lnTo>
                  <a:pt x="571945" y="93328"/>
                </a:lnTo>
                <a:lnTo>
                  <a:pt x="571962" y="93555"/>
                </a:lnTo>
                <a:lnTo>
                  <a:pt x="571986" y="93783"/>
                </a:lnTo>
                <a:lnTo>
                  <a:pt x="572016" y="94012"/>
                </a:lnTo>
                <a:lnTo>
                  <a:pt x="572053" y="94244"/>
                </a:lnTo>
                <a:lnTo>
                  <a:pt x="572097" y="94477"/>
                </a:lnTo>
                <a:lnTo>
                  <a:pt x="572147" y="94711"/>
                </a:lnTo>
                <a:lnTo>
                  <a:pt x="572204" y="94948"/>
                </a:lnTo>
                <a:lnTo>
                  <a:pt x="572268" y="95185"/>
                </a:lnTo>
                <a:lnTo>
                  <a:pt x="572339" y="95425"/>
                </a:lnTo>
                <a:lnTo>
                  <a:pt x="572416" y="95666"/>
                </a:lnTo>
                <a:lnTo>
                  <a:pt x="572500" y="95909"/>
                </a:lnTo>
                <a:lnTo>
                  <a:pt x="572591" y="96154"/>
                </a:lnTo>
                <a:lnTo>
                  <a:pt x="572689" y="96400"/>
                </a:lnTo>
                <a:lnTo>
                  <a:pt x="572793" y="96647"/>
                </a:lnTo>
                <a:lnTo>
                  <a:pt x="572904" y="96897"/>
                </a:lnTo>
                <a:lnTo>
                  <a:pt x="573022" y="97148"/>
                </a:lnTo>
                <a:lnTo>
                  <a:pt x="573146" y="97401"/>
                </a:lnTo>
                <a:lnTo>
                  <a:pt x="573277" y="97655"/>
                </a:lnTo>
                <a:lnTo>
                  <a:pt x="573415" y="97911"/>
                </a:lnTo>
                <a:lnTo>
                  <a:pt x="573560" y="98169"/>
                </a:lnTo>
                <a:lnTo>
                  <a:pt x="573711" y="98428"/>
                </a:lnTo>
                <a:lnTo>
                  <a:pt x="573869" y="98689"/>
                </a:lnTo>
                <a:lnTo>
                  <a:pt x="574036" y="98949"/>
                </a:lnTo>
                <a:lnTo>
                  <a:pt x="574211" y="99207"/>
                </a:lnTo>
                <a:lnTo>
                  <a:pt x="574396" y="99461"/>
                </a:lnTo>
                <a:lnTo>
                  <a:pt x="574590" y="99713"/>
                </a:lnTo>
                <a:lnTo>
                  <a:pt x="574794" y="99962"/>
                </a:lnTo>
                <a:lnTo>
                  <a:pt x="575007" y="100208"/>
                </a:lnTo>
                <a:lnTo>
                  <a:pt x="575229" y="100451"/>
                </a:lnTo>
                <a:lnTo>
                  <a:pt x="575461" y="100691"/>
                </a:lnTo>
                <a:lnTo>
                  <a:pt x="575702" y="100928"/>
                </a:lnTo>
                <a:lnTo>
                  <a:pt x="575952" y="101163"/>
                </a:lnTo>
                <a:lnTo>
                  <a:pt x="576212" y="101395"/>
                </a:lnTo>
                <a:lnTo>
                  <a:pt x="576481" y="101624"/>
                </a:lnTo>
                <a:lnTo>
                  <a:pt x="576759" y="101850"/>
                </a:lnTo>
                <a:lnTo>
                  <a:pt x="577047" y="102073"/>
                </a:lnTo>
                <a:lnTo>
                  <a:pt x="577344" y="102294"/>
                </a:lnTo>
                <a:lnTo>
                  <a:pt x="577651" y="102511"/>
                </a:lnTo>
                <a:lnTo>
                  <a:pt x="577967" y="102726"/>
                </a:lnTo>
                <a:lnTo>
                  <a:pt x="578292" y="102938"/>
                </a:lnTo>
                <a:lnTo>
                  <a:pt x="578626" y="103147"/>
                </a:lnTo>
                <a:lnTo>
                  <a:pt x="578970" y="103353"/>
                </a:lnTo>
                <a:lnTo>
                  <a:pt x="579324" y="103557"/>
                </a:lnTo>
                <a:lnTo>
                  <a:pt x="579686" y="103757"/>
                </a:lnTo>
                <a:lnTo>
                  <a:pt x="580059" y="103955"/>
                </a:lnTo>
                <a:lnTo>
                  <a:pt x="580440" y="104150"/>
                </a:lnTo>
                <a:lnTo>
                  <a:pt x="580832" y="104340"/>
                </a:lnTo>
                <a:lnTo>
                  <a:pt x="581237" y="104523"/>
                </a:lnTo>
                <a:lnTo>
                  <a:pt x="581653" y="104699"/>
                </a:lnTo>
                <a:lnTo>
                  <a:pt x="581876" y="104787"/>
                </a:lnTo>
                <a:lnTo>
                  <a:pt x="581506" y="104950"/>
                </a:lnTo>
                <a:lnTo>
                  <a:pt x="580753" y="105304"/>
                </a:lnTo>
                <a:lnTo>
                  <a:pt x="580023" y="105669"/>
                </a:lnTo>
                <a:lnTo>
                  <a:pt x="579317" y="106046"/>
                </a:lnTo>
                <a:lnTo>
                  <a:pt x="578633" y="106435"/>
                </a:lnTo>
                <a:lnTo>
                  <a:pt x="577973" y="106836"/>
                </a:lnTo>
                <a:lnTo>
                  <a:pt x="577337" y="107248"/>
                </a:lnTo>
                <a:lnTo>
                  <a:pt x="576723" y="107673"/>
                </a:lnTo>
                <a:lnTo>
                  <a:pt x="576133" y="108109"/>
                </a:lnTo>
                <a:lnTo>
                  <a:pt x="575566" y="108556"/>
                </a:lnTo>
                <a:lnTo>
                  <a:pt x="575022" y="109016"/>
                </a:lnTo>
                <a:lnTo>
                  <a:pt x="574501" y="109487"/>
                </a:lnTo>
                <a:lnTo>
                  <a:pt x="574003" y="109967"/>
                </a:lnTo>
                <a:lnTo>
                  <a:pt x="573526" y="110452"/>
                </a:lnTo>
                <a:lnTo>
                  <a:pt x="573070" y="110944"/>
                </a:lnTo>
                <a:lnTo>
                  <a:pt x="572635" y="111441"/>
                </a:lnTo>
                <a:lnTo>
                  <a:pt x="572222" y="111944"/>
                </a:lnTo>
                <a:lnTo>
                  <a:pt x="571829" y="112452"/>
                </a:lnTo>
                <a:lnTo>
                  <a:pt x="571458" y="112966"/>
                </a:lnTo>
                <a:lnTo>
                  <a:pt x="571108" y="113486"/>
                </a:lnTo>
                <a:lnTo>
                  <a:pt x="570780" y="114012"/>
                </a:lnTo>
                <a:lnTo>
                  <a:pt x="570472" y="114543"/>
                </a:lnTo>
                <a:lnTo>
                  <a:pt x="570186" y="115081"/>
                </a:lnTo>
                <a:lnTo>
                  <a:pt x="569921" y="115624"/>
                </a:lnTo>
                <a:lnTo>
                  <a:pt x="569677" y="116172"/>
                </a:lnTo>
                <a:lnTo>
                  <a:pt x="569454" y="116727"/>
                </a:lnTo>
                <a:lnTo>
                  <a:pt x="569253" y="117287"/>
                </a:lnTo>
                <a:lnTo>
                  <a:pt x="569073" y="117852"/>
                </a:lnTo>
                <a:lnTo>
                  <a:pt x="568913" y="118424"/>
                </a:lnTo>
                <a:lnTo>
                  <a:pt x="568776" y="119001"/>
                </a:lnTo>
                <a:lnTo>
                  <a:pt x="568659" y="119584"/>
                </a:lnTo>
                <a:lnTo>
                  <a:pt x="568564" y="120173"/>
                </a:lnTo>
                <a:lnTo>
                  <a:pt x="568489" y="120767"/>
                </a:lnTo>
                <a:lnTo>
                  <a:pt x="568436" y="121368"/>
                </a:lnTo>
                <a:lnTo>
                  <a:pt x="568405" y="121974"/>
                </a:lnTo>
                <a:lnTo>
                  <a:pt x="568394" y="122585"/>
                </a:lnTo>
                <a:lnTo>
                  <a:pt x="568400" y="123090"/>
                </a:lnTo>
                <a:lnTo>
                  <a:pt x="568418" y="123591"/>
                </a:lnTo>
                <a:lnTo>
                  <a:pt x="568447" y="124090"/>
                </a:lnTo>
                <a:lnTo>
                  <a:pt x="568489" y="124585"/>
                </a:lnTo>
                <a:lnTo>
                  <a:pt x="568542" y="125078"/>
                </a:lnTo>
                <a:lnTo>
                  <a:pt x="568607" y="125567"/>
                </a:lnTo>
                <a:lnTo>
                  <a:pt x="568684" y="126053"/>
                </a:lnTo>
                <a:lnTo>
                  <a:pt x="568773" y="126537"/>
                </a:lnTo>
                <a:lnTo>
                  <a:pt x="568874" y="127017"/>
                </a:lnTo>
                <a:lnTo>
                  <a:pt x="568986" y="127494"/>
                </a:lnTo>
                <a:lnTo>
                  <a:pt x="569111" y="127969"/>
                </a:lnTo>
                <a:lnTo>
                  <a:pt x="569247" y="128440"/>
                </a:lnTo>
                <a:lnTo>
                  <a:pt x="569395" y="128908"/>
                </a:lnTo>
                <a:lnTo>
                  <a:pt x="569555" y="129374"/>
                </a:lnTo>
                <a:lnTo>
                  <a:pt x="569727" y="129836"/>
                </a:lnTo>
                <a:lnTo>
                  <a:pt x="569910" y="130295"/>
                </a:lnTo>
                <a:lnTo>
                  <a:pt x="570106" y="130751"/>
                </a:lnTo>
                <a:lnTo>
                  <a:pt x="570313" y="131204"/>
                </a:lnTo>
                <a:lnTo>
                  <a:pt x="570532" y="131654"/>
                </a:lnTo>
                <a:lnTo>
                  <a:pt x="570763" y="132102"/>
                </a:lnTo>
                <a:lnTo>
                  <a:pt x="571006" y="132546"/>
                </a:lnTo>
                <a:lnTo>
                  <a:pt x="571261" y="132987"/>
                </a:lnTo>
                <a:lnTo>
                  <a:pt x="571527" y="133425"/>
                </a:lnTo>
                <a:lnTo>
                  <a:pt x="571806" y="133860"/>
                </a:lnTo>
                <a:lnTo>
                  <a:pt x="572097" y="134290"/>
                </a:lnTo>
                <a:lnTo>
                  <a:pt x="572404" y="134713"/>
                </a:lnTo>
                <a:lnTo>
                  <a:pt x="572725" y="135129"/>
                </a:lnTo>
                <a:lnTo>
                  <a:pt x="573061" y="135537"/>
                </a:lnTo>
                <a:lnTo>
                  <a:pt x="573412" y="135938"/>
                </a:lnTo>
                <a:lnTo>
                  <a:pt x="573777" y="136332"/>
                </a:lnTo>
                <a:lnTo>
                  <a:pt x="574158" y="136719"/>
                </a:lnTo>
                <a:lnTo>
                  <a:pt x="574553" y="137099"/>
                </a:lnTo>
                <a:lnTo>
                  <a:pt x="574963" y="137471"/>
                </a:lnTo>
                <a:lnTo>
                  <a:pt x="575387" y="137836"/>
                </a:lnTo>
                <a:lnTo>
                  <a:pt x="575827" y="138194"/>
                </a:lnTo>
                <a:lnTo>
                  <a:pt x="576281" y="138545"/>
                </a:lnTo>
                <a:lnTo>
                  <a:pt x="576750" y="138888"/>
                </a:lnTo>
                <a:lnTo>
                  <a:pt x="577233" y="139224"/>
                </a:lnTo>
                <a:lnTo>
                  <a:pt x="577732" y="139553"/>
                </a:lnTo>
                <a:lnTo>
                  <a:pt x="578245" y="139875"/>
                </a:lnTo>
                <a:lnTo>
                  <a:pt x="578773" y="140189"/>
                </a:lnTo>
                <a:lnTo>
                  <a:pt x="579316" y="140496"/>
                </a:lnTo>
                <a:lnTo>
                  <a:pt x="579873" y="140796"/>
                </a:lnTo>
                <a:lnTo>
                  <a:pt x="580446" y="141089"/>
                </a:lnTo>
                <a:lnTo>
                  <a:pt x="581033" y="141375"/>
                </a:lnTo>
                <a:lnTo>
                  <a:pt x="581635" y="141653"/>
                </a:lnTo>
                <a:lnTo>
                  <a:pt x="582251" y="141924"/>
                </a:lnTo>
                <a:lnTo>
                  <a:pt x="582883" y="142188"/>
                </a:lnTo>
                <a:lnTo>
                  <a:pt x="583530" y="142443"/>
                </a:lnTo>
                <a:lnTo>
                  <a:pt x="584196" y="142687"/>
                </a:lnTo>
                <a:lnTo>
                  <a:pt x="584878" y="142920"/>
                </a:lnTo>
                <a:lnTo>
                  <a:pt x="585578" y="143142"/>
                </a:lnTo>
                <a:lnTo>
                  <a:pt x="586296" y="143354"/>
                </a:lnTo>
                <a:lnTo>
                  <a:pt x="587032" y="143554"/>
                </a:lnTo>
                <a:lnTo>
                  <a:pt x="587784" y="143744"/>
                </a:lnTo>
                <a:lnTo>
                  <a:pt x="588555" y="143923"/>
                </a:lnTo>
                <a:lnTo>
                  <a:pt x="589343" y="144091"/>
                </a:lnTo>
                <a:lnTo>
                  <a:pt x="590148" y="144248"/>
                </a:lnTo>
                <a:lnTo>
                  <a:pt x="590971" y="144395"/>
                </a:lnTo>
                <a:lnTo>
                  <a:pt x="591812" y="144530"/>
                </a:lnTo>
                <a:lnTo>
                  <a:pt x="592670" y="144655"/>
                </a:lnTo>
                <a:lnTo>
                  <a:pt x="593546" y="144769"/>
                </a:lnTo>
                <a:lnTo>
                  <a:pt x="594439" y="144872"/>
                </a:lnTo>
                <a:lnTo>
                  <a:pt x="595350" y="144964"/>
                </a:lnTo>
                <a:lnTo>
                  <a:pt x="596278" y="145046"/>
                </a:lnTo>
                <a:lnTo>
                  <a:pt x="597224" y="145116"/>
                </a:lnTo>
                <a:lnTo>
                  <a:pt x="598188" y="145176"/>
                </a:lnTo>
                <a:lnTo>
                  <a:pt x="599169" y="145224"/>
                </a:lnTo>
                <a:lnTo>
                  <a:pt x="600167" y="145262"/>
                </a:lnTo>
                <a:lnTo>
                  <a:pt x="601183" y="145290"/>
                </a:lnTo>
                <a:lnTo>
                  <a:pt x="602217" y="145306"/>
                </a:lnTo>
                <a:lnTo>
                  <a:pt x="603268" y="145311"/>
                </a:lnTo>
                <a:lnTo>
                  <a:pt x="604790" y="145298"/>
                </a:lnTo>
                <a:lnTo>
                  <a:pt x="606282" y="145260"/>
                </a:lnTo>
                <a:lnTo>
                  <a:pt x="607742" y="145197"/>
                </a:lnTo>
                <a:lnTo>
                  <a:pt x="609172" y="145108"/>
                </a:lnTo>
                <a:lnTo>
                  <a:pt x="610571" y="144993"/>
                </a:lnTo>
                <a:lnTo>
                  <a:pt x="611940" y="144853"/>
                </a:lnTo>
                <a:lnTo>
                  <a:pt x="613277" y="144688"/>
                </a:lnTo>
                <a:lnTo>
                  <a:pt x="614584" y="144497"/>
                </a:lnTo>
                <a:lnTo>
                  <a:pt x="615861" y="144281"/>
                </a:lnTo>
                <a:lnTo>
                  <a:pt x="617106" y="144039"/>
                </a:lnTo>
                <a:lnTo>
                  <a:pt x="618321" y="143772"/>
                </a:lnTo>
                <a:lnTo>
                  <a:pt x="619505" y="143479"/>
                </a:lnTo>
                <a:lnTo>
                  <a:pt x="620659" y="143161"/>
                </a:lnTo>
                <a:lnTo>
                  <a:pt x="621781" y="142817"/>
                </a:lnTo>
                <a:lnTo>
                  <a:pt x="622873" y="142448"/>
                </a:lnTo>
                <a:lnTo>
                  <a:pt x="623935" y="142054"/>
                </a:lnTo>
                <a:lnTo>
                  <a:pt x="624965" y="141634"/>
                </a:lnTo>
                <a:lnTo>
                  <a:pt x="625965" y="141188"/>
                </a:lnTo>
                <a:lnTo>
                  <a:pt x="626934" y="140718"/>
                </a:lnTo>
                <a:lnTo>
                  <a:pt x="627873" y="140221"/>
                </a:lnTo>
                <a:lnTo>
                  <a:pt x="628780" y="139700"/>
                </a:lnTo>
                <a:lnTo>
                  <a:pt x="629658" y="139153"/>
                </a:lnTo>
                <a:lnTo>
                  <a:pt x="630504" y="138580"/>
                </a:lnTo>
                <a:lnTo>
                  <a:pt x="631319" y="137982"/>
                </a:lnTo>
                <a:lnTo>
                  <a:pt x="632103" y="137364"/>
                </a:lnTo>
                <a:lnTo>
                  <a:pt x="632853" y="136732"/>
                </a:lnTo>
                <a:lnTo>
                  <a:pt x="633570" y="136085"/>
                </a:lnTo>
                <a:lnTo>
                  <a:pt x="634254" y="135424"/>
                </a:lnTo>
                <a:lnTo>
                  <a:pt x="634904" y="134749"/>
                </a:lnTo>
                <a:lnTo>
                  <a:pt x="635521" y="134060"/>
                </a:lnTo>
                <a:lnTo>
                  <a:pt x="636104" y="133356"/>
                </a:lnTo>
                <a:lnTo>
                  <a:pt x="636655" y="132638"/>
                </a:lnTo>
                <a:lnTo>
                  <a:pt x="637171" y="131905"/>
                </a:lnTo>
                <a:lnTo>
                  <a:pt x="637655" y="131158"/>
                </a:lnTo>
                <a:lnTo>
                  <a:pt x="638105" y="130397"/>
                </a:lnTo>
                <a:lnTo>
                  <a:pt x="638522" y="129622"/>
                </a:lnTo>
                <a:lnTo>
                  <a:pt x="638905" y="128832"/>
                </a:lnTo>
                <a:lnTo>
                  <a:pt x="639255" y="128028"/>
                </a:lnTo>
                <a:lnTo>
                  <a:pt x="639572" y="127210"/>
                </a:lnTo>
                <a:lnTo>
                  <a:pt x="639856" y="126377"/>
                </a:lnTo>
                <a:lnTo>
                  <a:pt x="640106" y="125531"/>
                </a:lnTo>
                <a:lnTo>
                  <a:pt x="640322" y="124669"/>
                </a:lnTo>
                <a:lnTo>
                  <a:pt x="640506" y="123794"/>
                </a:lnTo>
                <a:lnTo>
                  <a:pt x="640656" y="122904"/>
                </a:lnTo>
                <a:lnTo>
                  <a:pt x="640773" y="122000"/>
                </a:lnTo>
                <a:lnTo>
                  <a:pt x="640856" y="121081"/>
                </a:lnTo>
                <a:lnTo>
                  <a:pt x="640906" y="120148"/>
                </a:lnTo>
                <a:lnTo>
                  <a:pt x="640923" y="119201"/>
                </a:lnTo>
                <a:lnTo>
                  <a:pt x="640908" y="118250"/>
                </a:lnTo>
                <a:lnTo>
                  <a:pt x="640866" y="117321"/>
                </a:lnTo>
                <a:lnTo>
                  <a:pt x="640794" y="116412"/>
                </a:lnTo>
                <a:lnTo>
                  <a:pt x="640694" y="115523"/>
                </a:lnTo>
                <a:lnTo>
                  <a:pt x="640566" y="114656"/>
                </a:lnTo>
                <a:lnTo>
                  <a:pt x="640409" y="113810"/>
                </a:lnTo>
                <a:lnTo>
                  <a:pt x="640224" y="112985"/>
                </a:lnTo>
                <a:lnTo>
                  <a:pt x="640010" y="112181"/>
                </a:lnTo>
                <a:lnTo>
                  <a:pt x="639768" y="111397"/>
                </a:lnTo>
                <a:lnTo>
                  <a:pt x="639497" y="110635"/>
                </a:lnTo>
                <a:lnTo>
                  <a:pt x="639197" y="109893"/>
                </a:lnTo>
                <a:lnTo>
                  <a:pt x="638869" y="109173"/>
                </a:lnTo>
                <a:lnTo>
                  <a:pt x="638513" y="108473"/>
                </a:lnTo>
                <a:lnTo>
                  <a:pt x="638128" y="107794"/>
                </a:lnTo>
                <a:lnTo>
                  <a:pt x="637714" y="107136"/>
                </a:lnTo>
                <a:lnTo>
                  <a:pt x="637272" y="106499"/>
                </a:lnTo>
                <a:lnTo>
                  <a:pt x="636802" y="105883"/>
                </a:lnTo>
                <a:lnTo>
                  <a:pt x="636303" y="105288"/>
                </a:lnTo>
                <a:lnTo>
                  <a:pt x="635775" y="104714"/>
                </a:lnTo>
                <a:lnTo>
                  <a:pt x="635219" y="104161"/>
                </a:lnTo>
                <a:lnTo>
                  <a:pt x="634634" y="103629"/>
                </a:lnTo>
                <a:lnTo>
                  <a:pt x="634021" y="103117"/>
                </a:lnTo>
                <a:lnTo>
                  <a:pt x="633380" y="102627"/>
                </a:lnTo>
                <a:lnTo>
                  <a:pt x="632709" y="102157"/>
                </a:lnTo>
                <a:lnTo>
                  <a:pt x="632006" y="101708"/>
                </a:lnTo>
                <a:lnTo>
                  <a:pt x="631265" y="101278"/>
                </a:lnTo>
                <a:lnTo>
                  <a:pt x="630486" y="100866"/>
                </a:lnTo>
                <a:lnTo>
                  <a:pt x="629669" y="100474"/>
                </a:lnTo>
                <a:lnTo>
                  <a:pt x="628814" y="100101"/>
                </a:lnTo>
                <a:lnTo>
                  <a:pt x="627921" y="99748"/>
                </a:lnTo>
                <a:lnTo>
                  <a:pt x="626990" y="99413"/>
                </a:lnTo>
                <a:lnTo>
                  <a:pt x="626022" y="99097"/>
                </a:lnTo>
                <a:lnTo>
                  <a:pt x="625015" y="98801"/>
                </a:lnTo>
                <a:lnTo>
                  <a:pt x="623971" y="98524"/>
                </a:lnTo>
                <a:lnTo>
                  <a:pt x="622889" y="98265"/>
                </a:lnTo>
                <a:lnTo>
                  <a:pt x="621769" y="98026"/>
                </a:lnTo>
                <a:lnTo>
                  <a:pt x="620611" y="97806"/>
                </a:lnTo>
                <a:lnTo>
                  <a:pt x="619415" y="97606"/>
                </a:lnTo>
                <a:lnTo>
                  <a:pt x="618182" y="97424"/>
                </a:lnTo>
                <a:lnTo>
                  <a:pt x="616910" y="97261"/>
                </a:lnTo>
                <a:lnTo>
                  <a:pt x="615601" y="97118"/>
                </a:lnTo>
                <a:lnTo>
                  <a:pt x="614253" y="96994"/>
                </a:lnTo>
                <a:lnTo>
                  <a:pt x="612868" y="96888"/>
                </a:lnTo>
                <a:lnTo>
                  <a:pt x="611445" y="96802"/>
                </a:lnTo>
                <a:lnTo>
                  <a:pt x="609984" y="96735"/>
                </a:lnTo>
                <a:lnTo>
                  <a:pt x="608486" y="96687"/>
                </a:lnTo>
                <a:lnTo>
                  <a:pt x="606949" y="96659"/>
                </a:lnTo>
                <a:lnTo>
                  <a:pt x="605374" y="96649"/>
                </a:lnTo>
                <a:lnTo>
                  <a:pt x="600741" y="96649"/>
                </a:lnTo>
                <a:lnTo>
                  <a:pt x="600212" y="96641"/>
                </a:lnTo>
                <a:lnTo>
                  <a:pt x="599693" y="96630"/>
                </a:lnTo>
                <a:close/>
                <a:moveTo>
                  <a:pt x="600252" y="75771"/>
                </a:moveTo>
                <a:lnTo>
                  <a:pt x="599723" y="75696"/>
                </a:lnTo>
                <a:lnTo>
                  <a:pt x="599199" y="75606"/>
                </a:lnTo>
                <a:lnTo>
                  <a:pt x="598680" y="75498"/>
                </a:lnTo>
                <a:lnTo>
                  <a:pt x="598167" y="75375"/>
                </a:lnTo>
                <a:lnTo>
                  <a:pt x="597660" y="75234"/>
                </a:lnTo>
                <a:lnTo>
                  <a:pt x="597158" y="75078"/>
                </a:lnTo>
                <a:lnTo>
                  <a:pt x="596662" y="74904"/>
                </a:lnTo>
                <a:lnTo>
                  <a:pt x="596171" y="74715"/>
                </a:lnTo>
                <a:lnTo>
                  <a:pt x="595686" y="74508"/>
                </a:lnTo>
                <a:lnTo>
                  <a:pt x="595207" y="74286"/>
                </a:lnTo>
                <a:lnTo>
                  <a:pt x="594733" y="74046"/>
                </a:lnTo>
                <a:lnTo>
                  <a:pt x="594264" y="73791"/>
                </a:lnTo>
                <a:lnTo>
                  <a:pt x="593801" y="73518"/>
                </a:lnTo>
                <a:lnTo>
                  <a:pt x="593344" y="73230"/>
                </a:lnTo>
                <a:lnTo>
                  <a:pt x="592892" y="72924"/>
                </a:lnTo>
                <a:lnTo>
                  <a:pt x="592446" y="72603"/>
                </a:lnTo>
                <a:lnTo>
                  <a:pt x="592006" y="72264"/>
                </a:lnTo>
                <a:lnTo>
                  <a:pt x="591570" y="71910"/>
                </a:lnTo>
                <a:lnTo>
                  <a:pt x="591141" y="71538"/>
                </a:lnTo>
                <a:lnTo>
                  <a:pt x="590717" y="71151"/>
                </a:lnTo>
                <a:lnTo>
                  <a:pt x="590305" y="70746"/>
                </a:lnTo>
                <a:lnTo>
                  <a:pt x="589910" y="70325"/>
                </a:lnTo>
                <a:lnTo>
                  <a:pt x="589532" y="69887"/>
                </a:lnTo>
                <a:lnTo>
                  <a:pt x="589173" y="69432"/>
                </a:lnTo>
                <a:lnTo>
                  <a:pt x="588830" y="68960"/>
                </a:lnTo>
                <a:lnTo>
                  <a:pt x="588506" y="68471"/>
                </a:lnTo>
                <a:lnTo>
                  <a:pt x="588199" y="67966"/>
                </a:lnTo>
                <a:lnTo>
                  <a:pt x="587909" y="67443"/>
                </a:lnTo>
                <a:lnTo>
                  <a:pt x="587637" y="66904"/>
                </a:lnTo>
                <a:lnTo>
                  <a:pt x="587383" y="66349"/>
                </a:lnTo>
                <a:lnTo>
                  <a:pt x="587146" y="65776"/>
                </a:lnTo>
                <a:lnTo>
                  <a:pt x="586926" y="65187"/>
                </a:lnTo>
                <a:lnTo>
                  <a:pt x="586724" y="64580"/>
                </a:lnTo>
                <a:lnTo>
                  <a:pt x="586540" y="63957"/>
                </a:lnTo>
                <a:lnTo>
                  <a:pt x="586373" y="63318"/>
                </a:lnTo>
                <a:lnTo>
                  <a:pt x="586224" y="62661"/>
                </a:lnTo>
                <a:lnTo>
                  <a:pt x="586093" y="61987"/>
                </a:lnTo>
                <a:lnTo>
                  <a:pt x="585979" y="61297"/>
                </a:lnTo>
                <a:lnTo>
                  <a:pt x="585882" y="60590"/>
                </a:lnTo>
                <a:lnTo>
                  <a:pt x="585803" y="59866"/>
                </a:lnTo>
                <a:lnTo>
                  <a:pt x="585742" y="59126"/>
                </a:lnTo>
                <a:lnTo>
                  <a:pt x="585698" y="58368"/>
                </a:lnTo>
                <a:lnTo>
                  <a:pt x="585671" y="57594"/>
                </a:lnTo>
                <a:lnTo>
                  <a:pt x="585663" y="56803"/>
                </a:lnTo>
                <a:lnTo>
                  <a:pt x="585671" y="56019"/>
                </a:lnTo>
                <a:lnTo>
                  <a:pt x="585695" y="55251"/>
                </a:lnTo>
                <a:lnTo>
                  <a:pt x="585736" y="54499"/>
                </a:lnTo>
                <a:lnTo>
                  <a:pt x="585794" y="53763"/>
                </a:lnTo>
                <a:lnTo>
                  <a:pt x="585867" y="53043"/>
                </a:lnTo>
                <a:lnTo>
                  <a:pt x="585958" y="52339"/>
                </a:lnTo>
                <a:lnTo>
                  <a:pt x="586064" y="51651"/>
                </a:lnTo>
                <a:lnTo>
                  <a:pt x="586187" y="50979"/>
                </a:lnTo>
                <a:lnTo>
                  <a:pt x="586326" y="50323"/>
                </a:lnTo>
                <a:lnTo>
                  <a:pt x="586482" y="49684"/>
                </a:lnTo>
                <a:lnTo>
                  <a:pt x="586654" y="49060"/>
                </a:lnTo>
                <a:lnTo>
                  <a:pt x="586842" y="48452"/>
                </a:lnTo>
                <a:lnTo>
                  <a:pt x="587047" y="47861"/>
                </a:lnTo>
                <a:lnTo>
                  <a:pt x="587268" y="47285"/>
                </a:lnTo>
                <a:lnTo>
                  <a:pt x="587505" y="46726"/>
                </a:lnTo>
                <a:lnTo>
                  <a:pt x="587759" y="46183"/>
                </a:lnTo>
                <a:lnTo>
                  <a:pt x="588030" y="45655"/>
                </a:lnTo>
                <a:lnTo>
                  <a:pt x="588316" y="45144"/>
                </a:lnTo>
                <a:lnTo>
                  <a:pt x="588619" y="44649"/>
                </a:lnTo>
                <a:lnTo>
                  <a:pt x="588939" y="44169"/>
                </a:lnTo>
                <a:lnTo>
                  <a:pt x="589274" y="43706"/>
                </a:lnTo>
                <a:lnTo>
                  <a:pt x="589627" y="43259"/>
                </a:lnTo>
                <a:lnTo>
                  <a:pt x="589995" y="42828"/>
                </a:lnTo>
                <a:lnTo>
                  <a:pt x="590380" y="42413"/>
                </a:lnTo>
                <a:lnTo>
                  <a:pt x="590778" y="42015"/>
                </a:lnTo>
                <a:lnTo>
                  <a:pt x="591186" y="41633"/>
                </a:lnTo>
                <a:lnTo>
                  <a:pt x="591603" y="41269"/>
                </a:lnTo>
                <a:lnTo>
                  <a:pt x="592030" y="40921"/>
                </a:lnTo>
                <a:lnTo>
                  <a:pt x="592466" y="40590"/>
                </a:lnTo>
                <a:lnTo>
                  <a:pt x="592912" y="40277"/>
                </a:lnTo>
                <a:lnTo>
                  <a:pt x="593368" y="39980"/>
                </a:lnTo>
                <a:lnTo>
                  <a:pt x="593834" y="39700"/>
                </a:lnTo>
                <a:lnTo>
                  <a:pt x="594309" y="39437"/>
                </a:lnTo>
                <a:lnTo>
                  <a:pt x="594794" y="39191"/>
                </a:lnTo>
                <a:lnTo>
                  <a:pt x="595288" y="38962"/>
                </a:lnTo>
                <a:lnTo>
                  <a:pt x="595792" y="38750"/>
                </a:lnTo>
                <a:lnTo>
                  <a:pt x="596306" y="38555"/>
                </a:lnTo>
                <a:lnTo>
                  <a:pt x="596829" y="38377"/>
                </a:lnTo>
                <a:lnTo>
                  <a:pt x="597362" y="38216"/>
                </a:lnTo>
                <a:lnTo>
                  <a:pt x="597905" y="38072"/>
                </a:lnTo>
                <a:lnTo>
                  <a:pt x="598458" y="37945"/>
                </a:lnTo>
                <a:lnTo>
                  <a:pt x="599020" y="37835"/>
                </a:lnTo>
                <a:lnTo>
                  <a:pt x="599591" y="37742"/>
                </a:lnTo>
                <a:lnTo>
                  <a:pt x="600173" y="37665"/>
                </a:lnTo>
                <a:lnTo>
                  <a:pt x="600764" y="37606"/>
                </a:lnTo>
                <a:lnTo>
                  <a:pt x="601364" y="37564"/>
                </a:lnTo>
                <a:lnTo>
                  <a:pt x="601974" y="37538"/>
                </a:lnTo>
                <a:lnTo>
                  <a:pt x="602594" y="37530"/>
                </a:lnTo>
                <a:lnTo>
                  <a:pt x="603214" y="37538"/>
                </a:lnTo>
                <a:lnTo>
                  <a:pt x="603823" y="37563"/>
                </a:lnTo>
                <a:lnTo>
                  <a:pt x="604422" y="37604"/>
                </a:lnTo>
                <a:lnTo>
                  <a:pt x="605010" y="37662"/>
                </a:lnTo>
                <a:lnTo>
                  <a:pt x="605588" y="37736"/>
                </a:lnTo>
                <a:lnTo>
                  <a:pt x="606156" y="37827"/>
                </a:lnTo>
                <a:lnTo>
                  <a:pt x="606713" y="37934"/>
                </a:lnTo>
                <a:lnTo>
                  <a:pt x="607260" y="38058"/>
                </a:lnTo>
                <a:lnTo>
                  <a:pt x="607797" y="38198"/>
                </a:lnTo>
                <a:lnTo>
                  <a:pt x="608323" y="38355"/>
                </a:lnTo>
                <a:lnTo>
                  <a:pt x="608839" y="38528"/>
                </a:lnTo>
                <a:lnTo>
                  <a:pt x="609344" y="38718"/>
                </a:lnTo>
                <a:lnTo>
                  <a:pt x="609839" y="38925"/>
                </a:lnTo>
                <a:lnTo>
                  <a:pt x="610324" y="39147"/>
                </a:lnTo>
                <a:lnTo>
                  <a:pt x="610798" y="39387"/>
                </a:lnTo>
                <a:lnTo>
                  <a:pt x="611262" y="39643"/>
                </a:lnTo>
                <a:lnTo>
                  <a:pt x="611715" y="39915"/>
                </a:lnTo>
                <a:lnTo>
                  <a:pt x="612158" y="40204"/>
                </a:lnTo>
                <a:lnTo>
                  <a:pt x="612591" y="40509"/>
                </a:lnTo>
                <a:lnTo>
                  <a:pt x="613013" y="40831"/>
                </a:lnTo>
                <a:lnTo>
                  <a:pt x="613425" y="41170"/>
                </a:lnTo>
                <a:lnTo>
                  <a:pt x="613826" y="41525"/>
                </a:lnTo>
                <a:lnTo>
                  <a:pt x="614218" y="41896"/>
                </a:lnTo>
                <a:lnTo>
                  <a:pt x="614598" y="42284"/>
                </a:lnTo>
                <a:lnTo>
                  <a:pt x="614966" y="42689"/>
                </a:lnTo>
                <a:lnTo>
                  <a:pt x="615318" y="43111"/>
                </a:lnTo>
                <a:lnTo>
                  <a:pt x="615655" y="43552"/>
                </a:lnTo>
                <a:lnTo>
                  <a:pt x="615975" y="44010"/>
                </a:lnTo>
                <a:lnTo>
                  <a:pt x="616280" y="44485"/>
                </a:lnTo>
                <a:lnTo>
                  <a:pt x="616570" y="44979"/>
                </a:lnTo>
                <a:lnTo>
                  <a:pt x="616844" y="45490"/>
                </a:lnTo>
                <a:lnTo>
                  <a:pt x="617102" y="46019"/>
                </a:lnTo>
                <a:lnTo>
                  <a:pt x="617345" y="46565"/>
                </a:lnTo>
                <a:lnTo>
                  <a:pt x="617571" y="47130"/>
                </a:lnTo>
                <a:lnTo>
                  <a:pt x="617783" y="47712"/>
                </a:lnTo>
                <a:lnTo>
                  <a:pt x="617978" y="48311"/>
                </a:lnTo>
                <a:lnTo>
                  <a:pt x="618158" y="48929"/>
                </a:lnTo>
                <a:lnTo>
                  <a:pt x="618323" y="49564"/>
                </a:lnTo>
                <a:lnTo>
                  <a:pt x="618471" y="50217"/>
                </a:lnTo>
                <a:lnTo>
                  <a:pt x="618604" y="50888"/>
                </a:lnTo>
                <a:lnTo>
                  <a:pt x="618722" y="51576"/>
                </a:lnTo>
                <a:lnTo>
                  <a:pt x="618823" y="52282"/>
                </a:lnTo>
                <a:lnTo>
                  <a:pt x="618909" y="53006"/>
                </a:lnTo>
                <a:lnTo>
                  <a:pt x="618980" y="53747"/>
                </a:lnTo>
                <a:lnTo>
                  <a:pt x="619035" y="54506"/>
                </a:lnTo>
                <a:lnTo>
                  <a:pt x="619074" y="55283"/>
                </a:lnTo>
                <a:lnTo>
                  <a:pt x="619097" y="56078"/>
                </a:lnTo>
                <a:lnTo>
                  <a:pt x="619105" y="56890"/>
                </a:lnTo>
                <a:lnTo>
                  <a:pt x="619097" y="57667"/>
                </a:lnTo>
                <a:lnTo>
                  <a:pt x="619073" y="58428"/>
                </a:lnTo>
                <a:lnTo>
                  <a:pt x="619033" y="59173"/>
                </a:lnTo>
                <a:lnTo>
                  <a:pt x="618976" y="59901"/>
                </a:lnTo>
                <a:lnTo>
                  <a:pt x="618904" y="60614"/>
                </a:lnTo>
                <a:lnTo>
                  <a:pt x="618815" y="61311"/>
                </a:lnTo>
                <a:lnTo>
                  <a:pt x="618711" y="61991"/>
                </a:lnTo>
                <a:lnTo>
                  <a:pt x="618590" y="62656"/>
                </a:lnTo>
                <a:lnTo>
                  <a:pt x="618453" y="63304"/>
                </a:lnTo>
                <a:lnTo>
                  <a:pt x="618301" y="63937"/>
                </a:lnTo>
                <a:lnTo>
                  <a:pt x="618132" y="64553"/>
                </a:lnTo>
                <a:lnTo>
                  <a:pt x="617947" y="65154"/>
                </a:lnTo>
                <a:lnTo>
                  <a:pt x="617746" y="65738"/>
                </a:lnTo>
                <a:lnTo>
                  <a:pt x="617528" y="66306"/>
                </a:lnTo>
                <a:lnTo>
                  <a:pt x="617295" y="66858"/>
                </a:lnTo>
                <a:lnTo>
                  <a:pt x="617046" y="67395"/>
                </a:lnTo>
                <a:lnTo>
                  <a:pt x="616780" y="67915"/>
                </a:lnTo>
                <a:lnTo>
                  <a:pt x="616499" y="68419"/>
                </a:lnTo>
                <a:lnTo>
                  <a:pt x="616201" y="68907"/>
                </a:lnTo>
                <a:lnTo>
                  <a:pt x="615888" y="69379"/>
                </a:lnTo>
                <a:lnTo>
                  <a:pt x="615558" y="69835"/>
                </a:lnTo>
                <a:lnTo>
                  <a:pt x="615212" y="70274"/>
                </a:lnTo>
                <a:lnTo>
                  <a:pt x="614850" y="70698"/>
                </a:lnTo>
                <a:lnTo>
                  <a:pt x="614472" y="71106"/>
                </a:lnTo>
                <a:lnTo>
                  <a:pt x="614081" y="71497"/>
                </a:lnTo>
                <a:lnTo>
                  <a:pt x="613680" y="71872"/>
                </a:lnTo>
                <a:lnTo>
                  <a:pt x="613270" y="72230"/>
                </a:lnTo>
                <a:lnTo>
                  <a:pt x="612850" y="72572"/>
                </a:lnTo>
                <a:lnTo>
                  <a:pt x="612421" y="72896"/>
                </a:lnTo>
                <a:lnTo>
                  <a:pt x="611982" y="73204"/>
                </a:lnTo>
                <a:lnTo>
                  <a:pt x="611533" y="73496"/>
                </a:lnTo>
                <a:lnTo>
                  <a:pt x="611074" y="73771"/>
                </a:lnTo>
                <a:lnTo>
                  <a:pt x="610606" y="74029"/>
                </a:lnTo>
                <a:lnTo>
                  <a:pt x="610128" y="74270"/>
                </a:lnTo>
                <a:lnTo>
                  <a:pt x="609641" y="74495"/>
                </a:lnTo>
                <a:lnTo>
                  <a:pt x="609144" y="74703"/>
                </a:lnTo>
                <a:lnTo>
                  <a:pt x="608637" y="74895"/>
                </a:lnTo>
                <a:lnTo>
                  <a:pt x="608121" y="75070"/>
                </a:lnTo>
                <a:lnTo>
                  <a:pt x="607595" y="75228"/>
                </a:lnTo>
                <a:lnTo>
                  <a:pt x="607059" y="75370"/>
                </a:lnTo>
                <a:lnTo>
                  <a:pt x="606514" y="75495"/>
                </a:lnTo>
                <a:lnTo>
                  <a:pt x="605959" y="75603"/>
                </a:lnTo>
                <a:lnTo>
                  <a:pt x="605394" y="75694"/>
                </a:lnTo>
                <a:lnTo>
                  <a:pt x="604820" y="75769"/>
                </a:lnTo>
                <a:lnTo>
                  <a:pt x="604236" y="75828"/>
                </a:lnTo>
                <a:lnTo>
                  <a:pt x="603642" y="75869"/>
                </a:lnTo>
                <a:lnTo>
                  <a:pt x="603039" y="75894"/>
                </a:lnTo>
                <a:lnTo>
                  <a:pt x="602426" y="75903"/>
                </a:lnTo>
                <a:lnTo>
                  <a:pt x="601874" y="75894"/>
                </a:lnTo>
                <a:lnTo>
                  <a:pt x="601328" y="75870"/>
                </a:lnTo>
                <a:lnTo>
                  <a:pt x="600787" y="75828"/>
                </a:lnTo>
                <a:lnTo>
                  <a:pt x="600252" y="75771"/>
                </a:lnTo>
                <a:close/>
                <a:moveTo>
                  <a:pt x="599295" y="134996"/>
                </a:moveTo>
                <a:lnTo>
                  <a:pt x="598443" y="134934"/>
                </a:lnTo>
                <a:lnTo>
                  <a:pt x="597614" y="134858"/>
                </a:lnTo>
                <a:lnTo>
                  <a:pt x="596807" y="134769"/>
                </a:lnTo>
                <a:lnTo>
                  <a:pt x="596024" y="134666"/>
                </a:lnTo>
                <a:lnTo>
                  <a:pt x="595263" y="134548"/>
                </a:lnTo>
                <a:lnTo>
                  <a:pt x="594525" y="134417"/>
                </a:lnTo>
                <a:lnTo>
                  <a:pt x="593810" y="134273"/>
                </a:lnTo>
                <a:lnTo>
                  <a:pt x="593118" y="134114"/>
                </a:lnTo>
                <a:lnTo>
                  <a:pt x="592448" y="133942"/>
                </a:lnTo>
                <a:lnTo>
                  <a:pt x="591801" y="133756"/>
                </a:lnTo>
                <a:lnTo>
                  <a:pt x="591178" y="133556"/>
                </a:lnTo>
                <a:lnTo>
                  <a:pt x="590577" y="133343"/>
                </a:lnTo>
                <a:lnTo>
                  <a:pt x="589998" y="133115"/>
                </a:lnTo>
                <a:lnTo>
                  <a:pt x="589443" y="132874"/>
                </a:lnTo>
                <a:lnTo>
                  <a:pt x="588910" y="132619"/>
                </a:lnTo>
                <a:lnTo>
                  <a:pt x="588400" y="132350"/>
                </a:lnTo>
                <a:lnTo>
                  <a:pt x="587913" y="132068"/>
                </a:lnTo>
                <a:lnTo>
                  <a:pt x="587449" y="131771"/>
                </a:lnTo>
                <a:lnTo>
                  <a:pt x="587008" y="131461"/>
                </a:lnTo>
                <a:lnTo>
                  <a:pt x="586589" y="131137"/>
                </a:lnTo>
                <a:lnTo>
                  <a:pt x="586191" y="130805"/>
                </a:lnTo>
                <a:lnTo>
                  <a:pt x="585809" y="130467"/>
                </a:lnTo>
                <a:lnTo>
                  <a:pt x="585444" y="130125"/>
                </a:lnTo>
                <a:lnTo>
                  <a:pt x="585096" y="129779"/>
                </a:lnTo>
                <a:lnTo>
                  <a:pt x="584766" y="129429"/>
                </a:lnTo>
                <a:lnTo>
                  <a:pt x="584452" y="129074"/>
                </a:lnTo>
                <a:lnTo>
                  <a:pt x="584155" y="128715"/>
                </a:lnTo>
                <a:lnTo>
                  <a:pt x="583875" y="128351"/>
                </a:lnTo>
                <a:lnTo>
                  <a:pt x="583612" y="127983"/>
                </a:lnTo>
                <a:lnTo>
                  <a:pt x="583366" y="127610"/>
                </a:lnTo>
                <a:lnTo>
                  <a:pt x="583137" y="127233"/>
                </a:lnTo>
                <a:lnTo>
                  <a:pt x="582925" y="126852"/>
                </a:lnTo>
                <a:lnTo>
                  <a:pt x="582730" y="126466"/>
                </a:lnTo>
                <a:lnTo>
                  <a:pt x="582552" y="126076"/>
                </a:lnTo>
                <a:lnTo>
                  <a:pt x="582391" y="125682"/>
                </a:lnTo>
                <a:lnTo>
                  <a:pt x="582246" y="125283"/>
                </a:lnTo>
                <a:lnTo>
                  <a:pt x="582119" y="124880"/>
                </a:lnTo>
                <a:lnTo>
                  <a:pt x="582009" y="124472"/>
                </a:lnTo>
                <a:lnTo>
                  <a:pt x="581916" y="124060"/>
                </a:lnTo>
                <a:lnTo>
                  <a:pt x="581839" y="123644"/>
                </a:lnTo>
                <a:lnTo>
                  <a:pt x="581780" y="123223"/>
                </a:lnTo>
                <a:lnTo>
                  <a:pt x="581737" y="122798"/>
                </a:lnTo>
                <a:lnTo>
                  <a:pt x="581712" y="122368"/>
                </a:lnTo>
                <a:lnTo>
                  <a:pt x="581704" y="121934"/>
                </a:lnTo>
                <a:lnTo>
                  <a:pt x="581709" y="121544"/>
                </a:lnTo>
                <a:lnTo>
                  <a:pt x="581724" y="121157"/>
                </a:lnTo>
                <a:lnTo>
                  <a:pt x="581750" y="120775"/>
                </a:lnTo>
                <a:lnTo>
                  <a:pt x="581787" y="120396"/>
                </a:lnTo>
                <a:lnTo>
                  <a:pt x="581833" y="120021"/>
                </a:lnTo>
                <a:lnTo>
                  <a:pt x="581890" y="119650"/>
                </a:lnTo>
                <a:lnTo>
                  <a:pt x="581958" y="119283"/>
                </a:lnTo>
                <a:lnTo>
                  <a:pt x="582036" y="118920"/>
                </a:lnTo>
                <a:lnTo>
                  <a:pt x="582124" y="118561"/>
                </a:lnTo>
                <a:lnTo>
                  <a:pt x="582223" y="118206"/>
                </a:lnTo>
                <a:lnTo>
                  <a:pt x="582332" y="117855"/>
                </a:lnTo>
                <a:lnTo>
                  <a:pt x="582451" y="117508"/>
                </a:lnTo>
                <a:lnTo>
                  <a:pt x="582581" y="117165"/>
                </a:lnTo>
                <a:lnTo>
                  <a:pt x="582721" y="116825"/>
                </a:lnTo>
                <a:lnTo>
                  <a:pt x="582872" y="116490"/>
                </a:lnTo>
                <a:lnTo>
                  <a:pt x="583033" y="116158"/>
                </a:lnTo>
                <a:lnTo>
                  <a:pt x="583204" y="115831"/>
                </a:lnTo>
                <a:lnTo>
                  <a:pt x="583386" y="115507"/>
                </a:lnTo>
                <a:lnTo>
                  <a:pt x="583578" y="115188"/>
                </a:lnTo>
                <a:lnTo>
                  <a:pt x="583780" y="114872"/>
                </a:lnTo>
                <a:lnTo>
                  <a:pt x="583993" y="114560"/>
                </a:lnTo>
                <a:lnTo>
                  <a:pt x="584216" y="114252"/>
                </a:lnTo>
                <a:lnTo>
                  <a:pt x="584450" y="113948"/>
                </a:lnTo>
                <a:lnTo>
                  <a:pt x="584694" y="113648"/>
                </a:lnTo>
                <a:lnTo>
                  <a:pt x="584948" y="113354"/>
                </a:lnTo>
                <a:lnTo>
                  <a:pt x="585212" y="113067"/>
                </a:lnTo>
                <a:lnTo>
                  <a:pt x="585486" y="112787"/>
                </a:lnTo>
                <a:lnTo>
                  <a:pt x="585769" y="112514"/>
                </a:lnTo>
                <a:lnTo>
                  <a:pt x="586062" y="112249"/>
                </a:lnTo>
                <a:lnTo>
                  <a:pt x="586366" y="111991"/>
                </a:lnTo>
                <a:lnTo>
                  <a:pt x="586678" y="111740"/>
                </a:lnTo>
                <a:lnTo>
                  <a:pt x="587001" y="111497"/>
                </a:lnTo>
                <a:lnTo>
                  <a:pt x="587334" y="111260"/>
                </a:lnTo>
                <a:lnTo>
                  <a:pt x="587676" y="111031"/>
                </a:lnTo>
                <a:lnTo>
                  <a:pt x="588028" y="110809"/>
                </a:lnTo>
                <a:lnTo>
                  <a:pt x="588390" y="110595"/>
                </a:lnTo>
                <a:lnTo>
                  <a:pt x="588762" y="110388"/>
                </a:lnTo>
                <a:lnTo>
                  <a:pt x="589143" y="110188"/>
                </a:lnTo>
                <a:lnTo>
                  <a:pt x="589534" y="109995"/>
                </a:lnTo>
                <a:lnTo>
                  <a:pt x="589935" y="109810"/>
                </a:lnTo>
                <a:lnTo>
                  <a:pt x="590346" y="109632"/>
                </a:lnTo>
                <a:lnTo>
                  <a:pt x="590767" y="109461"/>
                </a:lnTo>
                <a:lnTo>
                  <a:pt x="591197" y="109297"/>
                </a:lnTo>
                <a:lnTo>
                  <a:pt x="591638" y="109141"/>
                </a:lnTo>
                <a:lnTo>
                  <a:pt x="592088" y="108992"/>
                </a:lnTo>
                <a:lnTo>
                  <a:pt x="592548" y="108850"/>
                </a:lnTo>
                <a:lnTo>
                  <a:pt x="593017" y="108715"/>
                </a:lnTo>
                <a:lnTo>
                  <a:pt x="593497" y="108588"/>
                </a:lnTo>
                <a:lnTo>
                  <a:pt x="604869" y="108588"/>
                </a:lnTo>
                <a:lnTo>
                  <a:pt x="605620" y="108591"/>
                </a:lnTo>
                <a:lnTo>
                  <a:pt x="606356" y="108598"/>
                </a:lnTo>
                <a:lnTo>
                  <a:pt x="607077" y="108611"/>
                </a:lnTo>
                <a:lnTo>
                  <a:pt x="607784" y="108629"/>
                </a:lnTo>
                <a:lnTo>
                  <a:pt x="608477" y="108652"/>
                </a:lnTo>
                <a:lnTo>
                  <a:pt x="609154" y="108681"/>
                </a:lnTo>
                <a:lnTo>
                  <a:pt x="609818" y="108714"/>
                </a:lnTo>
                <a:lnTo>
                  <a:pt x="610466" y="108753"/>
                </a:lnTo>
                <a:lnTo>
                  <a:pt x="611100" y="108797"/>
                </a:lnTo>
                <a:lnTo>
                  <a:pt x="611719" y="108846"/>
                </a:lnTo>
                <a:lnTo>
                  <a:pt x="612324" y="108900"/>
                </a:lnTo>
                <a:lnTo>
                  <a:pt x="612914" y="108959"/>
                </a:lnTo>
                <a:lnTo>
                  <a:pt x="613489" y="109023"/>
                </a:lnTo>
                <a:lnTo>
                  <a:pt x="614050" y="109093"/>
                </a:lnTo>
                <a:lnTo>
                  <a:pt x="614596" y="109168"/>
                </a:lnTo>
                <a:lnTo>
                  <a:pt x="615127" y="109248"/>
                </a:lnTo>
                <a:lnTo>
                  <a:pt x="615644" y="109333"/>
                </a:lnTo>
                <a:lnTo>
                  <a:pt x="616146" y="109423"/>
                </a:lnTo>
                <a:lnTo>
                  <a:pt x="616634" y="109518"/>
                </a:lnTo>
                <a:lnTo>
                  <a:pt x="617107" y="109618"/>
                </a:lnTo>
                <a:lnTo>
                  <a:pt x="617565" y="109724"/>
                </a:lnTo>
                <a:lnTo>
                  <a:pt x="618009" y="109835"/>
                </a:lnTo>
                <a:lnTo>
                  <a:pt x="618438" y="109951"/>
                </a:lnTo>
                <a:lnTo>
                  <a:pt x="618852" y="110072"/>
                </a:lnTo>
                <a:lnTo>
                  <a:pt x="619254" y="110197"/>
                </a:lnTo>
                <a:lnTo>
                  <a:pt x="619646" y="110327"/>
                </a:lnTo>
                <a:lnTo>
                  <a:pt x="620026" y="110461"/>
                </a:lnTo>
                <a:lnTo>
                  <a:pt x="620397" y="110598"/>
                </a:lnTo>
                <a:lnTo>
                  <a:pt x="620756" y="110740"/>
                </a:lnTo>
                <a:lnTo>
                  <a:pt x="621106" y="110886"/>
                </a:lnTo>
                <a:lnTo>
                  <a:pt x="621444" y="111036"/>
                </a:lnTo>
                <a:lnTo>
                  <a:pt x="621773" y="111190"/>
                </a:lnTo>
                <a:lnTo>
                  <a:pt x="622090" y="111348"/>
                </a:lnTo>
                <a:lnTo>
                  <a:pt x="622397" y="111511"/>
                </a:lnTo>
                <a:lnTo>
                  <a:pt x="622694" y="111677"/>
                </a:lnTo>
                <a:lnTo>
                  <a:pt x="622980" y="111848"/>
                </a:lnTo>
                <a:lnTo>
                  <a:pt x="623255" y="112022"/>
                </a:lnTo>
                <a:lnTo>
                  <a:pt x="623520" y="112201"/>
                </a:lnTo>
                <a:lnTo>
                  <a:pt x="623775" y="112383"/>
                </a:lnTo>
                <a:lnTo>
                  <a:pt x="624019" y="112570"/>
                </a:lnTo>
                <a:lnTo>
                  <a:pt x="624252" y="112761"/>
                </a:lnTo>
                <a:lnTo>
                  <a:pt x="624475" y="112956"/>
                </a:lnTo>
                <a:lnTo>
                  <a:pt x="624688" y="113155"/>
                </a:lnTo>
                <a:lnTo>
                  <a:pt x="624889" y="113359"/>
                </a:lnTo>
                <a:lnTo>
                  <a:pt x="625081" y="113566"/>
                </a:lnTo>
                <a:lnTo>
                  <a:pt x="625261" y="113777"/>
                </a:lnTo>
                <a:lnTo>
                  <a:pt x="625432" y="113993"/>
                </a:lnTo>
                <a:lnTo>
                  <a:pt x="625591" y="114212"/>
                </a:lnTo>
                <a:lnTo>
                  <a:pt x="625743" y="114436"/>
                </a:lnTo>
                <a:lnTo>
                  <a:pt x="625887" y="114663"/>
                </a:lnTo>
                <a:lnTo>
                  <a:pt x="626026" y="114893"/>
                </a:lnTo>
                <a:lnTo>
                  <a:pt x="626158" y="115127"/>
                </a:lnTo>
                <a:lnTo>
                  <a:pt x="626283" y="115365"/>
                </a:lnTo>
                <a:lnTo>
                  <a:pt x="626402" y="115606"/>
                </a:lnTo>
                <a:lnTo>
                  <a:pt x="626515" y="115850"/>
                </a:lnTo>
                <a:lnTo>
                  <a:pt x="626621" y="116098"/>
                </a:lnTo>
                <a:lnTo>
                  <a:pt x="626721" y="116350"/>
                </a:lnTo>
                <a:lnTo>
                  <a:pt x="626814" y="116605"/>
                </a:lnTo>
                <a:lnTo>
                  <a:pt x="626901" y="116863"/>
                </a:lnTo>
                <a:lnTo>
                  <a:pt x="626981" y="117125"/>
                </a:lnTo>
                <a:lnTo>
                  <a:pt x="627055" y="117391"/>
                </a:lnTo>
                <a:lnTo>
                  <a:pt x="627123" y="117659"/>
                </a:lnTo>
                <a:lnTo>
                  <a:pt x="627184" y="117932"/>
                </a:lnTo>
                <a:lnTo>
                  <a:pt x="627239" y="118208"/>
                </a:lnTo>
                <a:lnTo>
                  <a:pt x="627287" y="118487"/>
                </a:lnTo>
                <a:lnTo>
                  <a:pt x="627329" y="118770"/>
                </a:lnTo>
                <a:lnTo>
                  <a:pt x="627364" y="119056"/>
                </a:lnTo>
                <a:lnTo>
                  <a:pt x="627393" y="119346"/>
                </a:lnTo>
                <a:lnTo>
                  <a:pt x="627416" y="119639"/>
                </a:lnTo>
                <a:lnTo>
                  <a:pt x="627432" y="119936"/>
                </a:lnTo>
                <a:lnTo>
                  <a:pt x="627441" y="120236"/>
                </a:lnTo>
                <a:lnTo>
                  <a:pt x="627445" y="120540"/>
                </a:lnTo>
                <a:lnTo>
                  <a:pt x="627435" y="121053"/>
                </a:lnTo>
                <a:lnTo>
                  <a:pt x="627406" y="121558"/>
                </a:lnTo>
                <a:lnTo>
                  <a:pt x="627357" y="122057"/>
                </a:lnTo>
                <a:lnTo>
                  <a:pt x="627289" y="122549"/>
                </a:lnTo>
                <a:lnTo>
                  <a:pt x="627201" y="123034"/>
                </a:lnTo>
                <a:lnTo>
                  <a:pt x="627094" y="123511"/>
                </a:lnTo>
                <a:lnTo>
                  <a:pt x="626968" y="123982"/>
                </a:lnTo>
                <a:lnTo>
                  <a:pt x="626822" y="124446"/>
                </a:lnTo>
                <a:lnTo>
                  <a:pt x="626657" y="124903"/>
                </a:lnTo>
                <a:lnTo>
                  <a:pt x="626472" y="125353"/>
                </a:lnTo>
                <a:lnTo>
                  <a:pt x="626268" y="125796"/>
                </a:lnTo>
                <a:lnTo>
                  <a:pt x="626044" y="126231"/>
                </a:lnTo>
                <a:lnTo>
                  <a:pt x="625801" y="126660"/>
                </a:lnTo>
                <a:lnTo>
                  <a:pt x="625538" y="127082"/>
                </a:lnTo>
                <a:lnTo>
                  <a:pt x="625256" y="127497"/>
                </a:lnTo>
                <a:lnTo>
                  <a:pt x="624955" y="127905"/>
                </a:lnTo>
                <a:lnTo>
                  <a:pt x="624634" y="128307"/>
                </a:lnTo>
                <a:lnTo>
                  <a:pt x="624294" y="128701"/>
                </a:lnTo>
                <a:lnTo>
                  <a:pt x="623934" y="129088"/>
                </a:lnTo>
                <a:lnTo>
                  <a:pt x="623554" y="129468"/>
                </a:lnTo>
                <a:lnTo>
                  <a:pt x="623156" y="129841"/>
                </a:lnTo>
                <a:lnTo>
                  <a:pt x="622737" y="130207"/>
                </a:lnTo>
                <a:lnTo>
                  <a:pt x="622300" y="130566"/>
                </a:lnTo>
                <a:lnTo>
                  <a:pt x="621843" y="130919"/>
                </a:lnTo>
                <a:lnTo>
                  <a:pt x="621363" y="131260"/>
                </a:lnTo>
                <a:lnTo>
                  <a:pt x="620856" y="131588"/>
                </a:lnTo>
                <a:lnTo>
                  <a:pt x="620322" y="131900"/>
                </a:lnTo>
                <a:lnTo>
                  <a:pt x="619761" y="132198"/>
                </a:lnTo>
                <a:lnTo>
                  <a:pt x="619174" y="132482"/>
                </a:lnTo>
                <a:lnTo>
                  <a:pt x="618560" y="132751"/>
                </a:lnTo>
                <a:lnTo>
                  <a:pt x="617919" y="133005"/>
                </a:lnTo>
                <a:lnTo>
                  <a:pt x="617252" y="133245"/>
                </a:lnTo>
                <a:lnTo>
                  <a:pt x="616557" y="133471"/>
                </a:lnTo>
                <a:lnTo>
                  <a:pt x="615836" y="133682"/>
                </a:lnTo>
                <a:lnTo>
                  <a:pt x="615089" y="133878"/>
                </a:lnTo>
                <a:lnTo>
                  <a:pt x="614314" y="134060"/>
                </a:lnTo>
                <a:lnTo>
                  <a:pt x="613513" y="134227"/>
                </a:lnTo>
                <a:lnTo>
                  <a:pt x="612685" y="134379"/>
                </a:lnTo>
                <a:lnTo>
                  <a:pt x="611830" y="134518"/>
                </a:lnTo>
                <a:lnTo>
                  <a:pt x="610948" y="134641"/>
                </a:lnTo>
                <a:lnTo>
                  <a:pt x="610040" y="134750"/>
                </a:lnTo>
                <a:lnTo>
                  <a:pt x="609104" y="134845"/>
                </a:lnTo>
                <a:lnTo>
                  <a:pt x="608142" y="134925"/>
                </a:lnTo>
                <a:lnTo>
                  <a:pt x="607154" y="134990"/>
                </a:lnTo>
                <a:lnTo>
                  <a:pt x="606138" y="135041"/>
                </a:lnTo>
                <a:lnTo>
                  <a:pt x="605096" y="135077"/>
                </a:lnTo>
                <a:lnTo>
                  <a:pt x="604027" y="135099"/>
                </a:lnTo>
                <a:lnTo>
                  <a:pt x="602931" y="135107"/>
                </a:lnTo>
                <a:lnTo>
                  <a:pt x="601988" y="135100"/>
                </a:lnTo>
                <a:lnTo>
                  <a:pt x="601068" y="135079"/>
                </a:lnTo>
                <a:lnTo>
                  <a:pt x="600170" y="135045"/>
                </a:lnTo>
                <a:lnTo>
                  <a:pt x="599295" y="134996"/>
                </a:lnTo>
                <a:close/>
                <a:moveTo>
                  <a:pt x="684264" y="114936"/>
                </a:moveTo>
                <a:lnTo>
                  <a:pt x="685063" y="114880"/>
                </a:lnTo>
                <a:lnTo>
                  <a:pt x="685852" y="114813"/>
                </a:lnTo>
                <a:lnTo>
                  <a:pt x="686632" y="114733"/>
                </a:lnTo>
                <a:lnTo>
                  <a:pt x="687401" y="114640"/>
                </a:lnTo>
                <a:lnTo>
                  <a:pt x="688162" y="114535"/>
                </a:lnTo>
                <a:lnTo>
                  <a:pt x="688913" y="114418"/>
                </a:lnTo>
                <a:lnTo>
                  <a:pt x="689654" y="114289"/>
                </a:lnTo>
                <a:lnTo>
                  <a:pt x="690385" y="114147"/>
                </a:lnTo>
                <a:lnTo>
                  <a:pt x="691107" y="113993"/>
                </a:lnTo>
                <a:lnTo>
                  <a:pt x="691819" y="113827"/>
                </a:lnTo>
                <a:lnTo>
                  <a:pt x="692521" y="113648"/>
                </a:lnTo>
                <a:lnTo>
                  <a:pt x="693214" y="113457"/>
                </a:lnTo>
                <a:lnTo>
                  <a:pt x="693897" y="113253"/>
                </a:lnTo>
                <a:lnTo>
                  <a:pt x="694570" y="113038"/>
                </a:lnTo>
                <a:lnTo>
                  <a:pt x="695234" y="112810"/>
                </a:lnTo>
                <a:lnTo>
                  <a:pt x="695888" y="112569"/>
                </a:lnTo>
                <a:lnTo>
                  <a:pt x="696533" y="112317"/>
                </a:lnTo>
                <a:lnTo>
                  <a:pt x="697168" y="112052"/>
                </a:lnTo>
                <a:lnTo>
                  <a:pt x="697793" y="111774"/>
                </a:lnTo>
                <a:lnTo>
                  <a:pt x="698409" y="111485"/>
                </a:lnTo>
                <a:lnTo>
                  <a:pt x="699014" y="111183"/>
                </a:lnTo>
                <a:lnTo>
                  <a:pt x="699607" y="110872"/>
                </a:lnTo>
                <a:lnTo>
                  <a:pt x="700190" y="110550"/>
                </a:lnTo>
                <a:lnTo>
                  <a:pt x="700761" y="110218"/>
                </a:lnTo>
                <a:lnTo>
                  <a:pt x="701321" y="109875"/>
                </a:lnTo>
                <a:lnTo>
                  <a:pt x="701870" y="109522"/>
                </a:lnTo>
                <a:lnTo>
                  <a:pt x="702408" y="109159"/>
                </a:lnTo>
                <a:lnTo>
                  <a:pt x="702934" y="108785"/>
                </a:lnTo>
                <a:lnTo>
                  <a:pt x="703449" y="108401"/>
                </a:lnTo>
                <a:lnTo>
                  <a:pt x="703953" y="108007"/>
                </a:lnTo>
                <a:lnTo>
                  <a:pt x="704445" y="107602"/>
                </a:lnTo>
                <a:lnTo>
                  <a:pt x="704926" y="107187"/>
                </a:lnTo>
                <a:lnTo>
                  <a:pt x="705396" y="106762"/>
                </a:lnTo>
                <a:lnTo>
                  <a:pt x="705855" y="106326"/>
                </a:lnTo>
                <a:lnTo>
                  <a:pt x="706303" y="105880"/>
                </a:lnTo>
                <a:lnTo>
                  <a:pt x="706739" y="105424"/>
                </a:lnTo>
                <a:lnTo>
                  <a:pt x="707164" y="104957"/>
                </a:lnTo>
                <a:lnTo>
                  <a:pt x="707577" y="104480"/>
                </a:lnTo>
                <a:lnTo>
                  <a:pt x="707980" y="103993"/>
                </a:lnTo>
                <a:lnTo>
                  <a:pt x="708371" y="103495"/>
                </a:lnTo>
                <a:lnTo>
                  <a:pt x="708751" y="102987"/>
                </a:lnTo>
                <a:lnTo>
                  <a:pt x="709119" y="102469"/>
                </a:lnTo>
                <a:lnTo>
                  <a:pt x="709477" y="101940"/>
                </a:lnTo>
                <a:lnTo>
                  <a:pt x="709823" y="101401"/>
                </a:lnTo>
                <a:lnTo>
                  <a:pt x="710157" y="100852"/>
                </a:lnTo>
                <a:lnTo>
                  <a:pt x="710477" y="100295"/>
                </a:lnTo>
                <a:lnTo>
                  <a:pt x="710784" y="99729"/>
                </a:lnTo>
                <a:lnTo>
                  <a:pt x="711078" y="99154"/>
                </a:lnTo>
                <a:lnTo>
                  <a:pt x="711359" y="98570"/>
                </a:lnTo>
                <a:lnTo>
                  <a:pt x="711626" y="97978"/>
                </a:lnTo>
                <a:lnTo>
                  <a:pt x="711880" y="97377"/>
                </a:lnTo>
                <a:lnTo>
                  <a:pt x="712121" y="96768"/>
                </a:lnTo>
                <a:lnTo>
                  <a:pt x="712348" y="96150"/>
                </a:lnTo>
                <a:lnTo>
                  <a:pt x="712562" y="95523"/>
                </a:lnTo>
                <a:lnTo>
                  <a:pt x="712763" y="94887"/>
                </a:lnTo>
                <a:lnTo>
                  <a:pt x="712950" y="94243"/>
                </a:lnTo>
                <a:lnTo>
                  <a:pt x="713124" y="93590"/>
                </a:lnTo>
                <a:lnTo>
                  <a:pt x="713285" y="92929"/>
                </a:lnTo>
                <a:lnTo>
                  <a:pt x="713432" y="92258"/>
                </a:lnTo>
                <a:lnTo>
                  <a:pt x="713567" y="91579"/>
                </a:lnTo>
                <a:lnTo>
                  <a:pt x="713688" y="90892"/>
                </a:lnTo>
                <a:lnTo>
                  <a:pt x="713795" y="90196"/>
                </a:lnTo>
                <a:lnTo>
                  <a:pt x="713889" y="89491"/>
                </a:lnTo>
                <a:lnTo>
                  <a:pt x="713970" y="88777"/>
                </a:lnTo>
                <a:lnTo>
                  <a:pt x="714038" y="88055"/>
                </a:lnTo>
                <a:lnTo>
                  <a:pt x="714092" y="87324"/>
                </a:lnTo>
                <a:lnTo>
                  <a:pt x="714133" y="86584"/>
                </a:lnTo>
                <a:lnTo>
                  <a:pt x="714161" y="85836"/>
                </a:lnTo>
                <a:lnTo>
                  <a:pt x="700262" y="85836"/>
                </a:lnTo>
                <a:lnTo>
                  <a:pt x="700232" y="86569"/>
                </a:lnTo>
                <a:lnTo>
                  <a:pt x="700187" y="87288"/>
                </a:lnTo>
                <a:lnTo>
                  <a:pt x="700124" y="87993"/>
                </a:lnTo>
                <a:lnTo>
                  <a:pt x="700045" y="88683"/>
                </a:lnTo>
                <a:lnTo>
                  <a:pt x="699950" y="89359"/>
                </a:lnTo>
                <a:lnTo>
                  <a:pt x="699838" y="90020"/>
                </a:lnTo>
                <a:lnTo>
                  <a:pt x="699709" y="90666"/>
                </a:lnTo>
                <a:lnTo>
                  <a:pt x="699564" y="91298"/>
                </a:lnTo>
                <a:lnTo>
                  <a:pt x="699403" y="91916"/>
                </a:lnTo>
                <a:lnTo>
                  <a:pt x="699225" y="92519"/>
                </a:lnTo>
                <a:lnTo>
                  <a:pt x="699030" y="93108"/>
                </a:lnTo>
                <a:lnTo>
                  <a:pt x="698819" y="93682"/>
                </a:lnTo>
                <a:lnTo>
                  <a:pt x="698592" y="94241"/>
                </a:lnTo>
                <a:lnTo>
                  <a:pt x="698347" y="94786"/>
                </a:lnTo>
                <a:lnTo>
                  <a:pt x="698087" y="95317"/>
                </a:lnTo>
                <a:lnTo>
                  <a:pt x="697810" y="95833"/>
                </a:lnTo>
                <a:lnTo>
                  <a:pt x="697516" y="96335"/>
                </a:lnTo>
                <a:lnTo>
                  <a:pt x="697206" y="96822"/>
                </a:lnTo>
                <a:lnTo>
                  <a:pt x="696879" y="97295"/>
                </a:lnTo>
                <a:lnTo>
                  <a:pt x="696535" y="97753"/>
                </a:lnTo>
                <a:lnTo>
                  <a:pt x="696176" y="98196"/>
                </a:lnTo>
                <a:lnTo>
                  <a:pt x="695799" y="98625"/>
                </a:lnTo>
                <a:lnTo>
                  <a:pt x="695406" y="99040"/>
                </a:lnTo>
                <a:lnTo>
                  <a:pt x="694997" y="99440"/>
                </a:lnTo>
                <a:lnTo>
                  <a:pt x="694572" y="99825"/>
                </a:lnTo>
                <a:lnTo>
                  <a:pt x="694134" y="100193"/>
                </a:lnTo>
                <a:lnTo>
                  <a:pt x="693681" y="100545"/>
                </a:lnTo>
                <a:lnTo>
                  <a:pt x="693215" y="100881"/>
                </a:lnTo>
                <a:lnTo>
                  <a:pt x="692735" y="101200"/>
                </a:lnTo>
                <a:lnTo>
                  <a:pt x="692241" y="101503"/>
                </a:lnTo>
                <a:lnTo>
                  <a:pt x="691733" y="101790"/>
                </a:lnTo>
                <a:lnTo>
                  <a:pt x="691211" y="102060"/>
                </a:lnTo>
                <a:lnTo>
                  <a:pt x="690675" y="102313"/>
                </a:lnTo>
                <a:lnTo>
                  <a:pt x="690125" y="102551"/>
                </a:lnTo>
                <a:lnTo>
                  <a:pt x="689562" y="102772"/>
                </a:lnTo>
                <a:lnTo>
                  <a:pt x="688984" y="102976"/>
                </a:lnTo>
                <a:lnTo>
                  <a:pt x="688393" y="103165"/>
                </a:lnTo>
                <a:lnTo>
                  <a:pt x="687788" y="103337"/>
                </a:lnTo>
                <a:lnTo>
                  <a:pt x="687169" y="103492"/>
                </a:lnTo>
                <a:lnTo>
                  <a:pt x="686536" y="103631"/>
                </a:lnTo>
                <a:lnTo>
                  <a:pt x="685889" y="103754"/>
                </a:lnTo>
                <a:lnTo>
                  <a:pt x="685228" y="103860"/>
                </a:lnTo>
                <a:lnTo>
                  <a:pt x="684553" y="103951"/>
                </a:lnTo>
                <a:lnTo>
                  <a:pt x="683865" y="104024"/>
                </a:lnTo>
                <a:lnTo>
                  <a:pt x="683162" y="104081"/>
                </a:lnTo>
                <a:lnTo>
                  <a:pt x="682446" y="104122"/>
                </a:lnTo>
                <a:lnTo>
                  <a:pt x="681716" y="104147"/>
                </a:lnTo>
                <a:lnTo>
                  <a:pt x="680971" y="104155"/>
                </a:lnTo>
                <a:lnTo>
                  <a:pt x="680282" y="104148"/>
                </a:lnTo>
                <a:lnTo>
                  <a:pt x="679603" y="104126"/>
                </a:lnTo>
                <a:lnTo>
                  <a:pt x="678936" y="104088"/>
                </a:lnTo>
                <a:lnTo>
                  <a:pt x="678279" y="104037"/>
                </a:lnTo>
                <a:lnTo>
                  <a:pt x="677634" y="103970"/>
                </a:lnTo>
                <a:lnTo>
                  <a:pt x="676999" y="103888"/>
                </a:lnTo>
                <a:lnTo>
                  <a:pt x="676375" y="103792"/>
                </a:lnTo>
                <a:lnTo>
                  <a:pt x="675763" y="103681"/>
                </a:lnTo>
                <a:lnTo>
                  <a:pt x="675161" y="103555"/>
                </a:lnTo>
                <a:lnTo>
                  <a:pt x="674570" y="103414"/>
                </a:lnTo>
                <a:lnTo>
                  <a:pt x="673990" y="103259"/>
                </a:lnTo>
                <a:lnTo>
                  <a:pt x="673422" y="103088"/>
                </a:lnTo>
                <a:lnTo>
                  <a:pt x="672864" y="102903"/>
                </a:lnTo>
                <a:lnTo>
                  <a:pt x="672317" y="102703"/>
                </a:lnTo>
                <a:lnTo>
                  <a:pt x="671781" y="102488"/>
                </a:lnTo>
                <a:lnTo>
                  <a:pt x="671256" y="102259"/>
                </a:lnTo>
                <a:lnTo>
                  <a:pt x="670742" y="102014"/>
                </a:lnTo>
                <a:lnTo>
                  <a:pt x="670239" y="101755"/>
                </a:lnTo>
                <a:lnTo>
                  <a:pt x="669747" y="101481"/>
                </a:lnTo>
                <a:lnTo>
                  <a:pt x="669266" y="101192"/>
                </a:lnTo>
                <a:lnTo>
                  <a:pt x="668796" y="100888"/>
                </a:lnTo>
                <a:lnTo>
                  <a:pt x="668337" y="100570"/>
                </a:lnTo>
                <a:lnTo>
                  <a:pt x="667888" y="100236"/>
                </a:lnTo>
                <a:lnTo>
                  <a:pt x="667451" y="99888"/>
                </a:lnTo>
                <a:lnTo>
                  <a:pt x="667024" y="99528"/>
                </a:lnTo>
                <a:lnTo>
                  <a:pt x="666607" y="99157"/>
                </a:lnTo>
                <a:lnTo>
                  <a:pt x="666200" y="98777"/>
                </a:lnTo>
                <a:lnTo>
                  <a:pt x="665803" y="98387"/>
                </a:lnTo>
                <a:lnTo>
                  <a:pt x="665415" y="97988"/>
                </a:lnTo>
                <a:lnTo>
                  <a:pt x="665037" y="97579"/>
                </a:lnTo>
                <a:lnTo>
                  <a:pt x="664669" y="97160"/>
                </a:lnTo>
                <a:lnTo>
                  <a:pt x="664311" y="96731"/>
                </a:lnTo>
                <a:lnTo>
                  <a:pt x="663963" y="96293"/>
                </a:lnTo>
                <a:lnTo>
                  <a:pt x="663624" y="95844"/>
                </a:lnTo>
                <a:lnTo>
                  <a:pt x="663295" y="95387"/>
                </a:lnTo>
                <a:lnTo>
                  <a:pt x="662976" y="94919"/>
                </a:lnTo>
                <a:lnTo>
                  <a:pt x="662667" y="94442"/>
                </a:lnTo>
                <a:lnTo>
                  <a:pt x="662367" y="93955"/>
                </a:lnTo>
                <a:lnTo>
                  <a:pt x="662078" y="93458"/>
                </a:lnTo>
                <a:lnTo>
                  <a:pt x="661798" y="92952"/>
                </a:lnTo>
                <a:lnTo>
                  <a:pt x="661528" y="92435"/>
                </a:lnTo>
                <a:lnTo>
                  <a:pt x="661268" y="91910"/>
                </a:lnTo>
                <a:lnTo>
                  <a:pt x="661017" y="91374"/>
                </a:lnTo>
                <a:lnTo>
                  <a:pt x="660777" y="90829"/>
                </a:lnTo>
                <a:lnTo>
                  <a:pt x="660546" y="90274"/>
                </a:lnTo>
                <a:lnTo>
                  <a:pt x="660325" y="89709"/>
                </a:lnTo>
                <a:lnTo>
                  <a:pt x="660113" y="89135"/>
                </a:lnTo>
                <a:lnTo>
                  <a:pt x="659912" y="88550"/>
                </a:lnTo>
                <a:lnTo>
                  <a:pt x="659719" y="87959"/>
                </a:lnTo>
                <a:lnTo>
                  <a:pt x="659535" y="87363"/>
                </a:lnTo>
                <a:lnTo>
                  <a:pt x="659358" y="86762"/>
                </a:lnTo>
                <a:lnTo>
                  <a:pt x="659189" y="86156"/>
                </a:lnTo>
                <a:lnTo>
                  <a:pt x="659028" y="85545"/>
                </a:lnTo>
                <a:lnTo>
                  <a:pt x="658875" y="84930"/>
                </a:lnTo>
                <a:lnTo>
                  <a:pt x="658730" y="84310"/>
                </a:lnTo>
                <a:lnTo>
                  <a:pt x="658592" y="83685"/>
                </a:lnTo>
                <a:lnTo>
                  <a:pt x="658463" y="83055"/>
                </a:lnTo>
                <a:lnTo>
                  <a:pt x="658341" y="82421"/>
                </a:lnTo>
                <a:lnTo>
                  <a:pt x="658228" y="81781"/>
                </a:lnTo>
                <a:lnTo>
                  <a:pt x="658122" y="81137"/>
                </a:lnTo>
                <a:lnTo>
                  <a:pt x="658024" y="80488"/>
                </a:lnTo>
                <a:lnTo>
                  <a:pt x="657934" y="79835"/>
                </a:lnTo>
                <a:lnTo>
                  <a:pt x="657852" y="79176"/>
                </a:lnTo>
                <a:lnTo>
                  <a:pt x="657778" y="78513"/>
                </a:lnTo>
                <a:lnTo>
                  <a:pt x="657712" y="77845"/>
                </a:lnTo>
                <a:lnTo>
                  <a:pt x="657653" y="77172"/>
                </a:lnTo>
                <a:lnTo>
                  <a:pt x="657603" y="76495"/>
                </a:lnTo>
                <a:lnTo>
                  <a:pt x="657560" y="75812"/>
                </a:lnTo>
                <a:lnTo>
                  <a:pt x="657526" y="75125"/>
                </a:lnTo>
                <a:lnTo>
                  <a:pt x="657499" y="74433"/>
                </a:lnTo>
                <a:lnTo>
                  <a:pt x="657480" y="73737"/>
                </a:lnTo>
                <a:lnTo>
                  <a:pt x="657469" y="73035"/>
                </a:lnTo>
                <a:lnTo>
                  <a:pt x="713824" y="73035"/>
                </a:lnTo>
                <a:lnTo>
                  <a:pt x="713838" y="72967"/>
                </a:lnTo>
                <a:lnTo>
                  <a:pt x="713851" y="72896"/>
                </a:lnTo>
                <a:lnTo>
                  <a:pt x="713864" y="72822"/>
                </a:lnTo>
                <a:lnTo>
                  <a:pt x="713877" y="72744"/>
                </a:lnTo>
                <a:lnTo>
                  <a:pt x="713889" y="72662"/>
                </a:lnTo>
                <a:lnTo>
                  <a:pt x="713900" y="72577"/>
                </a:lnTo>
                <a:lnTo>
                  <a:pt x="713912" y="72488"/>
                </a:lnTo>
                <a:lnTo>
                  <a:pt x="713922" y="72396"/>
                </a:lnTo>
                <a:lnTo>
                  <a:pt x="713933" y="72300"/>
                </a:lnTo>
                <a:lnTo>
                  <a:pt x="713942" y="72201"/>
                </a:lnTo>
                <a:lnTo>
                  <a:pt x="713952" y="72098"/>
                </a:lnTo>
                <a:lnTo>
                  <a:pt x="713961" y="71992"/>
                </a:lnTo>
                <a:lnTo>
                  <a:pt x="713969" y="71882"/>
                </a:lnTo>
                <a:lnTo>
                  <a:pt x="713978" y="71769"/>
                </a:lnTo>
                <a:lnTo>
                  <a:pt x="713985" y="71653"/>
                </a:lnTo>
                <a:lnTo>
                  <a:pt x="713993" y="71532"/>
                </a:lnTo>
                <a:lnTo>
                  <a:pt x="713999" y="71409"/>
                </a:lnTo>
                <a:lnTo>
                  <a:pt x="714006" y="71281"/>
                </a:lnTo>
                <a:lnTo>
                  <a:pt x="714012" y="71151"/>
                </a:lnTo>
                <a:lnTo>
                  <a:pt x="714017" y="71016"/>
                </a:lnTo>
                <a:lnTo>
                  <a:pt x="714022" y="70879"/>
                </a:lnTo>
                <a:lnTo>
                  <a:pt x="714027" y="70737"/>
                </a:lnTo>
                <a:lnTo>
                  <a:pt x="714031" y="70593"/>
                </a:lnTo>
                <a:lnTo>
                  <a:pt x="714035" y="70444"/>
                </a:lnTo>
                <a:lnTo>
                  <a:pt x="714038" y="70295"/>
                </a:lnTo>
                <a:lnTo>
                  <a:pt x="714041" y="70148"/>
                </a:lnTo>
                <a:lnTo>
                  <a:pt x="714044" y="70002"/>
                </a:lnTo>
                <a:lnTo>
                  <a:pt x="714047" y="69858"/>
                </a:lnTo>
                <a:lnTo>
                  <a:pt x="714050" y="69715"/>
                </a:lnTo>
                <a:lnTo>
                  <a:pt x="714053" y="69575"/>
                </a:lnTo>
                <a:lnTo>
                  <a:pt x="714056" y="69435"/>
                </a:lnTo>
                <a:lnTo>
                  <a:pt x="714058" y="69298"/>
                </a:lnTo>
                <a:lnTo>
                  <a:pt x="714060" y="69162"/>
                </a:lnTo>
                <a:lnTo>
                  <a:pt x="714062" y="69028"/>
                </a:lnTo>
                <a:lnTo>
                  <a:pt x="714064" y="68896"/>
                </a:lnTo>
                <a:lnTo>
                  <a:pt x="714066" y="68765"/>
                </a:lnTo>
                <a:lnTo>
                  <a:pt x="714068" y="68636"/>
                </a:lnTo>
                <a:lnTo>
                  <a:pt x="714069" y="68508"/>
                </a:lnTo>
                <a:lnTo>
                  <a:pt x="714071" y="68383"/>
                </a:lnTo>
                <a:lnTo>
                  <a:pt x="714072" y="68259"/>
                </a:lnTo>
                <a:lnTo>
                  <a:pt x="714073" y="68136"/>
                </a:lnTo>
                <a:lnTo>
                  <a:pt x="714074" y="68016"/>
                </a:lnTo>
                <a:lnTo>
                  <a:pt x="714075" y="67897"/>
                </a:lnTo>
                <a:lnTo>
                  <a:pt x="714076" y="67779"/>
                </a:lnTo>
                <a:lnTo>
                  <a:pt x="714076" y="67664"/>
                </a:lnTo>
                <a:lnTo>
                  <a:pt x="714076" y="67550"/>
                </a:lnTo>
                <a:lnTo>
                  <a:pt x="714077" y="67437"/>
                </a:lnTo>
                <a:lnTo>
                  <a:pt x="714077" y="67327"/>
                </a:lnTo>
                <a:lnTo>
                  <a:pt x="714061" y="65696"/>
                </a:lnTo>
                <a:lnTo>
                  <a:pt x="714013" y="64097"/>
                </a:lnTo>
                <a:lnTo>
                  <a:pt x="713933" y="62530"/>
                </a:lnTo>
                <a:lnTo>
                  <a:pt x="713822" y="60995"/>
                </a:lnTo>
                <a:lnTo>
                  <a:pt x="713678" y="59492"/>
                </a:lnTo>
                <a:lnTo>
                  <a:pt x="713503" y="58021"/>
                </a:lnTo>
                <a:lnTo>
                  <a:pt x="713296" y="56583"/>
                </a:lnTo>
                <a:lnTo>
                  <a:pt x="713057" y="55176"/>
                </a:lnTo>
                <a:lnTo>
                  <a:pt x="712786" y="53801"/>
                </a:lnTo>
                <a:lnTo>
                  <a:pt x="712483" y="52458"/>
                </a:lnTo>
                <a:lnTo>
                  <a:pt x="712148" y="51148"/>
                </a:lnTo>
                <a:lnTo>
                  <a:pt x="711781" y="49869"/>
                </a:lnTo>
                <a:lnTo>
                  <a:pt x="711383" y="48622"/>
                </a:lnTo>
                <a:lnTo>
                  <a:pt x="710952" y="47408"/>
                </a:lnTo>
                <a:lnTo>
                  <a:pt x="710490" y="46225"/>
                </a:lnTo>
                <a:lnTo>
                  <a:pt x="709996" y="45075"/>
                </a:lnTo>
                <a:lnTo>
                  <a:pt x="709470" y="43956"/>
                </a:lnTo>
                <a:lnTo>
                  <a:pt x="708912" y="42870"/>
                </a:lnTo>
                <a:lnTo>
                  <a:pt x="708322" y="41815"/>
                </a:lnTo>
                <a:lnTo>
                  <a:pt x="707700" y="40793"/>
                </a:lnTo>
                <a:lnTo>
                  <a:pt x="707047" y="39803"/>
                </a:lnTo>
                <a:lnTo>
                  <a:pt x="706361" y="38844"/>
                </a:lnTo>
                <a:lnTo>
                  <a:pt x="705644" y="37918"/>
                </a:lnTo>
                <a:lnTo>
                  <a:pt x="704895" y="37024"/>
                </a:lnTo>
                <a:lnTo>
                  <a:pt x="704117" y="36163"/>
                </a:lnTo>
                <a:lnTo>
                  <a:pt x="703315" y="35340"/>
                </a:lnTo>
                <a:lnTo>
                  <a:pt x="702489" y="34553"/>
                </a:lnTo>
                <a:lnTo>
                  <a:pt x="701638" y="33802"/>
                </a:lnTo>
                <a:lnTo>
                  <a:pt x="700762" y="33089"/>
                </a:lnTo>
                <a:lnTo>
                  <a:pt x="699862" y="32411"/>
                </a:lnTo>
                <a:lnTo>
                  <a:pt x="698937" y="31771"/>
                </a:lnTo>
                <a:lnTo>
                  <a:pt x="697987" y="31167"/>
                </a:lnTo>
                <a:lnTo>
                  <a:pt x="697013" y="30600"/>
                </a:lnTo>
                <a:lnTo>
                  <a:pt x="696015" y="30069"/>
                </a:lnTo>
                <a:lnTo>
                  <a:pt x="694992" y="29575"/>
                </a:lnTo>
                <a:lnTo>
                  <a:pt x="693944" y="29117"/>
                </a:lnTo>
                <a:lnTo>
                  <a:pt x="692872" y="28696"/>
                </a:lnTo>
                <a:lnTo>
                  <a:pt x="691775" y="28312"/>
                </a:lnTo>
                <a:lnTo>
                  <a:pt x="690653" y="27964"/>
                </a:lnTo>
                <a:lnTo>
                  <a:pt x="689507" y="27653"/>
                </a:lnTo>
                <a:lnTo>
                  <a:pt x="688337" y="27378"/>
                </a:lnTo>
                <a:lnTo>
                  <a:pt x="687142" y="27140"/>
                </a:lnTo>
                <a:lnTo>
                  <a:pt x="685922" y="26939"/>
                </a:lnTo>
                <a:lnTo>
                  <a:pt x="684678" y="26774"/>
                </a:lnTo>
                <a:lnTo>
                  <a:pt x="683409" y="26646"/>
                </a:lnTo>
                <a:lnTo>
                  <a:pt x="682116" y="26555"/>
                </a:lnTo>
                <a:lnTo>
                  <a:pt x="680798" y="26500"/>
                </a:lnTo>
                <a:lnTo>
                  <a:pt x="679455" y="26482"/>
                </a:lnTo>
                <a:lnTo>
                  <a:pt x="678451" y="26491"/>
                </a:lnTo>
                <a:lnTo>
                  <a:pt x="677462" y="26521"/>
                </a:lnTo>
                <a:lnTo>
                  <a:pt x="676486" y="26569"/>
                </a:lnTo>
                <a:lnTo>
                  <a:pt x="675525" y="26638"/>
                </a:lnTo>
                <a:lnTo>
                  <a:pt x="674578" y="26725"/>
                </a:lnTo>
                <a:lnTo>
                  <a:pt x="673645" y="26833"/>
                </a:lnTo>
                <a:lnTo>
                  <a:pt x="672727" y="26959"/>
                </a:lnTo>
                <a:lnTo>
                  <a:pt x="671822" y="27106"/>
                </a:lnTo>
                <a:lnTo>
                  <a:pt x="670932" y="27271"/>
                </a:lnTo>
                <a:lnTo>
                  <a:pt x="670056" y="27457"/>
                </a:lnTo>
                <a:lnTo>
                  <a:pt x="669194" y="27661"/>
                </a:lnTo>
                <a:lnTo>
                  <a:pt x="668346" y="27886"/>
                </a:lnTo>
                <a:lnTo>
                  <a:pt x="667513" y="28129"/>
                </a:lnTo>
                <a:lnTo>
                  <a:pt x="666693" y="28393"/>
                </a:lnTo>
                <a:lnTo>
                  <a:pt x="665888" y="28675"/>
                </a:lnTo>
                <a:lnTo>
                  <a:pt x="665097" y="28978"/>
                </a:lnTo>
                <a:lnTo>
                  <a:pt x="664320" y="29299"/>
                </a:lnTo>
                <a:lnTo>
                  <a:pt x="663558" y="29641"/>
                </a:lnTo>
                <a:lnTo>
                  <a:pt x="662809" y="30001"/>
                </a:lnTo>
                <a:lnTo>
                  <a:pt x="662075" y="30382"/>
                </a:lnTo>
                <a:lnTo>
                  <a:pt x="661355" y="30782"/>
                </a:lnTo>
                <a:lnTo>
                  <a:pt x="660649" y="31201"/>
                </a:lnTo>
                <a:lnTo>
                  <a:pt x="659958" y="31640"/>
                </a:lnTo>
                <a:lnTo>
                  <a:pt x="659280" y="32098"/>
                </a:lnTo>
                <a:lnTo>
                  <a:pt x="658617" y="32573"/>
                </a:lnTo>
                <a:lnTo>
                  <a:pt x="657968" y="33064"/>
                </a:lnTo>
                <a:lnTo>
                  <a:pt x="657333" y="33570"/>
                </a:lnTo>
                <a:lnTo>
                  <a:pt x="656712" y="34091"/>
                </a:lnTo>
                <a:lnTo>
                  <a:pt x="656106" y="34627"/>
                </a:lnTo>
                <a:lnTo>
                  <a:pt x="655513" y="35178"/>
                </a:lnTo>
                <a:lnTo>
                  <a:pt x="654935" y="35744"/>
                </a:lnTo>
                <a:lnTo>
                  <a:pt x="654371" y="36325"/>
                </a:lnTo>
                <a:lnTo>
                  <a:pt x="653821" y="36921"/>
                </a:lnTo>
                <a:lnTo>
                  <a:pt x="653286" y="37533"/>
                </a:lnTo>
                <a:lnTo>
                  <a:pt x="652764" y="38159"/>
                </a:lnTo>
                <a:lnTo>
                  <a:pt x="652257" y="38801"/>
                </a:lnTo>
                <a:lnTo>
                  <a:pt x="651764" y="39457"/>
                </a:lnTo>
                <a:lnTo>
                  <a:pt x="651285" y="40129"/>
                </a:lnTo>
                <a:lnTo>
                  <a:pt x="650820" y="40816"/>
                </a:lnTo>
                <a:lnTo>
                  <a:pt x="650370" y="41518"/>
                </a:lnTo>
                <a:lnTo>
                  <a:pt x="649933" y="42235"/>
                </a:lnTo>
                <a:lnTo>
                  <a:pt x="649511" y="42967"/>
                </a:lnTo>
                <a:lnTo>
                  <a:pt x="649103" y="43714"/>
                </a:lnTo>
                <a:lnTo>
                  <a:pt x="648710" y="44476"/>
                </a:lnTo>
                <a:lnTo>
                  <a:pt x="648330" y="45254"/>
                </a:lnTo>
                <a:lnTo>
                  <a:pt x="647965" y="46046"/>
                </a:lnTo>
                <a:lnTo>
                  <a:pt x="647613" y="46854"/>
                </a:lnTo>
                <a:lnTo>
                  <a:pt x="647276" y="47676"/>
                </a:lnTo>
                <a:lnTo>
                  <a:pt x="646953" y="48512"/>
                </a:lnTo>
                <a:lnTo>
                  <a:pt x="646644" y="49358"/>
                </a:lnTo>
                <a:lnTo>
                  <a:pt x="646348" y="50215"/>
                </a:lnTo>
                <a:lnTo>
                  <a:pt x="646067" y="51083"/>
                </a:lnTo>
                <a:lnTo>
                  <a:pt x="645798" y="51962"/>
                </a:lnTo>
                <a:lnTo>
                  <a:pt x="645544" y="52852"/>
                </a:lnTo>
                <a:lnTo>
                  <a:pt x="645304" y="53752"/>
                </a:lnTo>
                <a:lnTo>
                  <a:pt x="645077" y="54664"/>
                </a:lnTo>
                <a:lnTo>
                  <a:pt x="644864" y="55586"/>
                </a:lnTo>
                <a:lnTo>
                  <a:pt x="644664" y="56519"/>
                </a:lnTo>
                <a:lnTo>
                  <a:pt x="644479" y="57462"/>
                </a:lnTo>
                <a:lnTo>
                  <a:pt x="644307" y="58417"/>
                </a:lnTo>
                <a:lnTo>
                  <a:pt x="644149" y="59382"/>
                </a:lnTo>
                <a:lnTo>
                  <a:pt x="644004" y="60358"/>
                </a:lnTo>
                <a:lnTo>
                  <a:pt x="643874" y="61345"/>
                </a:lnTo>
                <a:lnTo>
                  <a:pt x="643757" y="62343"/>
                </a:lnTo>
                <a:lnTo>
                  <a:pt x="643654" y="63351"/>
                </a:lnTo>
                <a:lnTo>
                  <a:pt x="643565" y="64370"/>
                </a:lnTo>
                <a:lnTo>
                  <a:pt x="643489" y="65401"/>
                </a:lnTo>
                <a:lnTo>
                  <a:pt x="643427" y="66441"/>
                </a:lnTo>
                <a:lnTo>
                  <a:pt x="643379" y="67493"/>
                </a:lnTo>
                <a:lnTo>
                  <a:pt x="643345" y="68556"/>
                </a:lnTo>
                <a:lnTo>
                  <a:pt x="643324" y="69629"/>
                </a:lnTo>
                <a:lnTo>
                  <a:pt x="643317" y="70713"/>
                </a:lnTo>
                <a:lnTo>
                  <a:pt x="643324" y="71755"/>
                </a:lnTo>
                <a:lnTo>
                  <a:pt x="643346" y="72788"/>
                </a:lnTo>
                <a:lnTo>
                  <a:pt x="643381" y="73812"/>
                </a:lnTo>
                <a:lnTo>
                  <a:pt x="643431" y="74827"/>
                </a:lnTo>
                <a:lnTo>
                  <a:pt x="643494" y="75834"/>
                </a:lnTo>
                <a:lnTo>
                  <a:pt x="643572" y="76832"/>
                </a:lnTo>
                <a:lnTo>
                  <a:pt x="643665" y="77821"/>
                </a:lnTo>
                <a:lnTo>
                  <a:pt x="643771" y="78802"/>
                </a:lnTo>
                <a:lnTo>
                  <a:pt x="643892" y="79774"/>
                </a:lnTo>
                <a:lnTo>
                  <a:pt x="644026" y="80738"/>
                </a:lnTo>
                <a:lnTo>
                  <a:pt x="644175" y="81692"/>
                </a:lnTo>
                <a:lnTo>
                  <a:pt x="644339" y="82638"/>
                </a:lnTo>
                <a:lnTo>
                  <a:pt x="644516" y="83576"/>
                </a:lnTo>
                <a:lnTo>
                  <a:pt x="644707" y="84504"/>
                </a:lnTo>
                <a:lnTo>
                  <a:pt x="644913" y="85424"/>
                </a:lnTo>
                <a:lnTo>
                  <a:pt x="645133" y="86335"/>
                </a:lnTo>
                <a:lnTo>
                  <a:pt x="645367" y="87238"/>
                </a:lnTo>
                <a:lnTo>
                  <a:pt x="645615" y="88132"/>
                </a:lnTo>
                <a:lnTo>
                  <a:pt x="645878" y="89017"/>
                </a:lnTo>
                <a:lnTo>
                  <a:pt x="646154" y="89893"/>
                </a:lnTo>
                <a:lnTo>
                  <a:pt x="646445" y="90761"/>
                </a:lnTo>
                <a:lnTo>
                  <a:pt x="646750" y="91620"/>
                </a:lnTo>
                <a:lnTo>
                  <a:pt x="647069" y="92471"/>
                </a:lnTo>
                <a:lnTo>
                  <a:pt x="647403" y="93313"/>
                </a:lnTo>
                <a:lnTo>
                  <a:pt x="647751" y="94143"/>
                </a:lnTo>
                <a:lnTo>
                  <a:pt x="648113" y="94958"/>
                </a:lnTo>
                <a:lnTo>
                  <a:pt x="648491" y="95759"/>
                </a:lnTo>
                <a:lnTo>
                  <a:pt x="648883" y="96545"/>
                </a:lnTo>
                <a:lnTo>
                  <a:pt x="649290" y="97317"/>
                </a:lnTo>
                <a:lnTo>
                  <a:pt x="649711" y="98074"/>
                </a:lnTo>
                <a:lnTo>
                  <a:pt x="650148" y="98816"/>
                </a:lnTo>
                <a:lnTo>
                  <a:pt x="650599" y="99544"/>
                </a:lnTo>
                <a:lnTo>
                  <a:pt x="651065" y="100257"/>
                </a:lnTo>
                <a:lnTo>
                  <a:pt x="651546" y="100956"/>
                </a:lnTo>
                <a:lnTo>
                  <a:pt x="652041" y="101640"/>
                </a:lnTo>
                <a:lnTo>
                  <a:pt x="652552" y="102309"/>
                </a:lnTo>
                <a:lnTo>
                  <a:pt x="653077" y="102964"/>
                </a:lnTo>
                <a:lnTo>
                  <a:pt x="653617" y="103604"/>
                </a:lnTo>
                <a:lnTo>
                  <a:pt x="654171" y="104229"/>
                </a:lnTo>
                <a:lnTo>
                  <a:pt x="654741" y="104840"/>
                </a:lnTo>
                <a:lnTo>
                  <a:pt x="655325" y="105436"/>
                </a:lnTo>
                <a:lnTo>
                  <a:pt x="655924" y="106017"/>
                </a:lnTo>
                <a:lnTo>
                  <a:pt x="656538" y="106584"/>
                </a:lnTo>
                <a:lnTo>
                  <a:pt x="657166" y="107137"/>
                </a:lnTo>
                <a:lnTo>
                  <a:pt x="657809" y="107674"/>
                </a:lnTo>
                <a:lnTo>
                  <a:pt x="658467" y="108197"/>
                </a:lnTo>
                <a:lnTo>
                  <a:pt x="659140" y="108706"/>
                </a:lnTo>
                <a:lnTo>
                  <a:pt x="659828" y="109200"/>
                </a:lnTo>
                <a:lnTo>
                  <a:pt x="660530" y="109676"/>
                </a:lnTo>
                <a:lnTo>
                  <a:pt x="661249" y="110132"/>
                </a:lnTo>
                <a:lnTo>
                  <a:pt x="661982" y="110567"/>
                </a:lnTo>
                <a:lnTo>
                  <a:pt x="662732" y="110982"/>
                </a:lnTo>
                <a:lnTo>
                  <a:pt x="663496" y="111378"/>
                </a:lnTo>
                <a:lnTo>
                  <a:pt x="664277" y="111752"/>
                </a:lnTo>
                <a:lnTo>
                  <a:pt x="665072" y="112107"/>
                </a:lnTo>
                <a:lnTo>
                  <a:pt x="665883" y="112441"/>
                </a:lnTo>
                <a:lnTo>
                  <a:pt x="666710" y="112755"/>
                </a:lnTo>
                <a:lnTo>
                  <a:pt x="667552" y="113049"/>
                </a:lnTo>
                <a:lnTo>
                  <a:pt x="668410" y="113323"/>
                </a:lnTo>
                <a:lnTo>
                  <a:pt x="669283" y="113576"/>
                </a:lnTo>
                <a:lnTo>
                  <a:pt x="670172" y="113809"/>
                </a:lnTo>
                <a:lnTo>
                  <a:pt x="671076" y="114022"/>
                </a:lnTo>
                <a:lnTo>
                  <a:pt x="671996" y="114214"/>
                </a:lnTo>
                <a:lnTo>
                  <a:pt x="672931" y="114386"/>
                </a:lnTo>
                <a:lnTo>
                  <a:pt x="673882" y="114538"/>
                </a:lnTo>
                <a:lnTo>
                  <a:pt x="674848" y="114670"/>
                </a:lnTo>
                <a:lnTo>
                  <a:pt x="675830" y="114781"/>
                </a:lnTo>
                <a:lnTo>
                  <a:pt x="676827" y="114872"/>
                </a:lnTo>
                <a:lnTo>
                  <a:pt x="677840" y="114943"/>
                </a:lnTo>
                <a:lnTo>
                  <a:pt x="678868" y="114994"/>
                </a:lnTo>
                <a:lnTo>
                  <a:pt x="679912" y="115024"/>
                </a:lnTo>
                <a:lnTo>
                  <a:pt x="680971" y="115035"/>
                </a:lnTo>
                <a:lnTo>
                  <a:pt x="681809" y="115028"/>
                </a:lnTo>
                <a:lnTo>
                  <a:pt x="682637" y="115010"/>
                </a:lnTo>
                <a:lnTo>
                  <a:pt x="683455" y="114979"/>
                </a:lnTo>
                <a:lnTo>
                  <a:pt x="684264" y="114936"/>
                </a:lnTo>
                <a:close/>
                <a:moveTo>
                  <a:pt x="658015" y="58758"/>
                </a:moveTo>
                <a:lnTo>
                  <a:pt x="658170" y="57813"/>
                </a:lnTo>
                <a:lnTo>
                  <a:pt x="658340" y="56888"/>
                </a:lnTo>
                <a:lnTo>
                  <a:pt x="658526" y="55984"/>
                </a:lnTo>
                <a:lnTo>
                  <a:pt x="658728" y="55101"/>
                </a:lnTo>
                <a:lnTo>
                  <a:pt x="658945" y="54238"/>
                </a:lnTo>
                <a:lnTo>
                  <a:pt x="659178" y="53396"/>
                </a:lnTo>
                <a:lnTo>
                  <a:pt x="659427" y="52575"/>
                </a:lnTo>
                <a:lnTo>
                  <a:pt x="659691" y="51775"/>
                </a:lnTo>
                <a:lnTo>
                  <a:pt x="659971" y="50995"/>
                </a:lnTo>
                <a:lnTo>
                  <a:pt x="660266" y="50235"/>
                </a:lnTo>
                <a:lnTo>
                  <a:pt x="660577" y="49497"/>
                </a:lnTo>
                <a:lnTo>
                  <a:pt x="660904" y="48779"/>
                </a:lnTo>
                <a:lnTo>
                  <a:pt x="661247" y="48082"/>
                </a:lnTo>
                <a:lnTo>
                  <a:pt x="661605" y="47405"/>
                </a:lnTo>
                <a:lnTo>
                  <a:pt x="661978" y="46750"/>
                </a:lnTo>
                <a:lnTo>
                  <a:pt x="662368" y="46115"/>
                </a:lnTo>
                <a:lnTo>
                  <a:pt x="662773" y="45500"/>
                </a:lnTo>
                <a:lnTo>
                  <a:pt x="663193" y="44906"/>
                </a:lnTo>
                <a:lnTo>
                  <a:pt x="663630" y="44333"/>
                </a:lnTo>
                <a:lnTo>
                  <a:pt x="664082" y="43781"/>
                </a:lnTo>
                <a:lnTo>
                  <a:pt x="664549" y="43250"/>
                </a:lnTo>
                <a:lnTo>
                  <a:pt x="665031" y="42742"/>
                </a:lnTo>
                <a:lnTo>
                  <a:pt x="665529" y="42257"/>
                </a:lnTo>
                <a:lnTo>
                  <a:pt x="666041" y="41794"/>
                </a:lnTo>
                <a:lnTo>
                  <a:pt x="666569" y="41353"/>
                </a:lnTo>
                <a:lnTo>
                  <a:pt x="667112" y="40935"/>
                </a:lnTo>
                <a:lnTo>
                  <a:pt x="667669" y="40540"/>
                </a:lnTo>
                <a:lnTo>
                  <a:pt x="668242" y="40167"/>
                </a:lnTo>
                <a:lnTo>
                  <a:pt x="668830" y="39817"/>
                </a:lnTo>
                <a:lnTo>
                  <a:pt x="669433" y="39490"/>
                </a:lnTo>
                <a:lnTo>
                  <a:pt x="670051" y="39185"/>
                </a:lnTo>
                <a:lnTo>
                  <a:pt x="670684" y="38903"/>
                </a:lnTo>
                <a:lnTo>
                  <a:pt x="671332" y="38643"/>
                </a:lnTo>
                <a:lnTo>
                  <a:pt x="671995" y="38406"/>
                </a:lnTo>
                <a:lnTo>
                  <a:pt x="672673" y="38191"/>
                </a:lnTo>
                <a:lnTo>
                  <a:pt x="673367" y="37999"/>
                </a:lnTo>
                <a:lnTo>
                  <a:pt x="674075" y="37830"/>
                </a:lnTo>
                <a:lnTo>
                  <a:pt x="674798" y="37683"/>
                </a:lnTo>
                <a:lnTo>
                  <a:pt x="675537" y="37559"/>
                </a:lnTo>
                <a:lnTo>
                  <a:pt x="676290" y="37457"/>
                </a:lnTo>
                <a:lnTo>
                  <a:pt x="677059" y="37378"/>
                </a:lnTo>
                <a:lnTo>
                  <a:pt x="677843" y="37322"/>
                </a:lnTo>
                <a:lnTo>
                  <a:pt x="678641" y="37288"/>
                </a:lnTo>
                <a:lnTo>
                  <a:pt x="679455" y="37277"/>
                </a:lnTo>
                <a:lnTo>
                  <a:pt x="680255" y="37288"/>
                </a:lnTo>
                <a:lnTo>
                  <a:pt x="681040" y="37322"/>
                </a:lnTo>
                <a:lnTo>
                  <a:pt x="681810" y="37379"/>
                </a:lnTo>
                <a:lnTo>
                  <a:pt x="682565" y="37459"/>
                </a:lnTo>
                <a:lnTo>
                  <a:pt x="683305" y="37561"/>
                </a:lnTo>
                <a:lnTo>
                  <a:pt x="684030" y="37686"/>
                </a:lnTo>
                <a:lnTo>
                  <a:pt x="684741" y="37834"/>
                </a:lnTo>
                <a:lnTo>
                  <a:pt x="685436" y="38004"/>
                </a:lnTo>
                <a:lnTo>
                  <a:pt x="686116" y="38198"/>
                </a:lnTo>
                <a:lnTo>
                  <a:pt x="686782" y="38414"/>
                </a:lnTo>
                <a:lnTo>
                  <a:pt x="687433" y="38652"/>
                </a:lnTo>
                <a:lnTo>
                  <a:pt x="688068" y="38914"/>
                </a:lnTo>
                <a:lnTo>
                  <a:pt x="688689" y="39198"/>
                </a:lnTo>
                <a:lnTo>
                  <a:pt x="689295" y="39505"/>
                </a:lnTo>
                <a:lnTo>
                  <a:pt x="689886" y="39835"/>
                </a:lnTo>
                <a:lnTo>
                  <a:pt x="690462" y="40187"/>
                </a:lnTo>
                <a:lnTo>
                  <a:pt x="691023" y="40563"/>
                </a:lnTo>
                <a:lnTo>
                  <a:pt x="691569" y="40961"/>
                </a:lnTo>
                <a:lnTo>
                  <a:pt x="692101" y="41381"/>
                </a:lnTo>
                <a:lnTo>
                  <a:pt x="692617" y="41825"/>
                </a:lnTo>
                <a:lnTo>
                  <a:pt x="693119" y="42291"/>
                </a:lnTo>
                <a:lnTo>
                  <a:pt x="693605" y="42780"/>
                </a:lnTo>
                <a:lnTo>
                  <a:pt x="694077" y="43291"/>
                </a:lnTo>
                <a:lnTo>
                  <a:pt x="694534" y="43826"/>
                </a:lnTo>
                <a:lnTo>
                  <a:pt x="694974" y="44382"/>
                </a:lnTo>
                <a:lnTo>
                  <a:pt x="695396" y="44958"/>
                </a:lnTo>
                <a:lnTo>
                  <a:pt x="695801" y="45554"/>
                </a:lnTo>
                <a:lnTo>
                  <a:pt x="696188" y="46171"/>
                </a:lnTo>
                <a:lnTo>
                  <a:pt x="696557" y="46807"/>
                </a:lnTo>
                <a:lnTo>
                  <a:pt x="696908" y="47464"/>
                </a:lnTo>
                <a:lnTo>
                  <a:pt x="697241" y="48141"/>
                </a:lnTo>
                <a:lnTo>
                  <a:pt x="697557" y="48839"/>
                </a:lnTo>
                <a:lnTo>
                  <a:pt x="697854" y="49556"/>
                </a:lnTo>
                <a:lnTo>
                  <a:pt x="698134" y="50294"/>
                </a:lnTo>
                <a:lnTo>
                  <a:pt x="698396" y="51052"/>
                </a:lnTo>
                <a:lnTo>
                  <a:pt x="698640" y="51831"/>
                </a:lnTo>
                <a:lnTo>
                  <a:pt x="698866" y="52629"/>
                </a:lnTo>
                <a:lnTo>
                  <a:pt x="699075" y="53448"/>
                </a:lnTo>
                <a:lnTo>
                  <a:pt x="699265" y="54287"/>
                </a:lnTo>
                <a:lnTo>
                  <a:pt x="699438" y="55146"/>
                </a:lnTo>
                <a:lnTo>
                  <a:pt x="699593" y="56025"/>
                </a:lnTo>
                <a:lnTo>
                  <a:pt x="699730" y="56924"/>
                </a:lnTo>
                <a:lnTo>
                  <a:pt x="699849" y="57844"/>
                </a:lnTo>
                <a:lnTo>
                  <a:pt x="699951" y="58784"/>
                </a:lnTo>
                <a:lnTo>
                  <a:pt x="700034" y="59744"/>
                </a:lnTo>
                <a:lnTo>
                  <a:pt x="700100" y="60725"/>
                </a:lnTo>
                <a:lnTo>
                  <a:pt x="700148" y="61725"/>
                </a:lnTo>
                <a:lnTo>
                  <a:pt x="700178" y="62746"/>
                </a:lnTo>
                <a:lnTo>
                  <a:pt x="657553" y="62746"/>
                </a:lnTo>
                <a:lnTo>
                  <a:pt x="657645" y="61718"/>
                </a:lnTo>
                <a:lnTo>
                  <a:pt x="657753" y="60711"/>
                </a:lnTo>
                <a:lnTo>
                  <a:pt x="657876" y="59724"/>
                </a:lnTo>
                <a:lnTo>
                  <a:pt x="658015" y="587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Detection">
            <a:extLst xmlns:a="http://schemas.openxmlformats.org/drawingml/2006/main">
              <a:ext uri="{FF2B5EF4-FFF2-40B4-BE49-F238E27FC236}">
                <a16:creationId xmlns:a16="http://schemas.microsoft.com/office/drawing/2014/main" id="{D945BE2A-531E-4865-B673-68540637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71" y="4174357"/>
            <a:ext cx="628709" cy="118914"/>
          </a:xfrm>
          <a:custGeom xmlns:a="http://schemas.openxmlformats.org/drawingml/2006/main">
            <a:pathLst>
              <a:path w="628709" h="118914">
                <a:moveTo>
                  <a:pt x="0" y="117396"/>
                </a:moveTo>
                <a:lnTo>
                  <a:pt x="0" y="3879"/>
                </a:lnTo>
                <a:lnTo>
                  <a:pt x="36391" y="3879"/>
                </a:lnTo>
                <a:cubicBezTo>
                  <a:pt x="48240" y="3879"/>
                  <a:pt x="58349" y="6114"/>
                  <a:pt x="66716" y="10584"/>
                </a:cubicBezTo>
                <a:cubicBezTo>
                  <a:pt x="75084" y="15054"/>
                  <a:pt x="81472" y="21534"/>
                  <a:pt x="85880" y="30024"/>
                </a:cubicBezTo>
                <a:cubicBezTo>
                  <a:pt x="90289" y="38514"/>
                  <a:pt x="92493" y="48718"/>
                  <a:pt x="92493" y="60638"/>
                </a:cubicBezTo>
                <a:cubicBezTo>
                  <a:pt x="92493" y="72613"/>
                  <a:pt x="90275" y="82846"/>
                  <a:pt x="85838" y="91336"/>
                </a:cubicBezTo>
                <a:cubicBezTo>
                  <a:pt x="81402" y="99826"/>
                  <a:pt x="75014" y="106292"/>
                  <a:pt x="66674" y="110733"/>
                </a:cubicBezTo>
                <a:cubicBezTo>
                  <a:pt x="58335" y="115175"/>
                  <a:pt x="48240" y="117396"/>
                  <a:pt x="36391" y="117396"/>
                </a:cubicBezTo>
                <a:lnTo>
                  <a:pt x="0" y="117396"/>
                </a:lnTo>
                <a:moveTo>
                  <a:pt x="15163" y="104661"/>
                </a:moveTo>
                <a:lnTo>
                  <a:pt x="33021" y="104661"/>
                </a:lnTo>
                <a:cubicBezTo>
                  <a:pt x="42961" y="104661"/>
                  <a:pt x="51160" y="103073"/>
                  <a:pt x="57619" y="99896"/>
                </a:cubicBezTo>
                <a:cubicBezTo>
                  <a:pt x="64077" y="96720"/>
                  <a:pt x="68906" y="91856"/>
                  <a:pt x="72107" y="85306"/>
                </a:cubicBezTo>
                <a:cubicBezTo>
                  <a:pt x="75308" y="78756"/>
                  <a:pt x="76909" y="70505"/>
                  <a:pt x="76909" y="60553"/>
                </a:cubicBezTo>
                <a:cubicBezTo>
                  <a:pt x="76909" y="50658"/>
                  <a:pt x="75280" y="42463"/>
                  <a:pt x="72023" y="35969"/>
                </a:cubicBezTo>
                <a:cubicBezTo>
                  <a:pt x="68766" y="29475"/>
                  <a:pt x="63894" y="24626"/>
                  <a:pt x="57408" y="21421"/>
                </a:cubicBezTo>
                <a:cubicBezTo>
                  <a:pt x="50922" y="18217"/>
                  <a:pt x="42793" y="16614"/>
                  <a:pt x="33021" y="16614"/>
                </a:cubicBezTo>
                <a:lnTo>
                  <a:pt x="15163" y="16614"/>
                </a:lnTo>
                <a:lnTo>
                  <a:pt x="15163" y="104661"/>
                </a:lnTo>
                <a:close/>
                <a:moveTo>
                  <a:pt x="139643" y="118914"/>
                </a:moveTo>
                <a:cubicBezTo>
                  <a:pt x="131106" y="118914"/>
                  <a:pt x="124059" y="116969"/>
                  <a:pt x="118499" y="113079"/>
                </a:cubicBezTo>
                <a:cubicBezTo>
                  <a:pt x="112939" y="109187"/>
                  <a:pt x="108798" y="103892"/>
                  <a:pt x="106074" y="97192"/>
                </a:cubicBezTo>
                <a:cubicBezTo>
                  <a:pt x="103350" y="90493"/>
                  <a:pt x="101988" y="82960"/>
                  <a:pt x="101988" y="74593"/>
                </a:cubicBezTo>
                <a:cubicBezTo>
                  <a:pt x="101988" y="65876"/>
                  <a:pt x="103308" y="58197"/>
                  <a:pt x="105947" y="51556"/>
                </a:cubicBezTo>
                <a:cubicBezTo>
                  <a:pt x="108587" y="44914"/>
                  <a:pt x="112588" y="39721"/>
                  <a:pt x="117951" y="35977"/>
                </a:cubicBezTo>
                <a:cubicBezTo>
                  <a:pt x="123314" y="32233"/>
                  <a:pt x="130039" y="30361"/>
                  <a:pt x="138126" y="30361"/>
                </a:cubicBezTo>
                <a:cubicBezTo>
                  <a:pt x="148965" y="30361"/>
                  <a:pt x="157445" y="33875"/>
                  <a:pt x="163566" y="40903"/>
                </a:cubicBezTo>
                <a:cubicBezTo>
                  <a:pt x="169687" y="47929"/>
                  <a:pt x="172748" y="58030"/>
                  <a:pt x="172748" y="71206"/>
                </a:cubicBezTo>
                <a:cubicBezTo>
                  <a:pt x="172748" y="72085"/>
                  <a:pt x="172734" y="73124"/>
                  <a:pt x="172706" y="74324"/>
                </a:cubicBezTo>
                <a:cubicBezTo>
                  <a:pt x="172678" y="75524"/>
                  <a:pt x="172608" y="76387"/>
                  <a:pt x="172495" y="76915"/>
                </a:cubicBezTo>
                <a:lnTo>
                  <a:pt x="116140" y="76915"/>
                </a:lnTo>
                <a:cubicBezTo>
                  <a:pt x="116196" y="82546"/>
                  <a:pt x="117011" y="87718"/>
                  <a:pt x="118583" y="92430"/>
                </a:cubicBezTo>
                <a:cubicBezTo>
                  <a:pt x="120156" y="97142"/>
                  <a:pt x="122669" y="100921"/>
                  <a:pt x="126122" y="103768"/>
                </a:cubicBezTo>
                <a:cubicBezTo>
                  <a:pt x="129576" y="106612"/>
                  <a:pt x="134083" y="108035"/>
                  <a:pt x="139643" y="108035"/>
                </a:cubicBezTo>
                <a:cubicBezTo>
                  <a:pt x="145652" y="108035"/>
                  <a:pt x="150327" y="106463"/>
                  <a:pt x="153668" y="103320"/>
                </a:cubicBezTo>
                <a:cubicBezTo>
                  <a:pt x="157010" y="100176"/>
                  <a:pt x="158764" y="95642"/>
                  <a:pt x="158933" y="89715"/>
                </a:cubicBezTo>
                <a:lnTo>
                  <a:pt x="172832" y="89715"/>
                </a:lnTo>
                <a:cubicBezTo>
                  <a:pt x="172664" y="95736"/>
                  <a:pt x="171218" y="100925"/>
                  <a:pt x="168494" y="105281"/>
                </a:cubicBezTo>
                <a:cubicBezTo>
                  <a:pt x="165770" y="109634"/>
                  <a:pt x="161966" y="112996"/>
                  <a:pt x="157080" y="115364"/>
                </a:cubicBezTo>
                <a:cubicBezTo>
                  <a:pt x="152194" y="117731"/>
                  <a:pt x="146382" y="118914"/>
                  <a:pt x="139643" y="118914"/>
                </a:cubicBezTo>
                <a:moveTo>
                  <a:pt x="116224" y="66626"/>
                </a:moveTo>
                <a:lnTo>
                  <a:pt x="158849" y="66626"/>
                </a:lnTo>
                <a:cubicBezTo>
                  <a:pt x="158680" y="58378"/>
                  <a:pt x="156799" y="52071"/>
                  <a:pt x="153205" y="47705"/>
                </a:cubicBezTo>
                <a:cubicBezTo>
                  <a:pt x="149611" y="43339"/>
                  <a:pt x="144584" y="41156"/>
                  <a:pt x="138126" y="41156"/>
                </a:cubicBezTo>
                <a:cubicBezTo>
                  <a:pt x="131556" y="41156"/>
                  <a:pt x="126431" y="43324"/>
                  <a:pt x="122753" y="47660"/>
                </a:cubicBezTo>
                <a:cubicBezTo>
                  <a:pt x="119075" y="51997"/>
                  <a:pt x="116898" y="58318"/>
                  <a:pt x="116224" y="66626"/>
                </a:cubicBezTo>
                <a:close/>
                <a:moveTo>
                  <a:pt x="214626" y="117396"/>
                </a:moveTo>
                <a:cubicBezTo>
                  <a:pt x="208055" y="117396"/>
                  <a:pt x="202987" y="116292"/>
                  <a:pt x="199421" y="114083"/>
                </a:cubicBezTo>
                <a:cubicBezTo>
                  <a:pt x="195855" y="111875"/>
                  <a:pt x="193412" y="108693"/>
                  <a:pt x="192092" y="104540"/>
                </a:cubicBezTo>
                <a:cubicBezTo>
                  <a:pt x="190772" y="100386"/>
                  <a:pt x="190112" y="95394"/>
                  <a:pt x="190112" y="89562"/>
                </a:cubicBezTo>
                <a:lnTo>
                  <a:pt x="190112" y="43264"/>
                </a:lnTo>
                <a:lnTo>
                  <a:pt x="176466" y="43264"/>
                </a:lnTo>
                <a:lnTo>
                  <a:pt x="176466" y="31879"/>
                </a:lnTo>
                <a:lnTo>
                  <a:pt x="190112" y="31879"/>
                </a:lnTo>
                <a:lnTo>
                  <a:pt x="190112" y="13072"/>
                </a:lnTo>
                <a:lnTo>
                  <a:pt x="204180" y="13072"/>
                </a:lnTo>
                <a:lnTo>
                  <a:pt x="204180" y="31879"/>
                </a:lnTo>
                <a:lnTo>
                  <a:pt x="224481" y="31879"/>
                </a:lnTo>
                <a:lnTo>
                  <a:pt x="224481" y="43264"/>
                </a:lnTo>
                <a:lnTo>
                  <a:pt x="204180" y="43264"/>
                </a:lnTo>
                <a:lnTo>
                  <a:pt x="204180" y="89259"/>
                </a:lnTo>
                <a:cubicBezTo>
                  <a:pt x="204180" y="94666"/>
                  <a:pt x="204840" y="98795"/>
                  <a:pt x="206160" y="101649"/>
                </a:cubicBezTo>
                <a:cubicBezTo>
                  <a:pt x="207479" y="104500"/>
                  <a:pt x="210610" y="105926"/>
                  <a:pt x="215552" y="105926"/>
                </a:cubicBezTo>
                <a:lnTo>
                  <a:pt x="224481" y="105926"/>
                </a:lnTo>
                <a:lnTo>
                  <a:pt x="224481" y="117396"/>
                </a:lnTo>
                <a:lnTo>
                  <a:pt x="214626" y="117396"/>
                </a:lnTo>
                <a:close/>
                <a:moveTo>
                  <a:pt x="268652" y="118914"/>
                </a:moveTo>
                <a:cubicBezTo>
                  <a:pt x="260116" y="118914"/>
                  <a:pt x="253068" y="116969"/>
                  <a:pt x="247508" y="113079"/>
                </a:cubicBezTo>
                <a:cubicBezTo>
                  <a:pt x="241949" y="109187"/>
                  <a:pt x="237807" y="103892"/>
                  <a:pt x="235083" y="97192"/>
                </a:cubicBezTo>
                <a:cubicBezTo>
                  <a:pt x="232360" y="90493"/>
                  <a:pt x="230998" y="82960"/>
                  <a:pt x="230998" y="74593"/>
                </a:cubicBezTo>
                <a:cubicBezTo>
                  <a:pt x="230998" y="65876"/>
                  <a:pt x="232318" y="58197"/>
                  <a:pt x="234957" y="51556"/>
                </a:cubicBezTo>
                <a:cubicBezTo>
                  <a:pt x="237596" y="44914"/>
                  <a:pt x="241598" y="39721"/>
                  <a:pt x="246961" y="35977"/>
                </a:cubicBezTo>
                <a:cubicBezTo>
                  <a:pt x="252324" y="32233"/>
                  <a:pt x="259049" y="30361"/>
                  <a:pt x="267136" y="30361"/>
                </a:cubicBezTo>
                <a:cubicBezTo>
                  <a:pt x="277974" y="30361"/>
                  <a:pt x="286454" y="33875"/>
                  <a:pt x="292576" y="40903"/>
                </a:cubicBezTo>
                <a:cubicBezTo>
                  <a:pt x="298697" y="47929"/>
                  <a:pt x="301757" y="58030"/>
                  <a:pt x="301757" y="71206"/>
                </a:cubicBezTo>
                <a:cubicBezTo>
                  <a:pt x="301757" y="72085"/>
                  <a:pt x="301743" y="73124"/>
                  <a:pt x="301715" y="74324"/>
                </a:cubicBezTo>
                <a:cubicBezTo>
                  <a:pt x="301687" y="75524"/>
                  <a:pt x="301617" y="76387"/>
                  <a:pt x="301505" y="76915"/>
                </a:cubicBezTo>
                <a:lnTo>
                  <a:pt x="245150" y="76915"/>
                </a:lnTo>
                <a:cubicBezTo>
                  <a:pt x="245206" y="82546"/>
                  <a:pt x="246020" y="87718"/>
                  <a:pt x="247593" y="92430"/>
                </a:cubicBezTo>
                <a:cubicBezTo>
                  <a:pt x="249165" y="97142"/>
                  <a:pt x="251678" y="100921"/>
                  <a:pt x="255132" y="103768"/>
                </a:cubicBezTo>
                <a:cubicBezTo>
                  <a:pt x="258586" y="106612"/>
                  <a:pt x="263092" y="108035"/>
                  <a:pt x="268652" y="108035"/>
                </a:cubicBezTo>
                <a:cubicBezTo>
                  <a:pt x="274661" y="108035"/>
                  <a:pt x="279336" y="106463"/>
                  <a:pt x="282678" y="103320"/>
                </a:cubicBezTo>
                <a:cubicBezTo>
                  <a:pt x="286019" y="100176"/>
                  <a:pt x="287774" y="95642"/>
                  <a:pt x="287943" y="89715"/>
                </a:cubicBezTo>
                <a:lnTo>
                  <a:pt x="301842" y="89715"/>
                </a:lnTo>
                <a:cubicBezTo>
                  <a:pt x="301673" y="95736"/>
                  <a:pt x="300227" y="100925"/>
                  <a:pt x="297503" y="105281"/>
                </a:cubicBezTo>
                <a:cubicBezTo>
                  <a:pt x="294780" y="109634"/>
                  <a:pt x="290975" y="112996"/>
                  <a:pt x="286089" y="115364"/>
                </a:cubicBezTo>
                <a:cubicBezTo>
                  <a:pt x="281204" y="117731"/>
                  <a:pt x="275391" y="118914"/>
                  <a:pt x="268652" y="118914"/>
                </a:cubicBezTo>
                <a:moveTo>
                  <a:pt x="245234" y="66626"/>
                </a:moveTo>
                <a:lnTo>
                  <a:pt x="287858" y="66626"/>
                </a:lnTo>
                <a:cubicBezTo>
                  <a:pt x="287690" y="58378"/>
                  <a:pt x="285809" y="52071"/>
                  <a:pt x="282214" y="47705"/>
                </a:cubicBezTo>
                <a:cubicBezTo>
                  <a:pt x="278620" y="43339"/>
                  <a:pt x="273594" y="41156"/>
                  <a:pt x="267136" y="41156"/>
                </a:cubicBezTo>
                <a:cubicBezTo>
                  <a:pt x="260565" y="41156"/>
                  <a:pt x="255441" y="43324"/>
                  <a:pt x="251762" y="47660"/>
                </a:cubicBezTo>
                <a:cubicBezTo>
                  <a:pt x="248084" y="51997"/>
                  <a:pt x="245908" y="58318"/>
                  <a:pt x="245234" y="66626"/>
                </a:cubicBezTo>
                <a:close/>
                <a:moveTo>
                  <a:pt x="348184" y="118914"/>
                </a:moveTo>
                <a:cubicBezTo>
                  <a:pt x="340996" y="118914"/>
                  <a:pt x="334622" y="117273"/>
                  <a:pt x="329062" y="113991"/>
                </a:cubicBezTo>
                <a:cubicBezTo>
                  <a:pt x="323502" y="110707"/>
                  <a:pt x="319150" y="105797"/>
                  <a:pt x="316005" y="99261"/>
                </a:cubicBezTo>
                <a:cubicBezTo>
                  <a:pt x="312860" y="92723"/>
                  <a:pt x="311288" y="84588"/>
                  <a:pt x="311288" y="74856"/>
                </a:cubicBezTo>
                <a:cubicBezTo>
                  <a:pt x="311288" y="65126"/>
                  <a:pt x="312832" y="56949"/>
                  <a:pt x="315921" y="50325"/>
                </a:cubicBezTo>
                <a:cubicBezTo>
                  <a:pt x="319010" y="43699"/>
                  <a:pt x="323320" y="38716"/>
                  <a:pt x="328851" y="35374"/>
                </a:cubicBezTo>
                <a:cubicBezTo>
                  <a:pt x="334383" y="32032"/>
                  <a:pt x="340827" y="30361"/>
                  <a:pt x="348184" y="30361"/>
                </a:cubicBezTo>
                <a:cubicBezTo>
                  <a:pt x="354361" y="30361"/>
                  <a:pt x="359907" y="31448"/>
                  <a:pt x="364821" y="33621"/>
                </a:cubicBezTo>
                <a:cubicBezTo>
                  <a:pt x="369735" y="35793"/>
                  <a:pt x="373666" y="39067"/>
                  <a:pt x="376614" y="43444"/>
                </a:cubicBezTo>
                <a:cubicBezTo>
                  <a:pt x="379563" y="47819"/>
                  <a:pt x="381149" y="53353"/>
                  <a:pt x="381374" y="60047"/>
                </a:cubicBezTo>
                <a:lnTo>
                  <a:pt x="367474" y="60047"/>
                </a:lnTo>
                <a:cubicBezTo>
                  <a:pt x="367081" y="54370"/>
                  <a:pt x="365186" y="49902"/>
                  <a:pt x="361788" y="46641"/>
                </a:cubicBezTo>
                <a:cubicBezTo>
                  <a:pt x="358391" y="43378"/>
                  <a:pt x="353940" y="41746"/>
                  <a:pt x="348437" y="41746"/>
                </a:cubicBezTo>
                <a:cubicBezTo>
                  <a:pt x="340968" y="41746"/>
                  <a:pt x="335324" y="44647"/>
                  <a:pt x="331505" y="50449"/>
                </a:cubicBezTo>
                <a:cubicBezTo>
                  <a:pt x="327686" y="56250"/>
                  <a:pt x="325777" y="64388"/>
                  <a:pt x="325777" y="74862"/>
                </a:cubicBezTo>
                <a:cubicBezTo>
                  <a:pt x="325777" y="81763"/>
                  <a:pt x="326619" y="87653"/>
                  <a:pt x="328304" y="92533"/>
                </a:cubicBezTo>
                <a:cubicBezTo>
                  <a:pt x="329989" y="97412"/>
                  <a:pt x="332516" y="101131"/>
                  <a:pt x="335885" y="103691"/>
                </a:cubicBezTo>
                <a:cubicBezTo>
                  <a:pt x="339255" y="106250"/>
                  <a:pt x="343439" y="107529"/>
                  <a:pt x="348437" y="107529"/>
                </a:cubicBezTo>
                <a:cubicBezTo>
                  <a:pt x="354053" y="107529"/>
                  <a:pt x="358686" y="105868"/>
                  <a:pt x="362336" y="102548"/>
                </a:cubicBezTo>
                <a:cubicBezTo>
                  <a:pt x="365986" y="99227"/>
                  <a:pt x="367896" y="94337"/>
                  <a:pt x="368064" y="87878"/>
                </a:cubicBezTo>
                <a:lnTo>
                  <a:pt x="381879" y="87878"/>
                </a:lnTo>
                <a:cubicBezTo>
                  <a:pt x="381767" y="94755"/>
                  <a:pt x="380208" y="100501"/>
                  <a:pt x="377204" y="105117"/>
                </a:cubicBezTo>
                <a:cubicBezTo>
                  <a:pt x="374199" y="109731"/>
                  <a:pt x="370184" y="113184"/>
                  <a:pt x="365158" y="115477"/>
                </a:cubicBezTo>
                <a:cubicBezTo>
                  <a:pt x="360132" y="117768"/>
                  <a:pt x="354474" y="118914"/>
                  <a:pt x="348184" y="118914"/>
                </a:cubicBezTo>
                <a:close/>
                <a:moveTo>
                  <a:pt x="423925" y="117396"/>
                </a:moveTo>
                <a:cubicBezTo>
                  <a:pt x="417355" y="117396"/>
                  <a:pt x="412286" y="116292"/>
                  <a:pt x="408720" y="114083"/>
                </a:cubicBezTo>
                <a:cubicBezTo>
                  <a:pt x="405154" y="111875"/>
                  <a:pt x="402711" y="108693"/>
                  <a:pt x="401392" y="104540"/>
                </a:cubicBezTo>
                <a:cubicBezTo>
                  <a:pt x="400072" y="100386"/>
                  <a:pt x="399412" y="95394"/>
                  <a:pt x="399412" y="89562"/>
                </a:cubicBezTo>
                <a:lnTo>
                  <a:pt x="399412" y="43264"/>
                </a:lnTo>
                <a:lnTo>
                  <a:pt x="385766" y="43264"/>
                </a:lnTo>
                <a:lnTo>
                  <a:pt x="385766" y="31879"/>
                </a:lnTo>
                <a:lnTo>
                  <a:pt x="399412" y="31879"/>
                </a:lnTo>
                <a:lnTo>
                  <a:pt x="399412" y="13072"/>
                </a:lnTo>
                <a:lnTo>
                  <a:pt x="413480" y="13072"/>
                </a:lnTo>
                <a:lnTo>
                  <a:pt x="413480" y="31879"/>
                </a:lnTo>
                <a:lnTo>
                  <a:pt x="433781" y="31879"/>
                </a:lnTo>
                <a:lnTo>
                  <a:pt x="433781" y="43264"/>
                </a:lnTo>
                <a:lnTo>
                  <a:pt x="413480" y="43264"/>
                </a:lnTo>
                <a:lnTo>
                  <a:pt x="413480" y="89259"/>
                </a:lnTo>
                <a:cubicBezTo>
                  <a:pt x="413480" y="94666"/>
                  <a:pt x="414140" y="98795"/>
                  <a:pt x="415459" y="101649"/>
                </a:cubicBezTo>
                <a:cubicBezTo>
                  <a:pt x="416779" y="104500"/>
                  <a:pt x="419910" y="105926"/>
                  <a:pt x="424852" y="105926"/>
                </a:cubicBezTo>
                <a:lnTo>
                  <a:pt x="433781" y="105926"/>
                </a:lnTo>
                <a:lnTo>
                  <a:pt x="433781" y="117396"/>
                </a:lnTo>
                <a:lnTo>
                  <a:pt x="423925" y="117396"/>
                </a:lnTo>
                <a:close/>
                <a:moveTo>
                  <a:pt x="445119" y="117396"/>
                </a:moveTo>
                <a:lnTo>
                  <a:pt x="445119" y="31879"/>
                </a:lnTo>
                <a:lnTo>
                  <a:pt x="459187" y="31879"/>
                </a:lnTo>
                <a:lnTo>
                  <a:pt x="459187" y="117396"/>
                </a:lnTo>
                <a:lnTo>
                  <a:pt x="445119" y="117396"/>
                </a:lnTo>
                <a:moveTo>
                  <a:pt x="452195" y="16361"/>
                </a:moveTo>
                <a:cubicBezTo>
                  <a:pt x="449500" y="16361"/>
                  <a:pt x="447366" y="15588"/>
                  <a:pt x="445793" y="14042"/>
                </a:cubicBezTo>
                <a:cubicBezTo>
                  <a:pt x="444221" y="12496"/>
                  <a:pt x="443435" y="10542"/>
                  <a:pt x="443435" y="8181"/>
                </a:cubicBezTo>
                <a:cubicBezTo>
                  <a:pt x="443435" y="5819"/>
                  <a:pt x="444221" y="3865"/>
                  <a:pt x="445793" y="2319"/>
                </a:cubicBezTo>
                <a:cubicBezTo>
                  <a:pt x="447366" y="773"/>
                  <a:pt x="449500" y="0"/>
                  <a:pt x="452195" y="0"/>
                </a:cubicBezTo>
                <a:cubicBezTo>
                  <a:pt x="454835" y="0"/>
                  <a:pt x="456969" y="773"/>
                  <a:pt x="458597" y="2319"/>
                </a:cubicBezTo>
                <a:cubicBezTo>
                  <a:pt x="460226" y="3865"/>
                  <a:pt x="461040" y="5819"/>
                  <a:pt x="461040" y="8181"/>
                </a:cubicBezTo>
                <a:cubicBezTo>
                  <a:pt x="461040" y="10542"/>
                  <a:pt x="460226" y="12496"/>
                  <a:pt x="458597" y="14042"/>
                </a:cubicBezTo>
                <a:cubicBezTo>
                  <a:pt x="456969" y="15588"/>
                  <a:pt x="454835" y="16361"/>
                  <a:pt x="452195" y="16361"/>
                </a:cubicBezTo>
                <a:close/>
                <a:moveTo>
                  <a:pt x="511947" y="118914"/>
                </a:moveTo>
                <a:cubicBezTo>
                  <a:pt x="504254" y="118914"/>
                  <a:pt x="497683" y="117157"/>
                  <a:pt x="492236" y="113643"/>
                </a:cubicBezTo>
                <a:cubicBezTo>
                  <a:pt x="486788" y="110129"/>
                  <a:pt x="482619" y="105078"/>
                  <a:pt x="479726" y="98489"/>
                </a:cubicBezTo>
                <a:cubicBezTo>
                  <a:pt x="476834" y="91900"/>
                  <a:pt x="475388" y="84037"/>
                  <a:pt x="475388" y="74901"/>
                </a:cubicBezTo>
                <a:cubicBezTo>
                  <a:pt x="475388" y="65647"/>
                  <a:pt x="476834" y="57696"/>
                  <a:pt x="479726" y="51050"/>
                </a:cubicBezTo>
                <a:cubicBezTo>
                  <a:pt x="482619" y="44403"/>
                  <a:pt x="486788" y="39294"/>
                  <a:pt x="492236" y="35722"/>
                </a:cubicBezTo>
                <a:cubicBezTo>
                  <a:pt x="497683" y="32148"/>
                  <a:pt x="504254" y="30361"/>
                  <a:pt x="511947" y="30361"/>
                </a:cubicBezTo>
                <a:cubicBezTo>
                  <a:pt x="519809" y="30361"/>
                  <a:pt x="526548" y="32148"/>
                  <a:pt x="532164" y="35722"/>
                </a:cubicBezTo>
                <a:cubicBezTo>
                  <a:pt x="537780" y="39294"/>
                  <a:pt x="542076" y="44403"/>
                  <a:pt x="545053" y="51050"/>
                </a:cubicBezTo>
                <a:cubicBezTo>
                  <a:pt x="548029" y="57696"/>
                  <a:pt x="549517" y="65647"/>
                  <a:pt x="549517" y="74901"/>
                </a:cubicBezTo>
                <a:cubicBezTo>
                  <a:pt x="549517" y="84037"/>
                  <a:pt x="548029" y="91900"/>
                  <a:pt x="545053" y="98489"/>
                </a:cubicBezTo>
                <a:cubicBezTo>
                  <a:pt x="542076" y="105078"/>
                  <a:pt x="537780" y="110129"/>
                  <a:pt x="532164" y="113643"/>
                </a:cubicBezTo>
                <a:cubicBezTo>
                  <a:pt x="526548" y="117157"/>
                  <a:pt x="519809" y="118914"/>
                  <a:pt x="511947" y="118914"/>
                </a:cubicBezTo>
                <a:moveTo>
                  <a:pt x="511947" y="107782"/>
                </a:moveTo>
                <a:cubicBezTo>
                  <a:pt x="517619" y="107782"/>
                  <a:pt x="522126" y="106356"/>
                  <a:pt x="525467" y="103504"/>
                </a:cubicBezTo>
                <a:cubicBezTo>
                  <a:pt x="528809" y="100653"/>
                  <a:pt x="531224" y="96762"/>
                  <a:pt x="532712" y="91832"/>
                </a:cubicBezTo>
                <a:cubicBezTo>
                  <a:pt x="534200" y="86900"/>
                  <a:pt x="534944" y="81255"/>
                  <a:pt x="534944" y="74898"/>
                </a:cubicBezTo>
                <a:cubicBezTo>
                  <a:pt x="534944" y="68542"/>
                  <a:pt x="534200" y="62868"/>
                  <a:pt x="532712" y="57878"/>
                </a:cubicBezTo>
                <a:cubicBezTo>
                  <a:pt x="531224" y="52887"/>
                  <a:pt x="528809" y="48950"/>
                  <a:pt x="525467" y="46069"/>
                </a:cubicBezTo>
                <a:cubicBezTo>
                  <a:pt x="522126" y="43187"/>
                  <a:pt x="517619" y="41746"/>
                  <a:pt x="511947" y="41746"/>
                </a:cubicBezTo>
                <a:cubicBezTo>
                  <a:pt x="506612" y="41746"/>
                  <a:pt x="502316" y="43187"/>
                  <a:pt x="499059" y="46069"/>
                </a:cubicBezTo>
                <a:cubicBezTo>
                  <a:pt x="495802" y="48950"/>
                  <a:pt x="493457" y="52887"/>
                  <a:pt x="492025" y="57878"/>
                </a:cubicBezTo>
                <a:cubicBezTo>
                  <a:pt x="490593" y="62868"/>
                  <a:pt x="489877" y="68571"/>
                  <a:pt x="489877" y="74988"/>
                </a:cubicBezTo>
                <a:cubicBezTo>
                  <a:pt x="489877" y="81285"/>
                  <a:pt x="490593" y="86900"/>
                  <a:pt x="492025" y="91832"/>
                </a:cubicBezTo>
                <a:cubicBezTo>
                  <a:pt x="493457" y="96762"/>
                  <a:pt x="495802" y="100653"/>
                  <a:pt x="499059" y="103504"/>
                </a:cubicBezTo>
                <a:cubicBezTo>
                  <a:pt x="502316" y="106356"/>
                  <a:pt x="506612" y="107782"/>
                  <a:pt x="511947" y="107782"/>
                </a:cubicBezTo>
                <a:close/>
                <a:moveTo>
                  <a:pt x="563087" y="117396"/>
                </a:moveTo>
                <a:lnTo>
                  <a:pt x="563087" y="31879"/>
                </a:lnTo>
                <a:lnTo>
                  <a:pt x="576734" y="31879"/>
                </a:lnTo>
                <a:lnTo>
                  <a:pt x="577071" y="43770"/>
                </a:lnTo>
                <a:cubicBezTo>
                  <a:pt x="579486" y="40509"/>
                  <a:pt x="582939" y="37459"/>
                  <a:pt x="587432" y="34620"/>
                </a:cubicBezTo>
                <a:cubicBezTo>
                  <a:pt x="591925" y="31781"/>
                  <a:pt x="597541" y="30361"/>
                  <a:pt x="604280" y="30361"/>
                </a:cubicBezTo>
                <a:cubicBezTo>
                  <a:pt x="613040" y="30361"/>
                  <a:pt x="619302" y="33106"/>
                  <a:pt x="623065" y="38597"/>
                </a:cubicBezTo>
                <a:cubicBezTo>
                  <a:pt x="626827" y="44086"/>
                  <a:pt x="628709" y="51818"/>
                  <a:pt x="628709" y="61792"/>
                </a:cubicBezTo>
                <a:lnTo>
                  <a:pt x="628709" y="117396"/>
                </a:lnTo>
                <a:lnTo>
                  <a:pt x="614725" y="117396"/>
                </a:lnTo>
                <a:lnTo>
                  <a:pt x="614725" y="63408"/>
                </a:lnTo>
                <a:cubicBezTo>
                  <a:pt x="614725" y="59301"/>
                  <a:pt x="614346" y="55643"/>
                  <a:pt x="613588" y="52431"/>
                </a:cubicBezTo>
                <a:cubicBezTo>
                  <a:pt x="612830" y="49217"/>
                  <a:pt x="611454" y="46704"/>
                  <a:pt x="609460" y="44891"/>
                </a:cubicBezTo>
                <a:cubicBezTo>
                  <a:pt x="607467" y="43076"/>
                  <a:pt x="604617" y="42168"/>
                  <a:pt x="600910" y="42168"/>
                </a:cubicBezTo>
                <a:cubicBezTo>
                  <a:pt x="595238" y="42168"/>
                  <a:pt x="590451" y="43611"/>
                  <a:pt x="586548" y="46496"/>
                </a:cubicBezTo>
                <a:cubicBezTo>
                  <a:pt x="582645" y="49381"/>
                  <a:pt x="579514" y="52490"/>
                  <a:pt x="577155" y="55823"/>
                </a:cubicBezTo>
                <a:lnTo>
                  <a:pt x="577155" y="117396"/>
                </a:lnTo>
                <a:lnTo>
                  <a:pt x="563087" y="11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E7DA8-AD3B-4ABA-9AC2-8D5F866A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90" y="3294556"/>
            <a:ext cx="285348" cy="1333866"/>
          </a:xfrm>
          <a:custGeom xmlns:a="http://schemas.openxmlformats.org/drawingml/2006/main">
            <a:pathLst>
              <a:path w="285348" h="1333866">
                <a:moveTo>
                  <a:pt x="203401" y="82043"/>
                </a:moveTo>
                <a:lnTo>
                  <a:pt x="285348" y="41021"/>
                </a:lnTo>
                <a:lnTo>
                  <a:pt x="203401" y="0"/>
                </a:lnTo>
                <a:lnTo>
                  <a:pt x="203401" y="34185"/>
                </a:lnTo>
                <a:lnTo>
                  <a:pt x="135846" y="34185"/>
                </a:lnTo>
                <a:lnTo>
                  <a:pt x="135846" y="1320192"/>
                </a:lnTo>
                <a:lnTo>
                  <a:pt x="0" y="1320192"/>
                </a:lnTo>
                <a:lnTo>
                  <a:pt x="0" y="1333866"/>
                </a:lnTo>
                <a:lnTo>
                  <a:pt x="149503" y="1333866"/>
                </a:lnTo>
                <a:lnTo>
                  <a:pt x="149503" y="47858"/>
                </a:lnTo>
                <a:lnTo>
                  <a:pt x="203401" y="47858"/>
                </a:lnTo>
                <a:lnTo>
                  <a:pt x="203401" y="820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?">
            <a:extLst xmlns:a="http://schemas.openxmlformats.org/drawingml/2006/main">
              <a:ext uri="{FF2B5EF4-FFF2-40B4-BE49-F238E27FC236}">
                <a16:creationId xmlns:a16="http://schemas.microsoft.com/office/drawing/2014/main" id="{23691D4F-DB5A-45AB-AE1E-37E1820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3" y="4280903"/>
            <a:ext cx="77002" cy="122642"/>
          </a:xfrm>
          <a:custGeom xmlns:a="http://schemas.openxmlformats.org/drawingml/2006/main">
            <a:pathLst>
              <a:path w="77002" h="122642">
                <a:moveTo>
                  <a:pt x="30578" y="83214"/>
                </a:moveTo>
                <a:cubicBezTo>
                  <a:pt x="30516" y="82807"/>
                  <a:pt x="30486" y="82385"/>
                  <a:pt x="30486" y="81950"/>
                </a:cubicBezTo>
                <a:cubicBezTo>
                  <a:pt x="30486" y="81514"/>
                  <a:pt x="30486" y="81091"/>
                  <a:pt x="30486" y="80684"/>
                </a:cubicBezTo>
                <a:cubicBezTo>
                  <a:pt x="30486" y="74344"/>
                  <a:pt x="31829" y="69081"/>
                  <a:pt x="34516" y="64892"/>
                </a:cubicBezTo>
                <a:cubicBezTo>
                  <a:pt x="37204" y="60704"/>
                  <a:pt x="41173" y="56632"/>
                  <a:pt x="46423" y="52676"/>
                </a:cubicBezTo>
                <a:cubicBezTo>
                  <a:pt x="51427" y="49069"/>
                  <a:pt x="55087" y="45667"/>
                  <a:pt x="57404" y="42468"/>
                </a:cubicBezTo>
                <a:cubicBezTo>
                  <a:pt x="59720" y="39270"/>
                  <a:pt x="60879" y="35343"/>
                  <a:pt x="60879" y="30689"/>
                </a:cubicBezTo>
                <a:cubicBezTo>
                  <a:pt x="60879" y="25570"/>
                  <a:pt x="59103" y="21309"/>
                  <a:pt x="55551" y="17907"/>
                </a:cubicBezTo>
                <a:cubicBezTo>
                  <a:pt x="51998" y="14504"/>
                  <a:pt x="46485" y="12802"/>
                  <a:pt x="39010" y="12802"/>
                </a:cubicBezTo>
                <a:cubicBezTo>
                  <a:pt x="31783" y="12802"/>
                  <a:pt x="26100" y="14666"/>
                  <a:pt x="21961" y="18395"/>
                </a:cubicBezTo>
                <a:cubicBezTo>
                  <a:pt x="17822" y="22121"/>
                  <a:pt x="15752" y="27369"/>
                  <a:pt x="15752" y="34139"/>
                </a:cubicBezTo>
                <a:lnTo>
                  <a:pt x="0" y="34139"/>
                </a:lnTo>
                <a:cubicBezTo>
                  <a:pt x="0" y="26924"/>
                  <a:pt x="1652" y="20766"/>
                  <a:pt x="4957" y="15664"/>
                </a:cubicBezTo>
                <a:cubicBezTo>
                  <a:pt x="8262" y="10559"/>
                  <a:pt x="12849" y="6673"/>
                  <a:pt x="18718" y="4004"/>
                </a:cubicBezTo>
                <a:cubicBezTo>
                  <a:pt x="24586" y="1335"/>
                  <a:pt x="31350" y="0"/>
                  <a:pt x="39010" y="0"/>
                </a:cubicBezTo>
                <a:cubicBezTo>
                  <a:pt x="46732" y="0"/>
                  <a:pt x="53435" y="1219"/>
                  <a:pt x="59118" y="3656"/>
                </a:cubicBezTo>
                <a:cubicBezTo>
                  <a:pt x="64801" y="6091"/>
                  <a:pt x="69203" y="9554"/>
                  <a:pt x="72322" y="14046"/>
                </a:cubicBezTo>
                <a:cubicBezTo>
                  <a:pt x="75442" y="18536"/>
                  <a:pt x="77002" y="23921"/>
                  <a:pt x="77002" y="30202"/>
                </a:cubicBezTo>
                <a:cubicBezTo>
                  <a:pt x="77002" y="35017"/>
                  <a:pt x="76245" y="39156"/>
                  <a:pt x="74731" y="42619"/>
                </a:cubicBezTo>
                <a:cubicBezTo>
                  <a:pt x="73218" y="46082"/>
                  <a:pt x="71040" y="49239"/>
                  <a:pt x="68199" y="52087"/>
                </a:cubicBezTo>
                <a:cubicBezTo>
                  <a:pt x="65357" y="54934"/>
                  <a:pt x="61960" y="57796"/>
                  <a:pt x="58006" y="60671"/>
                </a:cubicBezTo>
                <a:cubicBezTo>
                  <a:pt x="54485" y="63255"/>
                  <a:pt x="51813" y="65663"/>
                  <a:pt x="49991" y="67893"/>
                </a:cubicBezTo>
                <a:cubicBezTo>
                  <a:pt x="48168" y="70123"/>
                  <a:pt x="46902" y="72457"/>
                  <a:pt x="46192" y="74894"/>
                </a:cubicBezTo>
                <a:cubicBezTo>
                  <a:pt x="45481" y="77329"/>
                  <a:pt x="45033" y="80103"/>
                  <a:pt x="44848" y="83214"/>
                </a:cubicBezTo>
                <a:lnTo>
                  <a:pt x="30578" y="83214"/>
                </a:lnTo>
                <a:moveTo>
                  <a:pt x="37991" y="122642"/>
                </a:moveTo>
                <a:cubicBezTo>
                  <a:pt x="34655" y="122642"/>
                  <a:pt x="31860" y="121513"/>
                  <a:pt x="29605" y="119256"/>
                </a:cubicBezTo>
                <a:cubicBezTo>
                  <a:pt x="27351" y="116998"/>
                  <a:pt x="26223" y="114231"/>
                  <a:pt x="26223" y="110953"/>
                </a:cubicBezTo>
                <a:cubicBezTo>
                  <a:pt x="26223" y="107613"/>
                  <a:pt x="27351" y="104861"/>
                  <a:pt x="29605" y="102696"/>
                </a:cubicBezTo>
                <a:cubicBezTo>
                  <a:pt x="31860" y="100532"/>
                  <a:pt x="34655" y="99449"/>
                  <a:pt x="37991" y="99449"/>
                </a:cubicBezTo>
                <a:cubicBezTo>
                  <a:pt x="41389" y="99449"/>
                  <a:pt x="44215" y="100532"/>
                  <a:pt x="46470" y="102696"/>
                </a:cubicBezTo>
                <a:cubicBezTo>
                  <a:pt x="48724" y="104861"/>
                  <a:pt x="49852" y="107613"/>
                  <a:pt x="49852" y="110953"/>
                </a:cubicBezTo>
                <a:cubicBezTo>
                  <a:pt x="49852" y="114231"/>
                  <a:pt x="48724" y="116998"/>
                  <a:pt x="46470" y="119256"/>
                </a:cubicBezTo>
                <a:cubicBezTo>
                  <a:pt x="44215" y="121513"/>
                  <a:pt x="41389" y="122642"/>
                  <a:pt x="37991" y="1226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Query">
            <a:extLst xmlns:a="http://schemas.openxmlformats.org/drawingml/2006/main">
              <a:ext uri="{FF2B5EF4-FFF2-40B4-BE49-F238E27FC236}">
                <a16:creationId xmlns:a16="http://schemas.microsoft.com/office/drawing/2014/main" id="{5A11ED71-A82E-427F-B858-CCB0E9BD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29" y="4282534"/>
            <a:ext cx="328537" cy="116181"/>
          </a:xfrm>
          <a:custGeom xmlns:a="http://schemas.openxmlformats.org/drawingml/2006/main">
            <a:pathLst>
              <a:path w="328537" h="116181">
                <a:moveTo>
                  <a:pt x="57351" y="90923"/>
                </a:moveTo>
                <a:lnTo>
                  <a:pt x="58255" y="90603"/>
                </a:lnTo>
                <a:lnTo>
                  <a:pt x="59144" y="90263"/>
                </a:lnTo>
                <a:lnTo>
                  <a:pt x="60017" y="89902"/>
                </a:lnTo>
                <a:lnTo>
                  <a:pt x="60875" y="89521"/>
                </a:lnTo>
                <a:lnTo>
                  <a:pt x="61717" y="89119"/>
                </a:lnTo>
                <a:lnTo>
                  <a:pt x="62544" y="88696"/>
                </a:lnTo>
                <a:lnTo>
                  <a:pt x="63355" y="88253"/>
                </a:lnTo>
                <a:lnTo>
                  <a:pt x="64150" y="87789"/>
                </a:lnTo>
                <a:lnTo>
                  <a:pt x="64930" y="87305"/>
                </a:lnTo>
                <a:lnTo>
                  <a:pt x="65695" y="86802"/>
                </a:lnTo>
                <a:lnTo>
                  <a:pt x="66443" y="86284"/>
                </a:lnTo>
                <a:lnTo>
                  <a:pt x="67176" y="85750"/>
                </a:lnTo>
                <a:lnTo>
                  <a:pt x="67893" y="85200"/>
                </a:lnTo>
                <a:lnTo>
                  <a:pt x="68594" y="84635"/>
                </a:lnTo>
                <a:lnTo>
                  <a:pt x="69279" y="84054"/>
                </a:lnTo>
                <a:lnTo>
                  <a:pt x="69949" y="83457"/>
                </a:lnTo>
                <a:lnTo>
                  <a:pt x="70602" y="82844"/>
                </a:lnTo>
                <a:lnTo>
                  <a:pt x="71240" y="82216"/>
                </a:lnTo>
                <a:lnTo>
                  <a:pt x="71862" y="81572"/>
                </a:lnTo>
                <a:lnTo>
                  <a:pt x="72469" y="80913"/>
                </a:lnTo>
                <a:lnTo>
                  <a:pt x="73059" y="80237"/>
                </a:lnTo>
                <a:lnTo>
                  <a:pt x="73634" y="79546"/>
                </a:lnTo>
                <a:lnTo>
                  <a:pt x="74193" y="78840"/>
                </a:lnTo>
                <a:lnTo>
                  <a:pt x="74736" y="78117"/>
                </a:lnTo>
                <a:lnTo>
                  <a:pt x="75264" y="77379"/>
                </a:lnTo>
                <a:lnTo>
                  <a:pt x="75775" y="76626"/>
                </a:lnTo>
                <a:lnTo>
                  <a:pt x="76271" y="75856"/>
                </a:lnTo>
                <a:lnTo>
                  <a:pt x="76751" y="75071"/>
                </a:lnTo>
                <a:lnTo>
                  <a:pt x="77215" y="74270"/>
                </a:lnTo>
                <a:lnTo>
                  <a:pt x="77663" y="73454"/>
                </a:lnTo>
                <a:lnTo>
                  <a:pt x="78096" y="72621"/>
                </a:lnTo>
                <a:lnTo>
                  <a:pt x="78513" y="71773"/>
                </a:lnTo>
                <a:lnTo>
                  <a:pt x="78914" y="70910"/>
                </a:lnTo>
                <a:lnTo>
                  <a:pt x="79299" y="70033"/>
                </a:lnTo>
                <a:lnTo>
                  <a:pt x="79667" y="69144"/>
                </a:lnTo>
                <a:lnTo>
                  <a:pt x="80019" y="68244"/>
                </a:lnTo>
                <a:lnTo>
                  <a:pt x="80355" y="67332"/>
                </a:lnTo>
                <a:lnTo>
                  <a:pt x="80675" y="66409"/>
                </a:lnTo>
                <a:lnTo>
                  <a:pt x="80978" y="65474"/>
                </a:lnTo>
                <a:lnTo>
                  <a:pt x="81264" y="64528"/>
                </a:lnTo>
                <a:lnTo>
                  <a:pt x="81535" y="63571"/>
                </a:lnTo>
                <a:lnTo>
                  <a:pt x="81788" y="62602"/>
                </a:lnTo>
                <a:lnTo>
                  <a:pt x="82026" y="61621"/>
                </a:lnTo>
                <a:lnTo>
                  <a:pt x="82247" y="60629"/>
                </a:lnTo>
                <a:lnTo>
                  <a:pt x="82452" y="59626"/>
                </a:lnTo>
                <a:lnTo>
                  <a:pt x="82640" y="58611"/>
                </a:lnTo>
                <a:lnTo>
                  <a:pt x="82812" y="57584"/>
                </a:lnTo>
                <a:lnTo>
                  <a:pt x="82968" y="56546"/>
                </a:lnTo>
                <a:lnTo>
                  <a:pt x="83107" y="55497"/>
                </a:lnTo>
                <a:lnTo>
                  <a:pt x="83230" y="54436"/>
                </a:lnTo>
                <a:lnTo>
                  <a:pt x="83336" y="53364"/>
                </a:lnTo>
                <a:lnTo>
                  <a:pt x="83426" y="52280"/>
                </a:lnTo>
                <a:lnTo>
                  <a:pt x="83500" y="51185"/>
                </a:lnTo>
                <a:lnTo>
                  <a:pt x="83557" y="50078"/>
                </a:lnTo>
                <a:lnTo>
                  <a:pt x="83598" y="48959"/>
                </a:lnTo>
                <a:lnTo>
                  <a:pt x="83623" y="47830"/>
                </a:lnTo>
                <a:lnTo>
                  <a:pt x="83631" y="46688"/>
                </a:lnTo>
                <a:lnTo>
                  <a:pt x="83623" y="45547"/>
                </a:lnTo>
                <a:lnTo>
                  <a:pt x="83598" y="44417"/>
                </a:lnTo>
                <a:lnTo>
                  <a:pt x="83557" y="43298"/>
                </a:lnTo>
                <a:lnTo>
                  <a:pt x="83500" y="42191"/>
                </a:lnTo>
                <a:lnTo>
                  <a:pt x="83426" y="41094"/>
                </a:lnTo>
                <a:lnTo>
                  <a:pt x="83336" y="40009"/>
                </a:lnTo>
                <a:lnTo>
                  <a:pt x="83230" y="38935"/>
                </a:lnTo>
                <a:lnTo>
                  <a:pt x="83107" y="37873"/>
                </a:lnTo>
                <a:lnTo>
                  <a:pt x="82968" y="36821"/>
                </a:lnTo>
                <a:lnTo>
                  <a:pt x="82812" y="35781"/>
                </a:lnTo>
                <a:lnTo>
                  <a:pt x="82640" y="34752"/>
                </a:lnTo>
                <a:lnTo>
                  <a:pt x="82452" y="33734"/>
                </a:lnTo>
                <a:lnTo>
                  <a:pt x="82247" y="32728"/>
                </a:lnTo>
                <a:lnTo>
                  <a:pt x="82026" y="31733"/>
                </a:lnTo>
                <a:lnTo>
                  <a:pt x="81788" y="30749"/>
                </a:lnTo>
                <a:lnTo>
                  <a:pt x="81535" y="29776"/>
                </a:lnTo>
                <a:lnTo>
                  <a:pt x="81264" y="28815"/>
                </a:lnTo>
                <a:lnTo>
                  <a:pt x="80978" y="27865"/>
                </a:lnTo>
                <a:lnTo>
                  <a:pt x="80675" y="26926"/>
                </a:lnTo>
                <a:lnTo>
                  <a:pt x="80355" y="25998"/>
                </a:lnTo>
                <a:lnTo>
                  <a:pt x="80019" y="25082"/>
                </a:lnTo>
                <a:lnTo>
                  <a:pt x="79667" y="24176"/>
                </a:lnTo>
                <a:lnTo>
                  <a:pt x="79299" y="23282"/>
                </a:lnTo>
                <a:lnTo>
                  <a:pt x="78914" y="22400"/>
                </a:lnTo>
                <a:lnTo>
                  <a:pt x="78513" y="21531"/>
                </a:lnTo>
                <a:lnTo>
                  <a:pt x="78096" y="20677"/>
                </a:lnTo>
                <a:lnTo>
                  <a:pt x="77663" y="19840"/>
                </a:lnTo>
                <a:lnTo>
                  <a:pt x="77215" y="19019"/>
                </a:lnTo>
                <a:lnTo>
                  <a:pt x="76751" y="18213"/>
                </a:lnTo>
                <a:lnTo>
                  <a:pt x="76271" y="17424"/>
                </a:lnTo>
                <a:lnTo>
                  <a:pt x="75775" y="16650"/>
                </a:lnTo>
                <a:lnTo>
                  <a:pt x="75264" y="15893"/>
                </a:lnTo>
                <a:lnTo>
                  <a:pt x="74736" y="15151"/>
                </a:lnTo>
                <a:lnTo>
                  <a:pt x="74193" y="14425"/>
                </a:lnTo>
                <a:lnTo>
                  <a:pt x="73634" y="13715"/>
                </a:lnTo>
                <a:lnTo>
                  <a:pt x="73059" y="13021"/>
                </a:lnTo>
                <a:lnTo>
                  <a:pt x="72469" y="12344"/>
                </a:lnTo>
                <a:lnTo>
                  <a:pt x="71862" y="11681"/>
                </a:lnTo>
                <a:lnTo>
                  <a:pt x="71240" y="11035"/>
                </a:lnTo>
                <a:lnTo>
                  <a:pt x="70602" y="10405"/>
                </a:lnTo>
                <a:lnTo>
                  <a:pt x="69949" y="9791"/>
                </a:lnTo>
                <a:lnTo>
                  <a:pt x="69279" y="9193"/>
                </a:lnTo>
                <a:lnTo>
                  <a:pt x="68594" y="8610"/>
                </a:lnTo>
                <a:lnTo>
                  <a:pt x="67893" y="8044"/>
                </a:lnTo>
                <a:lnTo>
                  <a:pt x="67176" y="7493"/>
                </a:lnTo>
                <a:lnTo>
                  <a:pt x="66443" y="6959"/>
                </a:lnTo>
                <a:lnTo>
                  <a:pt x="65695" y="6440"/>
                </a:lnTo>
                <a:lnTo>
                  <a:pt x="64930" y="5937"/>
                </a:lnTo>
                <a:lnTo>
                  <a:pt x="64150" y="5453"/>
                </a:lnTo>
                <a:lnTo>
                  <a:pt x="63355" y="4989"/>
                </a:lnTo>
                <a:lnTo>
                  <a:pt x="62544" y="4546"/>
                </a:lnTo>
                <a:lnTo>
                  <a:pt x="61717" y="4123"/>
                </a:lnTo>
                <a:lnTo>
                  <a:pt x="60875" y="3721"/>
                </a:lnTo>
                <a:lnTo>
                  <a:pt x="60017" y="3340"/>
                </a:lnTo>
                <a:lnTo>
                  <a:pt x="59144" y="2979"/>
                </a:lnTo>
                <a:lnTo>
                  <a:pt x="58255" y="2639"/>
                </a:lnTo>
                <a:lnTo>
                  <a:pt x="57351" y="2319"/>
                </a:lnTo>
                <a:lnTo>
                  <a:pt x="56431" y="2020"/>
                </a:lnTo>
                <a:lnTo>
                  <a:pt x="55495" y="1742"/>
                </a:lnTo>
                <a:lnTo>
                  <a:pt x="54544" y="1484"/>
                </a:lnTo>
                <a:lnTo>
                  <a:pt x="53577" y="1247"/>
                </a:lnTo>
                <a:lnTo>
                  <a:pt x="52595" y="1031"/>
                </a:lnTo>
                <a:lnTo>
                  <a:pt x="51597" y="835"/>
                </a:lnTo>
                <a:lnTo>
                  <a:pt x="50584" y="660"/>
                </a:lnTo>
                <a:lnTo>
                  <a:pt x="49555" y="505"/>
                </a:lnTo>
                <a:lnTo>
                  <a:pt x="48510" y="371"/>
                </a:lnTo>
                <a:lnTo>
                  <a:pt x="47450" y="258"/>
                </a:lnTo>
                <a:lnTo>
                  <a:pt x="46375" y="165"/>
                </a:lnTo>
                <a:lnTo>
                  <a:pt x="45284" y="93"/>
                </a:lnTo>
                <a:lnTo>
                  <a:pt x="44177" y="41"/>
                </a:lnTo>
                <a:lnTo>
                  <a:pt x="43054" y="10"/>
                </a:lnTo>
                <a:lnTo>
                  <a:pt x="41917" y="0"/>
                </a:lnTo>
                <a:lnTo>
                  <a:pt x="40768" y="10"/>
                </a:lnTo>
                <a:lnTo>
                  <a:pt x="39635" y="41"/>
                </a:lnTo>
                <a:lnTo>
                  <a:pt x="38518" y="93"/>
                </a:lnTo>
                <a:lnTo>
                  <a:pt x="37416" y="165"/>
                </a:lnTo>
                <a:lnTo>
                  <a:pt x="36331" y="258"/>
                </a:lnTo>
                <a:lnTo>
                  <a:pt x="35262" y="371"/>
                </a:lnTo>
                <a:lnTo>
                  <a:pt x="34208" y="505"/>
                </a:lnTo>
                <a:lnTo>
                  <a:pt x="33171" y="660"/>
                </a:lnTo>
                <a:lnTo>
                  <a:pt x="32149" y="835"/>
                </a:lnTo>
                <a:lnTo>
                  <a:pt x="31144" y="1031"/>
                </a:lnTo>
                <a:lnTo>
                  <a:pt x="30154" y="1247"/>
                </a:lnTo>
                <a:lnTo>
                  <a:pt x="29180" y="1484"/>
                </a:lnTo>
                <a:lnTo>
                  <a:pt x="28222" y="1742"/>
                </a:lnTo>
                <a:lnTo>
                  <a:pt x="27280" y="2020"/>
                </a:lnTo>
                <a:lnTo>
                  <a:pt x="26354" y="2319"/>
                </a:lnTo>
                <a:lnTo>
                  <a:pt x="25444" y="2639"/>
                </a:lnTo>
                <a:lnTo>
                  <a:pt x="24549" y="2979"/>
                </a:lnTo>
                <a:lnTo>
                  <a:pt x="23671" y="3340"/>
                </a:lnTo>
                <a:lnTo>
                  <a:pt x="22808" y="3721"/>
                </a:lnTo>
                <a:lnTo>
                  <a:pt x="21962" y="4123"/>
                </a:lnTo>
                <a:lnTo>
                  <a:pt x="21131" y="4546"/>
                </a:lnTo>
                <a:lnTo>
                  <a:pt x="20316" y="4989"/>
                </a:lnTo>
                <a:lnTo>
                  <a:pt x="19517" y="5453"/>
                </a:lnTo>
                <a:lnTo>
                  <a:pt x="18734" y="5937"/>
                </a:lnTo>
                <a:lnTo>
                  <a:pt x="17967" y="6440"/>
                </a:lnTo>
                <a:lnTo>
                  <a:pt x="17216" y="6959"/>
                </a:lnTo>
                <a:lnTo>
                  <a:pt x="16481" y="7493"/>
                </a:lnTo>
                <a:lnTo>
                  <a:pt x="15762" y="8044"/>
                </a:lnTo>
                <a:lnTo>
                  <a:pt x="15058" y="8610"/>
                </a:lnTo>
                <a:lnTo>
                  <a:pt x="14371" y="9193"/>
                </a:lnTo>
                <a:lnTo>
                  <a:pt x="13699" y="9791"/>
                </a:lnTo>
                <a:lnTo>
                  <a:pt x="13044" y="10405"/>
                </a:lnTo>
                <a:lnTo>
                  <a:pt x="12404" y="11035"/>
                </a:lnTo>
                <a:lnTo>
                  <a:pt x="11780" y="11681"/>
                </a:lnTo>
                <a:lnTo>
                  <a:pt x="11172" y="12344"/>
                </a:lnTo>
                <a:lnTo>
                  <a:pt x="10580" y="13021"/>
                </a:lnTo>
                <a:lnTo>
                  <a:pt x="10004" y="13715"/>
                </a:lnTo>
                <a:lnTo>
                  <a:pt x="9444" y="14425"/>
                </a:lnTo>
                <a:lnTo>
                  <a:pt x="8900" y="15151"/>
                </a:lnTo>
                <a:lnTo>
                  <a:pt x="8371" y="15893"/>
                </a:lnTo>
                <a:lnTo>
                  <a:pt x="7859" y="16650"/>
                </a:lnTo>
                <a:lnTo>
                  <a:pt x="7362" y="17424"/>
                </a:lnTo>
                <a:lnTo>
                  <a:pt x="6882" y="18213"/>
                </a:lnTo>
                <a:lnTo>
                  <a:pt x="6417" y="19019"/>
                </a:lnTo>
                <a:lnTo>
                  <a:pt x="5968" y="19840"/>
                </a:lnTo>
                <a:lnTo>
                  <a:pt x="5535" y="20677"/>
                </a:lnTo>
                <a:lnTo>
                  <a:pt x="5118" y="21531"/>
                </a:lnTo>
                <a:lnTo>
                  <a:pt x="4717" y="22400"/>
                </a:lnTo>
                <a:lnTo>
                  <a:pt x="4332" y="23282"/>
                </a:lnTo>
                <a:lnTo>
                  <a:pt x="3964" y="24176"/>
                </a:lnTo>
                <a:lnTo>
                  <a:pt x="3612" y="25082"/>
                </a:lnTo>
                <a:lnTo>
                  <a:pt x="3276" y="25998"/>
                </a:lnTo>
                <a:lnTo>
                  <a:pt x="2957" y="26926"/>
                </a:lnTo>
                <a:lnTo>
                  <a:pt x="2653" y="27865"/>
                </a:lnTo>
                <a:lnTo>
                  <a:pt x="2367" y="28815"/>
                </a:lnTo>
                <a:lnTo>
                  <a:pt x="2097" y="29776"/>
                </a:lnTo>
                <a:lnTo>
                  <a:pt x="1843" y="30749"/>
                </a:lnTo>
                <a:lnTo>
                  <a:pt x="1605" y="31733"/>
                </a:lnTo>
                <a:lnTo>
                  <a:pt x="1384" y="32728"/>
                </a:lnTo>
                <a:lnTo>
                  <a:pt x="1179" y="33734"/>
                </a:lnTo>
                <a:lnTo>
                  <a:pt x="991" y="34752"/>
                </a:lnTo>
                <a:lnTo>
                  <a:pt x="819" y="35781"/>
                </a:lnTo>
                <a:lnTo>
                  <a:pt x="663" y="36821"/>
                </a:lnTo>
                <a:lnTo>
                  <a:pt x="524" y="37873"/>
                </a:lnTo>
                <a:lnTo>
                  <a:pt x="401" y="38935"/>
                </a:lnTo>
                <a:lnTo>
                  <a:pt x="295" y="40009"/>
                </a:lnTo>
                <a:lnTo>
                  <a:pt x="205" y="41094"/>
                </a:lnTo>
                <a:lnTo>
                  <a:pt x="131" y="42191"/>
                </a:lnTo>
                <a:lnTo>
                  <a:pt x="74" y="43298"/>
                </a:lnTo>
                <a:lnTo>
                  <a:pt x="33" y="44417"/>
                </a:lnTo>
                <a:lnTo>
                  <a:pt x="8" y="45547"/>
                </a:lnTo>
                <a:lnTo>
                  <a:pt x="0" y="46688"/>
                </a:lnTo>
                <a:lnTo>
                  <a:pt x="8" y="47830"/>
                </a:lnTo>
                <a:lnTo>
                  <a:pt x="33" y="48959"/>
                </a:lnTo>
                <a:lnTo>
                  <a:pt x="74" y="50078"/>
                </a:lnTo>
                <a:lnTo>
                  <a:pt x="131" y="51185"/>
                </a:lnTo>
                <a:lnTo>
                  <a:pt x="205" y="52280"/>
                </a:lnTo>
                <a:lnTo>
                  <a:pt x="295" y="53364"/>
                </a:lnTo>
                <a:lnTo>
                  <a:pt x="401" y="54436"/>
                </a:lnTo>
                <a:lnTo>
                  <a:pt x="524" y="55497"/>
                </a:lnTo>
                <a:lnTo>
                  <a:pt x="663" y="56546"/>
                </a:lnTo>
                <a:lnTo>
                  <a:pt x="819" y="57584"/>
                </a:lnTo>
                <a:lnTo>
                  <a:pt x="991" y="58611"/>
                </a:lnTo>
                <a:lnTo>
                  <a:pt x="1179" y="59626"/>
                </a:lnTo>
                <a:lnTo>
                  <a:pt x="1384" y="60629"/>
                </a:lnTo>
                <a:lnTo>
                  <a:pt x="1605" y="61621"/>
                </a:lnTo>
                <a:lnTo>
                  <a:pt x="1843" y="62602"/>
                </a:lnTo>
                <a:lnTo>
                  <a:pt x="2097" y="63571"/>
                </a:lnTo>
                <a:lnTo>
                  <a:pt x="2367" y="64528"/>
                </a:lnTo>
                <a:lnTo>
                  <a:pt x="2653" y="65474"/>
                </a:lnTo>
                <a:lnTo>
                  <a:pt x="2957" y="66409"/>
                </a:lnTo>
                <a:lnTo>
                  <a:pt x="3276" y="67332"/>
                </a:lnTo>
                <a:lnTo>
                  <a:pt x="3612" y="68244"/>
                </a:lnTo>
                <a:lnTo>
                  <a:pt x="3964" y="69144"/>
                </a:lnTo>
                <a:lnTo>
                  <a:pt x="4332" y="70033"/>
                </a:lnTo>
                <a:lnTo>
                  <a:pt x="4717" y="70910"/>
                </a:lnTo>
                <a:lnTo>
                  <a:pt x="5118" y="71773"/>
                </a:lnTo>
                <a:lnTo>
                  <a:pt x="5535" y="72621"/>
                </a:lnTo>
                <a:lnTo>
                  <a:pt x="5968" y="73454"/>
                </a:lnTo>
                <a:lnTo>
                  <a:pt x="6417" y="74270"/>
                </a:lnTo>
                <a:lnTo>
                  <a:pt x="6882" y="75071"/>
                </a:lnTo>
                <a:lnTo>
                  <a:pt x="7362" y="75856"/>
                </a:lnTo>
                <a:lnTo>
                  <a:pt x="7859" y="76626"/>
                </a:lnTo>
                <a:lnTo>
                  <a:pt x="8371" y="77379"/>
                </a:lnTo>
                <a:lnTo>
                  <a:pt x="8900" y="78117"/>
                </a:lnTo>
                <a:lnTo>
                  <a:pt x="9444" y="78840"/>
                </a:lnTo>
                <a:lnTo>
                  <a:pt x="10004" y="79546"/>
                </a:lnTo>
                <a:lnTo>
                  <a:pt x="10580" y="80237"/>
                </a:lnTo>
                <a:lnTo>
                  <a:pt x="11172" y="80913"/>
                </a:lnTo>
                <a:lnTo>
                  <a:pt x="11780" y="81572"/>
                </a:lnTo>
                <a:lnTo>
                  <a:pt x="12404" y="82216"/>
                </a:lnTo>
                <a:lnTo>
                  <a:pt x="13044" y="82844"/>
                </a:lnTo>
                <a:lnTo>
                  <a:pt x="13699" y="83457"/>
                </a:lnTo>
                <a:lnTo>
                  <a:pt x="14371" y="84054"/>
                </a:lnTo>
                <a:lnTo>
                  <a:pt x="15058" y="84635"/>
                </a:lnTo>
                <a:lnTo>
                  <a:pt x="15762" y="85200"/>
                </a:lnTo>
                <a:lnTo>
                  <a:pt x="16481" y="85750"/>
                </a:lnTo>
                <a:lnTo>
                  <a:pt x="17216" y="86284"/>
                </a:lnTo>
                <a:lnTo>
                  <a:pt x="17967" y="86802"/>
                </a:lnTo>
                <a:lnTo>
                  <a:pt x="18734" y="87305"/>
                </a:lnTo>
                <a:lnTo>
                  <a:pt x="19517" y="87789"/>
                </a:lnTo>
                <a:lnTo>
                  <a:pt x="20316" y="88253"/>
                </a:lnTo>
                <a:lnTo>
                  <a:pt x="21131" y="88696"/>
                </a:lnTo>
                <a:lnTo>
                  <a:pt x="21962" y="89119"/>
                </a:lnTo>
                <a:lnTo>
                  <a:pt x="22808" y="89521"/>
                </a:lnTo>
                <a:lnTo>
                  <a:pt x="23671" y="89902"/>
                </a:lnTo>
                <a:lnTo>
                  <a:pt x="24549" y="90263"/>
                </a:lnTo>
                <a:lnTo>
                  <a:pt x="25444" y="90603"/>
                </a:lnTo>
                <a:lnTo>
                  <a:pt x="26354" y="90923"/>
                </a:lnTo>
                <a:lnTo>
                  <a:pt x="27280" y="91222"/>
                </a:lnTo>
                <a:lnTo>
                  <a:pt x="28222" y="91500"/>
                </a:lnTo>
                <a:lnTo>
                  <a:pt x="29180" y="91758"/>
                </a:lnTo>
                <a:lnTo>
                  <a:pt x="30154" y="91995"/>
                </a:lnTo>
                <a:lnTo>
                  <a:pt x="31144" y="92211"/>
                </a:lnTo>
                <a:lnTo>
                  <a:pt x="32149" y="92407"/>
                </a:lnTo>
                <a:lnTo>
                  <a:pt x="33171" y="92582"/>
                </a:lnTo>
                <a:lnTo>
                  <a:pt x="34208" y="92737"/>
                </a:lnTo>
                <a:lnTo>
                  <a:pt x="35262" y="92871"/>
                </a:lnTo>
                <a:lnTo>
                  <a:pt x="36331" y="92984"/>
                </a:lnTo>
                <a:lnTo>
                  <a:pt x="37416" y="93077"/>
                </a:lnTo>
                <a:lnTo>
                  <a:pt x="38518" y="93149"/>
                </a:lnTo>
                <a:lnTo>
                  <a:pt x="39635" y="93201"/>
                </a:lnTo>
                <a:lnTo>
                  <a:pt x="40768" y="93232"/>
                </a:lnTo>
                <a:lnTo>
                  <a:pt x="41917" y="93242"/>
                </a:lnTo>
                <a:lnTo>
                  <a:pt x="43054" y="93232"/>
                </a:lnTo>
                <a:lnTo>
                  <a:pt x="44177" y="93201"/>
                </a:lnTo>
                <a:lnTo>
                  <a:pt x="45284" y="93149"/>
                </a:lnTo>
                <a:lnTo>
                  <a:pt x="46375" y="93077"/>
                </a:lnTo>
                <a:lnTo>
                  <a:pt x="46619" y="93056"/>
                </a:lnTo>
                <a:lnTo>
                  <a:pt x="46641" y="93101"/>
                </a:lnTo>
                <a:lnTo>
                  <a:pt x="46823" y="93466"/>
                </a:lnTo>
                <a:lnTo>
                  <a:pt x="47006" y="93829"/>
                </a:lnTo>
                <a:lnTo>
                  <a:pt x="47190" y="94188"/>
                </a:lnTo>
                <a:lnTo>
                  <a:pt x="47375" y="94545"/>
                </a:lnTo>
                <a:lnTo>
                  <a:pt x="47561" y="94898"/>
                </a:lnTo>
                <a:lnTo>
                  <a:pt x="47748" y="95249"/>
                </a:lnTo>
                <a:lnTo>
                  <a:pt x="47935" y="95597"/>
                </a:lnTo>
                <a:lnTo>
                  <a:pt x="48124" y="95943"/>
                </a:lnTo>
                <a:lnTo>
                  <a:pt x="48314" y="96285"/>
                </a:lnTo>
                <a:lnTo>
                  <a:pt x="48504" y="96625"/>
                </a:lnTo>
                <a:lnTo>
                  <a:pt x="48695" y="96962"/>
                </a:lnTo>
                <a:lnTo>
                  <a:pt x="48888" y="97296"/>
                </a:lnTo>
                <a:lnTo>
                  <a:pt x="49081" y="97627"/>
                </a:lnTo>
                <a:lnTo>
                  <a:pt x="49275" y="97955"/>
                </a:lnTo>
                <a:lnTo>
                  <a:pt x="49470" y="98281"/>
                </a:lnTo>
                <a:lnTo>
                  <a:pt x="49667" y="98604"/>
                </a:lnTo>
                <a:lnTo>
                  <a:pt x="49865" y="98923"/>
                </a:lnTo>
                <a:lnTo>
                  <a:pt x="50068" y="99239"/>
                </a:lnTo>
                <a:lnTo>
                  <a:pt x="50275" y="99552"/>
                </a:lnTo>
                <a:lnTo>
                  <a:pt x="50486" y="99861"/>
                </a:lnTo>
                <a:lnTo>
                  <a:pt x="50702" y="100166"/>
                </a:lnTo>
                <a:lnTo>
                  <a:pt x="50922" y="100468"/>
                </a:lnTo>
                <a:lnTo>
                  <a:pt x="51146" y="100767"/>
                </a:lnTo>
                <a:lnTo>
                  <a:pt x="51374" y="101062"/>
                </a:lnTo>
                <a:lnTo>
                  <a:pt x="51606" y="101353"/>
                </a:lnTo>
                <a:lnTo>
                  <a:pt x="51843" y="101641"/>
                </a:lnTo>
                <a:lnTo>
                  <a:pt x="52083" y="101926"/>
                </a:lnTo>
                <a:lnTo>
                  <a:pt x="52328" y="102206"/>
                </a:lnTo>
                <a:lnTo>
                  <a:pt x="52578" y="102484"/>
                </a:lnTo>
                <a:lnTo>
                  <a:pt x="52831" y="102758"/>
                </a:lnTo>
                <a:lnTo>
                  <a:pt x="53089" y="103028"/>
                </a:lnTo>
                <a:lnTo>
                  <a:pt x="53350" y="103295"/>
                </a:lnTo>
                <a:lnTo>
                  <a:pt x="53617" y="103558"/>
                </a:lnTo>
                <a:lnTo>
                  <a:pt x="53887" y="103818"/>
                </a:lnTo>
                <a:lnTo>
                  <a:pt x="54161" y="104074"/>
                </a:lnTo>
                <a:lnTo>
                  <a:pt x="54440" y="104327"/>
                </a:lnTo>
                <a:lnTo>
                  <a:pt x="54723" y="104576"/>
                </a:lnTo>
                <a:lnTo>
                  <a:pt x="55010" y="104821"/>
                </a:lnTo>
                <a:lnTo>
                  <a:pt x="55301" y="105064"/>
                </a:lnTo>
                <a:lnTo>
                  <a:pt x="55597" y="105302"/>
                </a:lnTo>
                <a:lnTo>
                  <a:pt x="55898" y="105537"/>
                </a:lnTo>
                <a:lnTo>
                  <a:pt x="56206" y="105767"/>
                </a:lnTo>
                <a:lnTo>
                  <a:pt x="56521" y="105992"/>
                </a:lnTo>
                <a:lnTo>
                  <a:pt x="56843" y="106213"/>
                </a:lnTo>
                <a:lnTo>
                  <a:pt x="57171" y="106429"/>
                </a:lnTo>
                <a:lnTo>
                  <a:pt x="57507" y="106641"/>
                </a:lnTo>
                <a:lnTo>
                  <a:pt x="57849" y="106848"/>
                </a:lnTo>
                <a:lnTo>
                  <a:pt x="58199" y="107050"/>
                </a:lnTo>
                <a:lnTo>
                  <a:pt x="58555" y="107248"/>
                </a:lnTo>
                <a:lnTo>
                  <a:pt x="58918" y="107441"/>
                </a:lnTo>
                <a:lnTo>
                  <a:pt x="59288" y="107630"/>
                </a:lnTo>
                <a:lnTo>
                  <a:pt x="59666" y="107814"/>
                </a:lnTo>
                <a:lnTo>
                  <a:pt x="60049" y="107994"/>
                </a:lnTo>
                <a:lnTo>
                  <a:pt x="60440" y="108169"/>
                </a:lnTo>
                <a:lnTo>
                  <a:pt x="60838" y="108339"/>
                </a:lnTo>
                <a:lnTo>
                  <a:pt x="61243" y="108505"/>
                </a:lnTo>
                <a:lnTo>
                  <a:pt x="61654" y="108666"/>
                </a:lnTo>
                <a:lnTo>
                  <a:pt x="62073" y="108823"/>
                </a:lnTo>
                <a:lnTo>
                  <a:pt x="62498" y="108975"/>
                </a:lnTo>
                <a:lnTo>
                  <a:pt x="62930" y="109122"/>
                </a:lnTo>
                <a:lnTo>
                  <a:pt x="63369" y="109265"/>
                </a:lnTo>
                <a:lnTo>
                  <a:pt x="63815" y="109404"/>
                </a:lnTo>
                <a:lnTo>
                  <a:pt x="64268" y="109537"/>
                </a:lnTo>
                <a:lnTo>
                  <a:pt x="64728" y="109667"/>
                </a:lnTo>
                <a:lnTo>
                  <a:pt x="65196" y="109791"/>
                </a:lnTo>
                <a:lnTo>
                  <a:pt x="65674" y="109910"/>
                </a:lnTo>
                <a:lnTo>
                  <a:pt x="66162" y="110023"/>
                </a:lnTo>
                <a:lnTo>
                  <a:pt x="66659" y="110132"/>
                </a:lnTo>
                <a:lnTo>
                  <a:pt x="67166" y="110235"/>
                </a:lnTo>
                <a:lnTo>
                  <a:pt x="67683" y="110333"/>
                </a:lnTo>
                <a:lnTo>
                  <a:pt x="68209" y="110425"/>
                </a:lnTo>
                <a:lnTo>
                  <a:pt x="68745" y="110512"/>
                </a:lnTo>
                <a:lnTo>
                  <a:pt x="69291" y="110594"/>
                </a:lnTo>
                <a:lnTo>
                  <a:pt x="69847" y="110671"/>
                </a:lnTo>
                <a:lnTo>
                  <a:pt x="70412" y="110742"/>
                </a:lnTo>
                <a:lnTo>
                  <a:pt x="70987" y="110808"/>
                </a:lnTo>
                <a:lnTo>
                  <a:pt x="71572" y="110869"/>
                </a:lnTo>
                <a:lnTo>
                  <a:pt x="72166" y="110925"/>
                </a:lnTo>
                <a:lnTo>
                  <a:pt x="72770" y="110975"/>
                </a:lnTo>
                <a:lnTo>
                  <a:pt x="73384" y="111020"/>
                </a:lnTo>
                <a:lnTo>
                  <a:pt x="74008" y="111059"/>
                </a:lnTo>
                <a:lnTo>
                  <a:pt x="74641" y="111094"/>
                </a:lnTo>
                <a:lnTo>
                  <a:pt x="75284" y="111123"/>
                </a:lnTo>
                <a:lnTo>
                  <a:pt x="75936" y="111146"/>
                </a:lnTo>
                <a:lnTo>
                  <a:pt x="76599" y="111165"/>
                </a:lnTo>
                <a:lnTo>
                  <a:pt x="77271" y="111178"/>
                </a:lnTo>
                <a:lnTo>
                  <a:pt x="77953" y="111186"/>
                </a:lnTo>
                <a:lnTo>
                  <a:pt x="78644" y="111189"/>
                </a:lnTo>
                <a:lnTo>
                  <a:pt x="83227" y="111189"/>
                </a:lnTo>
                <a:lnTo>
                  <a:pt x="83227" y="100529"/>
                </a:lnTo>
                <a:lnTo>
                  <a:pt x="79588" y="100529"/>
                </a:lnTo>
                <a:lnTo>
                  <a:pt x="79058" y="100527"/>
                </a:lnTo>
                <a:lnTo>
                  <a:pt x="78537" y="100523"/>
                </a:lnTo>
                <a:lnTo>
                  <a:pt x="78025" y="100517"/>
                </a:lnTo>
                <a:lnTo>
                  <a:pt x="77520" y="100507"/>
                </a:lnTo>
                <a:lnTo>
                  <a:pt x="77024" y="100495"/>
                </a:lnTo>
                <a:lnTo>
                  <a:pt x="76536" y="100480"/>
                </a:lnTo>
                <a:lnTo>
                  <a:pt x="76057" y="100462"/>
                </a:lnTo>
                <a:lnTo>
                  <a:pt x="75585" y="100442"/>
                </a:lnTo>
                <a:lnTo>
                  <a:pt x="75123" y="100419"/>
                </a:lnTo>
                <a:lnTo>
                  <a:pt x="74668" y="100393"/>
                </a:lnTo>
                <a:lnTo>
                  <a:pt x="74222" y="100365"/>
                </a:lnTo>
                <a:lnTo>
                  <a:pt x="73784" y="100334"/>
                </a:lnTo>
                <a:lnTo>
                  <a:pt x="73354" y="100300"/>
                </a:lnTo>
                <a:lnTo>
                  <a:pt x="72933" y="100263"/>
                </a:lnTo>
                <a:lnTo>
                  <a:pt x="72520" y="100224"/>
                </a:lnTo>
                <a:lnTo>
                  <a:pt x="72115" y="100182"/>
                </a:lnTo>
                <a:lnTo>
                  <a:pt x="71718" y="100137"/>
                </a:lnTo>
                <a:lnTo>
                  <a:pt x="71330" y="100090"/>
                </a:lnTo>
                <a:lnTo>
                  <a:pt x="70950" y="100040"/>
                </a:lnTo>
                <a:lnTo>
                  <a:pt x="70579" y="99987"/>
                </a:lnTo>
                <a:lnTo>
                  <a:pt x="70216" y="99931"/>
                </a:lnTo>
                <a:lnTo>
                  <a:pt x="69861" y="99873"/>
                </a:lnTo>
                <a:lnTo>
                  <a:pt x="69514" y="99812"/>
                </a:lnTo>
                <a:lnTo>
                  <a:pt x="69176" y="99749"/>
                </a:lnTo>
                <a:lnTo>
                  <a:pt x="68844" y="99682"/>
                </a:lnTo>
                <a:lnTo>
                  <a:pt x="68518" y="99613"/>
                </a:lnTo>
                <a:lnTo>
                  <a:pt x="68197" y="99541"/>
                </a:lnTo>
                <a:lnTo>
                  <a:pt x="67881" y="99467"/>
                </a:lnTo>
                <a:lnTo>
                  <a:pt x="67570" y="99390"/>
                </a:lnTo>
                <a:lnTo>
                  <a:pt x="67264" y="99310"/>
                </a:lnTo>
                <a:lnTo>
                  <a:pt x="66963" y="99227"/>
                </a:lnTo>
                <a:lnTo>
                  <a:pt x="66668" y="99142"/>
                </a:lnTo>
                <a:lnTo>
                  <a:pt x="66377" y="99054"/>
                </a:lnTo>
                <a:lnTo>
                  <a:pt x="66092" y="98963"/>
                </a:lnTo>
                <a:lnTo>
                  <a:pt x="65812" y="98870"/>
                </a:lnTo>
                <a:lnTo>
                  <a:pt x="65537" y="98773"/>
                </a:lnTo>
                <a:lnTo>
                  <a:pt x="65267" y="98675"/>
                </a:lnTo>
                <a:lnTo>
                  <a:pt x="65002" y="98573"/>
                </a:lnTo>
                <a:lnTo>
                  <a:pt x="64743" y="98469"/>
                </a:lnTo>
                <a:lnTo>
                  <a:pt x="64489" y="98362"/>
                </a:lnTo>
                <a:lnTo>
                  <a:pt x="64239" y="98252"/>
                </a:lnTo>
                <a:lnTo>
                  <a:pt x="63995" y="98140"/>
                </a:lnTo>
                <a:lnTo>
                  <a:pt x="63756" y="98024"/>
                </a:lnTo>
                <a:lnTo>
                  <a:pt x="63523" y="97907"/>
                </a:lnTo>
                <a:lnTo>
                  <a:pt x="63294" y="97786"/>
                </a:lnTo>
                <a:lnTo>
                  <a:pt x="63071" y="97663"/>
                </a:lnTo>
                <a:lnTo>
                  <a:pt x="62852" y="97537"/>
                </a:lnTo>
                <a:lnTo>
                  <a:pt x="62639" y="97408"/>
                </a:lnTo>
                <a:lnTo>
                  <a:pt x="62430" y="97277"/>
                </a:lnTo>
                <a:lnTo>
                  <a:pt x="62223" y="97142"/>
                </a:lnTo>
                <a:lnTo>
                  <a:pt x="62018" y="97004"/>
                </a:lnTo>
                <a:lnTo>
                  <a:pt x="61816" y="96862"/>
                </a:lnTo>
                <a:lnTo>
                  <a:pt x="61617" y="96718"/>
                </a:lnTo>
                <a:lnTo>
                  <a:pt x="61420" y="96570"/>
                </a:lnTo>
                <a:lnTo>
                  <a:pt x="61225" y="96418"/>
                </a:lnTo>
                <a:lnTo>
                  <a:pt x="61033" y="96264"/>
                </a:lnTo>
                <a:lnTo>
                  <a:pt x="60843" y="96106"/>
                </a:lnTo>
                <a:lnTo>
                  <a:pt x="60656" y="95944"/>
                </a:lnTo>
                <a:lnTo>
                  <a:pt x="60471" y="95780"/>
                </a:lnTo>
                <a:lnTo>
                  <a:pt x="60289" y="95612"/>
                </a:lnTo>
                <a:lnTo>
                  <a:pt x="60109" y="95441"/>
                </a:lnTo>
                <a:lnTo>
                  <a:pt x="59932" y="95266"/>
                </a:lnTo>
                <a:lnTo>
                  <a:pt x="59757" y="95088"/>
                </a:lnTo>
                <a:lnTo>
                  <a:pt x="59584" y="94907"/>
                </a:lnTo>
                <a:lnTo>
                  <a:pt x="59414" y="94723"/>
                </a:lnTo>
                <a:lnTo>
                  <a:pt x="59246" y="94535"/>
                </a:lnTo>
                <a:lnTo>
                  <a:pt x="59081" y="94344"/>
                </a:lnTo>
                <a:lnTo>
                  <a:pt x="58919" y="94150"/>
                </a:lnTo>
                <a:lnTo>
                  <a:pt x="58758" y="93952"/>
                </a:lnTo>
                <a:lnTo>
                  <a:pt x="58601" y="93751"/>
                </a:lnTo>
                <a:lnTo>
                  <a:pt x="58445" y="93547"/>
                </a:lnTo>
                <a:lnTo>
                  <a:pt x="58292" y="93339"/>
                </a:lnTo>
                <a:lnTo>
                  <a:pt x="58140" y="93128"/>
                </a:lnTo>
                <a:lnTo>
                  <a:pt x="57988" y="92914"/>
                </a:lnTo>
                <a:lnTo>
                  <a:pt x="57834" y="92697"/>
                </a:lnTo>
                <a:lnTo>
                  <a:pt x="57680" y="92476"/>
                </a:lnTo>
                <a:lnTo>
                  <a:pt x="57526" y="92252"/>
                </a:lnTo>
                <a:lnTo>
                  <a:pt x="57370" y="92025"/>
                </a:lnTo>
                <a:lnTo>
                  <a:pt x="57214" y="91795"/>
                </a:lnTo>
                <a:lnTo>
                  <a:pt x="57057" y="91561"/>
                </a:lnTo>
                <a:lnTo>
                  <a:pt x="56899" y="91324"/>
                </a:lnTo>
                <a:lnTo>
                  <a:pt x="56761" y="91114"/>
                </a:lnTo>
                <a:lnTo>
                  <a:pt x="57351" y="90923"/>
                </a:lnTo>
                <a:close/>
                <a:moveTo>
                  <a:pt x="40136" y="83290"/>
                </a:moveTo>
                <a:lnTo>
                  <a:pt x="39300" y="83247"/>
                </a:lnTo>
                <a:lnTo>
                  <a:pt x="38478" y="83187"/>
                </a:lnTo>
                <a:lnTo>
                  <a:pt x="37670" y="83110"/>
                </a:lnTo>
                <a:lnTo>
                  <a:pt x="36875" y="83016"/>
                </a:lnTo>
                <a:lnTo>
                  <a:pt x="36094" y="82905"/>
                </a:lnTo>
                <a:lnTo>
                  <a:pt x="35327" y="82777"/>
                </a:lnTo>
                <a:lnTo>
                  <a:pt x="34574" y="82632"/>
                </a:lnTo>
                <a:lnTo>
                  <a:pt x="33835" y="82469"/>
                </a:lnTo>
                <a:lnTo>
                  <a:pt x="33109" y="82289"/>
                </a:lnTo>
                <a:lnTo>
                  <a:pt x="32398" y="82093"/>
                </a:lnTo>
                <a:lnTo>
                  <a:pt x="31700" y="81879"/>
                </a:lnTo>
                <a:lnTo>
                  <a:pt x="31016" y="81648"/>
                </a:lnTo>
                <a:lnTo>
                  <a:pt x="30346" y="81400"/>
                </a:lnTo>
                <a:lnTo>
                  <a:pt x="29689" y="81135"/>
                </a:lnTo>
                <a:lnTo>
                  <a:pt x="29046" y="80853"/>
                </a:lnTo>
                <a:lnTo>
                  <a:pt x="28418" y="80554"/>
                </a:lnTo>
                <a:lnTo>
                  <a:pt x="27803" y="80237"/>
                </a:lnTo>
                <a:lnTo>
                  <a:pt x="27201" y="79904"/>
                </a:lnTo>
                <a:lnTo>
                  <a:pt x="26614" y="79553"/>
                </a:lnTo>
                <a:lnTo>
                  <a:pt x="26040" y="79186"/>
                </a:lnTo>
                <a:lnTo>
                  <a:pt x="25480" y="78801"/>
                </a:lnTo>
                <a:lnTo>
                  <a:pt x="24934" y="78399"/>
                </a:lnTo>
                <a:lnTo>
                  <a:pt x="24401" y="77983"/>
                </a:lnTo>
                <a:lnTo>
                  <a:pt x="23880" y="77554"/>
                </a:lnTo>
                <a:lnTo>
                  <a:pt x="23371" y="77114"/>
                </a:lnTo>
                <a:lnTo>
                  <a:pt x="22874" y="76662"/>
                </a:lnTo>
                <a:lnTo>
                  <a:pt x="22389" y="76199"/>
                </a:lnTo>
                <a:lnTo>
                  <a:pt x="21917" y="75723"/>
                </a:lnTo>
                <a:lnTo>
                  <a:pt x="21456" y="75236"/>
                </a:lnTo>
                <a:lnTo>
                  <a:pt x="21007" y="74737"/>
                </a:lnTo>
                <a:lnTo>
                  <a:pt x="20570" y="74226"/>
                </a:lnTo>
                <a:lnTo>
                  <a:pt x="20146" y="73703"/>
                </a:lnTo>
                <a:lnTo>
                  <a:pt x="19733" y="73168"/>
                </a:lnTo>
                <a:lnTo>
                  <a:pt x="19333" y="72622"/>
                </a:lnTo>
                <a:lnTo>
                  <a:pt x="18944" y="72064"/>
                </a:lnTo>
                <a:lnTo>
                  <a:pt x="18568" y="71493"/>
                </a:lnTo>
                <a:lnTo>
                  <a:pt x="18203" y="70911"/>
                </a:lnTo>
                <a:lnTo>
                  <a:pt x="17851" y="70318"/>
                </a:lnTo>
                <a:lnTo>
                  <a:pt x="17511" y="69712"/>
                </a:lnTo>
                <a:lnTo>
                  <a:pt x="17182" y="69094"/>
                </a:lnTo>
                <a:lnTo>
                  <a:pt x="16866" y="68465"/>
                </a:lnTo>
                <a:lnTo>
                  <a:pt x="16562" y="67824"/>
                </a:lnTo>
                <a:lnTo>
                  <a:pt x="16270" y="67171"/>
                </a:lnTo>
                <a:lnTo>
                  <a:pt x="15990" y="66506"/>
                </a:lnTo>
                <a:lnTo>
                  <a:pt x="15722" y="65830"/>
                </a:lnTo>
                <a:lnTo>
                  <a:pt x="15466" y="65141"/>
                </a:lnTo>
                <a:lnTo>
                  <a:pt x="15221" y="64444"/>
                </a:lnTo>
                <a:lnTo>
                  <a:pt x="14987" y="63740"/>
                </a:lnTo>
                <a:lnTo>
                  <a:pt x="14763" y="63030"/>
                </a:lnTo>
                <a:lnTo>
                  <a:pt x="14550" y="62314"/>
                </a:lnTo>
                <a:lnTo>
                  <a:pt x="14347" y="61592"/>
                </a:lnTo>
                <a:lnTo>
                  <a:pt x="14154" y="60863"/>
                </a:lnTo>
                <a:lnTo>
                  <a:pt x="13972" y="60129"/>
                </a:lnTo>
                <a:lnTo>
                  <a:pt x="13800" y="59388"/>
                </a:lnTo>
                <a:lnTo>
                  <a:pt x="13639" y="58641"/>
                </a:lnTo>
                <a:lnTo>
                  <a:pt x="13488" y="57887"/>
                </a:lnTo>
                <a:lnTo>
                  <a:pt x="13347" y="57128"/>
                </a:lnTo>
                <a:lnTo>
                  <a:pt x="13217" y="56362"/>
                </a:lnTo>
                <a:lnTo>
                  <a:pt x="13097" y="55590"/>
                </a:lnTo>
                <a:lnTo>
                  <a:pt x="12988" y="54812"/>
                </a:lnTo>
                <a:lnTo>
                  <a:pt x="12889" y="54027"/>
                </a:lnTo>
                <a:lnTo>
                  <a:pt x="12800" y="53237"/>
                </a:lnTo>
                <a:lnTo>
                  <a:pt x="12722" y="52440"/>
                </a:lnTo>
                <a:lnTo>
                  <a:pt x="12655" y="51637"/>
                </a:lnTo>
                <a:lnTo>
                  <a:pt x="12597" y="50828"/>
                </a:lnTo>
                <a:lnTo>
                  <a:pt x="12550" y="50012"/>
                </a:lnTo>
                <a:lnTo>
                  <a:pt x="12514" y="49191"/>
                </a:lnTo>
                <a:lnTo>
                  <a:pt x="12488" y="48363"/>
                </a:lnTo>
                <a:lnTo>
                  <a:pt x="12472" y="47529"/>
                </a:lnTo>
                <a:lnTo>
                  <a:pt x="12467" y="46688"/>
                </a:lnTo>
                <a:lnTo>
                  <a:pt x="12472" y="45843"/>
                </a:lnTo>
                <a:lnTo>
                  <a:pt x="12488" y="45003"/>
                </a:lnTo>
                <a:lnTo>
                  <a:pt x="12514" y="44171"/>
                </a:lnTo>
                <a:lnTo>
                  <a:pt x="12550" y="43344"/>
                </a:lnTo>
                <a:lnTo>
                  <a:pt x="12597" y="42524"/>
                </a:lnTo>
                <a:lnTo>
                  <a:pt x="12655" y="41711"/>
                </a:lnTo>
                <a:lnTo>
                  <a:pt x="12722" y="40903"/>
                </a:lnTo>
                <a:lnTo>
                  <a:pt x="12800" y="40103"/>
                </a:lnTo>
                <a:lnTo>
                  <a:pt x="12889" y="39309"/>
                </a:lnTo>
                <a:lnTo>
                  <a:pt x="12988" y="38521"/>
                </a:lnTo>
                <a:lnTo>
                  <a:pt x="13097" y="37739"/>
                </a:lnTo>
                <a:lnTo>
                  <a:pt x="13217" y="36965"/>
                </a:lnTo>
                <a:lnTo>
                  <a:pt x="13347" y="36196"/>
                </a:lnTo>
                <a:lnTo>
                  <a:pt x="13488" y="35434"/>
                </a:lnTo>
                <a:lnTo>
                  <a:pt x="13639" y="34678"/>
                </a:lnTo>
                <a:lnTo>
                  <a:pt x="13800" y="33929"/>
                </a:lnTo>
                <a:lnTo>
                  <a:pt x="13972" y="33187"/>
                </a:lnTo>
                <a:lnTo>
                  <a:pt x="14154" y="32450"/>
                </a:lnTo>
                <a:lnTo>
                  <a:pt x="14347" y="31721"/>
                </a:lnTo>
                <a:lnTo>
                  <a:pt x="14550" y="30997"/>
                </a:lnTo>
                <a:lnTo>
                  <a:pt x="14763" y="30280"/>
                </a:lnTo>
                <a:lnTo>
                  <a:pt x="14987" y="29570"/>
                </a:lnTo>
                <a:lnTo>
                  <a:pt x="15221" y="28866"/>
                </a:lnTo>
                <a:lnTo>
                  <a:pt x="15466" y="28168"/>
                </a:lnTo>
                <a:lnTo>
                  <a:pt x="15722" y="27480"/>
                </a:lnTo>
                <a:lnTo>
                  <a:pt x="15990" y="26803"/>
                </a:lnTo>
                <a:lnTo>
                  <a:pt x="16270" y="26138"/>
                </a:lnTo>
                <a:lnTo>
                  <a:pt x="16562" y="25485"/>
                </a:lnTo>
                <a:lnTo>
                  <a:pt x="16866" y="24843"/>
                </a:lnTo>
                <a:lnTo>
                  <a:pt x="17182" y="24213"/>
                </a:lnTo>
                <a:lnTo>
                  <a:pt x="17511" y="23595"/>
                </a:lnTo>
                <a:lnTo>
                  <a:pt x="17851" y="22988"/>
                </a:lnTo>
                <a:lnTo>
                  <a:pt x="18203" y="22393"/>
                </a:lnTo>
                <a:lnTo>
                  <a:pt x="18568" y="21810"/>
                </a:lnTo>
                <a:lnTo>
                  <a:pt x="18944" y="21239"/>
                </a:lnTo>
                <a:lnTo>
                  <a:pt x="19333" y="20679"/>
                </a:lnTo>
                <a:lnTo>
                  <a:pt x="19733" y="20131"/>
                </a:lnTo>
                <a:lnTo>
                  <a:pt x="20146" y="19595"/>
                </a:lnTo>
                <a:lnTo>
                  <a:pt x="20570" y="19071"/>
                </a:lnTo>
                <a:lnTo>
                  <a:pt x="21007" y="18558"/>
                </a:lnTo>
                <a:lnTo>
                  <a:pt x="21456" y="18057"/>
                </a:lnTo>
                <a:lnTo>
                  <a:pt x="21917" y="17567"/>
                </a:lnTo>
                <a:lnTo>
                  <a:pt x="22389" y="17090"/>
                </a:lnTo>
                <a:lnTo>
                  <a:pt x="22874" y="16624"/>
                </a:lnTo>
                <a:lnTo>
                  <a:pt x="23371" y="16169"/>
                </a:lnTo>
                <a:lnTo>
                  <a:pt x="23880" y="15727"/>
                </a:lnTo>
                <a:lnTo>
                  <a:pt x="24401" y="15296"/>
                </a:lnTo>
                <a:lnTo>
                  <a:pt x="24934" y="14877"/>
                </a:lnTo>
                <a:lnTo>
                  <a:pt x="25480" y="14472"/>
                </a:lnTo>
                <a:lnTo>
                  <a:pt x="26040" y="14085"/>
                </a:lnTo>
                <a:lnTo>
                  <a:pt x="26614" y="13715"/>
                </a:lnTo>
                <a:lnTo>
                  <a:pt x="27201" y="13362"/>
                </a:lnTo>
                <a:lnTo>
                  <a:pt x="27803" y="13026"/>
                </a:lnTo>
                <a:lnTo>
                  <a:pt x="28418" y="12707"/>
                </a:lnTo>
                <a:lnTo>
                  <a:pt x="29046" y="12406"/>
                </a:lnTo>
                <a:lnTo>
                  <a:pt x="29689" y="12122"/>
                </a:lnTo>
                <a:lnTo>
                  <a:pt x="30346" y="11855"/>
                </a:lnTo>
                <a:lnTo>
                  <a:pt x="31016" y="11605"/>
                </a:lnTo>
                <a:lnTo>
                  <a:pt x="31700" y="11373"/>
                </a:lnTo>
                <a:lnTo>
                  <a:pt x="32398" y="11158"/>
                </a:lnTo>
                <a:lnTo>
                  <a:pt x="33109" y="10960"/>
                </a:lnTo>
                <a:lnTo>
                  <a:pt x="33835" y="10779"/>
                </a:lnTo>
                <a:lnTo>
                  <a:pt x="34574" y="10615"/>
                </a:lnTo>
                <a:lnTo>
                  <a:pt x="35327" y="10469"/>
                </a:lnTo>
                <a:lnTo>
                  <a:pt x="36094" y="10340"/>
                </a:lnTo>
                <a:lnTo>
                  <a:pt x="36875" y="10228"/>
                </a:lnTo>
                <a:lnTo>
                  <a:pt x="37670" y="10133"/>
                </a:lnTo>
                <a:lnTo>
                  <a:pt x="38478" y="10056"/>
                </a:lnTo>
                <a:lnTo>
                  <a:pt x="39300" y="9995"/>
                </a:lnTo>
                <a:lnTo>
                  <a:pt x="40136" y="9952"/>
                </a:lnTo>
                <a:lnTo>
                  <a:pt x="40986" y="9927"/>
                </a:lnTo>
                <a:lnTo>
                  <a:pt x="41849" y="9918"/>
                </a:lnTo>
                <a:lnTo>
                  <a:pt x="42713" y="9927"/>
                </a:lnTo>
                <a:lnTo>
                  <a:pt x="43562" y="9952"/>
                </a:lnTo>
                <a:lnTo>
                  <a:pt x="44398" y="9995"/>
                </a:lnTo>
                <a:lnTo>
                  <a:pt x="45220" y="10056"/>
                </a:lnTo>
                <a:lnTo>
                  <a:pt x="46028" y="10133"/>
                </a:lnTo>
                <a:lnTo>
                  <a:pt x="46821" y="10228"/>
                </a:lnTo>
                <a:lnTo>
                  <a:pt x="47601" y="10340"/>
                </a:lnTo>
                <a:lnTo>
                  <a:pt x="48367" y="10469"/>
                </a:lnTo>
                <a:lnTo>
                  <a:pt x="49119" y="10615"/>
                </a:lnTo>
                <a:lnTo>
                  <a:pt x="49858" y="10779"/>
                </a:lnTo>
                <a:lnTo>
                  <a:pt x="50582" y="10960"/>
                </a:lnTo>
                <a:lnTo>
                  <a:pt x="51292" y="11158"/>
                </a:lnTo>
                <a:lnTo>
                  <a:pt x="51989" y="11373"/>
                </a:lnTo>
                <a:lnTo>
                  <a:pt x="52671" y="11605"/>
                </a:lnTo>
                <a:lnTo>
                  <a:pt x="53340" y="11855"/>
                </a:lnTo>
                <a:lnTo>
                  <a:pt x="53994" y="12122"/>
                </a:lnTo>
                <a:lnTo>
                  <a:pt x="54635" y="12406"/>
                </a:lnTo>
                <a:lnTo>
                  <a:pt x="55262" y="12707"/>
                </a:lnTo>
                <a:lnTo>
                  <a:pt x="55875" y="13026"/>
                </a:lnTo>
                <a:lnTo>
                  <a:pt x="56474" y="13362"/>
                </a:lnTo>
                <a:lnTo>
                  <a:pt x="57059" y="13715"/>
                </a:lnTo>
                <a:lnTo>
                  <a:pt x="57630" y="14085"/>
                </a:lnTo>
                <a:lnTo>
                  <a:pt x="58187" y="14472"/>
                </a:lnTo>
                <a:lnTo>
                  <a:pt x="58730" y="14877"/>
                </a:lnTo>
                <a:lnTo>
                  <a:pt x="59261" y="15296"/>
                </a:lnTo>
                <a:lnTo>
                  <a:pt x="59779" y="15727"/>
                </a:lnTo>
                <a:lnTo>
                  <a:pt x="60286" y="16169"/>
                </a:lnTo>
                <a:lnTo>
                  <a:pt x="60780" y="16624"/>
                </a:lnTo>
                <a:lnTo>
                  <a:pt x="61263" y="17090"/>
                </a:lnTo>
                <a:lnTo>
                  <a:pt x="61734" y="17567"/>
                </a:lnTo>
                <a:lnTo>
                  <a:pt x="62192" y="18057"/>
                </a:lnTo>
                <a:lnTo>
                  <a:pt x="62639" y="18558"/>
                </a:lnTo>
                <a:lnTo>
                  <a:pt x="63074" y="19071"/>
                </a:lnTo>
                <a:lnTo>
                  <a:pt x="63497" y="19595"/>
                </a:lnTo>
                <a:lnTo>
                  <a:pt x="63908" y="20131"/>
                </a:lnTo>
                <a:lnTo>
                  <a:pt x="64307" y="20679"/>
                </a:lnTo>
                <a:lnTo>
                  <a:pt x="64694" y="21239"/>
                </a:lnTo>
                <a:lnTo>
                  <a:pt x="65069" y="21810"/>
                </a:lnTo>
                <a:lnTo>
                  <a:pt x="65433" y="22393"/>
                </a:lnTo>
                <a:lnTo>
                  <a:pt x="65784" y="22988"/>
                </a:lnTo>
                <a:lnTo>
                  <a:pt x="66123" y="23595"/>
                </a:lnTo>
                <a:lnTo>
                  <a:pt x="66451" y="24213"/>
                </a:lnTo>
                <a:lnTo>
                  <a:pt x="66766" y="24843"/>
                </a:lnTo>
                <a:lnTo>
                  <a:pt x="67070" y="25485"/>
                </a:lnTo>
                <a:lnTo>
                  <a:pt x="67362" y="26138"/>
                </a:lnTo>
                <a:lnTo>
                  <a:pt x="67641" y="26803"/>
                </a:lnTo>
                <a:lnTo>
                  <a:pt x="67909" y="27480"/>
                </a:lnTo>
                <a:lnTo>
                  <a:pt x="68165" y="28168"/>
                </a:lnTo>
                <a:lnTo>
                  <a:pt x="68410" y="28866"/>
                </a:lnTo>
                <a:lnTo>
                  <a:pt x="68644" y="29570"/>
                </a:lnTo>
                <a:lnTo>
                  <a:pt x="68868" y="30280"/>
                </a:lnTo>
                <a:lnTo>
                  <a:pt x="69081" y="30997"/>
                </a:lnTo>
                <a:lnTo>
                  <a:pt x="69284" y="31721"/>
                </a:lnTo>
                <a:lnTo>
                  <a:pt x="69477" y="32450"/>
                </a:lnTo>
                <a:lnTo>
                  <a:pt x="69659" y="33187"/>
                </a:lnTo>
                <a:lnTo>
                  <a:pt x="69831" y="33929"/>
                </a:lnTo>
                <a:lnTo>
                  <a:pt x="69993" y="34678"/>
                </a:lnTo>
                <a:lnTo>
                  <a:pt x="70144" y="35434"/>
                </a:lnTo>
                <a:lnTo>
                  <a:pt x="70284" y="36196"/>
                </a:lnTo>
                <a:lnTo>
                  <a:pt x="70414" y="36965"/>
                </a:lnTo>
                <a:lnTo>
                  <a:pt x="70534" y="37739"/>
                </a:lnTo>
                <a:lnTo>
                  <a:pt x="70643" y="38521"/>
                </a:lnTo>
                <a:lnTo>
                  <a:pt x="70742" y="39309"/>
                </a:lnTo>
                <a:lnTo>
                  <a:pt x="70831" y="40103"/>
                </a:lnTo>
                <a:lnTo>
                  <a:pt x="70909" y="40903"/>
                </a:lnTo>
                <a:lnTo>
                  <a:pt x="70977" y="41711"/>
                </a:lnTo>
                <a:lnTo>
                  <a:pt x="71034" y="42524"/>
                </a:lnTo>
                <a:lnTo>
                  <a:pt x="71081" y="43344"/>
                </a:lnTo>
                <a:lnTo>
                  <a:pt x="71117" y="44171"/>
                </a:lnTo>
                <a:lnTo>
                  <a:pt x="71143" y="45003"/>
                </a:lnTo>
                <a:lnTo>
                  <a:pt x="71159" y="45843"/>
                </a:lnTo>
                <a:lnTo>
                  <a:pt x="71164" y="46688"/>
                </a:lnTo>
                <a:lnTo>
                  <a:pt x="71159" y="47529"/>
                </a:lnTo>
                <a:lnTo>
                  <a:pt x="71143" y="48363"/>
                </a:lnTo>
                <a:lnTo>
                  <a:pt x="71117" y="49191"/>
                </a:lnTo>
                <a:lnTo>
                  <a:pt x="71081" y="50012"/>
                </a:lnTo>
                <a:lnTo>
                  <a:pt x="71034" y="50828"/>
                </a:lnTo>
                <a:lnTo>
                  <a:pt x="70977" y="51637"/>
                </a:lnTo>
                <a:lnTo>
                  <a:pt x="70909" y="52440"/>
                </a:lnTo>
                <a:lnTo>
                  <a:pt x="70831" y="53237"/>
                </a:lnTo>
                <a:lnTo>
                  <a:pt x="70742" y="54027"/>
                </a:lnTo>
                <a:lnTo>
                  <a:pt x="70643" y="54812"/>
                </a:lnTo>
                <a:lnTo>
                  <a:pt x="70534" y="55590"/>
                </a:lnTo>
                <a:lnTo>
                  <a:pt x="70414" y="56362"/>
                </a:lnTo>
                <a:lnTo>
                  <a:pt x="70284" y="57128"/>
                </a:lnTo>
                <a:lnTo>
                  <a:pt x="70144" y="57887"/>
                </a:lnTo>
                <a:lnTo>
                  <a:pt x="69993" y="58641"/>
                </a:lnTo>
                <a:lnTo>
                  <a:pt x="69831" y="59388"/>
                </a:lnTo>
                <a:lnTo>
                  <a:pt x="69659" y="60129"/>
                </a:lnTo>
                <a:lnTo>
                  <a:pt x="69477" y="60863"/>
                </a:lnTo>
                <a:lnTo>
                  <a:pt x="69284" y="61592"/>
                </a:lnTo>
                <a:lnTo>
                  <a:pt x="69081" y="62314"/>
                </a:lnTo>
                <a:lnTo>
                  <a:pt x="68868" y="63030"/>
                </a:lnTo>
                <a:lnTo>
                  <a:pt x="68644" y="63740"/>
                </a:lnTo>
                <a:lnTo>
                  <a:pt x="68410" y="64444"/>
                </a:lnTo>
                <a:lnTo>
                  <a:pt x="68165" y="65141"/>
                </a:lnTo>
                <a:lnTo>
                  <a:pt x="67909" y="65830"/>
                </a:lnTo>
                <a:lnTo>
                  <a:pt x="67641" y="66506"/>
                </a:lnTo>
                <a:lnTo>
                  <a:pt x="67362" y="67171"/>
                </a:lnTo>
                <a:lnTo>
                  <a:pt x="67070" y="67824"/>
                </a:lnTo>
                <a:lnTo>
                  <a:pt x="66766" y="68465"/>
                </a:lnTo>
                <a:lnTo>
                  <a:pt x="66451" y="69094"/>
                </a:lnTo>
                <a:lnTo>
                  <a:pt x="66123" y="69712"/>
                </a:lnTo>
                <a:lnTo>
                  <a:pt x="65784" y="70318"/>
                </a:lnTo>
                <a:lnTo>
                  <a:pt x="65433" y="70911"/>
                </a:lnTo>
                <a:lnTo>
                  <a:pt x="65069" y="71493"/>
                </a:lnTo>
                <a:lnTo>
                  <a:pt x="64694" y="72064"/>
                </a:lnTo>
                <a:lnTo>
                  <a:pt x="64307" y="72622"/>
                </a:lnTo>
                <a:lnTo>
                  <a:pt x="63908" y="73168"/>
                </a:lnTo>
                <a:lnTo>
                  <a:pt x="63497" y="73703"/>
                </a:lnTo>
                <a:lnTo>
                  <a:pt x="63074" y="74226"/>
                </a:lnTo>
                <a:lnTo>
                  <a:pt x="62639" y="74737"/>
                </a:lnTo>
                <a:lnTo>
                  <a:pt x="62192" y="75236"/>
                </a:lnTo>
                <a:lnTo>
                  <a:pt x="61734" y="75723"/>
                </a:lnTo>
                <a:lnTo>
                  <a:pt x="61263" y="76199"/>
                </a:lnTo>
                <a:lnTo>
                  <a:pt x="60780" y="76662"/>
                </a:lnTo>
                <a:lnTo>
                  <a:pt x="60286" y="77114"/>
                </a:lnTo>
                <a:lnTo>
                  <a:pt x="59779" y="77554"/>
                </a:lnTo>
                <a:lnTo>
                  <a:pt x="59261" y="77983"/>
                </a:lnTo>
                <a:lnTo>
                  <a:pt x="58730" y="78399"/>
                </a:lnTo>
                <a:lnTo>
                  <a:pt x="58187" y="78801"/>
                </a:lnTo>
                <a:lnTo>
                  <a:pt x="57630" y="79186"/>
                </a:lnTo>
                <a:lnTo>
                  <a:pt x="57059" y="79553"/>
                </a:lnTo>
                <a:lnTo>
                  <a:pt x="56474" y="79904"/>
                </a:lnTo>
                <a:lnTo>
                  <a:pt x="55875" y="80237"/>
                </a:lnTo>
                <a:lnTo>
                  <a:pt x="55262" y="80554"/>
                </a:lnTo>
                <a:lnTo>
                  <a:pt x="54635" y="80853"/>
                </a:lnTo>
                <a:lnTo>
                  <a:pt x="53994" y="81135"/>
                </a:lnTo>
                <a:lnTo>
                  <a:pt x="53340" y="81400"/>
                </a:lnTo>
                <a:lnTo>
                  <a:pt x="52671" y="81648"/>
                </a:lnTo>
                <a:lnTo>
                  <a:pt x="51989" y="81879"/>
                </a:lnTo>
                <a:lnTo>
                  <a:pt x="51292" y="82093"/>
                </a:lnTo>
                <a:lnTo>
                  <a:pt x="50582" y="82289"/>
                </a:lnTo>
                <a:lnTo>
                  <a:pt x="49858" y="82469"/>
                </a:lnTo>
                <a:lnTo>
                  <a:pt x="49119" y="82632"/>
                </a:lnTo>
                <a:lnTo>
                  <a:pt x="48367" y="82777"/>
                </a:lnTo>
                <a:lnTo>
                  <a:pt x="47601" y="82905"/>
                </a:lnTo>
                <a:lnTo>
                  <a:pt x="46821" y="83016"/>
                </a:lnTo>
                <a:lnTo>
                  <a:pt x="46028" y="83110"/>
                </a:lnTo>
                <a:lnTo>
                  <a:pt x="45220" y="83187"/>
                </a:lnTo>
                <a:lnTo>
                  <a:pt x="44398" y="83247"/>
                </a:lnTo>
                <a:lnTo>
                  <a:pt x="43562" y="83290"/>
                </a:lnTo>
                <a:lnTo>
                  <a:pt x="42713" y="83316"/>
                </a:lnTo>
                <a:lnTo>
                  <a:pt x="41849" y="83324"/>
                </a:lnTo>
                <a:lnTo>
                  <a:pt x="40986" y="83316"/>
                </a:lnTo>
                <a:lnTo>
                  <a:pt x="40136" y="83290"/>
                </a:lnTo>
                <a:close/>
                <a:moveTo>
                  <a:pt x="246291" y="43070"/>
                </a:moveTo>
                <a:lnTo>
                  <a:pt x="246479" y="42813"/>
                </a:lnTo>
                <a:lnTo>
                  <a:pt x="246669" y="42559"/>
                </a:lnTo>
                <a:lnTo>
                  <a:pt x="246860" y="42307"/>
                </a:lnTo>
                <a:lnTo>
                  <a:pt x="247053" y="42058"/>
                </a:lnTo>
                <a:lnTo>
                  <a:pt x="247248" y="41811"/>
                </a:lnTo>
                <a:lnTo>
                  <a:pt x="247445" y="41567"/>
                </a:lnTo>
                <a:lnTo>
                  <a:pt x="247643" y="41325"/>
                </a:lnTo>
                <a:lnTo>
                  <a:pt x="247844" y="41087"/>
                </a:lnTo>
                <a:lnTo>
                  <a:pt x="248046" y="40850"/>
                </a:lnTo>
                <a:lnTo>
                  <a:pt x="248249" y="40617"/>
                </a:lnTo>
                <a:lnTo>
                  <a:pt x="248455" y="40385"/>
                </a:lnTo>
                <a:lnTo>
                  <a:pt x="248662" y="40157"/>
                </a:lnTo>
                <a:lnTo>
                  <a:pt x="248871" y="39931"/>
                </a:lnTo>
                <a:lnTo>
                  <a:pt x="249082" y="39708"/>
                </a:lnTo>
                <a:lnTo>
                  <a:pt x="249294" y="39487"/>
                </a:lnTo>
                <a:lnTo>
                  <a:pt x="249509" y="39269"/>
                </a:lnTo>
                <a:lnTo>
                  <a:pt x="249725" y="39053"/>
                </a:lnTo>
                <a:lnTo>
                  <a:pt x="249943" y="38840"/>
                </a:lnTo>
                <a:lnTo>
                  <a:pt x="250162" y="38630"/>
                </a:lnTo>
                <a:lnTo>
                  <a:pt x="250383" y="38422"/>
                </a:lnTo>
                <a:lnTo>
                  <a:pt x="250606" y="38217"/>
                </a:lnTo>
                <a:lnTo>
                  <a:pt x="250831" y="38014"/>
                </a:lnTo>
                <a:lnTo>
                  <a:pt x="251058" y="37814"/>
                </a:lnTo>
                <a:lnTo>
                  <a:pt x="251287" y="37617"/>
                </a:lnTo>
                <a:lnTo>
                  <a:pt x="251520" y="37424"/>
                </a:lnTo>
                <a:lnTo>
                  <a:pt x="251755" y="37234"/>
                </a:lnTo>
                <a:lnTo>
                  <a:pt x="251995" y="37047"/>
                </a:lnTo>
                <a:lnTo>
                  <a:pt x="252237" y="36865"/>
                </a:lnTo>
                <a:lnTo>
                  <a:pt x="252484" y="36686"/>
                </a:lnTo>
                <a:lnTo>
                  <a:pt x="252733" y="36510"/>
                </a:lnTo>
                <a:lnTo>
                  <a:pt x="252986" y="36338"/>
                </a:lnTo>
                <a:lnTo>
                  <a:pt x="253242" y="36170"/>
                </a:lnTo>
                <a:lnTo>
                  <a:pt x="253502" y="36005"/>
                </a:lnTo>
                <a:lnTo>
                  <a:pt x="253765" y="35844"/>
                </a:lnTo>
                <a:lnTo>
                  <a:pt x="254031" y="35686"/>
                </a:lnTo>
                <a:lnTo>
                  <a:pt x="254301" y="35532"/>
                </a:lnTo>
                <a:lnTo>
                  <a:pt x="254575" y="35382"/>
                </a:lnTo>
                <a:lnTo>
                  <a:pt x="254851" y="35235"/>
                </a:lnTo>
                <a:lnTo>
                  <a:pt x="255131" y="35092"/>
                </a:lnTo>
                <a:lnTo>
                  <a:pt x="255415" y="34952"/>
                </a:lnTo>
                <a:lnTo>
                  <a:pt x="255701" y="34816"/>
                </a:lnTo>
                <a:lnTo>
                  <a:pt x="255992" y="34684"/>
                </a:lnTo>
                <a:lnTo>
                  <a:pt x="256285" y="34555"/>
                </a:lnTo>
                <a:lnTo>
                  <a:pt x="256582" y="34430"/>
                </a:lnTo>
                <a:lnTo>
                  <a:pt x="256883" y="34308"/>
                </a:lnTo>
                <a:lnTo>
                  <a:pt x="257186" y="34190"/>
                </a:lnTo>
                <a:lnTo>
                  <a:pt x="257494" y="34076"/>
                </a:lnTo>
                <a:lnTo>
                  <a:pt x="257805" y="33966"/>
                </a:lnTo>
                <a:lnTo>
                  <a:pt x="258120" y="33860"/>
                </a:lnTo>
                <a:lnTo>
                  <a:pt x="258439" y="33759"/>
                </a:lnTo>
                <a:lnTo>
                  <a:pt x="258763" y="33662"/>
                </a:lnTo>
                <a:lnTo>
                  <a:pt x="259091" y="33571"/>
                </a:lnTo>
                <a:lnTo>
                  <a:pt x="259423" y="33484"/>
                </a:lnTo>
                <a:lnTo>
                  <a:pt x="259759" y="33402"/>
                </a:lnTo>
                <a:lnTo>
                  <a:pt x="260099" y="33324"/>
                </a:lnTo>
                <a:lnTo>
                  <a:pt x="260444" y="33251"/>
                </a:lnTo>
                <a:lnTo>
                  <a:pt x="260793" y="33183"/>
                </a:lnTo>
                <a:lnTo>
                  <a:pt x="261146" y="33120"/>
                </a:lnTo>
                <a:lnTo>
                  <a:pt x="261503" y="33061"/>
                </a:lnTo>
                <a:lnTo>
                  <a:pt x="261865" y="33007"/>
                </a:lnTo>
                <a:lnTo>
                  <a:pt x="262231" y="32957"/>
                </a:lnTo>
                <a:lnTo>
                  <a:pt x="262601" y="32913"/>
                </a:lnTo>
                <a:lnTo>
                  <a:pt x="262975" y="32873"/>
                </a:lnTo>
                <a:lnTo>
                  <a:pt x="263353" y="32838"/>
                </a:lnTo>
                <a:lnTo>
                  <a:pt x="263736" y="32807"/>
                </a:lnTo>
                <a:lnTo>
                  <a:pt x="264122" y="32781"/>
                </a:lnTo>
                <a:lnTo>
                  <a:pt x="264513" y="32760"/>
                </a:lnTo>
                <a:lnTo>
                  <a:pt x="264909" y="32744"/>
                </a:lnTo>
                <a:lnTo>
                  <a:pt x="265308" y="32732"/>
                </a:lnTo>
                <a:lnTo>
                  <a:pt x="265712" y="32725"/>
                </a:lnTo>
                <a:lnTo>
                  <a:pt x="266120" y="32722"/>
                </a:lnTo>
                <a:lnTo>
                  <a:pt x="267670" y="32722"/>
                </a:lnTo>
                <a:lnTo>
                  <a:pt x="267670" y="22400"/>
                </a:lnTo>
                <a:lnTo>
                  <a:pt x="266322" y="22400"/>
                </a:lnTo>
                <a:lnTo>
                  <a:pt x="265675" y="22406"/>
                </a:lnTo>
                <a:lnTo>
                  <a:pt x="265039" y="22424"/>
                </a:lnTo>
                <a:lnTo>
                  <a:pt x="264413" y="22453"/>
                </a:lnTo>
                <a:lnTo>
                  <a:pt x="263796" y="22495"/>
                </a:lnTo>
                <a:lnTo>
                  <a:pt x="263190" y="22549"/>
                </a:lnTo>
                <a:lnTo>
                  <a:pt x="262594" y="22615"/>
                </a:lnTo>
                <a:lnTo>
                  <a:pt x="262008" y="22692"/>
                </a:lnTo>
                <a:lnTo>
                  <a:pt x="261432" y="22782"/>
                </a:lnTo>
                <a:lnTo>
                  <a:pt x="260866" y="22884"/>
                </a:lnTo>
                <a:lnTo>
                  <a:pt x="260310" y="22997"/>
                </a:lnTo>
                <a:lnTo>
                  <a:pt x="259765" y="23123"/>
                </a:lnTo>
                <a:lnTo>
                  <a:pt x="259229" y="23260"/>
                </a:lnTo>
                <a:lnTo>
                  <a:pt x="258703" y="23409"/>
                </a:lnTo>
                <a:lnTo>
                  <a:pt x="258188" y="23571"/>
                </a:lnTo>
                <a:lnTo>
                  <a:pt x="257682" y="23744"/>
                </a:lnTo>
                <a:lnTo>
                  <a:pt x="257187" y="23929"/>
                </a:lnTo>
                <a:lnTo>
                  <a:pt x="256701" y="24126"/>
                </a:lnTo>
                <a:lnTo>
                  <a:pt x="256226" y="24335"/>
                </a:lnTo>
                <a:lnTo>
                  <a:pt x="255761" y="24556"/>
                </a:lnTo>
                <a:lnTo>
                  <a:pt x="255305" y="24789"/>
                </a:lnTo>
                <a:lnTo>
                  <a:pt x="254860" y="25034"/>
                </a:lnTo>
                <a:lnTo>
                  <a:pt x="254425" y="25291"/>
                </a:lnTo>
                <a:lnTo>
                  <a:pt x="254000" y="25560"/>
                </a:lnTo>
                <a:lnTo>
                  <a:pt x="253585" y="25841"/>
                </a:lnTo>
                <a:lnTo>
                  <a:pt x="253179" y="26130"/>
                </a:lnTo>
                <a:lnTo>
                  <a:pt x="252780" y="26425"/>
                </a:lnTo>
                <a:lnTo>
                  <a:pt x="252388" y="26726"/>
                </a:lnTo>
                <a:lnTo>
                  <a:pt x="252003" y="27033"/>
                </a:lnTo>
                <a:lnTo>
                  <a:pt x="251626" y="27345"/>
                </a:lnTo>
                <a:lnTo>
                  <a:pt x="251256" y="27662"/>
                </a:lnTo>
                <a:lnTo>
                  <a:pt x="250893" y="27986"/>
                </a:lnTo>
                <a:lnTo>
                  <a:pt x="250537" y="28314"/>
                </a:lnTo>
                <a:lnTo>
                  <a:pt x="250189" y="28649"/>
                </a:lnTo>
                <a:lnTo>
                  <a:pt x="249848" y="28989"/>
                </a:lnTo>
                <a:lnTo>
                  <a:pt x="249514" y="29335"/>
                </a:lnTo>
                <a:lnTo>
                  <a:pt x="249188" y="29686"/>
                </a:lnTo>
                <a:lnTo>
                  <a:pt x="248868" y="30043"/>
                </a:lnTo>
                <a:lnTo>
                  <a:pt x="248556" y="30406"/>
                </a:lnTo>
                <a:lnTo>
                  <a:pt x="248252" y="30774"/>
                </a:lnTo>
                <a:lnTo>
                  <a:pt x="247954" y="31148"/>
                </a:lnTo>
                <a:lnTo>
                  <a:pt x="247664" y="31528"/>
                </a:lnTo>
                <a:lnTo>
                  <a:pt x="247381" y="31913"/>
                </a:lnTo>
                <a:lnTo>
                  <a:pt x="247105" y="32304"/>
                </a:lnTo>
                <a:lnTo>
                  <a:pt x="246837" y="32700"/>
                </a:lnTo>
                <a:lnTo>
                  <a:pt x="246575" y="33102"/>
                </a:lnTo>
                <a:lnTo>
                  <a:pt x="246321" y="33510"/>
                </a:lnTo>
                <a:lnTo>
                  <a:pt x="246075" y="33923"/>
                </a:lnTo>
                <a:lnTo>
                  <a:pt x="245835" y="34342"/>
                </a:lnTo>
                <a:lnTo>
                  <a:pt x="245431" y="23614"/>
                </a:lnTo>
                <a:lnTo>
                  <a:pt x="234851" y="23614"/>
                </a:lnTo>
                <a:lnTo>
                  <a:pt x="234851" y="92028"/>
                </a:lnTo>
                <a:lnTo>
                  <a:pt x="246105" y="92028"/>
                </a:lnTo>
                <a:lnTo>
                  <a:pt x="246105" y="43330"/>
                </a:lnTo>
                <a:lnTo>
                  <a:pt x="246291" y="43070"/>
                </a:lnTo>
                <a:close/>
                <a:moveTo>
                  <a:pt x="195518" y="93198"/>
                </a:moveTo>
                <a:lnTo>
                  <a:pt x="196164" y="93163"/>
                </a:lnTo>
                <a:lnTo>
                  <a:pt x="196804" y="93119"/>
                </a:lnTo>
                <a:lnTo>
                  <a:pt x="197435" y="93065"/>
                </a:lnTo>
                <a:lnTo>
                  <a:pt x="198059" y="93000"/>
                </a:lnTo>
                <a:lnTo>
                  <a:pt x="198675" y="92926"/>
                </a:lnTo>
                <a:lnTo>
                  <a:pt x="199283" y="92843"/>
                </a:lnTo>
                <a:lnTo>
                  <a:pt x="199884" y="92749"/>
                </a:lnTo>
                <a:lnTo>
                  <a:pt x="200476" y="92645"/>
                </a:lnTo>
                <a:lnTo>
                  <a:pt x="201061" y="92532"/>
                </a:lnTo>
                <a:lnTo>
                  <a:pt x="201639" y="92409"/>
                </a:lnTo>
                <a:lnTo>
                  <a:pt x="202208" y="92276"/>
                </a:lnTo>
                <a:lnTo>
                  <a:pt x="202770" y="92133"/>
                </a:lnTo>
                <a:lnTo>
                  <a:pt x="203325" y="91980"/>
                </a:lnTo>
                <a:lnTo>
                  <a:pt x="203871" y="91817"/>
                </a:lnTo>
                <a:lnTo>
                  <a:pt x="204410" y="91645"/>
                </a:lnTo>
                <a:lnTo>
                  <a:pt x="204941" y="91462"/>
                </a:lnTo>
                <a:lnTo>
                  <a:pt x="205464" y="91270"/>
                </a:lnTo>
                <a:lnTo>
                  <a:pt x="205980" y="91068"/>
                </a:lnTo>
                <a:lnTo>
                  <a:pt x="206488" y="90856"/>
                </a:lnTo>
                <a:lnTo>
                  <a:pt x="206988" y="90634"/>
                </a:lnTo>
                <a:lnTo>
                  <a:pt x="207480" y="90402"/>
                </a:lnTo>
                <a:lnTo>
                  <a:pt x="207964" y="90161"/>
                </a:lnTo>
                <a:lnTo>
                  <a:pt x="208439" y="89912"/>
                </a:lnTo>
                <a:lnTo>
                  <a:pt x="208906" y="89654"/>
                </a:lnTo>
                <a:lnTo>
                  <a:pt x="209363" y="89388"/>
                </a:lnTo>
                <a:lnTo>
                  <a:pt x="209811" y="89114"/>
                </a:lnTo>
                <a:lnTo>
                  <a:pt x="210250" y="88832"/>
                </a:lnTo>
                <a:lnTo>
                  <a:pt x="210680" y="88541"/>
                </a:lnTo>
                <a:lnTo>
                  <a:pt x="211101" y="88243"/>
                </a:lnTo>
                <a:lnTo>
                  <a:pt x="211513" y="87935"/>
                </a:lnTo>
                <a:lnTo>
                  <a:pt x="211916" y="87620"/>
                </a:lnTo>
                <a:lnTo>
                  <a:pt x="212310" y="87296"/>
                </a:lnTo>
                <a:lnTo>
                  <a:pt x="212695" y="86964"/>
                </a:lnTo>
                <a:lnTo>
                  <a:pt x="213071" y="86624"/>
                </a:lnTo>
                <a:lnTo>
                  <a:pt x="213438" y="86276"/>
                </a:lnTo>
                <a:lnTo>
                  <a:pt x="213796" y="85919"/>
                </a:lnTo>
                <a:lnTo>
                  <a:pt x="214144" y="85554"/>
                </a:lnTo>
                <a:lnTo>
                  <a:pt x="214484" y="85180"/>
                </a:lnTo>
                <a:lnTo>
                  <a:pt x="214815" y="84799"/>
                </a:lnTo>
                <a:lnTo>
                  <a:pt x="215137" y="84409"/>
                </a:lnTo>
                <a:lnTo>
                  <a:pt x="215450" y="84011"/>
                </a:lnTo>
                <a:lnTo>
                  <a:pt x="215754" y="83604"/>
                </a:lnTo>
                <a:lnTo>
                  <a:pt x="216049" y="83190"/>
                </a:lnTo>
                <a:lnTo>
                  <a:pt x="216335" y="82767"/>
                </a:lnTo>
                <a:lnTo>
                  <a:pt x="216612" y="82335"/>
                </a:lnTo>
                <a:lnTo>
                  <a:pt x="216879" y="81896"/>
                </a:lnTo>
                <a:lnTo>
                  <a:pt x="217135" y="81450"/>
                </a:lnTo>
                <a:lnTo>
                  <a:pt x="217381" y="80997"/>
                </a:lnTo>
                <a:lnTo>
                  <a:pt x="217616" y="80538"/>
                </a:lnTo>
                <a:lnTo>
                  <a:pt x="217840" y="80071"/>
                </a:lnTo>
                <a:lnTo>
                  <a:pt x="218054" y="79597"/>
                </a:lnTo>
                <a:lnTo>
                  <a:pt x="218257" y="79116"/>
                </a:lnTo>
                <a:lnTo>
                  <a:pt x="218450" y="78629"/>
                </a:lnTo>
                <a:lnTo>
                  <a:pt x="218632" y="78134"/>
                </a:lnTo>
                <a:lnTo>
                  <a:pt x="218803" y="77633"/>
                </a:lnTo>
                <a:lnTo>
                  <a:pt x="218964" y="77124"/>
                </a:lnTo>
                <a:lnTo>
                  <a:pt x="219114" y="76609"/>
                </a:lnTo>
                <a:lnTo>
                  <a:pt x="219253" y="76087"/>
                </a:lnTo>
                <a:lnTo>
                  <a:pt x="219381" y="75557"/>
                </a:lnTo>
                <a:lnTo>
                  <a:pt x="219499" y="75021"/>
                </a:lnTo>
                <a:lnTo>
                  <a:pt x="219607" y="74478"/>
                </a:lnTo>
                <a:lnTo>
                  <a:pt x="219704" y="73928"/>
                </a:lnTo>
                <a:lnTo>
                  <a:pt x="219790" y="73371"/>
                </a:lnTo>
                <a:lnTo>
                  <a:pt x="219865" y="72807"/>
                </a:lnTo>
                <a:lnTo>
                  <a:pt x="219930" y="72236"/>
                </a:lnTo>
                <a:lnTo>
                  <a:pt x="219984" y="71658"/>
                </a:lnTo>
                <a:lnTo>
                  <a:pt x="220027" y="71073"/>
                </a:lnTo>
                <a:lnTo>
                  <a:pt x="220060" y="70482"/>
                </a:lnTo>
                <a:lnTo>
                  <a:pt x="220082" y="69883"/>
                </a:lnTo>
                <a:lnTo>
                  <a:pt x="208963" y="69883"/>
                </a:lnTo>
                <a:lnTo>
                  <a:pt x="208939" y="70470"/>
                </a:lnTo>
                <a:lnTo>
                  <a:pt x="208903" y="71045"/>
                </a:lnTo>
                <a:lnTo>
                  <a:pt x="208853" y="71609"/>
                </a:lnTo>
                <a:lnTo>
                  <a:pt x="208790" y="72161"/>
                </a:lnTo>
                <a:lnTo>
                  <a:pt x="208713" y="72701"/>
                </a:lnTo>
                <a:lnTo>
                  <a:pt x="208624" y="73230"/>
                </a:lnTo>
                <a:lnTo>
                  <a:pt x="208521" y="73747"/>
                </a:lnTo>
                <a:lnTo>
                  <a:pt x="208405" y="74253"/>
                </a:lnTo>
                <a:lnTo>
                  <a:pt x="208276" y="74747"/>
                </a:lnTo>
                <a:lnTo>
                  <a:pt x="208133" y="75230"/>
                </a:lnTo>
                <a:lnTo>
                  <a:pt x="207978" y="75700"/>
                </a:lnTo>
                <a:lnTo>
                  <a:pt x="207809" y="76160"/>
                </a:lnTo>
                <a:lnTo>
                  <a:pt x="207627" y="76607"/>
                </a:lnTo>
                <a:lnTo>
                  <a:pt x="207431" y="77044"/>
                </a:lnTo>
                <a:lnTo>
                  <a:pt x="207223" y="77468"/>
                </a:lnTo>
                <a:lnTo>
                  <a:pt x="207001" y="77881"/>
                </a:lnTo>
                <a:lnTo>
                  <a:pt x="206766" y="78282"/>
                </a:lnTo>
                <a:lnTo>
                  <a:pt x="206518" y="78672"/>
                </a:lnTo>
                <a:lnTo>
                  <a:pt x="206257" y="79050"/>
                </a:lnTo>
                <a:lnTo>
                  <a:pt x="205982" y="79417"/>
                </a:lnTo>
                <a:lnTo>
                  <a:pt x="205694" y="79771"/>
                </a:lnTo>
                <a:lnTo>
                  <a:pt x="205393" y="80115"/>
                </a:lnTo>
                <a:lnTo>
                  <a:pt x="205079" y="80446"/>
                </a:lnTo>
                <a:lnTo>
                  <a:pt x="204751" y="80767"/>
                </a:lnTo>
                <a:lnTo>
                  <a:pt x="204411" y="81074"/>
                </a:lnTo>
                <a:lnTo>
                  <a:pt x="204061" y="81369"/>
                </a:lnTo>
                <a:lnTo>
                  <a:pt x="203699" y="81651"/>
                </a:lnTo>
                <a:lnTo>
                  <a:pt x="203326" y="81919"/>
                </a:lnTo>
                <a:lnTo>
                  <a:pt x="202941" y="82175"/>
                </a:lnTo>
                <a:lnTo>
                  <a:pt x="202546" y="82417"/>
                </a:lnTo>
                <a:lnTo>
                  <a:pt x="202140" y="82646"/>
                </a:lnTo>
                <a:lnTo>
                  <a:pt x="201722" y="82862"/>
                </a:lnTo>
                <a:lnTo>
                  <a:pt x="201294" y="83065"/>
                </a:lnTo>
                <a:lnTo>
                  <a:pt x="200854" y="83255"/>
                </a:lnTo>
                <a:lnTo>
                  <a:pt x="200403" y="83432"/>
                </a:lnTo>
                <a:lnTo>
                  <a:pt x="199941" y="83596"/>
                </a:lnTo>
                <a:lnTo>
                  <a:pt x="199468" y="83746"/>
                </a:lnTo>
                <a:lnTo>
                  <a:pt x="198984" y="83884"/>
                </a:lnTo>
                <a:lnTo>
                  <a:pt x="198489" y="84008"/>
                </a:lnTo>
                <a:lnTo>
                  <a:pt x="197982" y="84119"/>
                </a:lnTo>
                <a:lnTo>
                  <a:pt x="197465" y="84218"/>
                </a:lnTo>
                <a:lnTo>
                  <a:pt x="196936" y="84303"/>
                </a:lnTo>
                <a:lnTo>
                  <a:pt x="196396" y="84375"/>
                </a:lnTo>
                <a:lnTo>
                  <a:pt x="195845" y="84434"/>
                </a:lnTo>
                <a:lnTo>
                  <a:pt x="195283" y="84480"/>
                </a:lnTo>
                <a:lnTo>
                  <a:pt x="194710" y="84512"/>
                </a:lnTo>
                <a:lnTo>
                  <a:pt x="194126" y="84532"/>
                </a:lnTo>
                <a:lnTo>
                  <a:pt x="193531" y="84539"/>
                </a:lnTo>
                <a:lnTo>
                  <a:pt x="192979" y="84533"/>
                </a:lnTo>
                <a:lnTo>
                  <a:pt x="192436" y="84515"/>
                </a:lnTo>
                <a:lnTo>
                  <a:pt x="191902" y="84485"/>
                </a:lnTo>
                <a:lnTo>
                  <a:pt x="191377" y="84444"/>
                </a:lnTo>
                <a:lnTo>
                  <a:pt x="190860" y="84390"/>
                </a:lnTo>
                <a:lnTo>
                  <a:pt x="190353" y="84325"/>
                </a:lnTo>
                <a:lnTo>
                  <a:pt x="189854" y="84248"/>
                </a:lnTo>
                <a:lnTo>
                  <a:pt x="189364" y="84159"/>
                </a:lnTo>
                <a:lnTo>
                  <a:pt x="188882" y="84059"/>
                </a:lnTo>
                <a:lnTo>
                  <a:pt x="188410" y="83946"/>
                </a:lnTo>
                <a:lnTo>
                  <a:pt x="187946" y="83821"/>
                </a:lnTo>
                <a:lnTo>
                  <a:pt x="187491" y="83685"/>
                </a:lnTo>
                <a:lnTo>
                  <a:pt x="187044" y="83537"/>
                </a:lnTo>
                <a:lnTo>
                  <a:pt x="186607" y="83377"/>
                </a:lnTo>
                <a:lnTo>
                  <a:pt x="186178" y="83205"/>
                </a:lnTo>
                <a:lnTo>
                  <a:pt x="185758" y="83021"/>
                </a:lnTo>
                <a:lnTo>
                  <a:pt x="185347" y="82826"/>
                </a:lnTo>
                <a:lnTo>
                  <a:pt x="184945" y="82618"/>
                </a:lnTo>
                <a:lnTo>
                  <a:pt x="184551" y="82399"/>
                </a:lnTo>
                <a:lnTo>
                  <a:pt x="184166" y="82168"/>
                </a:lnTo>
                <a:lnTo>
                  <a:pt x="183790" y="81925"/>
                </a:lnTo>
                <a:lnTo>
                  <a:pt x="183423" y="81670"/>
                </a:lnTo>
                <a:lnTo>
                  <a:pt x="183064" y="81404"/>
                </a:lnTo>
                <a:lnTo>
                  <a:pt x="182714" y="81125"/>
                </a:lnTo>
                <a:lnTo>
                  <a:pt x="182373" y="80837"/>
                </a:lnTo>
                <a:lnTo>
                  <a:pt x="182039" y="80540"/>
                </a:lnTo>
                <a:lnTo>
                  <a:pt x="181714" y="80236"/>
                </a:lnTo>
                <a:lnTo>
                  <a:pt x="181396" y="79924"/>
                </a:lnTo>
                <a:lnTo>
                  <a:pt x="181086" y="79605"/>
                </a:lnTo>
                <a:lnTo>
                  <a:pt x="180783" y="79277"/>
                </a:lnTo>
                <a:lnTo>
                  <a:pt x="180489" y="78942"/>
                </a:lnTo>
                <a:lnTo>
                  <a:pt x="180202" y="78599"/>
                </a:lnTo>
                <a:lnTo>
                  <a:pt x="179924" y="78248"/>
                </a:lnTo>
                <a:lnTo>
                  <a:pt x="179653" y="77890"/>
                </a:lnTo>
                <a:lnTo>
                  <a:pt x="179390" y="77524"/>
                </a:lnTo>
                <a:lnTo>
                  <a:pt x="179134" y="77150"/>
                </a:lnTo>
                <a:lnTo>
                  <a:pt x="178887" y="76768"/>
                </a:lnTo>
                <a:lnTo>
                  <a:pt x="178647" y="76378"/>
                </a:lnTo>
                <a:lnTo>
                  <a:pt x="178416" y="75981"/>
                </a:lnTo>
                <a:lnTo>
                  <a:pt x="178192" y="75576"/>
                </a:lnTo>
                <a:lnTo>
                  <a:pt x="177976" y="75163"/>
                </a:lnTo>
                <a:lnTo>
                  <a:pt x="177768" y="74742"/>
                </a:lnTo>
                <a:lnTo>
                  <a:pt x="177567" y="74314"/>
                </a:lnTo>
                <a:lnTo>
                  <a:pt x="177375" y="73877"/>
                </a:lnTo>
                <a:lnTo>
                  <a:pt x="177190" y="73433"/>
                </a:lnTo>
                <a:lnTo>
                  <a:pt x="177013" y="72982"/>
                </a:lnTo>
                <a:lnTo>
                  <a:pt x="176844" y="72522"/>
                </a:lnTo>
                <a:lnTo>
                  <a:pt x="176683" y="72055"/>
                </a:lnTo>
                <a:lnTo>
                  <a:pt x="176529" y="71582"/>
                </a:lnTo>
                <a:lnTo>
                  <a:pt x="176381" y="71105"/>
                </a:lnTo>
                <a:lnTo>
                  <a:pt x="176240" y="70624"/>
                </a:lnTo>
                <a:lnTo>
                  <a:pt x="176105" y="70139"/>
                </a:lnTo>
                <a:lnTo>
                  <a:pt x="175976" y="69651"/>
                </a:lnTo>
                <a:lnTo>
                  <a:pt x="175853" y="69158"/>
                </a:lnTo>
                <a:lnTo>
                  <a:pt x="175737" y="68662"/>
                </a:lnTo>
                <a:lnTo>
                  <a:pt x="175627" y="68162"/>
                </a:lnTo>
                <a:lnTo>
                  <a:pt x="175524" y="67659"/>
                </a:lnTo>
                <a:lnTo>
                  <a:pt x="175427" y="67151"/>
                </a:lnTo>
                <a:lnTo>
                  <a:pt x="175336" y="66640"/>
                </a:lnTo>
                <a:lnTo>
                  <a:pt x="175251" y="66124"/>
                </a:lnTo>
                <a:lnTo>
                  <a:pt x="175173" y="65605"/>
                </a:lnTo>
                <a:lnTo>
                  <a:pt x="175101" y="65082"/>
                </a:lnTo>
                <a:lnTo>
                  <a:pt x="175035" y="64556"/>
                </a:lnTo>
                <a:lnTo>
                  <a:pt x="174976" y="64025"/>
                </a:lnTo>
                <a:lnTo>
                  <a:pt x="174923" y="63491"/>
                </a:lnTo>
                <a:lnTo>
                  <a:pt x="174876" y="62952"/>
                </a:lnTo>
                <a:lnTo>
                  <a:pt x="174836" y="62410"/>
                </a:lnTo>
                <a:lnTo>
                  <a:pt x="174802" y="61864"/>
                </a:lnTo>
                <a:lnTo>
                  <a:pt x="174774" y="61315"/>
                </a:lnTo>
                <a:lnTo>
                  <a:pt x="174753" y="60761"/>
                </a:lnTo>
                <a:lnTo>
                  <a:pt x="174738" y="60204"/>
                </a:lnTo>
                <a:lnTo>
                  <a:pt x="174729" y="59643"/>
                </a:lnTo>
                <a:lnTo>
                  <a:pt x="219813" y="59643"/>
                </a:lnTo>
                <a:lnTo>
                  <a:pt x="219824" y="59588"/>
                </a:lnTo>
                <a:lnTo>
                  <a:pt x="219835" y="59531"/>
                </a:lnTo>
                <a:lnTo>
                  <a:pt x="219845" y="59472"/>
                </a:lnTo>
                <a:lnTo>
                  <a:pt x="219855" y="59409"/>
                </a:lnTo>
                <a:lnTo>
                  <a:pt x="219865" y="59344"/>
                </a:lnTo>
                <a:lnTo>
                  <a:pt x="219874" y="59276"/>
                </a:lnTo>
                <a:lnTo>
                  <a:pt x="219883" y="59205"/>
                </a:lnTo>
                <a:lnTo>
                  <a:pt x="219891" y="59131"/>
                </a:lnTo>
                <a:lnTo>
                  <a:pt x="219900" y="59055"/>
                </a:lnTo>
                <a:lnTo>
                  <a:pt x="219908" y="58975"/>
                </a:lnTo>
                <a:lnTo>
                  <a:pt x="219915" y="58893"/>
                </a:lnTo>
                <a:lnTo>
                  <a:pt x="219922" y="58808"/>
                </a:lnTo>
                <a:lnTo>
                  <a:pt x="219929" y="58720"/>
                </a:lnTo>
                <a:lnTo>
                  <a:pt x="219936" y="58630"/>
                </a:lnTo>
                <a:lnTo>
                  <a:pt x="219942" y="58536"/>
                </a:lnTo>
                <a:lnTo>
                  <a:pt x="219948" y="58440"/>
                </a:lnTo>
                <a:lnTo>
                  <a:pt x="219953" y="58341"/>
                </a:lnTo>
                <a:lnTo>
                  <a:pt x="219958" y="58240"/>
                </a:lnTo>
                <a:lnTo>
                  <a:pt x="219963" y="58135"/>
                </a:lnTo>
                <a:lnTo>
                  <a:pt x="219967" y="58028"/>
                </a:lnTo>
                <a:lnTo>
                  <a:pt x="219971" y="57917"/>
                </a:lnTo>
                <a:lnTo>
                  <a:pt x="219975" y="57804"/>
                </a:lnTo>
                <a:lnTo>
                  <a:pt x="219978" y="57689"/>
                </a:lnTo>
                <a:lnTo>
                  <a:pt x="219981" y="57570"/>
                </a:lnTo>
                <a:lnTo>
                  <a:pt x="219984" y="57451"/>
                </a:lnTo>
                <a:lnTo>
                  <a:pt x="219987" y="57333"/>
                </a:lnTo>
                <a:lnTo>
                  <a:pt x="219989" y="57216"/>
                </a:lnTo>
                <a:lnTo>
                  <a:pt x="219992" y="57101"/>
                </a:lnTo>
                <a:lnTo>
                  <a:pt x="219994" y="56987"/>
                </a:lnTo>
                <a:lnTo>
                  <a:pt x="219996" y="56874"/>
                </a:lnTo>
                <a:lnTo>
                  <a:pt x="219998" y="56763"/>
                </a:lnTo>
                <a:lnTo>
                  <a:pt x="220000" y="56653"/>
                </a:lnTo>
                <a:lnTo>
                  <a:pt x="220002" y="56544"/>
                </a:lnTo>
                <a:lnTo>
                  <a:pt x="220003" y="56437"/>
                </a:lnTo>
                <a:lnTo>
                  <a:pt x="220005" y="56331"/>
                </a:lnTo>
                <a:lnTo>
                  <a:pt x="220006" y="56226"/>
                </a:lnTo>
                <a:lnTo>
                  <a:pt x="220008" y="56123"/>
                </a:lnTo>
                <a:lnTo>
                  <a:pt x="220009" y="56021"/>
                </a:lnTo>
                <a:lnTo>
                  <a:pt x="220010" y="55921"/>
                </a:lnTo>
                <a:lnTo>
                  <a:pt x="220011" y="55821"/>
                </a:lnTo>
                <a:lnTo>
                  <a:pt x="220012" y="55723"/>
                </a:lnTo>
                <a:lnTo>
                  <a:pt x="220013" y="55627"/>
                </a:lnTo>
                <a:lnTo>
                  <a:pt x="220013" y="55532"/>
                </a:lnTo>
                <a:lnTo>
                  <a:pt x="220014" y="55438"/>
                </a:lnTo>
                <a:lnTo>
                  <a:pt x="220014" y="55345"/>
                </a:lnTo>
                <a:lnTo>
                  <a:pt x="220015" y="55254"/>
                </a:lnTo>
                <a:lnTo>
                  <a:pt x="220015" y="55164"/>
                </a:lnTo>
                <a:lnTo>
                  <a:pt x="220015" y="55076"/>
                </a:lnTo>
                <a:lnTo>
                  <a:pt x="220002" y="53771"/>
                </a:lnTo>
                <a:lnTo>
                  <a:pt x="219964" y="52492"/>
                </a:lnTo>
                <a:lnTo>
                  <a:pt x="219900" y="51238"/>
                </a:lnTo>
                <a:lnTo>
                  <a:pt x="219811" y="50010"/>
                </a:lnTo>
                <a:lnTo>
                  <a:pt x="219696" y="48808"/>
                </a:lnTo>
                <a:lnTo>
                  <a:pt x="219556" y="47631"/>
                </a:lnTo>
                <a:lnTo>
                  <a:pt x="219390" y="46480"/>
                </a:lnTo>
                <a:lnTo>
                  <a:pt x="219199" y="45355"/>
                </a:lnTo>
                <a:lnTo>
                  <a:pt x="218982" y="44255"/>
                </a:lnTo>
                <a:lnTo>
                  <a:pt x="218740" y="43181"/>
                </a:lnTo>
                <a:lnTo>
                  <a:pt x="218472" y="42133"/>
                </a:lnTo>
                <a:lnTo>
                  <a:pt x="218179" y="41110"/>
                </a:lnTo>
                <a:lnTo>
                  <a:pt x="217860" y="40112"/>
                </a:lnTo>
                <a:lnTo>
                  <a:pt x="217515" y="39141"/>
                </a:lnTo>
                <a:lnTo>
                  <a:pt x="217146" y="38195"/>
                </a:lnTo>
                <a:lnTo>
                  <a:pt x="216750" y="37274"/>
                </a:lnTo>
                <a:lnTo>
                  <a:pt x="216329" y="36379"/>
                </a:lnTo>
                <a:lnTo>
                  <a:pt x="215883" y="35510"/>
                </a:lnTo>
                <a:lnTo>
                  <a:pt x="215411" y="34667"/>
                </a:lnTo>
                <a:lnTo>
                  <a:pt x="214914" y="33849"/>
                </a:lnTo>
                <a:lnTo>
                  <a:pt x="214391" y="33056"/>
                </a:lnTo>
                <a:lnTo>
                  <a:pt x="213843" y="32290"/>
                </a:lnTo>
                <a:lnTo>
                  <a:pt x="213269" y="31549"/>
                </a:lnTo>
                <a:lnTo>
                  <a:pt x="212669" y="30833"/>
                </a:lnTo>
                <a:lnTo>
                  <a:pt x="212047" y="30145"/>
                </a:lnTo>
                <a:lnTo>
                  <a:pt x="211406" y="29486"/>
                </a:lnTo>
                <a:lnTo>
                  <a:pt x="210745" y="28857"/>
                </a:lnTo>
                <a:lnTo>
                  <a:pt x="210064" y="28256"/>
                </a:lnTo>
                <a:lnTo>
                  <a:pt x="209363" y="27685"/>
                </a:lnTo>
                <a:lnTo>
                  <a:pt x="208643" y="27144"/>
                </a:lnTo>
                <a:lnTo>
                  <a:pt x="207903" y="26631"/>
                </a:lnTo>
                <a:lnTo>
                  <a:pt x="207143" y="26148"/>
                </a:lnTo>
                <a:lnTo>
                  <a:pt x="206364" y="25694"/>
                </a:lnTo>
                <a:lnTo>
                  <a:pt x="205565" y="25269"/>
                </a:lnTo>
                <a:lnTo>
                  <a:pt x="204747" y="24874"/>
                </a:lnTo>
                <a:lnTo>
                  <a:pt x="203909" y="24508"/>
                </a:lnTo>
                <a:lnTo>
                  <a:pt x="203051" y="24171"/>
                </a:lnTo>
                <a:lnTo>
                  <a:pt x="202173" y="23864"/>
                </a:lnTo>
                <a:lnTo>
                  <a:pt x="201276" y="23586"/>
                </a:lnTo>
                <a:lnTo>
                  <a:pt x="200359" y="23337"/>
                </a:lnTo>
                <a:lnTo>
                  <a:pt x="199423" y="23117"/>
                </a:lnTo>
                <a:lnTo>
                  <a:pt x="198467" y="22927"/>
                </a:lnTo>
                <a:lnTo>
                  <a:pt x="197491" y="22766"/>
                </a:lnTo>
                <a:lnTo>
                  <a:pt x="196496" y="22634"/>
                </a:lnTo>
                <a:lnTo>
                  <a:pt x="195481" y="22531"/>
                </a:lnTo>
                <a:lnTo>
                  <a:pt x="194446" y="22458"/>
                </a:lnTo>
                <a:lnTo>
                  <a:pt x="193392" y="22414"/>
                </a:lnTo>
                <a:lnTo>
                  <a:pt x="192318" y="22400"/>
                </a:lnTo>
                <a:lnTo>
                  <a:pt x="191515" y="22407"/>
                </a:lnTo>
                <a:lnTo>
                  <a:pt x="190723" y="22431"/>
                </a:lnTo>
                <a:lnTo>
                  <a:pt x="189943" y="22470"/>
                </a:lnTo>
                <a:lnTo>
                  <a:pt x="189174" y="22524"/>
                </a:lnTo>
                <a:lnTo>
                  <a:pt x="188416" y="22595"/>
                </a:lnTo>
                <a:lnTo>
                  <a:pt x="187670" y="22680"/>
                </a:lnTo>
                <a:lnTo>
                  <a:pt x="186935" y="22782"/>
                </a:lnTo>
                <a:lnTo>
                  <a:pt x="186211" y="22899"/>
                </a:lnTo>
                <a:lnTo>
                  <a:pt x="185499" y="23032"/>
                </a:lnTo>
                <a:lnTo>
                  <a:pt x="184798" y="23180"/>
                </a:lnTo>
                <a:lnTo>
                  <a:pt x="184109" y="23344"/>
                </a:lnTo>
                <a:lnTo>
                  <a:pt x="183431" y="23523"/>
                </a:lnTo>
                <a:lnTo>
                  <a:pt x="182764" y="23718"/>
                </a:lnTo>
                <a:lnTo>
                  <a:pt x="182108" y="23929"/>
                </a:lnTo>
                <a:lnTo>
                  <a:pt x="181464" y="24155"/>
                </a:lnTo>
                <a:lnTo>
                  <a:pt x="180831" y="24397"/>
                </a:lnTo>
                <a:lnTo>
                  <a:pt x="180210" y="24654"/>
                </a:lnTo>
                <a:lnTo>
                  <a:pt x="179600" y="24927"/>
                </a:lnTo>
                <a:lnTo>
                  <a:pt x="179001" y="25216"/>
                </a:lnTo>
                <a:lnTo>
                  <a:pt x="178414" y="25520"/>
                </a:lnTo>
                <a:lnTo>
                  <a:pt x="177838" y="25840"/>
                </a:lnTo>
                <a:lnTo>
                  <a:pt x="177273" y="26175"/>
                </a:lnTo>
                <a:lnTo>
                  <a:pt x="176720" y="26526"/>
                </a:lnTo>
                <a:lnTo>
                  <a:pt x="176178" y="26893"/>
                </a:lnTo>
                <a:lnTo>
                  <a:pt x="175647" y="27273"/>
                </a:lnTo>
                <a:lnTo>
                  <a:pt x="175128" y="27666"/>
                </a:lnTo>
                <a:lnTo>
                  <a:pt x="174620" y="28070"/>
                </a:lnTo>
                <a:lnTo>
                  <a:pt x="174123" y="28487"/>
                </a:lnTo>
                <a:lnTo>
                  <a:pt x="173638" y="28916"/>
                </a:lnTo>
                <a:lnTo>
                  <a:pt x="173164" y="29356"/>
                </a:lnTo>
                <a:lnTo>
                  <a:pt x="172701" y="29809"/>
                </a:lnTo>
                <a:lnTo>
                  <a:pt x="172250" y="30274"/>
                </a:lnTo>
                <a:lnTo>
                  <a:pt x="171810" y="30751"/>
                </a:lnTo>
                <a:lnTo>
                  <a:pt x="171382" y="31240"/>
                </a:lnTo>
                <a:lnTo>
                  <a:pt x="170965" y="31742"/>
                </a:lnTo>
                <a:lnTo>
                  <a:pt x="170559" y="32255"/>
                </a:lnTo>
                <a:lnTo>
                  <a:pt x="170165" y="32780"/>
                </a:lnTo>
                <a:lnTo>
                  <a:pt x="169781" y="33318"/>
                </a:lnTo>
                <a:lnTo>
                  <a:pt x="169410" y="33867"/>
                </a:lnTo>
                <a:lnTo>
                  <a:pt x="169049" y="34429"/>
                </a:lnTo>
                <a:lnTo>
                  <a:pt x="168700" y="35002"/>
                </a:lnTo>
                <a:lnTo>
                  <a:pt x="168363" y="35588"/>
                </a:lnTo>
                <a:lnTo>
                  <a:pt x="168036" y="36186"/>
                </a:lnTo>
                <a:lnTo>
                  <a:pt x="167721" y="36795"/>
                </a:lnTo>
                <a:lnTo>
                  <a:pt x="167417" y="37417"/>
                </a:lnTo>
                <a:lnTo>
                  <a:pt x="167125" y="38051"/>
                </a:lnTo>
                <a:lnTo>
                  <a:pt x="166844" y="38697"/>
                </a:lnTo>
                <a:lnTo>
                  <a:pt x="166575" y="39355"/>
                </a:lnTo>
                <a:lnTo>
                  <a:pt x="166316" y="40024"/>
                </a:lnTo>
                <a:lnTo>
                  <a:pt x="166069" y="40701"/>
                </a:lnTo>
                <a:lnTo>
                  <a:pt x="165832" y="41387"/>
                </a:lnTo>
                <a:lnTo>
                  <a:pt x="165607" y="42081"/>
                </a:lnTo>
                <a:lnTo>
                  <a:pt x="165392" y="42784"/>
                </a:lnTo>
                <a:lnTo>
                  <a:pt x="165189" y="43496"/>
                </a:lnTo>
                <a:lnTo>
                  <a:pt x="164996" y="44216"/>
                </a:lnTo>
                <a:lnTo>
                  <a:pt x="164815" y="44945"/>
                </a:lnTo>
                <a:lnTo>
                  <a:pt x="164644" y="45683"/>
                </a:lnTo>
                <a:lnTo>
                  <a:pt x="164485" y="46429"/>
                </a:lnTo>
                <a:lnTo>
                  <a:pt x="164337" y="47184"/>
                </a:lnTo>
                <a:lnTo>
                  <a:pt x="164199" y="47948"/>
                </a:lnTo>
                <a:lnTo>
                  <a:pt x="164073" y="48720"/>
                </a:lnTo>
                <a:lnTo>
                  <a:pt x="163957" y="49501"/>
                </a:lnTo>
                <a:lnTo>
                  <a:pt x="163853" y="50290"/>
                </a:lnTo>
                <a:lnTo>
                  <a:pt x="163759" y="51088"/>
                </a:lnTo>
                <a:lnTo>
                  <a:pt x="163677" y="51895"/>
                </a:lnTo>
                <a:lnTo>
                  <a:pt x="163605" y="52711"/>
                </a:lnTo>
                <a:lnTo>
                  <a:pt x="163545" y="53535"/>
                </a:lnTo>
                <a:lnTo>
                  <a:pt x="163495" y="54368"/>
                </a:lnTo>
                <a:lnTo>
                  <a:pt x="163457" y="55209"/>
                </a:lnTo>
                <a:lnTo>
                  <a:pt x="163429" y="56059"/>
                </a:lnTo>
                <a:lnTo>
                  <a:pt x="163413" y="56918"/>
                </a:lnTo>
                <a:lnTo>
                  <a:pt x="163407" y="57785"/>
                </a:lnTo>
                <a:lnTo>
                  <a:pt x="163413" y="58618"/>
                </a:lnTo>
                <a:lnTo>
                  <a:pt x="163430" y="59444"/>
                </a:lnTo>
                <a:lnTo>
                  <a:pt x="163458" y="60264"/>
                </a:lnTo>
                <a:lnTo>
                  <a:pt x="163498" y="61076"/>
                </a:lnTo>
                <a:lnTo>
                  <a:pt x="163549" y="61882"/>
                </a:lnTo>
                <a:lnTo>
                  <a:pt x="163611" y="62680"/>
                </a:lnTo>
                <a:lnTo>
                  <a:pt x="163685" y="63472"/>
                </a:lnTo>
                <a:lnTo>
                  <a:pt x="163770" y="64256"/>
                </a:lnTo>
                <a:lnTo>
                  <a:pt x="163867" y="65034"/>
                </a:lnTo>
                <a:lnTo>
                  <a:pt x="163975" y="65804"/>
                </a:lnTo>
                <a:lnTo>
                  <a:pt x="164094" y="66568"/>
                </a:lnTo>
                <a:lnTo>
                  <a:pt x="164224" y="67325"/>
                </a:lnTo>
                <a:lnTo>
                  <a:pt x="164366" y="68075"/>
                </a:lnTo>
                <a:lnTo>
                  <a:pt x="164519" y="68818"/>
                </a:lnTo>
                <a:lnTo>
                  <a:pt x="164684" y="69554"/>
                </a:lnTo>
                <a:lnTo>
                  <a:pt x="164860" y="70283"/>
                </a:lnTo>
                <a:lnTo>
                  <a:pt x="165047" y="71005"/>
                </a:lnTo>
                <a:lnTo>
                  <a:pt x="165246" y="71720"/>
                </a:lnTo>
                <a:lnTo>
                  <a:pt x="165456" y="72428"/>
                </a:lnTo>
                <a:lnTo>
                  <a:pt x="165677" y="73129"/>
                </a:lnTo>
                <a:lnTo>
                  <a:pt x="165910" y="73823"/>
                </a:lnTo>
                <a:lnTo>
                  <a:pt x="166154" y="74511"/>
                </a:lnTo>
                <a:lnTo>
                  <a:pt x="166409" y="75191"/>
                </a:lnTo>
                <a:lnTo>
                  <a:pt x="166676" y="75865"/>
                </a:lnTo>
                <a:lnTo>
                  <a:pt x="166954" y="76529"/>
                </a:lnTo>
                <a:lnTo>
                  <a:pt x="167244" y="77181"/>
                </a:lnTo>
                <a:lnTo>
                  <a:pt x="167546" y="77822"/>
                </a:lnTo>
                <a:lnTo>
                  <a:pt x="167860" y="78451"/>
                </a:lnTo>
                <a:lnTo>
                  <a:pt x="168185" y="79068"/>
                </a:lnTo>
                <a:lnTo>
                  <a:pt x="168523" y="79674"/>
                </a:lnTo>
                <a:lnTo>
                  <a:pt x="168872" y="80268"/>
                </a:lnTo>
                <a:lnTo>
                  <a:pt x="169233" y="80850"/>
                </a:lnTo>
                <a:lnTo>
                  <a:pt x="169606" y="81420"/>
                </a:lnTo>
                <a:lnTo>
                  <a:pt x="169990" y="81979"/>
                </a:lnTo>
                <a:lnTo>
                  <a:pt x="170387" y="82526"/>
                </a:lnTo>
                <a:lnTo>
                  <a:pt x="170795" y="83062"/>
                </a:lnTo>
                <a:lnTo>
                  <a:pt x="171215" y="83585"/>
                </a:lnTo>
                <a:lnTo>
                  <a:pt x="171647" y="84097"/>
                </a:lnTo>
                <a:lnTo>
                  <a:pt x="172091" y="84598"/>
                </a:lnTo>
                <a:lnTo>
                  <a:pt x="172546" y="85086"/>
                </a:lnTo>
                <a:lnTo>
                  <a:pt x="173013" y="85563"/>
                </a:lnTo>
                <a:lnTo>
                  <a:pt x="173493" y="86028"/>
                </a:lnTo>
                <a:lnTo>
                  <a:pt x="173984" y="86482"/>
                </a:lnTo>
                <a:lnTo>
                  <a:pt x="174486" y="86924"/>
                </a:lnTo>
                <a:lnTo>
                  <a:pt x="175001" y="87354"/>
                </a:lnTo>
                <a:lnTo>
                  <a:pt x="175527" y="87772"/>
                </a:lnTo>
                <a:lnTo>
                  <a:pt x="176066" y="88179"/>
                </a:lnTo>
                <a:lnTo>
                  <a:pt x="176616" y="88574"/>
                </a:lnTo>
                <a:lnTo>
                  <a:pt x="177178" y="88955"/>
                </a:lnTo>
                <a:lnTo>
                  <a:pt x="177752" y="89320"/>
                </a:lnTo>
                <a:lnTo>
                  <a:pt x="178339" y="89668"/>
                </a:lnTo>
                <a:lnTo>
                  <a:pt x="178939" y="90000"/>
                </a:lnTo>
                <a:lnTo>
                  <a:pt x="179551" y="90316"/>
                </a:lnTo>
                <a:lnTo>
                  <a:pt x="180175" y="90616"/>
                </a:lnTo>
                <a:lnTo>
                  <a:pt x="180811" y="90900"/>
                </a:lnTo>
                <a:lnTo>
                  <a:pt x="181460" y="91167"/>
                </a:lnTo>
                <a:lnTo>
                  <a:pt x="182122" y="91419"/>
                </a:lnTo>
                <a:lnTo>
                  <a:pt x="182795" y="91654"/>
                </a:lnTo>
                <a:lnTo>
                  <a:pt x="183482" y="91872"/>
                </a:lnTo>
                <a:lnTo>
                  <a:pt x="184180" y="92075"/>
                </a:lnTo>
                <a:lnTo>
                  <a:pt x="184891" y="92261"/>
                </a:lnTo>
                <a:lnTo>
                  <a:pt x="185615" y="92432"/>
                </a:lnTo>
                <a:lnTo>
                  <a:pt x="186350" y="92586"/>
                </a:lnTo>
                <a:lnTo>
                  <a:pt x="187099" y="92723"/>
                </a:lnTo>
                <a:lnTo>
                  <a:pt x="187859" y="92845"/>
                </a:lnTo>
                <a:lnTo>
                  <a:pt x="188632" y="92950"/>
                </a:lnTo>
                <a:lnTo>
                  <a:pt x="189418" y="93039"/>
                </a:lnTo>
                <a:lnTo>
                  <a:pt x="190215" y="93112"/>
                </a:lnTo>
                <a:lnTo>
                  <a:pt x="191026" y="93169"/>
                </a:lnTo>
                <a:lnTo>
                  <a:pt x="191848" y="93210"/>
                </a:lnTo>
                <a:lnTo>
                  <a:pt x="192683" y="93234"/>
                </a:lnTo>
                <a:lnTo>
                  <a:pt x="193531" y="93242"/>
                </a:lnTo>
                <a:lnTo>
                  <a:pt x="194201" y="93237"/>
                </a:lnTo>
                <a:lnTo>
                  <a:pt x="194863" y="93222"/>
                </a:lnTo>
                <a:lnTo>
                  <a:pt x="195518" y="93198"/>
                </a:lnTo>
                <a:close/>
                <a:moveTo>
                  <a:pt x="175055" y="48994"/>
                </a:moveTo>
                <a:lnTo>
                  <a:pt x="175166" y="48221"/>
                </a:lnTo>
                <a:lnTo>
                  <a:pt x="175290" y="47465"/>
                </a:lnTo>
                <a:lnTo>
                  <a:pt x="175426" y="46725"/>
                </a:lnTo>
                <a:lnTo>
                  <a:pt x="175575" y="46002"/>
                </a:lnTo>
                <a:lnTo>
                  <a:pt x="175736" y="45295"/>
                </a:lnTo>
                <a:lnTo>
                  <a:pt x="175910" y="44605"/>
                </a:lnTo>
                <a:lnTo>
                  <a:pt x="176096" y="43931"/>
                </a:lnTo>
                <a:lnTo>
                  <a:pt x="176295" y="43274"/>
                </a:lnTo>
                <a:lnTo>
                  <a:pt x="176506" y="42634"/>
                </a:lnTo>
                <a:lnTo>
                  <a:pt x="176730" y="42010"/>
                </a:lnTo>
                <a:lnTo>
                  <a:pt x="176966" y="41403"/>
                </a:lnTo>
                <a:lnTo>
                  <a:pt x="177215" y="40812"/>
                </a:lnTo>
                <a:lnTo>
                  <a:pt x="177477" y="40238"/>
                </a:lnTo>
                <a:lnTo>
                  <a:pt x="177751" y="39680"/>
                </a:lnTo>
                <a:lnTo>
                  <a:pt x="178037" y="39139"/>
                </a:lnTo>
                <a:lnTo>
                  <a:pt x="178336" y="38614"/>
                </a:lnTo>
                <a:lnTo>
                  <a:pt x="178648" y="38106"/>
                </a:lnTo>
                <a:lnTo>
                  <a:pt x="178972" y="37615"/>
                </a:lnTo>
                <a:lnTo>
                  <a:pt x="179308" y="37140"/>
                </a:lnTo>
                <a:lnTo>
                  <a:pt x="179657" y="36681"/>
                </a:lnTo>
                <a:lnTo>
                  <a:pt x="180019" y="36239"/>
                </a:lnTo>
                <a:lnTo>
                  <a:pt x="180393" y="35815"/>
                </a:lnTo>
                <a:lnTo>
                  <a:pt x="180779" y="35408"/>
                </a:lnTo>
                <a:lnTo>
                  <a:pt x="181177" y="35020"/>
                </a:lnTo>
                <a:lnTo>
                  <a:pt x="181587" y="34649"/>
                </a:lnTo>
                <a:lnTo>
                  <a:pt x="182009" y="34297"/>
                </a:lnTo>
                <a:lnTo>
                  <a:pt x="182443" y="33963"/>
                </a:lnTo>
                <a:lnTo>
                  <a:pt x="182889" y="33647"/>
                </a:lnTo>
                <a:lnTo>
                  <a:pt x="183347" y="33348"/>
                </a:lnTo>
                <a:lnTo>
                  <a:pt x="183817" y="33068"/>
                </a:lnTo>
                <a:lnTo>
                  <a:pt x="184300" y="32806"/>
                </a:lnTo>
                <a:lnTo>
                  <a:pt x="184794" y="32562"/>
                </a:lnTo>
                <a:lnTo>
                  <a:pt x="185301" y="32337"/>
                </a:lnTo>
                <a:lnTo>
                  <a:pt x="185819" y="32129"/>
                </a:lnTo>
                <a:lnTo>
                  <a:pt x="186350" y="31939"/>
                </a:lnTo>
                <a:lnTo>
                  <a:pt x="186892" y="31767"/>
                </a:lnTo>
                <a:lnTo>
                  <a:pt x="187447" y="31614"/>
                </a:lnTo>
                <a:lnTo>
                  <a:pt x="188013" y="31478"/>
                </a:lnTo>
                <a:lnTo>
                  <a:pt x="188592" y="31361"/>
                </a:lnTo>
                <a:lnTo>
                  <a:pt x="189183" y="31262"/>
                </a:lnTo>
                <a:lnTo>
                  <a:pt x="189786" y="31180"/>
                </a:lnTo>
                <a:lnTo>
                  <a:pt x="190401" y="31117"/>
                </a:lnTo>
                <a:lnTo>
                  <a:pt x="191028" y="31072"/>
                </a:lnTo>
                <a:lnTo>
                  <a:pt x="191667" y="31045"/>
                </a:lnTo>
                <a:lnTo>
                  <a:pt x="192318" y="31036"/>
                </a:lnTo>
                <a:lnTo>
                  <a:pt x="192957" y="31045"/>
                </a:lnTo>
                <a:lnTo>
                  <a:pt x="193585" y="31072"/>
                </a:lnTo>
                <a:lnTo>
                  <a:pt x="194201" y="31118"/>
                </a:lnTo>
                <a:lnTo>
                  <a:pt x="194805" y="31181"/>
                </a:lnTo>
                <a:lnTo>
                  <a:pt x="195398" y="31263"/>
                </a:lnTo>
                <a:lnTo>
                  <a:pt x="195978" y="31363"/>
                </a:lnTo>
                <a:lnTo>
                  <a:pt x="196546" y="31481"/>
                </a:lnTo>
                <a:lnTo>
                  <a:pt x="197102" y="31618"/>
                </a:lnTo>
                <a:lnTo>
                  <a:pt x="197647" y="31772"/>
                </a:lnTo>
                <a:lnTo>
                  <a:pt x="198179" y="31945"/>
                </a:lnTo>
                <a:lnTo>
                  <a:pt x="198700" y="32136"/>
                </a:lnTo>
                <a:lnTo>
                  <a:pt x="199208" y="32346"/>
                </a:lnTo>
                <a:lnTo>
                  <a:pt x="199705" y="32573"/>
                </a:lnTo>
                <a:lnTo>
                  <a:pt x="200190" y="32819"/>
                </a:lnTo>
                <a:lnTo>
                  <a:pt x="200662" y="33082"/>
                </a:lnTo>
                <a:lnTo>
                  <a:pt x="201123" y="33364"/>
                </a:lnTo>
                <a:lnTo>
                  <a:pt x="201572" y="33664"/>
                </a:lnTo>
                <a:lnTo>
                  <a:pt x="202009" y="33983"/>
                </a:lnTo>
                <a:lnTo>
                  <a:pt x="202434" y="34319"/>
                </a:lnTo>
                <a:lnTo>
                  <a:pt x="202847" y="34674"/>
                </a:lnTo>
                <a:lnTo>
                  <a:pt x="203248" y="35047"/>
                </a:lnTo>
                <a:lnTo>
                  <a:pt x="203638" y="35438"/>
                </a:lnTo>
                <a:lnTo>
                  <a:pt x="204015" y="35848"/>
                </a:lnTo>
                <a:lnTo>
                  <a:pt x="204380" y="36275"/>
                </a:lnTo>
                <a:lnTo>
                  <a:pt x="204733" y="36720"/>
                </a:lnTo>
                <a:lnTo>
                  <a:pt x="205071" y="37181"/>
                </a:lnTo>
                <a:lnTo>
                  <a:pt x="205394" y="37658"/>
                </a:lnTo>
                <a:lnTo>
                  <a:pt x="205704" y="38151"/>
                </a:lnTo>
                <a:lnTo>
                  <a:pt x="205999" y="38660"/>
                </a:lnTo>
                <a:lnTo>
                  <a:pt x="206280" y="39186"/>
                </a:lnTo>
                <a:lnTo>
                  <a:pt x="206547" y="39728"/>
                </a:lnTo>
                <a:lnTo>
                  <a:pt x="206799" y="40286"/>
                </a:lnTo>
                <a:lnTo>
                  <a:pt x="207037" y="40860"/>
                </a:lnTo>
                <a:lnTo>
                  <a:pt x="207261" y="41450"/>
                </a:lnTo>
                <a:lnTo>
                  <a:pt x="207470" y="42056"/>
                </a:lnTo>
                <a:lnTo>
                  <a:pt x="207666" y="42679"/>
                </a:lnTo>
                <a:lnTo>
                  <a:pt x="207847" y="43318"/>
                </a:lnTo>
                <a:lnTo>
                  <a:pt x="208013" y="43973"/>
                </a:lnTo>
                <a:lnTo>
                  <a:pt x="208166" y="44644"/>
                </a:lnTo>
                <a:lnTo>
                  <a:pt x="208304" y="45331"/>
                </a:lnTo>
                <a:lnTo>
                  <a:pt x="208428" y="46034"/>
                </a:lnTo>
                <a:lnTo>
                  <a:pt x="208538" y="46754"/>
                </a:lnTo>
                <a:lnTo>
                  <a:pt x="208633" y="47490"/>
                </a:lnTo>
                <a:lnTo>
                  <a:pt x="208714" y="48242"/>
                </a:lnTo>
                <a:lnTo>
                  <a:pt x="208781" y="49010"/>
                </a:lnTo>
                <a:lnTo>
                  <a:pt x="208833" y="49794"/>
                </a:lnTo>
                <a:lnTo>
                  <a:pt x="208872" y="50595"/>
                </a:lnTo>
                <a:lnTo>
                  <a:pt x="208896" y="51411"/>
                </a:lnTo>
                <a:lnTo>
                  <a:pt x="174796" y="51411"/>
                </a:lnTo>
                <a:lnTo>
                  <a:pt x="174870" y="50589"/>
                </a:lnTo>
                <a:lnTo>
                  <a:pt x="174956" y="49783"/>
                </a:lnTo>
                <a:lnTo>
                  <a:pt x="175055" y="48994"/>
                </a:lnTo>
                <a:close/>
                <a:moveTo>
                  <a:pt x="119721" y="93188"/>
                </a:moveTo>
                <a:lnTo>
                  <a:pt x="120351" y="93146"/>
                </a:lnTo>
                <a:lnTo>
                  <a:pt x="120972" y="93091"/>
                </a:lnTo>
                <a:lnTo>
                  <a:pt x="121584" y="93025"/>
                </a:lnTo>
                <a:lnTo>
                  <a:pt x="122187" y="92946"/>
                </a:lnTo>
                <a:lnTo>
                  <a:pt x="122780" y="92856"/>
                </a:lnTo>
                <a:lnTo>
                  <a:pt x="123364" y="92753"/>
                </a:lnTo>
                <a:lnTo>
                  <a:pt x="123939" y="92639"/>
                </a:lnTo>
                <a:lnTo>
                  <a:pt x="124504" y="92512"/>
                </a:lnTo>
                <a:lnTo>
                  <a:pt x="125061" y="92373"/>
                </a:lnTo>
                <a:lnTo>
                  <a:pt x="125608" y="92223"/>
                </a:lnTo>
                <a:lnTo>
                  <a:pt x="126146" y="92060"/>
                </a:lnTo>
                <a:lnTo>
                  <a:pt x="126675" y="91885"/>
                </a:lnTo>
                <a:lnTo>
                  <a:pt x="127194" y="91698"/>
                </a:lnTo>
                <a:lnTo>
                  <a:pt x="127704" y="91499"/>
                </a:lnTo>
                <a:lnTo>
                  <a:pt x="128205" y="91288"/>
                </a:lnTo>
                <a:lnTo>
                  <a:pt x="128697" y="91064"/>
                </a:lnTo>
                <a:lnTo>
                  <a:pt x="129179" y="90829"/>
                </a:lnTo>
                <a:lnTo>
                  <a:pt x="129652" y="90582"/>
                </a:lnTo>
                <a:lnTo>
                  <a:pt x="130116" y="90322"/>
                </a:lnTo>
                <a:lnTo>
                  <a:pt x="130571" y="90051"/>
                </a:lnTo>
                <a:lnTo>
                  <a:pt x="131016" y="89767"/>
                </a:lnTo>
                <a:lnTo>
                  <a:pt x="131453" y="89477"/>
                </a:lnTo>
                <a:lnTo>
                  <a:pt x="131882" y="89186"/>
                </a:lnTo>
                <a:lnTo>
                  <a:pt x="132302" y="88893"/>
                </a:lnTo>
                <a:lnTo>
                  <a:pt x="132713" y="88599"/>
                </a:lnTo>
                <a:lnTo>
                  <a:pt x="133117" y="88304"/>
                </a:lnTo>
                <a:lnTo>
                  <a:pt x="133512" y="88007"/>
                </a:lnTo>
                <a:lnTo>
                  <a:pt x="133899" y="87709"/>
                </a:lnTo>
                <a:lnTo>
                  <a:pt x="134277" y="87410"/>
                </a:lnTo>
                <a:lnTo>
                  <a:pt x="134648" y="87109"/>
                </a:lnTo>
                <a:lnTo>
                  <a:pt x="135010" y="86807"/>
                </a:lnTo>
                <a:lnTo>
                  <a:pt x="135363" y="86504"/>
                </a:lnTo>
                <a:lnTo>
                  <a:pt x="135708" y="86200"/>
                </a:lnTo>
                <a:lnTo>
                  <a:pt x="136045" y="85894"/>
                </a:lnTo>
                <a:lnTo>
                  <a:pt x="136374" y="85587"/>
                </a:lnTo>
                <a:lnTo>
                  <a:pt x="136695" y="85279"/>
                </a:lnTo>
                <a:lnTo>
                  <a:pt x="137007" y="84970"/>
                </a:lnTo>
                <a:lnTo>
                  <a:pt x="137310" y="84659"/>
                </a:lnTo>
                <a:lnTo>
                  <a:pt x="137606" y="84347"/>
                </a:lnTo>
                <a:lnTo>
                  <a:pt x="137893" y="84033"/>
                </a:lnTo>
                <a:lnTo>
                  <a:pt x="138172" y="83719"/>
                </a:lnTo>
                <a:lnTo>
                  <a:pt x="138443" y="83403"/>
                </a:lnTo>
                <a:lnTo>
                  <a:pt x="138705" y="83085"/>
                </a:lnTo>
                <a:lnTo>
                  <a:pt x="138959" y="82767"/>
                </a:lnTo>
                <a:lnTo>
                  <a:pt x="139204" y="82447"/>
                </a:lnTo>
                <a:lnTo>
                  <a:pt x="139474" y="92028"/>
                </a:lnTo>
                <a:lnTo>
                  <a:pt x="150324" y="92028"/>
                </a:lnTo>
                <a:lnTo>
                  <a:pt x="150324" y="23614"/>
                </a:lnTo>
                <a:lnTo>
                  <a:pt x="139070" y="23614"/>
                </a:lnTo>
                <a:lnTo>
                  <a:pt x="139070" y="72837"/>
                </a:lnTo>
                <a:lnTo>
                  <a:pt x="138836" y="73174"/>
                </a:lnTo>
                <a:lnTo>
                  <a:pt x="138597" y="73509"/>
                </a:lnTo>
                <a:lnTo>
                  <a:pt x="138351" y="73840"/>
                </a:lnTo>
                <a:lnTo>
                  <a:pt x="138100" y="74169"/>
                </a:lnTo>
                <a:lnTo>
                  <a:pt x="137842" y="74494"/>
                </a:lnTo>
                <a:lnTo>
                  <a:pt x="137579" y="74817"/>
                </a:lnTo>
                <a:lnTo>
                  <a:pt x="137309" y="75137"/>
                </a:lnTo>
                <a:lnTo>
                  <a:pt x="137033" y="75453"/>
                </a:lnTo>
                <a:lnTo>
                  <a:pt x="136751" y="75767"/>
                </a:lnTo>
                <a:lnTo>
                  <a:pt x="136463" y="76078"/>
                </a:lnTo>
                <a:lnTo>
                  <a:pt x="136169" y="76385"/>
                </a:lnTo>
                <a:lnTo>
                  <a:pt x="135869" y="76690"/>
                </a:lnTo>
                <a:lnTo>
                  <a:pt x="135562" y="76992"/>
                </a:lnTo>
                <a:lnTo>
                  <a:pt x="135250" y="77291"/>
                </a:lnTo>
                <a:lnTo>
                  <a:pt x="134931" y="77586"/>
                </a:lnTo>
                <a:lnTo>
                  <a:pt x="134607" y="77879"/>
                </a:lnTo>
                <a:lnTo>
                  <a:pt x="134276" y="78169"/>
                </a:lnTo>
                <a:lnTo>
                  <a:pt x="133939" y="78456"/>
                </a:lnTo>
                <a:lnTo>
                  <a:pt x="133597" y="78740"/>
                </a:lnTo>
                <a:lnTo>
                  <a:pt x="133248" y="79021"/>
                </a:lnTo>
                <a:lnTo>
                  <a:pt x="132893" y="79299"/>
                </a:lnTo>
                <a:lnTo>
                  <a:pt x="132532" y="79574"/>
                </a:lnTo>
                <a:lnTo>
                  <a:pt x="132165" y="79846"/>
                </a:lnTo>
                <a:lnTo>
                  <a:pt x="131791" y="80115"/>
                </a:lnTo>
                <a:lnTo>
                  <a:pt x="131411" y="80377"/>
                </a:lnTo>
                <a:lnTo>
                  <a:pt x="131023" y="80628"/>
                </a:lnTo>
                <a:lnTo>
                  <a:pt x="130628" y="80867"/>
                </a:lnTo>
                <a:lnTo>
                  <a:pt x="130225" y="81096"/>
                </a:lnTo>
                <a:lnTo>
                  <a:pt x="129814" y="81313"/>
                </a:lnTo>
                <a:lnTo>
                  <a:pt x="129395" y="81519"/>
                </a:lnTo>
                <a:lnTo>
                  <a:pt x="128968" y="81714"/>
                </a:lnTo>
                <a:lnTo>
                  <a:pt x="128534" y="81898"/>
                </a:lnTo>
                <a:lnTo>
                  <a:pt x="128092" y="82071"/>
                </a:lnTo>
                <a:lnTo>
                  <a:pt x="127643" y="82232"/>
                </a:lnTo>
                <a:lnTo>
                  <a:pt x="127185" y="82383"/>
                </a:lnTo>
                <a:lnTo>
                  <a:pt x="126720" y="82522"/>
                </a:lnTo>
                <a:lnTo>
                  <a:pt x="126248" y="82650"/>
                </a:lnTo>
                <a:lnTo>
                  <a:pt x="125767" y="82767"/>
                </a:lnTo>
                <a:lnTo>
                  <a:pt x="125279" y="82873"/>
                </a:lnTo>
                <a:lnTo>
                  <a:pt x="124783" y="82968"/>
                </a:lnTo>
                <a:lnTo>
                  <a:pt x="124279" y="83051"/>
                </a:lnTo>
                <a:lnTo>
                  <a:pt x="123768" y="83124"/>
                </a:lnTo>
                <a:lnTo>
                  <a:pt x="123249" y="83185"/>
                </a:lnTo>
                <a:lnTo>
                  <a:pt x="122722" y="83235"/>
                </a:lnTo>
                <a:lnTo>
                  <a:pt x="122187" y="83274"/>
                </a:lnTo>
                <a:lnTo>
                  <a:pt x="121645" y="83302"/>
                </a:lnTo>
                <a:lnTo>
                  <a:pt x="121095" y="83319"/>
                </a:lnTo>
                <a:lnTo>
                  <a:pt x="120537" y="83324"/>
                </a:lnTo>
                <a:lnTo>
                  <a:pt x="120154" y="83320"/>
                </a:lnTo>
                <a:lnTo>
                  <a:pt x="119777" y="83310"/>
                </a:lnTo>
                <a:lnTo>
                  <a:pt x="119408" y="83291"/>
                </a:lnTo>
                <a:lnTo>
                  <a:pt x="119047" y="83266"/>
                </a:lnTo>
                <a:lnTo>
                  <a:pt x="118693" y="83233"/>
                </a:lnTo>
                <a:lnTo>
                  <a:pt x="118347" y="83193"/>
                </a:lnTo>
                <a:lnTo>
                  <a:pt x="118008" y="83145"/>
                </a:lnTo>
                <a:lnTo>
                  <a:pt x="117677" y="83090"/>
                </a:lnTo>
                <a:lnTo>
                  <a:pt x="117353" y="83028"/>
                </a:lnTo>
                <a:lnTo>
                  <a:pt x="117037" y="82959"/>
                </a:lnTo>
                <a:lnTo>
                  <a:pt x="116728" y="82882"/>
                </a:lnTo>
                <a:lnTo>
                  <a:pt x="116426" y="82798"/>
                </a:lnTo>
                <a:lnTo>
                  <a:pt x="116133" y="82707"/>
                </a:lnTo>
                <a:lnTo>
                  <a:pt x="115846" y="82608"/>
                </a:lnTo>
                <a:lnTo>
                  <a:pt x="115567" y="82502"/>
                </a:lnTo>
                <a:lnTo>
                  <a:pt x="115296" y="82389"/>
                </a:lnTo>
                <a:lnTo>
                  <a:pt x="115032" y="82268"/>
                </a:lnTo>
                <a:lnTo>
                  <a:pt x="114775" y="82141"/>
                </a:lnTo>
                <a:lnTo>
                  <a:pt x="114526" y="82005"/>
                </a:lnTo>
                <a:lnTo>
                  <a:pt x="114285" y="81863"/>
                </a:lnTo>
                <a:lnTo>
                  <a:pt x="114051" y="81713"/>
                </a:lnTo>
                <a:lnTo>
                  <a:pt x="113824" y="81556"/>
                </a:lnTo>
                <a:lnTo>
                  <a:pt x="113605" y="81392"/>
                </a:lnTo>
                <a:lnTo>
                  <a:pt x="113394" y="81220"/>
                </a:lnTo>
                <a:lnTo>
                  <a:pt x="113189" y="81042"/>
                </a:lnTo>
                <a:lnTo>
                  <a:pt x="112989" y="80858"/>
                </a:lnTo>
                <a:lnTo>
                  <a:pt x="112795" y="80669"/>
                </a:lnTo>
                <a:lnTo>
                  <a:pt x="112607" y="80474"/>
                </a:lnTo>
                <a:lnTo>
                  <a:pt x="112424" y="80274"/>
                </a:lnTo>
                <a:lnTo>
                  <a:pt x="112246" y="80068"/>
                </a:lnTo>
                <a:lnTo>
                  <a:pt x="112074" y="79856"/>
                </a:lnTo>
                <a:lnTo>
                  <a:pt x="111908" y="79639"/>
                </a:lnTo>
                <a:lnTo>
                  <a:pt x="111747" y="79416"/>
                </a:lnTo>
                <a:lnTo>
                  <a:pt x="111591" y="79188"/>
                </a:lnTo>
                <a:lnTo>
                  <a:pt x="111441" y="78954"/>
                </a:lnTo>
                <a:lnTo>
                  <a:pt x="111296" y="78715"/>
                </a:lnTo>
                <a:lnTo>
                  <a:pt x="111157" y="78470"/>
                </a:lnTo>
                <a:lnTo>
                  <a:pt x="111024" y="78219"/>
                </a:lnTo>
                <a:lnTo>
                  <a:pt x="110896" y="77963"/>
                </a:lnTo>
                <a:lnTo>
                  <a:pt x="110773" y="77701"/>
                </a:lnTo>
                <a:lnTo>
                  <a:pt x="110656" y="77434"/>
                </a:lnTo>
                <a:lnTo>
                  <a:pt x="110545" y="77161"/>
                </a:lnTo>
                <a:lnTo>
                  <a:pt x="110439" y="76883"/>
                </a:lnTo>
                <a:lnTo>
                  <a:pt x="110338" y="76599"/>
                </a:lnTo>
                <a:lnTo>
                  <a:pt x="110243" y="76309"/>
                </a:lnTo>
                <a:lnTo>
                  <a:pt x="110153" y="76014"/>
                </a:lnTo>
                <a:lnTo>
                  <a:pt x="110069" y="75713"/>
                </a:lnTo>
                <a:lnTo>
                  <a:pt x="109991" y="75407"/>
                </a:lnTo>
                <a:lnTo>
                  <a:pt x="109916" y="75096"/>
                </a:lnTo>
                <a:lnTo>
                  <a:pt x="109845" y="74781"/>
                </a:lnTo>
                <a:lnTo>
                  <a:pt x="109777" y="74462"/>
                </a:lnTo>
                <a:lnTo>
                  <a:pt x="109713" y="74138"/>
                </a:lnTo>
                <a:lnTo>
                  <a:pt x="109651" y="73811"/>
                </a:lnTo>
                <a:lnTo>
                  <a:pt x="109593" y="73480"/>
                </a:lnTo>
                <a:lnTo>
                  <a:pt x="109537" y="73145"/>
                </a:lnTo>
                <a:lnTo>
                  <a:pt x="109485" y="72806"/>
                </a:lnTo>
                <a:lnTo>
                  <a:pt x="109436" y="72464"/>
                </a:lnTo>
                <a:lnTo>
                  <a:pt x="109391" y="72117"/>
                </a:lnTo>
                <a:lnTo>
                  <a:pt x="109348" y="71766"/>
                </a:lnTo>
                <a:lnTo>
                  <a:pt x="109308" y="71411"/>
                </a:lnTo>
                <a:lnTo>
                  <a:pt x="109272" y="71052"/>
                </a:lnTo>
                <a:lnTo>
                  <a:pt x="109239" y="70690"/>
                </a:lnTo>
                <a:lnTo>
                  <a:pt x="109209" y="70323"/>
                </a:lnTo>
                <a:lnTo>
                  <a:pt x="109182" y="69952"/>
                </a:lnTo>
                <a:lnTo>
                  <a:pt x="109158" y="69578"/>
                </a:lnTo>
                <a:lnTo>
                  <a:pt x="109138" y="69199"/>
                </a:lnTo>
                <a:lnTo>
                  <a:pt x="109120" y="68817"/>
                </a:lnTo>
                <a:lnTo>
                  <a:pt x="109106" y="68430"/>
                </a:lnTo>
                <a:lnTo>
                  <a:pt x="109095" y="68040"/>
                </a:lnTo>
                <a:lnTo>
                  <a:pt x="109087" y="67645"/>
                </a:lnTo>
                <a:lnTo>
                  <a:pt x="109083" y="67247"/>
                </a:lnTo>
                <a:lnTo>
                  <a:pt x="109081" y="66845"/>
                </a:lnTo>
                <a:lnTo>
                  <a:pt x="109081" y="23614"/>
                </a:lnTo>
                <a:lnTo>
                  <a:pt x="97759" y="23614"/>
                </a:lnTo>
                <a:lnTo>
                  <a:pt x="97759" y="68123"/>
                </a:lnTo>
                <a:lnTo>
                  <a:pt x="97768" y="69093"/>
                </a:lnTo>
                <a:lnTo>
                  <a:pt x="97792" y="70045"/>
                </a:lnTo>
                <a:lnTo>
                  <a:pt x="97833" y="70980"/>
                </a:lnTo>
                <a:lnTo>
                  <a:pt x="97890" y="71897"/>
                </a:lnTo>
                <a:lnTo>
                  <a:pt x="97963" y="72797"/>
                </a:lnTo>
                <a:lnTo>
                  <a:pt x="98052" y="73679"/>
                </a:lnTo>
                <a:lnTo>
                  <a:pt x="98158" y="74544"/>
                </a:lnTo>
                <a:lnTo>
                  <a:pt x="98280" y="75391"/>
                </a:lnTo>
                <a:lnTo>
                  <a:pt x="98418" y="76221"/>
                </a:lnTo>
                <a:lnTo>
                  <a:pt x="98573" y="77033"/>
                </a:lnTo>
                <a:lnTo>
                  <a:pt x="98743" y="77827"/>
                </a:lnTo>
                <a:lnTo>
                  <a:pt x="98930" y="78604"/>
                </a:lnTo>
                <a:lnTo>
                  <a:pt x="99134" y="79363"/>
                </a:lnTo>
                <a:lnTo>
                  <a:pt x="99353" y="80105"/>
                </a:lnTo>
                <a:lnTo>
                  <a:pt x="99589" y="80829"/>
                </a:lnTo>
                <a:lnTo>
                  <a:pt x="99841" y="81536"/>
                </a:lnTo>
                <a:lnTo>
                  <a:pt x="100109" y="82225"/>
                </a:lnTo>
                <a:lnTo>
                  <a:pt x="100394" y="82896"/>
                </a:lnTo>
                <a:lnTo>
                  <a:pt x="100695" y="83550"/>
                </a:lnTo>
                <a:lnTo>
                  <a:pt x="101012" y="84187"/>
                </a:lnTo>
                <a:lnTo>
                  <a:pt x="101345" y="84805"/>
                </a:lnTo>
                <a:lnTo>
                  <a:pt x="101695" y="85407"/>
                </a:lnTo>
                <a:lnTo>
                  <a:pt x="102061" y="85990"/>
                </a:lnTo>
                <a:lnTo>
                  <a:pt x="102443" y="86556"/>
                </a:lnTo>
                <a:lnTo>
                  <a:pt x="102844" y="87102"/>
                </a:lnTo>
                <a:lnTo>
                  <a:pt x="103265" y="87624"/>
                </a:lnTo>
                <a:lnTo>
                  <a:pt x="103707" y="88123"/>
                </a:lnTo>
                <a:lnTo>
                  <a:pt x="104170" y="88599"/>
                </a:lnTo>
                <a:lnTo>
                  <a:pt x="104653" y="89052"/>
                </a:lnTo>
                <a:lnTo>
                  <a:pt x="105158" y="89481"/>
                </a:lnTo>
                <a:lnTo>
                  <a:pt x="105682" y="89888"/>
                </a:lnTo>
                <a:lnTo>
                  <a:pt x="106228" y="90271"/>
                </a:lnTo>
                <a:lnTo>
                  <a:pt x="106794" y="90630"/>
                </a:lnTo>
                <a:lnTo>
                  <a:pt x="107381" y="90967"/>
                </a:lnTo>
                <a:lnTo>
                  <a:pt x="107989" y="91280"/>
                </a:lnTo>
                <a:lnTo>
                  <a:pt x="108618" y="91571"/>
                </a:lnTo>
                <a:lnTo>
                  <a:pt x="109267" y="91838"/>
                </a:lnTo>
                <a:lnTo>
                  <a:pt x="109937" y="92081"/>
                </a:lnTo>
                <a:lnTo>
                  <a:pt x="110627" y="92302"/>
                </a:lnTo>
                <a:lnTo>
                  <a:pt x="111339" y="92499"/>
                </a:lnTo>
                <a:lnTo>
                  <a:pt x="112071" y="92673"/>
                </a:lnTo>
                <a:lnTo>
                  <a:pt x="112823" y="92824"/>
                </a:lnTo>
                <a:lnTo>
                  <a:pt x="113597" y="92952"/>
                </a:lnTo>
                <a:lnTo>
                  <a:pt x="114391" y="93056"/>
                </a:lnTo>
                <a:lnTo>
                  <a:pt x="115206" y="93138"/>
                </a:lnTo>
                <a:lnTo>
                  <a:pt x="116041" y="93196"/>
                </a:lnTo>
                <a:lnTo>
                  <a:pt x="116897" y="93230"/>
                </a:lnTo>
                <a:lnTo>
                  <a:pt x="117774" y="93242"/>
                </a:lnTo>
                <a:lnTo>
                  <a:pt x="118432" y="93236"/>
                </a:lnTo>
                <a:lnTo>
                  <a:pt x="119081" y="93218"/>
                </a:lnTo>
                <a:lnTo>
                  <a:pt x="119721" y="93188"/>
                </a:lnTo>
                <a:close/>
                <a:moveTo>
                  <a:pt x="281947" y="116170"/>
                </a:moveTo>
                <a:lnTo>
                  <a:pt x="282397" y="116157"/>
                </a:lnTo>
                <a:lnTo>
                  <a:pt x="282841" y="116137"/>
                </a:lnTo>
                <a:lnTo>
                  <a:pt x="283279" y="116112"/>
                </a:lnTo>
                <a:lnTo>
                  <a:pt x="283710" y="116082"/>
                </a:lnTo>
                <a:lnTo>
                  <a:pt x="284135" y="116046"/>
                </a:lnTo>
                <a:lnTo>
                  <a:pt x="284554" y="116004"/>
                </a:lnTo>
                <a:lnTo>
                  <a:pt x="284967" y="115957"/>
                </a:lnTo>
                <a:lnTo>
                  <a:pt x="285373" y="115904"/>
                </a:lnTo>
                <a:lnTo>
                  <a:pt x="285772" y="115846"/>
                </a:lnTo>
                <a:lnTo>
                  <a:pt x="286166" y="115782"/>
                </a:lnTo>
                <a:lnTo>
                  <a:pt x="286553" y="115713"/>
                </a:lnTo>
                <a:lnTo>
                  <a:pt x="286934" y="115638"/>
                </a:lnTo>
                <a:lnTo>
                  <a:pt x="287308" y="115558"/>
                </a:lnTo>
                <a:lnTo>
                  <a:pt x="287677" y="115472"/>
                </a:lnTo>
                <a:lnTo>
                  <a:pt x="288038" y="115381"/>
                </a:lnTo>
                <a:lnTo>
                  <a:pt x="288394" y="115284"/>
                </a:lnTo>
                <a:lnTo>
                  <a:pt x="288743" y="115181"/>
                </a:lnTo>
                <a:lnTo>
                  <a:pt x="289086" y="115073"/>
                </a:lnTo>
                <a:lnTo>
                  <a:pt x="289423" y="114959"/>
                </a:lnTo>
                <a:lnTo>
                  <a:pt x="289753" y="114840"/>
                </a:lnTo>
                <a:lnTo>
                  <a:pt x="290077" y="114716"/>
                </a:lnTo>
                <a:lnTo>
                  <a:pt x="290395" y="114585"/>
                </a:lnTo>
                <a:lnTo>
                  <a:pt x="290707" y="114449"/>
                </a:lnTo>
                <a:lnTo>
                  <a:pt x="291016" y="114305"/>
                </a:lnTo>
                <a:lnTo>
                  <a:pt x="291322" y="114153"/>
                </a:lnTo>
                <a:lnTo>
                  <a:pt x="291624" y="113994"/>
                </a:lnTo>
                <a:lnTo>
                  <a:pt x="291922" y="113828"/>
                </a:lnTo>
                <a:lnTo>
                  <a:pt x="292216" y="113654"/>
                </a:lnTo>
                <a:lnTo>
                  <a:pt x="292507" y="113473"/>
                </a:lnTo>
                <a:lnTo>
                  <a:pt x="292794" y="113284"/>
                </a:lnTo>
                <a:lnTo>
                  <a:pt x="293078" y="113088"/>
                </a:lnTo>
                <a:lnTo>
                  <a:pt x="293358" y="112884"/>
                </a:lnTo>
                <a:lnTo>
                  <a:pt x="293635" y="112673"/>
                </a:lnTo>
                <a:lnTo>
                  <a:pt x="293907" y="112454"/>
                </a:lnTo>
                <a:lnTo>
                  <a:pt x="294176" y="112228"/>
                </a:lnTo>
                <a:lnTo>
                  <a:pt x="294442" y="111994"/>
                </a:lnTo>
                <a:lnTo>
                  <a:pt x="294704" y="111753"/>
                </a:lnTo>
                <a:lnTo>
                  <a:pt x="294962" y="111504"/>
                </a:lnTo>
                <a:lnTo>
                  <a:pt x="295217" y="111248"/>
                </a:lnTo>
                <a:lnTo>
                  <a:pt x="295468" y="110985"/>
                </a:lnTo>
                <a:lnTo>
                  <a:pt x="295715" y="110714"/>
                </a:lnTo>
                <a:lnTo>
                  <a:pt x="295959" y="110435"/>
                </a:lnTo>
                <a:lnTo>
                  <a:pt x="296199" y="110149"/>
                </a:lnTo>
                <a:lnTo>
                  <a:pt x="296436" y="109856"/>
                </a:lnTo>
                <a:lnTo>
                  <a:pt x="296669" y="109555"/>
                </a:lnTo>
                <a:lnTo>
                  <a:pt x="296898" y="109247"/>
                </a:lnTo>
                <a:lnTo>
                  <a:pt x="297125" y="108930"/>
                </a:lnTo>
                <a:lnTo>
                  <a:pt x="297350" y="108604"/>
                </a:lnTo>
                <a:lnTo>
                  <a:pt x="297574" y="108269"/>
                </a:lnTo>
                <a:lnTo>
                  <a:pt x="297797" y="107924"/>
                </a:lnTo>
                <a:lnTo>
                  <a:pt x="298019" y="107569"/>
                </a:lnTo>
                <a:lnTo>
                  <a:pt x="298239" y="107206"/>
                </a:lnTo>
                <a:lnTo>
                  <a:pt x="298458" y="106833"/>
                </a:lnTo>
                <a:lnTo>
                  <a:pt x="298676" y="106450"/>
                </a:lnTo>
                <a:lnTo>
                  <a:pt x="298893" y="106058"/>
                </a:lnTo>
                <a:lnTo>
                  <a:pt x="299108" y="105657"/>
                </a:lnTo>
                <a:lnTo>
                  <a:pt x="299322" y="105247"/>
                </a:lnTo>
                <a:lnTo>
                  <a:pt x="299534" y="104827"/>
                </a:lnTo>
                <a:lnTo>
                  <a:pt x="299746" y="104397"/>
                </a:lnTo>
                <a:lnTo>
                  <a:pt x="299956" y="103959"/>
                </a:lnTo>
                <a:lnTo>
                  <a:pt x="300165" y="103510"/>
                </a:lnTo>
                <a:lnTo>
                  <a:pt x="300372" y="103053"/>
                </a:lnTo>
                <a:lnTo>
                  <a:pt x="300578" y="102586"/>
                </a:lnTo>
                <a:lnTo>
                  <a:pt x="300783" y="102110"/>
                </a:lnTo>
                <a:lnTo>
                  <a:pt x="300987" y="101624"/>
                </a:lnTo>
                <a:lnTo>
                  <a:pt x="301189" y="101129"/>
                </a:lnTo>
                <a:lnTo>
                  <a:pt x="301390" y="100625"/>
                </a:lnTo>
                <a:lnTo>
                  <a:pt x="301590" y="100111"/>
                </a:lnTo>
                <a:lnTo>
                  <a:pt x="301789" y="99588"/>
                </a:lnTo>
                <a:lnTo>
                  <a:pt x="301986" y="99055"/>
                </a:lnTo>
                <a:lnTo>
                  <a:pt x="304951" y="91151"/>
                </a:lnTo>
                <a:lnTo>
                  <a:pt x="328537" y="23614"/>
                </a:lnTo>
                <a:lnTo>
                  <a:pt x="317081" y="23614"/>
                </a:lnTo>
                <a:lnTo>
                  <a:pt x="299358" y="79594"/>
                </a:lnTo>
                <a:lnTo>
                  <a:pt x="280151" y="23614"/>
                </a:lnTo>
                <a:lnTo>
                  <a:pt x="268291" y="23614"/>
                </a:lnTo>
                <a:lnTo>
                  <a:pt x="293427" y="92028"/>
                </a:lnTo>
                <a:lnTo>
                  <a:pt x="290934" y="97885"/>
                </a:lnTo>
                <a:lnTo>
                  <a:pt x="290770" y="98279"/>
                </a:lnTo>
                <a:lnTo>
                  <a:pt x="290604" y="98665"/>
                </a:lnTo>
                <a:lnTo>
                  <a:pt x="290437" y="99041"/>
                </a:lnTo>
                <a:lnTo>
                  <a:pt x="290267" y="99407"/>
                </a:lnTo>
                <a:lnTo>
                  <a:pt x="290096" y="99765"/>
                </a:lnTo>
                <a:lnTo>
                  <a:pt x="289923" y="100112"/>
                </a:lnTo>
                <a:lnTo>
                  <a:pt x="289748" y="100451"/>
                </a:lnTo>
                <a:lnTo>
                  <a:pt x="289571" y="100780"/>
                </a:lnTo>
                <a:lnTo>
                  <a:pt x="289392" y="101100"/>
                </a:lnTo>
                <a:lnTo>
                  <a:pt x="289212" y="101410"/>
                </a:lnTo>
                <a:lnTo>
                  <a:pt x="289029" y="101711"/>
                </a:lnTo>
                <a:lnTo>
                  <a:pt x="288845" y="102003"/>
                </a:lnTo>
                <a:lnTo>
                  <a:pt x="288658" y="102285"/>
                </a:lnTo>
                <a:lnTo>
                  <a:pt x="288470" y="102558"/>
                </a:lnTo>
                <a:lnTo>
                  <a:pt x="288280" y="102822"/>
                </a:lnTo>
                <a:lnTo>
                  <a:pt x="288088" y="103076"/>
                </a:lnTo>
                <a:lnTo>
                  <a:pt x="287895" y="103321"/>
                </a:lnTo>
                <a:lnTo>
                  <a:pt x="287699" y="103556"/>
                </a:lnTo>
                <a:lnTo>
                  <a:pt x="287502" y="103783"/>
                </a:lnTo>
                <a:lnTo>
                  <a:pt x="287302" y="103999"/>
                </a:lnTo>
                <a:lnTo>
                  <a:pt x="287101" y="104207"/>
                </a:lnTo>
                <a:lnTo>
                  <a:pt x="286898" y="104405"/>
                </a:lnTo>
                <a:lnTo>
                  <a:pt x="286693" y="104594"/>
                </a:lnTo>
                <a:lnTo>
                  <a:pt x="286486" y="104773"/>
                </a:lnTo>
                <a:lnTo>
                  <a:pt x="286275" y="104944"/>
                </a:lnTo>
                <a:lnTo>
                  <a:pt x="286059" y="105108"/>
                </a:lnTo>
                <a:lnTo>
                  <a:pt x="285837" y="105265"/>
                </a:lnTo>
                <a:lnTo>
                  <a:pt x="285610" y="105414"/>
                </a:lnTo>
                <a:lnTo>
                  <a:pt x="285377" y="105556"/>
                </a:lnTo>
                <a:lnTo>
                  <a:pt x="285138" y="105691"/>
                </a:lnTo>
                <a:lnTo>
                  <a:pt x="284894" y="105818"/>
                </a:lnTo>
                <a:lnTo>
                  <a:pt x="284644" y="105938"/>
                </a:lnTo>
                <a:lnTo>
                  <a:pt x="284388" y="106051"/>
                </a:lnTo>
                <a:lnTo>
                  <a:pt x="284127" y="106157"/>
                </a:lnTo>
                <a:lnTo>
                  <a:pt x="283861" y="106255"/>
                </a:lnTo>
                <a:lnTo>
                  <a:pt x="283588" y="106346"/>
                </a:lnTo>
                <a:lnTo>
                  <a:pt x="283310" y="106430"/>
                </a:lnTo>
                <a:lnTo>
                  <a:pt x="283027" y="106507"/>
                </a:lnTo>
                <a:lnTo>
                  <a:pt x="282737" y="106576"/>
                </a:lnTo>
                <a:lnTo>
                  <a:pt x="282443" y="106638"/>
                </a:lnTo>
                <a:lnTo>
                  <a:pt x="282142" y="106692"/>
                </a:lnTo>
                <a:lnTo>
                  <a:pt x="281836" y="106740"/>
                </a:lnTo>
                <a:lnTo>
                  <a:pt x="281524" y="106780"/>
                </a:lnTo>
                <a:lnTo>
                  <a:pt x="281207" y="106812"/>
                </a:lnTo>
                <a:lnTo>
                  <a:pt x="280884" y="106838"/>
                </a:lnTo>
                <a:lnTo>
                  <a:pt x="280556" y="106856"/>
                </a:lnTo>
                <a:lnTo>
                  <a:pt x="280222" y="106867"/>
                </a:lnTo>
                <a:lnTo>
                  <a:pt x="279882" y="106871"/>
                </a:lnTo>
                <a:lnTo>
                  <a:pt x="274288" y="106871"/>
                </a:lnTo>
                <a:lnTo>
                  <a:pt x="274288" y="116181"/>
                </a:lnTo>
                <a:lnTo>
                  <a:pt x="281027" y="116181"/>
                </a:lnTo>
                <a:lnTo>
                  <a:pt x="281490" y="116179"/>
                </a:lnTo>
                <a:lnTo>
                  <a:pt x="281947" y="1161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Intent">
            <a:extLst xmlns:a="http://schemas.openxmlformats.org/drawingml/2006/main">
              <a:ext uri="{FF2B5EF4-FFF2-40B4-BE49-F238E27FC236}">
                <a16:creationId xmlns:a16="http://schemas.microsoft.com/office/drawing/2014/main" id="{B8651FB1-4D90-4965-AE55-CF983788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390" y="4121201"/>
            <a:ext cx="276777" cy="80524"/>
          </a:xfrm>
          <a:custGeom xmlns:a="http://schemas.openxmlformats.org/drawingml/2006/main">
            <a:pathLst>
              <a:path w="276777" h="80524">
                <a:moveTo>
                  <a:pt x="0" y="79462"/>
                </a:moveTo>
                <a:lnTo>
                  <a:pt x="0" y="0"/>
                </a:lnTo>
                <a:lnTo>
                  <a:pt x="10614" y="0"/>
                </a:lnTo>
                <a:lnTo>
                  <a:pt x="10614" y="79462"/>
                </a:lnTo>
                <a:lnTo>
                  <a:pt x="0" y="79462"/>
                </a:lnTo>
                <a:close/>
                <a:moveTo>
                  <a:pt x="27899" y="79462"/>
                </a:moveTo>
                <a:lnTo>
                  <a:pt x="27899" y="19600"/>
                </a:lnTo>
                <a:lnTo>
                  <a:pt x="37452" y="19600"/>
                </a:lnTo>
                <a:lnTo>
                  <a:pt x="37687" y="27924"/>
                </a:lnTo>
                <a:cubicBezTo>
                  <a:pt x="39378" y="25641"/>
                  <a:pt x="41795" y="23506"/>
                  <a:pt x="44940" y="21518"/>
                </a:cubicBezTo>
                <a:cubicBezTo>
                  <a:pt x="48085" y="19531"/>
                  <a:pt x="52016" y="18537"/>
                  <a:pt x="56734" y="18537"/>
                </a:cubicBezTo>
                <a:cubicBezTo>
                  <a:pt x="62866" y="18537"/>
                  <a:pt x="67249" y="20459"/>
                  <a:pt x="69883" y="24302"/>
                </a:cubicBezTo>
                <a:cubicBezTo>
                  <a:pt x="72517" y="28144"/>
                  <a:pt x="73834" y="33557"/>
                  <a:pt x="73834" y="40539"/>
                </a:cubicBezTo>
                <a:lnTo>
                  <a:pt x="73834" y="79462"/>
                </a:lnTo>
                <a:lnTo>
                  <a:pt x="64045" y="79462"/>
                </a:lnTo>
                <a:lnTo>
                  <a:pt x="64045" y="41670"/>
                </a:lnTo>
                <a:cubicBezTo>
                  <a:pt x="64045" y="38795"/>
                  <a:pt x="63780" y="36234"/>
                  <a:pt x="63249" y="33986"/>
                </a:cubicBezTo>
                <a:cubicBezTo>
                  <a:pt x="62719" y="31736"/>
                  <a:pt x="61756" y="29977"/>
                  <a:pt x="60360" y="28708"/>
                </a:cubicBezTo>
                <a:cubicBezTo>
                  <a:pt x="58964" y="27437"/>
                  <a:pt x="56969" y="26802"/>
                  <a:pt x="54375" y="26802"/>
                </a:cubicBezTo>
                <a:cubicBezTo>
                  <a:pt x="50404" y="26802"/>
                  <a:pt x="47053" y="27812"/>
                  <a:pt x="44321" y="29831"/>
                </a:cubicBezTo>
                <a:cubicBezTo>
                  <a:pt x="41589" y="31851"/>
                  <a:pt x="39397" y="34027"/>
                  <a:pt x="37746" y="36360"/>
                </a:cubicBezTo>
                <a:lnTo>
                  <a:pt x="37746" y="79462"/>
                </a:lnTo>
                <a:lnTo>
                  <a:pt x="27899" y="79462"/>
                </a:lnTo>
                <a:close/>
                <a:moveTo>
                  <a:pt x="109275" y="79462"/>
                </a:moveTo>
                <a:cubicBezTo>
                  <a:pt x="104676" y="79462"/>
                  <a:pt x="101128" y="78689"/>
                  <a:pt x="98632" y="77143"/>
                </a:cubicBezTo>
                <a:cubicBezTo>
                  <a:pt x="96136" y="75597"/>
                  <a:pt x="94426" y="73370"/>
                  <a:pt x="93502" y="70462"/>
                </a:cubicBezTo>
                <a:cubicBezTo>
                  <a:pt x="92578" y="67555"/>
                  <a:pt x="92116" y="64060"/>
                  <a:pt x="92116" y="59978"/>
                </a:cubicBezTo>
                <a:lnTo>
                  <a:pt x="92116" y="27570"/>
                </a:lnTo>
                <a:lnTo>
                  <a:pt x="82564" y="27570"/>
                </a:lnTo>
                <a:lnTo>
                  <a:pt x="82564" y="19600"/>
                </a:lnTo>
                <a:lnTo>
                  <a:pt x="92116" y="19600"/>
                </a:lnTo>
                <a:lnTo>
                  <a:pt x="92116" y="6435"/>
                </a:lnTo>
                <a:lnTo>
                  <a:pt x="101964" y="6435"/>
                </a:lnTo>
                <a:lnTo>
                  <a:pt x="101964" y="19600"/>
                </a:lnTo>
                <a:lnTo>
                  <a:pt x="116174" y="19600"/>
                </a:lnTo>
                <a:lnTo>
                  <a:pt x="116174" y="27570"/>
                </a:lnTo>
                <a:lnTo>
                  <a:pt x="101964" y="27570"/>
                </a:lnTo>
                <a:lnTo>
                  <a:pt x="101964" y="59766"/>
                </a:lnTo>
                <a:cubicBezTo>
                  <a:pt x="101964" y="63550"/>
                  <a:pt x="102425" y="66441"/>
                  <a:pt x="103349" y="68439"/>
                </a:cubicBezTo>
                <a:cubicBezTo>
                  <a:pt x="104273" y="70435"/>
                  <a:pt x="106465" y="71433"/>
                  <a:pt x="109924" y="71433"/>
                </a:cubicBezTo>
                <a:lnTo>
                  <a:pt x="116174" y="71433"/>
                </a:lnTo>
                <a:lnTo>
                  <a:pt x="116174" y="79462"/>
                </a:lnTo>
                <a:lnTo>
                  <a:pt x="109275" y="79462"/>
                </a:lnTo>
                <a:close/>
                <a:moveTo>
                  <a:pt x="150584" y="80524"/>
                </a:moveTo>
                <a:cubicBezTo>
                  <a:pt x="144609" y="80524"/>
                  <a:pt x="139675" y="79163"/>
                  <a:pt x="135783" y="76440"/>
                </a:cubicBezTo>
                <a:cubicBezTo>
                  <a:pt x="131891" y="73715"/>
                  <a:pt x="128992" y="70009"/>
                  <a:pt x="127086" y="65319"/>
                </a:cubicBezTo>
                <a:cubicBezTo>
                  <a:pt x="125179" y="60629"/>
                  <a:pt x="124226" y="55356"/>
                  <a:pt x="124226" y="49499"/>
                </a:cubicBezTo>
                <a:cubicBezTo>
                  <a:pt x="124226" y="43398"/>
                  <a:pt x="125150" y="38022"/>
                  <a:pt x="126997" y="33373"/>
                </a:cubicBezTo>
                <a:cubicBezTo>
                  <a:pt x="128845" y="28724"/>
                  <a:pt x="131646" y="25089"/>
                  <a:pt x="135400" y="22468"/>
                </a:cubicBezTo>
                <a:cubicBezTo>
                  <a:pt x="139154" y="19848"/>
                  <a:pt x="143862" y="18537"/>
                  <a:pt x="149522" y="18537"/>
                </a:cubicBezTo>
                <a:cubicBezTo>
                  <a:pt x="157109" y="18537"/>
                  <a:pt x="163045" y="20997"/>
                  <a:pt x="167330" y="25917"/>
                </a:cubicBezTo>
                <a:cubicBezTo>
                  <a:pt x="171615" y="30835"/>
                  <a:pt x="173758" y="37906"/>
                  <a:pt x="173758" y="47129"/>
                </a:cubicBezTo>
                <a:cubicBezTo>
                  <a:pt x="173758" y="47744"/>
                  <a:pt x="173748" y="48471"/>
                  <a:pt x="173728" y="49311"/>
                </a:cubicBezTo>
                <a:cubicBezTo>
                  <a:pt x="173708" y="50151"/>
                  <a:pt x="173659" y="50756"/>
                  <a:pt x="173581" y="51125"/>
                </a:cubicBezTo>
                <a:lnTo>
                  <a:pt x="134132" y="51125"/>
                </a:lnTo>
                <a:cubicBezTo>
                  <a:pt x="134171" y="55066"/>
                  <a:pt x="134741" y="58687"/>
                  <a:pt x="135842" y="61985"/>
                </a:cubicBezTo>
                <a:cubicBezTo>
                  <a:pt x="136943" y="65284"/>
                  <a:pt x="138702" y="67929"/>
                  <a:pt x="141120" y="69922"/>
                </a:cubicBezTo>
                <a:cubicBezTo>
                  <a:pt x="143537" y="71913"/>
                  <a:pt x="146692" y="72909"/>
                  <a:pt x="150584" y="72909"/>
                </a:cubicBezTo>
                <a:cubicBezTo>
                  <a:pt x="154790" y="72909"/>
                  <a:pt x="158063" y="71808"/>
                  <a:pt x="160402" y="69608"/>
                </a:cubicBezTo>
                <a:cubicBezTo>
                  <a:pt x="162741" y="67408"/>
                  <a:pt x="163969" y="64234"/>
                  <a:pt x="164087" y="60085"/>
                </a:cubicBezTo>
                <a:lnTo>
                  <a:pt x="173817" y="60085"/>
                </a:lnTo>
                <a:cubicBezTo>
                  <a:pt x="173699" y="64300"/>
                  <a:pt x="172686" y="67932"/>
                  <a:pt x="170780" y="70981"/>
                </a:cubicBezTo>
                <a:cubicBezTo>
                  <a:pt x="168873" y="74028"/>
                  <a:pt x="166210" y="76381"/>
                  <a:pt x="162790" y="78039"/>
                </a:cubicBezTo>
                <a:cubicBezTo>
                  <a:pt x="159370" y="79696"/>
                  <a:pt x="155301" y="80524"/>
                  <a:pt x="150584" y="80524"/>
                </a:cubicBezTo>
                <a:moveTo>
                  <a:pt x="134191" y="43922"/>
                </a:moveTo>
                <a:lnTo>
                  <a:pt x="164028" y="43922"/>
                </a:lnTo>
                <a:cubicBezTo>
                  <a:pt x="163910" y="38149"/>
                  <a:pt x="162593" y="33734"/>
                  <a:pt x="160077" y="30678"/>
                </a:cubicBezTo>
                <a:cubicBezTo>
                  <a:pt x="157561" y="27622"/>
                  <a:pt x="154043" y="26094"/>
                  <a:pt x="149522" y="26094"/>
                </a:cubicBezTo>
                <a:cubicBezTo>
                  <a:pt x="144923" y="26094"/>
                  <a:pt x="141336" y="27611"/>
                  <a:pt x="138761" y="30647"/>
                </a:cubicBezTo>
                <a:cubicBezTo>
                  <a:pt x="136186" y="33682"/>
                  <a:pt x="134663" y="38107"/>
                  <a:pt x="134191" y="43922"/>
                </a:cubicBezTo>
                <a:close/>
                <a:moveTo>
                  <a:pt x="188502" y="79462"/>
                </a:moveTo>
                <a:lnTo>
                  <a:pt x="188502" y="19600"/>
                </a:lnTo>
                <a:lnTo>
                  <a:pt x="198054" y="19600"/>
                </a:lnTo>
                <a:lnTo>
                  <a:pt x="198290" y="27924"/>
                </a:lnTo>
                <a:cubicBezTo>
                  <a:pt x="199981" y="25641"/>
                  <a:pt x="202398" y="23506"/>
                  <a:pt x="205543" y="21518"/>
                </a:cubicBezTo>
                <a:cubicBezTo>
                  <a:pt x="208688" y="19531"/>
                  <a:pt x="212619" y="18537"/>
                  <a:pt x="217336" y="18537"/>
                </a:cubicBezTo>
                <a:cubicBezTo>
                  <a:pt x="223469" y="18537"/>
                  <a:pt x="227852" y="20459"/>
                  <a:pt x="230486" y="24302"/>
                </a:cubicBezTo>
                <a:cubicBezTo>
                  <a:pt x="233120" y="28144"/>
                  <a:pt x="234437" y="33557"/>
                  <a:pt x="234437" y="40539"/>
                </a:cubicBezTo>
                <a:lnTo>
                  <a:pt x="234437" y="79462"/>
                </a:lnTo>
                <a:lnTo>
                  <a:pt x="224648" y="79462"/>
                </a:lnTo>
                <a:lnTo>
                  <a:pt x="224648" y="41670"/>
                </a:lnTo>
                <a:cubicBezTo>
                  <a:pt x="224648" y="38795"/>
                  <a:pt x="224383" y="36234"/>
                  <a:pt x="223852" y="33986"/>
                </a:cubicBezTo>
                <a:cubicBezTo>
                  <a:pt x="223322" y="31736"/>
                  <a:pt x="222358" y="29977"/>
                  <a:pt x="220963" y="28708"/>
                </a:cubicBezTo>
                <a:cubicBezTo>
                  <a:pt x="219567" y="27437"/>
                  <a:pt x="217572" y="26802"/>
                  <a:pt x="214978" y="26802"/>
                </a:cubicBezTo>
                <a:cubicBezTo>
                  <a:pt x="211007" y="26802"/>
                  <a:pt x="207656" y="27812"/>
                  <a:pt x="204924" y="29831"/>
                </a:cubicBezTo>
                <a:cubicBezTo>
                  <a:pt x="202192" y="31851"/>
                  <a:pt x="200000" y="34027"/>
                  <a:pt x="198349" y="36360"/>
                </a:cubicBezTo>
                <a:lnTo>
                  <a:pt x="198349" y="79462"/>
                </a:lnTo>
                <a:lnTo>
                  <a:pt x="188502" y="79462"/>
                </a:lnTo>
                <a:close/>
                <a:moveTo>
                  <a:pt x="269878" y="79462"/>
                </a:moveTo>
                <a:cubicBezTo>
                  <a:pt x="265279" y="79462"/>
                  <a:pt x="261731" y="78689"/>
                  <a:pt x="259235" y="77143"/>
                </a:cubicBezTo>
                <a:cubicBezTo>
                  <a:pt x="256738" y="75597"/>
                  <a:pt x="255028" y="73370"/>
                  <a:pt x="254105" y="70462"/>
                </a:cubicBezTo>
                <a:cubicBezTo>
                  <a:pt x="253181" y="67555"/>
                  <a:pt x="252719" y="64060"/>
                  <a:pt x="252719" y="59978"/>
                </a:cubicBezTo>
                <a:lnTo>
                  <a:pt x="252719" y="27570"/>
                </a:lnTo>
                <a:lnTo>
                  <a:pt x="243166" y="27570"/>
                </a:lnTo>
                <a:lnTo>
                  <a:pt x="243166" y="19600"/>
                </a:lnTo>
                <a:lnTo>
                  <a:pt x="252719" y="19600"/>
                </a:lnTo>
                <a:lnTo>
                  <a:pt x="252719" y="6435"/>
                </a:lnTo>
                <a:lnTo>
                  <a:pt x="262566" y="6435"/>
                </a:lnTo>
                <a:lnTo>
                  <a:pt x="262566" y="19600"/>
                </a:lnTo>
                <a:lnTo>
                  <a:pt x="276777" y="19600"/>
                </a:lnTo>
                <a:lnTo>
                  <a:pt x="276777" y="27570"/>
                </a:lnTo>
                <a:lnTo>
                  <a:pt x="262566" y="27570"/>
                </a:lnTo>
                <a:lnTo>
                  <a:pt x="262566" y="59766"/>
                </a:lnTo>
                <a:cubicBezTo>
                  <a:pt x="262566" y="63550"/>
                  <a:pt x="263028" y="66441"/>
                  <a:pt x="263952" y="68439"/>
                </a:cubicBezTo>
                <a:cubicBezTo>
                  <a:pt x="264876" y="70435"/>
                  <a:pt x="267067" y="71433"/>
                  <a:pt x="270527" y="71433"/>
                </a:cubicBezTo>
                <a:lnTo>
                  <a:pt x="276777" y="71433"/>
                </a:lnTo>
                <a:lnTo>
                  <a:pt x="276777" y="79462"/>
                </a:lnTo>
                <a:lnTo>
                  <a:pt x="269878" y="79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Enriched">
            <a:extLst xmlns:a="http://schemas.openxmlformats.org/drawingml/2006/main">
              <a:ext uri="{FF2B5EF4-FFF2-40B4-BE49-F238E27FC236}">
                <a16:creationId xmlns:a16="http://schemas.microsoft.com/office/drawing/2014/main" id="{CA11068D-8021-4455-A113-A5CF2B3C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86" y="4122626"/>
            <a:ext cx="419950" cy="83240"/>
          </a:xfrm>
          <a:custGeom xmlns:a="http://schemas.openxmlformats.org/drawingml/2006/main">
            <a:pathLst>
              <a:path w="419950" h="83240">
                <a:moveTo>
                  <a:pt x="0" y="82177"/>
                </a:moveTo>
                <a:lnTo>
                  <a:pt x="0" y="2716"/>
                </a:lnTo>
                <a:lnTo>
                  <a:pt x="50593" y="2716"/>
                </a:lnTo>
                <a:lnTo>
                  <a:pt x="50593" y="11571"/>
                </a:lnTo>
                <a:lnTo>
                  <a:pt x="10614" y="11571"/>
                </a:lnTo>
                <a:lnTo>
                  <a:pt x="10614" y="36838"/>
                </a:lnTo>
                <a:lnTo>
                  <a:pt x="47409" y="36838"/>
                </a:lnTo>
                <a:lnTo>
                  <a:pt x="47409" y="45575"/>
                </a:lnTo>
                <a:lnTo>
                  <a:pt x="10614" y="45575"/>
                </a:lnTo>
                <a:lnTo>
                  <a:pt x="10614" y="73322"/>
                </a:lnTo>
                <a:lnTo>
                  <a:pt x="50593" y="73322"/>
                </a:lnTo>
                <a:lnTo>
                  <a:pt x="50593" y="82177"/>
                </a:lnTo>
                <a:lnTo>
                  <a:pt x="0" y="82177"/>
                </a:lnTo>
                <a:close/>
                <a:moveTo>
                  <a:pt x="65456" y="82177"/>
                </a:moveTo>
                <a:lnTo>
                  <a:pt x="65456" y="22315"/>
                </a:lnTo>
                <a:lnTo>
                  <a:pt x="75009" y="22315"/>
                </a:lnTo>
                <a:lnTo>
                  <a:pt x="75245" y="30639"/>
                </a:lnTo>
                <a:cubicBezTo>
                  <a:pt x="76935" y="28357"/>
                  <a:pt x="79353" y="26222"/>
                  <a:pt x="82498" y="24234"/>
                </a:cubicBezTo>
                <a:cubicBezTo>
                  <a:pt x="85642" y="22246"/>
                  <a:pt x="89574" y="21253"/>
                  <a:pt x="94291" y="21253"/>
                </a:cubicBezTo>
                <a:cubicBezTo>
                  <a:pt x="100423" y="21253"/>
                  <a:pt x="104807" y="23174"/>
                  <a:pt x="107440" y="27018"/>
                </a:cubicBezTo>
                <a:cubicBezTo>
                  <a:pt x="110074" y="30860"/>
                  <a:pt x="111391" y="36272"/>
                  <a:pt x="111391" y="43254"/>
                </a:cubicBezTo>
                <a:lnTo>
                  <a:pt x="111391" y="82177"/>
                </a:lnTo>
                <a:lnTo>
                  <a:pt x="101603" y="82177"/>
                </a:lnTo>
                <a:lnTo>
                  <a:pt x="101603" y="44385"/>
                </a:lnTo>
                <a:cubicBezTo>
                  <a:pt x="101603" y="41511"/>
                  <a:pt x="101337" y="38950"/>
                  <a:pt x="100807" y="36702"/>
                </a:cubicBezTo>
                <a:cubicBezTo>
                  <a:pt x="100276" y="34452"/>
                  <a:pt x="99313" y="32693"/>
                  <a:pt x="97917" y="31423"/>
                </a:cubicBezTo>
                <a:cubicBezTo>
                  <a:pt x="96522" y="30153"/>
                  <a:pt x="94527" y="29518"/>
                  <a:pt x="91932" y="29518"/>
                </a:cubicBezTo>
                <a:cubicBezTo>
                  <a:pt x="87962" y="29518"/>
                  <a:pt x="84611" y="30527"/>
                  <a:pt x="81878" y="32547"/>
                </a:cubicBezTo>
                <a:cubicBezTo>
                  <a:pt x="79146" y="34566"/>
                  <a:pt x="76955" y="36743"/>
                  <a:pt x="75304" y="39076"/>
                </a:cubicBezTo>
                <a:lnTo>
                  <a:pt x="75304" y="82177"/>
                </a:lnTo>
                <a:lnTo>
                  <a:pt x="65456" y="82177"/>
                </a:lnTo>
                <a:close/>
                <a:moveTo>
                  <a:pt x="126961" y="82177"/>
                </a:moveTo>
                <a:lnTo>
                  <a:pt x="126961" y="22315"/>
                </a:lnTo>
                <a:lnTo>
                  <a:pt x="136219" y="22315"/>
                </a:lnTo>
                <a:lnTo>
                  <a:pt x="136572" y="31702"/>
                </a:lnTo>
                <a:cubicBezTo>
                  <a:pt x="138223" y="28750"/>
                  <a:pt x="140484" y="26271"/>
                  <a:pt x="143353" y="24264"/>
                </a:cubicBezTo>
                <a:cubicBezTo>
                  <a:pt x="146223" y="22256"/>
                  <a:pt x="149938" y="21253"/>
                  <a:pt x="154498" y="21253"/>
                </a:cubicBezTo>
                <a:lnTo>
                  <a:pt x="155677" y="21253"/>
                </a:lnTo>
                <a:lnTo>
                  <a:pt x="155677" y="30285"/>
                </a:lnTo>
                <a:lnTo>
                  <a:pt x="154321" y="30285"/>
                </a:lnTo>
                <a:cubicBezTo>
                  <a:pt x="151452" y="30285"/>
                  <a:pt x="148936" y="30680"/>
                  <a:pt x="146774" y="31470"/>
                </a:cubicBezTo>
                <a:cubicBezTo>
                  <a:pt x="144611" y="32258"/>
                  <a:pt x="142734" y="33348"/>
                  <a:pt x="141142" y="34740"/>
                </a:cubicBezTo>
                <a:cubicBezTo>
                  <a:pt x="139550" y="36131"/>
                  <a:pt x="138105" y="37740"/>
                  <a:pt x="136808" y="39567"/>
                </a:cubicBezTo>
                <a:lnTo>
                  <a:pt x="136808" y="82177"/>
                </a:lnTo>
                <a:lnTo>
                  <a:pt x="126961" y="82177"/>
                </a:lnTo>
                <a:close/>
                <a:moveTo>
                  <a:pt x="164554" y="82177"/>
                </a:moveTo>
                <a:lnTo>
                  <a:pt x="164554" y="22315"/>
                </a:lnTo>
                <a:lnTo>
                  <a:pt x="174402" y="22315"/>
                </a:lnTo>
                <a:lnTo>
                  <a:pt x="174402" y="82177"/>
                </a:lnTo>
                <a:lnTo>
                  <a:pt x="164554" y="82177"/>
                </a:lnTo>
                <a:moveTo>
                  <a:pt x="169508" y="11453"/>
                </a:moveTo>
                <a:cubicBezTo>
                  <a:pt x="167621" y="11453"/>
                  <a:pt x="166127" y="10912"/>
                  <a:pt x="165026" y="9829"/>
                </a:cubicBezTo>
                <a:cubicBezTo>
                  <a:pt x="163925" y="8747"/>
                  <a:pt x="163375" y="7379"/>
                  <a:pt x="163375" y="5726"/>
                </a:cubicBezTo>
                <a:cubicBezTo>
                  <a:pt x="163375" y="4073"/>
                  <a:pt x="163925" y="2706"/>
                  <a:pt x="165026" y="1623"/>
                </a:cubicBezTo>
                <a:cubicBezTo>
                  <a:pt x="166127" y="541"/>
                  <a:pt x="167621" y="0"/>
                  <a:pt x="169508" y="0"/>
                </a:cubicBezTo>
                <a:cubicBezTo>
                  <a:pt x="171355" y="0"/>
                  <a:pt x="172849" y="541"/>
                  <a:pt x="173989" y="1623"/>
                </a:cubicBezTo>
                <a:cubicBezTo>
                  <a:pt x="175129" y="2706"/>
                  <a:pt x="175699" y="4073"/>
                  <a:pt x="175699" y="5726"/>
                </a:cubicBezTo>
                <a:cubicBezTo>
                  <a:pt x="175699" y="7379"/>
                  <a:pt x="175129" y="8747"/>
                  <a:pt x="173989" y="9829"/>
                </a:cubicBezTo>
                <a:cubicBezTo>
                  <a:pt x="172849" y="10912"/>
                  <a:pt x="171355" y="11453"/>
                  <a:pt x="169508" y="11453"/>
                </a:cubicBezTo>
                <a:close/>
                <a:moveTo>
                  <a:pt x="213248" y="83240"/>
                </a:moveTo>
                <a:cubicBezTo>
                  <a:pt x="208217" y="83240"/>
                  <a:pt x="203755" y="82091"/>
                  <a:pt x="199863" y="79794"/>
                </a:cubicBezTo>
                <a:cubicBezTo>
                  <a:pt x="195971" y="77495"/>
                  <a:pt x="192925" y="74058"/>
                  <a:pt x="190723" y="69483"/>
                </a:cubicBezTo>
                <a:cubicBezTo>
                  <a:pt x="188522" y="64906"/>
                  <a:pt x="187421" y="59212"/>
                  <a:pt x="187421" y="52399"/>
                </a:cubicBezTo>
                <a:cubicBezTo>
                  <a:pt x="187421" y="45588"/>
                  <a:pt x="188502" y="39864"/>
                  <a:pt x="190664" y="35227"/>
                </a:cubicBezTo>
                <a:cubicBezTo>
                  <a:pt x="192826" y="30590"/>
                  <a:pt x="195843" y="27101"/>
                  <a:pt x="199716" y="24762"/>
                </a:cubicBezTo>
                <a:cubicBezTo>
                  <a:pt x="203588" y="22422"/>
                  <a:pt x="208099" y="21253"/>
                  <a:pt x="213248" y="21253"/>
                </a:cubicBezTo>
                <a:cubicBezTo>
                  <a:pt x="217573" y="21253"/>
                  <a:pt x="221454" y="22013"/>
                  <a:pt x="224894" y="23535"/>
                </a:cubicBezTo>
                <a:cubicBezTo>
                  <a:pt x="228334" y="25055"/>
                  <a:pt x="231086" y="27347"/>
                  <a:pt x="233149" y="30411"/>
                </a:cubicBezTo>
                <a:cubicBezTo>
                  <a:pt x="235213" y="33473"/>
                  <a:pt x="236324" y="37347"/>
                  <a:pt x="236481" y="42033"/>
                </a:cubicBezTo>
                <a:lnTo>
                  <a:pt x="226752" y="42033"/>
                </a:lnTo>
                <a:cubicBezTo>
                  <a:pt x="226476" y="38059"/>
                  <a:pt x="225150" y="34931"/>
                  <a:pt x="222771" y="32648"/>
                </a:cubicBezTo>
                <a:cubicBezTo>
                  <a:pt x="220393" y="30364"/>
                  <a:pt x="217278" y="29222"/>
                  <a:pt x="213425" y="29222"/>
                </a:cubicBezTo>
                <a:cubicBezTo>
                  <a:pt x="208197" y="29222"/>
                  <a:pt x="204246" y="31253"/>
                  <a:pt x="201573" y="35314"/>
                </a:cubicBezTo>
                <a:cubicBezTo>
                  <a:pt x="198900" y="39375"/>
                  <a:pt x="197563" y="45072"/>
                  <a:pt x="197563" y="52403"/>
                </a:cubicBezTo>
                <a:cubicBezTo>
                  <a:pt x="197563" y="57234"/>
                  <a:pt x="198153" y="61357"/>
                  <a:pt x="199332" y="64773"/>
                </a:cubicBezTo>
                <a:cubicBezTo>
                  <a:pt x="200512" y="68188"/>
                  <a:pt x="202281" y="70792"/>
                  <a:pt x="204639" y="72584"/>
                </a:cubicBezTo>
                <a:cubicBezTo>
                  <a:pt x="206998" y="74375"/>
                  <a:pt x="209927" y="75270"/>
                  <a:pt x="213425" y="75270"/>
                </a:cubicBezTo>
                <a:cubicBezTo>
                  <a:pt x="217356" y="75270"/>
                  <a:pt x="220599" y="74108"/>
                  <a:pt x="223155" y="71783"/>
                </a:cubicBezTo>
                <a:cubicBezTo>
                  <a:pt x="225710" y="69459"/>
                  <a:pt x="227046" y="66036"/>
                  <a:pt x="227164" y="61515"/>
                </a:cubicBezTo>
                <a:lnTo>
                  <a:pt x="236835" y="61515"/>
                </a:lnTo>
                <a:cubicBezTo>
                  <a:pt x="236756" y="66329"/>
                  <a:pt x="235665" y="70351"/>
                  <a:pt x="233562" y="73582"/>
                </a:cubicBezTo>
                <a:cubicBezTo>
                  <a:pt x="231459" y="76812"/>
                  <a:pt x="228648" y="79229"/>
                  <a:pt x="225130" y="80834"/>
                </a:cubicBezTo>
                <a:cubicBezTo>
                  <a:pt x="221612" y="82438"/>
                  <a:pt x="217651" y="83240"/>
                  <a:pt x="213248" y="83240"/>
                </a:cubicBezTo>
                <a:close/>
                <a:moveTo>
                  <a:pt x="249886" y="82177"/>
                </a:moveTo>
                <a:lnTo>
                  <a:pt x="249886" y="2716"/>
                </a:lnTo>
                <a:lnTo>
                  <a:pt x="259674" y="2716"/>
                </a:lnTo>
                <a:lnTo>
                  <a:pt x="259674" y="30639"/>
                </a:lnTo>
                <a:cubicBezTo>
                  <a:pt x="261404" y="28357"/>
                  <a:pt x="263831" y="26222"/>
                  <a:pt x="266956" y="24234"/>
                </a:cubicBezTo>
                <a:cubicBezTo>
                  <a:pt x="270082" y="22246"/>
                  <a:pt x="274062" y="21253"/>
                  <a:pt x="278897" y="21253"/>
                </a:cubicBezTo>
                <a:cubicBezTo>
                  <a:pt x="284912" y="21253"/>
                  <a:pt x="289236" y="23164"/>
                  <a:pt x="291870" y="26987"/>
                </a:cubicBezTo>
                <a:cubicBezTo>
                  <a:pt x="294504" y="30808"/>
                  <a:pt x="295820" y="36230"/>
                  <a:pt x="295820" y="43254"/>
                </a:cubicBezTo>
                <a:lnTo>
                  <a:pt x="295820" y="82177"/>
                </a:lnTo>
                <a:lnTo>
                  <a:pt x="286032" y="82177"/>
                </a:lnTo>
                <a:lnTo>
                  <a:pt x="286032" y="44385"/>
                </a:lnTo>
                <a:cubicBezTo>
                  <a:pt x="286032" y="41511"/>
                  <a:pt x="285777" y="38950"/>
                  <a:pt x="285265" y="36702"/>
                </a:cubicBezTo>
                <a:cubicBezTo>
                  <a:pt x="284754" y="34452"/>
                  <a:pt x="283821" y="32693"/>
                  <a:pt x="282465" y="31423"/>
                </a:cubicBezTo>
                <a:cubicBezTo>
                  <a:pt x="281108" y="30153"/>
                  <a:pt x="279113" y="29518"/>
                  <a:pt x="276479" y="29518"/>
                </a:cubicBezTo>
                <a:cubicBezTo>
                  <a:pt x="272470" y="29518"/>
                  <a:pt x="269089" y="30527"/>
                  <a:pt x="266337" y="32547"/>
                </a:cubicBezTo>
                <a:cubicBezTo>
                  <a:pt x="263585" y="34566"/>
                  <a:pt x="261384" y="36743"/>
                  <a:pt x="259733" y="39076"/>
                </a:cubicBezTo>
                <a:lnTo>
                  <a:pt x="259733" y="82177"/>
                </a:lnTo>
                <a:lnTo>
                  <a:pt x="249886" y="82177"/>
                </a:lnTo>
                <a:close/>
                <a:moveTo>
                  <a:pt x="334977" y="83240"/>
                </a:moveTo>
                <a:cubicBezTo>
                  <a:pt x="329001" y="83240"/>
                  <a:pt x="324068" y="81878"/>
                  <a:pt x="320176" y="79155"/>
                </a:cubicBezTo>
                <a:cubicBezTo>
                  <a:pt x="316284" y="76431"/>
                  <a:pt x="313385" y="72724"/>
                  <a:pt x="311479" y="68035"/>
                </a:cubicBezTo>
                <a:cubicBezTo>
                  <a:pt x="309572" y="63345"/>
                  <a:pt x="308619" y="58072"/>
                  <a:pt x="308619" y="52215"/>
                </a:cubicBezTo>
                <a:cubicBezTo>
                  <a:pt x="308619" y="46113"/>
                  <a:pt x="309543" y="40738"/>
                  <a:pt x="311390" y="36089"/>
                </a:cubicBezTo>
                <a:cubicBezTo>
                  <a:pt x="313238" y="31440"/>
                  <a:pt x="316039" y="27805"/>
                  <a:pt x="319793" y="25184"/>
                </a:cubicBezTo>
                <a:cubicBezTo>
                  <a:pt x="323547" y="22563"/>
                  <a:pt x="328255" y="21253"/>
                  <a:pt x="333915" y="21253"/>
                </a:cubicBezTo>
                <a:cubicBezTo>
                  <a:pt x="341502" y="21253"/>
                  <a:pt x="347438" y="23713"/>
                  <a:pt x="351723" y="28632"/>
                </a:cubicBezTo>
                <a:cubicBezTo>
                  <a:pt x="356008" y="33551"/>
                  <a:pt x="358151" y="40621"/>
                  <a:pt x="358151" y="49844"/>
                </a:cubicBezTo>
                <a:cubicBezTo>
                  <a:pt x="358151" y="50459"/>
                  <a:pt x="358141" y="51187"/>
                  <a:pt x="358121" y="52027"/>
                </a:cubicBezTo>
                <a:cubicBezTo>
                  <a:pt x="358101" y="52867"/>
                  <a:pt x="358052" y="53471"/>
                  <a:pt x="357974" y="53840"/>
                </a:cubicBezTo>
                <a:lnTo>
                  <a:pt x="318525" y="53840"/>
                </a:lnTo>
                <a:cubicBezTo>
                  <a:pt x="318564" y="57782"/>
                  <a:pt x="319134" y="61402"/>
                  <a:pt x="320235" y="64701"/>
                </a:cubicBezTo>
                <a:cubicBezTo>
                  <a:pt x="321336" y="67999"/>
                  <a:pt x="323095" y="70645"/>
                  <a:pt x="325513" y="72637"/>
                </a:cubicBezTo>
                <a:cubicBezTo>
                  <a:pt x="327930" y="74629"/>
                  <a:pt x="331085" y="75624"/>
                  <a:pt x="334977" y="75624"/>
                </a:cubicBezTo>
                <a:cubicBezTo>
                  <a:pt x="339183" y="75624"/>
                  <a:pt x="342456" y="74524"/>
                  <a:pt x="344795" y="72324"/>
                </a:cubicBezTo>
                <a:cubicBezTo>
                  <a:pt x="347134" y="70124"/>
                  <a:pt x="348362" y="66949"/>
                  <a:pt x="348480" y="62801"/>
                </a:cubicBezTo>
                <a:lnTo>
                  <a:pt x="358209" y="62801"/>
                </a:lnTo>
                <a:cubicBezTo>
                  <a:pt x="358092" y="67016"/>
                  <a:pt x="357079" y="70647"/>
                  <a:pt x="355173" y="73696"/>
                </a:cubicBezTo>
                <a:cubicBezTo>
                  <a:pt x="353266" y="76744"/>
                  <a:pt x="350603" y="79097"/>
                  <a:pt x="347183" y="80755"/>
                </a:cubicBezTo>
                <a:cubicBezTo>
                  <a:pt x="343763" y="82411"/>
                  <a:pt x="339694" y="83240"/>
                  <a:pt x="334977" y="83240"/>
                </a:cubicBezTo>
                <a:moveTo>
                  <a:pt x="318584" y="46638"/>
                </a:moveTo>
                <a:lnTo>
                  <a:pt x="348421" y="46638"/>
                </a:lnTo>
                <a:cubicBezTo>
                  <a:pt x="348303" y="40865"/>
                  <a:pt x="346986" y="36450"/>
                  <a:pt x="344470" y="33394"/>
                </a:cubicBezTo>
                <a:cubicBezTo>
                  <a:pt x="341954" y="30337"/>
                  <a:pt x="338436" y="28809"/>
                  <a:pt x="333915" y="28809"/>
                </a:cubicBezTo>
                <a:cubicBezTo>
                  <a:pt x="329316" y="28809"/>
                  <a:pt x="325729" y="30327"/>
                  <a:pt x="323154" y="33362"/>
                </a:cubicBezTo>
                <a:cubicBezTo>
                  <a:pt x="320579" y="36398"/>
                  <a:pt x="319056" y="40823"/>
                  <a:pt x="318584" y="46638"/>
                </a:cubicBezTo>
                <a:close/>
                <a:moveTo>
                  <a:pt x="392177" y="83240"/>
                </a:moveTo>
                <a:cubicBezTo>
                  <a:pt x="387695" y="83240"/>
                  <a:pt x="383804" y="82084"/>
                  <a:pt x="380501" y="79773"/>
                </a:cubicBezTo>
                <a:cubicBezTo>
                  <a:pt x="377199" y="77461"/>
                  <a:pt x="374644" y="74034"/>
                  <a:pt x="372836" y="69492"/>
                </a:cubicBezTo>
                <a:cubicBezTo>
                  <a:pt x="371027" y="64950"/>
                  <a:pt x="370123" y="59324"/>
                  <a:pt x="370123" y="52615"/>
                </a:cubicBezTo>
                <a:cubicBezTo>
                  <a:pt x="370123" y="45699"/>
                  <a:pt x="371047" y="39920"/>
                  <a:pt x="372895" y="35277"/>
                </a:cubicBezTo>
                <a:cubicBezTo>
                  <a:pt x="374742" y="30633"/>
                  <a:pt x="377376" y="27135"/>
                  <a:pt x="380796" y="24782"/>
                </a:cubicBezTo>
                <a:cubicBezTo>
                  <a:pt x="384216" y="22429"/>
                  <a:pt x="388246" y="21253"/>
                  <a:pt x="392884" y="21253"/>
                </a:cubicBezTo>
                <a:cubicBezTo>
                  <a:pt x="397051" y="21253"/>
                  <a:pt x="400560" y="22138"/>
                  <a:pt x="403410" y="23909"/>
                </a:cubicBezTo>
                <a:cubicBezTo>
                  <a:pt x="406260" y="25680"/>
                  <a:pt x="408569" y="28081"/>
                  <a:pt x="410338" y="31112"/>
                </a:cubicBezTo>
                <a:lnTo>
                  <a:pt x="410338" y="2716"/>
                </a:lnTo>
                <a:lnTo>
                  <a:pt x="419950" y="2716"/>
                </a:lnTo>
                <a:lnTo>
                  <a:pt x="419950" y="82177"/>
                </a:lnTo>
                <a:lnTo>
                  <a:pt x="410869" y="82177"/>
                </a:lnTo>
                <a:lnTo>
                  <a:pt x="410220" y="73499"/>
                </a:lnTo>
                <a:cubicBezTo>
                  <a:pt x="408373" y="76411"/>
                  <a:pt x="405955" y="78763"/>
                  <a:pt x="402968" y="80554"/>
                </a:cubicBezTo>
                <a:cubicBezTo>
                  <a:pt x="399980" y="82344"/>
                  <a:pt x="396383" y="83240"/>
                  <a:pt x="392177" y="83240"/>
                </a:cubicBezTo>
                <a:moveTo>
                  <a:pt x="393887" y="75152"/>
                </a:moveTo>
                <a:cubicBezTo>
                  <a:pt x="397857" y="75152"/>
                  <a:pt x="401169" y="74073"/>
                  <a:pt x="403823" y="71916"/>
                </a:cubicBezTo>
                <a:cubicBezTo>
                  <a:pt x="406476" y="69758"/>
                  <a:pt x="408550" y="67185"/>
                  <a:pt x="410044" y="64197"/>
                </a:cubicBezTo>
                <a:lnTo>
                  <a:pt x="410044" y="40670"/>
                </a:lnTo>
                <a:cubicBezTo>
                  <a:pt x="408589" y="37308"/>
                  <a:pt x="406594" y="34580"/>
                  <a:pt x="404058" y="32484"/>
                </a:cubicBezTo>
                <a:cubicBezTo>
                  <a:pt x="401523" y="30388"/>
                  <a:pt x="398388" y="29341"/>
                  <a:pt x="394653" y="29341"/>
                </a:cubicBezTo>
                <a:cubicBezTo>
                  <a:pt x="389857" y="29341"/>
                  <a:pt x="386260" y="31343"/>
                  <a:pt x="383862" y="35347"/>
                </a:cubicBezTo>
                <a:cubicBezTo>
                  <a:pt x="381465" y="39352"/>
                  <a:pt x="380266" y="45089"/>
                  <a:pt x="380266" y="52558"/>
                </a:cubicBezTo>
                <a:cubicBezTo>
                  <a:pt x="380266" y="59861"/>
                  <a:pt x="381415" y="65453"/>
                  <a:pt x="383715" y="69333"/>
                </a:cubicBezTo>
                <a:cubicBezTo>
                  <a:pt x="386015" y="73212"/>
                  <a:pt x="389405" y="75152"/>
                  <a:pt x="393887" y="751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Query">
            <a:extLst xmlns:a="http://schemas.openxmlformats.org/drawingml/2006/main">
              <a:ext uri="{FF2B5EF4-FFF2-40B4-BE49-F238E27FC236}">
                <a16:creationId xmlns:a16="http://schemas.microsoft.com/office/drawing/2014/main" id="{089A8CCC-AB7B-448C-9F0A-B249A522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14" y="4265054"/>
            <a:ext cx="292832" cy="101659"/>
          </a:xfrm>
          <a:custGeom xmlns:a="http://schemas.openxmlformats.org/drawingml/2006/main">
            <a:pathLst>
              <a:path w="292832" h="101659">
                <a:moveTo>
                  <a:pt x="50182" y="79557"/>
                </a:moveTo>
                <a:lnTo>
                  <a:pt x="50973" y="79278"/>
                </a:lnTo>
                <a:lnTo>
                  <a:pt x="51751" y="78980"/>
                </a:lnTo>
                <a:lnTo>
                  <a:pt x="52515" y="78665"/>
                </a:lnTo>
                <a:lnTo>
                  <a:pt x="53266" y="78331"/>
                </a:lnTo>
                <a:lnTo>
                  <a:pt x="54003" y="77979"/>
                </a:lnTo>
                <a:lnTo>
                  <a:pt x="54726" y="77609"/>
                </a:lnTo>
                <a:lnTo>
                  <a:pt x="55436" y="77221"/>
                </a:lnTo>
                <a:lnTo>
                  <a:pt x="56132" y="76816"/>
                </a:lnTo>
                <a:lnTo>
                  <a:pt x="56814" y="76392"/>
                </a:lnTo>
                <a:lnTo>
                  <a:pt x="57483" y="75952"/>
                </a:lnTo>
                <a:lnTo>
                  <a:pt x="58138" y="75498"/>
                </a:lnTo>
                <a:lnTo>
                  <a:pt x="58779" y="75031"/>
                </a:lnTo>
                <a:lnTo>
                  <a:pt x="59406" y="74550"/>
                </a:lnTo>
                <a:lnTo>
                  <a:pt x="60020" y="74055"/>
                </a:lnTo>
                <a:lnTo>
                  <a:pt x="60619" y="73547"/>
                </a:lnTo>
                <a:lnTo>
                  <a:pt x="61205" y="73025"/>
                </a:lnTo>
                <a:lnTo>
                  <a:pt x="61777" y="72489"/>
                </a:lnTo>
                <a:lnTo>
                  <a:pt x="62335" y="71939"/>
                </a:lnTo>
                <a:lnTo>
                  <a:pt x="62880" y="71376"/>
                </a:lnTo>
                <a:lnTo>
                  <a:pt x="63410" y="70799"/>
                </a:lnTo>
                <a:lnTo>
                  <a:pt x="63927" y="70208"/>
                </a:lnTo>
                <a:lnTo>
                  <a:pt x="64430" y="69603"/>
                </a:lnTo>
                <a:lnTo>
                  <a:pt x="64919" y="68985"/>
                </a:lnTo>
                <a:lnTo>
                  <a:pt x="65394" y="68353"/>
                </a:lnTo>
                <a:lnTo>
                  <a:pt x="65856" y="67707"/>
                </a:lnTo>
                <a:lnTo>
                  <a:pt x="66303" y="67047"/>
                </a:lnTo>
                <a:lnTo>
                  <a:pt x="66737" y="66374"/>
                </a:lnTo>
                <a:lnTo>
                  <a:pt x="67157" y="65687"/>
                </a:lnTo>
                <a:lnTo>
                  <a:pt x="67563" y="64986"/>
                </a:lnTo>
                <a:lnTo>
                  <a:pt x="67956" y="64272"/>
                </a:lnTo>
                <a:lnTo>
                  <a:pt x="68334" y="63544"/>
                </a:lnTo>
                <a:lnTo>
                  <a:pt x="68699" y="62802"/>
                </a:lnTo>
                <a:lnTo>
                  <a:pt x="69050" y="62046"/>
                </a:lnTo>
                <a:lnTo>
                  <a:pt x="69386" y="61279"/>
                </a:lnTo>
                <a:lnTo>
                  <a:pt x="69709" y="60501"/>
                </a:lnTo>
                <a:lnTo>
                  <a:pt x="70017" y="59713"/>
                </a:lnTo>
                <a:lnTo>
                  <a:pt x="70311" y="58916"/>
                </a:lnTo>
                <a:lnTo>
                  <a:pt x="70590" y="58108"/>
                </a:lnTo>
                <a:lnTo>
                  <a:pt x="70855" y="57290"/>
                </a:lnTo>
                <a:lnTo>
                  <a:pt x="71106" y="56462"/>
                </a:lnTo>
                <a:lnTo>
                  <a:pt x="71343" y="55624"/>
                </a:lnTo>
                <a:lnTo>
                  <a:pt x="71565" y="54776"/>
                </a:lnTo>
                <a:lnTo>
                  <a:pt x="71773" y="53919"/>
                </a:lnTo>
                <a:lnTo>
                  <a:pt x="71966" y="53051"/>
                </a:lnTo>
                <a:lnTo>
                  <a:pt x="72145" y="52172"/>
                </a:lnTo>
                <a:lnTo>
                  <a:pt x="72310" y="51284"/>
                </a:lnTo>
                <a:lnTo>
                  <a:pt x="72461" y="50386"/>
                </a:lnTo>
                <a:lnTo>
                  <a:pt x="72597" y="49478"/>
                </a:lnTo>
                <a:lnTo>
                  <a:pt x="72719" y="48560"/>
                </a:lnTo>
                <a:lnTo>
                  <a:pt x="72826" y="47632"/>
                </a:lnTo>
                <a:lnTo>
                  <a:pt x="72919" y="46693"/>
                </a:lnTo>
                <a:lnTo>
                  <a:pt x="72998" y="45745"/>
                </a:lnTo>
                <a:lnTo>
                  <a:pt x="73063" y="44786"/>
                </a:lnTo>
                <a:lnTo>
                  <a:pt x="73113" y="43818"/>
                </a:lnTo>
                <a:lnTo>
                  <a:pt x="73149" y="42840"/>
                </a:lnTo>
                <a:lnTo>
                  <a:pt x="73170" y="41851"/>
                </a:lnTo>
                <a:lnTo>
                  <a:pt x="73177" y="40852"/>
                </a:lnTo>
                <a:lnTo>
                  <a:pt x="73170" y="39854"/>
                </a:lnTo>
                <a:lnTo>
                  <a:pt x="73149" y="38865"/>
                </a:lnTo>
                <a:lnTo>
                  <a:pt x="73113" y="37886"/>
                </a:lnTo>
                <a:lnTo>
                  <a:pt x="73063" y="36917"/>
                </a:lnTo>
                <a:lnTo>
                  <a:pt x="72998" y="35957"/>
                </a:lnTo>
                <a:lnTo>
                  <a:pt x="72919" y="35008"/>
                </a:lnTo>
                <a:lnTo>
                  <a:pt x="72826" y="34068"/>
                </a:lnTo>
                <a:lnTo>
                  <a:pt x="72719" y="33138"/>
                </a:lnTo>
                <a:lnTo>
                  <a:pt x="72597" y="32219"/>
                </a:lnTo>
                <a:lnTo>
                  <a:pt x="72461" y="31308"/>
                </a:lnTo>
                <a:lnTo>
                  <a:pt x="72310" y="30408"/>
                </a:lnTo>
                <a:lnTo>
                  <a:pt x="72145" y="29518"/>
                </a:lnTo>
                <a:lnTo>
                  <a:pt x="71966" y="28637"/>
                </a:lnTo>
                <a:lnTo>
                  <a:pt x="71773" y="27766"/>
                </a:lnTo>
                <a:lnTo>
                  <a:pt x="71565" y="26905"/>
                </a:lnTo>
                <a:lnTo>
                  <a:pt x="71343" y="26054"/>
                </a:lnTo>
                <a:lnTo>
                  <a:pt x="71106" y="25213"/>
                </a:lnTo>
                <a:lnTo>
                  <a:pt x="70855" y="24382"/>
                </a:lnTo>
                <a:lnTo>
                  <a:pt x="70590" y="23560"/>
                </a:lnTo>
                <a:lnTo>
                  <a:pt x="70311" y="22748"/>
                </a:lnTo>
                <a:lnTo>
                  <a:pt x="70017" y="21946"/>
                </a:lnTo>
                <a:lnTo>
                  <a:pt x="69709" y="21154"/>
                </a:lnTo>
                <a:lnTo>
                  <a:pt x="69386" y="20372"/>
                </a:lnTo>
                <a:lnTo>
                  <a:pt x="69050" y="19600"/>
                </a:lnTo>
                <a:lnTo>
                  <a:pt x="68699" y="18839"/>
                </a:lnTo>
                <a:lnTo>
                  <a:pt x="68334" y="18093"/>
                </a:lnTo>
                <a:lnTo>
                  <a:pt x="67956" y="17360"/>
                </a:lnTo>
                <a:lnTo>
                  <a:pt x="67563" y="16641"/>
                </a:lnTo>
                <a:lnTo>
                  <a:pt x="67157" y="15937"/>
                </a:lnTo>
                <a:lnTo>
                  <a:pt x="66737" y="15246"/>
                </a:lnTo>
                <a:lnTo>
                  <a:pt x="66303" y="14569"/>
                </a:lnTo>
                <a:lnTo>
                  <a:pt x="65856" y="13906"/>
                </a:lnTo>
                <a:lnTo>
                  <a:pt x="65394" y="13257"/>
                </a:lnTo>
                <a:lnTo>
                  <a:pt x="64919" y="12622"/>
                </a:lnTo>
                <a:lnTo>
                  <a:pt x="64430" y="12001"/>
                </a:lnTo>
                <a:lnTo>
                  <a:pt x="63927" y="11394"/>
                </a:lnTo>
                <a:lnTo>
                  <a:pt x="63410" y="10801"/>
                </a:lnTo>
                <a:lnTo>
                  <a:pt x="62880" y="10221"/>
                </a:lnTo>
                <a:lnTo>
                  <a:pt x="62335" y="9656"/>
                </a:lnTo>
                <a:lnTo>
                  <a:pt x="61777" y="9105"/>
                </a:lnTo>
                <a:lnTo>
                  <a:pt x="61205" y="8567"/>
                </a:lnTo>
                <a:lnTo>
                  <a:pt x="60619" y="8044"/>
                </a:lnTo>
                <a:lnTo>
                  <a:pt x="60020" y="7534"/>
                </a:lnTo>
                <a:lnTo>
                  <a:pt x="59406" y="7038"/>
                </a:lnTo>
                <a:lnTo>
                  <a:pt x="58779" y="6557"/>
                </a:lnTo>
                <a:lnTo>
                  <a:pt x="58138" y="6089"/>
                </a:lnTo>
                <a:lnTo>
                  <a:pt x="57483" y="5635"/>
                </a:lnTo>
                <a:lnTo>
                  <a:pt x="56814" y="5195"/>
                </a:lnTo>
                <a:lnTo>
                  <a:pt x="56132" y="4771"/>
                </a:lnTo>
                <a:lnTo>
                  <a:pt x="55436" y="4365"/>
                </a:lnTo>
                <a:lnTo>
                  <a:pt x="54726" y="3978"/>
                </a:lnTo>
                <a:lnTo>
                  <a:pt x="54003" y="3608"/>
                </a:lnTo>
                <a:lnTo>
                  <a:pt x="53266" y="3256"/>
                </a:lnTo>
                <a:lnTo>
                  <a:pt x="52515" y="2922"/>
                </a:lnTo>
                <a:lnTo>
                  <a:pt x="51751" y="2607"/>
                </a:lnTo>
                <a:lnTo>
                  <a:pt x="50973" y="2309"/>
                </a:lnTo>
                <a:lnTo>
                  <a:pt x="50182" y="2029"/>
                </a:lnTo>
                <a:lnTo>
                  <a:pt x="49377" y="1768"/>
                </a:lnTo>
                <a:lnTo>
                  <a:pt x="48558" y="1524"/>
                </a:lnTo>
                <a:lnTo>
                  <a:pt x="47726" y="1299"/>
                </a:lnTo>
                <a:lnTo>
                  <a:pt x="46880" y="1091"/>
                </a:lnTo>
                <a:lnTo>
                  <a:pt x="46021" y="902"/>
                </a:lnTo>
                <a:lnTo>
                  <a:pt x="45148" y="731"/>
                </a:lnTo>
                <a:lnTo>
                  <a:pt x="44261" y="577"/>
                </a:lnTo>
                <a:lnTo>
                  <a:pt x="43360" y="442"/>
                </a:lnTo>
                <a:lnTo>
                  <a:pt x="42447" y="325"/>
                </a:lnTo>
                <a:lnTo>
                  <a:pt x="41519" y="225"/>
                </a:lnTo>
                <a:lnTo>
                  <a:pt x="40578" y="144"/>
                </a:lnTo>
                <a:lnTo>
                  <a:pt x="39623" y="81"/>
                </a:lnTo>
                <a:lnTo>
                  <a:pt x="38655" y="36"/>
                </a:lnTo>
                <a:lnTo>
                  <a:pt x="37673" y="9"/>
                </a:lnTo>
                <a:lnTo>
                  <a:pt x="36677" y="0"/>
                </a:lnTo>
                <a:lnTo>
                  <a:pt x="35672" y="9"/>
                </a:lnTo>
                <a:lnTo>
                  <a:pt x="34680" y="36"/>
                </a:lnTo>
                <a:lnTo>
                  <a:pt x="33703" y="81"/>
                </a:lnTo>
                <a:lnTo>
                  <a:pt x="32739" y="144"/>
                </a:lnTo>
                <a:lnTo>
                  <a:pt x="31790" y="225"/>
                </a:lnTo>
                <a:lnTo>
                  <a:pt x="30854" y="325"/>
                </a:lnTo>
                <a:lnTo>
                  <a:pt x="29932" y="442"/>
                </a:lnTo>
                <a:lnTo>
                  <a:pt x="29025" y="577"/>
                </a:lnTo>
                <a:lnTo>
                  <a:pt x="28131" y="731"/>
                </a:lnTo>
                <a:lnTo>
                  <a:pt x="27251" y="902"/>
                </a:lnTo>
                <a:lnTo>
                  <a:pt x="26385" y="1091"/>
                </a:lnTo>
                <a:lnTo>
                  <a:pt x="25532" y="1299"/>
                </a:lnTo>
                <a:lnTo>
                  <a:pt x="24694" y="1524"/>
                </a:lnTo>
                <a:lnTo>
                  <a:pt x="23870" y="1768"/>
                </a:lnTo>
                <a:lnTo>
                  <a:pt x="23060" y="2029"/>
                </a:lnTo>
                <a:lnTo>
                  <a:pt x="22263" y="2309"/>
                </a:lnTo>
                <a:lnTo>
                  <a:pt x="21481" y="2607"/>
                </a:lnTo>
                <a:lnTo>
                  <a:pt x="20712" y="2922"/>
                </a:lnTo>
                <a:lnTo>
                  <a:pt x="19957" y="3256"/>
                </a:lnTo>
                <a:lnTo>
                  <a:pt x="19216" y="3608"/>
                </a:lnTo>
                <a:lnTo>
                  <a:pt x="18490" y="3978"/>
                </a:lnTo>
                <a:lnTo>
                  <a:pt x="17777" y="4365"/>
                </a:lnTo>
                <a:lnTo>
                  <a:pt x="17078" y="4771"/>
                </a:lnTo>
                <a:lnTo>
                  <a:pt x="16393" y="5195"/>
                </a:lnTo>
                <a:lnTo>
                  <a:pt x="15721" y="5635"/>
                </a:lnTo>
                <a:lnTo>
                  <a:pt x="15064" y="6089"/>
                </a:lnTo>
                <a:lnTo>
                  <a:pt x="14421" y="6557"/>
                </a:lnTo>
                <a:lnTo>
                  <a:pt x="13792" y="7038"/>
                </a:lnTo>
                <a:lnTo>
                  <a:pt x="13176" y="7534"/>
                </a:lnTo>
                <a:lnTo>
                  <a:pt x="12575" y="8044"/>
                </a:lnTo>
                <a:lnTo>
                  <a:pt x="11987" y="8567"/>
                </a:lnTo>
                <a:lnTo>
                  <a:pt x="11413" y="9105"/>
                </a:lnTo>
                <a:lnTo>
                  <a:pt x="10853" y="9656"/>
                </a:lnTo>
                <a:lnTo>
                  <a:pt x="10308" y="10221"/>
                </a:lnTo>
                <a:lnTo>
                  <a:pt x="9776" y="10801"/>
                </a:lnTo>
                <a:lnTo>
                  <a:pt x="9258" y="11394"/>
                </a:lnTo>
                <a:lnTo>
                  <a:pt x="8754" y="12001"/>
                </a:lnTo>
                <a:lnTo>
                  <a:pt x="8263" y="12622"/>
                </a:lnTo>
                <a:lnTo>
                  <a:pt x="7787" y="13257"/>
                </a:lnTo>
                <a:lnTo>
                  <a:pt x="7325" y="13906"/>
                </a:lnTo>
                <a:lnTo>
                  <a:pt x="6877" y="14569"/>
                </a:lnTo>
                <a:lnTo>
                  <a:pt x="6442" y="15246"/>
                </a:lnTo>
                <a:lnTo>
                  <a:pt x="6022" y="15937"/>
                </a:lnTo>
                <a:lnTo>
                  <a:pt x="5615" y="16641"/>
                </a:lnTo>
                <a:lnTo>
                  <a:pt x="5222" y="17360"/>
                </a:lnTo>
                <a:lnTo>
                  <a:pt x="4843" y="18093"/>
                </a:lnTo>
                <a:lnTo>
                  <a:pt x="4479" y="18839"/>
                </a:lnTo>
                <a:lnTo>
                  <a:pt x="4128" y="19600"/>
                </a:lnTo>
                <a:lnTo>
                  <a:pt x="3791" y="20372"/>
                </a:lnTo>
                <a:lnTo>
                  <a:pt x="3468" y="21154"/>
                </a:lnTo>
                <a:lnTo>
                  <a:pt x="3160" y="21946"/>
                </a:lnTo>
                <a:lnTo>
                  <a:pt x="2866" y="22748"/>
                </a:lnTo>
                <a:lnTo>
                  <a:pt x="2587" y="23560"/>
                </a:lnTo>
                <a:lnTo>
                  <a:pt x="2322" y="24382"/>
                </a:lnTo>
                <a:lnTo>
                  <a:pt x="2071" y="25213"/>
                </a:lnTo>
                <a:lnTo>
                  <a:pt x="1835" y="26054"/>
                </a:lnTo>
                <a:lnTo>
                  <a:pt x="1612" y="26905"/>
                </a:lnTo>
                <a:lnTo>
                  <a:pt x="1405" y="27766"/>
                </a:lnTo>
                <a:lnTo>
                  <a:pt x="1211" y="28637"/>
                </a:lnTo>
                <a:lnTo>
                  <a:pt x="1032" y="29518"/>
                </a:lnTo>
                <a:lnTo>
                  <a:pt x="867" y="30408"/>
                </a:lnTo>
                <a:lnTo>
                  <a:pt x="717" y="31308"/>
                </a:lnTo>
                <a:lnTo>
                  <a:pt x="580" y="32219"/>
                </a:lnTo>
                <a:lnTo>
                  <a:pt x="459" y="33138"/>
                </a:lnTo>
                <a:lnTo>
                  <a:pt x="351" y="34068"/>
                </a:lnTo>
                <a:lnTo>
                  <a:pt x="258" y="35008"/>
                </a:lnTo>
                <a:lnTo>
                  <a:pt x="179" y="35957"/>
                </a:lnTo>
                <a:lnTo>
                  <a:pt x="115" y="36917"/>
                </a:lnTo>
                <a:lnTo>
                  <a:pt x="64" y="37886"/>
                </a:lnTo>
                <a:lnTo>
                  <a:pt x="29" y="38865"/>
                </a:lnTo>
                <a:lnTo>
                  <a:pt x="7" y="39854"/>
                </a:lnTo>
                <a:lnTo>
                  <a:pt x="0" y="40852"/>
                </a:lnTo>
                <a:lnTo>
                  <a:pt x="7" y="41851"/>
                </a:lnTo>
                <a:lnTo>
                  <a:pt x="29" y="42840"/>
                </a:lnTo>
                <a:lnTo>
                  <a:pt x="64" y="43818"/>
                </a:lnTo>
                <a:lnTo>
                  <a:pt x="115" y="44786"/>
                </a:lnTo>
                <a:lnTo>
                  <a:pt x="179" y="45745"/>
                </a:lnTo>
                <a:lnTo>
                  <a:pt x="258" y="46693"/>
                </a:lnTo>
                <a:lnTo>
                  <a:pt x="351" y="47632"/>
                </a:lnTo>
                <a:lnTo>
                  <a:pt x="459" y="48560"/>
                </a:lnTo>
                <a:lnTo>
                  <a:pt x="580" y="49478"/>
                </a:lnTo>
                <a:lnTo>
                  <a:pt x="717" y="50386"/>
                </a:lnTo>
                <a:lnTo>
                  <a:pt x="867" y="51284"/>
                </a:lnTo>
                <a:lnTo>
                  <a:pt x="1032" y="52172"/>
                </a:lnTo>
                <a:lnTo>
                  <a:pt x="1211" y="53051"/>
                </a:lnTo>
                <a:lnTo>
                  <a:pt x="1405" y="53919"/>
                </a:lnTo>
                <a:lnTo>
                  <a:pt x="1612" y="54776"/>
                </a:lnTo>
                <a:lnTo>
                  <a:pt x="1835" y="55624"/>
                </a:lnTo>
                <a:lnTo>
                  <a:pt x="2071" y="56462"/>
                </a:lnTo>
                <a:lnTo>
                  <a:pt x="2322" y="57290"/>
                </a:lnTo>
                <a:lnTo>
                  <a:pt x="2587" y="58108"/>
                </a:lnTo>
                <a:lnTo>
                  <a:pt x="2866" y="58916"/>
                </a:lnTo>
                <a:lnTo>
                  <a:pt x="3160" y="59713"/>
                </a:lnTo>
                <a:lnTo>
                  <a:pt x="3468" y="60501"/>
                </a:lnTo>
                <a:lnTo>
                  <a:pt x="3791" y="61279"/>
                </a:lnTo>
                <a:lnTo>
                  <a:pt x="4128" y="62046"/>
                </a:lnTo>
                <a:lnTo>
                  <a:pt x="4479" y="62802"/>
                </a:lnTo>
                <a:lnTo>
                  <a:pt x="4843" y="63544"/>
                </a:lnTo>
                <a:lnTo>
                  <a:pt x="5222" y="64272"/>
                </a:lnTo>
                <a:lnTo>
                  <a:pt x="5615" y="64986"/>
                </a:lnTo>
                <a:lnTo>
                  <a:pt x="6022" y="65687"/>
                </a:lnTo>
                <a:lnTo>
                  <a:pt x="6442" y="66374"/>
                </a:lnTo>
                <a:lnTo>
                  <a:pt x="6877" y="67047"/>
                </a:lnTo>
                <a:lnTo>
                  <a:pt x="7325" y="67707"/>
                </a:lnTo>
                <a:lnTo>
                  <a:pt x="7787" y="68353"/>
                </a:lnTo>
                <a:lnTo>
                  <a:pt x="8263" y="68985"/>
                </a:lnTo>
                <a:lnTo>
                  <a:pt x="8754" y="69603"/>
                </a:lnTo>
                <a:lnTo>
                  <a:pt x="9258" y="70208"/>
                </a:lnTo>
                <a:lnTo>
                  <a:pt x="9776" y="70799"/>
                </a:lnTo>
                <a:lnTo>
                  <a:pt x="10308" y="71376"/>
                </a:lnTo>
                <a:lnTo>
                  <a:pt x="10853" y="71939"/>
                </a:lnTo>
                <a:lnTo>
                  <a:pt x="11413" y="72489"/>
                </a:lnTo>
                <a:lnTo>
                  <a:pt x="11987" y="73025"/>
                </a:lnTo>
                <a:lnTo>
                  <a:pt x="12575" y="73547"/>
                </a:lnTo>
                <a:lnTo>
                  <a:pt x="13176" y="74055"/>
                </a:lnTo>
                <a:lnTo>
                  <a:pt x="13792" y="74550"/>
                </a:lnTo>
                <a:lnTo>
                  <a:pt x="14421" y="75031"/>
                </a:lnTo>
                <a:lnTo>
                  <a:pt x="15064" y="75498"/>
                </a:lnTo>
                <a:lnTo>
                  <a:pt x="15721" y="75952"/>
                </a:lnTo>
                <a:lnTo>
                  <a:pt x="16393" y="76392"/>
                </a:lnTo>
                <a:lnTo>
                  <a:pt x="17078" y="76816"/>
                </a:lnTo>
                <a:lnTo>
                  <a:pt x="17777" y="77221"/>
                </a:lnTo>
                <a:lnTo>
                  <a:pt x="18490" y="77609"/>
                </a:lnTo>
                <a:lnTo>
                  <a:pt x="19216" y="77979"/>
                </a:lnTo>
                <a:lnTo>
                  <a:pt x="19957" y="78331"/>
                </a:lnTo>
                <a:lnTo>
                  <a:pt x="20712" y="78665"/>
                </a:lnTo>
                <a:lnTo>
                  <a:pt x="21481" y="78980"/>
                </a:lnTo>
                <a:lnTo>
                  <a:pt x="22263" y="79278"/>
                </a:lnTo>
                <a:lnTo>
                  <a:pt x="23060" y="79557"/>
                </a:lnTo>
                <a:lnTo>
                  <a:pt x="23870" y="79819"/>
                </a:lnTo>
                <a:lnTo>
                  <a:pt x="24694" y="80063"/>
                </a:lnTo>
                <a:lnTo>
                  <a:pt x="25532" y="80288"/>
                </a:lnTo>
                <a:lnTo>
                  <a:pt x="26385" y="80495"/>
                </a:lnTo>
                <a:lnTo>
                  <a:pt x="27251" y="80685"/>
                </a:lnTo>
                <a:lnTo>
                  <a:pt x="28131" y="80856"/>
                </a:lnTo>
                <a:lnTo>
                  <a:pt x="29025" y="81010"/>
                </a:lnTo>
                <a:lnTo>
                  <a:pt x="29932" y="81145"/>
                </a:lnTo>
                <a:lnTo>
                  <a:pt x="30854" y="81262"/>
                </a:lnTo>
                <a:lnTo>
                  <a:pt x="31790" y="81361"/>
                </a:lnTo>
                <a:lnTo>
                  <a:pt x="32739" y="81443"/>
                </a:lnTo>
                <a:lnTo>
                  <a:pt x="33703" y="81506"/>
                </a:lnTo>
                <a:lnTo>
                  <a:pt x="34680" y="81551"/>
                </a:lnTo>
                <a:lnTo>
                  <a:pt x="35672" y="81578"/>
                </a:lnTo>
                <a:lnTo>
                  <a:pt x="36677" y="81587"/>
                </a:lnTo>
                <a:lnTo>
                  <a:pt x="37673" y="81578"/>
                </a:lnTo>
                <a:lnTo>
                  <a:pt x="38655" y="81551"/>
                </a:lnTo>
                <a:lnTo>
                  <a:pt x="39623" y="81506"/>
                </a:lnTo>
                <a:lnTo>
                  <a:pt x="40578" y="81443"/>
                </a:lnTo>
                <a:lnTo>
                  <a:pt x="40792" y="81424"/>
                </a:lnTo>
                <a:lnTo>
                  <a:pt x="40811" y="81464"/>
                </a:lnTo>
                <a:lnTo>
                  <a:pt x="40971" y="81783"/>
                </a:lnTo>
                <a:lnTo>
                  <a:pt x="41131" y="82100"/>
                </a:lnTo>
                <a:lnTo>
                  <a:pt x="41292" y="82414"/>
                </a:lnTo>
                <a:lnTo>
                  <a:pt x="41453" y="82726"/>
                </a:lnTo>
                <a:lnTo>
                  <a:pt x="41616" y="83036"/>
                </a:lnTo>
                <a:lnTo>
                  <a:pt x="41779" y="83343"/>
                </a:lnTo>
                <a:lnTo>
                  <a:pt x="41944" y="83648"/>
                </a:lnTo>
                <a:lnTo>
                  <a:pt x="42109" y="83950"/>
                </a:lnTo>
                <a:lnTo>
                  <a:pt x="42274" y="84250"/>
                </a:lnTo>
                <a:lnTo>
                  <a:pt x="42441" y="84547"/>
                </a:lnTo>
                <a:lnTo>
                  <a:pt x="42609" y="84842"/>
                </a:lnTo>
                <a:lnTo>
                  <a:pt x="42777" y="85134"/>
                </a:lnTo>
                <a:lnTo>
                  <a:pt x="42946" y="85424"/>
                </a:lnTo>
                <a:lnTo>
                  <a:pt x="43116" y="85711"/>
                </a:lnTo>
                <a:lnTo>
                  <a:pt x="43287" y="85996"/>
                </a:lnTo>
                <a:lnTo>
                  <a:pt x="43458" y="86278"/>
                </a:lnTo>
                <a:lnTo>
                  <a:pt x="43632" y="86558"/>
                </a:lnTo>
                <a:lnTo>
                  <a:pt x="43810" y="86834"/>
                </a:lnTo>
                <a:lnTo>
                  <a:pt x="43991" y="87108"/>
                </a:lnTo>
                <a:lnTo>
                  <a:pt x="44176" y="87378"/>
                </a:lnTo>
                <a:lnTo>
                  <a:pt x="44364" y="87646"/>
                </a:lnTo>
                <a:lnTo>
                  <a:pt x="44556" y="87910"/>
                </a:lnTo>
                <a:lnTo>
                  <a:pt x="44752" y="88171"/>
                </a:lnTo>
                <a:lnTo>
                  <a:pt x="44952" y="88429"/>
                </a:lnTo>
                <a:lnTo>
                  <a:pt x="45155" y="88684"/>
                </a:lnTo>
                <a:lnTo>
                  <a:pt x="45362" y="88936"/>
                </a:lnTo>
                <a:lnTo>
                  <a:pt x="45573" y="89185"/>
                </a:lnTo>
                <a:lnTo>
                  <a:pt x="45787" y="89431"/>
                </a:lnTo>
                <a:lnTo>
                  <a:pt x="46005" y="89673"/>
                </a:lnTo>
                <a:lnTo>
                  <a:pt x="46227" y="89913"/>
                </a:lnTo>
                <a:lnTo>
                  <a:pt x="46453" y="90149"/>
                </a:lnTo>
                <a:lnTo>
                  <a:pt x="46682" y="90383"/>
                </a:lnTo>
                <a:lnTo>
                  <a:pt x="46914" y="90613"/>
                </a:lnTo>
                <a:lnTo>
                  <a:pt x="47151" y="90840"/>
                </a:lnTo>
                <a:lnTo>
                  <a:pt x="47391" y="91065"/>
                </a:lnTo>
                <a:lnTo>
                  <a:pt x="47635" y="91286"/>
                </a:lnTo>
                <a:lnTo>
                  <a:pt x="47883" y="91504"/>
                </a:lnTo>
                <a:lnTo>
                  <a:pt x="48134" y="91719"/>
                </a:lnTo>
                <a:lnTo>
                  <a:pt x="48389" y="91931"/>
                </a:lnTo>
                <a:lnTo>
                  <a:pt x="48647" y="92139"/>
                </a:lnTo>
                <a:lnTo>
                  <a:pt x="48911" y="92345"/>
                </a:lnTo>
                <a:lnTo>
                  <a:pt x="49180" y="92546"/>
                </a:lnTo>
                <a:lnTo>
                  <a:pt x="49456" y="92743"/>
                </a:lnTo>
                <a:lnTo>
                  <a:pt x="49737" y="92936"/>
                </a:lnTo>
                <a:lnTo>
                  <a:pt x="50025" y="93125"/>
                </a:lnTo>
                <a:lnTo>
                  <a:pt x="50319" y="93311"/>
                </a:lnTo>
                <a:lnTo>
                  <a:pt x="50618" y="93492"/>
                </a:lnTo>
                <a:lnTo>
                  <a:pt x="50924" y="93669"/>
                </a:lnTo>
                <a:lnTo>
                  <a:pt x="51236" y="93842"/>
                </a:lnTo>
                <a:lnTo>
                  <a:pt x="51554" y="94011"/>
                </a:lnTo>
                <a:lnTo>
                  <a:pt x="51877" y="94176"/>
                </a:lnTo>
                <a:lnTo>
                  <a:pt x="52207" y="94338"/>
                </a:lnTo>
                <a:lnTo>
                  <a:pt x="52543" y="94495"/>
                </a:lnTo>
                <a:lnTo>
                  <a:pt x="52885" y="94648"/>
                </a:lnTo>
                <a:lnTo>
                  <a:pt x="53233" y="94797"/>
                </a:lnTo>
                <a:lnTo>
                  <a:pt x="53587" y="94942"/>
                </a:lnTo>
                <a:lnTo>
                  <a:pt x="53947" y="95083"/>
                </a:lnTo>
                <a:lnTo>
                  <a:pt x="54314" y="95220"/>
                </a:lnTo>
                <a:lnTo>
                  <a:pt x="54686" y="95353"/>
                </a:lnTo>
                <a:lnTo>
                  <a:pt x="55064" y="95482"/>
                </a:lnTo>
                <a:lnTo>
                  <a:pt x="55448" y="95607"/>
                </a:lnTo>
                <a:lnTo>
                  <a:pt x="55838" y="95728"/>
                </a:lnTo>
                <a:lnTo>
                  <a:pt x="56235" y="95845"/>
                </a:lnTo>
                <a:lnTo>
                  <a:pt x="56637" y="95958"/>
                </a:lnTo>
                <a:lnTo>
                  <a:pt x="57047" y="96067"/>
                </a:lnTo>
                <a:lnTo>
                  <a:pt x="57465" y="96171"/>
                </a:lnTo>
                <a:lnTo>
                  <a:pt x="57892" y="96270"/>
                </a:lnTo>
                <a:lnTo>
                  <a:pt x="58327" y="96365"/>
                </a:lnTo>
                <a:lnTo>
                  <a:pt x="58770" y="96455"/>
                </a:lnTo>
                <a:lnTo>
                  <a:pt x="59222" y="96541"/>
                </a:lnTo>
                <a:lnTo>
                  <a:pt x="59683" y="96622"/>
                </a:lnTo>
                <a:lnTo>
                  <a:pt x="60152" y="96698"/>
                </a:lnTo>
                <a:lnTo>
                  <a:pt x="60630" y="96770"/>
                </a:lnTo>
                <a:lnTo>
                  <a:pt x="61116" y="96837"/>
                </a:lnTo>
                <a:lnTo>
                  <a:pt x="61611" y="96899"/>
                </a:lnTo>
                <a:lnTo>
                  <a:pt x="62114" y="96957"/>
                </a:lnTo>
                <a:lnTo>
                  <a:pt x="62625" y="97010"/>
                </a:lnTo>
                <a:lnTo>
                  <a:pt x="63145" y="97059"/>
                </a:lnTo>
                <a:lnTo>
                  <a:pt x="63674" y="97103"/>
                </a:lnTo>
                <a:lnTo>
                  <a:pt x="64211" y="97142"/>
                </a:lnTo>
                <a:lnTo>
                  <a:pt x="64757" y="97177"/>
                </a:lnTo>
                <a:lnTo>
                  <a:pt x="65311" y="97207"/>
                </a:lnTo>
                <a:lnTo>
                  <a:pt x="65873" y="97232"/>
                </a:lnTo>
                <a:lnTo>
                  <a:pt x="66444" y="97253"/>
                </a:lnTo>
                <a:lnTo>
                  <a:pt x="67024" y="97269"/>
                </a:lnTo>
                <a:lnTo>
                  <a:pt x="67612" y="97281"/>
                </a:lnTo>
                <a:lnTo>
                  <a:pt x="68209" y="97288"/>
                </a:lnTo>
                <a:lnTo>
                  <a:pt x="68814" y="97290"/>
                </a:lnTo>
                <a:lnTo>
                  <a:pt x="72823" y="97290"/>
                </a:lnTo>
                <a:lnTo>
                  <a:pt x="72823" y="87963"/>
                </a:lnTo>
                <a:lnTo>
                  <a:pt x="69639" y="87963"/>
                </a:lnTo>
                <a:lnTo>
                  <a:pt x="69176" y="87961"/>
                </a:lnTo>
                <a:lnTo>
                  <a:pt x="68720" y="87958"/>
                </a:lnTo>
                <a:lnTo>
                  <a:pt x="68272" y="87952"/>
                </a:lnTo>
                <a:lnTo>
                  <a:pt x="67830" y="87944"/>
                </a:lnTo>
                <a:lnTo>
                  <a:pt x="67396" y="87933"/>
                </a:lnTo>
                <a:lnTo>
                  <a:pt x="66969" y="87920"/>
                </a:lnTo>
                <a:lnTo>
                  <a:pt x="66550" y="87905"/>
                </a:lnTo>
                <a:lnTo>
                  <a:pt x="66137" y="87887"/>
                </a:lnTo>
                <a:lnTo>
                  <a:pt x="65732" y="87867"/>
                </a:lnTo>
                <a:lnTo>
                  <a:pt x="65335" y="87844"/>
                </a:lnTo>
                <a:lnTo>
                  <a:pt x="64944" y="87819"/>
                </a:lnTo>
                <a:lnTo>
                  <a:pt x="64561" y="87792"/>
                </a:lnTo>
                <a:lnTo>
                  <a:pt x="64185" y="87762"/>
                </a:lnTo>
                <a:lnTo>
                  <a:pt x="63816" y="87730"/>
                </a:lnTo>
                <a:lnTo>
                  <a:pt x="63455" y="87696"/>
                </a:lnTo>
                <a:lnTo>
                  <a:pt x="63101" y="87659"/>
                </a:lnTo>
                <a:lnTo>
                  <a:pt x="62754" y="87620"/>
                </a:lnTo>
                <a:lnTo>
                  <a:pt x="62414" y="87579"/>
                </a:lnTo>
                <a:lnTo>
                  <a:pt x="62082" y="87535"/>
                </a:lnTo>
                <a:lnTo>
                  <a:pt x="61757" y="87489"/>
                </a:lnTo>
                <a:lnTo>
                  <a:pt x="61439" y="87440"/>
                </a:lnTo>
                <a:lnTo>
                  <a:pt x="61128" y="87389"/>
                </a:lnTo>
                <a:lnTo>
                  <a:pt x="60825" y="87336"/>
                </a:lnTo>
                <a:lnTo>
                  <a:pt x="60529" y="87280"/>
                </a:lnTo>
                <a:lnTo>
                  <a:pt x="60239" y="87222"/>
                </a:lnTo>
                <a:lnTo>
                  <a:pt x="59953" y="87162"/>
                </a:lnTo>
                <a:lnTo>
                  <a:pt x="59672" y="87099"/>
                </a:lnTo>
                <a:lnTo>
                  <a:pt x="59396" y="87034"/>
                </a:lnTo>
                <a:lnTo>
                  <a:pt x="59123" y="86966"/>
                </a:lnTo>
                <a:lnTo>
                  <a:pt x="58856" y="86896"/>
                </a:lnTo>
                <a:lnTo>
                  <a:pt x="58593" y="86824"/>
                </a:lnTo>
                <a:lnTo>
                  <a:pt x="58334" y="86749"/>
                </a:lnTo>
                <a:lnTo>
                  <a:pt x="58080" y="86672"/>
                </a:lnTo>
                <a:lnTo>
                  <a:pt x="57830" y="86593"/>
                </a:lnTo>
                <a:lnTo>
                  <a:pt x="57585" y="86511"/>
                </a:lnTo>
                <a:lnTo>
                  <a:pt x="57345" y="86427"/>
                </a:lnTo>
                <a:lnTo>
                  <a:pt x="57109" y="86340"/>
                </a:lnTo>
                <a:lnTo>
                  <a:pt x="56877" y="86251"/>
                </a:lnTo>
                <a:lnTo>
                  <a:pt x="56650" y="86160"/>
                </a:lnTo>
                <a:lnTo>
                  <a:pt x="56428" y="86067"/>
                </a:lnTo>
                <a:lnTo>
                  <a:pt x="56209" y="85971"/>
                </a:lnTo>
                <a:lnTo>
                  <a:pt x="55996" y="85872"/>
                </a:lnTo>
                <a:lnTo>
                  <a:pt x="55787" y="85771"/>
                </a:lnTo>
                <a:lnTo>
                  <a:pt x="55582" y="85668"/>
                </a:lnTo>
                <a:lnTo>
                  <a:pt x="55382" y="85563"/>
                </a:lnTo>
                <a:lnTo>
                  <a:pt x="55187" y="85455"/>
                </a:lnTo>
                <a:lnTo>
                  <a:pt x="54996" y="85345"/>
                </a:lnTo>
                <a:lnTo>
                  <a:pt x="54809" y="85232"/>
                </a:lnTo>
                <a:lnTo>
                  <a:pt x="54626" y="85117"/>
                </a:lnTo>
                <a:lnTo>
                  <a:pt x="54445" y="84999"/>
                </a:lnTo>
                <a:lnTo>
                  <a:pt x="54266" y="84878"/>
                </a:lnTo>
                <a:lnTo>
                  <a:pt x="54089" y="84755"/>
                </a:lnTo>
                <a:lnTo>
                  <a:pt x="53915" y="84628"/>
                </a:lnTo>
                <a:lnTo>
                  <a:pt x="53742" y="84498"/>
                </a:lnTo>
                <a:lnTo>
                  <a:pt x="53572" y="84366"/>
                </a:lnTo>
                <a:lnTo>
                  <a:pt x="53404" y="84231"/>
                </a:lnTo>
                <a:lnTo>
                  <a:pt x="53238" y="84092"/>
                </a:lnTo>
                <a:lnTo>
                  <a:pt x="53074" y="83951"/>
                </a:lnTo>
                <a:lnTo>
                  <a:pt x="52912" y="83807"/>
                </a:lnTo>
                <a:lnTo>
                  <a:pt x="52753" y="83660"/>
                </a:lnTo>
                <a:lnTo>
                  <a:pt x="52595" y="83511"/>
                </a:lnTo>
                <a:lnTo>
                  <a:pt x="52440" y="83358"/>
                </a:lnTo>
                <a:lnTo>
                  <a:pt x="52287" y="83202"/>
                </a:lnTo>
                <a:lnTo>
                  <a:pt x="52136" y="83044"/>
                </a:lnTo>
                <a:lnTo>
                  <a:pt x="51987" y="82882"/>
                </a:lnTo>
                <a:lnTo>
                  <a:pt x="51841" y="82718"/>
                </a:lnTo>
                <a:lnTo>
                  <a:pt x="51696" y="82551"/>
                </a:lnTo>
                <a:lnTo>
                  <a:pt x="51554" y="82381"/>
                </a:lnTo>
                <a:lnTo>
                  <a:pt x="51414" y="82208"/>
                </a:lnTo>
                <a:lnTo>
                  <a:pt x="51276" y="82032"/>
                </a:lnTo>
                <a:lnTo>
                  <a:pt x="51140" y="81853"/>
                </a:lnTo>
                <a:lnTo>
                  <a:pt x="51006" y="81672"/>
                </a:lnTo>
                <a:lnTo>
                  <a:pt x="50873" y="81487"/>
                </a:lnTo>
                <a:lnTo>
                  <a:pt x="50739" y="81300"/>
                </a:lnTo>
                <a:lnTo>
                  <a:pt x="50605" y="81110"/>
                </a:lnTo>
                <a:lnTo>
                  <a:pt x="50470" y="80917"/>
                </a:lnTo>
                <a:lnTo>
                  <a:pt x="50335" y="80721"/>
                </a:lnTo>
                <a:lnTo>
                  <a:pt x="50199" y="80522"/>
                </a:lnTo>
                <a:lnTo>
                  <a:pt x="50062" y="80320"/>
                </a:lnTo>
                <a:lnTo>
                  <a:pt x="49925" y="80116"/>
                </a:lnTo>
                <a:lnTo>
                  <a:pt x="49787" y="79908"/>
                </a:lnTo>
                <a:lnTo>
                  <a:pt x="49666" y="79725"/>
                </a:lnTo>
                <a:lnTo>
                  <a:pt x="50182" y="79557"/>
                </a:lnTo>
                <a:close/>
                <a:moveTo>
                  <a:pt x="35119" y="72879"/>
                </a:moveTo>
                <a:lnTo>
                  <a:pt x="34388" y="72841"/>
                </a:lnTo>
                <a:lnTo>
                  <a:pt x="33668" y="72789"/>
                </a:lnTo>
                <a:lnTo>
                  <a:pt x="32961" y="72722"/>
                </a:lnTo>
                <a:lnTo>
                  <a:pt x="32266" y="72639"/>
                </a:lnTo>
                <a:lnTo>
                  <a:pt x="31583" y="72542"/>
                </a:lnTo>
                <a:lnTo>
                  <a:pt x="30911" y="72430"/>
                </a:lnTo>
                <a:lnTo>
                  <a:pt x="30253" y="72303"/>
                </a:lnTo>
                <a:lnTo>
                  <a:pt x="29606" y="72160"/>
                </a:lnTo>
                <a:lnTo>
                  <a:pt x="28971" y="72003"/>
                </a:lnTo>
                <a:lnTo>
                  <a:pt x="28348" y="71831"/>
                </a:lnTo>
                <a:lnTo>
                  <a:pt x="27737" y="71644"/>
                </a:lnTo>
                <a:lnTo>
                  <a:pt x="27139" y="71442"/>
                </a:lnTo>
                <a:lnTo>
                  <a:pt x="26552" y="71225"/>
                </a:lnTo>
                <a:lnTo>
                  <a:pt x="25978" y="70993"/>
                </a:lnTo>
                <a:lnTo>
                  <a:pt x="25416" y="70746"/>
                </a:lnTo>
                <a:lnTo>
                  <a:pt x="24865" y="70484"/>
                </a:lnTo>
                <a:lnTo>
                  <a:pt x="24327" y="70208"/>
                </a:lnTo>
                <a:lnTo>
                  <a:pt x="23801" y="69916"/>
                </a:lnTo>
                <a:lnTo>
                  <a:pt x="23287" y="69609"/>
                </a:lnTo>
                <a:lnTo>
                  <a:pt x="22785" y="69287"/>
                </a:lnTo>
                <a:lnTo>
                  <a:pt x="22295" y="68951"/>
                </a:lnTo>
                <a:lnTo>
                  <a:pt x="21818" y="68599"/>
                </a:lnTo>
                <a:lnTo>
                  <a:pt x="21351" y="68235"/>
                </a:lnTo>
                <a:lnTo>
                  <a:pt x="20895" y="67860"/>
                </a:lnTo>
                <a:lnTo>
                  <a:pt x="20450" y="67475"/>
                </a:lnTo>
                <a:lnTo>
                  <a:pt x="20015" y="67080"/>
                </a:lnTo>
                <a:lnTo>
                  <a:pt x="19591" y="66674"/>
                </a:lnTo>
                <a:lnTo>
                  <a:pt x="19177" y="66258"/>
                </a:lnTo>
                <a:lnTo>
                  <a:pt x="18774" y="65832"/>
                </a:lnTo>
                <a:lnTo>
                  <a:pt x="18381" y="65395"/>
                </a:lnTo>
                <a:lnTo>
                  <a:pt x="17999" y="64948"/>
                </a:lnTo>
                <a:lnTo>
                  <a:pt x="17627" y="64490"/>
                </a:lnTo>
                <a:lnTo>
                  <a:pt x="17266" y="64022"/>
                </a:lnTo>
                <a:lnTo>
                  <a:pt x="16916" y="63544"/>
                </a:lnTo>
                <a:lnTo>
                  <a:pt x="16576" y="63056"/>
                </a:lnTo>
                <a:lnTo>
                  <a:pt x="16247" y="62557"/>
                </a:lnTo>
                <a:lnTo>
                  <a:pt x="15928" y="62048"/>
                </a:lnTo>
                <a:lnTo>
                  <a:pt x="15620" y="61528"/>
                </a:lnTo>
                <a:lnTo>
                  <a:pt x="15322" y="60998"/>
                </a:lnTo>
                <a:lnTo>
                  <a:pt x="15035" y="60458"/>
                </a:lnTo>
                <a:lnTo>
                  <a:pt x="14758" y="59907"/>
                </a:lnTo>
                <a:lnTo>
                  <a:pt x="14492" y="59346"/>
                </a:lnTo>
                <a:lnTo>
                  <a:pt x="14236" y="58775"/>
                </a:lnTo>
                <a:lnTo>
                  <a:pt x="13991" y="58193"/>
                </a:lnTo>
                <a:lnTo>
                  <a:pt x="13757" y="57601"/>
                </a:lnTo>
                <a:lnTo>
                  <a:pt x="13533" y="56999"/>
                </a:lnTo>
                <a:lnTo>
                  <a:pt x="13319" y="56388"/>
                </a:lnTo>
                <a:lnTo>
                  <a:pt x="13114" y="55773"/>
                </a:lnTo>
                <a:lnTo>
                  <a:pt x="12918" y="55151"/>
                </a:lnTo>
                <a:lnTo>
                  <a:pt x="12731" y="54525"/>
                </a:lnTo>
                <a:lnTo>
                  <a:pt x="12553" y="53893"/>
                </a:lnTo>
                <a:lnTo>
                  <a:pt x="12385" y="53255"/>
                </a:lnTo>
                <a:lnTo>
                  <a:pt x="12225" y="52613"/>
                </a:lnTo>
                <a:lnTo>
                  <a:pt x="12075" y="51964"/>
                </a:lnTo>
                <a:lnTo>
                  <a:pt x="11934" y="51310"/>
                </a:lnTo>
                <a:lnTo>
                  <a:pt x="11802" y="50651"/>
                </a:lnTo>
                <a:lnTo>
                  <a:pt x="11679" y="49987"/>
                </a:lnTo>
                <a:lnTo>
                  <a:pt x="11565" y="49317"/>
                </a:lnTo>
                <a:lnTo>
                  <a:pt x="11460" y="48641"/>
                </a:lnTo>
                <a:lnTo>
                  <a:pt x="11364" y="47960"/>
                </a:lnTo>
                <a:lnTo>
                  <a:pt x="11278" y="47274"/>
                </a:lnTo>
                <a:lnTo>
                  <a:pt x="11200" y="46582"/>
                </a:lnTo>
                <a:lnTo>
                  <a:pt x="11132" y="45885"/>
                </a:lnTo>
                <a:lnTo>
                  <a:pt x="11073" y="45182"/>
                </a:lnTo>
                <a:lnTo>
                  <a:pt x="11023" y="44474"/>
                </a:lnTo>
                <a:lnTo>
                  <a:pt x="10982" y="43761"/>
                </a:lnTo>
                <a:lnTo>
                  <a:pt x="10950" y="43042"/>
                </a:lnTo>
                <a:lnTo>
                  <a:pt x="10927" y="42317"/>
                </a:lnTo>
                <a:lnTo>
                  <a:pt x="10913" y="41588"/>
                </a:lnTo>
                <a:lnTo>
                  <a:pt x="10909" y="40852"/>
                </a:lnTo>
                <a:lnTo>
                  <a:pt x="10913" y="40112"/>
                </a:lnTo>
                <a:lnTo>
                  <a:pt x="10927" y="39378"/>
                </a:lnTo>
                <a:lnTo>
                  <a:pt x="10950" y="38649"/>
                </a:lnTo>
                <a:lnTo>
                  <a:pt x="10982" y="37926"/>
                </a:lnTo>
                <a:lnTo>
                  <a:pt x="11023" y="37209"/>
                </a:lnTo>
                <a:lnTo>
                  <a:pt x="11073" y="36497"/>
                </a:lnTo>
                <a:lnTo>
                  <a:pt x="11132" y="35791"/>
                </a:lnTo>
                <a:lnTo>
                  <a:pt x="11200" y="35090"/>
                </a:lnTo>
                <a:lnTo>
                  <a:pt x="11278" y="34395"/>
                </a:lnTo>
                <a:lnTo>
                  <a:pt x="11364" y="33706"/>
                </a:lnTo>
                <a:lnTo>
                  <a:pt x="11460" y="33022"/>
                </a:lnTo>
                <a:lnTo>
                  <a:pt x="11565" y="32344"/>
                </a:lnTo>
                <a:lnTo>
                  <a:pt x="11679" y="31672"/>
                </a:lnTo>
                <a:lnTo>
                  <a:pt x="11802" y="31005"/>
                </a:lnTo>
                <a:lnTo>
                  <a:pt x="11934" y="30344"/>
                </a:lnTo>
                <a:lnTo>
                  <a:pt x="12075" y="29688"/>
                </a:lnTo>
                <a:lnTo>
                  <a:pt x="12225" y="29038"/>
                </a:lnTo>
                <a:lnTo>
                  <a:pt x="12385" y="28394"/>
                </a:lnTo>
                <a:lnTo>
                  <a:pt x="12553" y="27756"/>
                </a:lnTo>
                <a:lnTo>
                  <a:pt x="12731" y="27123"/>
                </a:lnTo>
                <a:lnTo>
                  <a:pt x="12918" y="26495"/>
                </a:lnTo>
                <a:lnTo>
                  <a:pt x="13114" y="25874"/>
                </a:lnTo>
                <a:lnTo>
                  <a:pt x="13319" y="25258"/>
                </a:lnTo>
                <a:lnTo>
                  <a:pt x="13533" y="24647"/>
                </a:lnTo>
                <a:lnTo>
                  <a:pt x="13757" y="24045"/>
                </a:lnTo>
                <a:lnTo>
                  <a:pt x="13991" y="23453"/>
                </a:lnTo>
                <a:lnTo>
                  <a:pt x="14236" y="22871"/>
                </a:lnTo>
                <a:lnTo>
                  <a:pt x="14492" y="22299"/>
                </a:lnTo>
                <a:lnTo>
                  <a:pt x="14758" y="21738"/>
                </a:lnTo>
                <a:lnTo>
                  <a:pt x="15035" y="21186"/>
                </a:lnTo>
                <a:lnTo>
                  <a:pt x="15322" y="20645"/>
                </a:lnTo>
                <a:lnTo>
                  <a:pt x="15620" y="20115"/>
                </a:lnTo>
                <a:lnTo>
                  <a:pt x="15928" y="19594"/>
                </a:lnTo>
                <a:lnTo>
                  <a:pt x="16247" y="19084"/>
                </a:lnTo>
                <a:lnTo>
                  <a:pt x="16576" y="18584"/>
                </a:lnTo>
                <a:lnTo>
                  <a:pt x="16916" y="18094"/>
                </a:lnTo>
                <a:lnTo>
                  <a:pt x="17266" y="17615"/>
                </a:lnTo>
                <a:lnTo>
                  <a:pt x="17627" y="17146"/>
                </a:lnTo>
                <a:lnTo>
                  <a:pt x="17999" y="16687"/>
                </a:lnTo>
                <a:lnTo>
                  <a:pt x="18381" y="16238"/>
                </a:lnTo>
                <a:lnTo>
                  <a:pt x="18774" y="15800"/>
                </a:lnTo>
                <a:lnTo>
                  <a:pt x="19177" y="15371"/>
                </a:lnTo>
                <a:lnTo>
                  <a:pt x="19591" y="14953"/>
                </a:lnTo>
                <a:lnTo>
                  <a:pt x="20015" y="14546"/>
                </a:lnTo>
                <a:lnTo>
                  <a:pt x="20450" y="14148"/>
                </a:lnTo>
                <a:lnTo>
                  <a:pt x="20895" y="13761"/>
                </a:lnTo>
                <a:lnTo>
                  <a:pt x="21351" y="13384"/>
                </a:lnTo>
                <a:lnTo>
                  <a:pt x="21818" y="13017"/>
                </a:lnTo>
                <a:lnTo>
                  <a:pt x="22295" y="12663"/>
                </a:lnTo>
                <a:lnTo>
                  <a:pt x="22785" y="12324"/>
                </a:lnTo>
                <a:lnTo>
                  <a:pt x="23287" y="12000"/>
                </a:lnTo>
                <a:lnTo>
                  <a:pt x="23801" y="11691"/>
                </a:lnTo>
                <a:lnTo>
                  <a:pt x="24327" y="11398"/>
                </a:lnTo>
                <a:lnTo>
                  <a:pt x="24865" y="11119"/>
                </a:lnTo>
                <a:lnTo>
                  <a:pt x="25416" y="10855"/>
                </a:lnTo>
                <a:lnTo>
                  <a:pt x="25978" y="10607"/>
                </a:lnTo>
                <a:lnTo>
                  <a:pt x="26552" y="10373"/>
                </a:lnTo>
                <a:lnTo>
                  <a:pt x="27139" y="10155"/>
                </a:lnTo>
                <a:lnTo>
                  <a:pt x="27737" y="9951"/>
                </a:lnTo>
                <a:lnTo>
                  <a:pt x="28348" y="9763"/>
                </a:lnTo>
                <a:lnTo>
                  <a:pt x="28971" y="9590"/>
                </a:lnTo>
                <a:lnTo>
                  <a:pt x="29606" y="9432"/>
                </a:lnTo>
                <a:lnTo>
                  <a:pt x="30253" y="9288"/>
                </a:lnTo>
                <a:lnTo>
                  <a:pt x="30911" y="9160"/>
                </a:lnTo>
                <a:lnTo>
                  <a:pt x="31583" y="9047"/>
                </a:lnTo>
                <a:lnTo>
                  <a:pt x="32266" y="8949"/>
                </a:lnTo>
                <a:lnTo>
                  <a:pt x="32961" y="8867"/>
                </a:lnTo>
                <a:lnTo>
                  <a:pt x="33668" y="8799"/>
                </a:lnTo>
                <a:lnTo>
                  <a:pt x="34388" y="8746"/>
                </a:lnTo>
                <a:lnTo>
                  <a:pt x="35119" y="8708"/>
                </a:lnTo>
                <a:lnTo>
                  <a:pt x="35863" y="8686"/>
                </a:lnTo>
                <a:lnTo>
                  <a:pt x="36618" y="8678"/>
                </a:lnTo>
                <a:lnTo>
                  <a:pt x="37374" y="8686"/>
                </a:lnTo>
                <a:lnTo>
                  <a:pt x="38117" y="8708"/>
                </a:lnTo>
                <a:lnTo>
                  <a:pt x="38848" y="8746"/>
                </a:lnTo>
                <a:lnTo>
                  <a:pt x="39567" y="8799"/>
                </a:lnTo>
                <a:lnTo>
                  <a:pt x="40274" y="8867"/>
                </a:lnTo>
                <a:lnTo>
                  <a:pt x="40969" y="8949"/>
                </a:lnTo>
                <a:lnTo>
                  <a:pt x="41651" y="9047"/>
                </a:lnTo>
                <a:lnTo>
                  <a:pt x="42321" y="9160"/>
                </a:lnTo>
                <a:lnTo>
                  <a:pt x="42980" y="9288"/>
                </a:lnTo>
                <a:lnTo>
                  <a:pt x="43625" y="9432"/>
                </a:lnTo>
                <a:lnTo>
                  <a:pt x="44259" y="9590"/>
                </a:lnTo>
                <a:lnTo>
                  <a:pt x="44881" y="9763"/>
                </a:lnTo>
                <a:lnTo>
                  <a:pt x="45490" y="9951"/>
                </a:lnTo>
                <a:lnTo>
                  <a:pt x="46087" y="10155"/>
                </a:lnTo>
                <a:lnTo>
                  <a:pt x="46672" y="10373"/>
                </a:lnTo>
                <a:lnTo>
                  <a:pt x="47245" y="10607"/>
                </a:lnTo>
                <a:lnTo>
                  <a:pt x="47806" y="10855"/>
                </a:lnTo>
                <a:lnTo>
                  <a:pt x="48354" y="11119"/>
                </a:lnTo>
                <a:lnTo>
                  <a:pt x="48891" y="11398"/>
                </a:lnTo>
                <a:lnTo>
                  <a:pt x="49415" y="11691"/>
                </a:lnTo>
                <a:lnTo>
                  <a:pt x="49927" y="12000"/>
                </a:lnTo>
                <a:lnTo>
                  <a:pt x="50426" y="12324"/>
                </a:lnTo>
                <a:lnTo>
                  <a:pt x="50914" y="12663"/>
                </a:lnTo>
                <a:lnTo>
                  <a:pt x="51389" y="13017"/>
                </a:lnTo>
                <a:lnTo>
                  <a:pt x="51853" y="13384"/>
                </a:lnTo>
                <a:lnTo>
                  <a:pt x="52307" y="13761"/>
                </a:lnTo>
                <a:lnTo>
                  <a:pt x="52750" y="14148"/>
                </a:lnTo>
                <a:lnTo>
                  <a:pt x="53183" y="14546"/>
                </a:lnTo>
                <a:lnTo>
                  <a:pt x="53605" y="14953"/>
                </a:lnTo>
                <a:lnTo>
                  <a:pt x="54017" y="15371"/>
                </a:lnTo>
                <a:lnTo>
                  <a:pt x="54418" y="15800"/>
                </a:lnTo>
                <a:lnTo>
                  <a:pt x="54809" y="16238"/>
                </a:lnTo>
                <a:lnTo>
                  <a:pt x="55190" y="16687"/>
                </a:lnTo>
                <a:lnTo>
                  <a:pt x="55560" y="17146"/>
                </a:lnTo>
                <a:lnTo>
                  <a:pt x="55919" y="17615"/>
                </a:lnTo>
                <a:lnTo>
                  <a:pt x="56269" y="18094"/>
                </a:lnTo>
                <a:lnTo>
                  <a:pt x="56607" y="18584"/>
                </a:lnTo>
                <a:lnTo>
                  <a:pt x="56936" y="19084"/>
                </a:lnTo>
                <a:lnTo>
                  <a:pt x="57254" y="19594"/>
                </a:lnTo>
                <a:lnTo>
                  <a:pt x="57561" y="20115"/>
                </a:lnTo>
                <a:lnTo>
                  <a:pt x="57858" y="20645"/>
                </a:lnTo>
                <a:lnTo>
                  <a:pt x="58145" y="21186"/>
                </a:lnTo>
                <a:lnTo>
                  <a:pt x="58421" y="21738"/>
                </a:lnTo>
                <a:lnTo>
                  <a:pt x="58686" y="22299"/>
                </a:lnTo>
                <a:lnTo>
                  <a:pt x="58941" y="22871"/>
                </a:lnTo>
                <a:lnTo>
                  <a:pt x="59186" y="23453"/>
                </a:lnTo>
                <a:lnTo>
                  <a:pt x="59421" y="24045"/>
                </a:lnTo>
                <a:lnTo>
                  <a:pt x="59644" y="24647"/>
                </a:lnTo>
                <a:lnTo>
                  <a:pt x="59859" y="25258"/>
                </a:lnTo>
                <a:lnTo>
                  <a:pt x="60064" y="25874"/>
                </a:lnTo>
                <a:lnTo>
                  <a:pt x="60259" y="26495"/>
                </a:lnTo>
                <a:lnTo>
                  <a:pt x="60446" y="27123"/>
                </a:lnTo>
                <a:lnTo>
                  <a:pt x="60624" y="27756"/>
                </a:lnTo>
                <a:lnTo>
                  <a:pt x="60792" y="28394"/>
                </a:lnTo>
                <a:lnTo>
                  <a:pt x="60952" y="29038"/>
                </a:lnTo>
                <a:lnTo>
                  <a:pt x="61102" y="29688"/>
                </a:lnTo>
                <a:lnTo>
                  <a:pt x="61243" y="30344"/>
                </a:lnTo>
                <a:lnTo>
                  <a:pt x="61376" y="31005"/>
                </a:lnTo>
                <a:lnTo>
                  <a:pt x="61499" y="31672"/>
                </a:lnTo>
                <a:lnTo>
                  <a:pt x="61612" y="32344"/>
                </a:lnTo>
                <a:lnTo>
                  <a:pt x="61717" y="33022"/>
                </a:lnTo>
                <a:lnTo>
                  <a:pt x="61813" y="33706"/>
                </a:lnTo>
                <a:lnTo>
                  <a:pt x="61899" y="34395"/>
                </a:lnTo>
                <a:lnTo>
                  <a:pt x="61977" y="35090"/>
                </a:lnTo>
                <a:lnTo>
                  <a:pt x="62045" y="35791"/>
                </a:lnTo>
                <a:lnTo>
                  <a:pt x="62104" y="36497"/>
                </a:lnTo>
                <a:lnTo>
                  <a:pt x="62155" y="37209"/>
                </a:lnTo>
                <a:lnTo>
                  <a:pt x="62196" y="37926"/>
                </a:lnTo>
                <a:lnTo>
                  <a:pt x="62227" y="38649"/>
                </a:lnTo>
                <a:lnTo>
                  <a:pt x="62250" y="39378"/>
                </a:lnTo>
                <a:lnTo>
                  <a:pt x="62264" y="40112"/>
                </a:lnTo>
                <a:lnTo>
                  <a:pt x="62268" y="40852"/>
                </a:lnTo>
                <a:lnTo>
                  <a:pt x="62264" y="41588"/>
                </a:lnTo>
                <a:lnTo>
                  <a:pt x="62250" y="42317"/>
                </a:lnTo>
                <a:lnTo>
                  <a:pt x="62227" y="43042"/>
                </a:lnTo>
                <a:lnTo>
                  <a:pt x="62196" y="43761"/>
                </a:lnTo>
                <a:lnTo>
                  <a:pt x="62155" y="44474"/>
                </a:lnTo>
                <a:lnTo>
                  <a:pt x="62104" y="45182"/>
                </a:lnTo>
                <a:lnTo>
                  <a:pt x="62045" y="45885"/>
                </a:lnTo>
                <a:lnTo>
                  <a:pt x="61977" y="46582"/>
                </a:lnTo>
                <a:lnTo>
                  <a:pt x="61899" y="47274"/>
                </a:lnTo>
                <a:lnTo>
                  <a:pt x="61813" y="47960"/>
                </a:lnTo>
                <a:lnTo>
                  <a:pt x="61717" y="48641"/>
                </a:lnTo>
                <a:lnTo>
                  <a:pt x="61612" y="49317"/>
                </a:lnTo>
                <a:lnTo>
                  <a:pt x="61499" y="49987"/>
                </a:lnTo>
                <a:lnTo>
                  <a:pt x="61376" y="50651"/>
                </a:lnTo>
                <a:lnTo>
                  <a:pt x="61243" y="51310"/>
                </a:lnTo>
                <a:lnTo>
                  <a:pt x="61102" y="51964"/>
                </a:lnTo>
                <a:lnTo>
                  <a:pt x="60952" y="52613"/>
                </a:lnTo>
                <a:lnTo>
                  <a:pt x="60792" y="53255"/>
                </a:lnTo>
                <a:lnTo>
                  <a:pt x="60624" y="53893"/>
                </a:lnTo>
                <a:lnTo>
                  <a:pt x="60446" y="54525"/>
                </a:lnTo>
                <a:lnTo>
                  <a:pt x="60259" y="55151"/>
                </a:lnTo>
                <a:lnTo>
                  <a:pt x="60064" y="55773"/>
                </a:lnTo>
                <a:lnTo>
                  <a:pt x="59859" y="56388"/>
                </a:lnTo>
                <a:lnTo>
                  <a:pt x="59644" y="56999"/>
                </a:lnTo>
                <a:lnTo>
                  <a:pt x="59421" y="57601"/>
                </a:lnTo>
                <a:lnTo>
                  <a:pt x="59186" y="58193"/>
                </a:lnTo>
                <a:lnTo>
                  <a:pt x="58941" y="58775"/>
                </a:lnTo>
                <a:lnTo>
                  <a:pt x="58686" y="59346"/>
                </a:lnTo>
                <a:lnTo>
                  <a:pt x="58421" y="59907"/>
                </a:lnTo>
                <a:lnTo>
                  <a:pt x="58145" y="60458"/>
                </a:lnTo>
                <a:lnTo>
                  <a:pt x="57858" y="60998"/>
                </a:lnTo>
                <a:lnTo>
                  <a:pt x="57561" y="61528"/>
                </a:lnTo>
                <a:lnTo>
                  <a:pt x="57254" y="62048"/>
                </a:lnTo>
                <a:lnTo>
                  <a:pt x="56936" y="62557"/>
                </a:lnTo>
                <a:lnTo>
                  <a:pt x="56607" y="63056"/>
                </a:lnTo>
                <a:lnTo>
                  <a:pt x="56269" y="63544"/>
                </a:lnTo>
                <a:lnTo>
                  <a:pt x="55919" y="64022"/>
                </a:lnTo>
                <a:lnTo>
                  <a:pt x="55560" y="64490"/>
                </a:lnTo>
                <a:lnTo>
                  <a:pt x="55190" y="64948"/>
                </a:lnTo>
                <a:lnTo>
                  <a:pt x="54809" y="65395"/>
                </a:lnTo>
                <a:lnTo>
                  <a:pt x="54418" y="65832"/>
                </a:lnTo>
                <a:lnTo>
                  <a:pt x="54017" y="66258"/>
                </a:lnTo>
                <a:lnTo>
                  <a:pt x="53605" y="66674"/>
                </a:lnTo>
                <a:lnTo>
                  <a:pt x="53183" y="67080"/>
                </a:lnTo>
                <a:lnTo>
                  <a:pt x="52750" y="67475"/>
                </a:lnTo>
                <a:lnTo>
                  <a:pt x="52307" y="67860"/>
                </a:lnTo>
                <a:lnTo>
                  <a:pt x="51853" y="68235"/>
                </a:lnTo>
                <a:lnTo>
                  <a:pt x="51389" y="68599"/>
                </a:lnTo>
                <a:lnTo>
                  <a:pt x="50914" y="68951"/>
                </a:lnTo>
                <a:lnTo>
                  <a:pt x="50426" y="69287"/>
                </a:lnTo>
                <a:lnTo>
                  <a:pt x="49927" y="69609"/>
                </a:lnTo>
                <a:lnTo>
                  <a:pt x="49415" y="69916"/>
                </a:lnTo>
                <a:lnTo>
                  <a:pt x="48891" y="70208"/>
                </a:lnTo>
                <a:lnTo>
                  <a:pt x="48354" y="70484"/>
                </a:lnTo>
                <a:lnTo>
                  <a:pt x="47806" y="70746"/>
                </a:lnTo>
                <a:lnTo>
                  <a:pt x="47245" y="70993"/>
                </a:lnTo>
                <a:lnTo>
                  <a:pt x="46672" y="71225"/>
                </a:lnTo>
                <a:lnTo>
                  <a:pt x="46087" y="71442"/>
                </a:lnTo>
                <a:lnTo>
                  <a:pt x="45490" y="71644"/>
                </a:lnTo>
                <a:lnTo>
                  <a:pt x="44881" y="71831"/>
                </a:lnTo>
                <a:lnTo>
                  <a:pt x="44259" y="72003"/>
                </a:lnTo>
                <a:lnTo>
                  <a:pt x="43625" y="72160"/>
                </a:lnTo>
                <a:lnTo>
                  <a:pt x="42980" y="72303"/>
                </a:lnTo>
                <a:lnTo>
                  <a:pt x="42321" y="72430"/>
                </a:lnTo>
                <a:lnTo>
                  <a:pt x="41651" y="72542"/>
                </a:lnTo>
                <a:lnTo>
                  <a:pt x="40969" y="72639"/>
                </a:lnTo>
                <a:lnTo>
                  <a:pt x="40274" y="72722"/>
                </a:lnTo>
                <a:lnTo>
                  <a:pt x="39567" y="72789"/>
                </a:lnTo>
                <a:lnTo>
                  <a:pt x="38848" y="72841"/>
                </a:lnTo>
                <a:lnTo>
                  <a:pt x="38117" y="72879"/>
                </a:lnTo>
                <a:lnTo>
                  <a:pt x="37374" y="72901"/>
                </a:lnTo>
                <a:lnTo>
                  <a:pt x="36618" y="72909"/>
                </a:lnTo>
                <a:lnTo>
                  <a:pt x="35863" y="72901"/>
                </a:lnTo>
                <a:lnTo>
                  <a:pt x="35119" y="72879"/>
                </a:lnTo>
                <a:close/>
                <a:moveTo>
                  <a:pt x="220613" y="37686"/>
                </a:moveTo>
                <a:lnTo>
                  <a:pt x="220777" y="37462"/>
                </a:lnTo>
                <a:lnTo>
                  <a:pt x="220943" y="37239"/>
                </a:lnTo>
                <a:lnTo>
                  <a:pt x="221111" y="37019"/>
                </a:lnTo>
                <a:lnTo>
                  <a:pt x="221280" y="36800"/>
                </a:lnTo>
                <a:lnTo>
                  <a:pt x="221451" y="36585"/>
                </a:lnTo>
                <a:lnTo>
                  <a:pt x="221623" y="36371"/>
                </a:lnTo>
                <a:lnTo>
                  <a:pt x="221796" y="36160"/>
                </a:lnTo>
                <a:lnTo>
                  <a:pt x="221972" y="35951"/>
                </a:lnTo>
                <a:lnTo>
                  <a:pt x="222148" y="35744"/>
                </a:lnTo>
                <a:lnTo>
                  <a:pt x="222327" y="35539"/>
                </a:lnTo>
                <a:lnTo>
                  <a:pt x="222507" y="35337"/>
                </a:lnTo>
                <a:lnTo>
                  <a:pt x="222688" y="35137"/>
                </a:lnTo>
                <a:lnTo>
                  <a:pt x="222871" y="34940"/>
                </a:lnTo>
                <a:lnTo>
                  <a:pt x="223055" y="34744"/>
                </a:lnTo>
                <a:lnTo>
                  <a:pt x="223241" y="34551"/>
                </a:lnTo>
                <a:lnTo>
                  <a:pt x="223429" y="34360"/>
                </a:lnTo>
                <a:lnTo>
                  <a:pt x="223618" y="34172"/>
                </a:lnTo>
                <a:lnTo>
                  <a:pt x="223808" y="33985"/>
                </a:lnTo>
                <a:lnTo>
                  <a:pt x="224000" y="33801"/>
                </a:lnTo>
                <a:lnTo>
                  <a:pt x="224194" y="33619"/>
                </a:lnTo>
                <a:lnTo>
                  <a:pt x="224389" y="33440"/>
                </a:lnTo>
                <a:lnTo>
                  <a:pt x="224586" y="33262"/>
                </a:lnTo>
                <a:lnTo>
                  <a:pt x="224784" y="33087"/>
                </a:lnTo>
                <a:lnTo>
                  <a:pt x="224985" y="32915"/>
                </a:lnTo>
                <a:lnTo>
                  <a:pt x="225188" y="32746"/>
                </a:lnTo>
                <a:lnTo>
                  <a:pt x="225394" y="32580"/>
                </a:lnTo>
                <a:lnTo>
                  <a:pt x="225604" y="32416"/>
                </a:lnTo>
                <a:lnTo>
                  <a:pt x="225816" y="32257"/>
                </a:lnTo>
                <a:lnTo>
                  <a:pt x="226032" y="32100"/>
                </a:lnTo>
                <a:lnTo>
                  <a:pt x="226250" y="31946"/>
                </a:lnTo>
                <a:lnTo>
                  <a:pt x="226471" y="31796"/>
                </a:lnTo>
                <a:lnTo>
                  <a:pt x="226695" y="31649"/>
                </a:lnTo>
                <a:lnTo>
                  <a:pt x="226923" y="31504"/>
                </a:lnTo>
                <a:lnTo>
                  <a:pt x="227153" y="31363"/>
                </a:lnTo>
                <a:lnTo>
                  <a:pt x="227386" y="31226"/>
                </a:lnTo>
                <a:lnTo>
                  <a:pt x="227622" y="31091"/>
                </a:lnTo>
                <a:lnTo>
                  <a:pt x="227861" y="30959"/>
                </a:lnTo>
                <a:lnTo>
                  <a:pt x="228103" y="30831"/>
                </a:lnTo>
                <a:lnTo>
                  <a:pt x="228348" y="30706"/>
                </a:lnTo>
                <a:lnTo>
                  <a:pt x="228596" y="30583"/>
                </a:lnTo>
                <a:lnTo>
                  <a:pt x="228847" y="30464"/>
                </a:lnTo>
                <a:lnTo>
                  <a:pt x="229101" y="30349"/>
                </a:lnTo>
                <a:lnTo>
                  <a:pt x="229358" y="30236"/>
                </a:lnTo>
                <a:lnTo>
                  <a:pt x="229618" y="30126"/>
                </a:lnTo>
                <a:lnTo>
                  <a:pt x="229881" y="30020"/>
                </a:lnTo>
                <a:lnTo>
                  <a:pt x="230147" y="29917"/>
                </a:lnTo>
                <a:lnTo>
                  <a:pt x="230415" y="29817"/>
                </a:lnTo>
                <a:lnTo>
                  <a:pt x="230687" y="29720"/>
                </a:lnTo>
                <a:lnTo>
                  <a:pt x="230963" y="29627"/>
                </a:lnTo>
                <a:lnTo>
                  <a:pt x="231243" y="29539"/>
                </a:lnTo>
                <a:lnTo>
                  <a:pt x="231526" y="29455"/>
                </a:lnTo>
                <a:lnTo>
                  <a:pt x="231813" y="29374"/>
                </a:lnTo>
                <a:lnTo>
                  <a:pt x="232103" y="29298"/>
                </a:lnTo>
                <a:lnTo>
                  <a:pt x="232398" y="29226"/>
                </a:lnTo>
                <a:lnTo>
                  <a:pt x="232695" y="29159"/>
                </a:lnTo>
                <a:lnTo>
                  <a:pt x="232997" y="29095"/>
                </a:lnTo>
                <a:lnTo>
                  <a:pt x="233302" y="29035"/>
                </a:lnTo>
                <a:lnTo>
                  <a:pt x="233611" y="28980"/>
                </a:lnTo>
                <a:lnTo>
                  <a:pt x="233924" y="28928"/>
                </a:lnTo>
                <a:lnTo>
                  <a:pt x="234240" y="28881"/>
                </a:lnTo>
                <a:lnTo>
                  <a:pt x="234560" y="28838"/>
                </a:lnTo>
                <a:lnTo>
                  <a:pt x="234884" y="28799"/>
                </a:lnTo>
                <a:lnTo>
                  <a:pt x="235211" y="28764"/>
                </a:lnTo>
                <a:lnTo>
                  <a:pt x="235542" y="28733"/>
                </a:lnTo>
                <a:lnTo>
                  <a:pt x="235877" y="28706"/>
                </a:lnTo>
                <a:lnTo>
                  <a:pt x="236216" y="28684"/>
                </a:lnTo>
                <a:lnTo>
                  <a:pt x="236558" y="28665"/>
                </a:lnTo>
                <a:lnTo>
                  <a:pt x="236904" y="28651"/>
                </a:lnTo>
                <a:lnTo>
                  <a:pt x="237253" y="28640"/>
                </a:lnTo>
                <a:lnTo>
                  <a:pt x="237606" y="28634"/>
                </a:lnTo>
                <a:lnTo>
                  <a:pt x="237963" y="28632"/>
                </a:lnTo>
                <a:lnTo>
                  <a:pt x="239319" y="28632"/>
                </a:lnTo>
                <a:lnTo>
                  <a:pt x="239319" y="19600"/>
                </a:lnTo>
                <a:lnTo>
                  <a:pt x="238140" y="19600"/>
                </a:lnTo>
                <a:lnTo>
                  <a:pt x="237574" y="19605"/>
                </a:lnTo>
                <a:lnTo>
                  <a:pt x="237018" y="19621"/>
                </a:lnTo>
                <a:lnTo>
                  <a:pt x="236470" y="19647"/>
                </a:lnTo>
                <a:lnTo>
                  <a:pt x="235930" y="19683"/>
                </a:lnTo>
                <a:lnTo>
                  <a:pt x="235400" y="19730"/>
                </a:lnTo>
                <a:lnTo>
                  <a:pt x="234878" y="19788"/>
                </a:lnTo>
                <a:lnTo>
                  <a:pt x="234366" y="19856"/>
                </a:lnTo>
                <a:lnTo>
                  <a:pt x="233862" y="19934"/>
                </a:lnTo>
                <a:lnTo>
                  <a:pt x="233366" y="20023"/>
                </a:lnTo>
                <a:lnTo>
                  <a:pt x="232880" y="20122"/>
                </a:lnTo>
                <a:lnTo>
                  <a:pt x="232403" y="20232"/>
                </a:lnTo>
                <a:lnTo>
                  <a:pt x="231934" y="20352"/>
                </a:lnTo>
                <a:lnTo>
                  <a:pt x="231474" y="20483"/>
                </a:lnTo>
                <a:lnTo>
                  <a:pt x="231023" y="20624"/>
                </a:lnTo>
                <a:lnTo>
                  <a:pt x="230580" y="20776"/>
                </a:lnTo>
                <a:lnTo>
                  <a:pt x="230147" y="20938"/>
                </a:lnTo>
                <a:lnTo>
                  <a:pt x="229722" y="21110"/>
                </a:lnTo>
                <a:lnTo>
                  <a:pt x="229306" y="21293"/>
                </a:lnTo>
                <a:lnTo>
                  <a:pt x="228899" y="21487"/>
                </a:lnTo>
                <a:lnTo>
                  <a:pt x="228501" y="21691"/>
                </a:lnTo>
                <a:lnTo>
                  <a:pt x="228111" y="21905"/>
                </a:lnTo>
                <a:lnTo>
                  <a:pt x="227730" y="22130"/>
                </a:lnTo>
                <a:lnTo>
                  <a:pt x="227358" y="22365"/>
                </a:lnTo>
                <a:lnTo>
                  <a:pt x="226995" y="22611"/>
                </a:lnTo>
                <a:lnTo>
                  <a:pt x="226640" y="22864"/>
                </a:lnTo>
                <a:lnTo>
                  <a:pt x="226291" y="23122"/>
                </a:lnTo>
                <a:lnTo>
                  <a:pt x="225948" y="23385"/>
                </a:lnTo>
                <a:lnTo>
                  <a:pt x="225611" y="23653"/>
                </a:lnTo>
                <a:lnTo>
                  <a:pt x="225281" y="23927"/>
                </a:lnTo>
                <a:lnTo>
                  <a:pt x="224957" y="24204"/>
                </a:lnTo>
                <a:lnTo>
                  <a:pt x="224640" y="24487"/>
                </a:lnTo>
                <a:lnTo>
                  <a:pt x="224329" y="24775"/>
                </a:lnTo>
                <a:lnTo>
                  <a:pt x="224024" y="25068"/>
                </a:lnTo>
                <a:lnTo>
                  <a:pt x="223726" y="25366"/>
                </a:lnTo>
                <a:lnTo>
                  <a:pt x="223433" y="25668"/>
                </a:lnTo>
                <a:lnTo>
                  <a:pt x="223148" y="25976"/>
                </a:lnTo>
                <a:lnTo>
                  <a:pt x="222868" y="26288"/>
                </a:lnTo>
                <a:lnTo>
                  <a:pt x="222595" y="26605"/>
                </a:lnTo>
                <a:lnTo>
                  <a:pt x="222329" y="26927"/>
                </a:lnTo>
                <a:lnTo>
                  <a:pt x="222068" y="27255"/>
                </a:lnTo>
                <a:lnTo>
                  <a:pt x="221814" y="27587"/>
                </a:lnTo>
                <a:lnTo>
                  <a:pt x="221567" y="27924"/>
                </a:lnTo>
                <a:lnTo>
                  <a:pt x="221325" y="28266"/>
                </a:lnTo>
                <a:lnTo>
                  <a:pt x="221091" y="28612"/>
                </a:lnTo>
                <a:lnTo>
                  <a:pt x="220862" y="28964"/>
                </a:lnTo>
                <a:lnTo>
                  <a:pt x="220640" y="29321"/>
                </a:lnTo>
                <a:lnTo>
                  <a:pt x="220424" y="29682"/>
                </a:lnTo>
                <a:lnTo>
                  <a:pt x="220214" y="30049"/>
                </a:lnTo>
                <a:lnTo>
                  <a:pt x="219860" y="20662"/>
                </a:lnTo>
                <a:lnTo>
                  <a:pt x="210603" y="20662"/>
                </a:lnTo>
                <a:lnTo>
                  <a:pt x="210603" y="80524"/>
                </a:lnTo>
                <a:lnTo>
                  <a:pt x="220450" y="80524"/>
                </a:lnTo>
                <a:lnTo>
                  <a:pt x="220450" y="37914"/>
                </a:lnTo>
                <a:lnTo>
                  <a:pt x="220613" y="37686"/>
                </a:lnTo>
                <a:close/>
                <a:moveTo>
                  <a:pt x="174484" y="81548"/>
                </a:moveTo>
                <a:lnTo>
                  <a:pt x="175050" y="81518"/>
                </a:lnTo>
                <a:lnTo>
                  <a:pt x="175609" y="81479"/>
                </a:lnTo>
                <a:lnTo>
                  <a:pt x="176161" y="81432"/>
                </a:lnTo>
                <a:lnTo>
                  <a:pt x="176707" y="81375"/>
                </a:lnTo>
                <a:lnTo>
                  <a:pt x="177246" y="81311"/>
                </a:lnTo>
                <a:lnTo>
                  <a:pt x="177778" y="81237"/>
                </a:lnTo>
                <a:lnTo>
                  <a:pt x="178304" y="81155"/>
                </a:lnTo>
                <a:lnTo>
                  <a:pt x="178822" y="81065"/>
                </a:lnTo>
                <a:lnTo>
                  <a:pt x="179334" y="80966"/>
                </a:lnTo>
                <a:lnTo>
                  <a:pt x="179840" y="80858"/>
                </a:lnTo>
                <a:lnTo>
                  <a:pt x="180338" y="80741"/>
                </a:lnTo>
                <a:lnTo>
                  <a:pt x="180830" y="80616"/>
                </a:lnTo>
                <a:lnTo>
                  <a:pt x="181315" y="80482"/>
                </a:lnTo>
                <a:lnTo>
                  <a:pt x="181793" y="80340"/>
                </a:lnTo>
                <a:lnTo>
                  <a:pt x="182264" y="80189"/>
                </a:lnTo>
                <a:lnTo>
                  <a:pt x="182729" y="80029"/>
                </a:lnTo>
                <a:lnTo>
                  <a:pt x="183187" y="79861"/>
                </a:lnTo>
                <a:lnTo>
                  <a:pt x="183638" y="79684"/>
                </a:lnTo>
                <a:lnTo>
                  <a:pt x="184082" y="79499"/>
                </a:lnTo>
                <a:lnTo>
                  <a:pt x="184520" y="79305"/>
                </a:lnTo>
                <a:lnTo>
                  <a:pt x="184951" y="79102"/>
                </a:lnTo>
                <a:lnTo>
                  <a:pt x="185375" y="78891"/>
                </a:lnTo>
                <a:lnTo>
                  <a:pt x="185790" y="78673"/>
                </a:lnTo>
                <a:lnTo>
                  <a:pt x="186198" y="78448"/>
                </a:lnTo>
                <a:lnTo>
                  <a:pt x="186598" y="78215"/>
                </a:lnTo>
                <a:lnTo>
                  <a:pt x="186990" y="77975"/>
                </a:lnTo>
                <a:lnTo>
                  <a:pt x="187374" y="77728"/>
                </a:lnTo>
                <a:lnTo>
                  <a:pt x="187750" y="77474"/>
                </a:lnTo>
                <a:lnTo>
                  <a:pt x="188119" y="77212"/>
                </a:lnTo>
                <a:lnTo>
                  <a:pt x="188479" y="76943"/>
                </a:lnTo>
                <a:lnTo>
                  <a:pt x="188832" y="76667"/>
                </a:lnTo>
                <a:lnTo>
                  <a:pt x="189177" y="76384"/>
                </a:lnTo>
                <a:lnTo>
                  <a:pt x="189514" y="76094"/>
                </a:lnTo>
                <a:lnTo>
                  <a:pt x="189842" y="75796"/>
                </a:lnTo>
                <a:lnTo>
                  <a:pt x="190164" y="75491"/>
                </a:lnTo>
                <a:lnTo>
                  <a:pt x="190477" y="75179"/>
                </a:lnTo>
                <a:lnTo>
                  <a:pt x="190782" y="74859"/>
                </a:lnTo>
                <a:lnTo>
                  <a:pt x="191080" y="74533"/>
                </a:lnTo>
                <a:lnTo>
                  <a:pt x="191369" y="74199"/>
                </a:lnTo>
                <a:lnTo>
                  <a:pt x="191651" y="73858"/>
                </a:lnTo>
                <a:lnTo>
                  <a:pt x="191925" y="73509"/>
                </a:lnTo>
                <a:lnTo>
                  <a:pt x="192190" y="73154"/>
                </a:lnTo>
                <a:lnTo>
                  <a:pt x="192449" y="72791"/>
                </a:lnTo>
                <a:lnTo>
                  <a:pt x="192699" y="72421"/>
                </a:lnTo>
                <a:lnTo>
                  <a:pt x="192941" y="72043"/>
                </a:lnTo>
                <a:lnTo>
                  <a:pt x="193175" y="71659"/>
                </a:lnTo>
                <a:lnTo>
                  <a:pt x="193399" y="71269"/>
                </a:lnTo>
                <a:lnTo>
                  <a:pt x="193614" y="70873"/>
                </a:lnTo>
                <a:lnTo>
                  <a:pt x="193820" y="70470"/>
                </a:lnTo>
                <a:lnTo>
                  <a:pt x="194016" y="70062"/>
                </a:lnTo>
                <a:lnTo>
                  <a:pt x="194203" y="69647"/>
                </a:lnTo>
                <a:lnTo>
                  <a:pt x="194381" y="69227"/>
                </a:lnTo>
                <a:lnTo>
                  <a:pt x="194549" y="68800"/>
                </a:lnTo>
                <a:lnTo>
                  <a:pt x="194709" y="68367"/>
                </a:lnTo>
                <a:lnTo>
                  <a:pt x="194858" y="67929"/>
                </a:lnTo>
                <a:lnTo>
                  <a:pt x="194999" y="67484"/>
                </a:lnTo>
                <a:lnTo>
                  <a:pt x="195130" y="67033"/>
                </a:lnTo>
                <a:lnTo>
                  <a:pt x="195252" y="66576"/>
                </a:lnTo>
                <a:lnTo>
                  <a:pt x="195364" y="66113"/>
                </a:lnTo>
                <a:lnTo>
                  <a:pt x="195468" y="65643"/>
                </a:lnTo>
                <a:lnTo>
                  <a:pt x="195562" y="65168"/>
                </a:lnTo>
                <a:lnTo>
                  <a:pt x="195646" y="64687"/>
                </a:lnTo>
                <a:lnTo>
                  <a:pt x="195722" y="64200"/>
                </a:lnTo>
                <a:lnTo>
                  <a:pt x="195788" y="63706"/>
                </a:lnTo>
                <a:lnTo>
                  <a:pt x="195844" y="63207"/>
                </a:lnTo>
                <a:lnTo>
                  <a:pt x="195892" y="62701"/>
                </a:lnTo>
                <a:lnTo>
                  <a:pt x="195930" y="62189"/>
                </a:lnTo>
                <a:lnTo>
                  <a:pt x="195958" y="61672"/>
                </a:lnTo>
                <a:lnTo>
                  <a:pt x="195978" y="61148"/>
                </a:lnTo>
                <a:lnTo>
                  <a:pt x="186248" y="61148"/>
                </a:lnTo>
                <a:lnTo>
                  <a:pt x="186228" y="61661"/>
                </a:lnTo>
                <a:lnTo>
                  <a:pt x="186196" y="62165"/>
                </a:lnTo>
                <a:lnTo>
                  <a:pt x="186152" y="62658"/>
                </a:lnTo>
                <a:lnTo>
                  <a:pt x="186097" y="63141"/>
                </a:lnTo>
                <a:lnTo>
                  <a:pt x="186030" y="63614"/>
                </a:lnTo>
                <a:lnTo>
                  <a:pt x="185952" y="64076"/>
                </a:lnTo>
                <a:lnTo>
                  <a:pt x="185862" y="64529"/>
                </a:lnTo>
                <a:lnTo>
                  <a:pt x="185760" y="64971"/>
                </a:lnTo>
                <a:lnTo>
                  <a:pt x="185647" y="65404"/>
                </a:lnTo>
                <a:lnTo>
                  <a:pt x="185522" y="65826"/>
                </a:lnTo>
                <a:lnTo>
                  <a:pt x="185386" y="66238"/>
                </a:lnTo>
                <a:lnTo>
                  <a:pt x="185238" y="66640"/>
                </a:lnTo>
                <a:lnTo>
                  <a:pt x="185079" y="67032"/>
                </a:lnTo>
                <a:lnTo>
                  <a:pt x="184908" y="67413"/>
                </a:lnTo>
                <a:lnTo>
                  <a:pt x="184726" y="67785"/>
                </a:lnTo>
                <a:lnTo>
                  <a:pt x="184532" y="68146"/>
                </a:lnTo>
                <a:lnTo>
                  <a:pt x="184326" y="68497"/>
                </a:lnTo>
                <a:lnTo>
                  <a:pt x="184109" y="68838"/>
                </a:lnTo>
                <a:lnTo>
                  <a:pt x="183880" y="69169"/>
                </a:lnTo>
                <a:lnTo>
                  <a:pt x="183640" y="69490"/>
                </a:lnTo>
                <a:lnTo>
                  <a:pt x="183388" y="69800"/>
                </a:lnTo>
                <a:lnTo>
                  <a:pt x="183124" y="70100"/>
                </a:lnTo>
                <a:lnTo>
                  <a:pt x="182849" y="70391"/>
                </a:lnTo>
                <a:lnTo>
                  <a:pt x="182563" y="70671"/>
                </a:lnTo>
                <a:lnTo>
                  <a:pt x="182266" y="70940"/>
                </a:lnTo>
                <a:lnTo>
                  <a:pt x="181959" y="71198"/>
                </a:lnTo>
                <a:lnTo>
                  <a:pt x="181642" y="71444"/>
                </a:lnTo>
                <a:lnTo>
                  <a:pt x="181316" y="71679"/>
                </a:lnTo>
                <a:lnTo>
                  <a:pt x="180979" y="71903"/>
                </a:lnTo>
                <a:lnTo>
                  <a:pt x="180634" y="72115"/>
                </a:lnTo>
                <a:lnTo>
                  <a:pt x="180278" y="72315"/>
                </a:lnTo>
                <a:lnTo>
                  <a:pt x="179913" y="72504"/>
                </a:lnTo>
                <a:lnTo>
                  <a:pt x="179538" y="72682"/>
                </a:lnTo>
                <a:lnTo>
                  <a:pt x="179153" y="72848"/>
                </a:lnTo>
                <a:lnTo>
                  <a:pt x="178758" y="73003"/>
                </a:lnTo>
                <a:lnTo>
                  <a:pt x="178354" y="73146"/>
                </a:lnTo>
                <a:lnTo>
                  <a:pt x="177940" y="73278"/>
                </a:lnTo>
                <a:lnTo>
                  <a:pt x="177517" y="73398"/>
                </a:lnTo>
                <a:lnTo>
                  <a:pt x="177083" y="73507"/>
                </a:lnTo>
                <a:lnTo>
                  <a:pt x="176640" y="73605"/>
                </a:lnTo>
                <a:lnTo>
                  <a:pt x="176187" y="73690"/>
                </a:lnTo>
                <a:lnTo>
                  <a:pt x="175725" y="73765"/>
                </a:lnTo>
                <a:lnTo>
                  <a:pt x="175252" y="73828"/>
                </a:lnTo>
                <a:lnTo>
                  <a:pt x="174770" y="73880"/>
                </a:lnTo>
                <a:lnTo>
                  <a:pt x="174279" y="73920"/>
                </a:lnTo>
                <a:lnTo>
                  <a:pt x="173777" y="73948"/>
                </a:lnTo>
                <a:lnTo>
                  <a:pt x="173266" y="73966"/>
                </a:lnTo>
                <a:lnTo>
                  <a:pt x="172745" y="73971"/>
                </a:lnTo>
                <a:lnTo>
                  <a:pt x="172262" y="73966"/>
                </a:lnTo>
                <a:lnTo>
                  <a:pt x="171787" y="73951"/>
                </a:lnTo>
                <a:lnTo>
                  <a:pt x="171320" y="73925"/>
                </a:lnTo>
                <a:lnTo>
                  <a:pt x="170860" y="73888"/>
                </a:lnTo>
                <a:lnTo>
                  <a:pt x="170409" y="73842"/>
                </a:lnTo>
                <a:lnTo>
                  <a:pt x="169964" y="73785"/>
                </a:lnTo>
                <a:lnTo>
                  <a:pt x="169528" y="73717"/>
                </a:lnTo>
                <a:lnTo>
                  <a:pt x="169099" y="73639"/>
                </a:lnTo>
                <a:lnTo>
                  <a:pt x="168678" y="73551"/>
                </a:lnTo>
                <a:lnTo>
                  <a:pt x="168264" y="73453"/>
                </a:lnTo>
                <a:lnTo>
                  <a:pt x="167858" y="73344"/>
                </a:lnTo>
                <a:lnTo>
                  <a:pt x="167460" y="73225"/>
                </a:lnTo>
                <a:lnTo>
                  <a:pt x="167070" y="73095"/>
                </a:lnTo>
                <a:lnTo>
                  <a:pt x="166687" y="72955"/>
                </a:lnTo>
                <a:lnTo>
                  <a:pt x="166312" y="72805"/>
                </a:lnTo>
                <a:lnTo>
                  <a:pt x="165944" y="72644"/>
                </a:lnTo>
                <a:lnTo>
                  <a:pt x="165584" y="72473"/>
                </a:lnTo>
                <a:lnTo>
                  <a:pt x="165232" y="72291"/>
                </a:lnTo>
                <a:lnTo>
                  <a:pt x="164888" y="72099"/>
                </a:lnTo>
                <a:lnTo>
                  <a:pt x="164551" y="71897"/>
                </a:lnTo>
                <a:lnTo>
                  <a:pt x="164222" y="71684"/>
                </a:lnTo>
                <a:lnTo>
                  <a:pt x="163901" y="71462"/>
                </a:lnTo>
                <a:lnTo>
                  <a:pt x="163587" y="71228"/>
                </a:lnTo>
                <a:lnTo>
                  <a:pt x="163281" y="70984"/>
                </a:lnTo>
                <a:lnTo>
                  <a:pt x="162982" y="70732"/>
                </a:lnTo>
                <a:lnTo>
                  <a:pt x="162690" y="70473"/>
                </a:lnTo>
                <a:lnTo>
                  <a:pt x="162405" y="70207"/>
                </a:lnTo>
                <a:lnTo>
                  <a:pt x="162127" y="69934"/>
                </a:lnTo>
                <a:lnTo>
                  <a:pt x="161856" y="69654"/>
                </a:lnTo>
                <a:lnTo>
                  <a:pt x="161591" y="69368"/>
                </a:lnTo>
                <a:lnTo>
                  <a:pt x="161333" y="69074"/>
                </a:lnTo>
                <a:lnTo>
                  <a:pt x="161083" y="68774"/>
                </a:lnTo>
                <a:lnTo>
                  <a:pt x="160839" y="68467"/>
                </a:lnTo>
                <a:lnTo>
                  <a:pt x="160602" y="68154"/>
                </a:lnTo>
                <a:lnTo>
                  <a:pt x="160372" y="67833"/>
                </a:lnTo>
                <a:lnTo>
                  <a:pt x="160148" y="67506"/>
                </a:lnTo>
                <a:lnTo>
                  <a:pt x="159932" y="67172"/>
                </a:lnTo>
                <a:lnTo>
                  <a:pt x="159722" y="66831"/>
                </a:lnTo>
                <a:lnTo>
                  <a:pt x="159519" y="66483"/>
                </a:lnTo>
                <a:lnTo>
                  <a:pt x="159324" y="66129"/>
                </a:lnTo>
                <a:lnTo>
                  <a:pt x="159135" y="65767"/>
                </a:lnTo>
                <a:lnTo>
                  <a:pt x="158952" y="65399"/>
                </a:lnTo>
                <a:lnTo>
                  <a:pt x="158777" y="65024"/>
                </a:lnTo>
                <a:lnTo>
                  <a:pt x="158609" y="64643"/>
                </a:lnTo>
                <a:lnTo>
                  <a:pt x="158447" y="64254"/>
                </a:lnTo>
                <a:lnTo>
                  <a:pt x="158292" y="63859"/>
                </a:lnTo>
                <a:lnTo>
                  <a:pt x="158144" y="63457"/>
                </a:lnTo>
                <a:lnTo>
                  <a:pt x="158003" y="63048"/>
                </a:lnTo>
                <a:lnTo>
                  <a:pt x="157869" y="62634"/>
                </a:lnTo>
                <a:lnTo>
                  <a:pt x="157739" y="62217"/>
                </a:lnTo>
                <a:lnTo>
                  <a:pt x="157615" y="61796"/>
                </a:lnTo>
                <a:lnTo>
                  <a:pt x="157497" y="61372"/>
                </a:lnTo>
                <a:lnTo>
                  <a:pt x="157385" y="60944"/>
                </a:lnTo>
                <a:lnTo>
                  <a:pt x="157277" y="60514"/>
                </a:lnTo>
                <a:lnTo>
                  <a:pt x="157176" y="60080"/>
                </a:lnTo>
                <a:lnTo>
                  <a:pt x="157080" y="59642"/>
                </a:lnTo>
                <a:lnTo>
                  <a:pt x="156989" y="59201"/>
                </a:lnTo>
                <a:lnTo>
                  <a:pt x="156904" y="58757"/>
                </a:lnTo>
                <a:lnTo>
                  <a:pt x="156824" y="58310"/>
                </a:lnTo>
                <a:lnTo>
                  <a:pt x="156750" y="57859"/>
                </a:lnTo>
                <a:lnTo>
                  <a:pt x="156682" y="57405"/>
                </a:lnTo>
                <a:lnTo>
                  <a:pt x="156619" y="56947"/>
                </a:lnTo>
                <a:lnTo>
                  <a:pt x="156561" y="56486"/>
                </a:lnTo>
                <a:lnTo>
                  <a:pt x="156510" y="56022"/>
                </a:lnTo>
                <a:lnTo>
                  <a:pt x="156463" y="55554"/>
                </a:lnTo>
                <a:lnTo>
                  <a:pt x="156422" y="55083"/>
                </a:lnTo>
                <a:lnTo>
                  <a:pt x="156387" y="54609"/>
                </a:lnTo>
                <a:lnTo>
                  <a:pt x="156357" y="54131"/>
                </a:lnTo>
                <a:lnTo>
                  <a:pt x="156333" y="53650"/>
                </a:lnTo>
                <a:lnTo>
                  <a:pt x="156314" y="53166"/>
                </a:lnTo>
                <a:lnTo>
                  <a:pt x="156301" y="52678"/>
                </a:lnTo>
                <a:lnTo>
                  <a:pt x="156293" y="52187"/>
                </a:lnTo>
                <a:lnTo>
                  <a:pt x="195742" y="52187"/>
                </a:lnTo>
                <a:lnTo>
                  <a:pt x="195752" y="52140"/>
                </a:lnTo>
                <a:lnTo>
                  <a:pt x="195761" y="52090"/>
                </a:lnTo>
                <a:lnTo>
                  <a:pt x="195770" y="52038"/>
                </a:lnTo>
                <a:lnTo>
                  <a:pt x="195779" y="51983"/>
                </a:lnTo>
                <a:lnTo>
                  <a:pt x="195787" y="51926"/>
                </a:lnTo>
                <a:lnTo>
                  <a:pt x="195795" y="51866"/>
                </a:lnTo>
                <a:lnTo>
                  <a:pt x="195803" y="51804"/>
                </a:lnTo>
                <a:lnTo>
                  <a:pt x="195811" y="51740"/>
                </a:lnTo>
                <a:lnTo>
                  <a:pt x="195818" y="51673"/>
                </a:lnTo>
                <a:lnTo>
                  <a:pt x="195825" y="51603"/>
                </a:lnTo>
                <a:lnTo>
                  <a:pt x="195831" y="51531"/>
                </a:lnTo>
                <a:lnTo>
                  <a:pt x="195838" y="51457"/>
                </a:lnTo>
                <a:lnTo>
                  <a:pt x="195844" y="51380"/>
                </a:lnTo>
                <a:lnTo>
                  <a:pt x="195849" y="51301"/>
                </a:lnTo>
                <a:lnTo>
                  <a:pt x="195855" y="51219"/>
                </a:lnTo>
                <a:lnTo>
                  <a:pt x="195860" y="51135"/>
                </a:lnTo>
                <a:lnTo>
                  <a:pt x="195865" y="51049"/>
                </a:lnTo>
                <a:lnTo>
                  <a:pt x="195869" y="50960"/>
                </a:lnTo>
                <a:lnTo>
                  <a:pt x="195873" y="50868"/>
                </a:lnTo>
                <a:lnTo>
                  <a:pt x="195877" y="50774"/>
                </a:lnTo>
                <a:lnTo>
                  <a:pt x="195880" y="50678"/>
                </a:lnTo>
                <a:lnTo>
                  <a:pt x="195884" y="50579"/>
                </a:lnTo>
                <a:lnTo>
                  <a:pt x="195887" y="50478"/>
                </a:lnTo>
                <a:lnTo>
                  <a:pt x="195889" y="50374"/>
                </a:lnTo>
                <a:lnTo>
                  <a:pt x="195892" y="50269"/>
                </a:lnTo>
                <a:lnTo>
                  <a:pt x="195894" y="50166"/>
                </a:lnTo>
                <a:lnTo>
                  <a:pt x="195896" y="50064"/>
                </a:lnTo>
                <a:lnTo>
                  <a:pt x="195898" y="49963"/>
                </a:lnTo>
                <a:lnTo>
                  <a:pt x="195900" y="49863"/>
                </a:lnTo>
                <a:lnTo>
                  <a:pt x="195902" y="49765"/>
                </a:lnTo>
                <a:lnTo>
                  <a:pt x="195904" y="49667"/>
                </a:lnTo>
                <a:lnTo>
                  <a:pt x="195906" y="49571"/>
                </a:lnTo>
                <a:lnTo>
                  <a:pt x="195907" y="49476"/>
                </a:lnTo>
                <a:lnTo>
                  <a:pt x="195909" y="49382"/>
                </a:lnTo>
                <a:lnTo>
                  <a:pt x="195910" y="49290"/>
                </a:lnTo>
                <a:lnTo>
                  <a:pt x="195911" y="49198"/>
                </a:lnTo>
                <a:lnTo>
                  <a:pt x="195913" y="49108"/>
                </a:lnTo>
                <a:lnTo>
                  <a:pt x="195914" y="49019"/>
                </a:lnTo>
                <a:lnTo>
                  <a:pt x="195915" y="48931"/>
                </a:lnTo>
                <a:lnTo>
                  <a:pt x="195915" y="48844"/>
                </a:lnTo>
                <a:lnTo>
                  <a:pt x="195916" y="48758"/>
                </a:lnTo>
                <a:lnTo>
                  <a:pt x="195917" y="48674"/>
                </a:lnTo>
                <a:lnTo>
                  <a:pt x="195917" y="48590"/>
                </a:lnTo>
                <a:lnTo>
                  <a:pt x="195918" y="48508"/>
                </a:lnTo>
                <a:lnTo>
                  <a:pt x="195918" y="48427"/>
                </a:lnTo>
                <a:lnTo>
                  <a:pt x="195919" y="48347"/>
                </a:lnTo>
                <a:lnTo>
                  <a:pt x="195919" y="48269"/>
                </a:lnTo>
                <a:lnTo>
                  <a:pt x="195919" y="48191"/>
                </a:lnTo>
                <a:lnTo>
                  <a:pt x="195908" y="47050"/>
                </a:lnTo>
                <a:lnTo>
                  <a:pt x="195874" y="45930"/>
                </a:lnTo>
                <a:lnTo>
                  <a:pt x="195818" y="44834"/>
                </a:lnTo>
                <a:lnTo>
                  <a:pt x="195740" y="43759"/>
                </a:lnTo>
                <a:lnTo>
                  <a:pt x="195640" y="42707"/>
                </a:lnTo>
                <a:lnTo>
                  <a:pt x="195517" y="41678"/>
                </a:lnTo>
                <a:lnTo>
                  <a:pt x="195372" y="40670"/>
                </a:lnTo>
                <a:lnTo>
                  <a:pt x="195205" y="39686"/>
                </a:lnTo>
                <a:lnTo>
                  <a:pt x="195015" y="38723"/>
                </a:lnTo>
                <a:lnTo>
                  <a:pt x="194803" y="37783"/>
                </a:lnTo>
                <a:lnTo>
                  <a:pt x="194569" y="36866"/>
                </a:lnTo>
                <a:lnTo>
                  <a:pt x="194312" y="35971"/>
                </a:lnTo>
                <a:lnTo>
                  <a:pt x="194033" y="35098"/>
                </a:lnTo>
                <a:lnTo>
                  <a:pt x="193732" y="34248"/>
                </a:lnTo>
                <a:lnTo>
                  <a:pt x="193408" y="33420"/>
                </a:lnTo>
                <a:lnTo>
                  <a:pt x="193062" y="32615"/>
                </a:lnTo>
                <a:lnTo>
                  <a:pt x="192694" y="31832"/>
                </a:lnTo>
                <a:lnTo>
                  <a:pt x="192303" y="31071"/>
                </a:lnTo>
                <a:lnTo>
                  <a:pt x="191890" y="30333"/>
                </a:lnTo>
                <a:lnTo>
                  <a:pt x="191455" y="29618"/>
                </a:lnTo>
                <a:lnTo>
                  <a:pt x="190998" y="28924"/>
                </a:lnTo>
                <a:lnTo>
                  <a:pt x="190518" y="28254"/>
                </a:lnTo>
                <a:lnTo>
                  <a:pt x="190016" y="27605"/>
                </a:lnTo>
                <a:lnTo>
                  <a:pt x="189491" y="26979"/>
                </a:lnTo>
                <a:lnTo>
                  <a:pt x="188947" y="26377"/>
                </a:lnTo>
                <a:lnTo>
                  <a:pt x="188386" y="25800"/>
                </a:lnTo>
                <a:lnTo>
                  <a:pt x="187807" y="25250"/>
                </a:lnTo>
                <a:lnTo>
                  <a:pt x="187211" y="24724"/>
                </a:lnTo>
                <a:lnTo>
                  <a:pt x="186598" y="24225"/>
                </a:lnTo>
                <a:lnTo>
                  <a:pt x="185968" y="23751"/>
                </a:lnTo>
                <a:lnTo>
                  <a:pt x="185321" y="23302"/>
                </a:lnTo>
                <a:lnTo>
                  <a:pt x="184656" y="22879"/>
                </a:lnTo>
                <a:lnTo>
                  <a:pt x="183974" y="22482"/>
                </a:lnTo>
                <a:lnTo>
                  <a:pt x="183275" y="22111"/>
                </a:lnTo>
                <a:lnTo>
                  <a:pt x="182559" y="21765"/>
                </a:lnTo>
                <a:lnTo>
                  <a:pt x="181826" y="21445"/>
                </a:lnTo>
                <a:lnTo>
                  <a:pt x="181075" y="21150"/>
                </a:lnTo>
                <a:lnTo>
                  <a:pt x="180307" y="20881"/>
                </a:lnTo>
                <a:lnTo>
                  <a:pt x="179522" y="20637"/>
                </a:lnTo>
                <a:lnTo>
                  <a:pt x="178720" y="20420"/>
                </a:lnTo>
                <a:lnTo>
                  <a:pt x="177901" y="20227"/>
                </a:lnTo>
                <a:lnTo>
                  <a:pt x="177064" y="20061"/>
                </a:lnTo>
                <a:lnTo>
                  <a:pt x="176210" y="19920"/>
                </a:lnTo>
                <a:lnTo>
                  <a:pt x="175339" y="19805"/>
                </a:lnTo>
                <a:lnTo>
                  <a:pt x="174451" y="19715"/>
                </a:lnTo>
                <a:lnTo>
                  <a:pt x="173546" y="19651"/>
                </a:lnTo>
                <a:lnTo>
                  <a:pt x="172623" y="19613"/>
                </a:lnTo>
                <a:lnTo>
                  <a:pt x="171684" y="19600"/>
                </a:lnTo>
                <a:lnTo>
                  <a:pt x="170981" y="19607"/>
                </a:lnTo>
                <a:lnTo>
                  <a:pt x="170288" y="19627"/>
                </a:lnTo>
                <a:lnTo>
                  <a:pt x="169605" y="19661"/>
                </a:lnTo>
                <a:lnTo>
                  <a:pt x="168933" y="19709"/>
                </a:lnTo>
                <a:lnTo>
                  <a:pt x="168270" y="19770"/>
                </a:lnTo>
                <a:lnTo>
                  <a:pt x="167617" y="19845"/>
                </a:lnTo>
                <a:lnTo>
                  <a:pt x="166974" y="19934"/>
                </a:lnTo>
                <a:lnTo>
                  <a:pt x="166341" y="20037"/>
                </a:lnTo>
                <a:lnTo>
                  <a:pt x="165717" y="20153"/>
                </a:lnTo>
                <a:lnTo>
                  <a:pt x="165104" y="20282"/>
                </a:lnTo>
                <a:lnTo>
                  <a:pt x="164501" y="20426"/>
                </a:lnTo>
                <a:lnTo>
                  <a:pt x="163907" y="20583"/>
                </a:lnTo>
                <a:lnTo>
                  <a:pt x="163324" y="20753"/>
                </a:lnTo>
                <a:lnTo>
                  <a:pt x="162750" y="20937"/>
                </a:lnTo>
                <a:lnTo>
                  <a:pt x="162187" y="21135"/>
                </a:lnTo>
                <a:lnTo>
                  <a:pt x="161633" y="21347"/>
                </a:lnTo>
                <a:lnTo>
                  <a:pt x="161089" y="21572"/>
                </a:lnTo>
                <a:lnTo>
                  <a:pt x="160555" y="21811"/>
                </a:lnTo>
                <a:lnTo>
                  <a:pt x="160032" y="22064"/>
                </a:lnTo>
                <a:lnTo>
                  <a:pt x="159518" y="22330"/>
                </a:lnTo>
                <a:lnTo>
                  <a:pt x="159014" y="22610"/>
                </a:lnTo>
                <a:lnTo>
                  <a:pt x="158520" y="22903"/>
                </a:lnTo>
                <a:lnTo>
                  <a:pt x="158035" y="23210"/>
                </a:lnTo>
                <a:lnTo>
                  <a:pt x="157561" y="23531"/>
                </a:lnTo>
                <a:lnTo>
                  <a:pt x="157097" y="23864"/>
                </a:lnTo>
                <a:lnTo>
                  <a:pt x="156642" y="24207"/>
                </a:lnTo>
                <a:lnTo>
                  <a:pt x="156198" y="24561"/>
                </a:lnTo>
                <a:lnTo>
                  <a:pt x="155763" y="24926"/>
                </a:lnTo>
                <a:lnTo>
                  <a:pt x="155339" y="25301"/>
                </a:lnTo>
                <a:lnTo>
                  <a:pt x="154924" y="25687"/>
                </a:lnTo>
                <a:lnTo>
                  <a:pt x="154519" y="26083"/>
                </a:lnTo>
                <a:lnTo>
                  <a:pt x="154125" y="26490"/>
                </a:lnTo>
                <a:lnTo>
                  <a:pt x="153740" y="26907"/>
                </a:lnTo>
                <a:lnTo>
                  <a:pt x="153365" y="27335"/>
                </a:lnTo>
                <a:lnTo>
                  <a:pt x="153000" y="27774"/>
                </a:lnTo>
                <a:lnTo>
                  <a:pt x="152645" y="28223"/>
                </a:lnTo>
                <a:lnTo>
                  <a:pt x="152300" y="28683"/>
                </a:lnTo>
                <a:lnTo>
                  <a:pt x="151964" y="29153"/>
                </a:lnTo>
                <a:lnTo>
                  <a:pt x="151639" y="29634"/>
                </a:lnTo>
                <a:lnTo>
                  <a:pt x="151324" y="30125"/>
                </a:lnTo>
                <a:lnTo>
                  <a:pt x="151018" y="30627"/>
                </a:lnTo>
                <a:lnTo>
                  <a:pt x="150723" y="31139"/>
                </a:lnTo>
                <a:lnTo>
                  <a:pt x="150437" y="31662"/>
                </a:lnTo>
                <a:lnTo>
                  <a:pt x="150162" y="32196"/>
                </a:lnTo>
                <a:lnTo>
                  <a:pt x="149896" y="32740"/>
                </a:lnTo>
                <a:lnTo>
                  <a:pt x="149640" y="33295"/>
                </a:lnTo>
                <a:lnTo>
                  <a:pt x="149394" y="33860"/>
                </a:lnTo>
                <a:lnTo>
                  <a:pt x="149158" y="34436"/>
                </a:lnTo>
                <a:lnTo>
                  <a:pt x="148932" y="35021"/>
                </a:lnTo>
                <a:lnTo>
                  <a:pt x="148716" y="35613"/>
                </a:lnTo>
                <a:lnTo>
                  <a:pt x="148509" y="36213"/>
                </a:lnTo>
                <a:lnTo>
                  <a:pt x="148312" y="36821"/>
                </a:lnTo>
                <a:lnTo>
                  <a:pt x="148124" y="37436"/>
                </a:lnTo>
                <a:lnTo>
                  <a:pt x="147946" y="38059"/>
                </a:lnTo>
                <a:lnTo>
                  <a:pt x="147778" y="38689"/>
                </a:lnTo>
                <a:lnTo>
                  <a:pt x="147619" y="39327"/>
                </a:lnTo>
                <a:lnTo>
                  <a:pt x="147470" y="39973"/>
                </a:lnTo>
                <a:lnTo>
                  <a:pt x="147330" y="40626"/>
                </a:lnTo>
                <a:lnTo>
                  <a:pt x="147200" y="41286"/>
                </a:lnTo>
                <a:lnTo>
                  <a:pt x="147080" y="41954"/>
                </a:lnTo>
                <a:lnTo>
                  <a:pt x="146969" y="42630"/>
                </a:lnTo>
                <a:lnTo>
                  <a:pt x="146868" y="43313"/>
                </a:lnTo>
                <a:lnTo>
                  <a:pt x="146777" y="44004"/>
                </a:lnTo>
                <a:lnTo>
                  <a:pt x="146695" y="44702"/>
                </a:lnTo>
                <a:lnTo>
                  <a:pt x="146623" y="45408"/>
                </a:lnTo>
                <a:lnTo>
                  <a:pt x="146560" y="46122"/>
                </a:lnTo>
                <a:lnTo>
                  <a:pt x="146507" y="46843"/>
                </a:lnTo>
                <a:lnTo>
                  <a:pt x="146464" y="47572"/>
                </a:lnTo>
                <a:lnTo>
                  <a:pt x="146430" y="48308"/>
                </a:lnTo>
                <a:lnTo>
                  <a:pt x="146406" y="49052"/>
                </a:lnTo>
                <a:lnTo>
                  <a:pt x="146392" y="49803"/>
                </a:lnTo>
                <a:lnTo>
                  <a:pt x="146387" y="50562"/>
                </a:lnTo>
                <a:lnTo>
                  <a:pt x="146392" y="51291"/>
                </a:lnTo>
                <a:lnTo>
                  <a:pt x="146407" y="52014"/>
                </a:lnTo>
                <a:lnTo>
                  <a:pt x="146432" y="52731"/>
                </a:lnTo>
                <a:lnTo>
                  <a:pt x="146466" y="53442"/>
                </a:lnTo>
                <a:lnTo>
                  <a:pt x="146511" y="54146"/>
                </a:lnTo>
                <a:lnTo>
                  <a:pt x="146566" y="54845"/>
                </a:lnTo>
                <a:lnTo>
                  <a:pt x="146630" y="55538"/>
                </a:lnTo>
                <a:lnTo>
                  <a:pt x="146705" y="56224"/>
                </a:lnTo>
                <a:lnTo>
                  <a:pt x="146789" y="56905"/>
                </a:lnTo>
                <a:lnTo>
                  <a:pt x="146883" y="57579"/>
                </a:lnTo>
                <a:lnTo>
                  <a:pt x="146988" y="58247"/>
                </a:lnTo>
                <a:lnTo>
                  <a:pt x="147102" y="58909"/>
                </a:lnTo>
                <a:lnTo>
                  <a:pt x="147226" y="59566"/>
                </a:lnTo>
                <a:lnTo>
                  <a:pt x="147360" y="60216"/>
                </a:lnTo>
                <a:lnTo>
                  <a:pt x="147504" y="60860"/>
                </a:lnTo>
                <a:lnTo>
                  <a:pt x="147658" y="61497"/>
                </a:lnTo>
                <a:lnTo>
                  <a:pt x="147822" y="62129"/>
                </a:lnTo>
                <a:lnTo>
                  <a:pt x="147996" y="62755"/>
                </a:lnTo>
                <a:lnTo>
                  <a:pt x="148179" y="63375"/>
                </a:lnTo>
                <a:lnTo>
                  <a:pt x="148373" y="63988"/>
                </a:lnTo>
                <a:lnTo>
                  <a:pt x="148577" y="64596"/>
                </a:lnTo>
                <a:lnTo>
                  <a:pt x="148790" y="65197"/>
                </a:lnTo>
                <a:lnTo>
                  <a:pt x="149013" y="65792"/>
                </a:lnTo>
                <a:lnTo>
                  <a:pt x="149247" y="66382"/>
                </a:lnTo>
                <a:lnTo>
                  <a:pt x="149490" y="66963"/>
                </a:lnTo>
                <a:lnTo>
                  <a:pt x="149744" y="67533"/>
                </a:lnTo>
                <a:lnTo>
                  <a:pt x="150008" y="68094"/>
                </a:lnTo>
                <a:lnTo>
                  <a:pt x="150283" y="68644"/>
                </a:lnTo>
                <a:lnTo>
                  <a:pt x="150568" y="69185"/>
                </a:lnTo>
                <a:lnTo>
                  <a:pt x="150863" y="69714"/>
                </a:lnTo>
                <a:lnTo>
                  <a:pt x="151168" y="70234"/>
                </a:lnTo>
                <a:lnTo>
                  <a:pt x="151484" y="70744"/>
                </a:lnTo>
                <a:lnTo>
                  <a:pt x="151811" y="71243"/>
                </a:lnTo>
                <a:lnTo>
                  <a:pt x="152147" y="71732"/>
                </a:lnTo>
                <a:lnTo>
                  <a:pt x="152494" y="72210"/>
                </a:lnTo>
                <a:lnTo>
                  <a:pt x="152851" y="72679"/>
                </a:lnTo>
                <a:lnTo>
                  <a:pt x="153219" y="73137"/>
                </a:lnTo>
                <a:lnTo>
                  <a:pt x="153597" y="73585"/>
                </a:lnTo>
                <a:lnTo>
                  <a:pt x="153985" y="74023"/>
                </a:lnTo>
                <a:lnTo>
                  <a:pt x="154383" y="74451"/>
                </a:lnTo>
                <a:lnTo>
                  <a:pt x="154792" y="74868"/>
                </a:lnTo>
                <a:lnTo>
                  <a:pt x="155212" y="75275"/>
                </a:lnTo>
                <a:lnTo>
                  <a:pt x="155641" y="75672"/>
                </a:lnTo>
                <a:lnTo>
                  <a:pt x="156081" y="76058"/>
                </a:lnTo>
                <a:lnTo>
                  <a:pt x="156532" y="76435"/>
                </a:lnTo>
                <a:lnTo>
                  <a:pt x="156992" y="76801"/>
                </a:lnTo>
                <a:lnTo>
                  <a:pt x="157463" y="77157"/>
                </a:lnTo>
                <a:lnTo>
                  <a:pt x="157944" y="77502"/>
                </a:lnTo>
                <a:lnTo>
                  <a:pt x="158436" y="77836"/>
                </a:lnTo>
                <a:lnTo>
                  <a:pt x="158939" y="78155"/>
                </a:lnTo>
                <a:lnTo>
                  <a:pt x="159453" y="78460"/>
                </a:lnTo>
                <a:lnTo>
                  <a:pt x="159977" y="78750"/>
                </a:lnTo>
                <a:lnTo>
                  <a:pt x="160512" y="79027"/>
                </a:lnTo>
                <a:lnTo>
                  <a:pt x="161059" y="79289"/>
                </a:lnTo>
                <a:lnTo>
                  <a:pt x="161616" y="79537"/>
                </a:lnTo>
                <a:lnTo>
                  <a:pt x="162183" y="79771"/>
                </a:lnTo>
                <a:lnTo>
                  <a:pt x="162762" y="79991"/>
                </a:lnTo>
                <a:lnTo>
                  <a:pt x="163352" y="80197"/>
                </a:lnTo>
                <a:lnTo>
                  <a:pt x="163952" y="80388"/>
                </a:lnTo>
                <a:lnTo>
                  <a:pt x="164563" y="80566"/>
                </a:lnTo>
                <a:lnTo>
                  <a:pt x="165185" y="80729"/>
                </a:lnTo>
                <a:lnTo>
                  <a:pt x="165818" y="80878"/>
                </a:lnTo>
                <a:lnTo>
                  <a:pt x="166462" y="81012"/>
                </a:lnTo>
                <a:lnTo>
                  <a:pt x="167117" y="81133"/>
                </a:lnTo>
                <a:lnTo>
                  <a:pt x="167782" y="81239"/>
                </a:lnTo>
                <a:lnTo>
                  <a:pt x="168459" y="81332"/>
                </a:lnTo>
                <a:lnTo>
                  <a:pt x="169146" y="81410"/>
                </a:lnTo>
                <a:lnTo>
                  <a:pt x="169844" y="81473"/>
                </a:lnTo>
                <a:lnTo>
                  <a:pt x="170553" y="81523"/>
                </a:lnTo>
                <a:lnTo>
                  <a:pt x="171273" y="81558"/>
                </a:lnTo>
                <a:lnTo>
                  <a:pt x="172003" y="81580"/>
                </a:lnTo>
                <a:lnTo>
                  <a:pt x="172745" y="81587"/>
                </a:lnTo>
                <a:lnTo>
                  <a:pt x="173331" y="81583"/>
                </a:lnTo>
                <a:lnTo>
                  <a:pt x="173911" y="81570"/>
                </a:lnTo>
                <a:lnTo>
                  <a:pt x="174484" y="81548"/>
                </a:lnTo>
                <a:close/>
                <a:moveTo>
                  <a:pt x="156578" y="42869"/>
                </a:moveTo>
                <a:lnTo>
                  <a:pt x="156676" y="42193"/>
                </a:lnTo>
                <a:lnTo>
                  <a:pt x="156784" y="41532"/>
                </a:lnTo>
                <a:lnTo>
                  <a:pt x="156903" y="40884"/>
                </a:lnTo>
                <a:lnTo>
                  <a:pt x="157033" y="40251"/>
                </a:lnTo>
                <a:lnTo>
                  <a:pt x="157175" y="39633"/>
                </a:lnTo>
                <a:lnTo>
                  <a:pt x="157327" y="39029"/>
                </a:lnTo>
                <a:lnTo>
                  <a:pt x="157490" y="38440"/>
                </a:lnTo>
                <a:lnTo>
                  <a:pt x="157664" y="37865"/>
                </a:lnTo>
                <a:lnTo>
                  <a:pt x="157849" y="37305"/>
                </a:lnTo>
                <a:lnTo>
                  <a:pt x="158044" y="36759"/>
                </a:lnTo>
                <a:lnTo>
                  <a:pt x="158251" y="36227"/>
                </a:lnTo>
                <a:lnTo>
                  <a:pt x="158469" y="35710"/>
                </a:lnTo>
                <a:lnTo>
                  <a:pt x="158698" y="35208"/>
                </a:lnTo>
                <a:lnTo>
                  <a:pt x="158938" y="34720"/>
                </a:lnTo>
                <a:lnTo>
                  <a:pt x="159188" y="34246"/>
                </a:lnTo>
                <a:lnTo>
                  <a:pt x="159450" y="33787"/>
                </a:lnTo>
                <a:lnTo>
                  <a:pt x="159722" y="33343"/>
                </a:lnTo>
                <a:lnTo>
                  <a:pt x="160006" y="32913"/>
                </a:lnTo>
                <a:lnTo>
                  <a:pt x="160300" y="32497"/>
                </a:lnTo>
                <a:lnTo>
                  <a:pt x="160606" y="32096"/>
                </a:lnTo>
                <a:lnTo>
                  <a:pt x="160922" y="31709"/>
                </a:lnTo>
                <a:lnTo>
                  <a:pt x="161249" y="31338"/>
                </a:lnTo>
                <a:lnTo>
                  <a:pt x="161587" y="30982"/>
                </a:lnTo>
                <a:lnTo>
                  <a:pt x="161935" y="30642"/>
                </a:lnTo>
                <a:lnTo>
                  <a:pt x="162294" y="30318"/>
                </a:lnTo>
                <a:lnTo>
                  <a:pt x="162663" y="30010"/>
                </a:lnTo>
                <a:lnTo>
                  <a:pt x="163043" y="29717"/>
                </a:lnTo>
                <a:lnTo>
                  <a:pt x="163434" y="29441"/>
                </a:lnTo>
                <a:lnTo>
                  <a:pt x="163834" y="29180"/>
                </a:lnTo>
                <a:lnTo>
                  <a:pt x="164246" y="28935"/>
                </a:lnTo>
                <a:lnTo>
                  <a:pt x="164668" y="28706"/>
                </a:lnTo>
                <a:lnTo>
                  <a:pt x="165101" y="28492"/>
                </a:lnTo>
                <a:lnTo>
                  <a:pt x="165544" y="28295"/>
                </a:lnTo>
                <a:lnTo>
                  <a:pt x="165997" y="28113"/>
                </a:lnTo>
                <a:lnTo>
                  <a:pt x="166462" y="27947"/>
                </a:lnTo>
                <a:lnTo>
                  <a:pt x="166936" y="27797"/>
                </a:lnTo>
                <a:lnTo>
                  <a:pt x="167422" y="27662"/>
                </a:lnTo>
                <a:lnTo>
                  <a:pt x="167917" y="27544"/>
                </a:lnTo>
                <a:lnTo>
                  <a:pt x="168424" y="27441"/>
                </a:lnTo>
                <a:lnTo>
                  <a:pt x="168941" y="27354"/>
                </a:lnTo>
                <a:lnTo>
                  <a:pt x="169468" y="27283"/>
                </a:lnTo>
                <a:lnTo>
                  <a:pt x="170006" y="27227"/>
                </a:lnTo>
                <a:lnTo>
                  <a:pt x="170555" y="27188"/>
                </a:lnTo>
                <a:lnTo>
                  <a:pt x="171114" y="27164"/>
                </a:lnTo>
                <a:lnTo>
                  <a:pt x="171684" y="27156"/>
                </a:lnTo>
                <a:lnTo>
                  <a:pt x="172243" y="27164"/>
                </a:lnTo>
                <a:lnTo>
                  <a:pt x="172793" y="27188"/>
                </a:lnTo>
                <a:lnTo>
                  <a:pt x="173332" y="27228"/>
                </a:lnTo>
                <a:lnTo>
                  <a:pt x="173860" y="27284"/>
                </a:lnTo>
                <a:lnTo>
                  <a:pt x="174379" y="27355"/>
                </a:lnTo>
                <a:lnTo>
                  <a:pt x="174886" y="27443"/>
                </a:lnTo>
                <a:lnTo>
                  <a:pt x="175383" y="27546"/>
                </a:lnTo>
                <a:lnTo>
                  <a:pt x="175870" y="27666"/>
                </a:lnTo>
                <a:lnTo>
                  <a:pt x="176347" y="27801"/>
                </a:lnTo>
                <a:lnTo>
                  <a:pt x="176812" y="27952"/>
                </a:lnTo>
                <a:lnTo>
                  <a:pt x="177268" y="28119"/>
                </a:lnTo>
                <a:lnTo>
                  <a:pt x="177713" y="28302"/>
                </a:lnTo>
                <a:lnTo>
                  <a:pt x="178147" y="28501"/>
                </a:lnTo>
                <a:lnTo>
                  <a:pt x="178572" y="28716"/>
                </a:lnTo>
                <a:lnTo>
                  <a:pt x="178985" y="28947"/>
                </a:lnTo>
                <a:lnTo>
                  <a:pt x="179388" y="29194"/>
                </a:lnTo>
                <a:lnTo>
                  <a:pt x="179781" y="29456"/>
                </a:lnTo>
                <a:lnTo>
                  <a:pt x="180164" y="29735"/>
                </a:lnTo>
                <a:lnTo>
                  <a:pt x="180536" y="30029"/>
                </a:lnTo>
                <a:lnTo>
                  <a:pt x="180897" y="30340"/>
                </a:lnTo>
                <a:lnTo>
                  <a:pt x="181248" y="30666"/>
                </a:lnTo>
                <a:lnTo>
                  <a:pt x="181589" y="31008"/>
                </a:lnTo>
                <a:lnTo>
                  <a:pt x="181919" y="31367"/>
                </a:lnTo>
                <a:lnTo>
                  <a:pt x="182239" y="31741"/>
                </a:lnTo>
                <a:lnTo>
                  <a:pt x="182547" y="32130"/>
                </a:lnTo>
                <a:lnTo>
                  <a:pt x="182843" y="32533"/>
                </a:lnTo>
                <a:lnTo>
                  <a:pt x="183126" y="32951"/>
                </a:lnTo>
                <a:lnTo>
                  <a:pt x="183397" y="33382"/>
                </a:lnTo>
                <a:lnTo>
                  <a:pt x="183655" y="33828"/>
                </a:lnTo>
                <a:lnTo>
                  <a:pt x="183901" y="34288"/>
                </a:lnTo>
                <a:lnTo>
                  <a:pt x="184134" y="34762"/>
                </a:lnTo>
                <a:lnTo>
                  <a:pt x="184355" y="35250"/>
                </a:lnTo>
                <a:lnTo>
                  <a:pt x="184563" y="35752"/>
                </a:lnTo>
                <a:lnTo>
                  <a:pt x="184759" y="36269"/>
                </a:lnTo>
                <a:lnTo>
                  <a:pt x="184942" y="36799"/>
                </a:lnTo>
                <a:lnTo>
                  <a:pt x="185113" y="37344"/>
                </a:lnTo>
                <a:lnTo>
                  <a:pt x="185272" y="37903"/>
                </a:lnTo>
                <a:lnTo>
                  <a:pt x="185417" y="38476"/>
                </a:lnTo>
                <a:lnTo>
                  <a:pt x="185551" y="39063"/>
                </a:lnTo>
                <a:lnTo>
                  <a:pt x="185672" y="39665"/>
                </a:lnTo>
                <a:lnTo>
                  <a:pt x="185780" y="40280"/>
                </a:lnTo>
                <a:lnTo>
                  <a:pt x="185876" y="40910"/>
                </a:lnTo>
                <a:lnTo>
                  <a:pt x="185959" y="41554"/>
                </a:lnTo>
                <a:lnTo>
                  <a:pt x="186030" y="42212"/>
                </a:lnTo>
                <a:lnTo>
                  <a:pt x="186089" y="42884"/>
                </a:lnTo>
                <a:lnTo>
                  <a:pt x="186135" y="43570"/>
                </a:lnTo>
                <a:lnTo>
                  <a:pt x="186168" y="44270"/>
                </a:lnTo>
                <a:lnTo>
                  <a:pt x="186189" y="44985"/>
                </a:lnTo>
                <a:lnTo>
                  <a:pt x="156352" y="44985"/>
                </a:lnTo>
                <a:lnTo>
                  <a:pt x="156417" y="44265"/>
                </a:lnTo>
                <a:lnTo>
                  <a:pt x="156492" y="43560"/>
                </a:lnTo>
                <a:lnTo>
                  <a:pt x="156578" y="42869"/>
                </a:lnTo>
                <a:close/>
                <a:moveTo>
                  <a:pt x="106458" y="81539"/>
                </a:moveTo>
                <a:lnTo>
                  <a:pt x="107010" y="81502"/>
                </a:lnTo>
                <a:lnTo>
                  <a:pt x="107553" y="81455"/>
                </a:lnTo>
                <a:lnTo>
                  <a:pt x="108089" y="81397"/>
                </a:lnTo>
                <a:lnTo>
                  <a:pt x="108616" y="81328"/>
                </a:lnTo>
                <a:lnTo>
                  <a:pt x="109135" y="81249"/>
                </a:lnTo>
                <a:lnTo>
                  <a:pt x="109646" y="81159"/>
                </a:lnTo>
                <a:lnTo>
                  <a:pt x="110149" y="81059"/>
                </a:lnTo>
                <a:lnTo>
                  <a:pt x="110644" y="80948"/>
                </a:lnTo>
                <a:lnTo>
                  <a:pt x="111131" y="80827"/>
                </a:lnTo>
                <a:lnTo>
                  <a:pt x="111610" y="80695"/>
                </a:lnTo>
                <a:lnTo>
                  <a:pt x="112080" y="80552"/>
                </a:lnTo>
                <a:lnTo>
                  <a:pt x="112543" y="80399"/>
                </a:lnTo>
                <a:lnTo>
                  <a:pt x="112997" y="80236"/>
                </a:lnTo>
                <a:lnTo>
                  <a:pt x="113444" y="80061"/>
                </a:lnTo>
                <a:lnTo>
                  <a:pt x="113882" y="79877"/>
                </a:lnTo>
                <a:lnTo>
                  <a:pt x="114312" y="79681"/>
                </a:lnTo>
                <a:lnTo>
                  <a:pt x="114734" y="79475"/>
                </a:lnTo>
                <a:lnTo>
                  <a:pt x="115148" y="79259"/>
                </a:lnTo>
                <a:lnTo>
                  <a:pt x="115554" y="79032"/>
                </a:lnTo>
                <a:lnTo>
                  <a:pt x="115952" y="78795"/>
                </a:lnTo>
                <a:lnTo>
                  <a:pt x="116342" y="78547"/>
                </a:lnTo>
                <a:lnTo>
                  <a:pt x="116724" y="78293"/>
                </a:lnTo>
                <a:lnTo>
                  <a:pt x="117099" y="78038"/>
                </a:lnTo>
                <a:lnTo>
                  <a:pt x="117467" y="77781"/>
                </a:lnTo>
                <a:lnTo>
                  <a:pt x="117827" y="77524"/>
                </a:lnTo>
                <a:lnTo>
                  <a:pt x="118180" y="77266"/>
                </a:lnTo>
                <a:lnTo>
                  <a:pt x="118526" y="77006"/>
                </a:lnTo>
                <a:lnTo>
                  <a:pt x="118864" y="76745"/>
                </a:lnTo>
                <a:lnTo>
                  <a:pt x="119195" y="76484"/>
                </a:lnTo>
                <a:lnTo>
                  <a:pt x="119519" y="76221"/>
                </a:lnTo>
                <a:lnTo>
                  <a:pt x="119836" y="75957"/>
                </a:lnTo>
                <a:lnTo>
                  <a:pt x="120145" y="75691"/>
                </a:lnTo>
                <a:lnTo>
                  <a:pt x="120448" y="75425"/>
                </a:lnTo>
                <a:lnTo>
                  <a:pt x="120742" y="75158"/>
                </a:lnTo>
                <a:lnTo>
                  <a:pt x="121030" y="74889"/>
                </a:lnTo>
                <a:lnTo>
                  <a:pt x="121310" y="74619"/>
                </a:lnTo>
                <a:lnTo>
                  <a:pt x="121584" y="74348"/>
                </a:lnTo>
                <a:lnTo>
                  <a:pt x="121849" y="74076"/>
                </a:lnTo>
                <a:lnTo>
                  <a:pt x="122108" y="73803"/>
                </a:lnTo>
                <a:lnTo>
                  <a:pt x="122359" y="73529"/>
                </a:lnTo>
                <a:lnTo>
                  <a:pt x="122603" y="73254"/>
                </a:lnTo>
                <a:lnTo>
                  <a:pt x="122840" y="72977"/>
                </a:lnTo>
                <a:lnTo>
                  <a:pt x="123069" y="72700"/>
                </a:lnTo>
                <a:lnTo>
                  <a:pt x="123292" y="72421"/>
                </a:lnTo>
                <a:lnTo>
                  <a:pt x="123506" y="72141"/>
                </a:lnTo>
                <a:lnTo>
                  <a:pt x="123742" y="80524"/>
                </a:lnTo>
                <a:lnTo>
                  <a:pt x="133236" y="80524"/>
                </a:lnTo>
                <a:lnTo>
                  <a:pt x="133236" y="20662"/>
                </a:lnTo>
                <a:lnTo>
                  <a:pt x="123389" y="20662"/>
                </a:lnTo>
                <a:lnTo>
                  <a:pt x="123389" y="63732"/>
                </a:lnTo>
                <a:lnTo>
                  <a:pt x="123184" y="64028"/>
                </a:lnTo>
                <a:lnTo>
                  <a:pt x="122975" y="64320"/>
                </a:lnTo>
                <a:lnTo>
                  <a:pt x="122760" y="64610"/>
                </a:lnTo>
                <a:lnTo>
                  <a:pt x="122540" y="64898"/>
                </a:lnTo>
                <a:lnTo>
                  <a:pt x="122315" y="65183"/>
                </a:lnTo>
                <a:lnTo>
                  <a:pt x="122084" y="65465"/>
                </a:lnTo>
                <a:lnTo>
                  <a:pt x="121848" y="65745"/>
                </a:lnTo>
                <a:lnTo>
                  <a:pt x="121606" y="66022"/>
                </a:lnTo>
                <a:lnTo>
                  <a:pt x="121360" y="66296"/>
                </a:lnTo>
                <a:lnTo>
                  <a:pt x="121108" y="66568"/>
                </a:lnTo>
                <a:lnTo>
                  <a:pt x="120850" y="66837"/>
                </a:lnTo>
                <a:lnTo>
                  <a:pt x="120588" y="67104"/>
                </a:lnTo>
                <a:lnTo>
                  <a:pt x="120320" y="67368"/>
                </a:lnTo>
                <a:lnTo>
                  <a:pt x="120046" y="67629"/>
                </a:lnTo>
                <a:lnTo>
                  <a:pt x="119768" y="67888"/>
                </a:lnTo>
                <a:lnTo>
                  <a:pt x="119484" y="68144"/>
                </a:lnTo>
                <a:lnTo>
                  <a:pt x="119194" y="68398"/>
                </a:lnTo>
                <a:lnTo>
                  <a:pt x="118900" y="68649"/>
                </a:lnTo>
                <a:lnTo>
                  <a:pt x="118600" y="68898"/>
                </a:lnTo>
                <a:lnTo>
                  <a:pt x="118295" y="69143"/>
                </a:lnTo>
                <a:lnTo>
                  <a:pt x="117984" y="69387"/>
                </a:lnTo>
                <a:lnTo>
                  <a:pt x="117668" y="69627"/>
                </a:lnTo>
                <a:lnTo>
                  <a:pt x="117347" y="69865"/>
                </a:lnTo>
                <a:lnTo>
                  <a:pt x="117020" y="70101"/>
                </a:lnTo>
                <a:lnTo>
                  <a:pt x="116688" y="70330"/>
                </a:lnTo>
                <a:lnTo>
                  <a:pt x="116348" y="70549"/>
                </a:lnTo>
                <a:lnTo>
                  <a:pt x="116002" y="70759"/>
                </a:lnTo>
                <a:lnTo>
                  <a:pt x="115649" y="70959"/>
                </a:lnTo>
                <a:lnTo>
                  <a:pt x="115290" y="71149"/>
                </a:lnTo>
                <a:lnTo>
                  <a:pt x="114923" y="71329"/>
                </a:lnTo>
                <a:lnTo>
                  <a:pt x="114550" y="71500"/>
                </a:lnTo>
                <a:lnTo>
                  <a:pt x="114170" y="71661"/>
                </a:lnTo>
                <a:lnTo>
                  <a:pt x="113783" y="71812"/>
                </a:lnTo>
                <a:lnTo>
                  <a:pt x="113390" y="71953"/>
                </a:lnTo>
                <a:lnTo>
                  <a:pt x="112990" y="72085"/>
                </a:lnTo>
                <a:lnTo>
                  <a:pt x="112583" y="72207"/>
                </a:lnTo>
                <a:lnTo>
                  <a:pt x="112169" y="72319"/>
                </a:lnTo>
                <a:lnTo>
                  <a:pt x="111749" y="72421"/>
                </a:lnTo>
                <a:lnTo>
                  <a:pt x="111322" y="72514"/>
                </a:lnTo>
                <a:lnTo>
                  <a:pt x="110888" y="72597"/>
                </a:lnTo>
                <a:lnTo>
                  <a:pt x="110447" y="72670"/>
                </a:lnTo>
                <a:lnTo>
                  <a:pt x="109999" y="72733"/>
                </a:lnTo>
                <a:lnTo>
                  <a:pt x="109545" y="72787"/>
                </a:lnTo>
                <a:lnTo>
                  <a:pt x="109084" y="72831"/>
                </a:lnTo>
                <a:lnTo>
                  <a:pt x="108617" y="72865"/>
                </a:lnTo>
                <a:lnTo>
                  <a:pt x="108142" y="72889"/>
                </a:lnTo>
                <a:lnTo>
                  <a:pt x="107661" y="72904"/>
                </a:lnTo>
                <a:lnTo>
                  <a:pt x="107173" y="72909"/>
                </a:lnTo>
                <a:lnTo>
                  <a:pt x="106837" y="72905"/>
                </a:lnTo>
                <a:lnTo>
                  <a:pt x="106508" y="72896"/>
                </a:lnTo>
                <a:lnTo>
                  <a:pt x="106185" y="72880"/>
                </a:lnTo>
                <a:lnTo>
                  <a:pt x="105869" y="72857"/>
                </a:lnTo>
                <a:lnTo>
                  <a:pt x="105559" y="72829"/>
                </a:lnTo>
                <a:lnTo>
                  <a:pt x="105256" y="72794"/>
                </a:lnTo>
                <a:lnTo>
                  <a:pt x="104960" y="72752"/>
                </a:lnTo>
                <a:lnTo>
                  <a:pt x="104670" y="72704"/>
                </a:lnTo>
                <a:lnTo>
                  <a:pt x="104387" y="72650"/>
                </a:lnTo>
                <a:lnTo>
                  <a:pt x="104110" y="72589"/>
                </a:lnTo>
                <a:lnTo>
                  <a:pt x="103840" y="72522"/>
                </a:lnTo>
                <a:lnTo>
                  <a:pt x="103576" y="72448"/>
                </a:lnTo>
                <a:lnTo>
                  <a:pt x="103319" y="72368"/>
                </a:lnTo>
                <a:lnTo>
                  <a:pt x="103068" y="72282"/>
                </a:lnTo>
                <a:lnTo>
                  <a:pt x="102824" y="72189"/>
                </a:lnTo>
                <a:lnTo>
                  <a:pt x="102587" y="72090"/>
                </a:lnTo>
                <a:lnTo>
                  <a:pt x="102356" y="71985"/>
                </a:lnTo>
                <a:lnTo>
                  <a:pt x="102131" y="71873"/>
                </a:lnTo>
                <a:lnTo>
                  <a:pt x="101913" y="71755"/>
                </a:lnTo>
                <a:lnTo>
                  <a:pt x="101702" y="71630"/>
                </a:lnTo>
                <a:lnTo>
                  <a:pt x="101497" y="71499"/>
                </a:lnTo>
                <a:lnTo>
                  <a:pt x="101299" y="71362"/>
                </a:lnTo>
                <a:lnTo>
                  <a:pt x="101107" y="71218"/>
                </a:lnTo>
                <a:lnTo>
                  <a:pt x="100922" y="71067"/>
                </a:lnTo>
                <a:lnTo>
                  <a:pt x="100743" y="70912"/>
                </a:lnTo>
                <a:lnTo>
                  <a:pt x="100568" y="70751"/>
                </a:lnTo>
                <a:lnTo>
                  <a:pt x="100399" y="70585"/>
                </a:lnTo>
                <a:lnTo>
                  <a:pt x="100234" y="70415"/>
                </a:lnTo>
                <a:lnTo>
                  <a:pt x="100073" y="70239"/>
                </a:lnTo>
                <a:lnTo>
                  <a:pt x="99918" y="70059"/>
                </a:lnTo>
                <a:lnTo>
                  <a:pt x="99768" y="69874"/>
                </a:lnTo>
                <a:lnTo>
                  <a:pt x="99622" y="69684"/>
                </a:lnTo>
                <a:lnTo>
                  <a:pt x="99481" y="69489"/>
                </a:lnTo>
                <a:lnTo>
                  <a:pt x="99345" y="69289"/>
                </a:lnTo>
                <a:lnTo>
                  <a:pt x="99214" y="69085"/>
                </a:lnTo>
                <a:lnTo>
                  <a:pt x="99087" y="68875"/>
                </a:lnTo>
                <a:lnTo>
                  <a:pt x="98965" y="68661"/>
                </a:lnTo>
                <a:lnTo>
                  <a:pt x="98849" y="68442"/>
                </a:lnTo>
                <a:lnTo>
                  <a:pt x="98736" y="68218"/>
                </a:lnTo>
                <a:lnTo>
                  <a:pt x="98629" y="67989"/>
                </a:lnTo>
                <a:lnTo>
                  <a:pt x="98527" y="67755"/>
                </a:lnTo>
                <a:lnTo>
                  <a:pt x="98429" y="67516"/>
                </a:lnTo>
                <a:lnTo>
                  <a:pt x="98336" y="67272"/>
                </a:lnTo>
                <a:lnTo>
                  <a:pt x="98248" y="67024"/>
                </a:lnTo>
                <a:lnTo>
                  <a:pt x="98165" y="66771"/>
                </a:lnTo>
                <a:lnTo>
                  <a:pt x="98087" y="66512"/>
                </a:lnTo>
                <a:lnTo>
                  <a:pt x="98013" y="66249"/>
                </a:lnTo>
                <a:lnTo>
                  <a:pt x="97945" y="65981"/>
                </a:lnTo>
                <a:lnTo>
                  <a:pt x="97880" y="65709"/>
                </a:lnTo>
                <a:lnTo>
                  <a:pt x="97817" y="65433"/>
                </a:lnTo>
                <a:lnTo>
                  <a:pt x="97758" y="65154"/>
                </a:lnTo>
                <a:lnTo>
                  <a:pt x="97701" y="64871"/>
                </a:lnTo>
                <a:lnTo>
                  <a:pt x="97647" y="64585"/>
                </a:lnTo>
                <a:lnTo>
                  <a:pt x="97596" y="64295"/>
                </a:lnTo>
                <a:lnTo>
                  <a:pt x="97548" y="64002"/>
                </a:lnTo>
                <a:lnTo>
                  <a:pt x="97502" y="63706"/>
                </a:lnTo>
                <a:lnTo>
                  <a:pt x="97459" y="63406"/>
                </a:lnTo>
                <a:lnTo>
                  <a:pt x="97419" y="63102"/>
                </a:lnTo>
                <a:lnTo>
                  <a:pt x="97382" y="62795"/>
                </a:lnTo>
                <a:lnTo>
                  <a:pt x="97348" y="62485"/>
                </a:lnTo>
                <a:lnTo>
                  <a:pt x="97316" y="62171"/>
                </a:lnTo>
                <a:lnTo>
                  <a:pt x="97287" y="61853"/>
                </a:lnTo>
                <a:lnTo>
                  <a:pt x="97260" y="61533"/>
                </a:lnTo>
                <a:lnTo>
                  <a:pt x="97237" y="61208"/>
                </a:lnTo>
                <a:lnTo>
                  <a:pt x="97216" y="60881"/>
                </a:lnTo>
                <a:lnTo>
                  <a:pt x="97198" y="60549"/>
                </a:lnTo>
                <a:lnTo>
                  <a:pt x="97183" y="60215"/>
                </a:lnTo>
                <a:lnTo>
                  <a:pt x="97171" y="59877"/>
                </a:lnTo>
                <a:lnTo>
                  <a:pt x="97161" y="59535"/>
                </a:lnTo>
                <a:lnTo>
                  <a:pt x="97154" y="59190"/>
                </a:lnTo>
                <a:lnTo>
                  <a:pt x="97150" y="58841"/>
                </a:lnTo>
                <a:lnTo>
                  <a:pt x="97149" y="58489"/>
                </a:lnTo>
                <a:lnTo>
                  <a:pt x="97149" y="20662"/>
                </a:lnTo>
                <a:lnTo>
                  <a:pt x="87242" y="20662"/>
                </a:lnTo>
                <a:lnTo>
                  <a:pt x="87242" y="59607"/>
                </a:lnTo>
                <a:lnTo>
                  <a:pt x="87249" y="60456"/>
                </a:lnTo>
                <a:lnTo>
                  <a:pt x="87271" y="61289"/>
                </a:lnTo>
                <a:lnTo>
                  <a:pt x="87306" y="62107"/>
                </a:lnTo>
                <a:lnTo>
                  <a:pt x="87356" y="62910"/>
                </a:lnTo>
                <a:lnTo>
                  <a:pt x="87420" y="63698"/>
                </a:lnTo>
                <a:lnTo>
                  <a:pt x="87498" y="64469"/>
                </a:lnTo>
                <a:lnTo>
                  <a:pt x="87591" y="65226"/>
                </a:lnTo>
                <a:lnTo>
                  <a:pt x="87698" y="65967"/>
                </a:lnTo>
                <a:lnTo>
                  <a:pt x="87818" y="66693"/>
                </a:lnTo>
                <a:lnTo>
                  <a:pt x="87954" y="67404"/>
                </a:lnTo>
                <a:lnTo>
                  <a:pt x="88103" y="68099"/>
                </a:lnTo>
                <a:lnTo>
                  <a:pt x="88267" y="68778"/>
                </a:lnTo>
                <a:lnTo>
                  <a:pt x="88445" y="69443"/>
                </a:lnTo>
                <a:lnTo>
                  <a:pt x="88637" y="70092"/>
                </a:lnTo>
                <a:lnTo>
                  <a:pt x="88843" y="70726"/>
                </a:lnTo>
                <a:lnTo>
                  <a:pt x="89064" y="71344"/>
                </a:lnTo>
                <a:lnTo>
                  <a:pt x="89298" y="71947"/>
                </a:lnTo>
                <a:lnTo>
                  <a:pt x="89547" y="72534"/>
                </a:lnTo>
                <a:lnTo>
                  <a:pt x="89811" y="73106"/>
                </a:lnTo>
                <a:lnTo>
                  <a:pt x="90088" y="73663"/>
                </a:lnTo>
                <a:lnTo>
                  <a:pt x="90380" y="74205"/>
                </a:lnTo>
                <a:lnTo>
                  <a:pt x="90686" y="74731"/>
                </a:lnTo>
                <a:lnTo>
                  <a:pt x="91006" y="75241"/>
                </a:lnTo>
                <a:lnTo>
                  <a:pt x="91340" y="75737"/>
                </a:lnTo>
                <a:lnTo>
                  <a:pt x="91691" y="76214"/>
                </a:lnTo>
                <a:lnTo>
                  <a:pt x="92060" y="76671"/>
                </a:lnTo>
                <a:lnTo>
                  <a:pt x="92446" y="77108"/>
                </a:lnTo>
                <a:lnTo>
                  <a:pt x="92851" y="77524"/>
                </a:lnTo>
                <a:lnTo>
                  <a:pt x="93274" y="77920"/>
                </a:lnTo>
                <a:lnTo>
                  <a:pt x="93716" y="78296"/>
                </a:lnTo>
                <a:lnTo>
                  <a:pt x="94175" y="78652"/>
                </a:lnTo>
                <a:lnTo>
                  <a:pt x="94652" y="78987"/>
                </a:lnTo>
                <a:lnTo>
                  <a:pt x="95148" y="79302"/>
                </a:lnTo>
                <a:lnTo>
                  <a:pt x="95661" y="79596"/>
                </a:lnTo>
                <a:lnTo>
                  <a:pt x="96193" y="79870"/>
                </a:lnTo>
                <a:lnTo>
                  <a:pt x="96743" y="80124"/>
                </a:lnTo>
                <a:lnTo>
                  <a:pt x="97311" y="80358"/>
                </a:lnTo>
                <a:lnTo>
                  <a:pt x="97897" y="80571"/>
                </a:lnTo>
                <a:lnTo>
                  <a:pt x="98502" y="80764"/>
                </a:lnTo>
                <a:lnTo>
                  <a:pt x="99124" y="80937"/>
                </a:lnTo>
                <a:lnTo>
                  <a:pt x="99764" y="81089"/>
                </a:lnTo>
                <a:lnTo>
                  <a:pt x="100423" y="81221"/>
                </a:lnTo>
                <a:lnTo>
                  <a:pt x="101100" y="81333"/>
                </a:lnTo>
                <a:lnTo>
                  <a:pt x="101795" y="81424"/>
                </a:lnTo>
                <a:lnTo>
                  <a:pt x="102508" y="81495"/>
                </a:lnTo>
                <a:lnTo>
                  <a:pt x="103239" y="81546"/>
                </a:lnTo>
                <a:lnTo>
                  <a:pt x="103988" y="81577"/>
                </a:lnTo>
                <a:lnTo>
                  <a:pt x="104755" y="81587"/>
                </a:lnTo>
                <a:lnTo>
                  <a:pt x="105331" y="81582"/>
                </a:lnTo>
                <a:lnTo>
                  <a:pt x="105899" y="81566"/>
                </a:lnTo>
                <a:lnTo>
                  <a:pt x="106458" y="81539"/>
                </a:lnTo>
                <a:close/>
                <a:moveTo>
                  <a:pt x="252066" y="101649"/>
                </a:moveTo>
                <a:lnTo>
                  <a:pt x="252460" y="101637"/>
                </a:lnTo>
                <a:lnTo>
                  <a:pt x="252848" y="101620"/>
                </a:lnTo>
                <a:lnTo>
                  <a:pt x="253231" y="101598"/>
                </a:lnTo>
                <a:lnTo>
                  <a:pt x="253608" y="101572"/>
                </a:lnTo>
                <a:lnTo>
                  <a:pt x="253980" y="101540"/>
                </a:lnTo>
                <a:lnTo>
                  <a:pt x="254347" y="101504"/>
                </a:lnTo>
                <a:lnTo>
                  <a:pt x="254708" y="101462"/>
                </a:lnTo>
                <a:lnTo>
                  <a:pt x="255063" y="101416"/>
                </a:lnTo>
                <a:lnTo>
                  <a:pt x="255413" y="101365"/>
                </a:lnTo>
                <a:lnTo>
                  <a:pt x="255757" y="101310"/>
                </a:lnTo>
                <a:lnTo>
                  <a:pt x="256096" y="101249"/>
                </a:lnTo>
                <a:lnTo>
                  <a:pt x="256429" y="101184"/>
                </a:lnTo>
                <a:lnTo>
                  <a:pt x="256757" y="101113"/>
                </a:lnTo>
                <a:lnTo>
                  <a:pt x="257079" y="101038"/>
                </a:lnTo>
                <a:lnTo>
                  <a:pt x="257396" y="100958"/>
                </a:lnTo>
                <a:lnTo>
                  <a:pt x="257707" y="100873"/>
                </a:lnTo>
                <a:lnTo>
                  <a:pt x="258012" y="100784"/>
                </a:lnTo>
                <a:lnTo>
                  <a:pt x="258312" y="100689"/>
                </a:lnTo>
                <a:lnTo>
                  <a:pt x="258607" y="100590"/>
                </a:lnTo>
                <a:lnTo>
                  <a:pt x="258896" y="100485"/>
                </a:lnTo>
                <a:lnTo>
                  <a:pt x="259179" y="100376"/>
                </a:lnTo>
                <a:lnTo>
                  <a:pt x="259457" y="100262"/>
                </a:lnTo>
                <a:lnTo>
                  <a:pt x="259731" y="100143"/>
                </a:lnTo>
                <a:lnTo>
                  <a:pt x="260001" y="100017"/>
                </a:lnTo>
                <a:lnTo>
                  <a:pt x="260268" y="99884"/>
                </a:lnTo>
                <a:lnTo>
                  <a:pt x="260533" y="99745"/>
                </a:lnTo>
                <a:lnTo>
                  <a:pt x="260793" y="99599"/>
                </a:lnTo>
                <a:lnTo>
                  <a:pt x="261051" y="99447"/>
                </a:lnTo>
                <a:lnTo>
                  <a:pt x="261306" y="99289"/>
                </a:lnTo>
                <a:lnTo>
                  <a:pt x="261557" y="99123"/>
                </a:lnTo>
                <a:lnTo>
                  <a:pt x="261805" y="98952"/>
                </a:lnTo>
                <a:lnTo>
                  <a:pt x="262050" y="98773"/>
                </a:lnTo>
                <a:lnTo>
                  <a:pt x="262292" y="98588"/>
                </a:lnTo>
                <a:lnTo>
                  <a:pt x="262531" y="98397"/>
                </a:lnTo>
                <a:lnTo>
                  <a:pt x="262766" y="98199"/>
                </a:lnTo>
                <a:lnTo>
                  <a:pt x="262999" y="97995"/>
                </a:lnTo>
                <a:lnTo>
                  <a:pt x="263228" y="97784"/>
                </a:lnTo>
                <a:lnTo>
                  <a:pt x="263454" y="97566"/>
                </a:lnTo>
                <a:lnTo>
                  <a:pt x="263677" y="97342"/>
                </a:lnTo>
                <a:lnTo>
                  <a:pt x="263896" y="97112"/>
                </a:lnTo>
                <a:lnTo>
                  <a:pt x="264113" y="96875"/>
                </a:lnTo>
                <a:lnTo>
                  <a:pt x="264326" y="96631"/>
                </a:lnTo>
                <a:lnTo>
                  <a:pt x="264536" y="96381"/>
                </a:lnTo>
                <a:lnTo>
                  <a:pt x="264743" y="96124"/>
                </a:lnTo>
                <a:lnTo>
                  <a:pt x="264947" y="95861"/>
                </a:lnTo>
                <a:lnTo>
                  <a:pt x="265147" y="95591"/>
                </a:lnTo>
                <a:lnTo>
                  <a:pt x="265346" y="95314"/>
                </a:lnTo>
                <a:lnTo>
                  <a:pt x="265543" y="95029"/>
                </a:lnTo>
                <a:lnTo>
                  <a:pt x="265739" y="94735"/>
                </a:lnTo>
                <a:lnTo>
                  <a:pt x="265934" y="94433"/>
                </a:lnTo>
                <a:lnTo>
                  <a:pt x="266128" y="94123"/>
                </a:lnTo>
                <a:lnTo>
                  <a:pt x="266321" y="93805"/>
                </a:lnTo>
                <a:lnTo>
                  <a:pt x="266513" y="93479"/>
                </a:lnTo>
                <a:lnTo>
                  <a:pt x="266704" y="93144"/>
                </a:lnTo>
                <a:lnTo>
                  <a:pt x="266893" y="92801"/>
                </a:lnTo>
                <a:lnTo>
                  <a:pt x="267081" y="92450"/>
                </a:lnTo>
                <a:lnTo>
                  <a:pt x="267268" y="92091"/>
                </a:lnTo>
                <a:lnTo>
                  <a:pt x="267455" y="91723"/>
                </a:lnTo>
                <a:lnTo>
                  <a:pt x="267639" y="91348"/>
                </a:lnTo>
                <a:lnTo>
                  <a:pt x="267823" y="90964"/>
                </a:lnTo>
                <a:lnTo>
                  <a:pt x="268006" y="90572"/>
                </a:lnTo>
                <a:lnTo>
                  <a:pt x="268187" y="90171"/>
                </a:lnTo>
                <a:lnTo>
                  <a:pt x="268368" y="89763"/>
                </a:lnTo>
                <a:lnTo>
                  <a:pt x="268547" y="89346"/>
                </a:lnTo>
                <a:lnTo>
                  <a:pt x="268725" y="88921"/>
                </a:lnTo>
                <a:lnTo>
                  <a:pt x="268902" y="88488"/>
                </a:lnTo>
                <a:lnTo>
                  <a:pt x="269078" y="88047"/>
                </a:lnTo>
                <a:lnTo>
                  <a:pt x="269253" y="87597"/>
                </a:lnTo>
                <a:lnTo>
                  <a:pt x="269427" y="87139"/>
                </a:lnTo>
                <a:lnTo>
                  <a:pt x="269599" y="86673"/>
                </a:lnTo>
                <a:lnTo>
                  <a:pt x="272194" y="79757"/>
                </a:lnTo>
                <a:lnTo>
                  <a:pt x="292832" y="20662"/>
                </a:lnTo>
                <a:lnTo>
                  <a:pt x="282808" y="20662"/>
                </a:lnTo>
                <a:lnTo>
                  <a:pt x="267300" y="69645"/>
                </a:lnTo>
                <a:lnTo>
                  <a:pt x="250494" y="20662"/>
                </a:lnTo>
                <a:lnTo>
                  <a:pt x="240116" y="20662"/>
                </a:lnTo>
                <a:lnTo>
                  <a:pt x="262111" y="80524"/>
                </a:lnTo>
                <a:lnTo>
                  <a:pt x="259929" y="85649"/>
                </a:lnTo>
                <a:lnTo>
                  <a:pt x="259786" y="85995"/>
                </a:lnTo>
                <a:lnTo>
                  <a:pt x="259641" y="86332"/>
                </a:lnTo>
                <a:lnTo>
                  <a:pt x="259494" y="86661"/>
                </a:lnTo>
                <a:lnTo>
                  <a:pt x="259346" y="86981"/>
                </a:lnTo>
                <a:lnTo>
                  <a:pt x="259196" y="87294"/>
                </a:lnTo>
                <a:lnTo>
                  <a:pt x="259044" y="87598"/>
                </a:lnTo>
                <a:lnTo>
                  <a:pt x="258891" y="87895"/>
                </a:lnTo>
                <a:lnTo>
                  <a:pt x="258737" y="88183"/>
                </a:lnTo>
                <a:lnTo>
                  <a:pt x="258580" y="88462"/>
                </a:lnTo>
                <a:lnTo>
                  <a:pt x="258422" y="88734"/>
                </a:lnTo>
                <a:lnTo>
                  <a:pt x="258262" y="88997"/>
                </a:lnTo>
                <a:lnTo>
                  <a:pt x="258101" y="89253"/>
                </a:lnTo>
                <a:lnTo>
                  <a:pt x="257938" y="89500"/>
                </a:lnTo>
                <a:lnTo>
                  <a:pt x="257773" y="89739"/>
                </a:lnTo>
                <a:lnTo>
                  <a:pt x="257607" y="89969"/>
                </a:lnTo>
                <a:lnTo>
                  <a:pt x="257439" y="90192"/>
                </a:lnTo>
                <a:lnTo>
                  <a:pt x="257270" y="90406"/>
                </a:lnTo>
                <a:lnTo>
                  <a:pt x="257099" y="90612"/>
                </a:lnTo>
                <a:lnTo>
                  <a:pt x="256926" y="90810"/>
                </a:lnTo>
                <a:lnTo>
                  <a:pt x="256751" y="91000"/>
                </a:lnTo>
                <a:lnTo>
                  <a:pt x="256575" y="91181"/>
                </a:lnTo>
                <a:lnTo>
                  <a:pt x="256398" y="91354"/>
                </a:lnTo>
                <a:lnTo>
                  <a:pt x="256218" y="91519"/>
                </a:lnTo>
                <a:lnTo>
                  <a:pt x="256037" y="91676"/>
                </a:lnTo>
                <a:lnTo>
                  <a:pt x="255853" y="91826"/>
                </a:lnTo>
                <a:lnTo>
                  <a:pt x="255664" y="91970"/>
                </a:lnTo>
                <a:lnTo>
                  <a:pt x="255470" y="92107"/>
                </a:lnTo>
                <a:lnTo>
                  <a:pt x="255271" y="92237"/>
                </a:lnTo>
                <a:lnTo>
                  <a:pt x="255067" y="92362"/>
                </a:lnTo>
                <a:lnTo>
                  <a:pt x="254858" y="92479"/>
                </a:lnTo>
                <a:lnTo>
                  <a:pt x="254644" y="92591"/>
                </a:lnTo>
                <a:lnTo>
                  <a:pt x="254425" y="92696"/>
                </a:lnTo>
                <a:lnTo>
                  <a:pt x="254202" y="92795"/>
                </a:lnTo>
                <a:lnTo>
                  <a:pt x="253973" y="92887"/>
                </a:lnTo>
                <a:lnTo>
                  <a:pt x="253740" y="92973"/>
                </a:lnTo>
                <a:lnTo>
                  <a:pt x="253502" y="93053"/>
                </a:lnTo>
                <a:lnTo>
                  <a:pt x="253258" y="93126"/>
                </a:lnTo>
                <a:lnTo>
                  <a:pt x="253010" y="93193"/>
                </a:lnTo>
                <a:lnTo>
                  <a:pt x="252757" y="93254"/>
                </a:lnTo>
                <a:lnTo>
                  <a:pt x="252499" y="93308"/>
                </a:lnTo>
                <a:lnTo>
                  <a:pt x="252236" y="93356"/>
                </a:lnTo>
                <a:lnTo>
                  <a:pt x="251968" y="93397"/>
                </a:lnTo>
                <a:lnTo>
                  <a:pt x="251696" y="93432"/>
                </a:lnTo>
                <a:lnTo>
                  <a:pt x="251418" y="93461"/>
                </a:lnTo>
                <a:lnTo>
                  <a:pt x="251136" y="93483"/>
                </a:lnTo>
                <a:lnTo>
                  <a:pt x="250848" y="93499"/>
                </a:lnTo>
                <a:lnTo>
                  <a:pt x="250556" y="93509"/>
                </a:lnTo>
                <a:lnTo>
                  <a:pt x="250258" y="93512"/>
                </a:lnTo>
                <a:lnTo>
                  <a:pt x="245364" y="93512"/>
                </a:lnTo>
                <a:lnTo>
                  <a:pt x="245364" y="101659"/>
                </a:lnTo>
                <a:lnTo>
                  <a:pt x="251261" y="101659"/>
                </a:lnTo>
                <a:lnTo>
                  <a:pt x="251666" y="101656"/>
                </a:lnTo>
                <a:lnTo>
                  <a:pt x="252066" y="101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8A1F4-EEAB-4093-AEDE-E742C27A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90" y="4334544"/>
            <a:ext cx="1851188" cy="293879"/>
          </a:xfrm>
          <a:custGeom xmlns:a="http://schemas.openxmlformats.org/drawingml/2006/main">
            <a:pathLst>
              <a:path w="1851188" h="293879">
                <a:moveTo>
                  <a:pt x="1810215" y="0"/>
                </a:moveTo>
                <a:lnTo>
                  <a:pt x="1769241" y="82043"/>
                </a:lnTo>
                <a:lnTo>
                  <a:pt x="1803386" y="82043"/>
                </a:lnTo>
                <a:lnTo>
                  <a:pt x="1803386" y="280205"/>
                </a:lnTo>
                <a:lnTo>
                  <a:pt x="0" y="280205"/>
                </a:lnTo>
                <a:lnTo>
                  <a:pt x="0" y="293879"/>
                </a:lnTo>
                <a:lnTo>
                  <a:pt x="1817043" y="293879"/>
                </a:lnTo>
                <a:lnTo>
                  <a:pt x="1817043" y="82043"/>
                </a:lnTo>
                <a:lnTo>
                  <a:pt x="1851188" y="82043"/>
                </a:lnTo>
                <a:lnTo>
                  <a:pt x="18102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8f175c641453b"/>
          <a:stretch xmlns:a="http://schemas.openxmlformats.org/drawingml/2006/main"/>
        </p:blipFill>
        <p:spPr>
          <a:xfrm xmlns:a="http://schemas.openxmlformats.org/drawingml/2006/main">
            <a:off x="3400276" y="2484723"/>
            <a:ext cx="322873" cy="322873"/>
          </a:xfrm>
          <a:prstGeom xmlns:a="http://schemas.openxmlformats.org/drawingml/2006/main" prst="rect">
            <a:avLst/>
          </a:prstGeom>
        </p:spPr>
      </p:pic>
      <p:sp>
        <p:nvSpPr>
          <p:cNvPr id="56" name="Text Vector">
            <a:extLst xmlns:a="http://schemas.openxmlformats.org/drawingml/2006/main">
              <a:ext uri="{FF2B5EF4-FFF2-40B4-BE49-F238E27FC236}">
                <a16:creationId xmlns:a16="http://schemas.microsoft.com/office/drawing/2014/main" id="{645B949D-3C94-4424-A398-515818A3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462" y="2539550"/>
            <a:ext cx="328621" cy="80524"/>
          </a:xfrm>
          <a:custGeom xmlns:a="http://schemas.openxmlformats.org/drawingml/2006/main">
            <a:pathLst>
              <a:path w="328621" h="80524">
                <a:moveTo>
                  <a:pt x="28658" y="79462"/>
                </a:moveTo>
                <a:lnTo>
                  <a:pt x="0" y="0"/>
                </a:lnTo>
                <a:lnTo>
                  <a:pt x="11263" y="0"/>
                </a:lnTo>
                <a:lnTo>
                  <a:pt x="34908" y="68245"/>
                </a:lnTo>
                <a:lnTo>
                  <a:pt x="58554" y="0"/>
                </a:lnTo>
                <a:lnTo>
                  <a:pt x="69757" y="0"/>
                </a:lnTo>
                <a:lnTo>
                  <a:pt x="40923" y="79462"/>
                </a:lnTo>
                <a:lnTo>
                  <a:pt x="28658" y="79462"/>
                </a:lnTo>
                <a:close/>
                <a:moveTo>
                  <a:pt x="101600" y="80524"/>
                </a:moveTo>
                <a:cubicBezTo>
                  <a:pt x="95625" y="80524"/>
                  <a:pt x="90692" y="79163"/>
                  <a:pt x="86800" y="76440"/>
                </a:cubicBezTo>
                <a:cubicBezTo>
                  <a:pt x="82908" y="73715"/>
                  <a:pt x="80009" y="70009"/>
                  <a:pt x="78102" y="65319"/>
                </a:cubicBezTo>
                <a:cubicBezTo>
                  <a:pt x="76196" y="60629"/>
                  <a:pt x="75242" y="55356"/>
                  <a:pt x="75242" y="49499"/>
                </a:cubicBezTo>
                <a:cubicBezTo>
                  <a:pt x="75242" y="43398"/>
                  <a:pt x="76166" y="38022"/>
                  <a:pt x="78014" y="33373"/>
                </a:cubicBezTo>
                <a:cubicBezTo>
                  <a:pt x="79862" y="28724"/>
                  <a:pt x="82662" y="25089"/>
                  <a:pt x="86417" y="22468"/>
                </a:cubicBezTo>
                <a:cubicBezTo>
                  <a:pt x="90171" y="19848"/>
                  <a:pt x="94878" y="18537"/>
                  <a:pt x="100539" y="18537"/>
                </a:cubicBezTo>
                <a:cubicBezTo>
                  <a:pt x="108126" y="18537"/>
                  <a:pt x="114062" y="20997"/>
                  <a:pt x="118347" y="25917"/>
                </a:cubicBezTo>
                <a:cubicBezTo>
                  <a:pt x="122632" y="30835"/>
                  <a:pt x="124774" y="37906"/>
                  <a:pt x="124774" y="47129"/>
                </a:cubicBezTo>
                <a:cubicBezTo>
                  <a:pt x="124774" y="47744"/>
                  <a:pt x="124764" y="48471"/>
                  <a:pt x="124745" y="49311"/>
                </a:cubicBezTo>
                <a:cubicBezTo>
                  <a:pt x="124725" y="50151"/>
                  <a:pt x="124676" y="50756"/>
                  <a:pt x="124597" y="51125"/>
                </a:cubicBezTo>
                <a:lnTo>
                  <a:pt x="85149" y="51125"/>
                </a:lnTo>
                <a:cubicBezTo>
                  <a:pt x="85188" y="55066"/>
                  <a:pt x="85758" y="58687"/>
                  <a:pt x="86859" y="61985"/>
                </a:cubicBezTo>
                <a:cubicBezTo>
                  <a:pt x="87960" y="65284"/>
                  <a:pt x="89719" y="67929"/>
                  <a:pt x="92136" y="69922"/>
                </a:cubicBezTo>
                <a:cubicBezTo>
                  <a:pt x="94554" y="71913"/>
                  <a:pt x="97709" y="72909"/>
                  <a:pt x="101600" y="72909"/>
                </a:cubicBezTo>
                <a:cubicBezTo>
                  <a:pt x="105807" y="72909"/>
                  <a:pt x="109079" y="71808"/>
                  <a:pt x="111418" y="69608"/>
                </a:cubicBezTo>
                <a:cubicBezTo>
                  <a:pt x="113757" y="67408"/>
                  <a:pt x="114986" y="64234"/>
                  <a:pt x="115104" y="60085"/>
                </a:cubicBezTo>
                <a:lnTo>
                  <a:pt x="124833" y="60085"/>
                </a:lnTo>
                <a:cubicBezTo>
                  <a:pt x="124715" y="64300"/>
                  <a:pt x="123703" y="67932"/>
                  <a:pt x="121796" y="70981"/>
                </a:cubicBezTo>
                <a:cubicBezTo>
                  <a:pt x="119890" y="74028"/>
                  <a:pt x="117227" y="76381"/>
                  <a:pt x="113806" y="78039"/>
                </a:cubicBezTo>
                <a:cubicBezTo>
                  <a:pt x="110386" y="79696"/>
                  <a:pt x="106318" y="80524"/>
                  <a:pt x="101600" y="80524"/>
                </a:cubicBezTo>
                <a:moveTo>
                  <a:pt x="85208" y="43922"/>
                </a:moveTo>
                <a:lnTo>
                  <a:pt x="115045" y="43922"/>
                </a:lnTo>
                <a:cubicBezTo>
                  <a:pt x="114927" y="38149"/>
                  <a:pt x="113610" y="33734"/>
                  <a:pt x="111094" y="30678"/>
                </a:cubicBezTo>
                <a:cubicBezTo>
                  <a:pt x="108578" y="27622"/>
                  <a:pt x="105060" y="26094"/>
                  <a:pt x="100539" y="26094"/>
                </a:cubicBezTo>
                <a:cubicBezTo>
                  <a:pt x="95940" y="26094"/>
                  <a:pt x="92353" y="27611"/>
                  <a:pt x="89778" y="30647"/>
                </a:cubicBezTo>
                <a:cubicBezTo>
                  <a:pt x="87203" y="33682"/>
                  <a:pt x="85680" y="38107"/>
                  <a:pt x="85208" y="43922"/>
                </a:cubicBezTo>
                <a:close/>
                <a:moveTo>
                  <a:pt x="162490" y="80524"/>
                </a:moveTo>
                <a:cubicBezTo>
                  <a:pt x="157458" y="80524"/>
                  <a:pt x="152996" y="79375"/>
                  <a:pt x="149104" y="77078"/>
                </a:cubicBezTo>
                <a:cubicBezTo>
                  <a:pt x="145213" y="74779"/>
                  <a:pt x="142166" y="71342"/>
                  <a:pt x="139965" y="66767"/>
                </a:cubicBezTo>
                <a:cubicBezTo>
                  <a:pt x="137763" y="62191"/>
                  <a:pt x="136662" y="56496"/>
                  <a:pt x="136662" y="49684"/>
                </a:cubicBezTo>
                <a:cubicBezTo>
                  <a:pt x="136662" y="42873"/>
                  <a:pt x="137743" y="37149"/>
                  <a:pt x="139906" y="32512"/>
                </a:cubicBezTo>
                <a:cubicBezTo>
                  <a:pt x="142068" y="27874"/>
                  <a:pt x="145085" y="24385"/>
                  <a:pt x="148957" y="22046"/>
                </a:cubicBezTo>
                <a:cubicBezTo>
                  <a:pt x="152829" y="19707"/>
                  <a:pt x="157340" y="18537"/>
                  <a:pt x="162490" y="18537"/>
                </a:cubicBezTo>
                <a:cubicBezTo>
                  <a:pt x="166814" y="18537"/>
                  <a:pt x="170696" y="19298"/>
                  <a:pt x="174136" y="20819"/>
                </a:cubicBezTo>
                <a:cubicBezTo>
                  <a:pt x="177575" y="22339"/>
                  <a:pt x="180327" y="24631"/>
                  <a:pt x="182391" y="27695"/>
                </a:cubicBezTo>
                <a:cubicBezTo>
                  <a:pt x="184455" y="30757"/>
                  <a:pt x="185565" y="34632"/>
                  <a:pt x="185722" y="39318"/>
                </a:cubicBezTo>
                <a:lnTo>
                  <a:pt x="175993" y="39318"/>
                </a:lnTo>
                <a:cubicBezTo>
                  <a:pt x="175718" y="35344"/>
                  <a:pt x="174391" y="32215"/>
                  <a:pt x="172013" y="29933"/>
                </a:cubicBezTo>
                <a:cubicBezTo>
                  <a:pt x="169634" y="27649"/>
                  <a:pt x="166519" y="26507"/>
                  <a:pt x="162667" y="26507"/>
                </a:cubicBezTo>
                <a:cubicBezTo>
                  <a:pt x="157438" y="26507"/>
                  <a:pt x="153488" y="28537"/>
                  <a:pt x="150814" y="32599"/>
                </a:cubicBezTo>
                <a:cubicBezTo>
                  <a:pt x="148141" y="36660"/>
                  <a:pt x="146805" y="42356"/>
                  <a:pt x="146805" y="49687"/>
                </a:cubicBezTo>
                <a:cubicBezTo>
                  <a:pt x="146805" y="54519"/>
                  <a:pt x="147394" y="58642"/>
                  <a:pt x="148574" y="62057"/>
                </a:cubicBezTo>
                <a:cubicBezTo>
                  <a:pt x="149753" y="65473"/>
                  <a:pt x="151522" y="68076"/>
                  <a:pt x="153881" y="69868"/>
                </a:cubicBezTo>
                <a:cubicBezTo>
                  <a:pt x="156239" y="71659"/>
                  <a:pt x="159168" y="72554"/>
                  <a:pt x="162667" y="72554"/>
                </a:cubicBezTo>
                <a:cubicBezTo>
                  <a:pt x="166598" y="72554"/>
                  <a:pt x="169841" y="71392"/>
                  <a:pt x="172396" y="69068"/>
                </a:cubicBezTo>
                <a:cubicBezTo>
                  <a:pt x="174951" y="66743"/>
                  <a:pt x="176288" y="63320"/>
                  <a:pt x="176406" y="58799"/>
                </a:cubicBezTo>
                <a:lnTo>
                  <a:pt x="186076" y="58799"/>
                </a:lnTo>
                <a:cubicBezTo>
                  <a:pt x="185998" y="63613"/>
                  <a:pt x="184907" y="67635"/>
                  <a:pt x="182804" y="70866"/>
                </a:cubicBezTo>
                <a:cubicBezTo>
                  <a:pt x="180700" y="74096"/>
                  <a:pt x="177890" y="76513"/>
                  <a:pt x="174371" y="78119"/>
                </a:cubicBezTo>
                <a:cubicBezTo>
                  <a:pt x="170853" y="79722"/>
                  <a:pt x="166893" y="80524"/>
                  <a:pt x="162490" y="80524"/>
                </a:cubicBezTo>
                <a:close/>
                <a:moveTo>
                  <a:pt x="219035" y="79462"/>
                </a:moveTo>
                <a:cubicBezTo>
                  <a:pt x="214436" y="79462"/>
                  <a:pt x="210888" y="78689"/>
                  <a:pt x="208392" y="77143"/>
                </a:cubicBezTo>
                <a:cubicBezTo>
                  <a:pt x="205895" y="75597"/>
                  <a:pt x="204185" y="73370"/>
                  <a:pt x="203261" y="70462"/>
                </a:cubicBezTo>
                <a:cubicBezTo>
                  <a:pt x="202338" y="67555"/>
                  <a:pt x="201876" y="64060"/>
                  <a:pt x="201876" y="59978"/>
                </a:cubicBezTo>
                <a:lnTo>
                  <a:pt x="201876" y="27570"/>
                </a:lnTo>
                <a:lnTo>
                  <a:pt x="192323" y="27570"/>
                </a:lnTo>
                <a:lnTo>
                  <a:pt x="192323" y="19600"/>
                </a:lnTo>
                <a:lnTo>
                  <a:pt x="201876" y="19600"/>
                </a:lnTo>
                <a:lnTo>
                  <a:pt x="201876" y="6435"/>
                </a:lnTo>
                <a:lnTo>
                  <a:pt x="211723" y="6435"/>
                </a:lnTo>
                <a:lnTo>
                  <a:pt x="211723" y="19600"/>
                </a:lnTo>
                <a:lnTo>
                  <a:pt x="225934" y="19600"/>
                </a:lnTo>
                <a:lnTo>
                  <a:pt x="225934" y="27570"/>
                </a:lnTo>
                <a:lnTo>
                  <a:pt x="211723" y="27570"/>
                </a:lnTo>
                <a:lnTo>
                  <a:pt x="211723" y="59766"/>
                </a:lnTo>
                <a:cubicBezTo>
                  <a:pt x="211723" y="63550"/>
                  <a:pt x="212185" y="66441"/>
                  <a:pt x="213109" y="68439"/>
                </a:cubicBezTo>
                <a:cubicBezTo>
                  <a:pt x="214033" y="70435"/>
                  <a:pt x="216224" y="71433"/>
                  <a:pt x="219684" y="71433"/>
                </a:cubicBezTo>
                <a:lnTo>
                  <a:pt x="225934" y="71433"/>
                </a:lnTo>
                <a:lnTo>
                  <a:pt x="225934" y="79462"/>
                </a:lnTo>
                <a:lnTo>
                  <a:pt x="219035" y="79462"/>
                </a:lnTo>
                <a:close/>
                <a:moveTo>
                  <a:pt x="259492" y="80524"/>
                </a:moveTo>
                <a:cubicBezTo>
                  <a:pt x="254107" y="80524"/>
                  <a:pt x="249507" y="79294"/>
                  <a:pt x="245694" y="76834"/>
                </a:cubicBezTo>
                <a:cubicBezTo>
                  <a:pt x="241881" y="74375"/>
                  <a:pt x="238962" y="70839"/>
                  <a:pt x="236938" y="66227"/>
                </a:cubicBezTo>
                <a:cubicBezTo>
                  <a:pt x="234913" y="61614"/>
                  <a:pt x="233901" y="56111"/>
                  <a:pt x="233901" y="49715"/>
                </a:cubicBezTo>
                <a:cubicBezTo>
                  <a:pt x="233901" y="43237"/>
                  <a:pt x="234913" y="37672"/>
                  <a:pt x="236938" y="33019"/>
                </a:cubicBezTo>
                <a:cubicBezTo>
                  <a:pt x="238962" y="28366"/>
                  <a:pt x="241881" y="24790"/>
                  <a:pt x="245694" y="22290"/>
                </a:cubicBezTo>
                <a:cubicBezTo>
                  <a:pt x="249507" y="19788"/>
                  <a:pt x="254107" y="18537"/>
                  <a:pt x="259492" y="18537"/>
                </a:cubicBezTo>
                <a:cubicBezTo>
                  <a:pt x="264996" y="18537"/>
                  <a:pt x="269713" y="19788"/>
                  <a:pt x="273644" y="22290"/>
                </a:cubicBezTo>
                <a:cubicBezTo>
                  <a:pt x="277575" y="24790"/>
                  <a:pt x="280583" y="28366"/>
                  <a:pt x="282666" y="33019"/>
                </a:cubicBezTo>
                <a:cubicBezTo>
                  <a:pt x="284750" y="37672"/>
                  <a:pt x="285791" y="43237"/>
                  <a:pt x="285791" y="49715"/>
                </a:cubicBezTo>
                <a:cubicBezTo>
                  <a:pt x="285791" y="56111"/>
                  <a:pt x="284750" y="61614"/>
                  <a:pt x="282666" y="66227"/>
                </a:cubicBezTo>
                <a:cubicBezTo>
                  <a:pt x="280583" y="70839"/>
                  <a:pt x="277575" y="74375"/>
                  <a:pt x="273644" y="76834"/>
                </a:cubicBezTo>
                <a:cubicBezTo>
                  <a:pt x="269713" y="79294"/>
                  <a:pt x="264996" y="80524"/>
                  <a:pt x="259492" y="80524"/>
                </a:cubicBezTo>
                <a:moveTo>
                  <a:pt x="259492" y="72732"/>
                </a:moveTo>
                <a:cubicBezTo>
                  <a:pt x="263463" y="72732"/>
                  <a:pt x="266617" y="71733"/>
                  <a:pt x="268956" y="69737"/>
                </a:cubicBezTo>
                <a:cubicBezTo>
                  <a:pt x="271295" y="67741"/>
                  <a:pt x="272986" y="65018"/>
                  <a:pt x="274027" y="61566"/>
                </a:cubicBezTo>
                <a:cubicBezTo>
                  <a:pt x="275069" y="58114"/>
                  <a:pt x="275590" y="54163"/>
                  <a:pt x="275590" y="49713"/>
                </a:cubicBezTo>
                <a:cubicBezTo>
                  <a:pt x="275590" y="45263"/>
                  <a:pt x="275069" y="41292"/>
                  <a:pt x="274027" y="37799"/>
                </a:cubicBezTo>
                <a:cubicBezTo>
                  <a:pt x="272986" y="34305"/>
                  <a:pt x="271295" y="31549"/>
                  <a:pt x="268956" y="29532"/>
                </a:cubicBezTo>
                <a:cubicBezTo>
                  <a:pt x="266617" y="27515"/>
                  <a:pt x="263463" y="26507"/>
                  <a:pt x="259492" y="26507"/>
                </a:cubicBezTo>
                <a:cubicBezTo>
                  <a:pt x="255758" y="26507"/>
                  <a:pt x="252750" y="27515"/>
                  <a:pt x="250470" y="29532"/>
                </a:cubicBezTo>
                <a:cubicBezTo>
                  <a:pt x="248190" y="31549"/>
                  <a:pt x="246549" y="34305"/>
                  <a:pt x="245547" y="37799"/>
                </a:cubicBezTo>
                <a:cubicBezTo>
                  <a:pt x="244544" y="41292"/>
                  <a:pt x="244043" y="45284"/>
                  <a:pt x="244043" y="49776"/>
                </a:cubicBezTo>
                <a:cubicBezTo>
                  <a:pt x="244043" y="54184"/>
                  <a:pt x="244544" y="58114"/>
                  <a:pt x="245547" y="61566"/>
                </a:cubicBezTo>
                <a:cubicBezTo>
                  <a:pt x="246549" y="65018"/>
                  <a:pt x="248190" y="67741"/>
                  <a:pt x="250470" y="69737"/>
                </a:cubicBezTo>
                <a:cubicBezTo>
                  <a:pt x="252750" y="71733"/>
                  <a:pt x="255758" y="72732"/>
                  <a:pt x="259492" y="72732"/>
                </a:cubicBezTo>
                <a:close/>
                <a:moveTo>
                  <a:pt x="299904" y="79462"/>
                </a:moveTo>
                <a:lnTo>
                  <a:pt x="299904" y="19600"/>
                </a:lnTo>
                <a:lnTo>
                  <a:pt x="309162" y="19600"/>
                </a:lnTo>
                <a:lnTo>
                  <a:pt x="309515" y="28986"/>
                </a:lnTo>
                <a:cubicBezTo>
                  <a:pt x="311166" y="26035"/>
                  <a:pt x="313427" y="23555"/>
                  <a:pt x="316297" y="21548"/>
                </a:cubicBezTo>
                <a:cubicBezTo>
                  <a:pt x="319166" y="19541"/>
                  <a:pt x="322881" y="18537"/>
                  <a:pt x="327441" y="18537"/>
                </a:cubicBezTo>
                <a:lnTo>
                  <a:pt x="328621" y="18537"/>
                </a:lnTo>
                <a:lnTo>
                  <a:pt x="328621" y="27570"/>
                </a:lnTo>
                <a:lnTo>
                  <a:pt x="327264" y="27570"/>
                </a:lnTo>
                <a:cubicBezTo>
                  <a:pt x="324395" y="27570"/>
                  <a:pt x="321879" y="27964"/>
                  <a:pt x="319717" y="28754"/>
                </a:cubicBezTo>
                <a:cubicBezTo>
                  <a:pt x="317555" y="29542"/>
                  <a:pt x="315677" y="30633"/>
                  <a:pt x="314085" y="32025"/>
                </a:cubicBezTo>
                <a:cubicBezTo>
                  <a:pt x="312493" y="33416"/>
                  <a:pt x="311049" y="35025"/>
                  <a:pt x="309751" y="36851"/>
                </a:cubicBezTo>
                <a:lnTo>
                  <a:pt x="309751" y="79462"/>
                </a:lnTo>
                <a:lnTo>
                  <a:pt x="299904" y="79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Databases">
            <a:extLst xmlns:a="http://schemas.openxmlformats.org/drawingml/2006/main">
              <a:ext uri="{FF2B5EF4-FFF2-40B4-BE49-F238E27FC236}">
                <a16:creationId xmlns:a16="http://schemas.microsoft.com/office/drawing/2014/main" id="{4997B622-1B9D-40CE-AF4B-C760F5F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120" y="2676184"/>
            <a:ext cx="520284" cy="80524"/>
          </a:xfrm>
          <a:custGeom xmlns:a="http://schemas.openxmlformats.org/drawingml/2006/main">
            <a:pathLst>
              <a:path w="520284" h="80524">
                <a:moveTo>
                  <a:pt x="0" y="79462"/>
                </a:moveTo>
                <a:lnTo>
                  <a:pt x="0" y="0"/>
                </a:lnTo>
                <a:lnTo>
                  <a:pt x="25473" y="0"/>
                </a:lnTo>
                <a:cubicBezTo>
                  <a:pt x="33768" y="0"/>
                  <a:pt x="40844" y="1564"/>
                  <a:pt x="46701" y="4693"/>
                </a:cubicBezTo>
                <a:cubicBezTo>
                  <a:pt x="52559" y="7822"/>
                  <a:pt x="57030" y="12358"/>
                  <a:pt x="60116" y="18301"/>
                </a:cubicBezTo>
                <a:cubicBezTo>
                  <a:pt x="63202" y="24244"/>
                  <a:pt x="64745" y="31387"/>
                  <a:pt x="64745" y="39731"/>
                </a:cubicBezTo>
                <a:cubicBezTo>
                  <a:pt x="64745" y="48114"/>
                  <a:pt x="63192" y="55277"/>
                  <a:pt x="60087" y="61220"/>
                </a:cubicBezTo>
                <a:cubicBezTo>
                  <a:pt x="56981" y="67163"/>
                  <a:pt x="52510" y="71689"/>
                  <a:pt x="46672" y="74798"/>
                </a:cubicBezTo>
                <a:cubicBezTo>
                  <a:pt x="40834" y="77907"/>
                  <a:pt x="33768" y="79462"/>
                  <a:pt x="25473" y="79462"/>
                </a:cubicBezTo>
                <a:lnTo>
                  <a:pt x="0" y="79462"/>
                </a:lnTo>
                <a:moveTo>
                  <a:pt x="10614" y="70547"/>
                </a:moveTo>
                <a:lnTo>
                  <a:pt x="23115" y="70547"/>
                </a:lnTo>
                <a:cubicBezTo>
                  <a:pt x="30073" y="70547"/>
                  <a:pt x="35812" y="69435"/>
                  <a:pt x="40333" y="67212"/>
                </a:cubicBezTo>
                <a:cubicBezTo>
                  <a:pt x="44854" y="64988"/>
                  <a:pt x="48234" y="61584"/>
                  <a:pt x="50475" y="56999"/>
                </a:cubicBezTo>
                <a:cubicBezTo>
                  <a:pt x="52716" y="52414"/>
                  <a:pt x="53836" y="46638"/>
                  <a:pt x="53836" y="39672"/>
                </a:cubicBezTo>
                <a:cubicBezTo>
                  <a:pt x="53836" y="32745"/>
                  <a:pt x="52696" y="27009"/>
                  <a:pt x="50416" y="22463"/>
                </a:cubicBezTo>
                <a:cubicBezTo>
                  <a:pt x="48136" y="17917"/>
                  <a:pt x="44726" y="14523"/>
                  <a:pt x="40186" y="12279"/>
                </a:cubicBezTo>
                <a:cubicBezTo>
                  <a:pt x="35645" y="10036"/>
                  <a:pt x="29955" y="8914"/>
                  <a:pt x="23115" y="8914"/>
                </a:cubicBezTo>
                <a:lnTo>
                  <a:pt x="10614" y="8914"/>
                </a:lnTo>
                <a:lnTo>
                  <a:pt x="10614" y="70547"/>
                </a:lnTo>
                <a:close/>
                <a:moveTo>
                  <a:pt x="93267" y="80524"/>
                </a:moveTo>
                <a:cubicBezTo>
                  <a:pt x="90161" y="80524"/>
                  <a:pt x="87331" y="79894"/>
                  <a:pt x="84776" y="78633"/>
                </a:cubicBezTo>
                <a:cubicBezTo>
                  <a:pt x="82220" y="77371"/>
                  <a:pt x="80176" y="75480"/>
                  <a:pt x="78643" y="72958"/>
                </a:cubicBezTo>
                <a:cubicBezTo>
                  <a:pt x="77110" y="70436"/>
                  <a:pt x="76343" y="67303"/>
                  <a:pt x="76343" y="63561"/>
                </a:cubicBezTo>
                <a:cubicBezTo>
                  <a:pt x="76343" y="58192"/>
                  <a:pt x="77867" y="54125"/>
                  <a:pt x="80913" y="51359"/>
                </a:cubicBezTo>
                <a:cubicBezTo>
                  <a:pt x="83960" y="48593"/>
                  <a:pt x="88274" y="46722"/>
                  <a:pt x="93856" y="45745"/>
                </a:cubicBezTo>
                <a:cubicBezTo>
                  <a:pt x="99439" y="44768"/>
                  <a:pt x="105964" y="44240"/>
                  <a:pt x="113433" y="44158"/>
                </a:cubicBezTo>
                <a:lnTo>
                  <a:pt x="113433" y="39663"/>
                </a:lnTo>
                <a:cubicBezTo>
                  <a:pt x="113433" y="34385"/>
                  <a:pt x="112313" y="30765"/>
                  <a:pt x="110072" y="28802"/>
                </a:cubicBezTo>
                <a:cubicBezTo>
                  <a:pt x="107831" y="26839"/>
                  <a:pt x="105021" y="25857"/>
                  <a:pt x="101640" y="25857"/>
                </a:cubicBezTo>
                <a:cubicBezTo>
                  <a:pt x="97945" y="25857"/>
                  <a:pt x="94839" y="26895"/>
                  <a:pt x="92323" y="28970"/>
                </a:cubicBezTo>
                <a:cubicBezTo>
                  <a:pt x="89807" y="31045"/>
                  <a:pt x="88549" y="34366"/>
                  <a:pt x="88549" y="38934"/>
                </a:cubicBezTo>
                <a:lnTo>
                  <a:pt x="78997" y="38934"/>
                </a:lnTo>
                <a:cubicBezTo>
                  <a:pt x="78997" y="34100"/>
                  <a:pt x="79970" y="30179"/>
                  <a:pt x="81916" y="27169"/>
                </a:cubicBezTo>
                <a:cubicBezTo>
                  <a:pt x="83862" y="24158"/>
                  <a:pt x="86545" y="21967"/>
                  <a:pt x="89965" y="20596"/>
                </a:cubicBezTo>
                <a:cubicBezTo>
                  <a:pt x="93385" y="19223"/>
                  <a:pt x="97276" y="18537"/>
                  <a:pt x="101640" y="18537"/>
                </a:cubicBezTo>
                <a:cubicBezTo>
                  <a:pt x="104392" y="18537"/>
                  <a:pt x="107045" y="18824"/>
                  <a:pt x="109600" y="19399"/>
                </a:cubicBezTo>
                <a:cubicBezTo>
                  <a:pt x="112156" y="19972"/>
                  <a:pt x="114455" y="21017"/>
                  <a:pt x="116499" y="22533"/>
                </a:cubicBezTo>
                <a:cubicBezTo>
                  <a:pt x="118544" y="24050"/>
                  <a:pt x="120155" y="26170"/>
                  <a:pt x="121335" y="28896"/>
                </a:cubicBezTo>
                <a:cubicBezTo>
                  <a:pt x="122514" y="31621"/>
                  <a:pt x="123104" y="35136"/>
                  <a:pt x="123104" y="39439"/>
                </a:cubicBezTo>
                <a:lnTo>
                  <a:pt x="123104" y="79462"/>
                </a:lnTo>
                <a:lnTo>
                  <a:pt x="114023" y="79462"/>
                </a:lnTo>
                <a:lnTo>
                  <a:pt x="113669" y="71079"/>
                </a:lnTo>
                <a:cubicBezTo>
                  <a:pt x="111153" y="73991"/>
                  <a:pt x="108225" y="76293"/>
                  <a:pt x="104883" y="77986"/>
                </a:cubicBezTo>
                <a:cubicBezTo>
                  <a:pt x="101542" y="79678"/>
                  <a:pt x="97670" y="80524"/>
                  <a:pt x="93267" y="80524"/>
                </a:cubicBezTo>
                <a:moveTo>
                  <a:pt x="95861" y="72968"/>
                </a:moveTo>
                <a:cubicBezTo>
                  <a:pt x="99596" y="72968"/>
                  <a:pt x="102937" y="72044"/>
                  <a:pt x="105886" y="70197"/>
                </a:cubicBezTo>
                <a:cubicBezTo>
                  <a:pt x="108834" y="68349"/>
                  <a:pt x="111330" y="65931"/>
                  <a:pt x="113374" y="62941"/>
                </a:cubicBezTo>
                <a:lnTo>
                  <a:pt x="113374" y="50298"/>
                </a:lnTo>
                <a:cubicBezTo>
                  <a:pt x="103664" y="50422"/>
                  <a:pt x="96706" y="51471"/>
                  <a:pt x="92500" y="53444"/>
                </a:cubicBezTo>
                <a:cubicBezTo>
                  <a:pt x="88294" y="55415"/>
                  <a:pt x="86191" y="58664"/>
                  <a:pt x="86191" y="63190"/>
                </a:cubicBezTo>
                <a:cubicBezTo>
                  <a:pt x="86191" y="66180"/>
                  <a:pt x="86997" y="68557"/>
                  <a:pt x="88608" y="70322"/>
                </a:cubicBezTo>
                <a:cubicBezTo>
                  <a:pt x="90220" y="72086"/>
                  <a:pt x="92638" y="72968"/>
                  <a:pt x="95861" y="72968"/>
                </a:cubicBezTo>
                <a:close/>
                <a:moveTo>
                  <a:pt x="158692" y="79462"/>
                </a:moveTo>
                <a:cubicBezTo>
                  <a:pt x="154092" y="79462"/>
                  <a:pt x="150544" y="78689"/>
                  <a:pt x="148048" y="77143"/>
                </a:cubicBezTo>
                <a:cubicBezTo>
                  <a:pt x="145552" y="75597"/>
                  <a:pt x="143842" y="73370"/>
                  <a:pt x="142918" y="70462"/>
                </a:cubicBezTo>
                <a:cubicBezTo>
                  <a:pt x="141994" y="67555"/>
                  <a:pt x="141532" y="64060"/>
                  <a:pt x="141532" y="59978"/>
                </a:cubicBezTo>
                <a:lnTo>
                  <a:pt x="141532" y="27570"/>
                </a:lnTo>
                <a:lnTo>
                  <a:pt x="131980" y="27570"/>
                </a:lnTo>
                <a:lnTo>
                  <a:pt x="131980" y="19600"/>
                </a:lnTo>
                <a:lnTo>
                  <a:pt x="141532" y="19600"/>
                </a:lnTo>
                <a:lnTo>
                  <a:pt x="141532" y="6435"/>
                </a:lnTo>
                <a:lnTo>
                  <a:pt x="151380" y="6435"/>
                </a:lnTo>
                <a:lnTo>
                  <a:pt x="151380" y="19600"/>
                </a:lnTo>
                <a:lnTo>
                  <a:pt x="165591" y="19600"/>
                </a:lnTo>
                <a:lnTo>
                  <a:pt x="165591" y="27570"/>
                </a:lnTo>
                <a:lnTo>
                  <a:pt x="151380" y="27570"/>
                </a:lnTo>
                <a:lnTo>
                  <a:pt x="151380" y="59766"/>
                </a:lnTo>
                <a:cubicBezTo>
                  <a:pt x="151380" y="63550"/>
                  <a:pt x="151842" y="66441"/>
                  <a:pt x="152766" y="68439"/>
                </a:cubicBezTo>
                <a:cubicBezTo>
                  <a:pt x="153689" y="70435"/>
                  <a:pt x="155881" y="71433"/>
                  <a:pt x="159340" y="71433"/>
                </a:cubicBezTo>
                <a:lnTo>
                  <a:pt x="165591" y="71433"/>
                </a:lnTo>
                <a:lnTo>
                  <a:pt x="165591" y="79462"/>
                </a:lnTo>
                <a:lnTo>
                  <a:pt x="158692" y="79462"/>
                </a:lnTo>
                <a:close/>
                <a:moveTo>
                  <a:pt x="190578" y="80524"/>
                </a:moveTo>
                <a:cubicBezTo>
                  <a:pt x="187472" y="80524"/>
                  <a:pt x="184642" y="79894"/>
                  <a:pt x="182087" y="78633"/>
                </a:cubicBezTo>
                <a:cubicBezTo>
                  <a:pt x="179531" y="77371"/>
                  <a:pt x="177487" y="75480"/>
                  <a:pt x="175954" y="72958"/>
                </a:cubicBezTo>
                <a:cubicBezTo>
                  <a:pt x="174421" y="70436"/>
                  <a:pt x="173654" y="67303"/>
                  <a:pt x="173654" y="63561"/>
                </a:cubicBezTo>
                <a:cubicBezTo>
                  <a:pt x="173654" y="58192"/>
                  <a:pt x="175178" y="54125"/>
                  <a:pt x="178224" y="51359"/>
                </a:cubicBezTo>
                <a:cubicBezTo>
                  <a:pt x="181271" y="48593"/>
                  <a:pt x="185585" y="46722"/>
                  <a:pt x="191167" y="45745"/>
                </a:cubicBezTo>
                <a:cubicBezTo>
                  <a:pt x="196750" y="44768"/>
                  <a:pt x="203275" y="44240"/>
                  <a:pt x="210744" y="44158"/>
                </a:cubicBezTo>
                <a:lnTo>
                  <a:pt x="210744" y="39663"/>
                </a:lnTo>
                <a:cubicBezTo>
                  <a:pt x="210744" y="34385"/>
                  <a:pt x="209624" y="30765"/>
                  <a:pt x="207383" y="28802"/>
                </a:cubicBezTo>
                <a:cubicBezTo>
                  <a:pt x="205142" y="26839"/>
                  <a:pt x="202332" y="25857"/>
                  <a:pt x="198951" y="25857"/>
                </a:cubicBezTo>
                <a:cubicBezTo>
                  <a:pt x="195256" y="25857"/>
                  <a:pt x="192150" y="26895"/>
                  <a:pt x="189634" y="28970"/>
                </a:cubicBezTo>
                <a:cubicBezTo>
                  <a:pt x="187118" y="31045"/>
                  <a:pt x="185860" y="34366"/>
                  <a:pt x="185860" y="38934"/>
                </a:cubicBezTo>
                <a:lnTo>
                  <a:pt x="176308" y="38934"/>
                </a:lnTo>
                <a:cubicBezTo>
                  <a:pt x="176308" y="34100"/>
                  <a:pt x="177281" y="30179"/>
                  <a:pt x="179227" y="27169"/>
                </a:cubicBezTo>
                <a:cubicBezTo>
                  <a:pt x="181173" y="24158"/>
                  <a:pt x="183856" y="21967"/>
                  <a:pt x="187276" y="20596"/>
                </a:cubicBezTo>
                <a:cubicBezTo>
                  <a:pt x="190696" y="19223"/>
                  <a:pt x="194587" y="18537"/>
                  <a:pt x="198951" y="18537"/>
                </a:cubicBezTo>
                <a:cubicBezTo>
                  <a:pt x="201703" y="18537"/>
                  <a:pt x="204356" y="18824"/>
                  <a:pt x="206911" y="19399"/>
                </a:cubicBezTo>
                <a:cubicBezTo>
                  <a:pt x="209467" y="19972"/>
                  <a:pt x="211766" y="21017"/>
                  <a:pt x="213811" y="22533"/>
                </a:cubicBezTo>
                <a:cubicBezTo>
                  <a:pt x="215855" y="24050"/>
                  <a:pt x="217466" y="26170"/>
                  <a:pt x="218646" y="28896"/>
                </a:cubicBezTo>
                <a:cubicBezTo>
                  <a:pt x="219825" y="31621"/>
                  <a:pt x="220415" y="35136"/>
                  <a:pt x="220415" y="39439"/>
                </a:cubicBezTo>
                <a:lnTo>
                  <a:pt x="220415" y="79462"/>
                </a:lnTo>
                <a:lnTo>
                  <a:pt x="211334" y="79462"/>
                </a:lnTo>
                <a:lnTo>
                  <a:pt x="210980" y="71079"/>
                </a:lnTo>
                <a:cubicBezTo>
                  <a:pt x="208464" y="73991"/>
                  <a:pt x="205536" y="76293"/>
                  <a:pt x="202194" y="77986"/>
                </a:cubicBezTo>
                <a:cubicBezTo>
                  <a:pt x="198853" y="79678"/>
                  <a:pt x="194981" y="80524"/>
                  <a:pt x="190578" y="80524"/>
                </a:cubicBezTo>
                <a:moveTo>
                  <a:pt x="193172" y="72968"/>
                </a:moveTo>
                <a:cubicBezTo>
                  <a:pt x="196907" y="72968"/>
                  <a:pt x="200248" y="72044"/>
                  <a:pt x="203197" y="70197"/>
                </a:cubicBezTo>
                <a:cubicBezTo>
                  <a:pt x="206145" y="68349"/>
                  <a:pt x="208641" y="65931"/>
                  <a:pt x="210685" y="62941"/>
                </a:cubicBezTo>
                <a:lnTo>
                  <a:pt x="210685" y="50298"/>
                </a:lnTo>
                <a:cubicBezTo>
                  <a:pt x="200975" y="50422"/>
                  <a:pt x="194017" y="51471"/>
                  <a:pt x="189811" y="53444"/>
                </a:cubicBezTo>
                <a:cubicBezTo>
                  <a:pt x="185605" y="55415"/>
                  <a:pt x="183502" y="58664"/>
                  <a:pt x="183502" y="63190"/>
                </a:cubicBezTo>
                <a:cubicBezTo>
                  <a:pt x="183502" y="66180"/>
                  <a:pt x="184308" y="68557"/>
                  <a:pt x="185919" y="70322"/>
                </a:cubicBezTo>
                <a:cubicBezTo>
                  <a:pt x="187531" y="72086"/>
                  <a:pt x="189949" y="72968"/>
                  <a:pt x="193172" y="72968"/>
                </a:cubicBezTo>
                <a:close/>
                <a:moveTo>
                  <a:pt x="263845" y="80524"/>
                </a:moveTo>
                <a:cubicBezTo>
                  <a:pt x="259678" y="80524"/>
                  <a:pt x="256110" y="79747"/>
                  <a:pt x="253143" y="78192"/>
                </a:cubicBezTo>
                <a:cubicBezTo>
                  <a:pt x="250175" y="76638"/>
                  <a:pt x="247747" y="74345"/>
                  <a:pt x="245860" y="71315"/>
                </a:cubicBezTo>
                <a:lnTo>
                  <a:pt x="245388" y="79462"/>
                </a:lnTo>
                <a:lnTo>
                  <a:pt x="236131" y="79462"/>
                </a:lnTo>
                <a:lnTo>
                  <a:pt x="236131" y="0"/>
                </a:lnTo>
                <a:lnTo>
                  <a:pt x="246037" y="0"/>
                </a:lnTo>
                <a:lnTo>
                  <a:pt x="246037" y="28632"/>
                </a:lnTo>
                <a:cubicBezTo>
                  <a:pt x="247885" y="25877"/>
                  <a:pt x="250322" y="23506"/>
                  <a:pt x="253349" y="21518"/>
                </a:cubicBezTo>
                <a:cubicBezTo>
                  <a:pt x="256376" y="19531"/>
                  <a:pt x="259973" y="18537"/>
                  <a:pt x="264140" y="18537"/>
                </a:cubicBezTo>
                <a:cubicBezTo>
                  <a:pt x="268621" y="18537"/>
                  <a:pt x="272483" y="19694"/>
                  <a:pt x="275727" y="22009"/>
                </a:cubicBezTo>
                <a:cubicBezTo>
                  <a:pt x="278970" y="24323"/>
                  <a:pt x="281476" y="27773"/>
                  <a:pt x="283245" y="32361"/>
                </a:cubicBezTo>
                <a:cubicBezTo>
                  <a:pt x="285014" y="36947"/>
                  <a:pt x="285898" y="42660"/>
                  <a:pt x="285898" y="49499"/>
                </a:cubicBezTo>
                <a:cubicBezTo>
                  <a:pt x="285898" y="56298"/>
                  <a:pt x="285004" y="62002"/>
                  <a:pt x="283215" y="66610"/>
                </a:cubicBezTo>
                <a:cubicBezTo>
                  <a:pt x="281427" y="71218"/>
                  <a:pt x="278881" y="74688"/>
                  <a:pt x="275579" y="77023"/>
                </a:cubicBezTo>
                <a:cubicBezTo>
                  <a:pt x="272277" y="79357"/>
                  <a:pt x="268366" y="80524"/>
                  <a:pt x="263845" y="80524"/>
                </a:cubicBezTo>
                <a:moveTo>
                  <a:pt x="261958" y="72436"/>
                </a:moveTo>
                <a:cubicBezTo>
                  <a:pt x="266636" y="72436"/>
                  <a:pt x="270105" y="70432"/>
                  <a:pt x="272366" y="66422"/>
                </a:cubicBezTo>
                <a:cubicBezTo>
                  <a:pt x="274626" y="62413"/>
                  <a:pt x="275756" y="56752"/>
                  <a:pt x="275756" y="49440"/>
                </a:cubicBezTo>
                <a:cubicBezTo>
                  <a:pt x="275756" y="42045"/>
                  <a:pt x="274636" y="36374"/>
                  <a:pt x="272395" y="32427"/>
                </a:cubicBezTo>
                <a:cubicBezTo>
                  <a:pt x="270154" y="28480"/>
                  <a:pt x="266774" y="26507"/>
                  <a:pt x="262253" y="26507"/>
                </a:cubicBezTo>
                <a:cubicBezTo>
                  <a:pt x="258322" y="26507"/>
                  <a:pt x="255010" y="27702"/>
                  <a:pt x="252317" y="30091"/>
                </a:cubicBezTo>
                <a:cubicBezTo>
                  <a:pt x="249624" y="32480"/>
                  <a:pt x="247531" y="35232"/>
                  <a:pt x="246037" y="38347"/>
                </a:cubicBezTo>
                <a:lnTo>
                  <a:pt x="246037" y="61841"/>
                </a:lnTo>
                <a:cubicBezTo>
                  <a:pt x="247531" y="65082"/>
                  <a:pt x="249605" y="67658"/>
                  <a:pt x="252258" y="69569"/>
                </a:cubicBezTo>
                <a:cubicBezTo>
                  <a:pt x="254912" y="71481"/>
                  <a:pt x="258145" y="72436"/>
                  <a:pt x="261958" y="72436"/>
                </a:cubicBezTo>
                <a:close/>
                <a:moveTo>
                  <a:pt x="313490" y="80524"/>
                </a:moveTo>
                <a:cubicBezTo>
                  <a:pt x="310385" y="80524"/>
                  <a:pt x="307554" y="79894"/>
                  <a:pt x="304999" y="78633"/>
                </a:cubicBezTo>
                <a:cubicBezTo>
                  <a:pt x="302444" y="77371"/>
                  <a:pt x="300400" y="75480"/>
                  <a:pt x="298867" y="72958"/>
                </a:cubicBezTo>
                <a:cubicBezTo>
                  <a:pt x="297333" y="70436"/>
                  <a:pt x="296567" y="67303"/>
                  <a:pt x="296567" y="63561"/>
                </a:cubicBezTo>
                <a:cubicBezTo>
                  <a:pt x="296567" y="58192"/>
                  <a:pt x="298090" y="54125"/>
                  <a:pt x="301137" y="51359"/>
                </a:cubicBezTo>
                <a:cubicBezTo>
                  <a:pt x="304183" y="48593"/>
                  <a:pt x="308498" y="46722"/>
                  <a:pt x="314080" y="45745"/>
                </a:cubicBezTo>
                <a:cubicBezTo>
                  <a:pt x="319662" y="44768"/>
                  <a:pt x="326188" y="44240"/>
                  <a:pt x="333657" y="44158"/>
                </a:cubicBezTo>
                <a:lnTo>
                  <a:pt x="333657" y="39663"/>
                </a:lnTo>
                <a:cubicBezTo>
                  <a:pt x="333657" y="34385"/>
                  <a:pt x="332536" y="30765"/>
                  <a:pt x="330296" y="28802"/>
                </a:cubicBezTo>
                <a:cubicBezTo>
                  <a:pt x="328055" y="26839"/>
                  <a:pt x="325244" y="25857"/>
                  <a:pt x="321863" y="25857"/>
                </a:cubicBezTo>
                <a:cubicBezTo>
                  <a:pt x="318168" y="25857"/>
                  <a:pt x="315063" y="26895"/>
                  <a:pt x="312547" y="28970"/>
                </a:cubicBezTo>
                <a:cubicBezTo>
                  <a:pt x="310031" y="31045"/>
                  <a:pt x="308773" y="34366"/>
                  <a:pt x="308773" y="38934"/>
                </a:cubicBezTo>
                <a:lnTo>
                  <a:pt x="299220" y="38934"/>
                </a:lnTo>
                <a:cubicBezTo>
                  <a:pt x="299220" y="34100"/>
                  <a:pt x="300193" y="30179"/>
                  <a:pt x="302139" y="27169"/>
                </a:cubicBezTo>
                <a:cubicBezTo>
                  <a:pt x="304085" y="24158"/>
                  <a:pt x="306768" y="21967"/>
                  <a:pt x="310188" y="20596"/>
                </a:cubicBezTo>
                <a:cubicBezTo>
                  <a:pt x="313608" y="19223"/>
                  <a:pt x="317500" y="18537"/>
                  <a:pt x="321863" y="18537"/>
                </a:cubicBezTo>
                <a:cubicBezTo>
                  <a:pt x="324615" y="18537"/>
                  <a:pt x="327269" y="18824"/>
                  <a:pt x="329824" y="19399"/>
                </a:cubicBezTo>
                <a:cubicBezTo>
                  <a:pt x="332379" y="19972"/>
                  <a:pt x="334679" y="21017"/>
                  <a:pt x="336723" y="22533"/>
                </a:cubicBezTo>
                <a:cubicBezTo>
                  <a:pt x="338767" y="24050"/>
                  <a:pt x="340379" y="26170"/>
                  <a:pt x="341558" y="28896"/>
                </a:cubicBezTo>
                <a:cubicBezTo>
                  <a:pt x="342738" y="31621"/>
                  <a:pt x="343327" y="35136"/>
                  <a:pt x="343327" y="39439"/>
                </a:cubicBezTo>
                <a:lnTo>
                  <a:pt x="343327" y="79462"/>
                </a:lnTo>
                <a:lnTo>
                  <a:pt x="334246" y="79462"/>
                </a:lnTo>
                <a:lnTo>
                  <a:pt x="333893" y="71079"/>
                </a:lnTo>
                <a:cubicBezTo>
                  <a:pt x="331377" y="73991"/>
                  <a:pt x="328448" y="76293"/>
                  <a:pt x="325107" y="77986"/>
                </a:cubicBezTo>
                <a:cubicBezTo>
                  <a:pt x="321765" y="79678"/>
                  <a:pt x="317893" y="80524"/>
                  <a:pt x="313490" y="80524"/>
                </a:cubicBezTo>
                <a:moveTo>
                  <a:pt x="316085" y="72968"/>
                </a:moveTo>
                <a:cubicBezTo>
                  <a:pt x="319819" y="72968"/>
                  <a:pt x="323161" y="72044"/>
                  <a:pt x="326109" y="70197"/>
                </a:cubicBezTo>
                <a:cubicBezTo>
                  <a:pt x="329057" y="68349"/>
                  <a:pt x="331554" y="65931"/>
                  <a:pt x="333598" y="62941"/>
                </a:cubicBezTo>
                <a:lnTo>
                  <a:pt x="333598" y="50298"/>
                </a:lnTo>
                <a:cubicBezTo>
                  <a:pt x="323888" y="50422"/>
                  <a:pt x="316930" y="51471"/>
                  <a:pt x="312724" y="53444"/>
                </a:cubicBezTo>
                <a:cubicBezTo>
                  <a:pt x="308517" y="55415"/>
                  <a:pt x="306414" y="58664"/>
                  <a:pt x="306414" y="63190"/>
                </a:cubicBezTo>
                <a:cubicBezTo>
                  <a:pt x="306414" y="66180"/>
                  <a:pt x="307220" y="68557"/>
                  <a:pt x="308832" y="70322"/>
                </a:cubicBezTo>
                <a:cubicBezTo>
                  <a:pt x="310444" y="72086"/>
                  <a:pt x="312861" y="72968"/>
                  <a:pt x="316085" y="72968"/>
                </a:cubicBezTo>
                <a:close/>
                <a:moveTo>
                  <a:pt x="379682" y="80524"/>
                </a:moveTo>
                <a:cubicBezTo>
                  <a:pt x="376419" y="80524"/>
                  <a:pt x="373343" y="80163"/>
                  <a:pt x="370454" y="79439"/>
                </a:cubicBezTo>
                <a:cubicBezTo>
                  <a:pt x="367564" y="78716"/>
                  <a:pt x="365019" y="77549"/>
                  <a:pt x="362817" y="75938"/>
                </a:cubicBezTo>
                <a:cubicBezTo>
                  <a:pt x="360616" y="74325"/>
                  <a:pt x="358896" y="72238"/>
                  <a:pt x="357658" y="69676"/>
                </a:cubicBezTo>
                <a:cubicBezTo>
                  <a:pt x="356420" y="67115"/>
                  <a:pt x="355800" y="63994"/>
                  <a:pt x="355800" y="60316"/>
                </a:cubicBezTo>
                <a:lnTo>
                  <a:pt x="365294" y="60316"/>
                </a:lnTo>
                <a:cubicBezTo>
                  <a:pt x="365294" y="65079"/>
                  <a:pt x="366689" y="68418"/>
                  <a:pt x="369481" y="70333"/>
                </a:cubicBezTo>
                <a:cubicBezTo>
                  <a:pt x="372272" y="72247"/>
                  <a:pt x="375751" y="73204"/>
                  <a:pt x="379918" y="73204"/>
                </a:cubicBezTo>
                <a:cubicBezTo>
                  <a:pt x="383652" y="73204"/>
                  <a:pt x="386728" y="72442"/>
                  <a:pt x="389146" y="70918"/>
                </a:cubicBezTo>
                <a:cubicBezTo>
                  <a:pt x="391563" y="69394"/>
                  <a:pt x="392772" y="66893"/>
                  <a:pt x="392772" y="63415"/>
                </a:cubicBezTo>
                <a:cubicBezTo>
                  <a:pt x="392772" y="60440"/>
                  <a:pt x="391681" y="58250"/>
                  <a:pt x="389500" y="56845"/>
                </a:cubicBezTo>
                <a:cubicBezTo>
                  <a:pt x="387318" y="55440"/>
                  <a:pt x="383456" y="54014"/>
                  <a:pt x="377913" y="52567"/>
                </a:cubicBezTo>
                <a:cubicBezTo>
                  <a:pt x="373431" y="51452"/>
                  <a:pt x="369677" y="50160"/>
                  <a:pt x="366650" y="48693"/>
                </a:cubicBezTo>
                <a:cubicBezTo>
                  <a:pt x="363623" y="47226"/>
                  <a:pt x="361343" y="45366"/>
                  <a:pt x="359810" y="43114"/>
                </a:cubicBezTo>
                <a:cubicBezTo>
                  <a:pt x="358277" y="40862"/>
                  <a:pt x="357510" y="38021"/>
                  <a:pt x="357510" y="34591"/>
                </a:cubicBezTo>
                <a:cubicBezTo>
                  <a:pt x="357510" y="31947"/>
                  <a:pt x="358051" y="29623"/>
                  <a:pt x="359132" y="27619"/>
                </a:cubicBezTo>
                <a:cubicBezTo>
                  <a:pt x="360213" y="25615"/>
                  <a:pt x="361726" y="23941"/>
                  <a:pt x="363672" y="22598"/>
                </a:cubicBezTo>
                <a:cubicBezTo>
                  <a:pt x="365618" y="21255"/>
                  <a:pt x="367898" y="20242"/>
                  <a:pt x="370512" y="19561"/>
                </a:cubicBezTo>
                <a:cubicBezTo>
                  <a:pt x="373127" y="18878"/>
                  <a:pt x="375967" y="18537"/>
                  <a:pt x="379033" y="18537"/>
                </a:cubicBezTo>
                <a:cubicBezTo>
                  <a:pt x="382060" y="18537"/>
                  <a:pt x="384900" y="18909"/>
                  <a:pt x="387554" y="19653"/>
                </a:cubicBezTo>
                <a:cubicBezTo>
                  <a:pt x="390207" y="20397"/>
                  <a:pt x="392556" y="21544"/>
                  <a:pt x="394600" y="23094"/>
                </a:cubicBezTo>
                <a:cubicBezTo>
                  <a:pt x="396644" y="24644"/>
                  <a:pt x="398246" y="26648"/>
                  <a:pt x="399406" y="29106"/>
                </a:cubicBezTo>
                <a:cubicBezTo>
                  <a:pt x="400566" y="31565"/>
                  <a:pt x="401145" y="34488"/>
                  <a:pt x="401145" y="37877"/>
                </a:cubicBezTo>
                <a:lnTo>
                  <a:pt x="391593" y="37877"/>
                </a:lnTo>
                <a:cubicBezTo>
                  <a:pt x="391593" y="33568"/>
                  <a:pt x="390384" y="30508"/>
                  <a:pt x="387967" y="28695"/>
                </a:cubicBezTo>
                <a:cubicBezTo>
                  <a:pt x="385549" y="26882"/>
                  <a:pt x="382571" y="25976"/>
                  <a:pt x="379033" y="25976"/>
                </a:cubicBezTo>
                <a:cubicBezTo>
                  <a:pt x="375495" y="25976"/>
                  <a:pt x="372625" y="26646"/>
                  <a:pt x="370424" y="27988"/>
                </a:cubicBezTo>
                <a:cubicBezTo>
                  <a:pt x="368223" y="29329"/>
                  <a:pt x="367122" y="31426"/>
                  <a:pt x="367122" y="34281"/>
                </a:cubicBezTo>
                <a:cubicBezTo>
                  <a:pt x="367122" y="35892"/>
                  <a:pt x="367613" y="37256"/>
                  <a:pt x="368596" y="38373"/>
                </a:cubicBezTo>
                <a:cubicBezTo>
                  <a:pt x="369579" y="39488"/>
                  <a:pt x="371230" y="40491"/>
                  <a:pt x="373549" y="41380"/>
                </a:cubicBezTo>
                <a:cubicBezTo>
                  <a:pt x="375869" y="42268"/>
                  <a:pt x="378974" y="43208"/>
                  <a:pt x="382866" y="44199"/>
                </a:cubicBezTo>
                <a:cubicBezTo>
                  <a:pt x="387190" y="45274"/>
                  <a:pt x="390797" y="46556"/>
                  <a:pt x="393686" y="48044"/>
                </a:cubicBezTo>
                <a:cubicBezTo>
                  <a:pt x="396576" y="49531"/>
                  <a:pt x="398757" y="51452"/>
                  <a:pt x="400232" y="53809"/>
                </a:cubicBezTo>
                <a:cubicBezTo>
                  <a:pt x="401706" y="56164"/>
                  <a:pt x="402443" y="59201"/>
                  <a:pt x="402443" y="62921"/>
                </a:cubicBezTo>
                <a:cubicBezTo>
                  <a:pt x="402443" y="65978"/>
                  <a:pt x="401873" y="68623"/>
                  <a:pt x="400733" y="70855"/>
                </a:cubicBezTo>
                <a:cubicBezTo>
                  <a:pt x="399593" y="73086"/>
                  <a:pt x="397991" y="74915"/>
                  <a:pt x="395927" y="76340"/>
                </a:cubicBezTo>
                <a:cubicBezTo>
                  <a:pt x="393863" y="77766"/>
                  <a:pt x="391446" y="78819"/>
                  <a:pt x="388674" y="79500"/>
                </a:cubicBezTo>
                <a:cubicBezTo>
                  <a:pt x="385903" y="80183"/>
                  <a:pt x="382905" y="80524"/>
                  <a:pt x="379682" y="80524"/>
                </a:cubicBezTo>
                <a:close/>
                <a:moveTo>
                  <a:pt x="438954" y="80524"/>
                </a:moveTo>
                <a:cubicBezTo>
                  <a:pt x="432979" y="80524"/>
                  <a:pt x="428045" y="79163"/>
                  <a:pt x="424154" y="76440"/>
                </a:cubicBezTo>
                <a:cubicBezTo>
                  <a:pt x="420262" y="73715"/>
                  <a:pt x="417363" y="70009"/>
                  <a:pt x="415456" y="65319"/>
                </a:cubicBezTo>
                <a:cubicBezTo>
                  <a:pt x="413550" y="60629"/>
                  <a:pt x="412596" y="55356"/>
                  <a:pt x="412596" y="49499"/>
                </a:cubicBezTo>
                <a:cubicBezTo>
                  <a:pt x="412596" y="43398"/>
                  <a:pt x="413520" y="38022"/>
                  <a:pt x="415368" y="33373"/>
                </a:cubicBezTo>
                <a:cubicBezTo>
                  <a:pt x="417215" y="28724"/>
                  <a:pt x="420016" y="25089"/>
                  <a:pt x="423770" y="22468"/>
                </a:cubicBezTo>
                <a:cubicBezTo>
                  <a:pt x="427525" y="19848"/>
                  <a:pt x="432232" y="18537"/>
                  <a:pt x="437893" y="18537"/>
                </a:cubicBezTo>
                <a:cubicBezTo>
                  <a:pt x="445480" y="18537"/>
                  <a:pt x="451416" y="20997"/>
                  <a:pt x="455701" y="25917"/>
                </a:cubicBezTo>
                <a:cubicBezTo>
                  <a:pt x="459986" y="30835"/>
                  <a:pt x="462128" y="37906"/>
                  <a:pt x="462128" y="47129"/>
                </a:cubicBezTo>
                <a:cubicBezTo>
                  <a:pt x="462128" y="47744"/>
                  <a:pt x="462118" y="48471"/>
                  <a:pt x="462099" y="49311"/>
                </a:cubicBezTo>
                <a:cubicBezTo>
                  <a:pt x="462079" y="50151"/>
                  <a:pt x="462030" y="50756"/>
                  <a:pt x="461951" y="51125"/>
                </a:cubicBezTo>
                <a:lnTo>
                  <a:pt x="422503" y="51125"/>
                </a:lnTo>
                <a:cubicBezTo>
                  <a:pt x="422542" y="55066"/>
                  <a:pt x="423112" y="58687"/>
                  <a:pt x="424213" y="61985"/>
                </a:cubicBezTo>
                <a:cubicBezTo>
                  <a:pt x="425313" y="65284"/>
                  <a:pt x="427073" y="67929"/>
                  <a:pt x="429490" y="69922"/>
                </a:cubicBezTo>
                <a:cubicBezTo>
                  <a:pt x="431908" y="71913"/>
                  <a:pt x="435062" y="72909"/>
                  <a:pt x="438954" y="72909"/>
                </a:cubicBezTo>
                <a:cubicBezTo>
                  <a:pt x="443161" y="72909"/>
                  <a:pt x="446433" y="71808"/>
                  <a:pt x="448772" y="69608"/>
                </a:cubicBezTo>
                <a:cubicBezTo>
                  <a:pt x="451111" y="67408"/>
                  <a:pt x="452340" y="64234"/>
                  <a:pt x="452458" y="60085"/>
                </a:cubicBezTo>
                <a:lnTo>
                  <a:pt x="462187" y="60085"/>
                </a:lnTo>
                <a:cubicBezTo>
                  <a:pt x="462069" y="64300"/>
                  <a:pt x="461057" y="67932"/>
                  <a:pt x="459150" y="70981"/>
                </a:cubicBezTo>
                <a:cubicBezTo>
                  <a:pt x="457244" y="74028"/>
                  <a:pt x="454580" y="76381"/>
                  <a:pt x="451160" y="78039"/>
                </a:cubicBezTo>
                <a:cubicBezTo>
                  <a:pt x="447740" y="79696"/>
                  <a:pt x="443672" y="80524"/>
                  <a:pt x="438954" y="80524"/>
                </a:cubicBezTo>
                <a:moveTo>
                  <a:pt x="422562" y="43922"/>
                </a:moveTo>
                <a:lnTo>
                  <a:pt x="452399" y="43922"/>
                </a:lnTo>
                <a:cubicBezTo>
                  <a:pt x="452281" y="38149"/>
                  <a:pt x="450964" y="33734"/>
                  <a:pt x="448448" y="30678"/>
                </a:cubicBezTo>
                <a:cubicBezTo>
                  <a:pt x="445932" y="27622"/>
                  <a:pt x="442414" y="26094"/>
                  <a:pt x="437893" y="26094"/>
                </a:cubicBezTo>
                <a:cubicBezTo>
                  <a:pt x="433293" y="26094"/>
                  <a:pt x="429706" y="27611"/>
                  <a:pt x="427131" y="30647"/>
                </a:cubicBezTo>
                <a:cubicBezTo>
                  <a:pt x="424557" y="33682"/>
                  <a:pt x="423033" y="38107"/>
                  <a:pt x="422562" y="43922"/>
                </a:cubicBezTo>
                <a:close/>
                <a:moveTo>
                  <a:pt x="497523" y="80524"/>
                </a:moveTo>
                <a:cubicBezTo>
                  <a:pt x="494260" y="80524"/>
                  <a:pt x="491184" y="80163"/>
                  <a:pt x="488295" y="79439"/>
                </a:cubicBezTo>
                <a:cubicBezTo>
                  <a:pt x="485405" y="78716"/>
                  <a:pt x="482860" y="77549"/>
                  <a:pt x="480658" y="75938"/>
                </a:cubicBezTo>
                <a:cubicBezTo>
                  <a:pt x="478457" y="74325"/>
                  <a:pt x="476737" y="72238"/>
                  <a:pt x="475499" y="69676"/>
                </a:cubicBezTo>
                <a:cubicBezTo>
                  <a:pt x="474261" y="67115"/>
                  <a:pt x="473641" y="63994"/>
                  <a:pt x="473641" y="60316"/>
                </a:cubicBezTo>
                <a:lnTo>
                  <a:pt x="483135" y="60316"/>
                </a:lnTo>
                <a:cubicBezTo>
                  <a:pt x="483135" y="65079"/>
                  <a:pt x="484530" y="68418"/>
                  <a:pt x="487322" y="70333"/>
                </a:cubicBezTo>
                <a:cubicBezTo>
                  <a:pt x="490113" y="72247"/>
                  <a:pt x="493592" y="73204"/>
                  <a:pt x="497759" y="73204"/>
                </a:cubicBezTo>
                <a:cubicBezTo>
                  <a:pt x="501493" y="73204"/>
                  <a:pt x="504569" y="72442"/>
                  <a:pt x="506987" y="70918"/>
                </a:cubicBezTo>
                <a:cubicBezTo>
                  <a:pt x="509404" y="69394"/>
                  <a:pt x="510613" y="66893"/>
                  <a:pt x="510613" y="63415"/>
                </a:cubicBezTo>
                <a:cubicBezTo>
                  <a:pt x="510613" y="60440"/>
                  <a:pt x="509522" y="58250"/>
                  <a:pt x="507341" y="56845"/>
                </a:cubicBezTo>
                <a:cubicBezTo>
                  <a:pt x="505159" y="55440"/>
                  <a:pt x="501297" y="54014"/>
                  <a:pt x="495754" y="52567"/>
                </a:cubicBezTo>
                <a:cubicBezTo>
                  <a:pt x="491272" y="51452"/>
                  <a:pt x="487518" y="50160"/>
                  <a:pt x="484491" y="48693"/>
                </a:cubicBezTo>
                <a:cubicBezTo>
                  <a:pt x="481464" y="47226"/>
                  <a:pt x="479184" y="45366"/>
                  <a:pt x="477651" y="43114"/>
                </a:cubicBezTo>
                <a:cubicBezTo>
                  <a:pt x="476118" y="40862"/>
                  <a:pt x="475351" y="38021"/>
                  <a:pt x="475351" y="34591"/>
                </a:cubicBezTo>
                <a:cubicBezTo>
                  <a:pt x="475351" y="31947"/>
                  <a:pt x="475892" y="29623"/>
                  <a:pt x="476973" y="27619"/>
                </a:cubicBezTo>
                <a:cubicBezTo>
                  <a:pt x="478054" y="25615"/>
                  <a:pt x="479567" y="23941"/>
                  <a:pt x="481513" y="22598"/>
                </a:cubicBezTo>
                <a:cubicBezTo>
                  <a:pt x="483459" y="21255"/>
                  <a:pt x="485739" y="20242"/>
                  <a:pt x="488353" y="19561"/>
                </a:cubicBezTo>
                <a:cubicBezTo>
                  <a:pt x="490968" y="18878"/>
                  <a:pt x="493808" y="18537"/>
                  <a:pt x="496874" y="18537"/>
                </a:cubicBezTo>
                <a:cubicBezTo>
                  <a:pt x="499901" y="18537"/>
                  <a:pt x="502741" y="18909"/>
                  <a:pt x="505395" y="19653"/>
                </a:cubicBezTo>
                <a:cubicBezTo>
                  <a:pt x="508048" y="20397"/>
                  <a:pt x="510397" y="21544"/>
                  <a:pt x="512441" y="23094"/>
                </a:cubicBezTo>
                <a:cubicBezTo>
                  <a:pt x="514485" y="24644"/>
                  <a:pt x="516087" y="26648"/>
                  <a:pt x="517247" y="29106"/>
                </a:cubicBezTo>
                <a:cubicBezTo>
                  <a:pt x="518407" y="31565"/>
                  <a:pt x="518987" y="34488"/>
                  <a:pt x="518987" y="37877"/>
                </a:cubicBezTo>
                <a:lnTo>
                  <a:pt x="509434" y="37877"/>
                </a:lnTo>
                <a:cubicBezTo>
                  <a:pt x="509434" y="33568"/>
                  <a:pt x="508225" y="30508"/>
                  <a:pt x="505808" y="28695"/>
                </a:cubicBezTo>
                <a:cubicBezTo>
                  <a:pt x="503390" y="26882"/>
                  <a:pt x="500412" y="25976"/>
                  <a:pt x="496874" y="25976"/>
                </a:cubicBezTo>
                <a:cubicBezTo>
                  <a:pt x="493336" y="25976"/>
                  <a:pt x="490466" y="26646"/>
                  <a:pt x="488265" y="27988"/>
                </a:cubicBezTo>
                <a:cubicBezTo>
                  <a:pt x="486064" y="29329"/>
                  <a:pt x="484963" y="31426"/>
                  <a:pt x="484963" y="34281"/>
                </a:cubicBezTo>
                <a:cubicBezTo>
                  <a:pt x="484963" y="35892"/>
                  <a:pt x="485454" y="37256"/>
                  <a:pt x="486437" y="38373"/>
                </a:cubicBezTo>
                <a:cubicBezTo>
                  <a:pt x="487420" y="39488"/>
                  <a:pt x="489071" y="40491"/>
                  <a:pt x="491390" y="41380"/>
                </a:cubicBezTo>
                <a:cubicBezTo>
                  <a:pt x="493710" y="42268"/>
                  <a:pt x="496815" y="43208"/>
                  <a:pt x="500707" y="44199"/>
                </a:cubicBezTo>
                <a:cubicBezTo>
                  <a:pt x="505031" y="45274"/>
                  <a:pt x="508638" y="46556"/>
                  <a:pt x="511527" y="48044"/>
                </a:cubicBezTo>
                <a:cubicBezTo>
                  <a:pt x="514417" y="49531"/>
                  <a:pt x="516598" y="51452"/>
                  <a:pt x="518073" y="53809"/>
                </a:cubicBezTo>
                <a:cubicBezTo>
                  <a:pt x="519547" y="56164"/>
                  <a:pt x="520284" y="59201"/>
                  <a:pt x="520284" y="62921"/>
                </a:cubicBezTo>
                <a:cubicBezTo>
                  <a:pt x="520284" y="65978"/>
                  <a:pt x="519714" y="68623"/>
                  <a:pt x="518574" y="70855"/>
                </a:cubicBezTo>
                <a:cubicBezTo>
                  <a:pt x="517434" y="73086"/>
                  <a:pt x="515832" y="74915"/>
                  <a:pt x="513768" y="76340"/>
                </a:cubicBezTo>
                <a:cubicBezTo>
                  <a:pt x="511704" y="77766"/>
                  <a:pt x="509287" y="78819"/>
                  <a:pt x="506515" y="79500"/>
                </a:cubicBezTo>
                <a:cubicBezTo>
                  <a:pt x="503744" y="80183"/>
                  <a:pt x="500746" y="80524"/>
                  <a:pt x="497523" y="805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3b8a323e84a84"/>
          <a:stretch xmlns:a="http://schemas.openxmlformats.org/drawingml/2006/main"/>
        </p:blipFill>
        <p:spPr>
          <a:xfrm xmlns:a="http://schemas.openxmlformats.org/drawingml/2006/main">
            <a:off x="356043" y="2482378"/>
            <a:ext cx="351938" cy="356079"/>
          </a:xfrm>
          <a:prstGeom xmlns:a="http://schemas.openxmlformats.org/drawingml/2006/main" prst="rect">
            <a:avLst/>
          </a:prstGeom>
        </p:spPr>
      </p:pic>
      <p:sp>
        <p:nvSpPr>
          <p:cNvPr id="59" name="Text Documents">
            <a:extLst xmlns:a="http://schemas.openxmlformats.org/drawingml/2006/main">
              <a:ext uri="{FF2B5EF4-FFF2-40B4-BE49-F238E27FC236}">
                <a16:creationId xmlns:a16="http://schemas.microsoft.com/office/drawing/2014/main" id="{6EC4B9C2-BBB5-40A3-8D00-62B98F11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66" y="2899768"/>
            <a:ext cx="566294" cy="80524"/>
          </a:xfrm>
          <a:custGeom xmlns:a="http://schemas.openxmlformats.org/drawingml/2006/main">
            <a:pathLst>
              <a:path w="566294" h="80524">
                <a:moveTo>
                  <a:pt x="307533" y="29369"/>
                </a:moveTo>
                <a:lnTo>
                  <a:pt x="307314" y="28750"/>
                </a:lnTo>
                <a:lnTo>
                  <a:pt x="307081" y="28146"/>
                </a:lnTo>
                <a:lnTo>
                  <a:pt x="306834" y="27559"/>
                </a:lnTo>
                <a:lnTo>
                  <a:pt x="306572" y="26987"/>
                </a:lnTo>
                <a:lnTo>
                  <a:pt x="306297" y="26431"/>
                </a:lnTo>
                <a:lnTo>
                  <a:pt x="306007" y="25890"/>
                </a:lnTo>
                <a:lnTo>
                  <a:pt x="305703" y="25366"/>
                </a:lnTo>
                <a:lnTo>
                  <a:pt x="305386" y="24857"/>
                </a:lnTo>
                <a:lnTo>
                  <a:pt x="305054" y="24363"/>
                </a:lnTo>
                <a:lnTo>
                  <a:pt x="304705" y="23888"/>
                </a:lnTo>
                <a:lnTo>
                  <a:pt x="304338" y="23433"/>
                </a:lnTo>
                <a:lnTo>
                  <a:pt x="303953" y="22998"/>
                </a:lnTo>
                <a:lnTo>
                  <a:pt x="303548" y="22583"/>
                </a:lnTo>
                <a:lnTo>
                  <a:pt x="303125" y="22188"/>
                </a:lnTo>
                <a:lnTo>
                  <a:pt x="302684" y="21814"/>
                </a:lnTo>
                <a:lnTo>
                  <a:pt x="302224" y="21460"/>
                </a:lnTo>
                <a:lnTo>
                  <a:pt x="301745" y="21126"/>
                </a:lnTo>
                <a:lnTo>
                  <a:pt x="301247" y="20813"/>
                </a:lnTo>
                <a:lnTo>
                  <a:pt x="300731" y="20520"/>
                </a:lnTo>
                <a:lnTo>
                  <a:pt x="300197" y="20246"/>
                </a:lnTo>
                <a:lnTo>
                  <a:pt x="299643" y="19994"/>
                </a:lnTo>
                <a:lnTo>
                  <a:pt x="299071" y="19761"/>
                </a:lnTo>
                <a:lnTo>
                  <a:pt x="298481" y="19549"/>
                </a:lnTo>
                <a:lnTo>
                  <a:pt x="297872" y="19356"/>
                </a:lnTo>
                <a:lnTo>
                  <a:pt x="297244" y="19184"/>
                </a:lnTo>
                <a:lnTo>
                  <a:pt x="296597" y="19033"/>
                </a:lnTo>
                <a:lnTo>
                  <a:pt x="295932" y="18901"/>
                </a:lnTo>
                <a:lnTo>
                  <a:pt x="295248" y="18790"/>
                </a:lnTo>
                <a:lnTo>
                  <a:pt x="294546" y="18699"/>
                </a:lnTo>
                <a:lnTo>
                  <a:pt x="293825" y="18628"/>
                </a:lnTo>
                <a:lnTo>
                  <a:pt x="293085" y="18578"/>
                </a:lnTo>
                <a:lnTo>
                  <a:pt x="292327" y="18547"/>
                </a:lnTo>
                <a:lnTo>
                  <a:pt x="291550" y="18537"/>
                </a:lnTo>
                <a:lnTo>
                  <a:pt x="290989" y="18542"/>
                </a:lnTo>
                <a:lnTo>
                  <a:pt x="290436" y="18558"/>
                </a:lnTo>
                <a:lnTo>
                  <a:pt x="289890" y="18584"/>
                </a:lnTo>
                <a:lnTo>
                  <a:pt x="289352" y="18620"/>
                </a:lnTo>
                <a:lnTo>
                  <a:pt x="288822" y="18666"/>
                </a:lnTo>
                <a:lnTo>
                  <a:pt x="288300" y="18723"/>
                </a:lnTo>
                <a:lnTo>
                  <a:pt x="287785" y="18791"/>
                </a:lnTo>
                <a:lnTo>
                  <a:pt x="287278" y="18868"/>
                </a:lnTo>
                <a:lnTo>
                  <a:pt x="286780" y="18956"/>
                </a:lnTo>
                <a:lnTo>
                  <a:pt x="286288" y="19055"/>
                </a:lnTo>
                <a:lnTo>
                  <a:pt x="285805" y="19163"/>
                </a:lnTo>
                <a:lnTo>
                  <a:pt x="285329" y="19282"/>
                </a:lnTo>
                <a:lnTo>
                  <a:pt x="284861" y="19412"/>
                </a:lnTo>
                <a:lnTo>
                  <a:pt x="284401" y="19552"/>
                </a:lnTo>
                <a:lnTo>
                  <a:pt x="283949" y="19702"/>
                </a:lnTo>
                <a:lnTo>
                  <a:pt x="283505" y="19862"/>
                </a:lnTo>
                <a:lnTo>
                  <a:pt x="283068" y="20033"/>
                </a:lnTo>
                <a:lnTo>
                  <a:pt x="282639" y="20214"/>
                </a:lnTo>
                <a:lnTo>
                  <a:pt x="282218" y="20406"/>
                </a:lnTo>
                <a:lnTo>
                  <a:pt x="281804" y="20607"/>
                </a:lnTo>
                <a:lnTo>
                  <a:pt x="281399" y="20820"/>
                </a:lnTo>
                <a:lnTo>
                  <a:pt x="281001" y="21042"/>
                </a:lnTo>
                <a:lnTo>
                  <a:pt x="280611" y="21275"/>
                </a:lnTo>
                <a:lnTo>
                  <a:pt x="280229" y="21518"/>
                </a:lnTo>
                <a:lnTo>
                  <a:pt x="279854" y="21768"/>
                </a:lnTo>
                <a:lnTo>
                  <a:pt x="279486" y="22018"/>
                </a:lnTo>
                <a:lnTo>
                  <a:pt x="279126" y="22271"/>
                </a:lnTo>
                <a:lnTo>
                  <a:pt x="278773" y="22524"/>
                </a:lnTo>
                <a:lnTo>
                  <a:pt x="278426" y="22780"/>
                </a:lnTo>
                <a:lnTo>
                  <a:pt x="278088" y="23037"/>
                </a:lnTo>
                <a:lnTo>
                  <a:pt x="277756" y="23295"/>
                </a:lnTo>
                <a:lnTo>
                  <a:pt x="277431" y="23555"/>
                </a:lnTo>
                <a:lnTo>
                  <a:pt x="277114" y="23817"/>
                </a:lnTo>
                <a:lnTo>
                  <a:pt x="276803" y="24080"/>
                </a:lnTo>
                <a:lnTo>
                  <a:pt x="276500" y="24344"/>
                </a:lnTo>
                <a:lnTo>
                  <a:pt x="276204" y="24610"/>
                </a:lnTo>
                <a:lnTo>
                  <a:pt x="275915" y="24878"/>
                </a:lnTo>
                <a:lnTo>
                  <a:pt x="275634" y="25147"/>
                </a:lnTo>
                <a:lnTo>
                  <a:pt x="275359" y="25418"/>
                </a:lnTo>
                <a:lnTo>
                  <a:pt x="275092" y="25690"/>
                </a:lnTo>
                <a:lnTo>
                  <a:pt x="274832" y="25964"/>
                </a:lnTo>
                <a:lnTo>
                  <a:pt x="274579" y="26239"/>
                </a:lnTo>
                <a:lnTo>
                  <a:pt x="274333" y="26516"/>
                </a:lnTo>
                <a:lnTo>
                  <a:pt x="274095" y="26795"/>
                </a:lnTo>
                <a:lnTo>
                  <a:pt x="273863" y="27075"/>
                </a:lnTo>
                <a:lnTo>
                  <a:pt x="273639" y="27356"/>
                </a:lnTo>
                <a:lnTo>
                  <a:pt x="273422" y="27639"/>
                </a:lnTo>
                <a:lnTo>
                  <a:pt x="273212" y="27924"/>
                </a:lnTo>
                <a:lnTo>
                  <a:pt x="272976" y="19600"/>
                </a:lnTo>
                <a:lnTo>
                  <a:pt x="263423" y="19600"/>
                </a:lnTo>
                <a:lnTo>
                  <a:pt x="263423" y="79462"/>
                </a:lnTo>
                <a:lnTo>
                  <a:pt x="273271" y="79462"/>
                </a:lnTo>
                <a:lnTo>
                  <a:pt x="273271" y="36360"/>
                </a:lnTo>
                <a:lnTo>
                  <a:pt x="273480" y="36069"/>
                </a:lnTo>
                <a:lnTo>
                  <a:pt x="273694" y="35780"/>
                </a:lnTo>
                <a:lnTo>
                  <a:pt x="273913" y="35493"/>
                </a:lnTo>
                <a:lnTo>
                  <a:pt x="274138" y="35207"/>
                </a:lnTo>
                <a:lnTo>
                  <a:pt x="274368" y="34922"/>
                </a:lnTo>
                <a:lnTo>
                  <a:pt x="274603" y="34640"/>
                </a:lnTo>
                <a:lnTo>
                  <a:pt x="274843" y="34359"/>
                </a:lnTo>
                <a:lnTo>
                  <a:pt x="275089" y="34079"/>
                </a:lnTo>
                <a:lnTo>
                  <a:pt x="275340" y="33802"/>
                </a:lnTo>
                <a:lnTo>
                  <a:pt x="275596" y="33525"/>
                </a:lnTo>
                <a:lnTo>
                  <a:pt x="275857" y="33251"/>
                </a:lnTo>
                <a:lnTo>
                  <a:pt x="276123" y="32978"/>
                </a:lnTo>
                <a:lnTo>
                  <a:pt x="276395" y="32707"/>
                </a:lnTo>
                <a:lnTo>
                  <a:pt x="276672" y="32437"/>
                </a:lnTo>
                <a:lnTo>
                  <a:pt x="276954" y="32169"/>
                </a:lnTo>
                <a:lnTo>
                  <a:pt x="277241" y="31903"/>
                </a:lnTo>
                <a:lnTo>
                  <a:pt x="277534" y="31638"/>
                </a:lnTo>
                <a:lnTo>
                  <a:pt x="277831" y="31375"/>
                </a:lnTo>
                <a:lnTo>
                  <a:pt x="278134" y="31114"/>
                </a:lnTo>
                <a:lnTo>
                  <a:pt x="278443" y="30854"/>
                </a:lnTo>
                <a:lnTo>
                  <a:pt x="278756" y="30596"/>
                </a:lnTo>
                <a:lnTo>
                  <a:pt x="279075" y="30339"/>
                </a:lnTo>
                <a:lnTo>
                  <a:pt x="279398" y="30085"/>
                </a:lnTo>
                <a:lnTo>
                  <a:pt x="279728" y="29831"/>
                </a:lnTo>
                <a:lnTo>
                  <a:pt x="280062" y="29584"/>
                </a:lnTo>
                <a:lnTo>
                  <a:pt x="280403" y="29347"/>
                </a:lnTo>
                <a:lnTo>
                  <a:pt x="280749" y="29121"/>
                </a:lnTo>
                <a:lnTo>
                  <a:pt x="281101" y="28906"/>
                </a:lnTo>
                <a:lnTo>
                  <a:pt x="281459" y="28701"/>
                </a:lnTo>
                <a:lnTo>
                  <a:pt x="281823" y="28506"/>
                </a:lnTo>
                <a:lnTo>
                  <a:pt x="282192" y="28322"/>
                </a:lnTo>
                <a:lnTo>
                  <a:pt x="282568" y="28148"/>
                </a:lnTo>
                <a:lnTo>
                  <a:pt x="282949" y="27985"/>
                </a:lnTo>
                <a:lnTo>
                  <a:pt x="283336" y="27833"/>
                </a:lnTo>
                <a:lnTo>
                  <a:pt x="283729" y="27691"/>
                </a:lnTo>
                <a:lnTo>
                  <a:pt x="284128" y="27559"/>
                </a:lnTo>
                <a:lnTo>
                  <a:pt x="284532" y="27438"/>
                </a:lnTo>
                <a:lnTo>
                  <a:pt x="284943" y="27328"/>
                </a:lnTo>
                <a:lnTo>
                  <a:pt x="285359" y="27228"/>
                </a:lnTo>
                <a:lnTo>
                  <a:pt x="285781" y="27139"/>
                </a:lnTo>
                <a:lnTo>
                  <a:pt x="286209" y="27060"/>
                </a:lnTo>
                <a:lnTo>
                  <a:pt x="286643" y="26991"/>
                </a:lnTo>
                <a:lnTo>
                  <a:pt x="287083" y="26934"/>
                </a:lnTo>
                <a:lnTo>
                  <a:pt x="287528" y="26886"/>
                </a:lnTo>
                <a:lnTo>
                  <a:pt x="287980" y="26849"/>
                </a:lnTo>
                <a:lnTo>
                  <a:pt x="288437" y="26823"/>
                </a:lnTo>
                <a:lnTo>
                  <a:pt x="288900" y="26807"/>
                </a:lnTo>
                <a:lnTo>
                  <a:pt x="289369" y="26802"/>
                </a:lnTo>
                <a:lnTo>
                  <a:pt x="289709" y="26805"/>
                </a:lnTo>
                <a:lnTo>
                  <a:pt x="290043" y="26815"/>
                </a:lnTo>
                <a:lnTo>
                  <a:pt x="290370" y="26832"/>
                </a:lnTo>
                <a:lnTo>
                  <a:pt x="290690" y="26855"/>
                </a:lnTo>
                <a:lnTo>
                  <a:pt x="291003" y="26885"/>
                </a:lnTo>
                <a:lnTo>
                  <a:pt x="291309" y="26921"/>
                </a:lnTo>
                <a:lnTo>
                  <a:pt x="291608" y="26964"/>
                </a:lnTo>
                <a:lnTo>
                  <a:pt x="291901" y="27014"/>
                </a:lnTo>
                <a:lnTo>
                  <a:pt x="292186" y="27070"/>
                </a:lnTo>
                <a:lnTo>
                  <a:pt x="292465" y="27133"/>
                </a:lnTo>
                <a:lnTo>
                  <a:pt x="292737" y="27202"/>
                </a:lnTo>
                <a:lnTo>
                  <a:pt x="293002" y="27278"/>
                </a:lnTo>
                <a:lnTo>
                  <a:pt x="293261" y="27361"/>
                </a:lnTo>
                <a:lnTo>
                  <a:pt x="293512" y="27451"/>
                </a:lnTo>
                <a:lnTo>
                  <a:pt x="293756" y="27546"/>
                </a:lnTo>
                <a:lnTo>
                  <a:pt x="293994" y="27649"/>
                </a:lnTo>
                <a:lnTo>
                  <a:pt x="294225" y="27758"/>
                </a:lnTo>
                <a:lnTo>
                  <a:pt x="294449" y="27874"/>
                </a:lnTo>
                <a:lnTo>
                  <a:pt x="294666" y="27996"/>
                </a:lnTo>
                <a:lnTo>
                  <a:pt x="294876" y="28125"/>
                </a:lnTo>
                <a:lnTo>
                  <a:pt x="295079" y="28261"/>
                </a:lnTo>
                <a:lnTo>
                  <a:pt x="295276" y="28403"/>
                </a:lnTo>
                <a:lnTo>
                  <a:pt x="295466" y="28552"/>
                </a:lnTo>
                <a:lnTo>
                  <a:pt x="295648" y="28708"/>
                </a:lnTo>
                <a:lnTo>
                  <a:pt x="295825" y="28869"/>
                </a:lnTo>
                <a:lnTo>
                  <a:pt x="295998" y="29035"/>
                </a:lnTo>
                <a:lnTo>
                  <a:pt x="296165" y="29207"/>
                </a:lnTo>
                <a:lnTo>
                  <a:pt x="296327" y="29383"/>
                </a:lnTo>
                <a:lnTo>
                  <a:pt x="296485" y="29565"/>
                </a:lnTo>
                <a:lnTo>
                  <a:pt x="296638" y="29752"/>
                </a:lnTo>
                <a:lnTo>
                  <a:pt x="296786" y="29943"/>
                </a:lnTo>
                <a:lnTo>
                  <a:pt x="296929" y="30140"/>
                </a:lnTo>
                <a:lnTo>
                  <a:pt x="297068" y="30342"/>
                </a:lnTo>
                <a:lnTo>
                  <a:pt x="297201" y="30550"/>
                </a:lnTo>
                <a:lnTo>
                  <a:pt x="297330" y="30762"/>
                </a:lnTo>
                <a:lnTo>
                  <a:pt x="297454" y="30979"/>
                </a:lnTo>
                <a:lnTo>
                  <a:pt x="297573" y="31202"/>
                </a:lnTo>
                <a:lnTo>
                  <a:pt x="297688" y="31429"/>
                </a:lnTo>
                <a:lnTo>
                  <a:pt x="297797" y="31662"/>
                </a:lnTo>
                <a:lnTo>
                  <a:pt x="297902" y="31900"/>
                </a:lnTo>
                <a:lnTo>
                  <a:pt x="298002" y="32143"/>
                </a:lnTo>
                <a:lnTo>
                  <a:pt x="298097" y="32391"/>
                </a:lnTo>
                <a:lnTo>
                  <a:pt x="298188" y="32644"/>
                </a:lnTo>
                <a:lnTo>
                  <a:pt x="298273" y="32902"/>
                </a:lnTo>
                <a:lnTo>
                  <a:pt x="298354" y="33165"/>
                </a:lnTo>
                <a:lnTo>
                  <a:pt x="298430" y="33434"/>
                </a:lnTo>
                <a:lnTo>
                  <a:pt x="298501" y="33707"/>
                </a:lnTo>
                <a:lnTo>
                  <a:pt x="298567" y="33986"/>
                </a:lnTo>
                <a:lnTo>
                  <a:pt x="298630" y="34269"/>
                </a:lnTo>
                <a:lnTo>
                  <a:pt x="298690" y="34554"/>
                </a:lnTo>
                <a:lnTo>
                  <a:pt x="298747" y="34844"/>
                </a:lnTo>
                <a:lnTo>
                  <a:pt x="298801" y="35136"/>
                </a:lnTo>
                <a:lnTo>
                  <a:pt x="298853" y="35432"/>
                </a:lnTo>
                <a:lnTo>
                  <a:pt x="298903" y="35731"/>
                </a:lnTo>
                <a:lnTo>
                  <a:pt x="298949" y="36033"/>
                </a:lnTo>
                <a:lnTo>
                  <a:pt x="298993" y="36339"/>
                </a:lnTo>
                <a:lnTo>
                  <a:pt x="299034" y="36647"/>
                </a:lnTo>
                <a:lnTo>
                  <a:pt x="299073" y="36959"/>
                </a:lnTo>
                <a:lnTo>
                  <a:pt x="299109" y="37275"/>
                </a:lnTo>
                <a:lnTo>
                  <a:pt x="299142" y="37593"/>
                </a:lnTo>
                <a:lnTo>
                  <a:pt x="299173" y="37915"/>
                </a:lnTo>
                <a:lnTo>
                  <a:pt x="299201" y="38240"/>
                </a:lnTo>
                <a:lnTo>
                  <a:pt x="299226" y="38568"/>
                </a:lnTo>
                <a:lnTo>
                  <a:pt x="299249" y="38900"/>
                </a:lnTo>
                <a:lnTo>
                  <a:pt x="299269" y="39235"/>
                </a:lnTo>
                <a:lnTo>
                  <a:pt x="299286" y="39573"/>
                </a:lnTo>
                <a:lnTo>
                  <a:pt x="299301" y="39914"/>
                </a:lnTo>
                <a:lnTo>
                  <a:pt x="299313" y="40259"/>
                </a:lnTo>
                <a:lnTo>
                  <a:pt x="299322" y="40607"/>
                </a:lnTo>
                <a:lnTo>
                  <a:pt x="299328" y="40958"/>
                </a:lnTo>
                <a:lnTo>
                  <a:pt x="299332" y="41312"/>
                </a:lnTo>
                <a:lnTo>
                  <a:pt x="299334" y="41670"/>
                </a:lnTo>
                <a:lnTo>
                  <a:pt x="299334" y="79462"/>
                </a:lnTo>
                <a:lnTo>
                  <a:pt x="309122" y="79462"/>
                </a:lnTo>
                <a:lnTo>
                  <a:pt x="309122" y="40539"/>
                </a:lnTo>
                <a:lnTo>
                  <a:pt x="309115" y="39684"/>
                </a:lnTo>
                <a:lnTo>
                  <a:pt x="309094" y="38845"/>
                </a:lnTo>
                <a:lnTo>
                  <a:pt x="309059" y="38022"/>
                </a:lnTo>
                <a:lnTo>
                  <a:pt x="309009" y="37215"/>
                </a:lnTo>
                <a:lnTo>
                  <a:pt x="308946" y="36423"/>
                </a:lnTo>
                <a:lnTo>
                  <a:pt x="308875" y="35722"/>
                </a:lnTo>
                <a:lnTo>
                  <a:pt x="308886" y="35775"/>
                </a:lnTo>
                <a:lnTo>
                  <a:pt x="309091" y="35501"/>
                </a:lnTo>
                <a:lnTo>
                  <a:pt x="309301" y="35228"/>
                </a:lnTo>
                <a:lnTo>
                  <a:pt x="309517" y="34956"/>
                </a:lnTo>
                <a:lnTo>
                  <a:pt x="309738" y="34687"/>
                </a:lnTo>
                <a:lnTo>
                  <a:pt x="309965" y="34418"/>
                </a:lnTo>
                <a:lnTo>
                  <a:pt x="310198" y="34152"/>
                </a:lnTo>
                <a:lnTo>
                  <a:pt x="310437" y="33887"/>
                </a:lnTo>
                <a:lnTo>
                  <a:pt x="310682" y="33624"/>
                </a:lnTo>
                <a:lnTo>
                  <a:pt x="310932" y="33362"/>
                </a:lnTo>
                <a:lnTo>
                  <a:pt x="311188" y="33102"/>
                </a:lnTo>
                <a:lnTo>
                  <a:pt x="311449" y="32844"/>
                </a:lnTo>
                <a:lnTo>
                  <a:pt x="311717" y="32588"/>
                </a:lnTo>
                <a:lnTo>
                  <a:pt x="311990" y="32333"/>
                </a:lnTo>
                <a:lnTo>
                  <a:pt x="312269" y="32079"/>
                </a:lnTo>
                <a:lnTo>
                  <a:pt x="312553" y="31827"/>
                </a:lnTo>
                <a:lnTo>
                  <a:pt x="312844" y="31577"/>
                </a:lnTo>
                <a:lnTo>
                  <a:pt x="313140" y="31329"/>
                </a:lnTo>
                <a:lnTo>
                  <a:pt x="313442" y="31082"/>
                </a:lnTo>
                <a:lnTo>
                  <a:pt x="313749" y="30837"/>
                </a:lnTo>
                <a:lnTo>
                  <a:pt x="314062" y="30593"/>
                </a:lnTo>
                <a:lnTo>
                  <a:pt x="314381" y="30352"/>
                </a:lnTo>
                <a:lnTo>
                  <a:pt x="314706" y="30111"/>
                </a:lnTo>
                <a:lnTo>
                  <a:pt x="315036" y="29873"/>
                </a:lnTo>
                <a:lnTo>
                  <a:pt x="315373" y="29636"/>
                </a:lnTo>
                <a:lnTo>
                  <a:pt x="315714" y="29405"/>
                </a:lnTo>
                <a:lnTo>
                  <a:pt x="316062" y="29183"/>
                </a:lnTo>
                <a:lnTo>
                  <a:pt x="316415" y="28972"/>
                </a:lnTo>
                <a:lnTo>
                  <a:pt x="316773" y="28770"/>
                </a:lnTo>
                <a:lnTo>
                  <a:pt x="317137" y="28578"/>
                </a:lnTo>
                <a:lnTo>
                  <a:pt x="317507" y="28396"/>
                </a:lnTo>
                <a:lnTo>
                  <a:pt x="317882" y="28224"/>
                </a:lnTo>
                <a:lnTo>
                  <a:pt x="318262" y="28061"/>
                </a:lnTo>
                <a:lnTo>
                  <a:pt x="318648" y="27909"/>
                </a:lnTo>
                <a:lnTo>
                  <a:pt x="319040" y="27766"/>
                </a:lnTo>
                <a:lnTo>
                  <a:pt x="319437" y="27633"/>
                </a:lnTo>
                <a:lnTo>
                  <a:pt x="319839" y="27510"/>
                </a:lnTo>
                <a:lnTo>
                  <a:pt x="320248" y="27397"/>
                </a:lnTo>
                <a:lnTo>
                  <a:pt x="320661" y="27294"/>
                </a:lnTo>
                <a:lnTo>
                  <a:pt x="321080" y="27201"/>
                </a:lnTo>
                <a:lnTo>
                  <a:pt x="321505" y="27117"/>
                </a:lnTo>
                <a:lnTo>
                  <a:pt x="321935" y="27043"/>
                </a:lnTo>
                <a:lnTo>
                  <a:pt x="322371" y="26979"/>
                </a:lnTo>
                <a:lnTo>
                  <a:pt x="322813" y="26925"/>
                </a:lnTo>
                <a:lnTo>
                  <a:pt x="323259" y="26881"/>
                </a:lnTo>
                <a:lnTo>
                  <a:pt x="323712" y="26846"/>
                </a:lnTo>
                <a:lnTo>
                  <a:pt x="324170" y="26822"/>
                </a:lnTo>
                <a:lnTo>
                  <a:pt x="324633" y="26807"/>
                </a:lnTo>
                <a:lnTo>
                  <a:pt x="325102" y="26802"/>
                </a:lnTo>
                <a:lnTo>
                  <a:pt x="325438" y="26805"/>
                </a:lnTo>
                <a:lnTo>
                  <a:pt x="325767" y="26815"/>
                </a:lnTo>
                <a:lnTo>
                  <a:pt x="326089" y="26832"/>
                </a:lnTo>
                <a:lnTo>
                  <a:pt x="326404" y="26855"/>
                </a:lnTo>
                <a:lnTo>
                  <a:pt x="326713" y="26885"/>
                </a:lnTo>
                <a:lnTo>
                  <a:pt x="327015" y="26921"/>
                </a:lnTo>
                <a:lnTo>
                  <a:pt x="327310" y="26964"/>
                </a:lnTo>
                <a:lnTo>
                  <a:pt x="327598" y="27014"/>
                </a:lnTo>
                <a:lnTo>
                  <a:pt x="327880" y="27070"/>
                </a:lnTo>
                <a:lnTo>
                  <a:pt x="328155" y="27133"/>
                </a:lnTo>
                <a:lnTo>
                  <a:pt x="328423" y="27202"/>
                </a:lnTo>
                <a:lnTo>
                  <a:pt x="328684" y="27278"/>
                </a:lnTo>
                <a:lnTo>
                  <a:pt x="328939" y="27361"/>
                </a:lnTo>
                <a:lnTo>
                  <a:pt x="329187" y="27451"/>
                </a:lnTo>
                <a:lnTo>
                  <a:pt x="329428" y="27546"/>
                </a:lnTo>
                <a:lnTo>
                  <a:pt x="329662" y="27649"/>
                </a:lnTo>
                <a:lnTo>
                  <a:pt x="329890" y="27758"/>
                </a:lnTo>
                <a:lnTo>
                  <a:pt x="330111" y="27874"/>
                </a:lnTo>
                <a:lnTo>
                  <a:pt x="330325" y="27996"/>
                </a:lnTo>
                <a:lnTo>
                  <a:pt x="330532" y="28125"/>
                </a:lnTo>
                <a:lnTo>
                  <a:pt x="330732" y="28261"/>
                </a:lnTo>
                <a:lnTo>
                  <a:pt x="330926" y="28403"/>
                </a:lnTo>
                <a:lnTo>
                  <a:pt x="331113" y="28552"/>
                </a:lnTo>
                <a:lnTo>
                  <a:pt x="331294" y="28708"/>
                </a:lnTo>
                <a:lnTo>
                  <a:pt x="331468" y="28869"/>
                </a:lnTo>
                <a:lnTo>
                  <a:pt x="331638" y="29035"/>
                </a:lnTo>
                <a:lnTo>
                  <a:pt x="331804" y="29207"/>
                </a:lnTo>
                <a:lnTo>
                  <a:pt x="331964" y="29383"/>
                </a:lnTo>
                <a:lnTo>
                  <a:pt x="332121" y="29565"/>
                </a:lnTo>
                <a:lnTo>
                  <a:pt x="332272" y="29752"/>
                </a:lnTo>
                <a:lnTo>
                  <a:pt x="332419" y="29943"/>
                </a:lnTo>
                <a:lnTo>
                  <a:pt x="332561" y="30140"/>
                </a:lnTo>
                <a:lnTo>
                  <a:pt x="332699" y="30342"/>
                </a:lnTo>
                <a:lnTo>
                  <a:pt x="332832" y="30550"/>
                </a:lnTo>
                <a:lnTo>
                  <a:pt x="332961" y="30762"/>
                </a:lnTo>
                <a:lnTo>
                  <a:pt x="333085" y="30979"/>
                </a:lnTo>
                <a:lnTo>
                  <a:pt x="333204" y="31202"/>
                </a:lnTo>
                <a:lnTo>
                  <a:pt x="333319" y="31429"/>
                </a:lnTo>
                <a:lnTo>
                  <a:pt x="333429" y="31662"/>
                </a:lnTo>
                <a:lnTo>
                  <a:pt x="333534" y="31900"/>
                </a:lnTo>
                <a:lnTo>
                  <a:pt x="333635" y="32143"/>
                </a:lnTo>
                <a:lnTo>
                  <a:pt x="333731" y="32391"/>
                </a:lnTo>
                <a:lnTo>
                  <a:pt x="333823" y="32644"/>
                </a:lnTo>
                <a:lnTo>
                  <a:pt x="333910" y="32902"/>
                </a:lnTo>
                <a:lnTo>
                  <a:pt x="333993" y="33165"/>
                </a:lnTo>
                <a:lnTo>
                  <a:pt x="334071" y="33434"/>
                </a:lnTo>
                <a:lnTo>
                  <a:pt x="334144" y="33707"/>
                </a:lnTo>
                <a:lnTo>
                  <a:pt x="334212" y="33986"/>
                </a:lnTo>
                <a:lnTo>
                  <a:pt x="334277" y="34269"/>
                </a:lnTo>
                <a:lnTo>
                  <a:pt x="334340" y="34554"/>
                </a:lnTo>
                <a:lnTo>
                  <a:pt x="334399" y="34844"/>
                </a:lnTo>
                <a:lnTo>
                  <a:pt x="334456" y="35136"/>
                </a:lnTo>
                <a:lnTo>
                  <a:pt x="334510" y="35432"/>
                </a:lnTo>
                <a:lnTo>
                  <a:pt x="334561" y="35731"/>
                </a:lnTo>
                <a:lnTo>
                  <a:pt x="334609" y="36033"/>
                </a:lnTo>
                <a:lnTo>
                  <a:pt x="334655" y="36339"/>
                </a:lnTo>
                <a:lnTo>
                  <a:pt x="334698" y="36647"/>
                </a:lnTo>
                <a:lnTo>
                  <a:pt x="334738" y="36959"/>
                </a:lnTo>
                <a:lnTo>
                  <a:pt x="334775" y="37275"/>
                </a:lnTo>
                <a:lnTo>
                  <a:pt x="334809" y="37593"/>
                </a:lnTo>
                <a:lnTo>
                  <a:pt x="334841" y="37915"/>
                </a:lnTo>
                <a:lnTo>
                  <a:pt x="334870" y="38240"/>
                </a:lnTo>
                <a:lnTo>
                  <a:pt x="334897" y="38568"/>
                </a:lnTo>
                <a:lnTo>
                  <a:pt x="334920" y="38900"/>
                </a:lnTo>
                <a:lnTo>
                  <a:pt x="334941" y="39235"/>
                </a:lnTo>
                <a:lnTo>
                  <a:pt x="334959" y="39573"/>
                </a:lnTo>
                <a:lnTo>
                  <a:pt x="334974" y="39914"/>
                </a:lnTo>
                <a:lnTo>
                  <a:pt x="334986" y="40259"/>
                </a:lnTo>
                <a:lnTo>
                  <a:pt x="334996" y="40607"/>
                </a:lnTo>
                <a:lnTo>
                  <a:pt x="335003" y="40958"/>
                </a:lnTo>
                <a:lnTo>
                  <a:pt x="335007" y="41312"/>
                </a:lnTo>
                <a:lnTo>
                  <a:pt x="335008" y="41670"/>
                </a:lnTo>
                <a:lnTo>
                  <a:pt x="335008" y="79462"/>
                </a:lnTo>
                <a:lnTo>
                  <a:pt x="344856" y="79462"/>
                </a:lnTo>
                <a:lnTo>
                  <a:pt x="344856" y="40539"/>
                </a:lnTo>
                <a:lnTo>
                  <a:pt x="344849" y="39684"/>
                </a:lnTo>
                <a:lnTo>
                  <a:pt x="344827" y="38845"/>
                </a:lnTo>
                <a:lnTo>
                  <a:pt x="344791" y="38022"/>
                </a:lnTo>
                <a:lnTo>
                  <a:pt x="344741" y="37215"/>
                </a:lnTo>
                <a:lnTo>
                  <a:pt x="344677" y="36423"/>
                </a:lnTo>
                <a:lnTo>
                  <a:pt x="344598" y="35647"/>
                </a:lnTo>
                <a:lnTo>
                  <a:pt x="344505" y="34886"/>
                </a:lnTo>
                <a:lnTo>
                  <a:pt x="344397" y="34142"/>
                </a:lnTo>
                <a:lnTo>
                  <a:pt x="344275" y="33413"/>
                </a:lnTo>
                <a:lnTo>
                  <a:pt x="344139" y="32699"/>
                </a:lnTo>
                <a:lnTo>
                  <a:pt x="343989" y="32002"/>
                </a:lnTo>
                <a:lnTo>
                  <a:pt x="343824" y="31320"/>
                </a:lnTo>
                <a:lnTo>
                  <a:pt x="343645" y="30654"/>
                </a:lnTo>
                <a:lnTo>
                  <a:pt x="343451" y="30004"/>
                </a:lnTo>
                <a:lnTo>
                  <a:pt x="343243" y="29369"/>
                </a:lnTo>
                <a:lnTo>
                  <a:pt x="343021" y="28750"/>
                </a:lnTo>
                <a:lnTo>
                  <a:pt x="342785" y="28146"/>
                </a:lnTo>
                <a:lnTo>
                  <a:pt x="342534" y="27559"/>
                </a:lnTo>
                <a:lnTo>
                  <a:pt x="342269" y="26987"/>
                </a:lnTo>
                <a:lnTo>
                  <a:pt x="341989" y="26431"/>
                </a:lnTo>
                <a:lnTo>
                  <a:pt x="341696" y="25890"/>
                </a:lnTo>
                <a:lnTo>
                  <a:pt x="341387" y="25366"/>
                </a:lnTo>
                <a:lnTo>
                  <a:pt x="341065" y="24857"/>
                </a:lnTo>
                <a:lnTo>
                  <a:pt x="340728" y="24363"/>
                </a:lnTo>
                <a:lnTo>
                  <a:pt x="340375" y="23888"/>
                </a:lnTo>
                <a:lnTo>
                  <a:pt x="340005" y="23433"/>
                </a:lnTo>
                <a:lnTo>
                  <a:pt x="339616" y="22998"/>
                </a:lnTo>
                <a:lnTo>
                  <a:pt x="339210" y="22583"/>
                </a:lnTo>
                <a:lnTo>
                  <a:pt x="338786" y="22188"/>
                </a:lnTo>
                <a:lnTo>
                  <a:pt x="338344" y="21814"/>
                </a:lnTo>
                <a:lnTo>
                  <a:pt x="337884" y="21460"/>
                </a:lnTo>
                <a:lnTo>
                  <a:pt x="337406" y="21126"/>
                </a:lnTo>
                <a:lnTo>
                  <a:pt x="336911" y="20813"/>
                </a:lnTo>
                <a:lnTo>
                  <a:pt x="336398" y="20520"/>
                </a:lnTo>
                <a:lnTo>
                  <a:pt x="335867" y="20246"/>
                </a:lnTo>
                <a:lnTo>
                  <a:pt x="335318" y="19994"/>
                </a:lnTo>
                <a:lnTo>
                  <a:pt x="334751" y="19761"/>
                </a:lnTo>
                <a:lnTo>
                  <a:pt x="334167" y="19549"/>
                </a:lnTo>
                <a:lnTo>
                  <a:pt x="333565" y="19356"/>
                </a:lnTo>
                <a:lnTo>
                  <a:pt x="332945" y="19184"/>
                </a:lnTo>
                <a:lnTo>
                  <a:pt x="332307" y="19033"/>
                </a:lnTo>
                <a:lnTo>
                  <a:pt x="331651" y="18901"/>
                </a:lnTo>
                <a:lnTo>
                  <a:pt x="330978" y="18790"/>
                </a:lnTo>
                <a:lnTo>
                  <a:pt x="330286" y="18699"/>
                </a:lnTo>
                <a:lnTo>
                  <a:pt x="329577" y="18628"/>
                </a:lnTo>
                <a:lnTo>
                  <a:pt x="328850" y="18578"/>
                </a:lnTo>
                <a:lnTo>
                  <a:pt x="328105" y="18547"/>
                </a:lnTo>
                <a:lnTo>
                  <a:pt x="327343" y="18537"/>
                </a:lnTo>
                <a:lnTo>
                  <a:pt x="326771" y="18543"/>
                </a:lnTo>
                <a:lnTo>
                  <a:pt x="326207" y="18559"/>
                </a:lnTo>
                <a:lnTo>
                  <a:pt x="325649" y="18586"/>
                </a:lnTo>
                <a:lnTo>
                  <a:pt x="325099" y="18624"/>
                </a:lnTo>
                <a:lnTo>
                  <a:pt x="324555" y="18673"/>
                </a:lnTo>
                <a:lnTo>
                  <a:pt x="324019" y="18733"/>
                </a:lnTo>
                <a:lnTo>
                  <a:pt x="323489" y="18803"/>
                </a:lnTo>
                <a:lnTo>
                  <a:pt x="322966" y="18885"/>
                </a:lnTo>
                <a:lnTo>
                  <a:pt x="322450" y="18977"/>
                </a:lnTo>
                <a:lnTo>
                  <a:pt x="321942" y="19080"/>
                </a:lnTo>
                <a:lnTo>
                  <a:pt x="321440" y="19194"/>
                </a:lnTo>
                <a:lnTo>
                  <a:pt x="320945" y="19319"/>
                </a:lnTo>
                <a:lnTo>
                  <a:pt x="320457" y="19455"/>
                </a:lnTo>
                <a:lnTo>
                  <a:pt x="319976" y="19602"/>
                </a:lnTo>
                <a:lnTo>
                  <a:pt x="319502" y="19759"/>
                </a:lnTo>
                <a:lnTo>
                  <a:pt x="319035" y="19928"/>
                </a:lnTo>
                <a:lnTo>
                  <a:pt x="318575" y="20107"/>
                </a:lnTo>
                <a:lnTo>
                  <a:pt x="318122" y="20297"/>
                </a:lnTo>
                <a:lnTo>
                  <a:pt x="317676" y="20498"/>
                </a:lnTo>
                <a:lnTo>
                  <a:pt x="317237" y="20710"/>
                </a:lnTo>
                <a:lnTo>
                  <a:pt x="316804" y="20933"/>
                </a:lnTo>
                <a:lnTo>
                  <a:pt x="316379" y="21166"/>
                </a:lnTo>
                <a:lnTo>
                  <a:pt x="315961" y="21411"/>
                </a:lnTo>
                <a:lnTo>
                  <a:pt x="315550" y="21666"/>
                </a:lnTo>
                <a:lnTo>
                  <a:pt x="315145" y="21928"/>
                </a:lnTo>
                <a:lnTo>
                  <a:pt x="314745" y="22192"/>
                </a:lnTo>
                <a:lnTo>
                  <a:pt x="314352" y="22457"/>
                </a:lnTo>
                <a:lnTo>
                  <a:pt x="313964" y="22725"/>
                </a:lnTo>
                <a:lnTo>
                  <a:pt x="313582" y="22995"/>
                </a:lnTo>
                <a:lnTo>
                  <a:pt x="313206" y="23267"/>
                </a:lnTo>
                <a:lnTo>
                  <a:pt x="312835" y="23541"/>
                </a:lnTo>
                <a:lnTo>
                  <a:pt x="312470" y="23817"/>
                </a:lnTo>
                <a:lnTo>
                  <a:pt x="312111" y="24096"/>
                </a:lnTo>
                <a:lnTo>
                  <a:pt x="311758" y="24376"/>
                </a:lnTo>
                <a:lnTo>
                  <a:pt x="311410" y="24658"/>
                </a:lnTo>
                <a:lnTo>
                  <a:pt x="311068" y="24942"/>
                </a:lnTo>
                <a:lnTo>
                  <a:pt x="310732" y="25229"/>
                </a:lnTo>
                <a:lnTo>
                  <a:pt x="310401" y="25517"/>
                </a:lnTo>
                <a:lnTo>
                  <a:pt x="310077" y="25808"/>
                </a:lnTo>
                <a:lnTo>
                  <a:pt x="309758" y="26100"/>
                </a:lnTo>
                <a:lnTo>
                  <a:pt x="309445" y="26395"/>
                </a:lnTo>
                <a:lnTo>
                  <a:pt x="309137" y="26691"/>
                </a:lnTo>
                <a:lnTo>
                  <a:pt x="308835" y="26990"/>
                </a:lnTo>
                <a:lnTo>
                  <a:pt x="308539" y="27291"/>
                </a:lnTo>
                <a:lnTo>
                  <a:pt x="308249" y="27593"/>
                </a:lnTo>
                <a:lnTo>
                  <a:pt x="307964" y="27898"/>
                </a:lnTo>
                <a:lnTo>
                  <a:pt x="307685" y="28205"/>
                </a:lnTo>
                <a:lnTo>
                  <a:pt x="307412" y="28514"/>
                </a:lnTo>
                <a:lnTo>
                  <a:pt x="307675" y="29810"/>
                </a:lnTo>
                <a:lnTo>
                  <a:pt x="307533" y="29369"/>
                </a:lnTo>
                <a:close/>
                <a:moveTo>
                  <a:pt x="27522" y="79429"/>
                </a:moveTo>
                <a:lnTo>
                  <a:pt x="28526" y="79389"/>
                </a:lnTo>
                <a:lnTo>
                  <a:pt x="29518" y="79332"/>
                </a:lnTo>
                <a:lnTo>
                  <a:pt x="30498" y="79259"/>
                </a:lnTo>
                <a:lnTo>
                  <a:pt x="31464" y="79170"/>
                </a:lnTo>
                <a:lnTo>
                  <a:pt x="32418" y="79065"/>
                </a:lnTo>
                <a:lnTo>
                  <a:pt x="33359" y="78943"/>
                </a:lnTo>
                <a:lnTo>
                  <a:pt x="34287" y="78806"/>
                </a:lnTo>
                <a:lnTo>
                  <a:pt x="35202" y="78652"/>
                </a:lnTo>
                <a:lnTo>
                  <a:pt x="36104" y="78482"/>
                </a:lnTo>
                <a:lnTo>
                  <a:pt x="36994" y="78296"/>
                </a:lnTo>
                <a:lnTo>
                  <a:pt x="37871" y="78093"/>
                </a:lnTo>
                <a:lnTo>
                  <a:pt x="38735" y="77875"/>
                </a:lnTo>
                <a:lnTo>
                  <a:pt x="39586" y="77640"/>
                </a:lnTo>
                <a:lnTo>
                  <a:pt x="40425" y="77389"/>
                </a:lnTo>
                <a:lnTo>
                  <a:pt x="41250" y="77122"/>
                </a:lnTo>
                <a:lnTo>
                  <a:pt x="42063" y="76838"/>
                </a:lnTo>
                <a:lnTo>
                  <a:pt x="42863" y="76539"/>
                </a:lnTo>
                <a:lnTo>
                  <a:pt x="43651" y="76223"/>
                </a:lnTo>
                <a:lnTo>
                  <a:pt x="44425" y="75891"/>
                </a:lnTo>
                <a:lnTo>
                  <a:pt x="45187" y="75543"/>
                </a:lnTo>
                <a:lnTo>
                  <a:pt x="45936" y="75178"/>
                </a:lnTo>
                <a:lnTo>
                  <a:pt x="46672" y="74798"/>
                </a:lnTo>
                <a:lnTo>
                  <a:pt x="47394" y="74402"/>
                </a:lnTo>
                <a:lnTo>
                  <a:pt x="48103" y="73991"/>
                </a:lnTo>
                <a:lnTo>
                  <a:pt x="48797" y="73565"/>
                </a:lnTo>
                <a:lnTo>
                  <a:pt x="49477" y="73125"/>
                </a:lnTo>
                <a:lnTo>
                  <a:pt x="50143" y="72670"/>
                </a:lnTo>
                <a:lnTo>
                  <a:pt x="50794" y="72200"/>
                </a:lnTo>
                <a:lnTo>
                  <a:pt x="51431" y="71716"/>
                </a:lnTo>
                <a:lnTo>
                  <a:pt x="52054" y="71216"/>
                </a:lnTo>
                <a:lnTo>
                  <a:pt x="52663" y="70702"/>
                </a:lnTo>
                <a:lnTo>
                  <a:pt x="53257" y="70173"/>
                </a:lnTo>
                <a:lnTo>
                  <a:pt x="53838" y="69630"/>
                </a:lnTo>
                <a:lnTo>
                  <a:pt x="54404" y="69071"/>
                </a:lnTo>
                <a:lnTo>
                  <a:pt x="54956" y="68498"/>
                </a:lnTo>
                <a:lnTo>
                  <a:pt x="55493" y="67910"/>
                </a:lnTo>
                <a:lnTo>
                  <a:pt x="56017" y="67308"/>
                </a:lnTo>
                <a:lnTo>
                  <a:pt x="56526" y="66690"/>
                </a:lnTo>
                <a:lnTo>
                  <a:pt x="57021" y="66058"/>
                </a:lnTo>
                <a:lnTo>
                  <a:pt x="57501" y="65411"/>
                </a:lnTo>
                <a:lnTo>
                  <a:pt x="57968" y="64749"/>
                </a:lnTo>
                <a:lnTo>
                  <a:pt x="58420" y="64073"/>
                </a:lnTo>
                <a:lnTo>
                  <a:pt x="58858" y="63382"/>
                </a:lnTo>
                <a:lnTo>
                  <a:pt x="59282" y="62676"/>
                </a:lnTo>
                <a:lnTo>
                  <a:pt x="59691" y="61955"/>
                </a:lnTo>
                <a:lnTo>
                  <a:pt x="60087" y="61220"/>
                </a:lnTo>
                <a:lnTo>
                  <a:pt x="60467" y="60470"/>
                </a:lnTo>
                <a:lnTo>
                  <a:pt x="60831" y="59709"/>
                </a:lnTo>
                <a:lnTo>
                  <a:pt x="61179" y="58934"/>
                </a:lnTo>
                <a:lnTo>
                  <a:pt x="61510" y="58147"/>
                </a:lnTo>
                <a:lnTo>
                  <a:pt x="61826" y="57346"/>
                </a:lnTo>
                <a:lnTo>
                  <a:pt x="62125" y="56534"/>
                </a:lnTo>
                <a:lnTo>
                  <a:pt x="62408" y="55708"/>
                </a:lnTo>
                <a:lnTo>
                  <a:pt x="62675" y="54870"/>
                </a:lnTo>
                <a:lnTo>
                  <a:pt x="62925" y="54019"/>
                </a:lnTo>
                <a:lnTo>
                  <a:pt x="63160" y="53156"/>
                </a:lnTo>
                <a:lnTo>
                  <a:pt x="63378" y="52279"/>
                </a:lnTo>
                <a:lnTo>
                  <a:pt x="63580" y="51390"/>
                </a:lnTo>
                <a:lnTo>
                  <a:pt x="63766" y="50489"/>
                </a:lnTo>
                <a:lnTo>
                  <a:pt x="63936" y="49574"/>
                </a:lnTo>
                <a:lnTo>
                  <a:pt x="64090" y="48647"/>
                </a:lnTo>
                <a:lnTo>
                  <a:pt x="64227" y="47707"/>
                </a:lnTo>
                <a:lnTo>
                  <a:pt x="64349" y="46755"/>
                </a:lnTo>
                <a:lnTo>
                  <a:pt x="64454" y="45789"/>
                </a:lnTo>
                <a:lnTo>
                  <a:pt x="64543" y="44811"/>
                </a:lnTo>
                <a:lnTo>
                  <a:pt x="64616" y="43821"/>
                </a:lnTo>
                <a:lnTo>
                  <a:pt x="64672" y="42817"/>
                </a:lnTo>
                <a:lnTo>
                  <a:pt x="64713" y="41801"/>
                </a:lnTo>
                <a:lnTo>
                  <a:pt x="64737" y="40772"/>
                </a:lnTo>
                <a:lnTo>
                  <a:pt x="64745" y="39731"/>
                </a:lnTo>
                <a:lnTo>
                  <a:pt x="64737" y="38694"/>
                </a:lnTo>
                <a:lnTo>
                  <a:pt x="64713" y="37670"/>
                </a:lnTo>
                <a:lnTo>
                  <a:pt x="64673" y="36658"/>
                </a:lnTo>
                <a:lnTo>
                  <a:pt x="64616" y="35659"/>
                </a:lnTo>
                <a:lnTo>
                  <a:pt x="64544" y="34672"/>
                </a:lnTo>
                <a:lnTo>
                  <a:pt x="64456" y="33698"/>
                </a:lnTo>
                <a:lnTo>
                  <a:pt x="64351" y="32736"/>
                </a:lnTo>
                <a:lnTo>
                  <a:pt x="64231" y="31787"/>
                </a:lnTo>
                <a:lnTo>
                  <a:pt x="64094" y="30851"/>
                </a:lnTo>
                <a:lnTo>
                  <a:pt x="63941" y="29926"/>
                </a:lnTo>
                <a:lnTo>
                  <a:pt x="63773" y="29015"/>
                </a:lnTo>
                <a:lnTo>
                  <a:pt x="63588" y="28116"/>
                </a:lnTo>
                <a:lnTo>
                  <a:pt x="63387" y="27229"/>
                </a:lnTo>
                <a:lnTo>
                  <a:pt x="63170" y="26355"/>
                </a:lnTo>
                <a:lnTo>
                  <a:pt x="62937" y="25493"/>
                </a:lnTo>
                <a:lnTo>
                  <a:pt x="62688" y="24644"/>
                </a:lnTo>
                <a:lnTo>
                  <a:pt x="62423" y="23807"/>
                </a:lnTo>
                <a:lnTo>
                  <a:pt x="62141" y="22983"/>
                </a:lnTo>
                <a:lnTo>
                  <a:pt x="61844" y="22172"/>
                </a:lnTo>
                <a:lnTo>
                  <a:pt x="61531" y="21372"/>
                </a:lnTo>
                <a:lnTo>
                  <a:pt x="61201" y="20586"/>
                </a:lnTo>
                <a:lnTo>
                  <a:pt x="60856" y="19812"/>
                </a:lnTo>
                <a:lnTo>
                  <a:pt x="60494" y="19050"/>
                </a:lnTo>
                <a:lnTo>
                  <a:pt x="60116" y="18301"/>
                </a:lnTo>
                <a:lnTo>
                  <a:pt x="59723" y="17565"/>
                </a:lnTo>
                <a:lnTo>
                  <a:pt x="59316" y="16845"/>
                </a:lnTo>
                <a:lnTo>
                  <a:pt x="58894" y="16138"/>
                </a:lnTo>
                <a:lnTo>
                  <a:pt x="58458" y="15447"/>
                </a:lnTo>
                <a:lnTo>
                  <a:pt x="58007" y="14770"/>
                </a:lnTo>
                <a:lnTo>
                  <a:pt x="57542" y="14108"/>
                </a:lnTo>
                <a:lnTo>
                  <a:pt x="57062" y="13460"/>
                </a:lnTo>
                <a:lnTo>
                  <a:pt x="56568" y="12827"/>
                </a:lnTo>
                <a:lnTo>
                  <a:pt x="56060" y="12209"/>
                </a:lnTo>
                <a:lnTo>
                  <a:pt x="55537" y="11605"/>
                </a:lnTo>
                <a:lnTo>
                  <a:pt x="55000" y="11016"/>
                </a:lnTo>
                <a:lnTo>
                  <a:pt x="54448" y="10442"/>
                </a:lnTo>
                <a:lnTo>
                  <a:pt x="53882" y="9882"/>
                </a:lnTo>
                <a:lnTo>
                  <a:pt x="53301" y="9337"/>
                </a:lnTo>
                <a:lnTo>
                  <a:pt x="52706" y="8807"/>
                </a:lnTo>
                <a:lnTo>
                  <a:pt x="52097" y="8291"/>
                </a:lnTo>
                <a:lnTo>
                  <a:pt x="51473" y="7790"/>
                </a:lnTo>
                <a:lnTo>
                  <a:pt x="50835" y="7304"/>
                </a:lnTo>
                <a:lnTo>
                  <a:pt x="50182" y="6832"/>
                </a:lnTo>
                <a:lnTo>
                  <a:pt x="49515" y="6375"/>
                </a:lnTo>
                <a:lnTo>
                  <a:pt x="48833" y="5933"/>
                </a:lnTo>
                <a:lnTo>
                  <a:pt x="48137" y="5505"/>
                </a:lnTo>
                <a:lnTo>
                  <a:pt x="47426" y="5092"/>
                </a:lnTo>
                <a:lnTo>
                  <a:pt x="46701" y="4693"/>
                </a:lnTo>
                <a:lnTo>
                  <a:pt x="45963" y="4310"/>
                </a:lnTo>
                <a:lnTo>
                  <a:pt x="45212" y="3944"/>
                </a:lnTo>
                <a:lnTo>
                  <a:pt x="44448" y="3593"/>
                </a:lnTo>
                <a:lnTo>
                  <a:pt x="43671" y="3259"/>
                </a:lnTo>
                <a:lnTo>
                  <a:pt x="42882" y="2941"/>
                </a:lnTo>
                <a:lnTo>
                  <a:pt x="42080" y="2640"/>
                </a:lnTo>
                <a:lnTo>
                  <a:pt x="41265" y="2355"/>
                </a:lnTo>
                <a:lnTo>
                  <a:pt x="40438" y="2086"/>
                </a:lnTo>
                <a:lnTo>
                  <a:pt x="39598" y="1833"/>
                </a:lnTo>
                <a:lnTo>
                  <a:pt x="38745" y="1597"/>
                </a:lnTo>
                <a:lnTo>
                  <a:pt x="37880" y="1377"/>
                </a:lnTo>
                <a:lnTo>
                  <a:pt x="37001" y="1173"/>
                </a:lnTo>
                <a:lnTo>
                  <a:pt x="36111" y="986"/>
                </a:lnTo>
                <a:lnTo>
                  <a:pt x="35207" y="815"/>
                </a:lnTo>
                <a:lnTo>
                  <a:pt x="34291" y="660"/>
                </a:lnTo>
                <a:lnTo>
                  <a:pt x="33362" y="521"/>
                </a:lnTo>
                <a:lnTo>
                  <a:pt x="32420" y="399"/>
                </a:lnTo>
                <a:lnTo>
                  <a:pt x="31466" y="293"/>
                </a:lnTo>
                <a:lnTo>
                  <a:pt x="30499" y="204"/>
                </a:lnTo>
                <a:lnTo>
                  <a:pt x="29519" y="130"/>
                </a:lnTo>
                <a:lnTo>
                  <a:pt x="28527" y="73"/>
                </a:lnTo>
                <a:lnTo>
                  <a:pt x="27522" y="33"/>
                </a:lnTo>
                <a:lnTo>
                  <a:pt x="26504" y="8"/>
                </a:lnTo>
                <a:lnTo>
                  <a:pt x="25473" y="0"/>
                </a:lnTo>
                <a:lnTo>
                  <a:pt x="0" y="0"/>
                </a:lnTo>
                <a:lnTo>
                  <a:pt x="0" y="79462"/>
                </a:lnTo>
                <a:lnTo>
                  <a:pt x="25473" y="79462"/>
                </a:lnTo>
                <a:lnTo>
                  <a:pt x="26504" y="79453"/>
                </a:lnTo>
                <a:lnTo>
                  <a:pt x="27522" y="79429"/>
                </a:lnTo>
                <a:close/>
                <a:moveTo>
                  <a:pt x="23964" y="8920"/>
                </a:moveTo>
                <a:lnTo>
                  <a:pt x="24801" y="8938"/>
                </a:lnTo>
                <a:lnTo>
                  <a:pt x="25626" y="8967"/>
                </a:lnTo>
                <a:lnTo>
                  <a:pt x="26439" y="9008"/>
                </a:lnTo>
                <a:lnTo>
                  <a:pt x="27240" y="9060"/>
                </a:lnTo>
                <a:lnTo>
                  <a:pt x="28029" y="9125"/>
                </a:lnTo>
                <a:lnTo>
                  <a:pt x="28806" y="9201"/>
                </a:lnTo>
                <a:lnTo>
                  <a:pt x="29572" y="9288"/>
                </a:lnTo>
                <a:lnTo>
                  <a:pt x="30325" y="9388"/>
                </a:lnTo>
                <a:lnTo>
                  <a:pt x="31066" y="9499"/>
                </a:lnTo>
                <a:lnTo>
                  <a:pt x="31795" y="9621"/>
                </a:lnTo>
                <a:lnTo>
                  <a:pt x="32513" y="9756"/>
                </a:lnTo>
                <a:lnTo>
                  <a:pt x="33218" y="9902"/>
                </a:lnTo>
                <a:lnTo>
                  <a:pt x="33911" y="10059"/>
                </a:lnTo>
                <a:lnTo>
                  <a:pt x="34593" y="10229"/>
                </a:lnTo>
                <a:lnTo>
                  <a:pt x="35262" y="10410"/>
                </a:lnTo>
                <a:lnTo>
                  <a:pt x="35919" y="10603"/>
                </a:lnTo>
                <a:lnTo>
                  <a:pt x="36565" y="10807"/>
                </a:lnTo>
                <a:lnTo>
                  <a:pt x="37198" y="11023"/>
                </a:lnTo>
                <a:lnTo>
                  <a:pt x="37820" y="11251"/>
                </a:lnTo>
                <a:lnTo>
                  <a:pt x="38429" y="11491"/>
                </a:lnTo>
                <a:lnTo>
                  <a:pt x="39027" y="11742"/>
                </a:lnTo>
                <a:lnTo>
                  <a:pt x="39612" y="12005"/>
                </a:lnTo>
                <a:lnTo>
                  <a:pt x="40186" y="12279"/>
                </a:lnTo>
                <a:lnTo>
                  <a:pt x="40747" y="12566"/>
                </a:lnTo>
                <a:lnTo>
                  <a:pt x="41297" y="12864"/>
                </a:lnTo>
                <a:lnTo>
                  <a:pt x="41835" y="13175"/>
                </a:lnTo>
                <a:lnTo>
                  <a:pt x="42362" y="13497"/>
                </a:lnTo>
                <a:lnTo>
                  <a:pt x="42876" y="13831"/>
                </a:lnTo>
                <a:lnTo>
                  <a:pt x="43379" y="14178"/>
                </a:lnTo>
                <a:lnTo>
                  <a:pt x="43870" y="14536"/>
                </a:lnTo>
                <a:lnTo>
                  <a:pt x="44349" y="14906"/>
                </a:lnTo>
                <a:lnTo>
                  <a:pt x="44817" y="15289"/>
                </a:lnTo>
                <a:lnTo>
                  <a:pt x="45272" y="15683"/>
                </a:lnTo>
                <a:lnTo>
                  <a:pt x="45716" y="16089"/>
                </a:lnTo>
                <a:lnTo>
                  <a:pt x="46149" y="16508"/>
                </a:lnTo>
                <a:lnTo>
                  <a:pt x="46569" y="16938"/>
                </a:lnTo>
                <a:lnTo>
                  <a:pt x="46978" y="17380"/>
                </a:lnTo>
                <a:lnTo>
                  <a:pt x="47374" y="17835"/>
                </a:lnTo>
                <a:lnTo>
                  <a:pt x="47759" y="18301"/>
                </a:lnTo>
                <a:lnTo>
                  <a:pt x="48133" y="18779"/>
                </a:lnTo>
                <a:lnTo>
                  <a:pt x="48494" y="19270"/>
                </a:lnTo>
                <a:lnTo>
                  <a:pt x="48844" y="19772"/>
                </a:lnTo>
                <a:lnTo>
                  <a:pt x="49182" y="20286"/>
                </a:lnTo>
                <a:lnTo>
                  <a:pt x="49508" y="20812"/>
                </a:lnTo>
                <a:lnTo>
                  <a:pt x="49823" y="21350"/>
                </a:lnTo>
                <a:lnTo>
                  <a:pt x="50125" y="21901"/>
                </a:lnTo>
                <a:lnTo>
                  <a:pt x="50416" y="22463"/>
                </a:lnTo>
                <a:lnTo>
                  <a:pt x="50695" y="23037"/>
                </a:lnTo>
                <a:lnTo>
                  <a:pt x="50962" y="23624"/>
                </a:lnTo>
                <a:lnTo>
                  <a:pt x="51218" y="24223"/>
                </a:lnTo>
                <a:lnTo>
                  <a:pt x="51461" y="24835"/>
                </a:lnTo>
                <a:lnTo>
                  <a:pt x="51693" y="25459"/>
                </a:lnTo>
                <a:lnTo>
                  <a:pt x="51913" y="26095"/>
                </a:lnTo>
                <a:lnTo>
                  <a:pt x="52120" y="26744"/>
                </a:lnTo>
                <a:lnTo>
                  <a:pt x="52316" y="27406"/>
                </a:lnTo>
                <a:lnTo>
                  <a:pt x="52500" y="28079"/>
                </a:lnTo>
                <a:lnTo>
                  <a:pt x="52673" y="28765"/>
                </a:lnTo>
                <a:lnTo>
                  <a:pt x="52833" y="29464"/>
                </a:lnTo>
                <a:lnTo>
                  <a:pt x="52981" y="30174"/>
                </a:lnTo>
                <a:lnTo>
                  <a:pt x="53118" y="30898"/>
                </a:lnTo>
                <a:lnTo>
                  <a:pt x="53243" y="31633"/>
                </a:lnTo>
                <a:lnTo>
                  <a:pt x="53355" y="32381"/>
                </a:lnTo>
                <a:lnTo>
                  <a:pt x="53456" y="33142"/>
                </a:lnTo>
                <a:lnTo>
                  <a:pt x="53545" y="33915"/>
                </a:lnTo>
                <a:lnTo>
                  <a:pt x="53623" y="34700"/>
                </a:lnTo>
                <a:lnTo>
                  <a:pt x="53688" y="35498"/>
                </a:lnTo>
                <a:lnTo>
                  <a:pt x="53741" y="36308"/>
                </a:lnTo>
                <a:lnTo>
                  <a:pt x="53783" y="37130"/>
                </a:lnTo>
                <a:lnTo>
                  <a:pt x="53813" y="37965"/>
                </a:lnTo>
                <a:lnTo>
                  <a:pt x="53830" y="38812"/>
                </a:lnTo>
                <a:lnTo>
                  <a:pt x="53836" y="39672"/>
                </a:lnTo>
                <a:lnTo>
                  <a:pt x="53830" y="40536"/>
                </a:lnTo>
                <a:lnTo>
                  <a:pt x="53813" y="41388"/>
                </a:lnTo>
                <a:lnTo>
                  <a:pt x="53784" y="42228"/>
                </a:lnTo>
                <a:lnTo>
                  <a:pt x="53743" y="43056"/>
                </a:lnTo>
                <a:lnTo>
                  <a:pt x="53690" y="43871"/>
                </a:lnTo>
                <a:lnTo>
                  <a:pt x="53626" y="44673"/>
                </a:lnTo>
                <a:lnTo>
                  <a:pt x="53550" y="45463"/>
                </a:lnTo>
                <a:lnTo>
                  <a:pt x="53463" y="46241"/>
                </a:lnTo>
                <a:lnTo>
                  <a:pt x="53364" y="47006"/>
                </a:lnTo>
                <a:lnTo>
                  <a:pt x="53253" y="47759"/>
                </a:lnTo>
                <a:lnTo>
                  <a:pt x="53130" y="48500"/>
                </a:lnTo>
                <a:lnTo>
                  <a:pt x="52996" y="49228"/>
                </a:lnTo>
                <a:lnTo>
                  <a:pt x="52850" y="49944"/>
                </a:lnTo>
                <a:lnTo>
                  <a:pt x="52693" y="50647"/>
                </a:lnTo>
                <a:lnTo>
                  <a:pt x="52523" y="51338"/>
                </a:lnTo>
                <a:lnTo>
                  <a:pt x="52342" y="52017"/>
                </a:lnTo>
                <a:lnTo>
                  <a:pt x="52150" y="52683"/>
                </a:lnTo>
                <a:lnTo>
                  <a:pt x="51946" y="53337"/>
                </a:lnTo>
                <a:lnTo>
                  <a:pt x="51730" y="53978"/>
                </a:lnTo>
                <a:lnTo>
                  <a:pt x="51502" y="54607"/>
                </a:lnTo>
                <a:lnTo>
                  <a:pt x="51263" y="55223"/>
                </a:lnTo>
                <a:lnTo>
                  <a:pt x="51012" y="55828"/>
                </a:lnTo>
                <a:lnTo>
                  <a:pt x="50749" y="56419"/>
                </a:lnTo>
                <a:lnTo>
                  <a:pt x="50475" y="56999"/>
                </a:lnTo>
                <a:lnTo>
                  <a:pt x="50189" y="57566"/>
                </a:lnTo>
                <a:lnTo>
                  <a:pt x="49891" y="58120"/>
                </a:lnTo>
                <a:lnTo>
                  <a:pt x="49581" y="58663"/>
                </a:lnTo>
                <a:lnTo>
                  <a:pt x="49260" y="59193"/>
                </a:lnTo>
                <a:lnTo>
                  <a:pt x="48926" y="59711"/>
                </a:lnTo>
                <a:lnTo>
                  <a:pt x="48581" y="60216"/>
                </a:lnTo>
                <a:lnTo>
                  <a:pt x="48224" y="60709"/>
                </a:lnTo>
                <a:lnTo>
                  <a:pt x="47854" y="61190"/>
                </a:lnTo>
                <a:lnTo>
                  <a:pt x="47473" y="61659"/>
                </a:lnTo>
                <a:lnTo>
                  <a:pt x="47081" y="62115"/>
                </a:lnTo>
                <a:lnTo>
                  <a:pt x="46676" y="62559"/>
                </a:lnTo>
                <a:lnTo>
                  <a:pt x="46259" y="62991"/>
                </a:lnTo>
                <a:lnTo>
                  <a:pt x="45831" y="63410"/>
                </a:lnTo>
                <a:lnTo>
                  <a:pt x="45390" y="63817"/>
                </a:lnTo>
                <a:lnTo>
                  <a:pt x="44938" y="64212"/>
                </a:lnTo>
                <a:lnTo>
                  <a:pt x="44474" y="64594"/>
                </a:lnTo>
                <a:lnTo>
                  <a:pt x="43998" y="64965"/>
                </a:lnTo>
                <a:lnTo>
                  <a:pt x="43510" y="65323"/>
                </a:lnTo>
                <a:lnTo>
                  <a:pt x="43010" y="65668"/>
                </a:lnTo>
                <a:lnTo>
                  <a:pt x="42498" y="66002"/>
                </a:lnTo>
                <a:lnTo>
                  <a:pt x="41975" y="66323"/>
                </a:lnTo>
                <a:lnTo>
                  <a:pt x="41439" y="66631"/>
                </a:lnTo>
                <a:lnTo>
                  <a:pt x="40892" y="66928"/>
                </a:lnTo>
                <a:lnTo>
                  <a:pt x="40333" y="67212"/>
                </a:lnTo>
                <a:lnTo>
                  <a:pt x="39762" y="67484"/>
                </a:lnTo>
                <a:lnTo>
                  <a:pt x="39177" y="67744"/>
                </a:lnTo>
                <a:lnTo>
                  <a:pt x="38581" y="67993"/>
                </a:lnTo>
                <a:lnTo>
                  <a:pt x="37971" y="68231"/>
                </a:lnTo>
                <a:lnTo>
                  <a:pt x="37349" y="68457"/>
                </a:lnTo>
                <a:lnTo>
                  <a:pt x="36714" y="68671"/>
                </a:lnTo>
                <a:lnTo>
                  <a:pt x="36066" y="68874"/>
                </a:lnTo>
                <a:lnTo>
                  <a:pt x="35406" y="69065"/>
                </a:lnTo>
                <a:lnTo>
                  <a:pt x="34733" y="69244"/>
                </a:lnTo>
                <a:lnTo>
                  <a:pt x="34047" y="69412"/>
                </a:lnTo>
                <a:lnTo>
                  <a:pt x="33349" y="69569"/>
                </a:lnTo>
                <a:lnTo>
                  <a:pt x="32638" y="69713"/>
                </a:lnTo>
                <a:lnTo>
                  <a:pt x="31914" y="69847"/>
                </a:lnTo>
                <a:lnTo>
                  <a:pt x="31178" y="69968"/>
                </a:lnTo>
                <a:lnTo>
                  <a:pt x="30428" y="70078"/>
                </a:lnTo>
                <a:lnTo>
                  <a:pt x="29667" y="70177"/>
                </a:lnTo>
                <a:lnTo>
                  <a:pt x="28892" y="70263"/>
                </a:lnTo>
                <a:lnTo>
                  <a:pt x="28105" y="70339"/>
                </a:lnTo>
                <a:lnTo>
                  <a:pt x="27305" y="70402"/>
                </a:lnTo>
                <a:lnTo>
                  <a:pt x="26492" y="70455"/>
                </a:lnTo>
                <a:lnTo>
                  <a:pt x="25667" y="70495"/>
                </a:lnTo>
                <a:lnTo>
                  <a:pt x="24829" y="70524"/>
                </a:lnTo>
                <a:lnTo>
                  <a:pt x="23978" y="70541"/>
                </a:lnTo>
                <a:lnTo>
                  <a:pt x="23115" y="70547"/>
                </a:lnTo>
                <a:lnTo>
                  <a:pt x="10614" y="70547"/>
                </a:lnTo>
                <a:lnTo>
                  <a:pt x="10614" y="8914"/>
                </a:lnTo>
                <a:lnTo>
                  <a:pt x="23115" y="8914"/>
                </a:lnTo>
                <a:lnTo>
                  <a:pt x="23964" y="8920"/>
                </a:lnTo>
                <a:close/>
                <a:moveTo>
                  <a:pt x="104621" y="80422"/>
                </a:moveTo>
                <a:lnTo>
                  <a:pt x="105272" y="80364"/>
                </a:lnTo>
                <a:lnTo>
                  <a:pt x="105915" y="80294"/>
                </a:lnTo>
                <a:lnTo>
                  <a:pt x="106550" y="80210"/>
                </a:lnTo>
                <a:lnTo>
                  <a:pt x="107176" y="80114"/>
                </a:lnTo>
                <a:lnTo>
                  <a:pt x="107794" y="80005"/>
                </a:lnTo>
                <a:lnTo>
                  <a:pt x="108405" y="79884"/>
                </a:lnTo>
                <a:lnTo>
                  <a:pt x="109006" y="79749"/>
                </a:lnTo>
                <a:lnTo>
                  <a:pt x="109600" y="79602"/>
                </a:lnTo>
                <a:lnTo>
                  <a:pt x="110186" y="79442"/>
                </a:lnTo>
                <a:lnTo>
                  <a:pt x="110763" y="79269"/>
                </a:lnTo>
                <a:lnTo>
                  <a:pt x="111332" y="79083"/>
                </a:lnTo>
                <a:lnTo>
                  <a:pt x="111893" y="78884"/>
                </a:lnTo>
                <a:lnTo>
                  <a:pt x="112446" y="78673"/>
                </a:lnTo>
                <a:lnTo>
                  <a:pt x="112991" y="78449"/>
                </a:lnTo>
                <a:lnTo>
                  <a:pt x="113527" y="78212"/>
                </a:lnTo>
                <a:lnTo>
                  <a:pt x="114055" y="77962"/>
                </a:lnTo>
                <a:lnTo>
                  <a:pt x="114576" y="77699"/>
                </a:lnTo>
                <a:lnTo>
                  <a:pt x="115087" y="77424"/>
                </a:lnTo>
                <a:lnTo>
                  <a:pt x="115591" y="77136"/>
                </a:lnTo>
                <a:lnTo>
                  <a:pt x="116087" y="76834"/>
                </a:lnTo>
                <a:lnTo>
                  <a:pt x="116573" y="76521"/>
                </a:lnTo>
                <a:lnTo>
                  <a:pt x="117050" y="76197"/>
                </a:lnTo>
                <a:lnTo>
                  <a:pt x="117517" y="75862"/>
                </a:lnTo>
                <a:lnTo>
                  <a:pt x="117975" y="75515"/>
                </a:lnTo>
                <a:lnTo>
                  <a:pt x="118423" y="75157"/>
                </a:lnTo>
                <a:lnTo>
                  <a:pt x="118862" y="74788"/>
                </a:lnTo>
                <a:lnTo>
                  <a:pt x="119290" y="74408"/>
                </a:lnTo>
                <a:lnTo>
                  <a:pt x="119710" y="74016"/>
                </a:lnTo>
                <a:lnTo>
                  <a:pt x="120119" y="73613"/>
                </a:lnTo>
                <a:lnTo>
                  <a:pt x="120519" y="73199"/>
                </a:lnTo>
                <a:lnTo>
                  <a:pt x="120910" y="72774"/>
                </a:lnTo>
                <a:lnTo>
                  <a:pt x="121290" y="72338"/>
                </a:lnTo>
                <a:lnTo>
                  <a:pt x="121661" y="71890"/>
                </a:lnTo>
                <a:lnTo>
                  <a:pt x="122023" y="71431"/>
                </a:lnTo>
                <a:lnTo>
                  <a:pt x="122375" y="70961"/>
                </a:lnTo>
                <a:lnTo>
                  <a:pt x="122717" y="70480"/>
                </a:lnTo>
                <a:lnTo>
                  <a:pt x="123050" y="69988"/>
                </a:lnTo>
                <a:lnTo>
                  <a:pt x="123373" y="69484"/>
                </a:lnTo>
                <a:lnTo>
                  <a:pt x="123686" y="68969"/>
                </a:lnTo>
                <a:lnTo>
                  <a:pt x="123990" y="68443"/>
                </a:lnTo>
                <a:lnTo>
                  <a:pt x="124284" y="67906"/>
                </a:lnTo>
                <a:lnTo>
                  <a:pt x="124568" y="67357"/>
                </a:lnTo>
                <a:lnTo>
                  <a:pt x="124843" y="66797"/>
                </a:lnTo>
                <a:lnTo>
                  <a:pt x="125108" y="66227"/>
                </a:lnTo>
                <a:lnTo>
                  <a:pt x="125363" y="65645"/>
                </a:lnTo>
                <a:lnTo>
                  <a:pt x="125608" y="65055"/>
                </a:lnTo>
                <a:lnTo>
                  <a:pt x="125841" y="64455"/>
                </a:lnTo>
                <a:lnTo>
                  <a:pt x="126063" y="63846"/>
                </a:lnTo>
                <a:lnTo>
                  <a:pt x="126275" y="63228"/>
                </a:lnTo>
                <a:lnTo>
                  <a:pt x="126476" y="62600"/>
                </a:lnTo>
                <a:lnTo>
                  <a:pt x="126666" y="61963"/>
                </a:lnTo>
                <a:lnTo>
                  <a:pt x="126845" y="61317"/>
                </a:lnTo>
                <a:lnTo>
                  <a:pt x="127013" y="60662"/>
                </a:lnTo>
                <a:lnTo>
                  <a:pt x="127170" y="59997"/>
                </a:lnTo>
                <a:lnTo>
                  <a:pt x="127317" y="59323"/>
                </a:lnTo>
                <a:lnTo>
                  <a:pt x="127452" y="58640"/>
                </a:lnTo>
                <a:lnTo>
                  <a:pt x="127577" y="57947"/>
                </a:lnTo>
                <a:lnTo>
                  <a:pt x="127691" y="57245"/>
                </a:lnTo>
                <a:lnTo>
                  <a:pt x="127794" y="56534"/>
                </a:lnTo>
                <a:lnTo>
                  <a:pt x="127886" y="55813"/>
                </a:lnTo>
                <a:lnTo>
                  <a:pt x="127968" y="55084"/>
                </a:lnTo>
                <a:lnTo>
                  <a:pt x="128038" y="54345"/>
                </a:lnTo>
                <a:lnTo>
                  <a:pt x="128098" y="53596"/>
                </a:lnTo>
                <a:lnTo>
                  <a:pt x="128147" y="52839"/>
                </a:lnTo>
                <a:lnTo>
                  <a:pt x="128185" y="52072"/>
                </a:lnTo>
                <a:lnTo>
                  <a:pt x="128212" y="51295"/>
                </a:lnTo>
                <a:lnTo>
                  <a:pt x="128228" y="50510"/>
                </a:lnTo>
                <a:lnTo>
                  <a:pt x="128234" y="49715"/>
                </a:lnTo>
                <a:lnTo>
                  <a:pt x="128228" y="48910"/>
                </a:lnTo>
                <a:lnTo>
                  <a:pt x="128212" y="48115"/>
                </a:lnTo>
                <a:lnTo>
                  <a:pt x="128185" y="47329"/>
                </a:lnTo>
                <a:lnTo>
                  <a:pt x="128147" y="46552"/>
                </a:lnTo>
                <a:lnTo>
                  <a:pt x="128098" y="45785"/>
                </a:lnTo>
                <a:lnTo>
                  <a:pt x="128038" y="45028"/>
                </a:lnTo>
                <a:lnTo>
                  <a:pt x="127968" y="44280"/>
                </a:lnTo>
                <a:lnTo>
                  <a:pt x="127886" y="43541"/>
                </a:lnTo>
                <a:lnTo>
                  <a:pt x="127794" y="42812"/>
                </a:lnTo>
                <a:lnTo>
                  <a:pt x="127691" y="42093"/>
                </a:lnTo>
                <a:lnTo>
                  <a:pt x="127577" y="41383"/>
                </a:lnTo>
                <a:lnTo>
                  <a:pt x="127452" y="40683"/>
                </a:lnTo>
                <a:lnTo>
                  <a:pt x="127317" y="39992"/>
                </a:lnTo>
                <a:lnTo>
                  <a:pt x="127170" y="39310"/>
                </a:lnTo>
                <a:lnTo>
                  <a:pt x="127013" y="38639"/>
                </a:lnTo>
                <a:lnTo>
                  <a:pt x="126845" y="37976"/>
                </a:lnTo>
                <a:lnTo>
                  <a:pt x="126666" y="37323"/>
                </a:lnTo>
                <a:lnTo>
                  <a:pt x="126476" y="36680"/>
                </a:lnTo>
                <a:lnTo>
                  <a:pt x="126275" y="36046"/>
                </a:lnTo>
                <a:lnTo>
                  <a:pt x="126063" y="35422"/>
                </a:lnTo>
                <a:lnTo>
                  <a:pt x="125841" y="34807"/>
                </a:lnTo>
                <a:lnTo>
                  <a:pt x="125608" y="34201"/>
                </a:lnTo>
                <a:lnTo>
                  <a:pt x="125363" y="33606"/>
                </a:lnTo>
                <a:lnTo>
                  <a:pt x="125108" y="33019"/>
                </a:lnTo>
                <a:lnTo>
                  <a:pt x="124843" y="32443"/>
                </a:lnTo>
                <a:lnTo>
                  <a:pt x="124568" y="31878"/>
                </a:lnTo>
                <a:lnTo>
                  <a:pt x="124284" y="31325"/>
                </a:lnTo>
                <a:lnTo>
                  <a:pt x="123990" y="30783"/>
                </a:lnTo>
                <a:lnTo>
                  <a:pt x="123686" y="30251"/>
                </a:lnTo>
                <a:lnTo>
                  <a:pt x="123373" y="29731"/>
                </a:lnTo>
                <a:lnTo>
                  <a:pt x="123050" y="29223"/>
                </a:lnTo>
                <a:lnTo>
                  <a:pt x="122717" y="28725"/>
                </a:lnTo>
                <a:lnTo>
                  <a:pt x="122375" y="28239"/>
                </a:lnTo>
                <a:lnTo>
                  <a:pt x="122023" y="27764"/>
                </a:lnTo>
                <a:lnTo>
                  <a:pt x="121661" y="27300"/>
                </a:lnTo>
                <a:lnTo>
                  <a:pt x="121290" y="26847"/>
                </a:lnTo>
                <a:lnTo>
                  <a:pt x="120910" y="26406"/>
                </a:lnTo>
                <a:lnTo>
                  <a:pt x="120519" y="25976"/>
                </a:lnTo>
                <a:lnTo>
                  <a:pt x="120119" y="25556"/>
                </a:lnTo>
                <a:lnTo>
                  <a:pt x="119710" y="25149"/>
                </a:lnTo>
                <a:lnTo>
                  <a:pt x="119290" y="24752"/>
                </a:lnTo>
                <a:lnTo>
                  <a:pt x="118862" y="24367"/>
                </a:lnTo>
                <a:lnTo>
                  <a:pt x="118423" y="23992"/>
                </a:lnTo>
                <a:lnTo>
                  <a:pt x="117975" y="23629"/>
                </a:lnTo>
                <a:lnTo>
                  <a:pt x="117517" y="23278"/>
                </a:lnTo>
                <a:lnTo>
                  <a:pt x="117050" y="22937"/>
                </a:lnTo>
                <a:lnTo>
                  <a:pt x="116573" y="22608"/>
                </a:lnTo>
                <a:lnTo>
                  <a:pt x="116087" y="22290"/>
                </a:lnTo>
                <a:lnTo>
                  <a:pt x="115591" y="21983"/>
                </a:lnTo>
                <a:lnTo>
                  <a:pt x="115087" y="21690"/>
                </a:lnTo>
                <a:lnTo>
                  <a:pt x="114576" y="21410"/>
                </a:lnTo>
                <a:lnTo>
                  <a:pt x="114055" y="21143"/>
                </a:lnTo>
                <a:lnTo>
                  <a:pt x="113527" y="20889"/>
                </a:lnTo>
                <a:lnTo>
                  <a:pt x="112991" y="20648"/>
                </a:lnTo>
                <a:lnTo>
                  <a:pt x="112446" y="20420"/>
                </a:lnTo>
                <a:lnTo>
                  <a:pt x="111893" y="20205"/>
                </a:lnTo>
                <a:lnTo>
                  <a:pt x="111332" y="20003"/>
                </a:lnTo>
                <a:lnTo>
                  <a:pt x="110763" y="19814"/>
                </a:lnTo>
                <a:lnTo>
                  <a:pt x="110186" y="19638"/>
                </a:lnTo>
                <a:lnTo>
                  <a:pt x="109600" y="19475"/>
                </a:lnTo>
                <a:lnTo>
                  <a:pt x="109006" y="19325"/>
                </a:lnTo>
                <a:lnTo>
                  <a:pt x="108405" y="19189"/>
                </a:lnTo>
                <a:lnTo>
                  <a:pt x="107794" y="19065"/>
                </a:lnTo>
                <a:lnTo>
                  <a:pt x="107176" y="18954"/>
                </a:lnTo>
                <a:lnTo>
                  <a:pt x="106550" y="18856"/>
                </a:lnTo>
                <a:lnTo>
                  <a:pt x="105915" y="18772"/>
                </a:lnTo>
                <a:lnTo>
                  <a:pt x="105272" y="18700"/>
                </a:lnTo>
                <a:lnTo>
                  <a:pt x="104621" y="18641"/>
                </a:lnTo>
                <a:lnTo>
                  <a:pt x="103962" y="18596"/>
                </a:lnTo>
                <a:lnTo>
                  <a:pt x="103294" y="18563"/>
                </a:lnTo>
                <a:lnTo>
                  <a:pt x="102618" y="18544"/>
                </a:lnTo>
                <a:lnTo>
                  <a:pt x="101935" y="18537"/>
                </a:lnTo>
                <a:lnTo>
                  <a:pt x="101266" y="18544"/>
                </a:lnTo>
                <a:lnTo>
                  <a:pt x="100605" y="18563"/>
                </a:lnTo>
                <a:lnTo>
                  <a:pt x="99952" y="18596"/>
                </a:lnTo>
                <a:lnTo>
                  <a:pt x="99307" y="18641"/>
                </a:lnTo>
                <a:lnTo>
                  <a:pt x="98671" y="18700"/>
                </a:lnTo>
                <a:lnTo>
                  <a:pt x="98043" y="18772"/>
                </a:lnTo>
                <a:lnTo>
                  <a:pt x="97423" y="18856"/>
                </a:lnTo>
                <a:lnTo>
                  <a:pt x="96811" y="18954"/>
                </a:lnTo>
                <a:lnTo>
                  <a:pt x="96208" y="19065"/>
                </a:lnTo>
                <a:lnTo>
                  <a:pt x="95612" y="19189"/>
                </a:lnTo>
                <a:lnTo>
                  <a:pt x="95025" y="19325"/>
                </a:lnTo>
                <a:lnTo>
                  <a:pt x="94446" y="19475"/>
                </a:lnTo>
                <a:lnTo>
                  <a:pt x="93875" y="19638"/>
                </a:lnTo>
                <a:lnTo>
                  <a:pt x="93312" y="19814"/>
                </a:lnTo>
                <a:lnTo>
                  <a:pt x="92758" y="20003"/>
                </a:lnTo>
                <a:lnTo>
                  <a:pt x="92212" y="20205"/>
                </a:lnTo>
                <a:lnTo>
                  <a:pt x="91674" y="20420"/>
                </a:lnTo>
                <a:lnTo>
                  <a:pt x="91144" y="20648"/>
                </a:lnTo>
                <a:lnTo>
                  <a:pt x="90622" y="20889"/>
                </a:lnTo>
                <a:lnTo>
                  <a:pt x="90109" y="21143"/>
                </a:lnTo>
                <a:lnTo>
                  <a:pt x="89603" y="21410"/>
                </a:lnTo>
                <a:lnTo>
                  <a:pt x="89106" y="21690"/>
                </a:lnTo>
                <a:lnTo>
                  <a:pt x="88617" y="21983"/>
                </a:lnTo>
                <a:lnTo>
                  <a:pt x="88136" y="22290"/>
                </a:lnTo>
                <a:lnTo>
                  <a:pt x="87665" y="22608"/>
                </a:lnTo>
                <a:lnTo>
                  <a:pt x="87202" y="22937"/>
                </a:lnTo>
                <a:lnTo>
                  <a:pt x="86748" y="23278"/>
                </a:lnTo>
                <a:lnTo>
                  <a:pt x="86304" y="23629"/>
                </a:lnTo>
                <a:lnTo>
                  <a:pt x="85870" y="23992"/>
                </a:lnTo>
                <a:lnTo>
                  <a:pt x="85444" y="24367"/>
                </a:lnTo>
                <a:lnTo>
                  <a:pt x="85028" y="24752"/>
                </a:lnTo>
                <a:lnTo>
                  <a:pt x="84621" y="25149"/>
                </a:lnTo>
                <a:lnTo>
                  <a:pt x="84224" y="25556"/>
                </a:lnTo>
                <a:lnTo>
                  <a:pt x="83836" y="25976"/>
                </a:lnTo>
                <a:lnTo>
                  <a:pt x="83457" y="26406"/>
                </a:lnTo>
                <a:lnTo>
                  <a:pt x="83087" y="26847"/>
                </a:lnTo>
                <a:lnTo>
                  <a:pt x="82727" y="27300"/>
                </a:lnTo>
                <a:lnTo>
                  <a:pt x="82376" y="27764"/>
                </a:lnTo>
                <a:lnTo>
                  <a:pt x="82035" y="28239"/>
                </a:lnTo>
                <a:lnTo>
                  <a:pt x="81703" y="28725"/>
                </a:lnTo>
                <a:lnTo>
                  <a:pt x="81380" y="29223"/>
                </a:lnTo>
                <a:lnTo>
                  <a:pt x="81066" y="29731"/>
                </a:lnTo>
                <a:lnTo>
                  <a:pt x="80762" y="30251"/>
                </a:lnTo>
                <a:lnTo>
                  <a:pt x="80467" y="30783"/>
                </a:lnTo>
                <a:lnTo>
                  <a:pt x="80181" y="31325"/>
                </a:lnTo>
                <a:lnTo>
                  <a:pt x="79905" y="31878"/>
                </a:lnTo>
                <a:lnTo>
                  <a:pt x="79638" y="32443"/>
                </a:lnTo>
                <a:lnTo>
                  <a:pt x="79380" y="33019"/>
                </a:lnTo>
                <a:lnTo>
                  <a:pt x="79132" y="33606"/>
                </a:lnTo>
                <a:lnTo>
                  <a:pt x="78895" y="34201"/>
                </a:lnTo>
                <a:lnTo>
                  <a:pt x="78668" y="34807"/>
                </a:lnTo>
                <a:lnTo>
                  <a:pt x="78452" y="35422"/>
                </a:lnTo>
                <a:lnTo>
                  <a:pt x="78246" y="36046"/>
                </a:lnTo>
                <a:lnTo>
                  <a:pt x="78051" y="36680"/>
                </a:lnTo>
                <a:lnTo>
                  <a:pt x="77867" y="37323"/>
                </a:lnTo>
                <a:lnTo>
                  <a:pt x="77693" y="37976"/>
                </a:lnTo>
                <a:lnTo>
                  <a:pt x="77529" y="38639"/>
                </a:lnTo>
                <a:lnTo>
                  <a:pt x="77377" y="39310"/>
                </a:lnTo>
                <a:lnTo>
                  <a:pt x="77234" y="39992"/>
                </a:lnTo>
                <a:lnTo>
                  <a:pt x="77102" y="40683"/>
                </a:lnTo>
                <a:lnTo>
                  <a:pt x="76981" y="41383"/>
                </a:lnTo>
                <a:lnTo>
                  <a:pt x="76870" y="42093"/>
                </a:lnTo>
                <a:lnTo>
                  <a:pt x="76770" y="42812"/>
                </a:lnTo>
                <a:lnTo>
                  <a:pt x="76681" y="43541"/>
                </a:lnTo>
                <a:lnTo>
                  <a:pt x="76602" y="44280"/>
                </a:lnTo>
                <a:lnTo>
                  <a:pt x="76533" y="45028"/>
                </a:lnTo>
                <a:lnTo>
                  <a:pt x="76475" y="45785"/>
                </a:lnTo>
                <a:lnTo>
                  <a:pt x="76428" y="46552"/>
                </a:lnTo>
                <a:lnTo>
                  <a:pt x="76391" y="47329"/>
                </a:lnTo>
                <a:lnTo>
                  <a:pt x="76364" y="48115"/>
                </a:lnTo>
                <a:lnTo>
                  <a:pt x="76348" y="48910"/>
                </a:lnTo>
                <a:lnTo>
                  <a:pt x="76343" y="49715"/>
                </a:lnTo>
                <a:lnTo>
                  <a:pt x="76348" y="50510"/>
                </a:lnTo>
                <a:lnTo>
                  <a:pt x="76364" y="51295"/>
                </a:lnTo>
                <a:lnTo>
                  <a:pt x="76391" y="52072"/>
                </a:lnTo>
                <a:lnTo>
                  <a:pt x="76428" y="52839"/>
                </a:lnTo>
                <a:lnTo>
                  <a:pt x="76475" y="53596"/>
                </a:lnTo>
                <a:lnTo>
                  <a:pt x="76533" y="54345"/>
                </a:lnTo>
                <a:lnTo>
                  <a:pt x="76602" y="55084"/>
                </a:lnTo>
                <a:lnTo>
                  <a:pt x="76681" y="55813"/>
                </a:lnTo>
                <a:lnTo>
                  <a:pt x="76770" y="56534"/>
                </a:lnTo>
                <a:lnTo>
                  <a:pt x="76870" y="57245"/>
                </a:lnTo>
                <a:lnTo>
                  <a:pt x="76981" y="57947"/>
                </a:lnTo>
                <a:lnTo>
                  <a:pt x="77102" y="58640"/>
                </a:lnTo>
                <a:lnTo>
                  <a:pt x="77234" y="59323"/>
                </a:lnTo>
                <a:lnTo>
                  <a:pt x="77377" y="59997"/>
                </a:lnTo>
                <a:lnTo>
                  <a:pt x="77529" y="60662"/>
                </a:lnTo>
                <a:lnTo>
                  <a:pt x="77693" y="61317"/>
                </a:lnTo>
                <a:lnTo>
                  <a:pt x="77867" y="61963"/>
                </a:lnTo>
                <a:lnTo>
                  <a:pt x="78051" y="62600"/>
                </a:lnTo>
                <a:lnTo>
                  <a:pt x="78246" y="63228"/>
                </a:lnTo>
                <a:lnTo>
                  <a:pt x="78452" y="63846"/>
                </a:lnTo>
                <a:lnTo>
                  <a:pt x="78668" y="64455"/>
                </a:lnTo>
                <a:lnTo>
                  <a:pt x="78895" y="65055"/>
                </a:lnTo>
                <a:lnTo>
                  <a:pt x="79132" y="65645"/>
                </a:lnTo>
                <a:lnTo>
                  <a:pt x="79380" y="66227"/>
                </a:lnTo>
                <a:lnTo>
                  <a:pt x="79638" y="66797"/>
                </a:lnTo>
                <a:lnTo>
                  <a:pt x="79905" y="67357"/>
                </a:lnTo>
                <a:lnTo>
                  <a:pt x="80181" y="67906"/>
                </a:lnTo>
                <a:lnTo>
                  <a:pt x="80467" y="68443"/>
                </a:lnTo>
                <a:lnTo>
                  <a:pt x="80762" y="68969"/>
                </a:lnTo>
                <a:lnTo>
                  <a:pt x="81066" y="69484"/>
                </a:lnTo>
                <a:lnTo>
                  <a:pt x="81380" y="69988"/>
                </a:lnTo>
                <a:lnTo>
                  <a:pt x="81703" y="70480"/>
                </a:lnTo>
                <a:lnTo>
                  <a:pt x="82035" y="70961"/>
                </a:lnTo>
                <a:lnTo>
                  <a:pt x="82376" y="71431"/>
                </a:lnTo>
                <a:lnTo>
                  <a:pt x="82727" y="71890"/>
                </a:lnTo>
                <a:lnTo>
                  <a:pt x="83087" y="72338"/>
                </a:lnTo>
                <a:lnTo>
                  <a:pt x="83457" y="72774"/>
                </a:lnTo>
                <a:lnTo>
                  <a:pt x="83836" y="73199"/>
                </a:lnTo>
                <a:lnTo>
                  <a:pt x="84224" y="73613"/>
                </a:lnTo>
                <a:lnTo>
                  <a:pt x="84621" y="74016"/>
                </a:lnTo>
                <a:lnTo>
                  <a:pt x="85028" y="74408"/>
                </a:lnTo>
                <a:lnTo>
                  <a:pt x="85444" y="74788"/>
                </a:lnTo>
                <a:lnTo>
                  <a:pt x="85870" y="75157"/>
                </a:lnTo>
                <a:lnTo>
                  <a:pt x="86304" y="75515"/>
                </a:lnTo>
                <a:lnTo>
                  <a:pt x="86748" y="75862"/>
                </a:lnTo>
                <a:lnTo>
                  <a:pt x="87202" y="76197"/>
                </a:lnTo>
                <a:lnTo>
                  <a:pt x="87665" y="76521"/>
                </a:lnTo>
                <a:lnTo>
                  <a:pt x="88136" y="76834"/>
                </a:lnTo>
                <a:lnTo>
                  <a:pt x="88617" y="77136"/>
                </a:lnTo>
                <a:lnTo>
                  <a:pt x="89106" y="77424"/>
                </a:lnTo>
                <a:lnTo>
                  <a:pt x="89603" y="77699"/>
                </a:lnTo>
                <a:lnTo>
                  <a:pt x="90109" y="77962"/>
                </a:lnTo>
                <a:lnTo>
                  <a:pt x="90622" y="78212"/>
                </a:lnTo>
                <a:lnTo>
                  <a:pt x="91144" y="78449"/>
                </a:lnTo>
                <a:lnTo>
                  <a:pt x="91674" y="78673"/>
                </a:lnTo>
                <a:lnTo>
                  <a:pt x="92212" y="78884"/>
                </a:lnTo>
                <a:lnTo>
                  <a:pt x="92758" y="79083"/>
                </a:lnTo>
                <a:lnTo>
                  <a:pt x="93312" y="79269"/>
                </a:lnTo>
                <a:lnTo>
                  <a:pt x="93875" y="79442"/>
                </a:lnTo>
                <a:lnTo>
                  <a:pt x="94446" y="79602"/>
                </a:lnTo>
                <a:lnTo>
                  <a:pt x="95025" y="79749"/>
                </a:lnTo>
                <a:lnTo>
                  <a:pt x="95612" y="79884"/>
                </a:lnTo>
                <a:lnTo>
                  <a:pt x="96208" y="80005"/>
                </a:lnTo>
                <a:lnTo>
                  <a:pt x="96811" y="80114"/>
                </a:lnTo>
                <a:lnTo>
                  <a:pt x="97423" y="80210"/>
                </a:lnTo>
                <a:lnTo>
                  <a:pt x="98043" y="80294"/>
                </a:lnTo>
                <a:lnTo>
                  <a:pt x="98671" y="80364"/>
                </a:lnTo>
                <a:lnTo>
                  <a:pt x="99307" y="80422"/>
                </a:lnTo>
                <a:lnTo>
                  <a:pt x="99952" y="80467"/>
                </a:lnTo>
                <a:lnTo>
                  <a:pt x="100605" y="80499"/>
                </a:lnTo>
                <a:lnTo>
                  <a:pt x="101266" y="80518"/>
                </a:lnTo>
                <a:lnTo>
                  <a:pt x="101935" y="80524"/>
                </a:lnTo>
                <a:lnTo>
                  <a:pt x="102618" y="80518"/>
                </a:lnTo>
                <a:lnTo>
                  <a:pt x="103294" y="80499"/>
                </a:lnTo>
                <a:lnTo>
                  <a:pt x="103962" y="80467"/>
                </a:lnTo>
                <a:lnTo>
                  <a:pt x="104621" y="80422"/>
                </a:lnTo>
                <a:close/>
                <a:moveTo>
                  <a:pt x="100128" y="72648"/>
                </a:moveTo>
                <a:lnTo>
                  <a:pt x="99695" y="72602"/>
                </a:lnTo>
                <a:lnTo>
                  <a:pt x="99270" y="72544"/>
                </a:lnTo>
                <a:lnTo>
                  <a:pt x="98853" y="72477"/>
                </a:lnTo>
                <a:lnTo>
                  <a:pt x="98443" y="72399"/>
                </a:lnTo>
                <a:lnTo>
                  <a:pt x="98040" y="72310"/>
                </a:lnTo>
                <a:lnTo>
                  <a:pt x="97645" y="72212"/>
                </a:lnTo>
                <a:lnTo>
                  <a:pt x="97258" y="72103"/>
                </a:lnTo>
                <a:lnTo>
                  <a:pt x="96878" y="71983"/>
                </a:lnTo>
                <a:lnTo>
                  <a:pt x="96506" y="71853"/>
                </a:lnTo>
                <a:lnTo>
                  <a:pt x="96142" y="71713"/>
                </a:lnTo>
                <a:lnTo>
                  <a:pt x="95785" y="71562"/>
                </a:lnTo>
                <a:lnTo>
                  <a:pt x="95435" y="71401"/>
                </a:lnTo>
                <a:lnTo>
                  <a:pt x="95093" y="71229"/>
                </a:lnTo>
                <a:lnTo>
                  <a:pt x="94759" y="71047"/>
                </a:lnTo>
                <a:lnTo>
                  <a:pt x="94432" y="70855"/>
                </a:lnTo>
                <a:lnTo>
                  <a:pt x="94113" y="70652"/>
                </a:lnTo>
                <a:lnTo>
                  <a:pt x="93802" y="70439"/>
                </a:lnTo>
                <a:lnTo>
                  <a:pt x="93498" y="70216"/>
                </a:lnTo>
                <a:lnTo>
                  <a:pt x="93202" y="69982"/>
                </a:lnTo>
                <a:lnTo>
                  <a:pt x="92913" y="69737"/>
                </a:lnTo>
                <a:lnTo>
                  <a:pt x="92631" y="69484"/>
                </a:lnTo>
                <a:lnTo>
                  <a:pt x="92356" y="69223"/>
                </a:lnTo>
                <a:lnTo>
                  <a:pt x="92088" y="68955"/>
                </a:lnTo>
                <a:lnTo>
                  <a:pt x="91826" y="68679"/>
                </a:lnTo>
                <a:lnTo>
                  <a:pt x="91571" y="68395"/>
                </a:lnTo>
                <a:lnTo>
                  <a:pt x="91323" y="68104"/>
                </a:lnTo>
                <a:lnTo>
                  <a:pt x="91081" y="67805"/>
                </a:lnTo>
                <a:lnTo>
                  <a:pt x="90846" y="67499"/>
                </a:lnTo>
                <a:lnTo>
                  <a:pt x="90617" y="67185"/>
                </a:lnTo>
                <a:lnTo>
                  <a:pt x="90395" y="66863"/>
                </a:lnTo>
                <a:lnTo>
                  <a:pt x="90180" y="66534"/>
                </a:lnTo>
                <a:lnTo>
                  <a:pt x="89972" y="66198"/>
                </a:lnTo>
                <a:lnTo>
                  <a:pt x="89770" y="65853"/>
                </a:lnTo>
                <a:lnTo>
                  <a:pt x="89575" y="65501"/>
                </a:lnTo>
                <a:lnTo>
                  <a:pt x="89386" y="65142"/>
                </a:lnTo>
                <a:lnTo>
                  <a:pt x="89204" y="64775"/>
                </a:lnTo>
                <a:lnTo>
                  <a:pt x="89029" y="64401"/>
                </a:lnTo>
                <a:lnTo>
                  <a:pt x="88861" y="64018"/>
                </a:lnTo>
                <a:lnTo>
                  <a:pt x="88699" y="63629"/>
                </a:lnTo>
                <a:lnTo>
                  <a:pt x="88544" y="63231"/>
                </a:lnTo>
                <a:lnTo>
                  <a:pt x="88395" y="62827"/>
                </a:lnTo>
                <a:lnTo>
                  <a:pt x="88253" y="62414"/>
                </a:lnTo>
                <a:lnTo>
                  <a:pt x="88118" y="61994"/>
                </a:lnTo>
                <a:lnTo>
                  <a:pt x="87989" y="61566"/>
                </a:lnTo>
                <a:lnTo>
                  <a:pt x="87866" y="61132"/>
                </a:lnTo>
                <a:lnTo>
                  <a:pt x="87749" y="60693"/>
                </a:lnTo>
                <a:lnTo>
                  <a:pt x="87637" y="60249"/>
                </a:lnTo>
                <a:lnTo>
                  <a:pt x="87530" y="59800"/>
                </a:lnTo>
                <a:lnTo>
                  <a:pt x="87428" y="59347"/>
                </a:lnTo>
                <a:lnTo>
                  <a:pt x="87331" y="58888"/>
                </a:lnTo>
                <a:lnTo>
                  <a:pt x="87240" y="58424"/>
                </a:lnTo>
                <a:lnTo>
                  <a:pt x="87154" y="57955"/>
                </a:lnTo>
                <a:lnTo>
                  <a:pt x="87073" y="57481"/>
                </a:lnTo>
                <a:lnTo>
                  <a:pt x="86997" y="57002"/>
                </a:lnTo>
                <a:lnTo>
                  <a:pt x="86927" y="56518"/>
                </a:lnTo>
                <a:lnTo>
                  <a:pt x="86861" y="56030"/>
                </a:lnTo>
                <a:lnTo>
                  <a:pt x="86801" y="55536"/>
                </a:lnTo>
                <a:lnTo>
                  <a:pt x="86746" y="55037"/>
                </a:lnTo>
                <a:lnTo>
                  <a:pt x="86697" y="54533"/>
                </a:lnTo>
                <a:lnTo>
                  <a:pt x="86653" y="54025"/>
                </a:lnTo>
                <a:lnTo>
                  <a:pt x="86613" y="53511"/>
                </a:lnTo>
                <a:lnTo>
                  <a:pt x="86579" y="52992"/>
                </a:lnTo>
                <a:lnTo>
                  <a:pt x="86551" y="52469"/>
                </a:lnTo>
                <a:lnTo>
                  <a:pt x="86527" y="51940"/>
                </a:lnTo>
                <a:lnTo>
                  <a:pt x="86509" y="51407"/>
                </a:lnTo>
                <a:lnTo>
                  <a:pt x="86496" y="50868"/>
                </a:lnTo>
                <a:lnTo>
                  <a:pt x="86488" y="50325"/>
                </a:lnTo>
                <a:lnTo>
                  <a:pt x="86485" y="49776"/>
                </a:lnTo>
                <a:lnTo>
                  <a:pt x="86488" y="49217"/>
                </a:lnTo>
                <a:lnTo>
                  <a:pt x="86496" y="48664"/>
                </a:lnTo>
                <a:lnTo>
                  <a:pt x="86509" y="48115"/>
                </a:lnTo>
                <a:lnTo>
                  <a:pt x="86527" y="47572"/>
                </a:lnTo>
                <a:lnTo>
                  <a:pt x="86551" y="47034"/>
                </a:lnTo>
                <a:lnTo>
                  <a:pt x="86579" y="46501"/>
                </a:lnTo>
                <a:lnTo>
                  <a:pt x="86613" y="45973"/>
                </a:lnTo>
                <a:lnTo>
                  <a:pt x="86653" y="45451"/>
                </a:lnTo>
                <a:lnTo>
                  <a:pt x="86697" y="44934"/>
                </a:lnTo>
                <a:lnTo>
                  <a:pt x="86746" y="44422"/>
                </a:lnTo>
                <a:lnTo>
                  <a:pt x="86801" y="43915"/>
                </a:lnTo>
                <a:lnTo>
                  <a:pt x="86861" y="43413"/>
                </a:lnTo>
                <a:lnTo>
                  <a:pt x="86927" y="42917"/>
                </a:lnTo>
                <a:lnTo>
                  <a:pt x="86997" y="42425"/>
                </a:lnTo>
                <a:lnTo>
                  <a:pt x="87073" y="41939"/>
                </a:lnTo>
                <a:lnTo>
                  <a:pt x="87154" y="41459"/>
                </a:lnTo>
                <a:lnTo>
                  <a:pt x="87240" y="40983"/>
                </a:lnTo>
                <a:lnTo>
                  <a:pt x="87331" y="40513"/>
                </a:lnTo>
                <a:lnTo>
                  <a:pt x="87428" y="40047"/>
                </a:lnTo>
                <a:lnTo>
                  <a:pt x="87530" y="39587"/>
                </a:lnTo>
                <a:lnTo>
                  <a:pt x="87637" y="39132"/>
                </a:lnTo>
                <a:lnTo>
                  <a:pt x="87749" y="38683"/>
                </a:lnTo>
                <a:lnTo>
                  <a:pt x="87866" y="38238"/>
                </a:lnTo>
                <a:lnTo>
                  <a:pt x="87989" y="37799"/>
                </a:lnTo>
                <a:lnTo>
                  <a:pt x="88118" y="37366"/>
                </a:lnTo>
                <a:lnTo>
                  <a:pt x="88253" y="36941"/>
                </a:lnTo>
                <a:lnTo>
                  <a:pt x="88395" y="36524"/>
                </a:lnTo>
                <a:lnTo>
                  <a:pt x="88544" y="36114"/>
                </a:lnTo>
                <a:lnTo>
                  <a:pt x="88699" y="35712"/>
                </a:lnTo>
                <a:lnTo>
                  <a:pt x="88861" y="35317"/>
                </a:lnTo>
                <a:lnTo>
                  <a:pt x="89029" y="34930"/>
                </a:lnTo>
                <a:lnTo>
                  <a:pt x="89204" y="34551"/>
                </a:lnTo>
                <a:lnTo>
                  <a:pt x="89386" y="34180"/>
                </a:lnTo>
                <a:lnTo>
                  <a:pt x="89575" y="33816"/>
                </a:lnTo>
                <a:lnTo>
                  <a:pt x="89770" y="33460"/>
                </a:lnTo>
                <a:lnTo>
                  <a:pt x="89972" y="33112"/>
                </a:lnTo>
                <a:lnTo>
                  <a:pt x="90180" y="32771"/>
                </a:lnTo>
                <a:lnTo>
                  <a:pt x="90395" y="32438"/>
                </a:lnTo>
                <a:lnTo>
                  <a:pt x="90617" y="32113"/>
                </a:lnTo>
                <a:lnTo>
                  <a:pt x="90846" y="31796"/>
                </a:lnTo>
                <a:lnTo>
                  <a:pt x="91081" y="31486"/>
                </a:lnTo>
                <a:lnTo>
                  <a:pt x="91323" y="31184"/>
                </a:lnTo>
                <a:lnTo>
                  <a:pt x="91571" y="30889"/>
                </a:lnTo>
                <a:lnTo>
                  <a:pt x="91826" y="30602"/>
                </a:lnTo>
                <a:lnTo>
                  <a:pt x="92088" y="30323"/>
                </a:lnTo>
                <a:lnTo>
                  <a:pt x="92356" y="30052"/>
                </a:lnTo>
                <a:lnTo>
                  <a:pt x="92631" y="29788"/>
                </a:lnTo>
                <a:lnTo>
                  <a:pt x="92913" y="29532"/>
                </a:lnTo>
                <a:lnTo>
                  <a:pt x="93202" y="29286"/>
                </a:lnTo>
                <a:lnTo>
                  <a:pt x="93498" y="29049"/>
                </a:lnTo>
                <a:lnTo>
                  <a:pt x="93802" y="28823"/>
                </a:lnTo>
                <a:lnTo>
                  <a:pt x="94113" y="28608"/>
                </a:lnTo>
                <a:lnTo>
                  <a:pt x="94432" y="28403"/>
                </a:lnTo>
                <a:lnTo>
                  <a:pt x="94759" y="28209"/>
                </a:lnTo>
                <a:lnTo>
                  <a:pt x="95093" y="28025"/>
                </a:lnTo>
                <a:lnTo>
                  <a:pt x="95435" y="27852"/>
                </a:lnTo>
                <a:lnTo>
                  <a:pt x="95785" y="27689"/>
                </a:lnTo>
                <a:lnTo>
                  <a:pt x="96142" y="27536"/>
                </a:lnTo>
                <a:lnTo>
                  <a:pt x="96506" y="27395"/>
                </a:lnTo>
                <a:lnTo>
                  <a:pt x="96878" y="27263"/>
                </a:lnTo>
                <a:lnTo>
                  <a:pt x="97258" y="27142"/>
                </a:lnTo>
                <a:lnTo>
                  <a:pt x="97645" y="27032"/>
                </a:lnTo>
                <a:lnTo>
                  <a:pt x="98040" y="26932"/>
                </a:lnTo>
                <a:lnTo>
                  <a:pt x="98443" y="26843"/>
                </a:lnTo>
                <a:lnTo>
                  <a:pt x="98853" y="26764"/>
                </a:lnTo>
                <a:lnTo>
                  <a:pt x="99270" y="26696"/>
                </a:lnTo>
                <a:lnTo>
                  <a:pt x="99695" y="26638"/>
                </a:lnTo>
                <a:lnTo>
                  <a:pt x="100128" y="26591"/>
                </a:lnTo>
                <a:lnTo>
                  <a:pt x="100568" y="26554"/>
                </a:lnTo>
                <a:lnTo>
                  <a:pt x="101016" y="26528"/>
                </a:lnTo>
                <a:lnTo>
                  <a:pt x="101472" y="26512"/>
                </a:lnTo>
                <a:lnTo>
                  <a:pt x="101935" y="26507"/>
                </a:lnTo>
                <a:lnTo>
                  <a:pt x="102427" y="26512"/>
                </a:lnTo>
                <a:lnTo>
                  <a:pt x="102910" y="26528"/>
                </a:lnTo>
                <a:lnTo>
                  <a:pt x="103385" y="26554"/>
                </a:lnTo>
                <a:lnTo>
                  <a:pt x="103852" y="26591"/>
                </a:lnTo>
                <a:lnTo>
                  <a:pt x="104310" y="26638"/>
                </a:lnTo>
                <a:lnTo>
                  <a:pt x="104759" y="26696"/>
                </a:lnTo>
                <a:lnTo>
                  <a:pt x="105201" y="26764"/>
                </a:lnTo>
                <a:lnTo>
                  <a:pt x="105633" y="26843"/>
                </a:lnTo>
                <a:lnTo>
                  <a:pt x="106057" y="26932"/>
                </a:lnTo>
                <a:lnTo>
                  <a:pt x="106473" y="27032"/>
                </a:lnTo>
                <a:lnTo>
                  <a:pt x="106880" y="27142"/>
                </a:lnTo>
                <a:lnTo>
                  <a:pt x="107278" y="27263"/>
                </a:lnTo>
                <a:lnTo>
                  <a:pt x="107669" y="27395"/>
                </a:lnTo>
                <a:lnTo>
                  <a:pt x="108050" y="27536"/>
                </a:lnTo>
                <a:lnTo>
                  <a:pt x="108423" y="27689"/>
                </a:lnTo>
                <a:lnTo>
                  <a:pt x="108788" y="27852"/>
                </a:lnTo>
                <a:lnTo>
                  <a:pt x="109144" y="28025"/>
                </a:lnTo>
                <a:lnTo>
                  <a:pt x="109492" y="28209"/>
                </a:lnTo>
                <a:lnTo>
                  <a:pt x="109831" y="28403"/>
                </a:lnTo>
                <a:lnTo>
                  <a:pt x="110161" y="28608"/>
                </a:lnTo>
                <a:lnTo>
                  <a:pt x="110483" y="28823"/>
                </a:lnTo>
                <a:lnTo>
                  <a:pt x="110797" y="29049"/>
                </a:lnTo>
                <a:lnTo>
                  <a:pt x="111102" y="29286"/>
                </a:lnTo>
                <a:lnTo>
                  <a:pt x="111399" y="29532"/>
                </a:lnTo>
                <a:lnTo>
                  <a:pt x="111688" y="29788"/>
                </a:lnTo>
                <a:lnTo>
                  <a:pt x="111970" y="30052"/>
                </a:lnTo>
                <a:lnTo>
                  <a:pt x="112245" y="30323"/>
                </a:lnTo>
                <a:lnTo>
                  <a:pt x="112514" y="30602"/>
                </a:lnTo>
                <a:lnTo>
                  <a:pt x="112776" y="30889"/>
                </a:lnTo>
                <a:lnTo>
                  <a:pt x="113031" y="31184"/>
                </a:lnTo>
                <a:lnTo>
                  <a:pt x="113280" y="31486"/>
                </a:lnTo>
                <a:lnTo>
                  <a:pt x="113522" y="31796"/>
                </a:lnTo>
                <a:lnTo>
                  <a:pt x="113756" y="32113"/>
                </a:lnTo>
                <a:lnTo>
                  <a:pt x="113985" y="32438"/>
                </a:lnTo>
                <a:lnTo>
                  <a:pt x="114206" y="32771"/>
                </a:lnTo>
                <a:lnTo>
                  <a:pt x="114421" y="33112"/>
                </a:lnTo>
                <a:lnTo>
                  <a:pt x="114629" y="33460"/>
                </a:lnTo>
                <a:lnTo>
                  <a:pt x="114830" y="33816"/>
                </a:lnTo>
                <a:lnTo>
                  <a:pt x="115024" y="34180"/>
                </a:lnTo>
                <a:lnTo>
                  <a:pt x="115212" y="34551"/>
                </a:lnTo>
                <a:lnTo>
                  <a:pt x="115393" y="34930"/>
                </a:lnTo>
                <a:lnTo>
                  <a:pt x="115567" y="35317"/>
                </a:lnTo>
                <a:lnTo>
                  <a:pt x="115734" y="35712"/>
                </a:lnTo>
                <a:lnTo>
                  <a:pt x="115895" y="36114"/>
                </a:lnTo>
                <a:lnTo>
                  <a:pt x="116049" y="36524"/>
                </a:lnTo>
                <a:lnTo>
                  <a:pt x="116196" y="36941"/>
                </a:lnTo>
                <a:lnTo>
                  <a:pt x="116336" y="37366"/>
                </a:lnTo>
                <a:lnTo>
                  <a:pt x="116470" y="37799"/>
                </a:lnTo>
                <a:lnTo>
                  <a:pt x="116597" y="38238"/>
                </a:lnTo>
                <a:lnTo>
                  <a:pt x="116719" y="38682"/>
                </a:lnTo>
                <a:lnTo>
                  <a:pt x="116836" y="39131"/>
                </a:lnTo>
                <a:lnTo>
                  <a:pt x="116947" y="39586"/>
                </a:lnTo>
                <a:lnTo>
                  <a:pt x="117053" y="40045"/>
                </a:lnTo>
                <a:lnTo>
                  <a:pt x="117153" y="40509"/>
                </a:lnTo>
                <a:lnTo>
                  <a:pt x="117248" y="40978"/>
                </a:lnTo>
                <a:lnTo>
                  <a:pt x="117338" y="41452"/>
                </a:lnTo>
                <a:lnTo>
                  <a:pt x="117422" y="41931"/>
                </a:lnTo>
                <a:lnTo>
                  <a:pt x="117501" y="42415"/>
                </a:lnTo>
                <a:lnTo>
                  <a:pt x="117574" y="42904"/>
                </a:lnTo>
                <a:lnTo>
                  <a:pt x="117642" y="43397"/>
                </a:lnTo>
                <a:lnTo>
                  <a:pt x="117704" y="43896"/>
                </a:lnTo>
                <a:lnTo>
                  <a:pt x="117761" y="44400"/>
                </a:lnTo>
                <a:lnTo>
                  <a:pt x="117813" y="44909"/>
                </a:lnTo>
                <a:lnTo>
                  <a:pt x="117859" y="45423"/>
                </a:lnTo>
                <a:lnTo>
                  <a:pt x="117900" y="45942"/>
                </a:lnTo>
                <a:lnTo>
                  <a:pt x="117935" y="46466"/>
                </a:lnTo>
                <a:lnTo>
                  <a:pt x="117965" y="46994"/>
                </a:lnTo>
                <a:lnTo>
                  <a:pt x="117989" y="47528"/>
                </a:lnTo>
                <a:lnTo>
                  <a:pt x="118008" y="48067"/>
                </a:lnTo>
                <a:lnTo>
                  <a:pt x="118022" y="48611"/>
                </a:lnTo>
                <a:lnTo>
                  <a:pt x="118030" y="49160"/>
                </a:lnTo>
                <a:lnTo>
                  <a:pt x="118032" y="49713"/>
                </a:lnTo>
                <a:lnTo>
                  <a:pt x="118030" y="50267"/>
                </a:lnTo>
                <a:lnTo>
                  <a:pt x="118022" y="50815"/>
                </a:lnTo>
                <a:lnTo>
                  <a:pt x="118008" y="51359"/>
                </a:lnTo>
                <a:lnTo>
                  <a:pt x="117989" y="51897"/>
                </a:lnTo>
                <a:lnTo>
                  <a:pt x="117965" y="52429"/>
                </a:lnTo>
                <a:lnTo>
                  <a:pt x="117935" y="52957"/>
                </a:lnTo>
                <a:lnTo>
                  <a:pt x="117900" y="53480"/>
                </a:lnTo>
                <a:lnTo>
                  <a:pt x="117859" y="53997"/>
                </a:lnTo>
                <a:lnTo>
                  <a:pt x="117813" y="54509"/>
                </a:lnTo>
                <a:lnTo>
                  <a:pt x="117761" y="55016"/>
                </a:lnTo>
                <a:lnTo>
                  <a:pt x="117704" y="55517"/>
                </a:lnTo>
                <a:lnTo>
                  <a:pt x="117642" y="56014"/>
                </a:lnTo>
                <a:lnTo>
                  <a:pt x="117574" y="56505"/>
                </a:lnTo>
                <a:lnTo>
                  <a:pt x="117501" y="56991"/>
                </a:lnTo>
                <a:lnTo>
                  <a:pt x="117422" y="57472"/>
                </a:lnTo>
                <a:lnTo>
                  <a:pt x="117338" y="57948"/>
                </a:lnTo>
                <a:lnTo>
                  <a:pt x="117248" y="58418"/>
                </a:lnTo>
                <a:lnTo>
                  <a:pt x="117153" y="58884"/>
                </a:lnTo>
                <a:lnTo>
                  <a:pt x="117053" y="59344"/>
                </a:lnTo>
                <a:lnTo>
                  <a:pt x="116947" y="59799"/>
                </a:lnTo>
                <a:lnTo>
                  <a:pt x="116836" y="60248"/>
                </a:lnTo>
                <a:lnTo>
                  <a:pt x="116719" y="60693"/>
                </a:lnTo>
                <a:lnTo>
                  <a:pt x="116597" y="61132"/>
                </a:lnTo>
                <a:lnTo>
                  <a:pt x="116470" y="61566"/>
                </a:lnTo>
                <a:lnTo>
                  <a:pt x="116336" y="61994"/>
                </a:lnTo>
                <a:lnTo>
                  <a:pt x="116196" y="62414"/>
                </a:lnTo>
                <a:lnTo>
                  <a:pt x="116049" y="62827"/>
                </a:lnTo>
                <a:lnTo>
                  <a:pt x="115895" y="63231"/>
                </a:lnTo>
                <a:lnTo>
                  <a:pt x="115734" y="63629"/>
                </a:lnTo>
                <a:lnTo>
                  <a:pt x="115567" y="64018"/>
                </a:lnTo>
                <a:lnTo>
                  <a:pt x="115393" y="64401"/>
                </a:lnTo>
                <a:lnTo>
                  <a:pt x="115212" y="64775"/>
                </a:lnTo>
                <a:lnTo>
                  <a:pt x="115024" y="65142"/>
                </a:lnTo>
                <a:lnTo>
                  <a:pt x="114830" y="65501"/>
                </a:lnTo>
                <a:lnTo>
                  <a:pt x="114629" y="65853"/>
                </a:lnTo>
                <a:lnTo>
                  <a:pt x="114421" y="66198"/>
                </a:lnTo>
                <a:lnTo>
                  <a:pt x="114206" y="66534"/>
                </a:lnTo>
                <a:lnTo>
                  <a:pt x="113985" y="66863"/>
                </a:lnTo>
                <a:lnTo>
                  <a:pt x="113756" y="67185"/>
                </a:lnTo>
                <a:lnTo>
                  <a:pt x="113522" y="67499"/>
                </a:lnTo>
                <a:lnTo>
                  <a:pt x="113280" y="67805"/>
                </a:lnTo>
                <a:lnTo>
                  <a:pt x="113031" y="68104"/>
                </a:lnTo>
                <a:lnTo>
                  <a:pt x="112776" y="68395"/>
                </a:lnTo>
                <a:lnTo>
                  <a:pt x="112514" y="68679"/>
                </a:lnTo>
                <a:lnTo>
                  <a:pt x="112245" y="68955"/>
                </a:lnTo>
                <a:lnTo>
                  <a:pt x="111970" y="69223"/>
                </a:lnTo>
                <a:lnTo>
                  <a:pt x="111688" y="69484"/>
                </a:lnTo>
                <a:lnTo>
                  <a:pt x="111399" y="69737"/>
                </a:lnTo>
                <a:lnTo>
                  <a:pt x="111102" y="69982"/>
                </a:lnTo>
                <a:lnTo>
                  <a:pt x="110797" y="70216"/>
                </a:lnTo>
                <a:lnTo>
                  <a:pt x="110483" y="70439"/>
                </a:lnTo>
                <a:lnTo>
                  <a:pt x="110161" y="70652"/>
                </a:lnTo>
                <a:lnTo>
                  <a:pt x="109831" y="70855"/>
                </a:lnTo>
                <a:lnTo>
                  <a:pt x="109492" y="71047"/>
                </a:lnTo>
                <a:lnTo>
                  <a:pt x="109144" y="71229"/>
                </a:lnTo>
                <a:lnTo>
                  <a:pt x="108788" y="71401"/>
                </a:lnTo>
                <a:lnTo>
                  <a:pt x="108423" y="71562"/>
                </a:lnTo>
                <a:lnTo>
                  <a:pt x="108050" y="71713"/>
                </a:lnTo>
                <a:lnTo>
                  <a:pt x="107669" y="71853"/>
                </a:lnTo>
                <a:lnTo>
                  <a:pt x="107278" y="71983"/>
                </a:lnTo>
                <a:lnTo>
                  <a:pt x="106880" y="72103"/>
                </a:lnTo>
                <a:lnTo>
                  <a:pt x="106473" y="72212"/>
                </a:lnTo>
                <a:lnTo>
                  <a:pt x="106057" y="72310"/>
                </a:lnTo>
                <a:lnTo>
                  <a:pt x="105633" y="72399"/>
                </a:lnTo>
                <a:lnTo>
                  <a:pt x="105201" y="72477"/>
                </a:lnTo>
                <a:lnTo>
                  <a:pt x="104759" y="72544"/>
                </a:lnTo>
                <a:lnTo>
                  <a:pt x="104310" y="72602"/>
                </a:lnTo>
                <a:lnTo>
                  <a:pt x="103852" y="72648"/>
                </a:lnTo>
                <a:lnTo>
                  <a:pt x="103385" y="72685"/>
                </a:lnTo>
                <a:lnTo>
                  <a:pt x="102910" y="72711"/>
                </a:lnTo>
                <a:lnTo>
                  <a:pt x="102427" y="72726"/>
                </a:lnTo>
                <a:lnTo>
                  <a:pt x="101935" y="72732"/>
                </a:lnTo>
                <a:lnTo>
                  <a:pt x="101472" y="72726"/>
                </a:lnTo>
                <a:lnTo>
                  <a:pt x="101016" y="72711"/>
                </a:lnTo>
                <a:lnTo>
                  <a:pt x="100568" y="72685"/>
                </a:lnTo>
                <a:lnTo>
                  <a:pt x="100128" y="72648"/>
                </a:lnTo>
                <a:close/>
                <a:moveTo>
                  <a:pt x="167542" y="80457"/>
                </a:moveTo>
                <a:lnTo>
                  <a:pt x="168072" y="80420"/>
                </a:lnTo>
                <a:lnTo>
                  <a:pt x="168597" y="80374"/>
                </a:lnTo>
                <a:lnTo>
                  <a:pt x="169118" y="80320"/>
                </a:lnTo>
                <a:lnTo>
                  <a:pt x="169633" y="80257"/>
                </a:lnTo>
                <a:lnTo>
                  <a:pt x="170145" y="80186"/>
                </a:lnTo>
                <a:lnTo>
                  <a:pt x="170651" y="80107"/>
                </a:lnTo>
                <a:lnTo>
                  <a:pt x="171153" y="80019"/>
                </a:lnTo>
                <a:lnTo>
                  <a:pt x="171650" y="79923"/>
                </a:lnTo>
                <a:lnTo>
                  <a:pt x="172143" y="79818"/>
                </a:lnTo>
                <a:lnTo>
                  <a:pt x="172631" y="79706"/>
                </a:lnTo>
                <a:lnTo>
                  <a:pt x="173115" y="79584"/>
                </a:lnTo>
                <a:lnTo>
                  <a:pt x="173594" y="79455"/>
                </a:lnTo>
                <a:lnTo>
                  <a:pt x="174068" y="79317"/>
                </a:lnTo>
                <a:lnTo>
                  <a:pt x="174538" y="79171"/>
                </a:lnTo>
                <a:lnTo>
                  <a:pt x="175003" y="79016"/>
                </a:lnTo>
                <a:lnTo>
                  <a:pt x="175464" y="78854"/>
                </a:lnTo>
                <a:lnTo>
                  <a:pt x="175920" y="78682"/>
                </a:lnTo>
                <a:lnTo>
                  <a:pt x="176371" y="78503"/>
                </a:lnTo>
                <a:lnTo>
                  <a:pt x="176818" y="78315"/>
                </a:lnTo>
                <a:lnTo>
                  <a:pt x="177260" y="78119"/>
                </a:lnTo>
                <a:lnTo>
                  <a:pt x="177696" y="77914"/>
                </a:lnTo>
                <a:lnTo>
                  <a:pt x="178124" y="77700"/>
                </a:lnTo>
                <a:lnTo>
                  <a:pt x="178546" y="77479"/>
                </a:lnTo>
                <a:lnTo>
                  <a:pt x="178960" y="77248"/>
                </a:lnTo>
                <a:lnTo>
                  <a:pt x="179366" y="77010"/>
                </a:lnTo>
                <a:lnTo>
                  <a:pt x="179766" y="76762"/>
                </a:lnTo>
                <a:lnTo>
                  <a:pt x="180158" y="76507"/>
                </a:lnTo>
                <a:lnTo>
                  <a:pt x="180542" y="76243"/>
                </a:lnTo>
                <a:lnTo>
                  <a:pt x="180919" y="75970"/>
                </a:lnTo>
                <a:lnTo>
                  <a:pt x="181289" y="75689"/>
                </a:lnTo>
                <a:lnTo>
                  <a:pt x="181651" y="75400"/>
                </a:lnTo>
                <a:lnTo>
                  <a:pt x="182006" y="75102"/>
                </a:lnTo>
                <a:lnTo>
                  <a:pt x="182354" y="74795"/>
                </a:lnTo>
                <a:lnTo>
                  <a:pt x="182694" y="74480"/>
                </a:lnTo>
                <a:lnTo>
                  <a:pt x="183027" y="74157"/>
                </a:lnTo>
                <a:lnTo>
                  <a:pt x="183353" y="73825"/>
                </a:lnTo>
                <a:lnTo>
                  <a:pt x="183671" y="73485"/>
                </a:lnTo>
                <a:lnTo>
                  <a:pt x="183982" y="73136"/>
                </a:lnTo>
                <a:lnTo>
                  <a:pt x="184285" y="72779"/>
                </a:lnTo>
                <a:lnTo>
                  <a:pt x="184581" y="72414"/>
                </a:lnTo>
                <a:lnTo>
                  <a:pt x="184870" y="72039"/>
                </a:lnTo>
                <a:lnTo>
                  <a:pt x="185151" y="71657"/>
                </a:lnTo>
                <a:lnTo>
                  <a:pt x="185425" y="71266"/>
                </a:lnTo>
                <a:lnTo>
                  <a:pt x="185692" y="70866"/>
                </a:lnTo>
                <a:lnTo>
                  <a:pt x="185949" y="70458"/>
                </a:lnTo>
                <a:lnTo>
                  <a:pt x="186197" y="70042"/>
                </a:lnTo>
                <a:lnTo>
                  <a:pt x="186433" y="69618"/>
                </a:lnTo>
                <a:lnTo>
                  <a:pt x="186659" y="69185"/>
                </a:lnTo>
                <a:lnTo>
                  <a:pt x="186874" y="68744"/>
                </a:lnTo>
                <a:lnTo>
                  <a:pt x="187079" y="68295"/>
                </a:lnTo>
                <a:lnTo>
                  <a:pt x="187274" y="67837"/>
                </a:lnTo>
                <a:lnTo>
                  <a:pt x="187458" y="67372"/>
                </a:lnTo>
                <a:lnTo>
                  <a:pt x="187631" y="66898"/>
                </a:lnTo>
                <a:lnTo>
                  <a:pt x="187794" y="66415"/>
                </a:lnTo>
                <a:lnTo>
                  <a:pt x="187946" y="65925"/>
                </a:lnTo>
                <a:lnTo>
                  <a:pt x="188087" y="65426"/>
                </a:lnTo>
                <a:lnTo>
                  <a:pt x="188218" y="64919"/>
                </a:lnTo>
                <a:lnTo>
                  <a:pt x="188339" y="64404"/>
                </a:lnTo>
                <a:lnTo>
                  <a:pt x="188449" y="63881"/>
                </a:lnTo>
                <a:lnTo>
                  <a:pt x="188548" y="63349"/>
                </a:lnTo>
                <a:lnTo>
                  <a:pt x="188637" y="62809"/>
                </a:lnTo>
                <a:lnTo>
                  <a:pt x="188716" y="62261"/>
                </a:lnTo>
                <a:lnTo>
                  <a:pt x="188784" y="61705"/>
                </a:lnTo>
                <a:lnTo>
                  <a:pt x="188841" y="61140"/>
                </a:lnTo>
                <a:lnTo>
                  <a:pt x="188888" y="60567"/>
                </a:lnTo>
                <a:lnTo>
                  <a:pt x="188924" y="59986"/>
                </a:lnTo>
                <a:lnTo>
                  <a:pt x="188949" y="59397"/>
                </a:lnTo>
                <a:lnTo>
                  <a:pt x="188964" y="58799"/>
                </a:lnTo>
                <a:lnTo>
                  <a:pt x="179294" y="58799"/>
                </a:lnTo>
                <a:lnTo>
                  <a:pt x="179273" y="59359"/>
                </a:lnTo>
                <a:lnTo>
                  <a:pt x="179239" y="59907"/>
                </a:lnTo>
                <a:lnTo>
                  <a:pt x="179193" y="60443"/>
                </a:lnTo>
                <a:lnTo>
                  <a:pt x="179133" y="60968"/>
                </a:lnTo>
                <a:lnTo>
                  <a:pt x="179062" y="61482"/>
                </a:lnTo>
                <a:lnTo>
                  <a:pt x="178977" y="61984"/>
                </a:lnTo>
                <a:lnTo>
                  <a:pt x="178880" y="62475"/>
                </a:lnTo>
                <a:lnTo>
                  <a:pt x="178770" y="62954"/>
                </a:lnTo>
                <a:lnTo>
                  <a:pt x="178647" y="63422"/>
                </a:lnTo>
                <a:lnTo>
                  <a:pt x="178512" y="63879"/>
                </a:lnTo>
                <a:lnTo>
                  <a:pt x="178364" y="64324"/>
                </a:lnTo>
                <a:lnTo>
                  <a:pt x="178203" y="64757"/>
                </a:lnTo>
                <a:lnTo>
                  <a:pt x="178030" y="65179"/>
                </a:lnTo>
                <a:lnTo>
                  <a:pt x="177844" y="65590"/>
                </a:lnTo>
                <a:lnTo>
                  <a:pt x="177645" y="65989"/>
                </a:lnTo>
                <a:lnTo>
                  <a:pt x="177433" y="66377"/>
                </a:lnTo>
                <a:lnTo>
                  <a:pt x="177209" y="66753"/>
                </a:lnTo>
                <a:lnTo>
                  <a:pt x="176972" y="67118"/>
                </a:lnTo>
                <a:lnTo>
                  <a:pt x="176723" y="67472"/>
                </a:lnTo>
                <a:lnTo>
                  <a:pt x="176460" y="67814"/>
                </a:lnTo>
                <a:lnTo>
                  <a:pt x="176185" y="68144"/>
                </a:lnTo>
                <a:lnTo>
                  <a:pt x="175898" y="68464"/>
                </a:lnTo>
                <a:lnTo>
                  <a:pt x="175597" y="68771"/>
                </a:lnTo>
                <a:lnTo>
                  <a:pt x="175284" y="69068"/>
                </a:lnTo>
                <a:lnTo>
                  <a:pt x="174961" y="69352"/>
                </a:lnTo>
                <a:lnTo>
                  <a:pt x="174631" y="69625"/>
                </a:lnTo>
                <a:lnTo>
                  <a:pt x="174294" y="69885"/>
                </a:lnTo>
                <a:lnTo>
                  <a:pt x="173949" y="70133"/>
                </a:lnTo>
                <a:lnTo>
                  <a:pt x="173598" y="70369"/>
                </a:lnTo>
                <a:lnTo>
                  <a:pt x="173239" y="70593"/>
                </a:lnTo>
                <a:lnTo>
                  <a:pt x="172873" y="70805"/>
                </a:lnTo>
                <a:lnTo>
                  <a:pt x="172500" y="71005"/>
                </a:lnTo>
                <a:lnTo>
                  <a:pt x="172119" y="71192"/>
                </a:lnTo>
                <a:lnTo>
                  <a:pt x="171732" y="71368"/>
                </a:lnTo>
                <a:lnTo>
                  <a:pt x="171337" y="71531"/>
                </a:lnTo>
                <a:lnTo>
                  <a:pt x="170935" y="71683"/>
                </a:lnTo>
                <a:lnTo>
                  <a:pt x="170527" y="71822"/>
                </a:lnTo>
                <a:lnTo>
                  <a:pt x="170110" y="71949"/>
                </a:lnTo>
                <a:lnTo>
                  <a:pt x="169687" y="72064"/>
                </a:lnTo>
                <a:lnTo>
                  <a:pt x="169257" y="72167"/>
                </a:lnTo>
                <a:lnTo>
                  <a:pt x="168819" y="72258"/>
                </a:lnTo>
                <a:lnTo>
                  <a:pt x="168374" y="72337"/>
                </a:lnTo>
                <a:lnTo>
                  <a:pt x="167922" y="72403"/>
                </a:lnTo>
                <a:lnTo>
                  <a:pt x="167463" y="72458"/>
                </a:lnTo>
                <a:lnTo>
                  <a:pt x="166997" y="72500"/>
                </a:lnTo>
                <a:lnTo>
                  <a:pt x="166523" y="72530"/>
                </a:lnTo>
                <a:lnTo>
                  <a:pt x="166043" y="72548"/>
                </a:lnTo>
                <a:lnTo>
                  <a:pt x="165555" y="72554"/>
                </a:lnTo>
                <a:lnTo>
                  <a:pt x="165120" y="72550"/>
                </a:lnTo>
                <a:lnTo>
                  <a:pt x="164692" y="72536"/>
                </a:lnTo>
                <a:lnTo>
                  <a:pt x="164270" y="72512"/>
                </a:lnTo>
                <a:lnTo>
                  <a:pt x="163853" y="72480"/>
                </a:lnTo>
                <a:lnTo>
                  <a:pt x="163442" y="72438"/>
                </a:lnTo>
                <a:lnTo>
                  <a:pt x="163038" y="72387"/>
                </a:lnTo>
                <a:lnTo>
                  <a:pt x="162639" y="72326"/>
                </a:lnTo>
                <a:lnTo>
                  <a:pt x="162246" y="72256"/>
                </a:lnTo>
                <a:lnTo>
                  <a:pt x="161859" y="72177"/>
                </a:lnTo>
                <a:lnTo>
                  <a:pt x="161478" y="72088"/>
                </a:lnTo>
                <a:lnTo>
                  <a:pt x="161103" y="71990"/>
                </a:lnTo>
                <a:lnTo>
                  <a:pt x="160734" y="71883"/>
                </a:lnTo>
                <a:lnTo>
                  <a:pt x="160371" y="71766"/>
                </a:lnTo>
                <a:lnTo>
                  <a:pt x="160014" y="71640"/>
                </a:lnTo>
                <a:lnTo>
                  <a:pt x="159663" y="71505"/>
                </a:lnTo>
                <a:lnTo>
                  <a:pt x="159317" y="71361"/>
                </a:lnTo>
                <a:lnTo>
                  <a:pt x="158978" y="71207"/>
                </a:lnTo>
                <a:lnTo>
                  <a:pt x="158645" y="71043"/>
                </a:lnTo>
                <a:lnTo>
                  <a:pt x="158317" y="70871"/>
                </a:lnTo>
                <a:lnTo>
                  <a:pt x="157996" y="70689"/>
                </a:lnTo>
                <a:lnTo>
                  <a:pt x="157680" y="70498"/>
                </a:lnTo>
                <a:lnTo>
                  <a:pt x="157370" y="70297"/>
                </a:lnTo>
                <a:lnTo>
                  <a:pt x="157067" y="70087"/>
                </a:lnTo>
                <a:lnTo>
                  <a:pt x="156769" y="69868"/>
                </a:lnTo>
                <a:lnTo>
                  <a:pt x="156477" y="69640"/>
                </a:lnTo>
                <a:lnTo>
                  <a:pt x="156191" y="69403"/>
                </a:lnTo>
                <a:lnTo>
                  <a:pt x="155912" y="69158"/>
                </a:lnTo>
                <a:lnTo>
                  <a:pt x="155639" y="68905"/>
                </a:lnTo>
                <a:lnTo>
                  <a:pt x="155371" y="68643"/>
                </a:lnTo>
                <a:lnTo>
                  <a:pt x="155110" y="68372"/>
                </a:lnTo>
                <a:lnTo>
                  <a:pt x="154855" y="68093"/>
                </a:lnTo>
                <a:lnTo>
                  <a:pt x="154607" y="67806"/>
                </a:lnTo>
                <a:lnTo>
                  <a:pt x="154364" y="67510"/>
                </a:lnTo>
                <a:lnTo>
                  <a:pt x="154128" y="67206"/>
                </a:lnTo>
                <a:lnTo>
                  <a:pt x="153897" y="66893"/>
                </a:lnTo>
                <a:lnTo>
                  <a:pt x="153673" y="66572"/>
                </a:lnTo>
                <a:lnTo>
                  <a:pt x="153455" y="66242"/>
                </a:lnTo>
                <a:lnTo>
                  <a:pt x="153243" y="65904"/>
                </a:lnTo>
                <a:lnTo>
                  <a:pt x="153037" y="65557"/>
                </a:lnTo>
                <a:lnTo>
                  <a:pt x="152838" y="65202"/>
                </a:lnTo>
                <a:lnTo>
                  <a:pt x="152644" y="64839"/>
                </a:lnTo>
                <a:lnTo>
                  <a:pt x="152457" y="64467"/>
                </a:lnTo>
                <a:lnTo>
                  <a:pt x="152276" y="64086"/>
                </a:lnTo>
                <a:lnTo>
                  <a:pt x="152101" y="63697"/>
                </a:lnTo>
                <a:lnTo>
                  <a:pt x="151932" y="63300"/>
                </a:lnTo>
                <a:lnTo>
                  <a:pt x="151769" y="62894"/>
                </a:lnTo>
                <a:lnTo>
                  <a:pt x="151612" y="62480"/>
                </a:lnTo>
                <a:lnTo>
                  <a:pt x="151462" y="62057"/>
                </a:lnTo>
                <a:lnTo>
                  <a:pt x="151317" y="61627"/>
                </a:lnTo>
                <a:lnTo>
                  <a:pt x="151179" y="61189"/>
                </a:lnTo>
                <a:lnTo>
                  <a:pt x="151047" y="60743"/>
                </a:lnTo>
                <a:lnTo>
                  <a:pt x="150921" y="60291"/>
                </a:lnTo>
                <a:lnTo>
                  <a:pt x="150802" y="59830"/>
                </a:lnTo>
                <a:lnTo>
                  <a:pt x="150688" y="59363"/>
                </a:lnTo>
                <a:lnTo>
                  <a:pt x="150580" y="58888"/>
                </a:lnTo>
                <a:lnTo>
                  <a:pt x="150479" y="58406"/>
                </a:lnTo>
                <a:lnTo>
                  <a:pt x="150384" y="57916"/>
                </a:lnTo>
                <a:lnTo>
                  <a:pt x="150295" y="57419"/>
                </a:lnTo>
                <a:lnTo>
                  <a:pt x="150212" y="56915"/>
                </a:lnTo>
                <a:lnTo>
                  <a:pt x="150135" y="56403"/>
                </a:lnTo>
                <a:lnTo>
                  <a:pt x="150064" y="55884"/>
                </a:lnTo>
                <a:lnTo>
                  <a:pt x="150000" y="55358"/>
                </a:lnTo>
                <a:lnTo>
                  <a:pt x="149942" y="54824"/>
                </a:lnTo>
                <a:lnTo>
                  <a:pt x="149889" y="54283"/>
                </a:lnTo>
                <a:lnTo>
                  <a:pt x="149843" y="53734"/>
                </a:lnTo>
                <a:lnTo>
                  <a:pt x="149803" y="53178"/>
                </a:lnTo>
                <a:lnTo>
                  <a:pt x="149770" y="52615"/>
                </a:lnTo>
                <a:lnTo>
                  <a:pt x="149742" y="52044"/>
                </a:lnTo>
                <a:lnTo>
                  <a:pt x="149720" y="51466"/>
                </a:lnTo>
                <a:lnTo>
                  <a:pt x="149705" y="50880"/>
                </a:lnTo>
                <a:lnTo>
                  <a:pt x="149696" y="50288"/>
                </a:lnTo>
                <a:lnTo>
                  <a:pt x="149693" y="49687"/>
                </a:lnTo>
                <a:lnTo>
                  <a:pt x="149700" y="48780"/>
                </a:lnTo>
                <a:lnTo>
                  <a:pt x="149721" y="47889"/>
                </a:lnTo>
                <a:lnTo>
                  <a:pt x="149756" y="47015"/>
                </a:lnTo>
                <a:lnTo>
                  <a:pt x="149804" y="46158"/>
                </a:lnTo>
                <a:lnTo>
                  <a:pt x="149867" y="45318"/>
                </a:lnTo>
                <a:lnTo>
                  <a:pt x="149943" y="44495"/>
                </a:lnTo>
                <a:lnTo>
                  <a:pt x="150034" y="43690"/>
                </a:lnTo>
                <a:lnTo>
                  <a:pt x="150138" y="42901"/>
                </a:lnTo>
                <a:lnTo>
                  <a:pt x="150257" y="42129"/>
                </a:lnTo>
                <a:lnTo>
                  <a:pt x="150389" y="41375"/>
                </a:lnTo>
                <a:lnTo>
                  <a:pt x="150535" y="40637"/>
                </a:lnTo>
                <a:lnTo>
                  <a:pt x="150695" y="39917"/>
                </a:lnTo>
                <a:lnTo>
                  <a:pt x="150869" y="39213"/>
                </a:lnTo>
                <a:lnTo>
                  <a:pt x="151057" y="38527"/>
                </a:lnTo>
                <a:lnTo>
                  <a:pt x="151259" y="37857"/>
                </a:lnTo>
                <a:lnTo>
                  <a:pt x="151475" y="37205"/>
                </a:lnTo>
                <a:lnTo>
                  <a:pt x="151705" y="36569"/>
                </a:lnTo>
                <a:lnTo>
                  <a:pt x="151948" y="35951"/>
                </a:lnTo>
                <a:lnTo>
                  <a:pt x="152206" y="35350"/>
                </a:lnTo>
                <a:lnTo>
                  <a:pt x="152477" y="34765"/>
                </a:lnTo>
                <a:lnTo>
                  <a:pt x="152763" y="34198"/>
                </a:lnTo>
                <a:lnTo>
                  <a:pt x="153062" y="33648"/>
                </a:lnTo>
                <a:lnTo>
                  <a:pt x="153375" y="33115"/>
                </a:lnTo>
                <a:lnTo>
                  <a:pt x="153703" y="32599"/>
                </a:lnTo>
                <a:lnTo>
                  <a:pt x="154043" y="32102"/>
                </a:lnTo>
                <a:lnTo>
                  <a:pt x="154397" y="31626"/>
                </a:lnTo>
                <a:lnTo>
                  <a:pt x="154765" y="31171"/>
                </a:lnTo>
                <a:lnTo>
                  <a:pt x="155146" y="30737"/>
                </a:lnTo>
                <a:lnTo>
                  <a:pt x="155540" y="30325"/>
                </a:lnTo>
                <a:lnTo>
                  <a:pt x="155947" y="29933"/>
                </a:lnTo>
                <a:lnTo>
                  <a:pt x="156368" y="29563"/>
                </a:lnTo>
                <a:lnTo>
                  <a:pt x="156802" y="29214"/>
                </a:lnTo>
                <a:lnTo>
                  <a:pt x="157249" y="28886"/>
                </a:lnTo>
                <a:lnTo>
                  <a:pt x="157709" y="28580"/>
                </a:lnTo>
                <a:lnTo>
                  <a:pt x="158183" y="28294"/>
                </a:lnTo>
                <a:lnTo>
                  <a:pt x="158670" y="28030"/>
                </a:lnTo>
                <a:lnTo>
                  <a:pt x="159171" y="27787"/>
                </a:lnTo>
                <a:lnTo>
                  <a:pt x="159685" y="27564"/>
                </a:lnTo>
                <a:lnTo>
                  <a:pt x="160212" y="27364"/>
                </a:lnTo>
                <a:lnTo>
                  <a:pt x="160752" y="27184"/>
                </a:lnTo>
                <a:lnTo>
                  <a:pt x="161306" y="27025"/>
                </a:lnTo>
                <a:lnTo>
                  <a:pt x="161873" y="26888"/>
                </a:lnTo>
                <a:lnTo>
                  <a:pt x="162453" y="26771"/>
                </a:lnTo>
                <a:lnTo>
                  <a:pt x="163047" y="26676"/>
                </a:lnTo>
                <a:lnTo>
                  <a:pt x="163654" y="26602"/>
                </a:lnTo>
                <a:lnTo>
                  <a:pt x="164274" y="26549"/>
                </a:lnTo>
                <a:lnTo>
                  <a:pt x="164908" y="26517"/>
                </a:lnTo>
                <a:lnTo>
                  <a:pt x="165555" y="26507"/>
                </a:lnTo>
                <a:lnTo>
                  <a:pt x="166033" y="26513"/>
                </a:lnTo>
                <a:lnTo>
                  <a:pt x="166503" y="26531"/>
                </a:lnTo>
                <a:lnTo>
                  <a:pt x="166965" y="26560"/>
                </a:lnTo>
                <a:lnTo>
                  <a:pt x="167420" y="26602"/>
                </a:lnTo>
                <a:lnTo>
                  <a:pt x="167867" y="26656"/>
                </a:lnTo>
                <a:lnTo>
                  <a:pt x="168306" y="26721"/>
                </a:lnTo>
                <a:lnTo>
                  <a:pt x="168738" y="26798"/>
                </a:lnTo>
                <a:lnTo>
                  <a:pt x="169162" y="26888"/>
                </a:lnTo>
                <a:lnTo>
                  <a:pt x="169578" y="26989"/>
                </a:lnTo>
                <a:lnTo>
                  <a:pt x="169986" y="27102"/>
                </a:lnTo>
                <a:lnTo>
                  <a:pt x="170387" y="27227"/>
                </a:lnTo>
                <a:lnTo>
                  <a:pt x="170781" y="27363"/>
                </a:lnTo>
                <a:lnTo>
                  <a:pt x="171166" y="27512"/>
                </a:lnTo>
                <a:lnTo>
                  <a:pt x="171544" y="27673"/>
                </a:lnTo>
                <a:lnTo>
                  <a:pt x="171914" y="27845"/>
                </a:lnTo>
                <a:lnTo>
                  <a:pt x="172277" y="28029"/>
                </a:lnTo>
                <a:lnTo>
                  <a:pt x="172632" y="28226"/>
                </a:lnTo>
                <a:lnTo>
                  <a:pt x="172979" y="28434"/>
                </a:lnTo>
                <a:lnTo>
                  <a:pt x="173319" y="28654"/>
                </a:lnTo>
                <a:lnTo>
                  <a:pt x="173650" y="28886"/>
                </a:lnTo>
                <a:lnTo>
                  <a:pt x="173975" y="29130"/>
                </a:lnTo>
                <a:lnTo>
                  <a:pt x="174291" y="29386"/>
                </a:lnTo>
                <a:lnTo>
                  <a:pt x="174600" y="29653"/>
                </a:lnTo>
                <a:lnTo>
                  <a:pt x="174901" y="29933"/>
                </a:lnTo>
                <a:lnTo>
                  <a:pt x="175193" y="30223"/>
                </a:lnTo>
                <a:lnTo>
                  <a:pt x="175474" y="30521"/>
                </a:lnTo>
                <a:lnTo>
                  <a:pt x="175744" y="30828"/>
                </a:lnTo>
                <a:lnTo>
                  <a:pt x="176002" y="31145"/>
                </a:lnTo>
                <a:lnTo>
                  <a:pt x="176250" y="31470"/>
                </a:lnTo>
                <a:lnTo>
                  <a:pt x="176488" y="31803"/>
                </a:lnTo>
                <a:lnTo>
                  <a:pt x="176714" y="32146"/>
                </a:lnTo>
                <a:lnTo>
                  <a:pt x="176929" y="32497"/>
                </a:lnTo>
                <a:lnTo>
                  <a:pt x="177133" y="32858"/>
                </a:lnTo>
                <a:lnTo>
                  <a:pt x="177326" y="33227"/>
                </a:lnTo>
                <a:lnTo>
                  <a:pt x="177508" y="33604"/>
                </a:lnTo>
                <a:lnTo>
                  <a:pt x="177680" y="33991"/>
                </a:lnTo>
                <a:lnTo>
                  <a:pt x="177840" y="34386"/>
                </a:lnTo>
                <a:lnTo>
                  <a:pt x="177990" y="34791"/>
                </a:lnTo>
                <a:lnTo>
                  <a:pt x="178128" y="35204"/>
                </a:lnTo>
                <a:lnTo>
                  <a:pt x="178256" y="35626"/>
                </a:lnTo>
                <a:lnTo>
                  <a:pt x="178372" y="36056"/>
                </a:lnTo>
                <a:lnTo>
                  <a:pt x="178478" y="36496"/>
                </a:lnTo>
                <a:lnTo>
                  <a:pt x="178572" y="36944"/>
                </a:lnTo>
                <a:lnTo>
                  <a:pt x="178656" y="37401"/>
                </a:lnTo>
                <a:lnTo>
                  <a:pt x="178729" y="37867"/>
                </a:lnTo>
                <a:lnTo>
                  <a:pt x="178790" y="38342"/>
                </a:lnTo>
                <a:lnTo>
                  <a:pt x="178841" y="38825"/>
                </a:lnTo>
                <a:lnTo>
                  <a:pt x="178881" y="39318"/>
                </a:lnTo>
                <a:lnTo>
                  <a:pt x="188611" y="39318"/>
                </a:lnTo>
                <a:lnTo>
                  <a:pt x="188586" y="38736"/>
                </a:lnTo>
                <a:lnTo>
                  <a:pt x="188551" y="38163"/>
                </a:lnTo>
                <a:lnTo>
                  <a:pt x="188507" y="37598"/>
                </a:lnTo>
                <a:lnTo>
                  <a:pt x="188453" y="37042"/>
                </a:lnTo>
                <a:lnTo>
                  <a:pt x="188388" y="36495"/>
                </a:lnTo>
                <a:lnTo>
                  <a:pt x="188314" y="35955"/>
                </a:lnTo>
                <a:lnTo>
                  <a:pt x="188230" y="35425"/>
                </a:lnTo>
                <a:lnTo>
                  <a:pt x="188136" y="34902"/>
                </a:lnTo>
                <a:lnTo>
                  <a:pt x="188032" y="34388"/>
                </a:lnTo>
                <a:lnTo>
                  <a:pt x="187918" y="33883"/>
                </a:lnTo>
                <a:lnTo>
                  <a:pt x="187794" y="33386"/>
                </a:lnTo>
                <a:lnTo>
                  <a:pt x="187660" y="32897"/>
                </a:lnTo>
                <a:lnTo>
                  <a:pt x="187516" y="32417"/>
                </a:lnTo>
                <a:lnTo>
                  <a:pt x="187362" y="31946"/>
                </a:lnTo>
                <a:lnTo>
                  <a:pt x="187199" y="31483"/>
                </a:lnTo>
                <a:lnTo>
                  <a:pt x="187025" y="31028"/>
                </a:lnTo>
                <a:lnTo>
                  <a:pt x="186842" y="30582"/>
                </a:lnTo>
                <a:lnTo>
                  <a:pt x="186648" y="30144"/>
                </a:lnTo>
                <a:lnTo>
                  <a:pt x="186445" y="29715"/>
                </a:lnTo>
                <a:lnTo>
                  <a:pt x="186232" y="29294"/>
                </a:lnTo>
                <a:lnTo>
                  <a:pt x="186008" y="28881"/>
                </a:lnTo>
                <a:lnTo>
                  <a:pt x="185775" y="28477"/>
                </a:lnTo>
                <a:lnTo>
                  <a:pt x="185532" y="28082"/>
                </a:lnTo>
                <a:lnTo>
                  <a:pt x="185279" y="27695"/>
                </a:lnTo>
                <a:lnTo>
                  <a:pt x="185017" y="27316"/>
                </a:lnTo>
                <a:lnTo>
                  <a:pt x="184749" y="26945"/>
                </a:lnTo>
                <a:lnTo>
                  <a:pt x="184473" y="26582"/>
                </a:lnTo>
                <a:lnTo>
                  <a:pt x="184190" y="26227"/>
                </a:lnTo>
                <a:lnTo>
                  <a:pt x="183900" y="25881"/>
                </a:lnTo>
                <a:lnTo>
                  <a:pt x="183602" y="25542"/>
                </a:lnTo>
                <a:lnTo>
                  <a:pt x="183298" y="25211"/>
                </a:lnTo>
                <a:lnTo>
                  <a:pt x="182986" y="24889"/>
                </a:lnTo>
                <a:lnTo>
                  <a:pt x="182667" y="24574"/>
                </a:lnTo>
                <a:lnTo>
                  <a:pt x="182341" y="24267"/>
                </a:lnTo>
                <a:lnTo>
                  <a:pt x="182008" y="23969"/>
                </a:lnTo>
                <a:lnTo>
                  <a:pt x="181667" y="23678"/>
                </a:lnTo>
                <a:lnTo>
                  <a:pt x="181320" y="23396"/>
                </a:lnTo>
                <a:lnTo>
                  <a:pt x="180965" y="23121"/>
                </a:lnTo>
                <a:lnTo>
                  <a:pt x="180603" y="22855"/>
                </a:lnTo>
                <a:lnTo>
                  <a:pt x="180234" y="22597"/>
                </a:lnTo>
                <a:lnTo>
                  <a:pt x="179858" y="22346"/>
                </a:lnTo>
                <a:lnTo>
                  <a:pt x="179475" y="22104"/>
                </a:lnTo>
                <a:lnTo>
                  <a:pt x="179084" y="21870"/>
                </a:lnTo>
                <a:lnTo>
                  <a:pt x="178686" y="21644"/>
                </a:lnTo>
                <a:lnTo>
                  <a:pt x="178281" y="21425"/>
                </a:lnTo>
                <a:lnTo>
                  <a:pt x="177869" y="21215"/>
                </a:lnTo>
                <a:lnTo>
                  <a:pt x="177450" y="21013"/>
                </a:lnTo>
                <a:lnTo>
                  <a:pt x="177024" y="20819"/>
                </a:lnTo>
                <a:lnTo>
                  <a:pt x="176591" y="20633"/>
                </a:lnTo>
                <a:lnTo>
                  <a:pt x="176155" y="20455"/>
                </a:lnTo>
                <a:lnTo>
                  <a:pt x="175713" y="20284"/>
                </a:lnTo>
                <a:lnTo>
                  <a:pt x="175267" y="20122"/>
                </a:lnTo>
                <a:lnTo>
                  <a:pt x="174816" y="19967"/>
                </a:lnTo>
                <a:lnTo>
                  <a:pt x="174361" y="19821"/>
                </a:lnTo>
                <a:lnTo>
                  <a:pt x="173901" y="19682"/>
                </a:lnTo>
                <a:lnTo>
                  <a:pt x="173437" y="19551"/>
                </a:lnTo>
                <a:lnTo>
                  <a:pt x="172968" y="19429"/>
                </a:lnTo>
                <a:lnTo>
                  <a:pt x="172494" y="19314"/>
                </a:lnTo>
                <a:lnTo>
                  <a:pt x="172015" y="19207"/>
                </a:lnTo>
                <a:lnTo>
                  <a:pt x="171533" y="19108"/>
                </a:lnTo>
                <a:lnTo>
                  <a:pt x="171045" y="19016"/>
                </a:lnTo>
                <a:lnTo>
                  <a:pt x="170553" y="18933"/>
                </a:lnTo>
                <a:lnTo>
                  <a:pt x="170056" y="18858"/>
                </a:lnTo>
                <a:lnTo>
                  <a:pt x="169555" y="18791"/>
                </a:lnTo>
                <a:lnTo>
                  <a:pt x="169049" y="18731"/>
                </a:lnTo>
                <a:lnTo>
                  <a:pt x="168538" y="18680"/>
                </a:lnTo>
                <a:lnTo>
                  <a:pt x="168023" y="18636"/>
                </a:lnTo>
                <a:lnTo>
                  <a:pt x="167503" y="18600"/>
                </a:lnTo>
                <a:lnTo>
                  <a:pt x="166979" y="18573"/>
                </a:lnTo>
                <a:lnTo>
                  <a:pt x="166450" y="18553"/>
                </a:lnTo>
                <a:lnTo>
                  <a:pt x="165916" y="18541"/>
                </a:lnTo>
                <a:lnTo>
                  <a:pt x="165378" y="18537"/>
                </a:lnTo>
                <a:lnTo>
                  <a:pt x="164738" y="18543"/>
                </a:lnTo>
                <a:lnTo>
                  <a:pt x="164104" y="18561"/>
                </a:lnTo>
                <a:lnTo>
                  <a:pt x="163477" y="18592"/>
                </a:lnTo>
                <a:lnTo>
                  <a:pt x="162856" y="18635"/>
                </a:lnTo>
                <a:lnTo>
                  <a:pt x="162243" y="18689"/>
                </a:lnTo>
                <a:lnTo>
                  <a:pt x="161635" y="18756"/>
                </a:lnTo>
                <a:lnTo>
                  <a:pt x="161035" y="18836"/>
                </a:lnTo>
                <a:lnTo>
                  <a:pt x="160441" y="18927"/>
                </a:lnTo>
                <a:lnTo>
                  <a:pt x="159854" y="19031"/>
                </a:lnTo>
                <a:lnTo>
                  <a:pt x="159273" y="19146"/>
                </a:lnTo>
                <a:lnTo>
                  <a:pt x="158700" y="19274"/>
                </a:lnTo>
                <a:lnTo>
                  <a:pt x="158132" y="19414"/>
                </a:lnTo>
                <a:lnTo>
                  <a:pt x="157572" y="19567"/>
                </a:lnTo>
                <a:lnTo>
                  <a:pt x="157018" y="19731"/>
                </a:lnTo>
                <a:lnTo>
                  <a:pt x="156471" y="19908"/>
                </a:lnTo>
                <a:lnTo>
                  <a:pt x="155930" y="20097"/>
                </a:lnTo>
                <a:lnTo>
                  <a:pt x="155396" y="20298"/>
                </a:lnTo>
                <a:lnTo>
                  <a:pt x="154869" y="20511"/>
                </a:lnTo>
                <a:lnTo>
                  <a:pt x="154348" y="20736"/>
                </a:lnTo>
                <a:lnTo>
                  <a:pt x="153834" y="20974"/>
                </a:lnTo>
                <a:lnTo>
                  <a:pt x="153327" y="21224"/>
                </a:lnTo>
                <a:lnTo>
                  <a:pt x="152826" y="21486"/>
                </a:lnTo>
                <a:lnTo>
                  <a:pt x="152332" y="21760"/>
                </a:lnTo>
                <a:lnTo>
                  <a:pt x="151845" y="22046"/>
                </a:lnTo>
                <a:lnTo>
                  <a:pt x="151366" y="22344"/>
                </a:lnTo>
                <a:lnTo>
                  <a:pt x="150895" y="22655"/>
                </a:lnTo>
                <a:lnTo>
                  <a:pt x="150433" y="22977"/>
                </a:lnTo>
                <a:lnTo>
                  <a:pt x="149980" y="23311"/>
                </a:lnTo>
                <a:lnTo>
                  <a:pt x="149536" y="23658"/>
                </a:lnTo>
                <a:lnTo>
                  <a:pt x="149101" y="24016"/>
                </a:lnTo>
                <a:lnTo>
                  <a:pt x="148675" y="24386"/>
                </a:lnTo>
                <a:lnTo>
                  <a:pt x="148258" y="24768"/>
                </a:lnTo>
                <a:lnTo>
                  <a:pt x="147850" y="25163"/>
                </a:lnTo>
                <a:lnTo>
                  <a:pt x="147450" y="25569"/>
                </a:lnTo>
                <a:lnTo>
                  <a:pt x="147060" y="25987"/>
                </a:lnTo>
                <a:lnTo>
                  <a:pt x="146678" y="26417"/>
                </a:lnTo>
                <a:lnTo>
                  <a:pt x="146306" y="26859"/>
                </a:lnTo>
                <a:lnTo>
                  <a:pt x="145942" y="27313"/>
                </a:lnTo>
                <a:lnTo>
                  <a:pt x="145587" y="27779"/>
                </a:lnTo>
                <a:lnTo>
                  <a:pt x="145241" y="28257"/>
                </a:lnTo>
                <a:lnTo>
                  <a:pt x="144904" y="28747"/>
                </a:lnTo>
                <a:lnTo>
                  <a:pt x="144576" y="29249"/>
                </a:lnTo>
                <a:lnTo>
                  <a:pt x="144256" y="29763"/>
                </a:lnTo>
                <a:lnTo>
                  <a:pt x="143946" y="30289"/>
                </a:lnTo>
                <a:lnTo>
                  <a:pt x="143645" y="30827"/>
                </a:lnTo>
                <a:lnTo>
                  <a:pt x="143352" y="31376"/>
                </a:lnTo>
                <a:lnTo>
                  <a:pt x="143069" y="31938"/>
                </a:lnTo>
                <a:lnTo>
                  <a:pt x="142794" y="32512"/>
                </a:lnTo>
                <a:lnTo>
                  <a:pt x="142529" y="33097"/>
                </a:lnTo>
                <a:lnTo>
                  <a:pt x="142276" y="33694"/>
                </a:lnTo>
                <a:lnTo>
                  <a:pt x="142034" y="34302"/>
                </a:lnTo>
                <a:lnTo>
                  <a:pt x="141803" y="34921"/>
                </a:lnTo>
                <a:lnTo>
                  <a:pt x="141583" y="35551"/>
                </a:lnTo>
                <a:lnTo>
                  <a:pt x="141375" y="36193"/>
                </a:lnTo>
                <a:lnTo>
                  <a:pt x="141178" y="36846"/>
                </a:lnTo>
                <a:lnTo>
                  <a:pt x="140992" y="37511"/>
                </a:lnTo>
                <a:lnTo>
                  <a:pt x="140817" y="38187"/>
                </a:lnTo>
                <a:lnTo>
                  <a:pt x="140654" y="38874"/>
                </a:lnTo>
                <a:lnTo>
                  <a:pt x="140502" y="39573"/>
                </a:lnTo>
                <a:lnTo>
                  <a:pt x="140361" y="40282"/>
                </a:lnTo>
                <a:lnTo>
                  <a:pt x="140232" y="41004"/>
                </a:lnTo>
                <a:lnTo>
                  <a:pt x="140114" y="41736"/>
                </a:lnTo>
                <a:lnTo>
                  <a:pt x="140007" y="42480"/>
                </a:lnTo>
                <a:lnTo>
                  <a:pt x="139911" y="43235"/>
                </a:lnTo>
                <a:lnTo>
                  <a:pt x="139827" y="44001"/>
                </a:lnTo>
                <a:lnTo>
                  <a:pt x="139753" y="44779"/>
                </a:lnTo>
                <a:lnTo>
                  <a:pt x="139691" y="45568"/>
                </a:lnTo>
                <a:lnTo>
                  <a:pt x="139641" y="46369"/>
                </a:lnTo>
                <a:lnTo>
                  <a:pt x="139601" y="47181"/>
                </a:lnTo>
                <a:lnTo>
                  <a:pt x="139573" y="48004"/>
                </a:lnTo>
                <a:lnTo>
                  <a:pt x="139556" y="48838"/>
                </a:lnTo>
                <a:lnTo>
                  <a:pt x="139551" y="49684"/>
                </a:lnTo>
                <a:lnTo>
                  <a:pt x="139556" y="50529"/>
                </a:lnTo>
                <a:lnTo>
                  <a:pt x="139574" y="51364"/>
                </a:lnTo>
                <a:lnTo>
                  <a:pt x="139602" y="52186"/>
                </a:lnTo>
                <a:lnTo>
                  <a:pt x="139642" y="52997"/>
                </a:lnTo>
                <a:lnTo>
                  <a:pt x="139694" y="53796"/>
                </a:lnTo>
                <a:lnTo>
                  <a:pt x="139757" y="54583"/>
                </a:lnTo>
                <a:lnTo>
                  <a:pt x="139832" y="55359"/>
                </a:lnTo>
                <a:lnTo>
                  <a:pt x="139918" y="56124"/>
                </a:lnTo>
                <a:lnTo>
                  <a:pt x="140015" y="56876"/>
                </a:lnTo>
                <a:lnTo>
                  <a:pt x="140124" y="57617"/>
                </a:lnTo>
                <a:lnTo>
                  <a:pt x="140244" y="58346"/>
                </a:lnTo>
                <a:lnTo>
                  <a:pt x="140376" y="59064"/>
                </a:lnTo>
                <a:lnTo>
                  <a:pt x="140519" y="59770"/>
                </a:lnTo>
                <a:lnTo>
                  <a:pt x="140674" y="60464"/>
                </a:lnTo>
                <a:lnTo>
                  <a:pt x="140841" y="61147"/>
                </a:lnTo>
                <a:lnTo>
                  <a:pt x="141018" y="61818"/>
                </a:lnTo>
                <a:lnTo>
                  <a:pt x="141207" y="62477"/>
                </a:lnTo>
                <a:lnTo>
                  <a:pt x="141408" y="63125"/>
                </a:lnTo>
                <a:lnTo>
                  <a:pt x="141620" y="63761"/>
                </a:lnTo>
                <a:lnTo>
                  <a:pt x="141844" y="64386"/>
                </a:lnTo>
                <a:lnTo>
                  <a:pt x="142079" y="64999"/>
                </a:lnTo>
                <a:lnTo>
                  <a:pt x="142325" y="65600"/>
                </a:lnTo>
                <a:lnTo>
                  <a:pt x="142583" y="66189"/>
                </a:lnTo>
                <a:lnTo>
                  <a:pt x="142853" y="66767"/>
                </a:lnTo>
                <a:lnTo>
                  <a:pt x="143132" y="67333"/>
                </a:lnTo>
                <a:lnTo>
                  <a:pt x="143421" y="67887"/>
                </a:lnTo>
                <a:lnTo>
                  <a:pt x="143718" y="68429"/>
                </a:lnTo>
                <a:lnTo>
                  <a:pt x="144024" y="68960"/>
                </a:lnTo>
                <a:lnTo>
                  <a:pt x="144339" y="69478"/>
                </a:lnTo>
                <a:lnTo>
                  <a:pt x="144662" y="69985"/>
                </a:lnTo>
                <a:lnTo>
                  <a:pt x="144995" y="70480"/>
                </a:lnTo>
                <a:lnTo>
                  <a:pt x="145336" y="70963"/>
                </a:lnTo>
                <a:lnTo>
                  <a:pt x="145686" y="71434"/>
                </a:lnTo>
                <a:lnTo>
                  <a:pt x="146045" y="71893"/>
                </a:lnTo>
                <a:lnTo>
                  <a:pt x="146412" y="72341"/>
                </a:lnTo>
                <a:lnTo>
                  <a:pt x="146789" y="72776"/>
                </a:lnTo>
                <a:lnTo>
                  <a:pt x="147174" y="73200"/>
                </a:lnTo>
                <a:lnTo>
                  <a:pt x="147568" y="73612"/>
                </a:lnTo>
                <a:lnTo>
                  <a:pt x="147971" y="74012"/>
                </a:lnTo>
                <a:lnTo>
                  <a:pt x="148382" y="74400"/>
                </a:lnTo>
                <a:lnTo>
                  <a:pt x="148803" y="74776"/>
                </a:lnTo>
                <a:lnTo>
                  <a:pt x="149232" y="75141"/>
                </a:lnTo>
                <a:lnTo>
                  <a:pt x="149670" y="75493"/>
                </a:lnTo>
                <a:lnTo>
                  <a:pt x="150117" y="75834"/>
                </a:lnTo>
                <a:lnTo>
                  <a:pt x="150573" y="76163"/>
                </a:lnTo>
                <a:lnTo>
                  <a:pt x="151037" y="76480"/>
                </a:lnTo>
                <a:lnTo>
                  <a:pt x="151510" y="76785"/>
                </a:lnTo>
                <a:lnTo>
                  <a:pt x="151993" y="77078"/>
                </a:lnTo>
                <a:lnTo>
                  <a:pt x="152482" y="77359"/>
                </a:lnTo>
                <a:lnTo>
                  <a:pt x="152977" y="77628"/>
                </a:lnTo>
                <a:lnTo>
                  <a:pt x="153479" y="77886"/>
                </a:lnTo>
                <a:lnTo>
                  <a:pt x="153986" y="78131"/>
                </a:lnTo>
                <a:lnTo>
                  <a:pt x="154499" y="78364"/>
                </a:lnTo>
                <a:lnTo>
                  <a:pt x="155018" y="78586"/>
                </a:lnTo>
                <a:lnTo>
                  <a:pt x="155543" y="78795"/>
                </a:lnTo>
                <a:lnTo>
                  <a:pt x="156074" y="78993"/>
                </a:lnTo>
                <a:lnTo>
                  <a:pt x="156611" y="79178"/>
                </a:lnTo>
                <a:lnTo>
                  <a:pt x="157154" y="79352"/>
                </a:lnTo>
                <a:lnTo>
                  <a:pt x="157703" y="79513"/>
                </a:lnTo>
                <a:lnTo>
                  <a:pt x="158258" y="79663"/>
                </a:lnTo>
                <a:lnTo>
                  <a:pt x="158818" y="79800"/>
                </a:lnTo>
                <a:lnTo>
                  <a:pt x="159385" y="79926"/>
                </a:lnTo>
                <a:lnTo>
                  <a:pt x="159958" y="80040"/>
                </a:lnTo>
                <a:lnTo>
                  <a:pt x="160536" y="80141"/>
                </a:lnTo>
                <a:lnTo>
                  <a:pt x="161121" y="80231"/>
                </a:lnTo>
                <a:lnTo>
                  <a:pt x="161711" y="80309"/>
                </a:lnTo>
                <a:lnTo>
                  <a:pt x="162307" y="80375"/>
                </a:lnTo>
                <a:lnTo>
                  <a:pt x="162910" y="80428"/>
                </a:lnTo>
                <a:lnTo>
                  <a:pt x="163518" y="80470"/>
                </a:lnTo>
                <a:lnTo>
                  <a:pt x="164132" y="80500"/>
                </a:lnTo>
                <a:lnTo>
                  <a:pt x="164752" y="80518"/>
                </a:lnTo>
                <a:lnTo>
                  <a:pt x="165378" y="80524"/>
                </a:lnTo>
                <a:lnTo>
                  <a:pt x="165926" y="80520"/>
                </a:lnTo>
                <a:lnTo>
                  <a:pt x="166469" y="80507"/>
                </a:lnTo>
                <a:lnTo>
                  <a:pt x="167008" y="80487"/>
                </a:lnTo>
                <a:lnTo>
                  <a:pt x="167542" y="80457"/>
                </a:lnTo>
                <a:close/>
                <a:moveTo>
                  <a:pt x="220772" y="80477"/>
                </a:moveTo>
                <a:lnTo>
                  <a:pt x="221323" y="80440"/>
                </a:lnTo>
                <a:lnTo>
                  <a:pt x="221867" y="80392"/>
                </a:lnTo>
                <a:lnTo>
                  <a:pt x="222402" y="80334"/>
                </a:lnTo>
                <a:lnTo>
                  <a:pt x="222929" y="80266"/>
                </a:lnTo>
                <a:lnTo>
                  <a:pt x="223449" y="80186"/>
                </a:lnTo>
                <a:lnTo>
                  <a:pt x="223960" y="80097"/>
                </a:lnTo>
                <a:lnTo>
                  <a:pt x="224463" y="79996"/>
                </a:lnTo>
                <a:lnTo>
                  <a:pt x="224958" y="79886"/>
                </a:lnTo>
                <a:lnTo>
                  <a:pt x="225444" y="79764"/>
                </a:lnTo>
                <a:lnTo>
                  <a:pt x="225923" y="79632"/>
                </a:lnTo>
                <a:lnTo>
                  <a:pt x="226394" y="79490"/>
                </a:lnTo>
                <a:lnTo>
                  <a:pt x="226856" y="79337"/>
                </a:lnTo>
                <a:lnTo>
                  <a:pt x="227311" y="79173"/>
                </a:lnTo>
                <a:lnTo>
                  <a:pt x="227757" y="78999"/>
                </a:lnTo>
                <a:lnTo>
                  <a:pt x="228196" y="78814"/>
                </a:lnTo>
                <a:lnTo>
                  <a:pt x="228626" y="78619"/>
                </a:lnTo>
                <a:lnTo>
                  <a:pt x="229048" y="78413"/>
                </a:lnTo>
                <a:lnTo>
                  <a:pt x="229462" y="78196"/>
                </a:lnTo>
                <a:lnTo>
                  <a:pt x="229868" y="77969"/>
                </a:lnTo>
                <a:lnTo>
                  <a:pt x="230266" y="77732"/>
                </a:lnTo>
                <a:lnTo>
                  <a:pt x="230656" y="77484"/>
                </a:lnTo>
                <a:lnTo>
                  <a:pt x="231038" y="77230"/>
                </a:lnTo>
                <a:lnTo>
                  <a:pt x="231412" y="76975"/>
                </a:lnTo>
                <a:lnTo>
                  <a:pt x="231780" y="76719"/>
                </a:lnTo>
                <a:lnTo>
                  <a:pt x="232140" y="76461"/>
                </a:lnTo>
                <a:lnTo>
                  <a:pt x="232493" y="76203"/>
                </a:lnTo>
                <a:lnTo>
                  <a:pt x="232839" y="75943"/>
                </a:lnTo>
                <a:lnTo>
                  <a:pt x="233178" y="75683"/>
                </a:lnTo>
                <a:lnTo>
                  <a:pt x="233509" y="75421"/>
                </a:lnTo>
                <a:lnTo>
                  <a:pt x="233833" y="75158"/>
                </a:lnTo>
                <a:lnTo>
                  <a:pt x="234149" y="74894"/>
                </a:lnTo>
                <a:lnTo>
                  <a:pt x="234459" y="74629"/>
                </a:lnTo>
                <a:lnTo>
                  <a:pt x="234761" y="74362"/>
                </a:lnTo>
                <a:lnTo>
                  <a:pt x="235056" y="74095"/>
                </a:lnTo>
                <a:lnTo>
                  <a:pt x="235344" y="73826"/>
                </a:lnTo>
                <a:lnTo>
                  <a:pt x="235624" y="73557"/>
                </a:lnTo>
                <a:lnTo>
                  <a:pt x="235897" y="73286"/>
                </a:lnTo>
                <a:lnTo>
                  <a:pt x="236163" y="73014"/>
                </a:lnTo>
                <a:lnTo>
                  <a:pt x="236421" y="72741"/>
                </a:lnTo>
                <a:lnTo>
                  <a:pt x="236673" y="72467"/>
                </a:lnTo>
                <a:lnTo>
                  <a:pt x="236917" y="72191"/>
                </a:lnTo>
                <a:lnTo>
                  <a:pt x="237153" y="71915"/>
                </a:lnTo>
                <a:lnTo>
                  <a:pt x="237383" y="71637"/>
                </a:lnTo>
                <a:lnTo>
                  <a:pt x="237605" y="71358"/>
                </a:lnTo>
                <a:lnTo>
                  <a:pt x="237820" y="71079"/>
                </a:lnTo>
                <a:lnTo>
                  <a:pt x="238056" y="79462"/>
                </a:lnTo>
                <a:lnTo>
                  <a:pt x="247549" y="79462"/>
                </a:lnTo>
                <a:lnTo>
                  <a:pt x="247549" y="19600"/>
                </a:lnTo>
                <a:lnTo>
                  <a:pt x="237702" y="19600"/>
                </a:lnTo>
                <a:lnTo>
                  <a:pt x="237702" y="62670"/>
                </a:lnTo>
                <a:lnTo>
                  <a:pt x="237498" y="62965"/>
                </a:lnTo>
                <a:lnTo>
                  <a:pt x="237288" y="63258"/>
                </a:lnTo>
                <a:lnTo>
                  <a:pt x="237074" y="63548"/>
                </a:lnTo>
                <a:lnTo>
                  <a:pt x="236854" y="63835"/>
                </a:lnTo>
                <a:lnTo>
                  <a:pt x="236628" y="64120"/>
                </a:lnTo>
                <a:lnTo>
                  <a:pt x="236397" y="64402"/>
                </a:lnTo>
                <a:lnTo>
                  <a:pt x="236161" y="64682"/>
                </a:lnTo>
                <a:lnTo>
                  <a:pt x="235920" y="64959"/>
                </a:lnTo>
                <a:lnTo>
                  <a:pt x="235673" y="65233"/>
                </a:lnTo>
                <a:lnTo>
                  <a:pt x="235421" y="65505"/>
                </a:lnTo>
                <a:lnTo>
                  <a:pt x="235164" y="65775"/>
                </a:lnTo>
                <a:lnTo>
                  <a:pt x="234901" y="66041"/>
                </a:lnTo>
                <a:lnTo>
                  <a:pt x="234633" y="66305"/>
                </a:lnTo>
                <a:lnTo>
                  <a:pt x="234360" y="66567"/>
                </a:lnTo>
                <a:lnTo>
                  <a:pt x="234081" y="66826"/>
                </a:lnTo>
                <a:lnTo>
                  <a:pt x="233797" y="67082"/>
                </a:lnTo>
                <a:lnTo>
                  <a:pt x="233508" y="67335"/>
                </a:lnTo>
                <a:lnTo>
                  <a:pt x="233213" y="67586"/>
                </a:lnTo>
                <a:lnTo>
                  <a:pt x="232913" y="67835"/>
                </a:lnTo>
                <a:lnTo>
                  <a:pt x="232608" y="68081"/>
                </a:lnTo>
                <a:lnTo>
                  <a:pt x="232297" y="68324"/>
                </a:lnTo>
                <a:lnTo>
                  <a:pt x="231981" y="68565"/>
                </a:lnTo>
                <a:lnTo>
                  <a:pt x="231660" y="68803"/>
                </a:lnTo>
                <a:lnTo>
                  <a:pt x="231334" y="69038"/>
                </a:lnTo>
                <a:lnTo>
                  <a:pt x="231001" y="69267"/>
                </a:lnTo>
                <a:lnTo>
                  <a:pt x="230662" y="69487"/>
                </a:lnTo>
                <a:lnTo>
                  <a:pt x="230316" y="69696"/>
                </a:lnTo>
                <a:lnTo>
                  <a:pt x="229963" y="69896"/>
                </a:lnTo>
                <a:lnTo>
                  <a:pt x="229603" y="70086"/>
                </a:lnTo>
                <a:lnTo>
                  <a:pt x="229237" y="70267"/>
                </a:lnTo>
                <a:lnTo>
                  <a:pt x="228863" y="70437"/>
                </a:lnTo>
                <a:lnTo>
                  <a:pt x="228484" y="70598"/>
                </a:lnTo>
                <a:lnTo>
                  <a:pt x="228097" y="70749"/>
                </a:lnTo>
                <a:lnTo>
                  <a:pt x="227704" y="70891"/>
                </a:lnTo>
                <a:lnTo>
                  <a:pt x="227303" y="71022"/>
                </a:lnTo>
                <a:lnTo>
                  <a:pt x="226896" y="71144"/>
                </a:lnTo>
                <a:lnTo>
                  <a:pt x="226483" y="71256"/>
                </a:lnTo>
                <a:lnTo>
                  <a:pt x="226062" y="71359"/>
                </a:lnTo>
                <a:lnTo>
                  <a:pt x="225635" y="71451"/>
                </a:lnTo>
                <a:lnTo>
                  <a:pt x="225201" y="71534"/>
                </a:lnTo>
                <a:lnTo>
                  <a:pt x="224760" y="71607"/>
                </a:lnTo>
                <a:lnTo>
                  <a:pt x="224313" y="71671"/>
                </a:lnTo>
                <a:lnTo>
                  <a:pt x="223859" y="71724"/>
                </a:lnTo>
                <a:lnTo>
                  <a:pt x="223398" y="71768"/>
                </a:lnTo>
                <a:lnTo>
                  <a:pt x="222930" y="71802"/>
                </a:lnTo>
                <a:lnTo>
                  <a:pt x="222456" y="71827"/>
                </a:lnTo>
                <a:lnTo>
                  <a:pt x="221974" y="71841"/>
                </a:lnTo>
                <a:lnTo>
                  <a:pt x="221486" y="71846"/>
                </a:lnTo>
                <a:lnTo>
                  <a:pt x="221150" y="71843"/>
                </a:lnTo>
                <a:lnTo>
                  <a:pt x="220821" y="71833"/>
                </a:lnTo>
                <a:lnTo>
                  <a:pt x="220499" y="71817"/>
                </a:lnTo>
                <a:lnTo>
                  <a:pt x="220182" y="71795"/>
                </a:lnTo>
                <a:lnTo>
                  <a:pt x="219873" y="71766"/>
                </a:lnTo>
                <a:lnTo>
                  <a:pt x="219570" y="71731"/>
                </a:lnTo>
                <a:lnTo>
                  <a:pt x="219273" y="71689"/>
                </a:lnTo>
                <a:lnTo>
                  <a:pt x="218983" y="71641"/>
                </a:lnTo>
                <a:lnTo>
                  <a:pt x="218700" y="71587"/>
                </a:lnTo>
                <a:lnTo>
                  <a:pt x="218423" y="71526"/>
                </a:lnTo>
                <a:lnTo>
                  <a:pt x="218153" y="71459"/>
                </a:lnTo>
                <a:lnTo>
                  <a:pt x="217889" y="71386"/>
                </a:lnTo>
                <a:lnTo>
                  <a:pt x="217632" y="71306"/>
                </a:lnTo>
                <a:lnTo>
                  <a:pt x="217382" y="71219"/>
                </a:lnTo>
                <a:lnTo>
                  <a:pt x="217137" y="71127"/>
                </a:lnTo>
                <a:lnTo>
                  <a:pt x="216900" y="71028"/>
                </a:lnTo>
                <a:lnTo>
                  <a:pt x="216669" y="70922"/>
                </a:lnTo>
                <a:lnTo>
                  <a:pt x="216445" y="70810"/>
                </a:lnTo>
                <a:lnTo>
                  <a:pt x="216227" y="70692"/>
                </a:lnTo>
                <a:lnTo>
                  <a:pt x="216015" y="70567"/>
                </a:lnTo>
                <a:lnTo>
                  <a:pt x="215811" y="70436"/>
                </a:lnTo>
                <a:lnTo>
                  <a:pt x="215613" y="70299"/>
                </a:lnTo>
                <a:lnTo>
                  <a:pt x="215421" y="70155"/>
                </a:lnTo>
                <a:lnTo>
                  <a:pt x="215236" y="70005"/>
                </a:lnTo>
                <a:lnTo>
                  <a:pt x="215056" y="69849"/>
                </a:lnTo>
                <a:lnTo>
                  <a:pt x="214882" y="69688"/>
                </a:lnTo>
                <a:lnTo>
                  <a:pt x="214712" y="69523"/>
                </a:lnTo>
                <a:lnTo>
                  <a:pt x="214547" y="69352"/>
                </a:lnTo>
                <a:lnTo>
                  <a:pt x="214387" y="69177"/>
                </a:lnTo>
                <a:lnTo>
                  <a:pt x="214232" y="68997"/>
                </a:lnTo>
                <a:lnTo>
                  <a:pt x="214081" y="68811"/>
                </a:lnTo>
                <a:lnTo>
                  <a:pt x="213935" y="68621"/>
                </a:lnTo>
                <a:lnTo>
                  <a:pt x="213794" y="68427"/>
                </a:lnTo>
                <a:lnTo>
                  <a:pt x="213658" y="68227"/>
                </a:lnTo>
                <a:lnTo>
                  <a:pt x="213527" y="68022"/>
                </a:lnTo>
                <a:lnTo>
                  <a:pt x="213400" y="67813"/>
                </a:lnTo>
                <a:lnTo>
                  <a:pt x="213279" y="67598"/>
                </a:lnTo>
                <a:lnTo>
                  <a:pt x="213162" y="67379"/>
                </a:lnTo>
                <a:lnTo>
                  <a:pt x="213050" y="67155"/>
                </a:lnTo>
                <a:lnTo>
                  <a:pt x="212943" y="66926"/>
                </a:lnTo>
                <a:lnTo>
                  <a:pt x="212840" y="66692"/>
                </a:lnTo>
                <a:lnTo>
                  <a:pt x="212743" y="66453"/>
                </a:lnTo>
                <a:lnTo>
                  <a:pt x="212650" y="66210"/>
                </a:lnTo>
                <a:lnTo>
                  <a:pt x="212562" y="65961"/>
                </a:lnTo>
                <a:lnTo>
                  <a:pt x="212479" y="65708"/>
                </a:lnTo>
                <a:lnTo>
                  <a:pt x="212400" y="65450"/>
                </a:lnTo>
                <a:lnTo>
                  <a:pt x="212327" y="65187"/>
                </a:lnTo>
                <a:lnTo>
                  <a:pt x="212258" y="64919"/>
                </a:lnTo>
                <a:lnTo>
                  <a:pt x="212193" y="64646"/>
                </a:lnTo>
                <a:lnTo>
                  <a:pt x="212131" y="64370"/>
                </a:lnTo>
                <a:lnTo>
                  <a:pt x="212071" y="64091"/>
                </a:lnTo>
                <a:lnTo>
                  <a:pt x="212015" y="63809"/>
                </a:lnTo>
                <a:lnTo>
                  <a:pt x="211961" y="63522"/>
                </a:lnTo>
                <a:lnTo>
                  <a:pt x="211910" y="63233"/>
                </a:lnTo>
                <a:lnTo>
                  <a:pt x="211861" y="62940"/>
                </a:lnTo>
                <a:lnTo>
                  <a:pt x="211816" y="62643"/>
                </a:lnTo>
                <a:lnTo>
                  <a:pt x="211773" y="62343"/>
                </a:lnTo>
                <a:lnTo>
                  <a:pt x="211733" y="62040"/>
                </a:lnTo>
                <a:lnTo>
                  <a:pt x="211696" y="61733"/>
                </a:lnTo>
                <a:lnTo>
                  <a:pt x="211661" y="61422"/>
                </a:lnTo>
                <a:lnTo>
                  <a:pt x="211629" y="61108"/>
                </a:lnTo>
                <a:lnTo>
                  <a:pt x="211600" y="60791"/>
                </a:lnTo>
                <a:lnTo>
                  <a:pt x="211574" y="60470"/>
                </a:lnTo>
                <a:lnTo>
                  <a:pt x="211550" y="60146"/>
                </a:lnTo>
                <a:lnTo>
                  <a:pt x="211530" y="59818"/>
                </a:lnTo>
                <a:lnTo>
                  <a:pt x="211512" y="59487"/>
                </a:lnTo>
                <a:lnTo>
                  <a:pt x="211497" y="59152"/>
                </a:lnTo>
                <a:lnTo>
                  <a:pt x="211484" y="58814"/>
                </a:lnTo>
                <a:lnTo>
                  <a:pt x="211474" y="58472"/>
                </a:lnTo>
                <a:lnTo>
                  <a:pt x="211467" y="58127"/>
                </a:lnTo>
                <a:lnTo>
                  <a:pt x="211463" y="57779"/>
                </a:lnTo>
                <a:lnTo>
                  <a:pt x="211462" y="57427"/>
                </a:lnTo>
                <a:lnTo>
                  <a:pt x="211462" y="19600"/>
                </a:lnTo>
                <a:lnTo>
                  <a:pt x="201556" y="19600"/>
                </a:lnTo>
                <a:lnTo>
                  <a:pt x="201556" y="58545"/>
                </a:lnTo>
                <a:lnTo>
                  <a:pt x="201563" y="59393"/>
                </a:lnTo>
                <a:lnTo>
                  <a:pt x="201584" y="60227"/>
                </a:lnTo>
                <a:lnTo>
                  <a:pt x="201620" y="61045"/>
                </a:lnTo>
                <a:lnTo>
                  <a:pt x="201669" y="61848"/>
                </a:lnTo>
                <a:lnTo>
                  <a:pt x="201733" y="62635"/>
                </a:lnTo>
                <a:lnTo>
                  <a:pt x="201812" y="63407"/>
                </a:lnTo>
                <a:lnTo>
                  <a:pt x="201904" y="64163"/>
                </a:lnTo>
                <a:lnTo>
                  <a:pt x="202011" y="64905"/>
                </a:lnTo>
                <a:lnTo>
                  <a:pt x="202132" y="65630"/>
                </a:lnTo>
                <a:lnTo>
                  <a:pt x="202267" y="66341"/>
                </a:lnTo>
                <a:lnTo>
                  <a:pt x="202417" y="67036"/>
                </a:lnTo>
                <a:lnTo>
                  <a:pt x="202580" y="67716"/>
                </a:lnTo>
                <a:lnTo>
                  <a:pt x="202758" y="68380"/>
                </a:lnTo>
                <a:lnTo>
                  <a:pt x="202950" y="69029"/>
                </a:lnTo>
                <a:lnTo>
                  <a:pt x="203156" y="69663"/>
                </a:lnTo>
                <a:lnTo>
                  <a:pt x="203377" y="70281"/>
                </a:lnTo>
                <a:lnTo>
                  <a:pt x="203612" y="70884"/>
                </a:lnTo>
                <a:lnTo>
                  <a:pt x="203861" y="71472"/>
                </a:lnTo>
                <a:lnTo>
                  <a:pt x="204124" y="72044"/>
                </a:lnTo>
                <a:lnTo>
                  <a:pt x="204402" y="72601"/>
                </a:lnTo>
                <a:lnTo>
                  <a:pt x="204693" y="73142"/>
                </a:lnTo>
                <a:lnTo>
                  <a:pt x="204999" y="73668"/>
                </a:lnTo>
                <a:lnTo>
                  <a:pt x="205319" y="74179"/>
                </a:lnTo>
                <a:lnTo>
                  <a:pt x="205654" y="74674"/>
                </a:lnTo>
                <a:lnTo>
                  <a:pt x="206004" y="75152"/>
                </a:lnTo>
                <a:lnTo>
                  <a:pt x="206373" y="75609"/>
                </a:lnTo>
                <a:lnTo>
                  <a:pt x="206760" y="76045"/>
                </a:lnTo>
                <a:lnTo>
                  <a:pt x="207165" y="76462"/>
                </a:lnTo>
                <a:lnTo>
                  <a:pt x="207588" y="76858"/>
                </a:lnTo>
                <a:lnTo>
                  <a:pt x="208029" y="77234"/>
                </a:lnTo>
                <a:lnTo>
                  <a:pt x="208488" y="77589"/>
                </a:lnTo>
                <a:lnTo>
                  <a:pt x="208966" y="77924"/>
                </a:lnTo>
                <a:lnTo>
                  <a:pt x="209461" y="78239"/>
                </a:lnTo>
                <a:lnTo>
                  <a:pt x="209975" y="78534"/>
                </a:lnTo>
                <a:lnTo>
                  <a:pt x="210507" y="78808"/>
                </a:lnTo>
                <a:lnTo>
                  <a:pt x="211057" y="79062"/>
                </a:lnTo>
                <a:lnTo>
                  <a:pt x="211625" y="79295"/>
                </a:lnTo>
                <a:lnTo>
                  <a:pt x="212211" y="79509"/>
                </a:lnTo>
                <a:lnTo>
                  <a:pt x="212815" y="79702"/>
                </a:lnTo>
                <a:lnTo>
                  <a:pt x="213437" y="79874"/>
                </a:lnTo>
                <a:lnTo>
                  <a:pt x="214078" y="80027"/>
                </a:lnTo>
                <a:lnTo>
                  <a:pt x="214736" y="80159"/>
                </a:lnTo>
                <a:lnTo>
                  <a:pt x="215413" y="80270"/>
                </a:lnTo>
                <a:lnTo>
                  <a:pt x="216108" y="80362"/>
                </a:lnTo>
                <a:lnTo>
                  <a:pt x="216821" y="80433"/>
                </a:lnTo>
                <a:lnTo>
                  <a:pt x="217552" y="80484"/>
                </a:lnTo>
                <a:lnTo>
                  <a:pt x="218301" y="80514"/>
                </a:lnTo>
                <a:lnTo>
                  <a:pt x="219069" y="80524"/>
                </a:lnTo>
                <a:lnTo>
                  <a:pt x="219644" y="80519"/>
                </a:lnTo>
                <a:lnTo>
                  <a:pt x="220212" y="80503"/>
                </a:lnTo>
                <a:lnTo>
                  <a:pt x="220772" y="80477"/>
                </a:lnTo>
                <a:close/>
                <a:moveTo>
                  <a:pt x="505384" y="71428"/>
                </a:moveTo>
                <a:lnTo>
                  <a:pt x="504971" y="71412"/>
                </a:lnTo>
                <a:lnTo>
                  <a:pt x="504572" y="71386"/>
                </a:lnTo>
                <a:lnTo>
                  <a:pt x="504186" y="71350"/>
                </a:lnTo>
                <a:lnTo>
                  <a:pt x="503813" y="71303"/>
                </a:lnTo>
                <a:lnTo>
                  <a:pt x="503453" y="71246"/>
                </a:lnTo>
                <a:lnTo>
                  <a:pt x="503106" y="71178"/>
                </a:lnTo>
                <a:lnTo>
                  <a:pt x="502773" y="71100"/>
                </a:lnTo>
                <a:lnTo>
                  <a:pt x="502453" y="71012"/>
                </a:lnTo>
                <a:lnTo>
                  <a:pt x="502146" y="70913"/>
                </a:lnTo>
                <a:lnTo>
                  <a:pt x="501852" y="70804"/>
                </a:lnTo>
                <a:lnTo>
                  <a:pt x="501571" y="70684"/>
                </a:lnTo>
                <a:lnTo>
                  <a:pt x="501304" y="70554"/>
                </a:lnTo>
                <a:lnTo>
                  <a:pt x="501050" y="70414"/>
                </a:lnTo>
                <a:lnTo>
                  <a:pt x="500809" y="70263"/>
                </a:lnTo>
                <a:lnTo>
                  <a:pt x="500581" y="70102"/>
                </a:lnTo>
                <a:lnTo>
                  <a:pt x="500367" y="69930"/>
                </a:lnTo>
                <a:lnTo>
                  <a:pt x="500165" y="69749"/>
                </a:lnTo>
                <a:lnTo>
                  <a:pt x="499977" y="69556"/>
                </a:lnTo>
                <a:lnTo>
                  <a:pt x="499802" y="69353"/>
                </a:lnTo>
                <a:lnTo>
                  <a:pt x="499641" y="69140"/>
                </a:lnTo>
                <a:lnTo>
                  <a:pt x="499492" y="68917"/>
                </a:lnTo>
                <a:lnTo>
                  <a:pt x="499357" y="68683"/>
                </a:lnTo>
                <a:lnTo>
                  <a:pt x="499235" y="68439"/>
                </a:lnTo>
                <a:lnTo>
                  <a:pt x="499122" y="68184"/>
                </a:lnTo>
                <a:lnTo>
                  <a:pt x="499013" y="67921"/>
                </a:lnTo>
                <a:lnTo>
                  <a:pt x="498910" y="67648"/>
                </a:lnTo>
                <a:lnTo>
                  <a:pt x="498811" y="67365"/>
                </a:lnTo>
                <a:lnTo>
                  <a:pt x="498718" y="67074"/>
                </a:lnTo>
                <a:lnTo>
                  <a:pt x="498629" y="66773"/>
                </a:lnTo>
                <a:lnTo>
                  <a:pt x="498544" y="66463"/>
                </a:lnTo>
                <a:lnTo>
                  <a:pt x="498465" y="66143"/>
                </a:lnTo>
                <a:lnTo>
                  <a:pt x="498390" y="65815"/>
                </a:lnTo>
                <a:lnTo>
                  <a:pt x="498321" y="65476"/>
                </a:lnTo>
                <a:lnTo>
                  <a:pt x="498256" y="65129"/>
                </a:lnTo>
                <a:lnTo>
                  <a:pt x="498196" y="64772"/>
                </a:lnTo>
                <a:lnTo>
                  <a:pt x="498140" y="64406"/>
                </a:lnTo>
                <a:lnTo>
                  <a:pt x="498090" y="64031"/>
                </a:lnTo>
                <a:lnTo>
                  <a:pt x="498044" y="63646"/>
                </a:lnTo>
                <a:lnTo>
                  <a:pt x="498003" y="63252"/>
                </a:lnTo>
                <a:lnTo>
                  <a:pt x="497967" y="62849"/>
                </a:lnTo>
                <a:lnTo>
                  <a:pt x="497936" y="62437"/>
                </a:lnTo>
                <a:lnTo>
                  <a:pt x="497909" y="62015"/>
                </a:lnTo>
                <a:lnTo>
                  <a:pt x="497888" y="61584"/>
                </a:lnTo>
                <a:lnTo>
                  <a:pt x="497871" y="61143"/>
                </a:lnTo>
                <a:lnTo>
                  <a:pt x="497859" y="60693"/>
                </a:lnTo>
                <a:lnTo>
                  <a:pt x="497852" y="60234"/>
                </a:lnTo>
                <a:lnTo>
                  <a:pt x="497849" y="59766"/>
                </a:lnTo>
                <a:lnTo>
                  <a:pt x="497849" y="27570"/>
                </a:lnTo>
                <a:lnTo>
                  <a:pt x="512060" y="27570"/>
                </a:lnTo>
                <a:lnTo>
                  <a:pt x="512060" y="19600"/>
                </a:lnTo>
                <a:lnTo>
                  <a:pt x="497849" y="19600"/>
                </a:lnTo>
                <a:lnTo>
                  <a:pt x="497849" y="6435"/>
                </a:lnTo>
                <a:lnTo>
                  <a:pt x="488002" y="6435"/>
                </a:lnTo>
                <a:lnTo>
                  <a:pt x="488002" y="19600"/>
                </a:lnTo>
                <a:lnTo>
                  <a:pt x="478449" y="19600"/>
                </a:lnTo>
                <a:lnTo>
                  <a:pt x="478449" y="27570"/>
                </a:lnTo>
                <a:lnTo>
                  <a:pt x="488002" y="27570"/>
                </a:lnTo>
                <a:lnTo>
                  <a:pt x="488002" y="59978"/>
                </a:lnTo>
                <a:lnTo>
                  <a:pt x="488004" y="60485"/>
                </a:lnTo>
                <a:lnTo>
                  <a:pt x="488011" y="60986"/>
                </a:lnTo>
                <a:lnTo>
                  <a:pt x="488023" y="61481"/>
                </a:lnTo>
                <a:lnTo>
                  <a:pt x="488040" y="61970"/>
                </a:lnTo>
                <a:lnTo>
                  <a:pt x="488062" y="62453"/>
                </a:lnTo>
                <a:lnTo>
                  <a:pt x="488088" y="62929"/>
                </a:lnTo>
                <a:lnTo>
                  <a:pt x="488120" y="63400"/>
                </a:lnTo>
                <a:lnTo>
                  <a:pt x="488156" y="63864"/>
                </a:lnTo>
                <a:lnTo>
                  <a:pt x="488197" y="64323"/>
                </a:lnTo>
                <a:lnTo>
                  <a:pt x="488242" y="64775"/>
                </a:lnTo>
                <a:lnTo>
                  <a:pt x="488293" y="65221"/>
                </a:lnTo>
                <a:lnTo>
                  <a:pt x="488348" y="65661"/>
                </a:lnTo>
                <a:lnTo>
                  <a:pt x="488408" y="66094"/>
                </a:lnTo>
                <a:lnTo>
                  <a:pt x="488473" y="66522"/>
                </a:lnTo>
                <a:lnTo>
                  <a:pt x="488543" y="66944"/>
                </a:lnTo>
                <a:lnTo>
                  <a:pt x="488618" y="67359"/>
                </a:lnTo>
                <a:lnTo>
                  <a:pt x="488697" y="67768"/>
                </a:lnTo>
                <a:lnTo>
                  <a:pt x="488781" y="68172"/>
                </a:lnTo>
                <a:lnTo>
                  <a:pt x="488870" y="68569"/>
                </a:lnTo>
                <a:lnTo>
                  <a:pt x="488964" y="68960"/>
                </a:lnTo>
                <a:lnTo>
                  <a:pt x="489063" y="69345"/>
                </a:lnTo>
                <a:lnTo>
                  <a:pt x="489166" y="69723"/>
                </a:lnTo>
                <a:lnTo>
                  <a:pt x="489274" y="70096"/>
                </a:lnTo>
                <a:lnTo>
                  <a:pt x="489387" y="70462"/>
                </a:lnTo>
                <a:lnTo>
                  <a:pt x="489507" y="70822"/>
                </a:lnTo>
                <a:lnTo>
                  <a:pt x="489635" y="71175"/>
                </a:lnTo>
                <a:lnTo>
                  <a:pt x="489771" y="71521"/>
                </a:lnTo>
                <a:lnTo>
                  <a:pt x="489915" y="71859"/>
                </a:lnTo>
                <a:lnTo>
                  <a:pt x="490067" y="72191"/>
                </a:lnTo>
                <a:lnTo>
                  <a:pt x="490228" y="72515"/>
                </a:lnTo>
                <a:lnTo>
                  <a:pt x="490396" y="72833"/>
                </a:lnTo>
                <a:lnTo>
                  <a:pt x="490573" y="73143"/>
                </a:lnTo>
                <a:lnTo>
                  <a:pt x="490758" y="73446"/>
                </a:lnTo>
                <a:lnTo>
                  <a:pt x="490952" y="73742"/>
                </a:lnTo>
                <a:lnTo>
                  <a:pt x="491153" y="74031"/>
                </a:lnTo>
                <a:lnTo>
                  <a:pt x="491363" y="74313"/>
                </a:lnTo>
                <a:lnTo>
                  <a:pt x="491581" y="74588"/>
                </a:lnTo>
                <a:lnTo>
                  <a:pt x="491807" y="74856"/>
                </a:lnTo>
                <a:lnTo>
                  <a:pt x="492041" y="75116"/>
                </a:lnTo>
                <a:lnTo>
                  <a:pt x="492283" y="75370"/>
                </a:lnTo>
                <a:lnTo>
                  <a:pt x="492534" y="75616"/>
                </a:lnTo>
                <a:lnTo>
                  <a:pt x="492793" y="75855"/>
                </a:lnTo>
                <a:lnTo>
                  <a:pt x="493060" y="76088"/>
                </a:lnTo>
                <a:lnTo>
                  <a:pt x="493335" y="76313"/>
                </a:lnTo>
                <a:lnTo>
                  <a:pt x="493618" y="76531"/>
                </a:lnTo>
                <a:lnTo>
                  <a:pt x="493910" y="76742"/>
                </a:lnTo>
                <a:lnTo>
                  <a:pt x="494210" y="76946"/>
                </a:lnTo>
                <a:lnTo>
                  <a:pt x="494517" y="77143"/>
                </a:lnTo>
                <a:lnTo>
                  <a:pt x="494835" y="77332"/>
                </a:lnTo>
                <a:lnTo>
                  <a:pt x="495163" y="77513"/>
                </a:lnTo>
                <a:lnTo>
                  <a:pt x="495503" y="77686"/>
                </a:lnTo>
                <a:lnTo>
                  <a:pt x="495853" y="77851"/>
                </a:lnTo>
                <a:lnTo>
                  <a:pt x="496215" y="78008"/>
                </a:lnTo>
                <a:lnTo>
                  <a:pt x="496587" y="78157"/>
                </a:lnTo>
                <a:lnTo>
                  <a:pt x="496970" y="78298"/>
                </a:lnTo>
                <a:lnTo>
                  <a:pt x="497364" y="78431"/>
                </a:lnTo>
                <a:lnTo>
                  <a:pt x="497769" y="78556"/>
                </a:lnTo>
                <a:lnTo>
                  <a:pt x="498185" y="78672"/>
                </a:lnTo>
                <a:lnTo>
                  <a:pt x="498613" y="78781"/>
                </a:lnTo>
                <a:lnTo>
                  <a:pt x="499051" y="78882"/>
                </a:lnTo>
                <a:lnTo>
                  <a:pt x="499499" y="78974"/>
                </a:lnTo>
                <a:lnTo>
                  <a:pt x="499959" y="79059"/>
                </a:lnTo>
                <a:lnTo>
                  <a:pt x="500430" y="79135"/>
                </a:lnTo>
                <a:lnTo>
                  <a:pt x="500912" y="79204"/>
                </a:lnTo>
                <a:lnTo>
                  <a:pt x="501405" y="79264"/>
                </a:lnTo>
                <a:lnTo>
                  <a:pt x="501909" y="79317"/>
                </a:lnTo>
                <a:lnTo>
                  <a:pt x="502423" y="79361"/>
                </a:lnTo>
                <a:lnTo>
                  <a:pt x="502949" y="79397"/>
                </a:lnTo>
                <a:lnTo>
                  <a:pt x="503485" y="79425"/>
                </a:lnTo>
                <a:lnTo>
                  <a:pt x="504033" y="79445"/>
                </a:lnTo>
                <a:lnTo>
                  <a:pt x="504591" y="79458"/>
                </a:lnTo>
                <a:lnTo>
                  <a:pt x="505161" y="79462"/>
                </a:lnTo>
                <a:lnTo>
                  <a:pt x="512060" y="79462"/>
                </a:lnTo>
                <a:lnTo>
                  <a:pt x="512060" y="71433"/>
                </a:lnTo>
                <a:lnTo>
                  <a:pt x="505810" y="71433"/>
                </a:lnTo>
                <a:lnTo>
                  <a:pt x="505384" y="71428"/>
                </a:lnTo>
                <a:close/>
                <a:moveTo>
                  <a:pt x="433950" y="36069"/>
                </a:moveTo>
                <a:lnTo>
                  <a:pt x="434165" y="35780"/>
                </a:lnTo>
                <a:lnTo>
                  <a:pt x="434385" y="35493"/>
                </a:lnTo>
                <a:lnTo>
                  <a:pt x="434611" y="35207"/>
                </a:lnTo>
                <a:lnTo>
                  <a:pt x="434843" y="34922"/>
                </a:lnTo>
                <a:lnTo>
                  <a:pt x="435080" y="34640"/>
                </a:lnTo>
                <a:lnTo>
                  <a:pt x="435323" y="34359"/>
                </a:lnTo>
                <a:lnTo>
                  <a:pt x="435572" y="34079"/>
                </a:lnTo>
                <a:lnTo>
                  <a:pt x="435826" y="33802"/>
                </a:lnTo>
                <a:lnTo>
                  <a:pt x="436086" y="33525"/>
                </a:lnTo>
                <a:lnTo>
                  <a:pt x="436352" y="33251"/>
                </a:lnTo>
                <a:lnTo>
                  <a:pt x="436623" y="32978"/>
                </a:lnTo>
                <a:lnTo>
                  <a:pt x="436899" y="32707"/>
                </a:lnTo>
                <a:lnTo>
                  <a:pt x="437182" y="32437"/>
                </a:lnTo>
                <a:lnTo>
                  <a:pt x="437470" y="32169"/>
                </a:lnTo>
                <a:lnTo>
                  <a:pt x="437764" y="31903"/>
                </a:lnTo>
                <a:lnTo>
                  <a:pt x="438063" y="31638"/>
                </a:lnTo>
                <a:lnTo>
                  <a:pt x="438368" y="31375"/>
                </a:lnTo>
                <a:lnTo>
                  <a:pt x="438678" y="31114"/>
                </a:lnTo>
                <a:lnTo>
                  <a:pt x="438994" y="30854"/>
                </a:lnTo>
                <a:lnTo>
                  <a:pt x="439316" y="30596"/>
                </a:lnTo>
                <a:lnTo>
                  <a:pt x="439644" y="30339"/>
                </a:lnTo>
                <a:lnTo>
                  <a:pt x="439977" y="30085"/>
                </a:lnTo>
                <a:lnTo>
                  <a:pt x="440315" y="29831"/>
                </a:lnTo>
                <a:lnTo>
                  <a:pt x="440660" y="29584"/>
                </a:lnTo>
                <a:lnTo>
                  <a:pt x="441011" y="29347"/>
                </a:lnTo>
                <a:lnTo>
                  <a:pt x="441369" y="29121"/>
                </a:lnTo>
                <a:lnTo>
                  <a:pt x="441733" y="28906"/>
                </a:lnTo>
                <a:lnTo>
                  <a:pt x="442104" y="28701"/>
                </a:lnTo>
                <a:lnTo>
                  <a:pt x="442481" y="28506"/>
                </a:lnTo>
                <a:lnTo>
                  <a:pt x="442864" y="28322"/>
                </a:lnTo>
                <a:lnTo>
                  <a:pt x="443254" y="28148"/>
                </a:lnTo>
                <a:lnTo>
                  <a:pt x="443650" y="27985"/>
                </a:lnTo>
                <a:lnTo>
                  <a:pt x="444053" y="27833"/>
                </a:lnTo>
                <a:lnTo>
                  <a:pt x="444462" y="27691"/>
                </a:lnTo>
                <a:lnTo>
                  <a:pt x="444878" y="27559"/>
                </a:lnTo>
                <a:lnTo>
                  <a:pt x="445300" y="27438"/>
                </a:lnTo>
                <a:lnTo>
                  <a:pt x="445729" y="27328"/>
                </a:lnTo>
                <a:lnTo>
                  <a:pt x="446164" y="27228"/>
                </a:lnTo>
                <a:lnTo>
                  <a:pt x="446605" y="27139"/>
                </a:lnTo>
                <a:lnTo>
                  <a:pt x="447053" y="27060"/>
                </a:lnTo>
                <a:lnTo>
                  <a:pt x="447507" y="26991"/>
                </a:lnTo>
                <a:lnTo>
                  <a:pt x="447968" y="26934"/>
                </a:lnTo>
                <a:lnTo>
                  <a:pt x="448436" y="26886"/>
                </a:lnTo>
                <a:lnTo>
                  <a:pt x="448909" y="26849"/>
                </a:lnTo>
                <a:lnTo>
                  <a:pt x="449389" y="26823"/>
                </a:lnTo>
                <a:lnTo>
                  <a:pt x="449876" y="26807"/>
                </a:lnTo>
                <a:lnTo>
                  <a:pt x="450369" y="26802"/>
                </a:lnTo>
                <a:lnTo>
                  <a:pt x="450690" y="26805"/>
                </a:lnTo>
                <a:lnTo>
                  <a:pt x="451005" y="26815"/>
                </a:lnTo>
                <a:lnTo>
                  <a:pt x="451314" y="26832"/>
                </a:lnTo>
                <a:lnTo>
                  <a:pt x="451617" y="26855"/>
                </a:lnTo>
                <a:lnTo>
                  <a:pt x="451913" y="26885"/>
                </a:lnTo>
                <a:lnTo>
                  <a:pt x="452203" y="26921"/>
                </a:lnTo>
                <a:lnTo>
                  <a:pt x="452486" y="26964"/>
                </a:lnTo>
                <a:lnTo>
                  <a:pt x="452764" y="27014"/>
                </a:lnTo>
                <a:lnTo>
                  <a:pt x="453035" y="27070"/>
                </a:lnTo>
                <a:lnTo>
                  <a:pt x="453300" y="27133"/>
                </a:lnTo>
                <a:lnTo>
                  <a:pt x="453559" y="27202"/>
                </a:lnTo>
                <a:lnTo>
                  <a:pt x="453811" y="27278"/>
                </a:lnTo>
                <a:lnTo>
                  <a:pt x="454058" y="27361"/>
                </a:lnTo>
                <a:lnTo>
                  <a:pt x="454298" y="27451"/>
                </a:lnTo>
                <a:lnTo>
                  <a:pt x="454531" y="27546"/>
                </a:lnTo>
                <a:lnTo>
                  <a:pt x="454759" y="27649"/>
                </a:lnTo>
                <a:lnTo>
                  <a:pt x="454980" y="27758"/>
                </a:lnTo>
                <a:lnTo>
                  <a:pt x="455195" y="27874"/>
                </a:lnTo>
                <a:lnTo>
                  <a:pt x="455404" y="27996"/>
                </a:lnTo>
                <a:lnTo>
                  <a:pt x="455607" y="28125"/>
                </a:lnTo>
                <a:lnTo>
                  <a:pt x="455803" y="28261"/>
                </a:lnTo>
                <a:lnTo>
                  <a:pt x="455993" y="28403"/>
                </a:lnTo>
                <a:lnTo>
                  <a:pt x="456177" y="28552"/>
                </a:lnTo>
                <a:lnTo>
                  <a:pt x="456354" y="28708"/>
                </a:lnTo>
                <a:lnTo>
                  <a:pt x="456526" y="28869"/>
                </a:lnTo>
                <a:lnTo>
                  <a:pt x="456694" y="29035"/>
                </a:lnTo>
                <a:lnTo>
                  <a:pt x="456857" y="29207"/>
                </a:lnTo>
                <a:lnTo>
                  <a:pt x="457016" y="29383"/>
                </a:lnTo>
                <a:lnTo>
                  <a:pt x="457170" y="29565"/>
                </a:lnTo>
                <a:lnTo>
                  <a:pt x="457320" y="29752"/>
                </a:lnTo>
                <a:lnTo>
                  <a:pt x="457465" y="29943"/>
                </a:lnTo>
                <a:lnTo>
                  <a:pt x="457606" y="30140"/>
                </a:lnTo>
                <a:lnTo>
                  <a:pt x="457742" y="30342"/>
                </a:lnTo>
                <a:lnTo>
                  <a:pt x="457873" y="30550"/>
                </a:lnTo>
                <a:lnTo>
                  <a:pt x="458001" y="30762"/>
                </a:lnTo>
                <a:lnTo>
                  <a:pt x="458123" y="30979"/>
                </a:lnTo>
                <a:lnTo>
                  <a:pt x="458241" y="31202"/>
                </a:lnTo>
                <a:lnTo>
                  <a:pt x="458355" y="31429"/>
                </a:lnTo>
                <a:lnTo>
                  <a:pt x="458464" y="31662"/>
                </a:lnTo>
                <a:lnTo>
                  <a:pt x="458569" y="31900"/>
                </a:lnTo>
                <a:lnTo>
                  <a:pt x="458669" y="32143"/>
                </a:lnTo>
                <a:lnTo>
                  <a:pt x="458765" y="32391"/>
                </a:lnTo>
                <a:lnTo>
                  <a:pt x="458856" y="32644"/>
                </a:lnTo>
                <a:lnTo>
                  <a:pt x="458942" y="32902"/>
                </a:lnTo>
                <a:lnTo>
                  <a:pt x="459024" y="33165"/>
                </a:lnTo>
                <a:lnTo>
                  <a:pt x="459102" y="33434"/>
                </a:lnTo>
                <a:lnTo>
                  <a:pt x="459175" y="33707"/>
                </a:lnTo>
                <a:lnTo>
                  <a:pt x="459244" y="33986"/>
                </a:lnTo>
                <a:lnTo>
                  <a:pt x="459309" y="34269"/>
                </a:lnTo>
                <a:lnTo>
                  <a:pt x="459371" y="34554"/>
                </a:lnTo>
                <a:lnTo>
                  <a:pt x="459430" y="34844"/>
                </a:lnTo>
                <a:lnTo>
                  <a:pt x="459487" y="35136"/>
                </a:lnTo>
                <a:lnTo>
                  <a:pt x="459541" y="35432"/>
                </a:lnTo>
                <a:lnTo>
                  <a:pt x="459592" y="35731"/>
                </a:lnTo>
                <a:lnTo>
                  <a:pt x="459640" y="36033"/>
                </a:lnTo>
                <a:lnTo>
                  <a:pt x="459686" y="36339"/>
                </a:lnTo>
                <a:lnTo>
                  <a:pt x="459729" y="36647"/>
                </a:lnTo>
                <a:lnTo>
                  <a:pt x="459769" y="36959"/>
                </a:lnTo>
                <a:lnTo>
                  <a:pt x="459806" y="37275"/>
                </a:lnTo>
                <a:lnTo>
                  <a:pt x="459841" y="37593"/>
                </a:lnTo>
                <a:lnTo>
                  <a:pt x="459872" y="37915"/>
                </a:lnTo>
                <a:lnTo>
                  <a:pt x="459901" y="38240"/>
                </a:lnTo>
                <a:lnTo>
                  <a:pt x="459928" y="38568"/>
                </a:lnTo>
                <a:lnTo>
                  <a:pt x="459951" y="38900"/>
                </a:lnTo>
                <a:lnTo>
                  <a:pt x="459972" y="39235"/>
                </a:lnTo>
                <a:lnTo>
                  <a:pt x="459990" y="39573"/>
                </a:lnTo>
                <a:lnTo>
                  <a:pt x="460005" y="39914"/>
                </a:lnTo>
                <a:lnTo>
                  <a:pt x="460018" y="40259"/>
                </a:lnTo>
                <a:lnTo>
                  <a:pt x="460027" y="40607"/>
                </a:lnTo>
                <a:lnTo>
                  <a:pt x="460034" y="40958"/>
                </a:lnTo>
                <a:lnTo>
                  <a:pt x="460038" y="41312"/>
                </a:lnTo>
                <a:lnTo>
                  <a:pt x="460040" y="41670"/>
                </a:lnTo>
                <a:lnTo>
                  <a:pt x="460040" y="79462"/>
                </a:lnTo>
                <a:lnTo>
                  <a:pt x="469828" y="79462"/>
                </a:lnTo>
                <a:lnTo>
                  <a:pt x="469828" y="40539"/>
                </a:lnTo>
                <a:lnTo>
                  <a:pt x="469821" y="39674"/>
                </a:lnTo>
                <a:lnTo>
                  <a:pt x="469801" y="38826"/>
                </a:lnTo>
                <a:lnTo>
                  <a:pt x="469766" y="37994"/>
                </a:lnTo>
                <a:lnTo>
                  <a:pt x="469718" y="37179"/>
                </a:lnTo>
                <a:lnTo>
                  <a:pt x="469657" y="36379"/>
                </a:lnTo>
                <a:lnTo>
                  <a:pt x="469581" y="35597"/>
                </a:lnTo>
                <a:lnTo>
                  <a:pt x="469492" y="34830"/>
                </a:lnTo>
                <a:lnTo>
                  <a:pt x="469389" y="34080"/>
                </a:lnTo>
                <a:lnTo>
                  <a:pt x="469273" y="33346"/>
                </a:lnTo>
                <a:lnTo>
                  <a:pt x="469142" y="32629"/>
                </a:lnTo>
                <a:lnTo>
                  <a:pt x="468998" y="31928"/>
                </a:lnTo>
                <a:lnTo>
                  <a:pt x="468840" y="31243"/>
                </a:lnTo>
                <a:lnTo>
                  <a:pt x="468669" y="30575"/>
                </a:lnTo>
                <a:lnTo>
                  <a:pt x="468484" y="29923"/>
                </a:lnTo>
                <a:lnTo>
                  <a:pt x="468285" y="29287"/>
                </a:lnTo>
                <a:lnTo>
                  <a:pt x="468072" y="28668"/>
                </a:lnTo>
                <a:lnTo>
                  <a:pt x="467846" y="28065"/>
                </a:lnTo>
                <a:lnTo>
                  <a:pt x="467606" y="27478"/>
                </a:lnTo>
                <a:lnTo>
                  <a:pt x="467352" y="26908"/>
                </a:lnTo>
                <a:lnTo>
                  <a:pt x="467085" y="26354"/>
                </a:lnTo>
                <a:lnTo>
                  <a:pt x="466803" y="25817"/>
                </a:lnTo>
                <a:lnTo>
                  <a:pt x="466508" y="25296"/>
                </a:lnTo>
                <a:lnTo>
                  <a:pt x="466200" y="24791"/>
                </a:lnTo>
                <a:lnTo>
                  <a:pt x="465877" y="24302"/>
                </a:lnTo>
                <a:lnTo>
                  <a:pt x="465539" y="23832"/>
                </a:lnTo>
                <a:lnTo>
                  <a:pt x="465182" y="23381"/>
                </a:lnTo>
                <a:lnTo>
                  <a:pt x="464808" y="22951"/>
                </a:lnTo>
                <a:lnTo>
                  <a:pt x="464415" y="22541"/>
                </a:lnTo>
                <a:lnTo>
                  <a:pt x="464003" y="22150"/>
                </a:lnTo>
                <a:lnTo>
                  <a:pt x="463574" y="21780"/>
                </a:lnTo>
                <a:lnTo>
                  <a:pt x="463126" y="21430"/>
                </a:lnTo>
                <a:lnTo>
                  <a:pt x="462660" y="21099"/>
                </a:lnTo>
                <a:lnTo>
                  <a:pt x="462176" y="20789"/>
                </a:lnTo>
                <a:lnTo>
                  <a:pt x="461674" y="20499"/>
                </a:lnTo>
                <a:lnTo>
                  <a:pt x="461153" y="20229"/>
                </a:lnTo>
                <a:lnTo>
                  <a:pt x="460615" y="19978"/>
                </a:lnTo>
                <a:lnTo>
                  <a:pt x="460058" y="19748"/>
                </a:lnTo>
                <a:lnTo>
                  <a:pt x="459482" y="19538"/>
                </a:lnTo>
                <a:lnTo>
                  <a:pt x="458889" y="19348"/>
                </a:lnTo>
                <a:lnTo>
                  <a:pt x="458277" y="19178"/>
                </a:lnTo>
                <a:lnTo>
                  <a:pt x="457647" y="19028"/>
                </a:lnTo>
                <a:lnTo>
                  <a:pt x="456999" y="18897"/>
                </a:lnTo>
                <a:lnTo>
                  <a:pt x="456333" y="18787"/>
                </a:lnTo>
                <a:lnTo>
                  <a:pt x="455648" y="18697"/>
                </a:lnTo>
                <a:lnTo>
                  <a:pt x="454946" y="18627"/>
                </a:lnTo>
                <a:lnTo>
                  <a:pt x="454225" y="18577"/>
                </a:lnTo>
                <a:lnTo>
                  <a:pt x="453485" y="18547"/>
                </a:lnTo>
                <a:lnTo>
                  <a:pt x="452728" y="18537"/>
                </a:lnTo>
                <a:lnTo>
                  <a:pt x="452142" y="18542"/>
                </a:lnTo>
                <a:lnTo>
                  <a:pt x="451565" y="18558"/>
                </a:lnTo>
                <a:lnTo>
                  <a:pt x="450996" y="18584"/>
                </a:lnTo>
                <a:lnTo>
                  <a:pt x="450435" y="18620"/>
                </a:lnTo>
                <a:lnTo>
                  <a:pt x="449882" y="18666"/>
                </a:lnTo>
                <a:lnTo>
                  <a:pt x="449337" y="18723"/>
                </a:lnTo>
                <a:lnTo>
                  <a:pt x="448801" y="18791"/>
                </a:lnTo>
                <a:lnTo>
                  <a:pt x="448273" y="18868"/>
                </a:lnTo>
                <a:lnTo>
                  <a:pt x="447753" y="18956"/>
                </a:lnTo>
                <a:lnTo>
                  <a:pt x="447241" y="19055"/>
                </a:lnTo>
                <a:lnTo>
                  <a:pt x="446737" y="19163"/>
                </a:lnTo>
                <a:lnTo>
                  <a:pt x="446242" y="19282"/>
                </a:lnTo>
                <a:lnTo>
                  <a:pt x="445754" y="19412"/>
                </a:lnTo>
                <a:lnTo>
                  <a:pt x="445275" y="19552"/>
                </a:lnTo>
                <a:lnTo>
                  <a:pt x="444804" y="19702"/>
                </a:lnTo>
                <a:lnTo>
                  <a:pt x="444342" y="19862"/>
                </a:lnTo>
                <a:lnTo>
                  <a:pt x="443887" y="20033"/>
                </a:lnTo>
                <a:lnTo>
                  <a:pt x="443441" y="20214"/>
                </a:lnTo>
                <a:lnTo>
                  <a:pt x="443003" y="20406"/>
                </a:lnTo>
                <a:lnTo>
                  <a:pt x="442573" y="20607"/>
                </a:lnTo>
                <a:lnTo>
                  <a:pt x="442151" y="20820"/>
                </a:lnTo>
                <a:lnTo>
                  <a:pt x="441737" y="21042"/>
                </a:lnTo>
                <a:lnTo>
                  <a:pt x="441332" y="21275"/>
                </a:lnTo>
                <a:lnTo>
                  <a:pt x="440935" y="21518"/>
                </a:lnTo>
                <a:lnTo>
                  <a:pt x="440545" y="21768"/>
                </a:lnTo>
                <a:lnTo>
                  <a:pt x="440164" y="22018"/>
                </a:lnTo>
                <a:lnTo>
                  <a:pt x="439789" y="22271"/>
                </a:lnTo>
                <a:lnTo>
                  <a:pt x="439423" y="22524"/>
                </a:lnTo>
                <a:lnTo>
                  <a:pt x="439064" y="22780"/>
                </a:lnTo>
                <a:lnTo>
                  <a:pt x="438712" y="23037"/>
                </a:lnTo>
                <a:lnTo>
                  <a:pt x="438368" y="23295"/>
                </a:lnTo>
                <a:lnTo>
                  <a:pt x="438032" y="23555"/>
                </a:lnTo>
                <a:lnTo>
                  <a:pt x="437703" y="23817"/>
                </a:lnTo>
                <a:lnTo>
                  <a:pt x="437382" y="24080"/>
                </a:lnTo>
                <a:lnTo>
                  <a:pt x="437069" y="24344"/>
                </a:lnTo>
                <a:lnTo>
                  <a:pt x="436763" y="24610"/>
                </a:lnTo>
                <a:lnTo>
                  <a:pt x="436464" y="24878"/>
                </a:lnTo>
                <a:lnTo>
                  <a:pt x="436173" y="25147"/>
                </a:lnTo>
                <a:lnTo>
                  <a:pt x="435890" y="25418"/>
                </a:lnTo>
                <a:lnTo>
                  <a:pt x="435615" y="25690"/>
                </a:lnTo>
                <a:lnTo>
                  <a:pt x="435346" y="25964"/>
                </a:lnTo>
                <a:lnTo>
                  <a:pt x="435086" y="26239"/>
                </a:lnTo>
                <a:lnTo>
                  <a:pt x="434833" y="26516"/>
                </a:lnTo>
                <a:lnTo>
                  <a:pt x="434588" y="26795"/>
                </a:lnTo>
                <a:lnTo>
                  <a:pt x="434350" y="27075"/>
                </a:lnTo>
                <a:lnTo>
                  <a:pt x="434119" y="27356"/>
                </a:lnTo>
                <a:lnTo>
                  <a:pt x="433897" y="27639"/>
                </a:lnTo>
                <a:lnTo>
                  <a:pt x="433682" y="27924"/>
                </a:lnTo>
                <a:lnTo>
                  <a:pt x="433446" y="19600"/>
                </a:lnTo>
                <a:lnTo>
                  <a:pt x="423893" y="19600"/>
                </a:lnTo>
                <a:lnTo>
                  <a:pt x="423893" y="79462"/>
                </a:lnTo>
                <a:lnTo>
                  <a:pt x="433741" y="79462"/>
                </a:lnTo>
                <a:lnTo>
                  <a:pt x="433741" y="36360"/>
                </a:lnTo>
                <a:lnTo>
                  <a:pt x="433950" y="36069"/>
                </a:lnTo>
                <a:close/>
                <a:moveTo>
                  <a:pt x="388268" y="80455"/>
                </a:moveTo>
                <a:lnTo>
                  <a:pt x="388827" y="80416"/>
                </a:lnTo>
                <a:lnTo>
                  <a:pt x="389379" y="80369"/>
                </a:lnTo>
                <a:lnTo>
                  <a:pt x="389925" y="80313"/>
                </a:lnTo>
                <a:lnTo>
                  <a:pt x="390464" y="80248"/>
                </a:lnTo>
                <a:lnTo>
                  <a:pt x="390996" y="80175"/>
                </a:lnTo>
                <a:lnTo>
                  <a:pt x="391522" y="80093"/>
                </a:lnTo>
                <a:lnTo>
                  <a:pt x="392041" y="80002"/>
                </a:lnTo>
                <a:lnTo>
                  <a:pt x="392553" y="79903"/>
                </a:lnTo>
                <a:lnTo>
                  <a:pt x="393058" y="79795"/>
                </a:lnTo>
                <a:lnTo>
                  <a:pt x="393556" y="79679"/>
                </a:lnTo>
                <a:lnTo>
                  <a:pt x="394048" y="79553"/>
                </a:lnTo>
                <a:lnTo>
                  <a:pt x="394533" y="79420"/>
                </a:lnTo>
                <a:lnTo>
                  <a:pt x="395011" y="79277"/>
                </a:lnTo>
                <a:lnTo>
                  <a:pt x="395482" y="79126"/>
                </a:lnTo>
                <a:lnTo>
                  <a:pt x="395947" y="78967"/>
                </a:lnTo>
                <a:lnTo>
                  <a:pt x="396405" y="78798"/>
                </a:lnTo>
                <a:lnTo>
                  <a:pt x="396856" y="78622"/>
                </a:lnTo>
                <a:lnTo>
                  <a:pt x="397301" y="78436"/>
                </a:lnTo>
                <a:lnTo>
                  <a:pt x="397738" y="78242"/>
                </a:lnTo>
                <a:lnTo>
                  <a:pt x="398169" y="78039"/>
                </a:lnTo>
                <a:lnTo>
                  <a:pt x="398593" y="77828"/>
                </a:lnTo>
                <a:lnTo>
                  <a:pt x="399008" y="77610"/>
                </a:lnTo>
                <a:lnTo>
                  <a:pt x="399416" y="77385"/>
                </a:lnTo>
                <a:lnTo>
                  <a:pt x="399816" y="77152"/>
                </a:lnTo>
                <a:lnTo>
                  <a:pt x="400208" y="76913"/>
                </a:lnTo>
                <a:lnTo>
                  <a:pt x="400592" y="76665"/>
                </a:lnTo>
                <a:lnTo>
                  <a:pt x="400969" y="76411"/>
                </a:lnTo>
                <a:lnTo>
                  <a:pt x="401337" y="76150"/>
                </a:lnTo>
                <a:lnTo>
                  <a:pt x="401697" y="75881"/>
                </a:lnTo>
                <a:lnTo>
                  <a:pt x="402050" y="75605"/>
                </a:lnTo>
                <a:lnTo>
                  <a:pt x="402395" y="75322"/>
                </a:lnTo>
                <a:lnTo>
                  <a:pt x="402732" y="75031"/>
                </a:lnTo>
                <a:lnTo>
                  <a:pt x="403061" y="74733"/>
                </a:lnTo>
                <a:lnTo>
                  <a:pt x="403382" y="74428"/>
                </a:lnTo>
                <a:lnTo>
                  <a:pt x="403695" y="74116"/>
                </a:lnTo>
                <a:lnTo>
                  <a:pt x="404000" y="73797"/>
                </a:lnTo>
                <a:lnTo>
                  <a:pt x="404298" y="73470"/>
                </a:lnTo>
                <a:lnTo>
                  <a:pt x="404587" y="73136"/>
                </a:lnTo>
                <a:lnTo>
                  <a:pt x="404869" y="72795"/>
                </a:lnTo>
                <a:lnTo>
                  <a:pt x="405143" y="72447"/>
                </a:lnTo>
                <a:lnTo>
                  <a:pt x="405409" y="72091"/>
                </a:lnTo>
                <a:lnTo>
                  <a:pt x="405667" y="71728"/>
                </a:lnTo>
                <a:lnTo>
                  <a:pt x="405917" y="71358"/>
                </a:lnTo>
                <a:lnTo>
                  <a:pt x="406159" y="70981"/>
                </a:lnTo>
                <a:lnTo>
                  <a:pt x="406393" y="70597"/>
                </a:lnTo>
                <a:lnTo>
                  <a:pt x="406617" y="70206"/>
                </a:lnTo>
                <a:lnTo>
                  <a:pt x="406832" y="69810"/>
                </a:lnTo>
                <a:lnTo>
                  <a:pt x="407038" y="69408"/>
                </a:lnTo>
                <a:lnTo>
                  <a:pt x="407234" y="68999"/>
                </a:lnTo>
                <a:lnTo>
                  <a:pt x="407421" y="68585"/>
                </a:lnTo>
                <a:lnTo>
                  <a:pt x="407599" y="68164"/>
                </a:lnTo>
                <a:lnTo>
                  <a:pt x="407768" y="67738"/>
                </a:lnTo>
                <a:lnTo>
                  <a:pt x="407927" y="67305"/>
                </a:lnTo>
                <a:lnTo>
                  <a:pt x="408077" y="66866"/>
                </a:lnTo>
                <a:lnTo>
                  <a:pt x="408217" y="66421"/>
                </a:lnTo>
                <a:lnTo>
                  <a:pt x="408348" y="65970"/>
                </a:lnTo>
                <a:lnTo>
                  <a:pt x="408470" y="65513"/>
                </a:lnTo>
                <a:lnTo>
                  <a:pt x="408583" y="65050"/>
                </a:lnTo>
                <a:lnTo>
                  <a:pt x="408686" y="64581"/>
                </a:lnTo>
                <a:lnTo>
                  <a:pt x="408780" y="64106"/>
                </a:lnTo>
                <a:lnTo>
                  <a:pt x="408864" y="63624"/>
                </a:lnTo>
                <a:lnTo>
                  <a:pt x="408940" y="63137"/>
                </a:lnTo>
                <a:lnTo>
                  <a:pt x="409006" y="62643"/>
                </a:lnTo>
                <a:lnTo>
                  <a:pt x="409062" y="62144"/>
                </a:lnTo>
                <a:lnTo>
                  <a:pt x="409110" y="61638"/>
                </a:lnTo>
                <a:lnTo>
                  <a:pt x="409148" y="61127"/>
                </a:lnTo>
                <a:lnTo>
                  <a:pt x="409176" y="60609"/>
                </a:lnTo>
                <a:lnTo>
                  <a:pt x="409196" y="60085"/>
                </a:lnTo>
                <a:lnTo>
                  <a:pt x="399466" y="60085"/>
                </a:lnTo>
                <a:lnTo>
                  <a:pt x="399446" y="60599"/>
                </a:lnTo>
                <a:lnTo>
                  <a:pt x="399414" y="61102"/>
                </a:lnTo>
                <a:lnTo>
                  <a:pt x="399370" y="61595"/>
                </a:lnTo>
                <a:lnTo>
                  <a:pt x="399315" y="62078"/>
                </a:lnTo>
                <a:lnTo>
                  <a:pt x="399248" y="62551"/>
                </a:lnTo>
                <a:lnTo>
                  <a:pt x="399170" y="63014"/>
                </a:lnTo>
                <a:lnTo>
                  <a:pt x="399080" y="63466"/>
                </a:lnTo>
                <a:lnTo>
                  <a:pt x="398978" y="63909"/>
                </a:lnTo>
                <a:lnTo>
                  <a:pt x="398865" y="64341"/>
                </a:lnTo>
                <a:lnTo>
                  <a:pt x="398741" y="64763"/>
                </a:lnTo>
                <a:lnTo>
                  <a:pt x="398604" y="65175"/>
                </a:lnTo>
                <a:lnTo>
                  <a:pt x="398457" y="65577"/>
                </a:lnTo>
                <a:lnTo>
                  <a:pt x="398297" y="65969"/>
                </a:lnTo>
                <a:lnTo>
                  <a:pt x="398126" y="66350"/>
                </a:lnTo>
                <a:lnTo>
                  <a:pt x="397944" y="66722"/>
                </a:lnTo>
                <a:lnTo>
                  <a:pt x="397750" y="67083"/>
                </a:lnTo>
                <a:lnTo>
                  <a:pt x="397544" y="67434"/>
                </a:lnTo>
                <a:lnTo>
                  <a:pt x="397327" y="67775"/>
                </a:lnTo>
                <a:lnTo>
                  <a:pt x="397098" y="68106"/>
                </a:lnTo>
                <a:lnTo>
                  <a:pt x="396858" y="68427"/>
                </a:lnTo>
                <a:lnTo>
                  <a:pt x="396606" y="68737"/>
                </a:lnTo>
                <a:lnTo>
                  <a:pt x="396343" y="69038"/>
                </a:lnTo>
                <a:lnTo>
                  <a:pt x="396068" y="69328"/>
                </a:lnTo>
                <a:lnTo>
                  <a:pt x="395781" y="69608"/>
                </a:lnTo>
                <a:lnTo>
                  <a:pt x="395484" y="69877"/>
                </a:lnTo>
                <a:lnTo>
                  <a:pt x="395177" y="70135"/>
                </a:lnTo>
                <a:lnTo>
                  <a:pt x="394860" y="70382"/>
                </a:lnTo>
                <a:lnTo>
                  <a:pt x="394534" y="70617"/>
                </a:lnTo>
                <a:lnTo>
                  <a:pt x="394198" y="70840"/>
                </a:lnTo>
                <a:lnTo>
                  <a:pt x="393852" y="71052"/>
                </a:lnTo>
                <a:lnTo>
                  <a:pt x="393496" y="71253"/>
                </a:lnTo>
                <a:lnTo>
                  <a:pt x="393131" y="71442"/>
                </a:lnTo>
                <a:lnTo>
                  <a:pt x="392756" y="71619"/>
                </a:lnTo>
                <a:lnTo>
                  <a:pt x="392371" y="71786"/>
                </a:lnTo>
                <a:lnTo>
                  <a:pt x="391976" y="71940"/>
                </a:lnTo>
                <a:lnTo>
                  <a:pt x="391572" y="72084"/>
                </a:lnTo>
                <a:lnTo>
                  <a:pt x="391158" y="72215"/>
                </a:lnTo>
                <a:lnTo>
                  <a:pt x="390735" y="72336"/>
                </a:lnTo>
                <a:lnTo>
                  <a:pt x="390301" y="72445"/>
                </a:lnTo>
                <a:lnTo>
                  <a:pt x="389858" y="72542"/>
                </a:lnTo>
                <a:lnTo>
                  <a:pt x="389405" y="72628"/>
                </a:lnTo>
                <a:lnTo>
                  <a:pt x="388943" y="72702"/>
                </a:lnTo>
                <a:lnTo>
                  <a:pt x="388470" y="72765"/>
                </a:lnTo>
                <a:lnTo>
                  <a:pt x="387988" y="72817"/>
                </a:lnTo>
                <a:lnTo>
                  <a:pt x="387497" y="72857"/>
                </a:lnTo>
                <a:lnTo>
                  <a:pt x="386995" y="72886"/>
                </a:lnTo>
                <a:lnTo>
                  <a:pt x="386484" y="72903"/>
                </a:lnTo>
                <a:lnTo>
                  <a:pt x="385963" y="72909"/>
                </a:lnTo>
                <a:lnTo>
                  <a:pt x="385480" y="72903"/>
                </a:lnTo>
                <a:lnTo>
                  <a:pt x="385006" y="72888"/>
                </a:lnTo>
                <a:lnTo>
                  <a:pt x="384538" y="72862"/>
                </a:lnTo>
                <a:lnTo>
                  <a:pt x="384079" y="72826"/>
                </a:lnTo>
                <a:lnTo>
                  <a:pt x="383627" y="72779"/>
                </a:lnTo>
                <a:lnTo>
                  <a:pt x="383182" y="72722"/>
                </a:lnTo>
                <a:lnTo>
                  <a:pt x="382746" y="72655"/>
                </a:lnTo>
                <a:lnTo>
                  <a:pt x="382317" y="72577"/>
                </a:lnTo>
                <a:lnTo>
                  <a:pt x="381896" y="72489"/>
                </a:lnTo>
                <a:lnTo>
                  <a:pt x="381482" y="72390"/>
                </a:lnTo>
                <a:lnTo>
                  <a:pt x="381076" y="72281"/>
                </a:lnTo>
                <a:lnTo>
                  <a:pt x="380678" y="72162"/>
                </a:lnTo>
                <a:lnTo>
                  <a:pt x="380288" y="72032"/>
                </a:lnTo>
                <a:lnTo>
                  <a:pt x="379905" y="71892"/>
                </a:lnTo>
                <a:lnTo>
                  <a:pt x="379530" y="71742"/>
                </a:lnTo>
                <a:lnTo>
                  <a:pt x="379162" y="71581"/>
                </a:lnTo>
                <a:lnTo>
                  <a:pt x="378803" y="71410"/>
                </a:lnTo>
                <a:lnTo>
                  <a:pt x="378450" y="71229"/>
                </a:lnTo>
                <a:lnTo>
                  <a:pt x="378106" y="71037"/>
                </a:lnTo>
                <a:lnTo>
                  <a:pt x="377769" y="70834"/>
                </a:lnTo>
                <a:lnTo>
                  <a:pt x="377440" y="70622"/>
                </a:lnTo>
                <a:lnTo>
                  <a:pt x="377119" y="70399"/>
                </a:lnTo>
                <a:lnTo>
                  <a:pt x="376805" y="70166"/>
                </a:lnTo>
                <a:lnTo>
                  <a:pt x="376499" y="69922"/>
                </a:lnTo>
                <a:lnTo>
                  <a:pt x="376200" y="69669"/>
                </a:lnTo>
                <a:lnTo>
                  <a:pt x="375908" y="69410"/>
                </a:lnTo>
                <a:lnTo>
                  <a:pt x="375623" y="69144"/>
                </a:lnTo>
                <a:lnTo>
                  <a:pt x="375345" y="68871"/>
                </a:lnTo>
                <a:lnTo>
                  <a:pt x="375074" y="68592"/>
                </a:lnTo>
                <a:lnTo>
                  <a:pt x="374809" y="68305"/>
                </a:lnTo>
                <a:lnTo>
                  <a:pt x="374552" y="68012"/>
                </a:lnTo>
                <a:lnTo>
                  <a:pt x="374301" y="67712"/>
                </a:lnTo>
                <a:lnTo>
                  <a:pt x="374057" y="67405"/>
                </a:lnTo>
                <a:lnTo>
                  <a:pt x="373820" y="67091"/>
                </a:lnTo>
                <a:lnTo>
                  <a:pt x="373590" y="66771"/>
                </a:lnTo>
                <a:lnTo>
                  <a:pt x="373366" y="66443"/>
                </a:lnTo>
                <a:lnTo>
                  <a:pt x="373150" y="66109"/>
                </a:lnTo>
                <a:lnTo>
                  <a:pt x="372940" y="65768"/>
                </a:lnTo>
                <a:lnTo>
                  <a:pt x="372738" y="65421"/>
                </a:lnTo>
                <a:lnTo>
                  <a:pt x="372542" y="65066"/>
                </a:lnTo>
                <a:lnTo>
                  <a:pt x="372353" y="64705"/>
                </a:lnTo>
                <a:lnTo>
                  <a:pt x="372171" y="64337"/>
                </a:lnTo>
                <a:lnTo>
                  <a:pt x="371995" y="63962"/>
                </a:lnTo>
                <a:lnTo>
                  <a:pt x="371827" y="63580"/>
                </a:lnTo>
                <a:lnTo>
                  <a:pt x="371665" y="63192"/>
                </a:lnTo>
                <a:lnTo>
                  <a:pt x="371510" y="62796"/>
                </a:lnTo>
                <a:lnTo>
                  <a:pt x="371363" y="62394"/>
                </a:lnTo>
                <a:lnTo>
                  <a:pt x="371222" y="61985"/>
                </a:lnTo>
                <a:lnTo>
                  <a:pt x="371087" y="61571"/>
                </a:lnTo>
                <a:lnTo>
                  <a:pt x="370957" y="61154"/>
                </a:lnTo>
                <a:lnTo>
                  <a:pt x="370834" y="60733"/>
                </a:lnTo>
                <a:lnTo>
                  <a:pt x="370715" y="60309"/>
                </a:lnTo>
                <a:lnTo>
                  <a:pt x="370603" y="59882"/>
                </a:lnTo>
                <a:lnTo>
                  <a:pt x="370495" y="59451"/>
                </a:lnTo>
                <a:lnTo>
                  <a:pt x="370394" y="59017"/>
                </a:lnTo>
                <a:lnTo>
                  <a:pt x="370298" y="58579"/>
                </a:lnTo>
                <a:lnTo>
                  <a:pt x="370207" y="58139"/>
                </a:lnTo>
                <a:lnTo>
                  <a:pt x="370122" y="57694"/>
                </a:lnTo>
                <a:lnTo>
                  <a:pt x="370042" y="57247"/>
                </a:lnTo>
                <a:lnTo>
                  <a:pt x="369968" y="56796"/>
                </a:lnTo>
                <a:lnTo>
                  <a:pt x="369900" y="56342"/>
                </a:lnTo>
                <a:lnTo>
                  <a:pt x="369837" y="55884"/>
                </a:lnTo>
                <a:lnTo>
                  <a:pt x="369780" y="55423"/>
                </a:lnTo>
                <a:lnTo>
                  <a:pt x="369728" y="54959"/>
                </a:lnTo>
                <a:lnTo>
                  <a:pt x="369681" y="54492"/>
                </a:lnTo>
                <a:lnTo>
                  <a:pt x="369640" y="54021"/>
                </a:lnTo>
                <a:lnTo>
                  <a:pt x="369605" y="53546"/>
                </a:lnTo>
                <a:lnTo>
                  <a:pt x="369575" y="53069"/>
                </a:lnTo>
                <a:lnTo>
                  <a:pt x="369551" y="52588"/>
                </a:lnTo>
                <a:lnTo>
                  <a:pt x="369532" y="52103"/>
                </a:lnTo>
                <a:lnTo>
                  <a:pt x="369519" y="51616"/>
                </a:lnTo>
                <a:lnTo>
                  <a:pt x="369511" y="51125"/>
                </a:lnTo>
                <a:lnTo>
                  <a:pt x="408960" y="51125"/>
                </a:lnTo>
                <a:lnTo>
                  <a:pt x="408970" y="51077"/>
                </a:lnTo>
                <a:lnTo>
                  <a:pt x="408979" y="51027"/>
                </a:lnTo>
                <a:lnTo>
                  <a:pt x="408988" y="50975"/>
                </a:lnTo>
                <a:lnTo>
                  <a:pt x="408997" y="50920"/>
                </a:lnTo>
                <a:lnTo>
                  <a:pt x="409005" y="50863"/>
                </a:lnTo>
                <a:lnTo>
                  <a:pt x="409013" y="50804"/>
                </a:lnTo>
                <a:lnTo>
                  <a:pt x="409021" y="50742"/>
                </a:lnTo>
                <a:lnTo>
                  <a:pt x="409029" y="50677"/>
                </a:lnTo>
                <a:lnTo>
                  <a:pt x="409036" y="50610"/>
                </a:lnTo>
                <a:lnTo>
                  <a:pt x="409043" y="50541"/>
                </a:lnTo>
                <a:lnTo>
                  <a:pt x="409050" y="50469"/>
                </a:lnTo>
                <a:lnTo>
                  <a:pt x="409056" y="50394"/>
                </a:lnTo>
                <a:lnTo>
                  <a:pt x="409062" y="50318"/>
                </a:lnTo>
                <a:lnTo>
                  <a:pt x="409067" y="50238"/>
                </a:lnTo>
                <a:lnTo>
                  <a:pt x="409073" y="50157"/>
                </a:lnTo>
                <a:lnTo>
                  <a:pt x="409078" y="50073"/>
                </a:lnTo>
                <a:lnTo>
                  <a:pt x="409083" y="49986"/>
                </a:lnTo>
                <a:lnTo>
                  <a:pt x="409087" y="49897"/>
                </a:lnTo>
                <a:lnTo>
                  <a:pt x="409091" y="49805"/>
                </a:lnTo>
                <a:lnTo>
                  <a:pt x="409095" y="49711"/>
                </a:lnTo>
                <a:lnTo>
                  <a:pt x="409099" y="49615"/>
                </a:lnTo>
                <a:lnTo>
                  <a:pt x="409102" y="49516"/>
                </a:lnTo>
                <a:lnTo>
                  <a:pt x="409105" y="49415"/>
                </a:lnTo>
                <a:lnTo>
                  <a:pt x="409107" y="49311"/>
                </a:lnTo>
                <a:lnTo>
                  <a:pt x="409110" y="49207"/>
                </a:lnTo>
                <a:lnTo>
                  <a:pt x="409112" y="49103"/>
                </a:lnTo>
                <a:lnTo>
                  <a:pt x="409114" y="49001"/>
                </a:lnTo>
                <a:lnTo>
                  <a:pt x="409116" y="48900"/>
                </a:lnTo>
                <a:lnTo>
                  <a:pt x="409118" y="48801"/>
                </a:lnTo>
                <a:lnTo>
                  <a:pt x="409120" y="48702"/>
                </a:lnTo>
                <a:lnTo>
                  <a:pt x="409122" y="48605"/>
                </a:lnTo>
                <a:lnTo>
                  <a:pt x="409124" y="48509"/>
                </a:lnTo>
                <a:lnTo>
                  <a:pt x="409125" y="48414"/>
                </a:lnTo>
                <a:lnTo>
                  <a:pt x="409127" y="48320"/>
                </a:lnTo>
                <a:lnTo>
                  <a:pt x="409128" y="48227"/>
                </a:lnTo>
                <a:lnTo>
                  <a:pt x="409130" y="48135"/>
                </a:lnTo>
                <a:lnTo>
                  <a:pt x="409131" y="48045"/>
                </a:lnTo>
                <a:lnTo>
                  <a:pt x="409132" y="47956"/>
                </a:lnTo>
                <a:lnTo>
                  <a:pt x="409133" y="47868"/>
                </a:lnTo>
                <a:lnTo>
                  <a:pt x="409134" y="47781"/>
                </a:lnTo>
                <a:lnTo>
                  <a:pt x="409134" y="47695"/>
                </a:lnTo>
                <a:lnTo>
                  <a:pt x="409135" y="47611"/>
                </a:lnTo>
                <a:lnTo>
                  <a:pt x="409136" y="47528"/>
                </a:lnTo>
                <a:lnTo>
                  <a:pt x="409136" y="47445"/>
                </a:lnTo>
                <a:lnTo>
                  <a:pt x="409136" y="47365"/>
                </a:lnTo>
                <a:lnTo>
                  <a:pt x="409137" y="47285"/>
                </a:lnTo>
                <a:lnTo>
                  <a:pt x="409137" y="47206"/>
                </a:lnTo>
                <a:lnTo>
                  <a:pt x="409137" y="47129"/>
                </a:lnTo>
                <a:lnTo>
                  <a:pt x="409126" y="45987"/>
                </a:lnTo>
                <a:lnTo>
                  <a:pt x="409092" y="44868"/>
                </a:lnTo>
                <a:lnTo>
                  <a:pt x="409036" y="43771"/>
                </a:lnTo>
                <a:lnTo>
                  <a:pt x="408958" y="42696"/>
                </a:lnTo>
                <a:lnTo>
                  <a:pt x="408858" y="41644"/>
                </a:lnTo>
                <a:lnTo>
                  <a:pt x="408735" y="40615"/>
                </a:lnTo>
                <a:lnTo>
                  <a:pt x="408590" y="39608"/>
                </a:lnTo>
                <a:lnTo>
                  <a:pt x="408423" y="38623"/>
                </a:lnTo>
                <a:lnTo>
                  <a:pt x="408233" y="37661"/>
                </a:lnTo>
                <a:lnTo>
                  <a:pt x="408021" y="36721"/>
                </a:lnTo>
                <a:lnTo>
                  <a:pt x="407787" y="35803"/>
                </a:lnTo>
                <a:lnTo>
                  <a:pt x="407530" y="34908"/>
                </a:lnTo>
                <a:lnTo>
                  <a:pt x="407251" y="34036"/>
                </a:lnTo>
                <a:lnTo>
                  <a:pt x="406950" y="33185"/>
                </a:lnTo>
                <a:lnTo>
                  <a:pt x="406626" y="32358"/>
                </a:lnTo>
                <a:lnTo>
                  <a:pt x="406280" y="31552"/>
                </a:lnTo>
                <a:lnTo>
                  <a:pt x="405912" y="30769"/>
                </a:lnTo>
                <a:lnTo>
                  <a:pt x="405522" y="30009"/>
                </a:lnTo>
                <a:lnTo>
                  <a:pt x="405109" y="29271"/>
                </a:lnTo>
                <a:lnTo>
                  <a:pt x="404673" y="28555"/>
                </a:lnTo>
                <a:lnTo>
                  <a:pt x="404216" y="27862"/>
                </a:lnTo>
                <a:lnTo>
                  <a:pt x="403736" y="27191"/>
                </a:lnTo>
                <a:lnTo>
                  <a:pt x="403234" y="26543"/>
                </a:lnTo>
                <a:lnTo>
                  <a:pt x="402710" y="25917"/>
                </a:lnTo>
                <a:lnTo>
                  <a:pt x="402165" y="25314"/>
                </a:lnTo>
                <a:lnTo>
                  <a:pt x="401604" y="24738"/>
                </a:lnTo>
                <a:lnTo>
                  <a:pt x="401025" y="24187"/>
                </a:lnTo>
                <a:lnTo>
                  <a:pt x="400430" y="23662"/>
                </a:lnTo>
                <a:lnTo>
                  <a:pt x="399817" y="23162"/>
                </a:lnTo>
                <a:lnTo>
                  <a:pt x="399186" y="22688"/>
                </a:lnTo>
                <a:lnTo>
                  <a:pt x="398539" y="22240"/>
                </a:lnTo>
                <a:lnTo>
                  <a:pt x="397874" y="21817"/>
                </a:lnTo>
                <a:lnTo>
                  <a:pt x="397193" y="21420"/>
                </a:lnTo>
                <a:lnTo>
                  <a:pt x="396494" y="21048"/>
                </a:lnTo>
                <a:lnTo>
                  <a:pt x="395777" y="20702"/>
                </a:lnTo>
                <a:lnTo>
                  <a:pt x="395044" y="20382"/>
                </a:lnTo>
                <a:lnTo>
                  <a:pt x="394293" y="20087"/>
                </a:lnTo>
                <a:lnTo>
                  <a:pt x="393526" y="19818"/>
                </a:lnTo>
                <a:lnTo>
                  <a:pt x="392741" y="19575"/>
                </a:lnTo>
                <a:lnTo>
                  <a:pt x="391938" y="19357"/>
                </a:lnTo>
                <a:lnTo>
                  <a:pt x="391119" y="19165"/>
                </a:lnTo>
                <a:lnTo>
                  <a:pt x="390282" y="18998"/>
                </a:lnTo>
                <a:lnTo>
                  <a:pt x="389429" y="18857"/>
                </a:lnTo>
                <a:lnTo>
                  <a:pt x="388558" y="18742"/>
                </a:lnTo>
                <a:lnTo>
                  <a:pt x="387669" y="18652"/>
                </a:lnTo>
                <a:lnTo>
                  <a:pt x="386764" y="18588"/>
                </a:lnTo>
                <a:lnTo>
                  <a:pt x="385841" y="18550"/>
                </a:lnTo>
                <a:lnTo>
                  <a:pt x="384902" y="18537"/>
                </a:lnTo>
                <a:lnTo>
                  <a:pt x="384199" y="18544"/>
                </a:lnTo>
                <a:lnTo>
                  <a:pt x="383506" y="18564"/>
                </a:lnTo>
                <a:lnTo>
                  <a:pt x="382824" y="18599"/>
                </a:lnTo>
                <a:lnTo>
                  <a:pt x="382151" y="18646"/>
                </a:lnTo>
                <a:lnTo>
                  <a:pt x="381488" y="18708"/>
                </a:lnTo>
                <a:lnTo>
                  <a:pt x="380835" y="18783"/>
                </a:lnTo>
                <a:lnTo>
                  <a:pt x="380192" y="18872"/>
                </a:lnTo>
                <a:lnTo>
                  <a:pt x="379559" y="18974"/>
                </a:lnTo>
                <a:lnTo>
                  <a:pt x="378936" y="19090"/>
                </a:lnTo>
                <a:lnTo>
                  <a:pt x="378322" y="19220"/>
                </a:lnTo>
                <a:lnTo>
                  <a:pt x="377719" y="19363"/>
                </a:lnTo>
                <a:lnTo>
                  <a:pt x="377126" y="19520"/>
                </a:lnTo>
                <a:lnTo>
                  <a:pt x="376542" y="19691"/>
                </a:lnTo>
                <a:lnTo>
                  <a:pt x="375969" y="19875"/>
                </a:lnTo>
                <a:lnTo>
                  <a:pt x="375405" y="20073"/>
                </a:lnTo>
                <a:lnTo>
                  <a:pt x="374851" y="20284"/>
                </a:lnTo>
                <a:lnTo>
                  <a:pt x="374307" y="20510"/>
                </a:lnTo>
                <a:lnTo>
                  <a:pt x="373774" y="20749"/>
                </a:lnTo>
                <a:lnTo>
                  <a:pt x="373250" y="21001"/>
                </a:lnTo>
                <a:lnTo>
                  <a:pt x="372736" y="21267"/>
                </a:lnTo>
                <a:lnTo>
                  <a:pt x="372232" y="21547"/>
                </a:lnTo>
                <a:lnTo>
                  <a:pt x="371738" y="21841"/>
                </a:lnTo>
                <a:lnTo>
                  <a:pt x="371254" y="22148"/>
                </a:lnTo>
                <a:lnTo>
                  <a:pt x="370779" y="22468"/>
                </a:lnTo>
                <a:lnTo>
                  <a:pt x="370315" y="22801"/>
                </a:lnTo>
                <a:lnTo>
                  <a:pt x="369861" y="23145"/>
                </a:lnTo>
                <a:lnTo>
                  <a:pt x="369416" y="23499"/>
                </a:lnTo>
                <a:lnTo>
                  <a:pt x="368982" y="23863"/>
                </a:lnTo>
                <a:lnTo>
                  <a:pt x="368557" y="24239"/>
                </a:lnTo>
                <a:lnTo>
                  <a:pt x="368142" y="24624"/>
                </a:lnTo>
                <a:lnTo>
                  <a:pt x="367738" y="25021"/>
                </a:lnTo>
                <a:lnTo>
                  <a:pt x="367343" y="25427"/>
                </a:lnTo>
                <a:lnTo>
                  <a:pt x="366958" y="25845"/>
                </a:lnTo>
                <a:lnTo>
                  <a:pt x="366583" y="26273"/>
                </a:lnTo>
                <a:lnTo>
                  <a:pt x="366218" y="26711"/>
                </a:lnTo>
                <a:lnTo>
                  <a:pt x="365863" y="27160"/>
                </a:lnTo>
                <a:lnTo>
                  <a:pt x="365518" y="27620"/>
                </a:lnTo>
                <a:lnTo>
                  <a:pt x="365183" y="28090"/>
                </a:lnTo>
                <a:lnTo>
                  <a:pt x="364857" y="28571"/>
                </a:lnTo>
                <a:lnTo>
                  <a:pt x="364542" y="29062"/>
                </a:lnTo>
                <a:lnTo>
                  <a:pt x="364237" y="29564"/>
                </a:lnTo>
                <a:lnTo>
                  <a:pt x="363941" y="30077"/>
                </a:lnTo>
                <a:lnTo>
                  <a:pt x="363655" y="30600"/>
                </a:lnTo>
                <a:lnTo>
                  <a:pt x="363380" y="31133"/>
                </a:lnTo>
                <a:lnTo>
                  <a:pt x="363114" y="31678"/>
                </a:lnTo>
                <a:lnTo>
                  <a:pt x="362858" y="32232"/>
                </a:lnTo>
                <a:lnTo>
                  <a:pt x="362612" y="32798"/>
                </a:lnTo>
                <a:lnTo>
                  <a:pt x="362377" y="33373"/>
                </a:lnTo>
                <a:lnTo>
                  <a:pt x="362150" y="33958"/>
                </a:lnTo>
                <a:lnTo>
                  <a:pt x="361934" y="34551"/>
                </a:lnTo>
                <a:lnTo>
                  <a:pt x="361727" y="35151"/>
                </a:lnTo>
                <a:lnTo>
                  <a:pt x="361530" y="35758"/>
                </a:lnTo>
                <a:lnTo>
                  <a:pt x="361342" y="36374"/>
                </a:lnTo>
                <a:lnTo>
                  <a:pt x="361164" y="36996"/>
                </a:lnTo>
                <a:lnTo>
                  <a:pt x="360996" y="37627"/>
                </a:lnTo>
                <a:lnTo>
                  <a:pt x="360837" y="38265"/>
                </a:lnTo>
                <a:lnTo>
                  <a:pt x="360688" y="38910"/>
                </a:lnTo>
                <a:lnTo>
                  <a:pt x="360548" y="39563"/>
                </a:lnTo>
                <a:lnTo>
                  <a:pt x="360418" y="40224"/>
                </a:lnTo>
                <a:lnTo>
                  <a:pt x="360298" y="40892"/>
                </a:lnTo>
                <a:lnTo>
                  <a:pt x="360187" y="41567"/>
                </a:lnTo>
                <a:lnTo>
                  <a:pt x="360086" y="42251"/>
                </a:lnTo>
                <a:lnTo>
                  <a:pt x="359995" y="42941"/>
                </a:lnTo>
                <a:lnTo>
                  <a:pt x="359913" y="43640"/>
                </a:lnTo>
                <a:lnTo>
                  <a:pt x="359841" y="44346"/>
                </a:lnTo>
                <a:lnTo>
                  <a:pt x="359778" y="45059"/>
                </a:lnTo>
                <a:lnTo>
                  <a:pt x="359725" y="45780"/>
                </a:lnTo>
                <a:lnTo>
                  <a:pt x="359682" y="46509"/>
                </a:lnTo>
                <a:lnTo>
                  <a:pt x="359648" y="47245"/>
                </a:lnTo>
                <a:lnTo>
                  <a:pt x="359624" y="47989"/>
                </a:lnTo>
                <a:lnTo>
                  <a:pt x="359610" y="48740"/>
                </a:lnTo>
                <a:lnTo>
                  <a:pt x="359605" y="49499"/>
                </a:lnTo>
                <a:lnTo>
                  <a:pt x="359610" y="50228"/>
                </a:lnTo>
                <a:lnTo>
                  <a:pt x="359625" y="50951"/>
                </a:lnTo>
                <a:lnTo>
                  <a:pt x="359650" y="51668"/>
                </a:lnTo>
                <a:lnTo>
                  <a:pt x="359685" y="52379"/>
                </a:lnTo>
                <a:lnTo>
                  <a:pt x="359729" y="53084"/>
                </a:lnTo>
                <a:lnTo>
                  <a:pt x="359784" y="53782"/>
                </a:lnTo>
                <a:lnTo>
                  <a:pt x="359848" y="54475"/>
                </a:lnTo>
                <a:lnTo>
                  <a:pt x="359923" y="55162"/>
                </a:lnTo>
                <a:lnTo>
                  <a:pt x="360007" y="55842"/>
                </a:lnTo>
                <a:lnTo>
                  <a:pt x="360102" y="56516"/>
                </a:lnTo>
                <a:lnTo>
                  <a:pt x="360206" y="57185"/>
                </a:lnTo>
                <a:lnTo>
                  <a:pt x="360320" y="57847"/>
                </a:lnTo>
                <a:lnTo>
                  <a:pt x="360444" y="58503"/>
                </a:lnTo>
                <a:lnTo>
                  <a:pt x="360578" y="59153"/>
                </a:lnTo>
                <a:lnTo>
                  <a:pt x="360722" y="59797"/>
                </a:lnTo>
                <a:lnTo>
                  <a:pt x="360876" y="60435"/>
                </a:lnTo>
                <a:lnTo>
                  <a:pt x="361040" y="61067"/>
                </a:lnTo>
                <a:lnTo>
                  <a:pt x="361214" y="61692"/>
                </a:lnTo>
                <a:lnTo>
                  <a:pt x="361398" y="62312"/>
                </a:lnTo>
                <a:lnTo>
                  <a:pt x="361591" y="62925"/>
                </a:lnTo>
                <a:lnTo>
                  <a:pt x="361795" y="63533"/>
                </a:lnTo>
                <a:lnTo>
                  <a:pt x="362008" y="64134"/>
                </a:lnTo>
                <a:lnTo>
                  <a:pt x="362232" y="64730"/>
                </a:lnTo>
                <a:lnTo>
                  <a:pt x="362465" y="65319"/>
                </a:lnTo>
                <a:lnTo>
                  <a:pt x="362709" y="65900"/>
                </a:lnTo>
                <a:lnTo>
                  <a:pt x="362962" y="66471"/>
                </a:lnTo>
                <a:lnTo>
                  <a:pt x="363227" y="67031"/>
                </a:lnTo>
                <a:lnTo>
                  <a:pt x="363501" y="67582"/>
                </a:lnTo>
                <a:lnTo>
                  <a:pt x="363786" y="68122"/>
                </a:lnTo>
                <a:lnTo>
                  <a:pt x="364081" y="68652"/>
                </a:lnTo>
                <a:lnTo>
                  <a:pt x="364387" y="69172"/>
                </a:lnTo>
                <a:lnTo>
                  <a:pt x="364702" y="69681"/>
                </a:lnTo>
                <a:lnTo>
                  <a:pt x="365029" y="70180"/>
                </a:lnTo>
                <a:lnTo>
                  <a:pt x="365365" y="70669"/>
                </a:lnTo>
                <a:lnTo>
                  <a:pt x="365712" y="71148"/>
                </a:lnTo>
                <a:lnTo>
                  <a:pt x="366069" y="71616"/>
                </a:lnTo>
                <a:lnTo>
                  <a:pt x="366437" y="72075"/>
                </a:lnTo>
                <a:lnTo>
                  <a:pt x="366815" y="72523"/>
                </a:lnTo>
                <a:lnTo>
                  <a:pt x="367203" y="72960"/>
                </a:lnTo>
                <a:lnTo>
                  <a:pt x="367602" y="73388"/>
                </a:lnTo>
                <a:lnTo>
                  <a:pt x="368011" y="73805"/>
                </a:lnTo>
                <a:lnTo>
                  <a:pt x="368430" y="74212"/>
                </a:lnTo>
                <a:lnTo>
                  <a:pt x="368859" y="74609"/>
                </a:lnTo>
                <a:lnTo>
                  <a:pt x="369299" y="74996"/>
                </a:lnTo>
                <a:lnTo>
                  <a:pt x="369750" y="75372"/>
                </a:lnTo>
                <a:lnTo>
                  <a:pt x="370210" y="75738"/>
                </a:lnTo>
                <a:lnTo>
                  <a:pt x="370681" y="76094"/>
                </a:lnTo>
                <a:lnTo>
                  <a:pt x="371163" y="76440"/>
                </a:lnTo>
                <a:lnTo>
                  <a:pt x="371654" y="76773"/>
                </a:lnTo>
                <a:lnTo>
                  <a:pt x="372157" y="77092"/>
                </a:lnTo>
                <a:lnTo>
                  <a:pt x="372671" y="77397"/>
                </a:lnTo>
                <a:lnTo>
                  <a:pt x="373195" y="77688"/>
                </a:lnTo>
                <a:lnTo>
                  <a:pt x="373731" y="77964"/>
                </a:lnTo>
                <a:lnTo>
                  <a:pt x="374277" y="78227"/>
                </a:lnTo>
                <a:lnTo>
                  <a:pt x="374834" y="78475"/>
                </a:lnTo>
                <a:lnTo>
                  <a:pt x="375402" y="78709"/>
                </a:lnTo>
                <a:lnTo>
                  <a:pt x="375980" y="78929"/>
                </a:lnTo>
                <a:lnTo>
                  <a:pt x="376570" y="79134"/>
                </a:lnTo>
                <a:lnTo>
                  <a:pt x="377170" y="79326"/>
                </a:lnTo>
                <a:lnTo>
                  <a:pt x="377782" y="79503"/>
                </a:lnTo>
                <a:lnTo>
                  <a:pt x="378404" y="79666"/>
                </a:lnTo>
                <a:lnTo>
                  <a:pt x="379037" y="79815"/>
                </a:lnTo>
                <a:lnTo>
                  <a:pt x="379680" y="79950"/>
                </a:lnTo>
                <a:lnTo>
                  <a:pt x="380335" y="80070"/>
                </a:lnTo>
                <a:lnTo>
                  <a:pt x="381001" y="80177"/>
                </a:lnTo>
                <a:lnTo>
                  <a:pt x="381677" y="80269"/>
                </a:lnTo>
                <a:lnTo>
                  <a:pt x="382364" y="80347"/>
                </a:lnTo>
                <a:lnTo>
                  <a:pt x="383062" y="80411"/>
                </a:lnTo>
                <a:lnTo>
                  <a:pt x="383771" y="80460"/>
                </a:lnTo>
                <a:lnTo>
                  <a:pt x="384491" y="80496"/>
                </a:lnTo>
                <a:lnTo>
                  <a:pt x="385222" y="80517"/>
                </a:lnTo>
                <a:lnTo>
                  <a:pt x="385963" y="80524"/>
                </a:lnTo>
                <a:lnTo>
                  <a:pt x="386549" y="80520"/>
                </a:lnTo>
                <a:lnTo>
                  <a:pt x="387129" y="80507"/>
                </a:lnTo>
                <a:lnTo>
                  <a:pt x="387702" y="80485"/>
                </a:lnTo>
                <a:lnTo>
                  <a:pt x="388268" y="80455"/>
                </a:lnTo>
                <a:close/>
                <a:moveTo>
                  <a:pt x="369894" y="41131"/>
                </a:moveTo>
                <a:lnTo>
                  <a:pt x="370002" y="40469"/>
                </a:lnTo>
                <a:lnTo>
                  <a:pt x="370121" y="39822"/>
                </a:lnTo>
                <a:lnTo>
                  <a:pt x="370252" y="39189"/>
                </a:lnTo>
                <a:lnTo>
                  <a:pt x="370393" y="38571"/>
                </a:lnTo>
                <a:lnTo>
                  <a:pt x="370545" y="37967"/>
                </a:lnTo>
                <a:lnTo>
                  <a:pt x="370708" y="37377"/>
                </a:lnTo>
                <a:lnTo>
                  <a:pt x="370882" y="36803"/>
                </a:lnTo>
                <a:lnTo>
                  <a:pt x="371067" y="36242"/>
                </a:lnTo>
                <a:lnTo>
                  <a:pt x="371263" y="35696"/>
                </a:lnTo>
                <a:lnTo>
                  <a:pt x="371469" y="35165"/>
                </a:lnTo>
                <a:lnTo>
                  <a:pt x="371687" y="34648"/>
                </a:lnTo>
                <a:lnTo>
                  <a:pt x="371916" y="34145"/>
                </a:lnTo>
                <a:lnTo>
                  <a:pt x="372156" y="33657"/>
                </a:lnTo>
                <a:lnTo>
                  <a:pt x="372406" y="33184"/>
                </a:lnTo>
                <a:lnTo>
                  <a:pt x="372668" y="32725"/>
                </a:lnTo>
                <a:lnTo>
                  <a:pt x="372941" y="32280"/>
                </a:lnTo>
                <a:lnTo>
                  <a:pt x="373224" y="31850"/>
                </a:lnTo>
                <a:lnTo>
                  <a:pt x="373519" y="31435"/>
                </a:lnTo>
                <a:lnTo>
                  <a:pt x="373824" y="31033"/>
                </a:lnTo>
                <a:lnTo>
                  <a:pt x="374140" y="30647"/>
                </a:lnTo>
                <a:lnTo>
                  <a:pt x="374467" y="30275"/>
                </a:lnTo>
                <a:lnTo>
                  <a:pt x="374805" y="29919"/>
                </a:lnTo>
                <a:lnTo>
                  <a:pt x="375153" y="29580"/>
                </a:lnTo>
                <a:lnTo>
                  <a:pt x="375512" y="29255"/>
                </a:lnTo>
                <a:lnTo>
                  <a:pt x="375881" y="28947"/>
                </a:lnTo>
                <a:lnTo>
                  <a:pt x="376261" y="28655"/>
                </a:lnTo>
                <a:lnTo>
                  <a:pt x="376652" y="28378"/>
                </a:lnTo>
                <a:lnTo>
                  <a:pt x="377053" y="28117"/>
                </a:lnTo>
                <a:lnTo>
                  <a:pt x="377464" y="27872"/>
                </a:lnTo>
                <a:lnTo>
                  <a:pt x="377886" y="27643"/>
                </a:lnTo>
                <a:lnTo>
                  <a:pt x="378319" y="27430"/>
                </a:lnTo>
                <a:lnTo>
                  <a:pt x="378762" y="27232"/>
                </a:lnTo>
                <a:lnTo>
                  <a:pt x="379216" y="27050"/>
                </a:lnTo>
                <a:lnTo>
                  <a:pt x="379680" y="26884"/>
                </a:lnTo>
                <a:lnTo>
                  <a:pt x="380154" y="26734"/>
                </a:lnTo>
                <a:lnTo>
                  <a:pt x="380640" y="26600"/>
                </a:lnTo>
                <a:lnTo>
                  <a:pt x="381136" y="26481"/>
                </a:lnTo>
                <a:lnTo>
                  <a:pt x="381642" y="26378"/>
                </a:lnTo>
                <a:lnTo>
                  <a:pt x="382159" y="26291"/>
                </a:lnTo>
                <a:lnTo>
                  <a:pt x="382686" y="26220"/>
                </a:lnTo>
                <a:lnTo>
                  <a:pt x="383224" y="26165"/>
                </a:lnTo>
                <a:lnTo>
                  <a:pt x="383773" y="26125"/>
                </a:lnTo>
                <a:lnTo>
                  <a:pt x="384332" y="26102"/>
                </a:lnTo>
                <a:lnTo>
                  <a:pt x="384902" y="26094"/>
                </a:lnTo>
                <a:lnTo>
                  <a:pt x="385462" y="26102"/>
                </a:lnTo>
                <a:lnTo>
                  <a:pt x="386011" y="26125"/>
                </a:lnTo>
                <a:lnTo>
                  <a:pt x="386550" y="26165"/>
                </a:lnTo>
                <a:lnTo>
                  <a:pt x="387079" y="26221"/>
                </a:lnTo>
                <a:lnTo>
                  <a:pt x="387597" y="26293"/>
                </a:lnTo>
                <a:lnTo>
                  <a:pt x="388104" y="26380"/>
                </a:lnTo>
                <a:lnTo>
                  <a:pt x="388602" y="26484"/>
                </a:lnTo>
                <a:lnTo>
                  <a:pt x="389088" y="26603"/>
                </a:lnTo>
                <a:lnTo>
                  <a:pt x="389565" y="26738"/>
                </a:lnTo>
                <a:lnTo>
                  <a:pt x="390031" y="26890"/>
                </a:lnTo>
                <a:lnTo>
                  <a:pt x="390486" y="27057"/>
                </a:lnTo>
                <a:lnTo>
                  <a:pt x="390931" y="27240"/>
                </a:lnTo>
                <a:lnTo>
                  <a:pt x="391366" y="27439"/>
                </a:lnTo>
                <a:lnTo>
                  <a:pt x="391790" y="27654"/>
                </a:lnTo>
                <a:lnTo>
                  <a:pt x="392203" y="27884"/>
                </a:lnTo>
                <a:lnTo>
                  <a:pt x="392607" y="28131"/>
                </a:lnTo>
                <a:lnTo>
                  <a:pt x="392999" y="28394"/>
                </a:lnTo>
                <a:lnTo>
                  <a:pt x="393382" y="28672"/>
                </a:lnTo>
                <a:lnTo>
                  <a:pt x="393754" y="28967"/>
                </a:lnTo>
                <a:lnTo>
                  <a:pt x="394115" y="29277"/>
                </a:lnTo>
                <a:lnTo>
                  <a:pt x="394466" y="29604"/>
                </a:lnTo>
                <a:lnTo>
                  <a:pt x="394807" y="29946"/>
                </a:lnTo>
                <a:lnTo>
                  <a:pt x="395137" y="30304"/>
                </a:lnTo>
                <a:lnTo>
                  <a:pt x="395457" y="30678"/>
                </a:lnTo>
                <a:lnTo>
                  <a:pt x="395765" y="31067"/>
                </a:lnTo>
                <a:lnTo>
                  <a:pt x="396061" y="31470"/>
                </a:lnTo>
                <a:lnTo>
                  <a:pt x="396344" y="31888"/>
                </a:lnTo>
                <a:lnTo>
                  <a:pt x="396615" y="32319"/>
                </a:lnTo>
                <a:lnTo>
                  <a:pt x="396873" y="32765"/>
                </a:lnTo>
                <a:lnTo>
                  <a:pt x="397119" y="33225"/>
                </a:lnTo>
                <a:lnTo>
                  <a:pt x="397352" y="33699"/>
                </a:lnTo>
                <a:lnTo>
                  <a:pt x="397573" y="34187"/>
                </a:lnTo>
                <a:lnTo>
                  <a:pt x="397781" y="34690"/>
                </a:lnTo>
                <a:lnTo>
                  <a:pt x="397977" y="35206"/>
                </a:lnTo>
                <a:lnTo>
                  <a:pt x="398160" y="35737"/>
                </a:lnTo>
                <a:lnTo>
                  <a:pt x="398331" y="36281"/>
                </a:lnTo>
                <a:lnTo>
                  <a:pt x="398490" y="36840"/>
                </a:lnTo>
                <a:lnTo>
                  <a:pt x="398636" y="37413"/>
                </a:lnTo>
                <a:lnTo>
                  <a:pt x="398769" y="38001"/>
                </a:lnTo>
                <a:lnTo>
                  <a:pt x="398890" y="38602"/>
                </a:lnTo>
                <a:lnTo>
                  <a:pt x="398998" y="39217"/>
                </a:lnTo>
                <a:lnTo>
                  <a:pt x="399094" y="39847"/>
                </a:lnTo>
                <a:lnTo>
                  <a:pt x="399178" y="40491"/>
                </a:lnTo>
                <a:lnTo>
                  <a:pt x="399249" y="41149"/>
                </a:lnTo>
                <a:lnTo>
                  <a:pt x="399307" y="41821"/>
                </a:lnTo>
                <a:lnTo>
                  <a:pt x="399353" y="42507"/>
                </a:lnTo>
                <a:lnTo>
                  <a:pt x="399386" y="43208"/>
                </a:lnTo>
                <a:lnTo>
                  <a:pt x="399407" y="43922"/>
                </a:lnTo>
                <a:lnTo>
                  <a:pt x="369570" y="43922"/>
                </a:lnTo>
                <a:lnTo>
                  <a:pt x="369635" y="43203"/>
                </a:lnTo>
                <a:lnTo>
                  <a:pt x="369710" y="42497"/>
                </a:lnTo>
                <a:lnTo>
                  <a:pt x="369797" y="41807"/>
                </a:lnTo>
                <a:lnTo>
                  <a:pt x="369894" y="41131"/>
                </a:lnTo>
                <a:close/>
                <a:moveTo>
                  <a:pt x="545126" y="80496"/>
                </a:moveTo>
                <a:lnTo>
                  <a:pt x="545518" y="80480"/>
                </a:lnTo>
                <a:lnTo>
                  <a:pt x="545908" y="80460"/>
                </a:lnTo>
                <a:lnTo>
                  <a:pt x="546296" y="80437"/>
                </a:lnTo>
                <a:lnTo>
                  <a:pt x="546681" y="80410"/>
                </a:lnTo>
                <a:lnTo>
                  <a:pt x="547064" y="80380"/>
                </a:lnTo>
                <a:lnTo>
                  <a:pt x="547445" y="80346"/>
                </a:lnTo>
                <a:lnTo>
                  <a:pt x="547823" y="80309"/>
                </a:lnTo>
                <a:lnTo>
                  <a:pt x="548199" y="80268"/>
                </a:lnTo>
                <a:lnTo>
                  <a:pt x="548572" y="80224"/>
                </a:lnTo>
                <a:lnTo>
                  <a:pt x="548944" y="80176"/>
                </a:lnTo>
                <a:lnTo>
                  <a:pt x="549312" y="80124"/>
                </a:lnTo>
                <a:lnTo>
                  <a:pt x="549679" y="80069"/>
                </a:lnTo>
                <a:lnTo>
                  <a:pt x="550043" y="80010"/>
                </a:lnTo>
                <a:lnTo>
                  <a:pt x="550405" y="79948"/>
                </a:lnTo>
                <a:lnTo>
                  <a:pt x="550764" y="79882"/>
                </a:lnTo>
                <a:lnTo>
                  <a:pt x="551121" y="79813"/>
                </a:lnTo>
                <a:lnTo>
                  <a:pt x="551476" y="79740"/>
                </a:lnTo>
                <a:lnTo>
                  <a:pt x="551828" y="79664"/>
                </a:lnTo>
                <a:lnTo>
                  <a:pt x="552178" y="79584"/>
                </a:lnTo>
                <a:lnTo>
                  <a:pt x="552526" y="79500"/>
                </a:lnTo>
                <a:lnTo>
                  <a:pt x="552870" y="79413"/>
                </a:lnTo>
                <a:lnTo>
                  <a:pt x="553211" y="79322"/>
                </a:lnTo>
                <a:lnTo>
                  <a:pt x="553548" y="79227"/>
                </a:lnTo>
                <a:lnTo>
                  <a:pt x="553882" y="79129"/>
                </a:lnTo>
                <a:lnTo>
                  <a:pt x="554212" y="79026"/>
                </a:lnTo>
                <a:lnTo>
                  <a:pt x="554538" y="78920"/>
                </a:lnTo>
                <a:lnTo>
                  <a:pt x="554860" y="78809"/>
                </a:lnTo>
                <a:lnTo>
                  <a:pt x="555179" y="78695"/>
                </a:lnTo>
                <a:lnTo>
                  <a:pt x="555494" y="78577"/>
                </a:lnTo>
                <a:lnTo>
                  <a:pt x="555806" y="78455"/>
                </a:lnTo>
                <a:lnTo>
                  <a:pt x="556113" y="78329"/>
                </a:lnTo>
                <a:lnTo>
                  <a:pt x="556417" y="78199"/>
                </a:lnTo>
                <a:lnTo>
                  <a:pt x="556718" y="78066"/>
                </a:lnTo>
                <a:lnTo>
                  <a:pt x="557014" y="77928"/>
                </a:lnTo>
                <a:lnTo>
                  <a:pt x="557307" y="77787"/>
                </a:lnTo>
                <a:lnTo>
                  <a:pt x="557597" y="77642"/>
                </a:lnTo>
                <a:lnTo>
                  <a:pt x="557882" y="77492"/>
                </a:lnTo>
                <a:lnTo>
                  <a:pt x="558164" y="77339"/>
                </a:lnTo>
                <a:lnTo>
                  <a:pt x="558442" y="77183"/>
                </a:lnTo>
                <a:lnTo>
                  <a:pt x="558717" y="77022"/>
                </a:lnTo>
                <a:lnTo>
                  <a:pt x="558988" y="76857"/>
                </a:lnTo>
                <a:lnTo>
                  <a:pt x="559255" y="76689"/>
                </a:lnTo>
                <a:lnTo>
                  <a:pt x="559519" y="76516"/>
                </a:lnTo>
                <a:lnTo>
                  <a:pt x="559778" y="76340"/>
                </a:lnTo>
                <a:lnTo>
                  <a:pt x="560034" y="76160"/>
                </a:lnTo>
                <a:lnTo>
                  <a:pt x="560285" y="75975"/>
                </a:lnTo>
                <a:lnTo>
                  <a:pt x="560531" y="75787"/>
                </a:lnTo>
                <a:lnTo>
                  <a:pt x="560772" y="75594"/>
                </a:lnTo>
                <a:lnTo>
                  <a:pt x="561008" y="75397"/>
                </a:lnTo>
                <a:lnTo>
                  <a:pt x="561240" y="75195"/>
                </a:lnTo>
                <a:lnTo>
                  <a:pt x="561466" y="74990"/>
                </a:lnTo>
                <a:lnTo>
                  <a:pt x="561688" y="74780"/>
                </a:lnTo>
                <a:lnTo>
                  <a:pt x="561905" y="74566"/>
                </a:lnTo>
                <a:lnTo>
                  <a:pt x="562118" y="74348"/>
                </a:lnTo>
                <a:lnTo>
                  <a:pt x="562325" y="74126"/>
                </a:lnTo>
                <a:lnTo>
                  <a:pt x="562528" y="73900"/>
                </a:lnTo>
                <a:lnTo>
                  <a:pt x="562726" y="73669"/>
                </a:lnTo>
                <a:lnTo>
                  <a:pt x="562919" y="73434"/>
                </a:lnTo>
                <a:lnTo>
                  <a:pt x="563107" y="73195"/>
                </a:lnTo>
                <a:lnTo>
                  <a:pt x="563290" y="72952"/>
                </a:lnTo>
                <a:lnTo>
                  <a:pt x="563469" y="72705"/>
                </a:lnTo>
                <a:lnTo>
                  <a:pt x="563643" y="72453"/>
                </a:lnTo>
                <a:lnTo>
                  <a:pt x="563811" y="72197"/>
                </a:lnTo>
                <a:lnTo>
                  <a:pt x="563976" y="71937"/>
                </a:lnTo>
                <a:lnTo>
                  <a:pt x="564135" y="71673"/>
                </a:lnTo>
                <a:lnTo>
                  <a:pt x="564290" y="71405"/>
                </a:lnTo>
                <a:lnTo>
                  <a:pt x="564439" y="71132"/>
                </a:lnTo>
                <a:lnTo>
                  <a:pt x="564584" y="70855"/>
                </a:lnTo>
                <a:lnTo>
                  <a:pt x="564724" y="70574"/>
                </a:lnTo>
                <a:lnTo>
                  <a:pt x="564857" y="70289"/>
                </a:lnTo>
                <a:lnTo>
                  <a:pt x="564985" y="69999"/>
                </a:lnTo>
                <a:lnTo>
                  <a:pt x="565107" y="69705"/>
                </a:lnTo>
                <a:lnTo>
                  <a:pt x="565222" y="69406"/>
                </a:lnTo>
                <a:lnTo>
                  <a:pt x="565332" y="69104"/>
                </a:lnTo>
                <a:lnTo>
                  <a:pt x="565436" y="68797"/>
                </a:lnTo>
                <a:lnTo>
                  <a:pt x="565534" y="68485"/>
                </a:lnTo>
                <a:lnTo>
                  <a:pt x="565626" y="68170"/>
                </a:lnTo>
                <a:lnTo>
                  <a:pt x="565712" y="67850"/>
                </a:lnTo>
                <a:lnTo>
                  <a:pt x="565792" y="67526"/>
                </a:lnTo>
                <a:lnTo>
                  <a:pt x="565867" y="67197"/>
                </a:lnTo>
                <a:lnTo>
                  <a:pt x="565935" y="66865"/>
                </a:lnTo>
                <a:lnTo>
                  <a:pt x="565997" y="66528"/>
                </a:lnTo>
                <a:lnTo>
                  <a:pt x="566054" y="66186"/>
                </a:lnTo>
                <a:lnTo>
                  <a:pt x="566104" y="65841"/>
                </a:lnTo>
                <a:lnTo>
                  <a:pt x="566149" y="65491"/>
                </a:lnTo>
                <a:lnTo>
                  <a:pt x="566187" y="65136"/>
                </a:lnTo>
                <a:lnTo>
                  <a:pt x="566220" y="64778"/>
                </a:lnTo>
                <a:lnTo>
                  <a:pt x="566247" y="64415"/>
                </a:lnTo>
                <a:lnTo>
                  <a:pt x="566267" y="64048"/>
                </a:lnTo>
                <a:lnTo>
                  <a:pt x="566282" y="63676"/>
                </a:lnTo>
                <a:lnTo>
                  <a:pt x="566291" y="63301"/>
                </a:lnTo>
                <a:lnTo>
                  <a:pt x="566294" y="62921"/>
                </a:lnTo>
                <a:lnTo>
                  <a:pt x="566290" y="62459"/>
                </a:lnTo>
                <a:lnTo>
                  <a:pt x="566279" y="62005"/>
                </a:lnTo>
                <a:lnTo>
                  <a:pt x="566260" y="61558"/>
                </a:lnTo>
                <a:lnTo>
                  <a:pt x="566233" y="61118"/>
                </a:lnTo>
                <a:lnTo>
                  <a:pt x="566198" y="60685"/>
                </a:lnTo>
                <a:lnTo>
                  <a:pt x="566156" y="60259"/>
                </a:lnTo>
                <a:lnTo>
                  <a:pt x="566106" y="59840"/>
                </a:lnTo>
                <a:lnTo>
                  <a:pt x="566048" y="59429"/>
                </a:lnTo>
                <a:lnTo>
                  <a:pt x="565983" y="59024"/>
                </a:lnTo>
                <a:lnTo>
                  <a:pt x="565910" y="58627"/>
                </a:lnTo>
                <a:lnTo>
                  <a:pt x="565830" y="58236"/>
                </a:lnTo>
                <a:lnTo>
                  <a:pt x="565741" y="57853"/>
                </a:lnTo>
                <a:lnTo>
                  <a:pt x="565645" y="57477"/>
                </a:lnTo>
                <a:lnTo>
                  <a:pt x="565542" y="57108"/>
                </a:lnTo>
                <a:lnTo>
                  <a:pt x="565430" y="56746"/>
                </a:lnTo>
                <a:lnTo>
                  <a:pt x="565311" y="56391"/>
                </a:lnTo>
                <a:lnTo>
                  <a:pt x="565185" y="56044"/>
                </a:lnTo>
                <a:lnTo>
                  <a:pt x="565050" y="55703"/>
                </a:lnTo>
                <a:lnTo>
                  <a:pt x="564908" y="55370"/>
                </a:lnTo>
                <a:lnTo>
                  <a:pt x="564759" y="55043"/>
                </a:lnTo>
                <a:lnTo>
                  <a:pt x="564601" y="54724"/>
                </a:lnTo>
                <a:lnTo>
                  <a:pt x="564436" y="54412"/>
                </a:lnTo>
                <a:lnTo>
                  <a:pt x="564263" y="54107"/>
                </a:lnTo>
                <a:lnTo>
                  <a:pt x="564083" y="53809"/>
                </a:lnTo>
                <a:lnTo>
                  <a:pt x="563895" y="53517"/>
                </a:lnTo>
                <a:lnTo>
                  <a:pt x="563700" y="53229"/>
                </a:lnTo>
                <a:lnTo>
                  <a:pt x="563497" y="52946"/>
                </a:lnTo>
                <a:lnTo>
                  <a:pt x="563287" y="52667"/>
                </a:lnTo>
                <a:lnTo>
                  <a:pt x="563069" y="52393"/>
                </a:lnTo>
                <a:lnTo>
                  <a:pt x="562845" y="52123"/>
                </a:lnTo>
                <a:lnTo>
                  <a:pt x="562612" y="51858"/>
                </a:lnTo>
                <a:lnTo>
                  <a:pt x="562373" y="51597"/>
                </a:lnTo>
                <a:lnTo>
                  <a:pt x="562126" y="51341"/>
                </a:lnTo>
                <a:lnTo>
                  <a:pt x="561872" y="51090"/>
                </a:lnTo>
                <a:lnTo>
                  <a:pt x="561610" y="50843"/>
                </a:lnTo>
                <a:lnTo>
                  <a:pt x="561341" y="50600"/>
                </a:lnTo>
                <a:lnTo>
                  <a:pt x="561065" y="50362"/>
                </a:lnTo>
                <a:lnTo>
                  <a:pt x="560781" y="50129"/>
                </a:lnTo>
                <a:lnTo>
                  <a:pt x="560490" y="49900"/>
                </a:lnTo>
                <a:lnTo>
                  <a:pt x="560191" y="49676"/>
                </a:lnTo>
                <a:lnTo>
                  <a:pt x="559885" y="49456"/>
                </a:lnTo>
                <a:lnTo>
                  <a:pt x="559572" y="49240"/>
                </a:lnTo>
                <a:lnTo>
                  <a:pt x="559251" y="49030"/>
                </a:lnTo>
                <a:lnTo>
                  <a:pt x="558923" y="48823"/>
                </a:lnTo>
                <a:lnTo>
                  <a:pt x="558588" y="48622"/>
                </a:lnTo>
                <a:lnTo>
                  <a:pt x="558245" y="48424"/>
                </a:lnTo>
                <a:lnTo>
                  <a:pt x="557895" y="48232"/>
                </a:lnTo>
                <a:lnTo>
                  <a:pt x="557538" y="48044"/>
                </a:lnTo>
                <a:lnTo>
                  <a:pt x="557173" y="47859"/>
                </a:lnTo>
                <a:lnTo>
                  <a:pt x="556800" y="47676"/>
                </a:lnTo>
                <a:lnTo>
                  <a:pt x="556421" y="47495"/>
                </a:lnTo>
                <a:lnTo>
                  <a:pt x="556033" y="47317"/>
                </a:lnTo>
                <a:lnTo>
                  <a:pt x="555638" y="47140"/>
                </a:lnTo>
                <a:lnTo>
                  <a:pt x="555236" y="46966"/>
                </a:lnTo>
                <a:lnTo>
                  <a:pt x="554826" y="46794"/>
                </a:lnTo>
                <a:lnTo>
                  <a:pt x="554409" y="46624"/>
                </a:lnTo>
                <a:lnTo>
                  <a:pt x="553984" y="46457"/>
                </a:lnTo>
                <a:lnTo>
                  <a:pt x="553552" y="46291"/>
                </a:lnTo>
                <a:lnTo>
                  <a:pt x="553113" y="46128"/>
                </a:lnTo>
                <a:lnTo>
                  <a:pt x="552666" y="45966"/>
                </a:lnTo>
                <a:lnTo>
                  <a:pt x="552211" y="45807"/>
                </a:lnTo>
                <a:lnTo>
                  <a:pt x="551749" y="45650"/>
                </a:lnTo>
                <a:lnTo>
                  <a:pt x="551279" y="45495"/>
                </a:lnTo>
                <a:lnTo>
                  <a:pt x="550802" y="45343"/>
                </a:lnTo>
                <a:lnTo>
                  <a:pt x="550318" y="45192"/>
                </a:lnTo>
                <a:lnTo>
                  <a:pt x="549826" y="45044"/>
                </a:lnTo>
                <a:lnTo>
                  <a:pt x="549327" y="44898"/>
                </a:lnTo>
                <a:lnTo>
                  <a:pt x="548820" y="44754"/>
                </a:lnTo>
                <a:lnTo>
                  <a:pt x="548305" y="44612"/>
                </a:lnTo>
                <a:lnTo>
                  <a:pt x="547783" y="44472"/>
                </a:lnTo>
                <a:lnTo>
                  <a:pt x="547254" y="44334"/>
                </a:lnTo>
                <a:lnTo>
                  <a:pt x="546717" y="44199"/>
                </a:lnTo>
                <a:lnTo>
                  <a:pt x="546235" y="44075"/>
                </a:lnTo>
                <a:lnTo>
                  <a:pt x="545761" y="43952"/>
                </a:lnTo>
                <a:lnTo>
                  <a:pt x="545295" y="43830"/>
                </a:lnTo>
                <a:lnTo>
                  <a:pt x="544837" y="43708"/>
                </a:lnTo>
                <a:lnTo>
                  <a:pt x="544387" y="43586"/>
                </a:lnTo>
                <a:lnTo>
                  <a:pt x="543946" y="43465"/>
                </a:lnTo>
                <a:lnTo>
                  <a:pt x="543513" y="43345"/>
                </a:lnTo>
                <a:lnTo>
                  <a:pt x="543088" y="43225"/>
                </a:lnTo>
                <a:lnTo>
                  <a:pt x="542671" y="43106"/>
                </a:lnTo>
                <a:lnTo>
                  <a:pt x="542262" y="42987"/>
                </a:lnTo>
                <a:lnTo>
                  <a:pt x="541862" y="42869"/>
                </a:lnTo>
                <a:lnTo>
                  <a:pt x="541469" y="42751"/>
                </a:lnTo>
                <a:lnTo>
                  <a:pt x="541085" y="42634"/>
                </a:lnTo>
                <a:lnTo>
                  <a:pt x="540709" y="42517"/>
                </a:lnTo>
                <a:lnTo>
                  <a:pt x="540342" y="42401"/>
                </a:lnTo>
                <a:lnTo>
                  <a:pt x="539982" y="42285"/>
                </a:lnTo>
                <a:lnTo>
                  <a:pt x="539631" y="42170"/>
                </a:lnTo>
                <a:lnTo>
                  <a:pt x="539288" y="42056"/>
                </a:lnTo>
                <a:lnTo>
                  <a:pt x="538953" y="41942"/>
                </a:lnTo>
                <a:lnTo>
                  <a:pt x="538626" y="41828"/>
                </a:lnTo>
                <a:lnTo>
                  <a:pt x="538307" y="41715"/>
                </a:lnTo>
                <a:lnTo>
                  <a:pt x="537997" y="41603"/>
                </a:lnTo>
                <a:lnTo>
                  <a:pt x="537695" y="41491"/>
                </a:lnTo>
                <a:lnTo>
                  <a:pt x="537401" y="41380"/>
                </a:lnTo>
                <a:lnTo>
                  <a:pt x="537114" y="41268"/>
                </a:lnTo>
                <a:lnTo>
                  <a:pt x="536835" y="41155"/>
                </a:lnTo>
                <a:lnTo>
                  <a:pt x="536562" y="41041"/>
                </a:lnTo>
                <a:lnTo>
                  <a:pt x="536297" y="40926"/>
                </a:lnTo>
                <a:lnTo>
                  <a:pt x="536038" y="40810"/>
                </a:lnTo>
                <a:lnTo>
                  <a:pt x="535786" y="40692"/>
                </a:lnTo>
                <a:lnTo>
                  <a:pt x="535542" y="40573"/>
                </a:lnTo>
                <a:lnTo>
                  <a:pt x="535304" y="40453"/>
                </a:lnTo>
                <a:lnTo>
                  <a:pt x="535073" y="40332"/>
                </a:lnTo>
                <a:lnTo>
                  <a:pt x="534850" y="40210"/>
                </a:lnTo>
                <a:lnTo>
                  <a:pt x="534633" y="40086"/>
                </a:lnTo>
                <a:lnTo>
                  <a:pt x="534423" y="39961"/>
                </a:lnTo>
                <a:lnTo>
                  <a:pt x="534220" y="39836"/>
                </a:lnTo>
                <a:lnTo>
                  <a:pt x="534024" y="39708"/>
                </a:lnTo>
                <a:lnTo>
                  <a:pt x="533835" y="39580"/>
                </a:lnTo>
                <a:lnTo>
                  <a:pt x="533653" y="39451"/>
                </a:lnTo>
                <a:lnTo>
                  <a:pt x="533478" y="39320"/>
                </a:lnTo>
                <a:lnTo>
                  <a:pt x="533310" y="39188"/>
                </a:lnTo>
                <a:lnTo>
                  <a:pt x="533149" y="39055"/>
                </a:lnTo>
                <a:lnTo>
                  <a:pt x="532995" y="38921"/>
                </a:lnTo>
                <a:lnTo>
                  <a:pt x="532847" y="38786"/>
                </a:lnTo>
                <a:lnTo>
                  <a:pt x="532707" y="38649"/>
                </a:lnTo>
                <a:lnTo>
                  <a:pt x="532574" y="38512"/>
                </a:lnTo>
                <a:lnTo>
                  <a:pt x="532447" y="38373"/>
                </a:lnTo>
                <a:lnTo>
                  <a:pt x="532327" y="38232"/>
                </a:lnTo>
                <a:lnTo>
                  <a:pt x="532212" y="38089"/>
                </a:lnTo>
                <a:lnTo>
                  <a:pt x="532102" y="37943"/>
                </a:lnTo>
                <a:lnTo>
                  <a:pt x="531997" y="37794"/>
                </a:lnTo>
                <a:lnTo>
                  <a:pt x="531897" y="37643"/>
                </a:lnTo>
                <a:lnTo>
                  <a:pt x="531803" y="37489"/>
                </a:lnTo>
                <a:lnTo>
                  <a:pt x="531713" y="37333"/>
                </a:lnTo>
                <a:lnTo>
                  <a:pt x="531628" y="37174"/>
                </a:lnTo>
                <a:lnTo>
                  <a:pt x="531549" y="37012"/>
                </a:lnTo>
                <a:lnTo>
                  <a:pt x="531475" y="36848"/>
                </a:lnTo>
                <a:lnTo>
                  <a:pt x="531406" y="36682"/>
                </a:lnTo>
                <a:lnTo>
                  <a:pt x="531342" y="36512"/>
                </a:lnTo>
                <a:lnTo>
                  <a:pt x="531283" y="36341"/>
                </a:lnTo>
                <a:lnTo>
                  <a:pt x="531229" y="36166"/>
                </a:lnTo>
                <a:lnTo>
                  <a:pt x="531181" y="35989"/>
                </a:lnTo>
                <a:lnTo>
                  <a:pt x="531137" y="35810"/>
                </a:lnTo>
                <a:lnTo>
                  <a:pt x="531099" y="35628"/>
                </a:lnTo>
                <a:lnTo>
                  <a:pt x="531065" y="35443"/>
                </a:lnTo>
                <a:lnTo>
                  <a:pt x="531037" y="35256"/>
                </a:lnTo>
                <a:lnTo>
                  <a:pt x="531014" y="35066"/>
                </a:lnTo>
                <a:lnTo>
                  <a:pt x="530996" y="34874"/>
                </a:lnTo>
                <a:lnTo>
                  <a:pt x="530984" y="34679"/>
                </a:lnTo>
                <a:lnTo>
                  <a:pt x="530976" y="34481"/>
                </a:lnTo>
                <a:lnTo>
                  <a:pt x="530973" y="34281"/>
                </a:lnTo>
                <a:lnTo>
                  <a:pt x="530979" y="33928"/>
                </a:lnTo>
                <a:lnTo>
                  <a:pt x="530996" y="33583"/>
                </a:lnTo>
                <a:lnTo>
                  <a:pt x="531025" y="33246"/>
                </a:lnTo>
                <a:lnTo>
                  <a:pt x="531065" y="32917"/>
                </a:lnTo>
                <a:lnTo>
                  <a:pt x="531117" y="32596"/>
                </a:lnTo>
                <a:lnTo>
                  <a:pt x="531180" y="32282"/>
                </a:lnTo>
                <a:lnTo>
                  <a:pt x="531254" y="31976"/>
                </a:lnTo>
                <a:lnTo>
                  <a:pt x="531340" y="31679"/>
                </a:lnTo>
                <a:lnTo>
                  <a:pt x="531438" y="31389"/>
                </a:lnTo>
                <a:lnTo>
                  <a:pt x="531547" y="31107"/>
                </a:lnTo>
                <a:lnTo>
                  <a:pt x="531667" y="30833"/>
                </a:lnTo>
                <a:lnTo>
                  <a:pt x="531799" y="30567"/>
                </a:lnTo>
                <a:lnTo>
                  <a:pt x="531942" y="30309"/>
                </a:lnTo>
                <a:lnTo>
                  <a:pt x="532097" y="30058"/>
                </a:lnTo>
                <a:lnTo>
                  <a:pt x="532263" y="29816"/>
                </a:lnTo>
                <a:lnTo>
                  <a:pt x="532441" y="29581"/>
                </a:lnTo>
                <a:lnTo>
                  <a:pt x="532630" y="29354"/>
                </a:lnTo>
                <a:lnTo>
                  <a:pt x="532831" y="29136"/>
                </a:lnTo>
                <a:lnTo>
                  <a:pt x="533043" y="28925"/>
                </a:lnTo>
                <a:lnTo>
                  <a:pt x="533266" y="28722"/>
                </a:lnTo>
                <a:lnTo>
                  <a:pt x="533501" y="28526"/>
                </a:lnTo>
                <a:lnTo>
                  <a:pt x="533748" y="28339"/>
                </a:lnTo>
                <a:lnTo>
                  <a:pt x="534006" y="28160"/>
                </a:lnTo>
                <a:lnTo>
                  <a:pt x="534275" y="27988"/>
                </a:lnTo>
                <a:lnTo>
                  <a:pt x="534554" y="27824"/>
                </a:lnTo>
                <a:lnTo>
                  <a:pt x="534840" y="27667"/>
                </a:lnTo>
                <a:lnTo>
                  <a:pt x="535132" y="27517"/>
                </a:lnTo>
                <a:lnTo>
                  <a:pt x="535432" y="27373"/>
                </a:lnTo>
                <a:lnTo>
                  <a:pt x="535738" y="27237"/>
                </a:lnTo>
                <a:lnTo>
                  <a:pt x="536052" y="27108"/>
                </a:lnTo>
                <a:lnTo>
                  <a:pt x="536372" y="26985"/>
                </a:lnTo>
                <a:lnTo>
                  <a:pt x="536700" y="26870"/>
                </a:lnTo>
                <a:lnTo>
                  <a:pt x="537034" y="26762"/>
                </a:lnTo>
                <a:lnTo>
                  <a:pt x="537375" y="26660"/>
                </a:lnTo>
                <a:lnTo>
                  <a:pt x="537724" y="26566"/>
                </a:lnTo>
                <a:lnTo>
                  <a:pt x="538079" y="26479"/>
                </a:lnTo>
                <a:lnTo>
                  <a:pt x="538441" y="26398"/>
                </a:lnTo>
                <a:lnTo>
                  <a:pt x="538810" y="26325"/>
                </a:lnTo>
                <a:lnTo>
                  <a:pt x="539186" y="26259"/>
                </a:lnTo>
                <a:lnTo>
                  <a:pt x="539569" y="26199"/>
                </a:lnTo>
                <a:lnTo>
                  <a:pt x="539959" y="26147"/>
                </a:lnTo>
                <a:lnTo>
                  <a:pt x="540356" y="26101"/>
                </a:lnTo>
                <a:lnTo>
                  <a:pt x="540760" y="26063"/>
                </a:lnTo>
                <a:lnTo>
                  <a:pt x="541171" y="26031"/>
                </a:lnTo>
                <a:lnTo>
                  <a:pt x="541589" y="26007"/>
                </a:lnTo>
                <a:lnTo>
                  <a:pt x="542014" y="25990"/>
                </a:lnTo>
                <a:lnTo>
                  <a:pt x="542446" y="25979"/>
                </a:lnTo>
                <a:lnTo>
                  <a:pt x="542885" y="25976"/>
                </a:lnTo>
                <a:lnTo>
                  <a:pt x="543324" y="25980"/>
                </a:lnTo>
                <a:lnTo>
                  <a:pt x="543757" y="25994"/>
                </a:lnTo>
                <a:lnTo>
                  <a:pt x="544185" y="26018"/>
                </a:lnTo>
                <a:lnTo>
                  <a:pt x="544607" y="26051"/>
                </a:lnTo>
                <a:lnTo>
                  <a:pt x="545023" y="26094"/>
                </a:lnTo>
                <a:lnTo>
                  <a:pt x="545433" y="26146"/>
                </a:lnTo>
                <a:lnTo>
                  <a:pt x="545837" y="26207"/>
                </a:lnTo>
                <a:lnTo>
                  <a:pt x="546236" y="26278"/>
                </a:lnTo>
                <a:lnTo>
                  <a:pt x="546628" y="26358"/>
                </a:lnTo>
                <a:lnTo>
                  <a:pt x="547015" y="26448"/>
                </a:lnTo>
                <a:lnTo>
                  <a:pt x="547396" y="26547"/>
                </a:lnTo>
                <a:lnTo>
                  <a:pt x="547771" y="26655"/>
                </a:lnTo>
                <a:lnTo>
                  <a:pt x="548141" y="26773"/>
                </a:lnTo>
                <a:lnTo>
                  <a:pt x="548504" y="26901"/>
                </a:lnTo>
                <a:lnTo>
                  <a:pt x="548862" y="27038"/>
                </a:lnTo>
                <a:lnTo>
                  <a:pt x="549214" y="27184"/>
                </a:lnTo>
                <a:lnTo>
                  <a:pt x="549560" y="27340"/>
                </a:lnTo>
                <a:lnTo>
                  <a:pt x="549900" y="27505"/>
                </a:lnTo>
                <a:lnTo>
                  <a:pt x="550234" y="27680"/>
                </a:lnTo>
                <a:lnTo>
                  <a:pt x="550562" y="27864"/>
                </a:lnTo>
                <a:lnTo>
                  <a:pt x="550885" y="28058"/>
                </a:lnTo>
                <a:lnTo>
                  <a:pt x="551202" y="28261"/>
                </a:lnTo>
                <a:lnTo>
                  <a:pt x="551513" y="28473"/>
                </a:lnTo>
                <a:lnTo>
                  <a:pt x="551818" y="28695"/>
                </a:lnTo>
                <a:lnTo>
                  <a:pt x="552114" y="28928"/>
                </a:lnTo>
                <a:lnTo>
                  <a:pt x="552397" y="29174"/>
                </a:lnTo>
                <a:lnTo>
                  <a:pt x="552668" y="29433"/>
                </a:lnTo>
                <a:lnTo>
                  <a:pt x="552926" y="29705"/>
                </a:lnTo>
                <a:lnTo>
                  <a:pt x="553172" y="29990"/>
                </a:lnTo>
                <a:lnTo>
                  <a:pt x="553404" y="30288"/>
                </a:lnTo>
                <a:lnTo>
                  <a:pt x="553625" y="30600"/>
                </a:lnTo>
                <a:lnTo>
                  <a:pt x="553833" y="30924"/>
                </a:lnTo>
                <a:lnTo>
                  <a:pt x="554028" y="31261"/>
                </a:lnTo>
                <a:lnTo>
                  <a:pt x="554210" y="31611"/>
                </a:lnTo>
                <a:lnTo>
                  <a:pt x="554380" y="31974"/>
                </a:lnTo>
                <a:lnTo>
                  <a:pt x="554538" y="32350"/>
                </a:lnTo>
                <a:lnTo>
                  <a:pt x="554683" y="32739"/>
                </a:lnTo>
                <a:lnTo>
                  <a:pt x="554815" y="33141"/>
                </a:lnTo>
                <a:lnTo>
                  <a:pt x="554934" y="33556"/>
                </a:lnTo>
                <a:lnTo>
                  <a:pt x="555041" y="33984"/>
                </a:lnTo>
                <a:lnTo>
                  <a:pt x="555136" y="34425"/>
                </a:lnTo>
                <a:lnTo>
                  <a:pt x="555218" y="34879"/>
                </a:lnTo>
                <a:lnTo>
                  <a:pt x="555287" y="35346"/>
                </a:lnTo>
                <a:lnTo>
                  <a:pt x="555344" y="35827"/>
                </a:lnTo>
                <a:lnTo>
                  <a:pt x="555388" y="36320"/>
                </a:lnTo>
                <a:lnTo>
                  <a:pt x="555419" y="36826"/>
                </a:lnTo>
                <a:lnTo>
                  <a:pt x="555438" y="37345"/>
                </a:lnTo>
                <a:lnTo>
                  <a:pt x="555444" y="37877"/>
                </a:lnTo>
                <a:lnTo>
                  <a:pt x="564997" y="37877"/>
                </a:lnTo>
                <a:lnTo>
                  <a:pt x="564994" y="37456"/>
                </a:lnTo>
                <a:lnTo>
                  <a:pt x="564985" y="37039"/>
                </a:lnTo>
                <a:lnTo>
                  <a:pt x="564970" y="36628"/>
                </a:lnTo>
                <a:lnTo>
                  <a:pt x="564949" y="36221"/>
                </a:lnTo>
                <a:lnTo>
                  <a:pt x="564921" y="35819"/>
                </a:lnTo>
                <a:lnTo>
                  <a:pt x="564888" y="35423"/>
                </a:lnTo>
                <a:lnTo>
                  <a:pt x="564849" y="35031"/>
                </a:lnTo>
                <a:lnTo>
                  <a:pt x="564804" y="34643"/>
                </a:lnTo>
                <a:lnTo>
                  <a:pt x="564752" y="34261"/>
                </a:lnTo>
                <a:lnTo>
                  <a:pt x="564695" y="33883"/>
                </a:lnTo>
                <a:lnTo>
                  <a:pt x="564631" y="33511"/>
                </a:lnTo>
                <a:lnTo>
                  <a:pt x="564562" y="33143"/>
                </a:lnTo>
                <a:lnTo>
                  <a:pt x="564487" y="32780"/>
                </a:lnTo>
                <a:lnTo>
                  <a:pt x="564405" y="32422"/>
                </a:lnTo>
                <a:lnTo>
                  <a:pt x="564317" y="32068"/>
                </a:lnTo>
                <a:lnTo>
                  <a:pt x="564224" y="31720"/>
                </a:lnTo>
                <a:lnTo>
                  <a:pt x="564124" y="31376"/>
                </a:lnTo>
                <a:lnTo>
                  <a:pt x="564018" y="31037"/>
                </a:lnTo>
                <a:lnTo>
                  <a:pt x="563907" y="30703"/>
                </a:lnTo>
                <a:lnTo>
                  <a:pt x="563789" y="30374"/>
                </a:lnTo>
                <a:lnTo>
                  <a:pt x="563665" y="30050"/>
                </a:lnTo>
                <a:lnTo>
                  <a:pt x="563535" y="29731"/>
                </a:lnTo>
                <a:lnTo>
                  <a:pt x="563399" y="29416"/>
                </a:lnTo>
                <a:lnTo>
                  <a:pt x="563257" y="29106"/>
                </a:lnTo>
                <a:lnTo>
                  <a:pt x="563110" y="28801"/>
                </a:lnTo>
                <a:lnTo>
                  <a:pt x="562958" y="28501"/>
                </a:lnTo>
                <a:lnTo>
                  <a:pt x="562802" y="28206"/>
                </a:lnTo>
                <a:lnTo>
                  <a:pt x="562641" y="27915"/>
                </a:lnTo>
                <a:lnTo>
                  <a:pt x="562475" y="27629"/>
                </a:lnTo>
                <a:lnTo>
                  <a:pt x="562305" y="27348"/>
                </a:lnTo>
                <a:lnTo>
                  <a:pt x="562130" y="27071"/>
                </a:lnTo>
                <a:lnTo>
                  <a:pt x="561950" y="26799"/>
                </a:lnTo>
                <a:lnTo>
                  <a:pt x="561766" y="26532"/>
                </a:lnTo>
                <a:lnTo>
                  <a:pt x="561577" y="26270"/>
                </a:lnTo>
                <a:lnTo>
                  <a:pt x="561384" y="26012"/>
                </a:lnTo>
                <a:lnTo>
                  <a:pt x="561186" y="25759"/>
                </a:lnTo>
                <a:lnTo>
                  <a:pt x="560984" y="25511"/>
                </a:lnTo>
                <a:lnTo>
                  <a:pt x="560776" y="25268"/>
                </a:lnTo>
                <a:lnTo>
                  <a:pt x="560565" y="25029"/>
                </a:lnTo>
                <a:lnTo>
                  <a:pt x="560348" y="24795"/>
                </a:lnTo>
                <a:lnTo>
                  <a:pt x="560127" y="24566"/>
                </a:lnTo>
                <a:lnTo>
                  <a:pt x="559902" y="24341"/>
                </a:lnTo>
                <a:lnTo>
                  <a:pt x="559672" y="24122"/>
                </a:lnTo>
                <a:lnTo>
                  <a:pt x="559437" y="23907"/>
                </a:lnTo>
                <a:lnTo>
                  <a:pt x="559197" y="23696"/>
                </a:lnTo>
                <a:lnTo>
                  <a:pt x="558953" y="23491"/>
                </a:lnTo>
                <a:lnTo>
                  <a:pt x="558705" y="23290"/>
                </a:lnTo>
                <a:lnTo>
                  <a:pt x="558452" y="23094"/>
                </a:lnTo>
                <a:lnTo>
                  <a:pt x="558195" y="22902"/>
                </a:lnTo>
                <a:lnTo>
                  <a:pt x="557934" y="22715"/>
                </a:lnTo>
                <a:lnTo>
                  <a:pt x="557671" y="22532"/>
                </a:lnTo>
                <a:lnTo>
                  <a:pt x="557404" y="22353"/>
                </a:lnTo>
                <a:lnTo>
                  <a:pt x="557134" y="22178"/>
                </a:lnTo>
                <a:lnTo>
                  <a:pt x="556861" y="22007"/>
                </a:lnTo>
                <a:lnTo>
                  <a:pt x="556585" y="21841"/>
                </a:lnTo>
                <a:lnTo>
                  <a:pt x="556306" y="21678"/>
                </a:lnTo>
                <a:lnTo>
                  <a:pt x="556023" y="21520"/>
                </a:lnTo>
                <a:lnTo>
                  <a:pt x="555738" y="21367"/>
                </a:lnTo>
                <a:lnTo>
                  <a:pt x="555449" y="21217"/>
                </a:lnTo>
                <a:lnTo>
                  <a:pt x="555157" y="21071"/>
                </a:lnTo>
                <a:lnTo>
                  <a:pt x="554862" y="20930"/>
                </a:lnTo>
                <a:lnTo>
                  <a:pt x="554563" y="20793"/>
                </a:lnTo>
                <a:lnTo>
                  <a:pt x="554262" y="20660"/>
                </a:lnTo>
                <a:lnTo>
                  <a:pt x="553957" y="20532"/>
                </a:lnTo>
                <a:lnTo>
                  <a:pt x="553649" y="20407"/>
                </a:lnTo>
                <a:lnTo>
                  <a:pt x="553338" y="20287"/>
                </a:lnTo>
                <a:lnTo>
                  <a:pt x="553024" y="20171"/>
                </a:lnTo>
                <a:lnTo>
                  <a:pt x="552706" y="20059"/>
                </a:lnTo>
                <a:lnTo>
                  <a:pt x="552386" y="19951"/>
                </a:lnTo>
                <a:lnTo>
                  <a:pt x="552062" y="19848"/>
                </a:lnTo>
                <a:lnTo>
                  <a:pt x="551735" y="19748"/>
                </a:lnTo>
                <a:lnTo>
                  <a:pt x="551405" y="19653"/>
                </a:lnTo>
                <a:lnTo>
                  <a:pt x="551072" y="19562"/>
                </a:lnTo>
                <a:lnTo>
                  <a:pt x="550738" y="19475"/>
                </a:lnTo>
                <a:lnTo>
                  <a:pt x="550401" y="19392"/>
                </a:lnTo>
                <a:lnTo>
                  <a:pt x="550063" y="19312"/>
                </a:lnTo>
                <a:lnTo>
                  <a:pt x="549722" y="19237"/>
                </a:lnTo>
                <a:lnTo>
                  <a:pt x="549380" y="19165"/>
                </a:lnTo>
                <a:lnTo>
                  <a:pt x="549036" y="19097"/>
                </a:lnTo>
                <a:lnTo>
                  <a:pt x="548689" y="19033"/>
                </a:lnTo>
                <a:lnTo>
                  <a:pt x="548341" y="18973"/>
                </a:lnTo>
                <a:lnTo>
                  <a:pt x="547991" y="18917"/>
                </a:lnTo>
                <a:lnTo>
                  <a:pt x="547639" y="18865"/>
                </a:lnTo>
                <a:lnTo>
                  <a:pt x="547285" y="18816"/>
                </a:lnTo>
                <a:lnTo>
                  <a:pt x="546929" y="18772"/>
                </a:lnTo>
                <a:lnTo>
                  <a:pt x="546571" y="18731"/>
                </a:lnTo>
                <a:lnTo>
                  <a:pt x="546211" y="18694"/>
                </a:lnTo>
                <a:lnTo>
                  <a:pt x="545849" y="18661"/>
                </a:lnTo>
                <a:lnTo>
                  <a:pt x="545485" y="18632"/>
                </a:lnTo>
                <a:lnTo>
                  <a:pt x="545120" y="18607"/>
                </a:lnTo>
                <a:lnTo>
                  <a:pt x="544752" y="18586"/>
                </a:lnTo>
                <a:lnTo>
                  <a:pt x="544382" y="18568"/>
                </a:lnTo>
                <a:lnTo>
                  <a:pt x="544011" y="18555"/>
                </a:lnTo>
                <a:lnTo>
                  <a:pt x="543637" y="18545"/>
                </a:lnTo>
                <a:lnTo>
                  <a:pt x="543262" y="18539"/>
                </a:lnTo>
                <a:lnTo>
                  <a:pt x="542885" y="18537"/>
                </a:lnTo>
                <a:lnTo>
                  <a:pt x="542502" y="18539"/>
                </a:lnTo>
                <a:lnTo>
                  <a:pt x="542123" y="18544"/>
                </a:lnTo>
                <a:lnTo>
                  <a:pt x="541745" y="18553"/>
                </a:lnTo>
                <a:lnTo>
                  <a:pt x="541370" y="18566"/>
                </a:lnTo>
                <a:lnTo>
                  <a:pt x="540998" y="18582"/>
                </a:lnTo>
                <a:lnTo>
                  <a:pt x="540627" y="18601"/>
                </a:lnTo>
                <a:lnTo>
                  <a:pt x="540259" y="18624"/>
                </a:lnTo>
                <a:lnTo>
                  <a:pt x="539894" y="18651"/>
                </a:lnTo>
                <a:lnTo>
                  <a:pt x="539530" y="18681"/>
                </a:lnTo>
                <a:lnTo>
                  <a:pt x="539169" y="18715"/>
                </a:lnTo>
                <a:lnTo>
                  <a:pt x="538811" y="18752"/>
                </a:lnTo>
                <a:lnTo>
                  <a:pt x="538455" y="18793"/>
                </a:lnTo>
                <a:lnTo>
                  <a:pt x="538101" y="18838"/>
                </a:lnTo>
                <a:lnTo>
                  <a:pt x="537749" y="18886"/>
                </a:lnTo>
                <a:lnTo>
                  <a:pt x="537400" y="18937"/>
                </a:lnTo>
                <a:lnTo>
                  <a:pt x="537053" y="18992"/>
                </a:lnTo>
                <a:lnTo>
                  <a:pt x="536709" y="19051"/>
                </a:lnTo>
                <a:lnTo>
                  <a:pt x="536367" y="19113"/>
                </a:lnTo>
                <a:lnTo>
                  <a:pt x="536027" y="19179"/>
                </a:lnTo>
                <a:lnTo>
                  <a:pt x="535690" y="19248"/>
                </a:lnTo>
                <a:lnTo>
                  <a:pt x="535355" y="19321"/>
                </a:lnTo>
                <a:lnTo>
                  <a:pt x="535022" y="19397"/>
                </a:lnTo>
                <a:lnTo>
                  <a:pt x="534692" y="19477"/>
                </a:lnTo>
                <a:lnTo>
                  <a:pt x="534364" y="19561"/>
                </a:lnTo>
                <a:lnTo>
                  <a:pt x="534039" y="19648"/>
                </a:lnTo>
                <a:lnTo>
                  <a:pt x="533717" y="19738"/>
                </a:lnTo>
                <a:lnTo>
                  <a:pt x="533399" y="19832"/>
                </a:lnTo>
                <a:lnTo>
                  <a:pt x="533085" y="19929"/>
                </a:lnTo>
                <a:lnTo>
                  <a:pt x="532774" y="20030"/>
                </a:lnTo>
                <a:lnTo>
                  <a:pt x="532466" y="20134"/>
                </a:lnTo>
                <a:lnTo>
                  <a:pt x="532162" y="20242"/>
                </a:lnTo>
                <a:lnTo>
                  <a:pt x="531861" y="20353"/>
                </a:lnTo>
                <a:lnTo>
                  <a:pt x="531564" y="20467"/>
                </a:lnTo>
                <a:lnTo>
                  <a:pt x="531270" y="20585"/>
                </a:lnTo>
                <a:lnTo>
                  <a:pt x="530980" y="20706"/>
                </a:lnTo>
                <a:lnTo>
                  <a:pt x="530693" y="20831"/>
                </a:lnTo>
                <a:lnTo>
                  <a:pt x="530410" y="20959"/>
                </a:lnTo>
                <a:lnTo>
                  <a:pt x="530130" y="21091"/>
                </a:lnTo>
                <a:lnTo>
                  <a:pt x="529854" y="21226"/>
                </a:lnTo>
                <a:lnTo>
                  <a:pt x="529581" y="21365"/>
                </a:lnTo>
                <a:lnTo>
                  <a:pt x="529312" y="21507"/>
                </a:lnTo>
                <a:lnTo>
                  <a:pt x="529046" y="21652"/>
                </a:lnTo>
                <a:lnTo>
                  <a:pt x="528783" y="21801"/>
                </a:lnTo>
                <a:lnTo>
                  <a:pt x="528525" y="21954"/>
                </a:lnTo>
                <a:lnTo>
                  <a:pt x="528269" y="22109"/>
                </a:lnTo>
                <a:lnTo>
                  <a:pt x="528017" y="22269"/>
                </a:lnTo>
                <a:lnTo>
                  <a:pt x="527769" y="22431"/>
                </a:lnTo>
                <a:lnTo>
                  <a:pt x="527524" y="22598"/>
                </a:lnTo>
                <a:lnTo>
                  <a:pt x="527283" y="22767"/>
                </a:lnTo>
                <a:lnTo>
                  <a:pt x="527046" y="22940"/>
                </a:lnTo>
                <a:lnTo>
                  <a:pt x="526814" y="23117"/>
                </a:lnTo>
                <a:lnTo>
                  <a:pt x="526587" y="23297"/>
                </a:lnTo>
                <a:lnTo>
                  <a:pt x="526364" y="23480"/>
                </a:lnTo>
                <a:lnTo>
                  <a:pt x="526145" y="23667"/>
                </a:lnTo>
                <a:lnTo>
                  <a:pt x="525931" y="23857"/>
                </a:lnTo>
                <a:lnTo>
                  <a:pt x="525722" y="24051"/>
                </a:lnTo>
                <a:lnTo>
                  <a:pt x="525517" y="24248"/>
                </a:lnTo>
                <a:lnTo>
                  <a:pt x="525317" y="24449"/>
                </a:lnTo>
                <a:lnTo>
                  <a:pt x="525121" y="24653"/>
                </a:lnTo>
                <a:lnTo>
                  <a:pt x="524929" y="24860"/>
                </a:lnTo>
                <a:lnTo>
                  <a:pt x="524742" y="25071"/>
                </a:lnTo>
                <a:lnTo>
                  <a:pt x="524560" y="25286"/>
                </a:lnTo>
                <a:lnTo>
                  <a:pt x="524382" y="25504"/>
                </a:lnTo>
                <a:lnTo>
                  <a:pt x="524209" y="25725"/>
                </a:lnTo>
                <a:lnTo>
                  <a:pt x="524040" y="25950"/>
                </a:lnTo>
                <a:lnTo>
                  <a:pt x="523875" y="26178"/>
                </a:lnTo>
                <a:lnTo>
                  <a:pt x="523715" y="26409"/>
                </a:lnTo>
                <a:lnTo>
                  <a:pt x="523560" y="26645"/>
                </a:lnTo>
                <a:lnTo>
                  <a:pt x="523409" y="26883"/>
                </a:lnTo>
                <a:lnTo>
                  <a:pt x="523263" y="27125"/>
                </a:lnTo>
                <a:lnTo>
                  <a:pt x="523121" y="27370"/>
                </a:lnTo>
                <a:lnTo>
                  <a:pt x="522983" y="27619"/>
                </a:lnTo>
                <a:lnTo>
                  <a:pt x="522851" y="27871"/>
                </a:lnTo>
                <a:lnTo>
                  <a:pt x="522724" y="28127"/>
                </a:lnTo>
                <a:lnTo>
                  <a:pt x="522603" y="28386"/>
                </a:lnTo>
                <a:lnTo>
                  <a:pt x="522488" y="28648"/>
                </a:lnTo>
                <a:lnTo>
                  <a:pt x="522378" y="28913"/>
                </a:lnTo>
                <a:lnTo>
                  <a:pt x="522274" y="29182"/>
                </a:lnTo>
                <a:lnTo>
                  <a:pt x="522175" y="29454"/>
                </a:lnTo>
                <a:lnTo>
                  <a:pt x="522082" y="29730"/>
                </a:lnTo>
                <a:lnTo>
                  <a:pt x="521995" y="30008"/>
                </a:lnTo>
                <a:lnTo>
                  <a:pt x="521914" y="30291"/>
                </a:lnTo>
                <a:lnTo>
                  <a:pt x="521838" y="30576"/>
                </a:lnTo>
                <a:lnTo>
                  <a:pt x="521767" y="30865"/>
                </a:lnTo>
                <a:lnTo>
                  <a:pt x="521702" y="31157"/>
                </a:lnTo>
                <a:lnTo>
                  <a:pt x="521643" y="31453"/>
                </a:lnTo>
                <a:lnTo>
                  <a:pt x="521590" y="31751"/>
                </a:lnTo>
                <a:lnTo>
                  <a:pt x="521542" y="32054"/>
                </a:lnTo>
                <a:lnTo>
                  <a:pt x="521500" y="32359"/>
                </a:lnTo>
                <a:lnTo>
                  <a:pt x="521463" y="32668"/>
                </a:lnTo>
                <a:lnTo>
                  <a:pt x="521432" y="32980"/>
                </a:lnTo>
                <a:lnTo>
                  <a:pt x="521407" y="33296"/>
                </a:lnTo>
                <a:lnTo>
                  <a:pt x="521387" y="33614"/>
                </a:lnTo>
                <a:lnTo>
                  <a:pt x="521373" y="33937"/>
                </a:lnTo>
                <a:lnTo>
                  <a:pt x="521365" y="34262"/>
                </a:lnTo>
                <a:lnTo>
                  <a:pt x="521362" y="34591"/>
                </a:lnTo>
                <a:lnTo>
                  <a:pt x="521366" y="35017"/>
                </a:lnTo>
                <a:lnTo>
                  <a:pt x="521378" y="35436"/>
                </a:lnTo>
                <a:lnTo>
                  <a:pt x="521398" y="35850"/>
                </a:lnTo>
                <a:lnTo>
                  <a:pt x="521426" y="36257"/>
                </a:lnTo>
                <a:lnTo>
                  <a:pt x="521462" y="36658"/>
                </a:lnTo>
                <a:lnTo>
                  <a:pt x="521506" y="37053"/>
                </a:lnTo>
                <a:lnTo>
                  <a:pt x="521557" y="37442"/>
                </a:lnTo>
                <a:lnTo>
                  <a:pt x="521617" y="37825"/>
                </a:lnTo>
                <a:lnTo>
                  <a:pt x="521685" y="38201"/>
                </a:lnTo>
                <a:lnTo>
                  <a:pt x="521761" y="38572"/>
                </a:lnTo>
                <a:lnTo>
                  <a:pt x="521845" y="38936"/>
                </a:lnTo>
                <a:lnTo>
                  <a:pt x="521937" y="39294"/>
                </a:lnTo>
                <a:lnTo>
                  <a:pt x="522037" y="39647"/>
                </a:lnTo>
                <a:lnTo>
                  <a:pt x="522144" y="39992"/>
                </a:lnTo>
                <a:lnTo>
                  <a:pt x="522260" y="40332"/>
                </a:lnTo>
                <a:lnTo>
                  <a:pt x="522384" y="40666"/>
                </a:lnTo>
                <a:lnTo>
                  <a:pt x="522516" y="40993"/>
                </a:lnTo>
                <a:lnTo>
                  <a:pt x="522655" y="41315"/>
                </a:lnTo>
                <a:lnTo>
                  <a:pt x="522803" y="41630"/>
                </a:lnTo>
                <a:lnTo>
                  <a:pt x="522959" y="41939"/>
                </a:lnTo>
                <a:lnTo>
                  <a:pt x="523122" y="42242"/>
                </a:lnTo>
                <a:lnTo>
                  <a:pt x="523294" y="42539"/>
                </a:lnTo>
                <a:lnTo>
                  <a:pt x="523474" y="42830"/>
                </a:lnTo>
                <a:lnTo>
                  <a:pt x="523661" y="43114"/>
                </a:lnTo>
                <a:lnTo>
                  <a:pt x="523857" y="43394"/>
                </a:lnTo>
                <a:lnTo>
                  <a:pt x="524060" y="43669"/>
                </a:lnTo>
                <a:lnTo>
                  <a:pt x="524271" y="43940"/>
                </a:lnTo>
                <a:lnTo>
                  <a:pt x="524490" y="44208"/>
                </a:lnTo>
                <a:lnTo>
                  <a:pt x="524717" y="44471"/>
                </a:lnTo>
                <a:lnTo>
                  <a:pt x="524951" y="44730"/>
                </a:lnTo>
                <a:lnTo>
                  <a:pt x="525194" y="44985"/>
                </a:lnTo>
                <a:lnTo>
                  <a:pt x="525444" y="45235"/>
                </a:lnTo>
                <a:lnTo>
                  <a:pt x="525701" y="45482"/>
                </a:lnTo>
                <a:lnTo>
                  <a:pt x="525967" y="45725"/>
                </a:lnTo>
                <a:lnTo>
                  <a:pt x="526240" y="45963"/>
                </a:lnTo>
                <a:lnTo>
                  <a:pt x="526521" y="46198"/>
                </a:lnTo>
                <a:lnTo>
                  <a:pt x="526810" y="46428"/>
                </a:lnTo>
                <a:lnTo>
                  <a:pt x="527107" y="46655"/>
                </a:lnTo>
                <a:lnTo>
                  <a:pt x="527411" y="46877"/>
                </a:lnTo>
                <a:lnTo>
                  <a:pt x="527724" y="47095"/>
                </a:lnTo>
                <a:lnTo>
                  <a:pt x="528044" y="47309"/>
                </a:lnTo>
                <a:lnTo>
                  <a:pt x="528371" y="47519"/>
                </a:lnTo>
                <a:lnTo>
                  <a:pt x="528707" y="47725"/>
                </a:lnTo>
                <a:lnTo>
                  <a:pt x="529050" y="47927"/>
                </a:lnTo>
                <a:lnTo>
                  <a:pt x="529401" y="48124"/>
                </a:lnTo>
                <a:lnTo>
                  <a:pt x="529760" y="48318"/>
                </a:lnTo>
                <a:lnTo>
                  <a:pt x="530127" y="48508"/>
                </a:lnTo>
                <a:lnTo>
                  <a:pt x="530502" y="48693"/>
                </a:lnTo>
                <a:lnTo>
                  <a:pt x="530884" y="48876"/>
                </a:lnTo>
                <a:lnTo>
                  <a:pt x="531273" y="49056"/>
                </a:lnTo>
                <a:lnTo>
                  <a:pt x="531671" y="49235"/>
                </a:lnTo>
                <a:lnTo>
                  <a:pt x="532076" y="49412"/>
                </a:lnTo>
                <a:lnTo>
                  <a:pt x="532488" y="49587"/>
                </a:lnTo>
                <a:lnTo>
                  <a:pt x="532908" y="49761"/>
                </a:lnTo>
                <a:lnTo>
                  <a:pt x="533336" y="49932"/>
                </a:lnTo>
                <a:lnTo>
                  <a:pt x="533771" y="50102"/>
                </a:lnTo>
                <a:lnTo>
                  <a:pt x="534214" y="50270"/>
                </a:lnTo>
                <a:lnTo>
                  <a:pt x="534664" y="50436"/>
                </a:lnTo>
                <a:lnTo>
                  <a:pt x="535122" y="50600"/>
                </a:lnTo>
                <a:lnTo>
                  <a:pt x="535587" y="50762"/>
                </a:lnTo>
                <a:lnTo>
                  <a:pt x="536060" y="50923"/>
                </a:lnTo>
                <a:lnTo>
                  <a:pt x="536541" y="51081"/>
                </a:lnTo>
                <a:lnTo>
                  <a:pt x="537029" y="51238"/>
                </a:lnTo>
                <a:lnTo>
                  <a:pt x="537525" y="51393"/>
                </a:lnTo>
                <a:lnTo>
                  <a:pt x="538028" y="51546"/>
                </a:lnTo>
                <a:lnTo>
                  <a:pt x="538539" y="51698"/>
                </a:lnTo>
                <a:lnTo>
                  <a:pt x="539058" y="51847"/>
                </a:lnTo>
                <a:lnTo>
                  <a:pt x="539584" y="51995"/>
                </a:lnTo>
                <a:lnTo>
                  <a:pt x="540118" y="52141"/>
                </a:lnTo>
                <a:lnTo>
                  <a:pt x="540659" y="52285"/>
                </a:lnTo>
                <a:lnTo>
                  <a:pt x="541208" y="52427"/>
                </a:lnTo>
                <a:lnTo>
                  <a:pt x="541764" y="52567"/>
                </a:lnTo>
                <a:lnTo>
                  <a:pt x="542448" y="52748"/>
                </a:lnTo>
                <a:lnTo>
                  <a:pt x="543115" y="52928"/>
                </a:lnTo>
                <a:lnTo>
                  <a:pt x="543764" y="53109"/>
                </a:lnTo>
                <a:lnTo>
                  <a:pt x="544396" y="53289"/>
                </a:lnTo>
                <a:lnTo>
                  <a:pt x="545010" y="53469"/>
                </a:lnTo>
                <a:lnTo>
                  <a:pt x="545606" y="53648"/>
                </a:lnTo>
                <a:lnTo>
                  <a:pt x="546185" y="53828"/>
                </a:lnTo>
                <a:lnTo>
                  <a:pt x="546747" y="54007"/>
                </a:lnTo>
                <a:lnTo>
                  <a:pt x="547291" y="54186"/>
                </a:lnTo>
                <a:lnTo>
                  <a:pt x="547817" y="54365"/>
                </a:lnTo>
                <a:lnTo>
                  <a:pt x="548326" y="54543"/>
                </a:lnTo>
                <a:lnTo>
                  <a:pt x="548818" y="54722"/>
                </a:lnTo>
                <a:lnTo>
                  <a:pt x="549292" y="54900"/>
                </a:lnTo>
                <a:lnTo>
                  <a:pt x="549749" y="55078"/>
                </a:lnTo>
                <a:lnTo>
                  <a:pt x="550188" y="55255"/>
                </a:lnTo>
                <a:lnTo>
                  <a:pt x="550609" y="55433"/>
                </a:lnTo>
                <a:lnTo>
                  <a:pt x="551013" y="55610"/>
                </a:lnTo>
                <a:lnTo>
                  <a:pt x="551400" y="55787"/>
                </a:lnTo>
                <a:lnTo>
                  <a:pt x="551769" y="55964"/>
                </a:lnTo>
                <a:lnTo>
                  <a:pt x="552120" y="56141"/>
                </a:lnTo>
                <a:lnTo>
                  <a:pt x="552454" y="56317"/>
                </a:lnTo>
                <a:lnTo>
                  <a:pt x="552771" y="56494"/>
                </a:lnTo>
                <a:lnTo>
                  <a:pt x="553070" y="56670"/>
                </a:lnTo>
                <a:lnTo>
                  <a:pt x="553351" y="56845"/>
                </a:lnTo>
                <a:lnTo>
                  <a:pt x="553618" y="57025"/>
                </a:lnTo>
                <a:lnTo>
                  <a:pt x="553874" y="57213"/>
                </a:lnTo>
                <a:lnTo>
                  <a:pt x="554118" y="57409"/>
                </a:lnTo>
                <a:lnTo>
                  <a:pt x="554351" y="57613"/>
                </a:lnTo>
                <a:lnTo>
                  <a:pt x="554573" y="57826"/>
                </a:lnTo>
                <a:lnTo>
                  <a:pt x="554783" y="58046"/>
                </a:lnTo>
                <a:lnTo>
                  <a:pt x="554982" y="58275"/>
                </a:lnTo>
                <a:lnTo>
                  <a:pt x="555169" y="58512"/>
                </a:lnTo>
                <a:lnTo>
                  <a:pt x="555345" y="58757"/>
                </a:lnTo>
                <a:lnTo>
                  <a:pt x="555510" y="59010"/>
                </a:lnTo>
                <a:lnTo>
                  <a:pt x="555663" y="59272"/>
                </a:lnTo>
                <a:lnTo>
                  <a:pt x="555806" y="59541"/>
                </a:lnTo>
                <a:lnTo>
                  <a:pt x="555936" y="59819"/>
                </a:lnTo>
                <a:lnTo>
                  <a:pt x="556056" y="60105"/>
                </a:lnTo>
                <a:lnTo>
                  <a:pt x="556163" y="60399"/>
                </a:lnTo>
                <a:lnTo>
                  <a:pt x="556260" y="60702"/>
                </a:lnTo>
                <a:lnTo>
                  <a:pt x="556345" y="61012"/>
                </a:lnTo>
                <a:lnTo>
                  <a:pt x="556419" y="61331"/>
                </a:lnTo>
                <a:lnTo>
                  <a:pt x="556482" y="61658"/>
                </a:lnTo>
                <a:lnTo>
                  <a:pt x="556533" y="61993"/>
                </a:lnTo>
                <a:lnTo>
                  <a:pt x="556573" y="62336"/>
                </a:lnTo>
                <a:lnTo>
                  <a:pt x="556601" y="62688"/>
                </a:lnTo>
                <a:lnTo>
                  <a:pt x="556618" y="63047"/>
                </a:lnTo>
                <a:lnTo>
                  <a:pt x="556624" y="63415"/>
                </a:lnTo>
                <a:lnTo>
                  <a:pt x="556617" y="63845"/>
                </a:lnTo>
                <a:lnTo>
                  <a:pt x="556598" y="64264"/>
                </a:lnTo>
                <a:lnTo>
                  <a:pt x="556567" y="64674"/>
                </a:lnTo>
                <a:lnTo>
                  <a:pt x="556523" y="65073"/>
                </a:lnTo>
                <a:lnTo>
                  <a:pt x="556466" y="65462"/>
                </a:lnTo>
                <a:lnTo>
                  <a:pt x="556397" y="65840"/>
                </a:lnTo>
                <a:lnTo>
                  <a:pt x="556315" y="66209"/>
                </a:lnTo>
                <a:lnTo>
                  <a:pt x="556221" y="66567"/>
                </a:lnTo>
                <a:lnTo>
                  <a:pt x="556114" y="66916"/>
                </a:lnTo>
                <a:lnTo>
                  <a:pt x="555994" y="67254"/>
                </a:lnTo>
                <a:lnTo>
                  <a:pt x="555862" y="67582"/>
                </a:lnTo>
                <a:lnTo>
                  <a:pt x="555717" y="67899"/>
                </a:lnTo>
                <a:lnTo>
                  <a:pt x="555560" y="68207"/>
                </a:lnTo>
                <a:lnTo>
                  <a:pt x="555390" y="68504"/>
                </a:lnTo>
                <a:lnTo>
                  <a:pt x="555207" y="68791"/>
                </a:lnTo>
                <a:lnTo>
                  <a:pt x="555012" y="69068"/>
                </a:lnTo>
                <a:lnTo>
                  <a:pt x="554804" y="69335"/>
                </a:lnTo>
                <a:lnTo>
                  <a:pt x="554584" y="69592"/>
                </a:lnTo>
                <a:lnTo>
                  <a:pt x="554351" y="69838"/>
                </a:lnTo>
                <a:lnTo>
                  <a:pt x="554105" y="70075"/>
                </a:lnTo>
                <a:lnTo>
                  <a:pt x="553847" y="70301"/>
                </a:lnTo>
                <a:lnTo>
                  <a:pt x="553576" y="70517"/>
                </a:lnTo>
                <a:lnTo>
                  <a:pt x="553293" y="70722"/>
                </a:lnTo>
                <a:lnTo>
                  <a:pt x="552997" y="70918"/>
                </a:lnTo>
                <a:lnTo>
                  <a:pt x="552692" y="71105"/>
                </a:lnTo>
                <a:lnTo>
                  <a:pt x="552379" y="71283"/>
                </a:lnTo>
                <a:lnTo>
                  <a:pt x="552060" y="71454"/>
                </a:lnTo>
                <a:lnTo>
                  <a:pt x="551734" y="71616"/>
                </a:lnTo>
                <a:lnTo>
                  <a:pt x="551400" y="71771"/>
                </a:lnTo>
                <a:lnTo>
                  <a:pt x="551061" y="71918"/>
                </a:lnTo>
                <a:lnTo>
                  <a:pt x="550714" y="72057"/>
                </a:lnTo>
                <a:lnTo>
                  <a:pt x="550360" y="72188"/>
                </a:lnTo>
                <a:lnTo>
                  <a:pt x="550000" y="72311"/>
                </a:lnTo>
                <a:lnTo>
                  <a:pt x="549632" y="72426"/>
                </a:lnTo>
                <a:lnTo>
                  <a:pt x="549258" y="72533"/>
                </a:lnTo>
                <a:lnTo>
                  <a:pt x="548877" y="72632"/>
                </a:lnTo>
                <a:lnTo>
                  <a:pt x="548489" y="72724"/>
                </a:lnTo>
                <a:lnTo>
                  <a:pt x="548094" y="72807"/>
                </a:lnTo>
                <a:lnTo>
                  <a:pt x="547693" y="72882"/>
                </a:lnTo>
                <a:lnTo>
                  <a:pt x="547284" y="72950"/>
                </a:lnTo>
                <a:lnTo>
                  <a:pt x="546869" y="73009"/>
                </a:lnTo>
                <a:lnTo>
                  <a:pt x="546446" y="73061"/>
                </a:lnTo>
                <a:lnTo>
                  <a:pt x="546017" y="73105"/>
                </a:lnTo>
                <a:lnTo>
                  <a:pt x="545581" y="73140"/>
                </a:lnTo>
                <a:lnTo>
                  <a:pt x="545139" y="73168"/>
                </a:lnTo>
                <a:lnTo>
                  <a:pt x="544689" y="73188"/>
                </a:lnTo>
                <a:lnTo>
                  <a:pt x="544232" y="73200"/>
                </a:lnTo>
                <a:lnTo>
                  <a:pt x="543769" y="73204"/>
                </a:lnTo>
                <a:lnTo>
                  <a:pt x="543252" y="73199"/>
                </a:lnTo>
                <a:lnTo>
                  <a:pt x="542742" y="73184"/>
                </a:lnTo>
                <a:lnTo>
                  <a:pt x="542239" y="73159"/>
                </a:lnTo>
                <a:lnTo>
                  <a:pt x="541743" y="73124"/>
                </a:lnTo>
                <a:lnTo>
                  <a:pt x="541254" y="73079"/>
                </a:lnTo>
                <a:lnTo>
                  <a:pt x="540773" y="73024"/>
                </a:lnTo>
                <a:lnTo>
                  <a:pt x="540298" y="72960"/>
                </a:lnTo>
                <a:lnTo>
                  <a:pt x="539831" y="72885"/>
                </a:lnTo>
                <a:lnTo>
                  <a:pt x="539371" y="72800"/>
                </a:lnTo>
                <a:lnTo>
                  <a:pt x="538919" y="72705"/>
                </a:lnTo>
                <a:lnTo>
                  <a:pt x="538473" y="72601"/>
                </a:lnTo>
                <a:lnTo>
                  <a:pt x="538035" y="72486"/>
                </a:lnTo>
                <a:lnTo>
                  <a:pt x="537603" y="72362"/>
                </a:lnTo>
                <a:lnTo>
                  <a:pt x="537179" y="72227"/>
                </a:lnTo>
                <a:lnTo>
                  <a:pt x="536762" y="72082"/>
                </a:lnTo>
                <a:lnTo>
                  <a:pt x="536352" y="71928"/>
                </a:lnTo>
                <a:lnTo>
                  <a:pt x="535950" y="71764"/>
                </a:lnTo>
                <a:lnTo>
                  <a:pt x="535554" y="71589"/>
                </a:lnTo>
                <a:lnTo>
                  <a:pt x="535166" y="71405"/>
                </a:lnTo>
                <a:lnTo>
                  <a:pt x="534785" y="71210"/>
                </a:lnTo>
                <a:lnTo>
                  <a:pt x="534411" y="71006"/>
                </a:lnTo>
                <a:lnTo>
                  <a:pt x="534044" y="70792"/>
                </a:lnTo>
                <a:lnTo>
                  <a:pt x="533684" y="70567"/>
                </a:lnTo>
                <a:lnTo>
                  <a:pt x="533332" y="70333"/>
                </a:lnTo>
                <a:lnTo>
                  <a:pt x="532990" y="70086"/>
                </a:lnTo>
                <a:lnTo>
                  <a:pt x="532663" y="69825"/>
                </a:lnTo>
                <a:lnTo>
                  <a:pt x="532351" y="69548"/>
                </a:lnTo>
                <a:lnTo>
                  <a:pt x="532053" y="69257"/>
                </a:lnTo>
                <a:lnTo>
                  <a:pt x="531769" y="68951"/>
                </a:lnTo>
                <a:lnTo>
                  <a:pt x="531500" y="68630"/>
                </a:lnTo>
                <a:lnTo>
                  <a:pt x="531246" y="68294"/>
                </a:lnTo>
                <a:lnTo>
                  <a:pt x="531006" y="67944"/>
                </a:lnTo>
                <a:lnTo>
                  <a:pt x="530781" y="67578"/>
                </a:lnTo>
                <a:lnTo>
                  <a:pt x="530570" y="67198"/>
                </a:lnTo>
                <a:lnTo>
                  <a:pt x="530374" y="66803"/>
                </a:lnTo>
                <a:lnTo>
                  <a:pt x="530192" y="66393"/>
                </a:lnTo>
                <a:lnTo>
                  <a:pt x="530025" y="65968"/>
                </a:lnTo>
                <a:lnTo>
                  <a:pt x="529872" y="65528"/>
                </a:lnTo>
                <a:lnTo>
                  <a:pt x="529734" y="65074"/>
                </a:lnTo>
                <a:lnTo>
                  <a:pt x="529611" y="64604"/>
                </a:lnTo>
                <a:lnTo>
                  <a:pt x="529501" y="64120"/>
                </a:lnTo>
                <a:lnTo>
                  <a:pt x="529407" y="63621"/>
                </a:lnTo>
                <a:lnTo>
                  <a:pt x="529327" y="63107"/>
                </a:lnTo>
                <a:lnTo>
                  <a:pt x="529262" y="62579"/>
                </a:lnTo>
                <a:lnTo>
                  <a:pt x="529211" y="62035"/>
                </a:lnTo>
                <a:lnTo>
                  <a:pt x="529174" y="61477"/>
                </a:lnTo>
                <a:lnTo>
                  <a:pt x="529153" y="60904"/>
                </a:lnTo>
                <a:lnTo>
                  <a:pt x="529145" y="60316"/>
                </a:lnTo>
                <a:lnTo>
                  <a:pt x="519652" y="60316"/>
                </a:lnTo>
                <a:lnTo>
                  <a:pt x="519655" y="60773"/>
                </a:lnTo>
                <a:lnTo>
                  <a:pt x="519665" y="61224"/>
                </a:lnTo>
                <a:lnTo>
                  <a:pt x="519681" y="61669"/>
                </a:lnTo>
                <a:lnTo>
                  <a:pt x="519703" y="62108"/>
                </a:lnTo>
                <a:lnTo>
                  <a:pt x="519732" y="62542"/>
                </a:lnTo>
                <a:lnTo>
                  <a:pt x="519768" y="62970"/>
                </a:lnTo>
                <a:lnTo>
                  <a:pt x="519810" y="63392"/>
                </a:lnTo>
                <a:lnTo>
                  <a:pt x="519858" y="63808"/>
                </a:lnTo>
                <a:lnTo>
                  <a:pt x="519913" y="64219"/>
                </a:lnTo>
                <a:lnTo>
                  <a:pt x="519974" y="64623"/>
                </a:lnTo>
                <a:lnTo>
                  <a:pt x="520042" y="65022"/>
                </a:lnTo>
                <a:lnTo>
                  <a:pt x="520116" y="65415"/>
                </a:lnTo>
                <a:lnTo>
                  <a:pt x="520197" y="65802"/>
                </a:lnTo>
                <a:lnTo>
                  <a:pt x="520284" y="66183"/>
                </a:lnTo>
                <a:lnTo>
                  <a:pt x="520377" y="66559"/>
                </a:lnTo>
                <a:lnTo>
                  <a:pt x="520477" y="66928"/>
                </a:lnTo>
                <a:lnTo>
                  <a:pt x="520584" y="67292"/>
                </a:lnTo>
                <a:lnTo>
                  <a:pt x="520697" y="67650"/>
                </a:lnTo>
                <a:lnTo>
                  <a:pt x="520816" y="68003"/>
                </a:lnTo>
                <a:lnTo>
                  <a:pt x="520942" y="68349"/>
                </a:lnTo>
                <a:lnTo>
                  <a:pt x="521074" y="68690"/>
                </a:lnTo>
                <a:lnTo>
                  <a:pt x="521213" y="69024"/>
                </a:lnTo>
                <a:lnTo>
                  <a:pt x="521358" y="69353"/>
                </a:lnTo>
                <a:lnTo>
                  <a:pt x="521509" y="69676"/>
                </a:lnTo>
                <a:lnTo>
                  <a:pt x="521666" y="69994"/>
                </a:lnTo>
                <a:lnTo>
                  <a:pt x="521829" y="70307"/>
                </a:lnTo>
                <a:lnTo>
                  <a:pt x="521996" y="70615"/>
                </a:lnTo>
                <a:lnTo>
                  <a:pt x="522168" y="70918"/>
                </a:lnTo>
                <a:lnTo>
                  <a:pt x="522346" y="71216"/>
                </a:lnTo>
                <a:lnTo>
                  <a:pt x="522528" y="71509"/>
                </a:lnTo>
                <a:lnTo>
                  <a:pt x="522716" y="71797"/>
                </a:lnTo>
                <a:lnTo>
                  <a:pt x="522908" y="72080"/>
                </a:lnTo>
                <a:lnTo>
                  <a:pt x="523105" y="72358"/>
                </a:lnTo>
                <a:lnTo>
                  <a:pt x="523308" y="72632"/>
                </a:lnTo>
                <a:lnTo>
                  <a:pt x="523515" y="72900"/>
                </a:lnTo>
                <a:lnTo>
                  <a:pt x="523728" y="73163"/>
                </a:lnTo>
                <a:lnTo>
                  <a:pt x="523945" y="73422"/>
                </a:lnTo>
                <a:lnTo>
                  <a:pt x="524168" y="73675"/>
                </a:lnTo>
                <a:lnTo>
                  <a:pt x="524395" y="73924"/>
                </a:lnTo>
                <a:lnTo>
                  <a:pt x="524628" y="74167"/>
                </a:lnTo>
                <a:lnTo>
                  <a:pt x="524865" y="74406"/>
                </a:lnTo>
                <a:lnTo>
                  <a:pt x="525108" y="74640"/>
                </a:lnTo>
                <a:lnTo>
                  <a:pt x="525356" y="74868"/>
                </a:lnTo>
                <a:lnTo>
                  <a:pt x="525608" y="75092"/>
                </a:lnTo>
                <a:lnTo>
                  <a:pt x="525866" y="75311"/>
                </a:lnTo>
                <a:lnTo>
                  <a:pt x="526128" y="75525"/>
                </a:lnTo>
                <a:lnTo>
                  <a:pt x="526396" y="75734"/>
                </a:lnTo>
                <a:lnTo>
                  <a:pt x="526669" y="75938"/>
                </a:lnTo>
                <a:lnTo>
                  <a:pt x="526946" y="76137"/>
                </a:lnTo>
                <a:lnTo>
                  <a:pt x="527226" y="76331"/>
                </a:lnTo>
                <a:lnTo>
                  <a:pt x="527510" y="76521"/>
                </a:lnTo>
                <a:lnTo>
                  <a:pt x="527798" y="76706"/>
                </a:lnTo>
                <a:lnTo>
                  <a:pt x="528089" y="76887"/>
                </a:lnTo>
                <a:lnTo>
                  <a:pt x="528384" y="77063"/>
                </a:lnTo>
                <a:lnTo>
                  <a:pt x="528683" y="77234"/>
                </a:lnTo>
                <a:lnTo>
                  <a:pt x="528985" y="77401"/>
                </a:lnTo>
                <a:lnTo>
                  <a:pt x="529290" y="77563"/>
                </a:lnTo>
                <a:lnTo>
                  <a:pt x="529600" y="77721"/>
                </a:lnTo>
                <a:lnTo>
                  <a:pt x="529912" y="77873"/>
                </a:lnTo>
                <a:lnTo>
                  <a:pt x="530229" y="78022"/>
                </a:lnTo>
                <a:lnTo>
                  <a:pt x="530549" y="78165"/>
                </a:lnTo>
                <a:lnTo>
                  <a:pt x="530872" y="78304"/>
                </a:lnTo>
                <a:lnTo>
                  <a:pt x="531199" y="78439"/>
                </a:lnTo>
                <a:lnTo>
                  <a:pt x="531530" y="78568"/>
                </a:lnTo>
                <a:lnTo>
                  <a:pt x="531864" y="78693"/>
                </a:lnTo>
                <a:lnTo>
                  <a:pt x="532202" y="78814"/>
                </a:lnTo>
                <a:lnTo>
                  <a:pt x="532544" y="78930"/>
                </a:lnTo>
                <a:lnTo>
                  <a:pt x="532889" y="79041"/>
                </a:lnTo>
                <a:lnTo>
                  <a:pt x="533238" y="79147"/>
                </a:lnTo>
                <a:lnTo>
                  <a:pt x="533590" y="79249"/>
                </a:lnTo>
                <a:lnTo>
                  <a:pt x="533946" y="79347"/>
                </a:lnTo>
                <a:lnTo>
                  <a:pt x="534305" y="79439"/>
                </a:lnTo>
                <a:lnTo>
                  <a:pt x="534667" y="79528"/>
                </a:lnTo>
                <a:lnTo>
                  <a:pt x="535031" y="79613"/>
                </a:lnTo>
                <a:lnTo>
                  <a:pt x="535397" y="79694"/>
                </a:lnTo>
                <a:lnTo>
                  <a:pt x="535765" y="79771"/>
                </a:lnTo>
                <a:lnTo>
                  <a:pt x="536135" y="79844"/>
                </a:lnTo>
                <a:lnTo>
                  <a:pt x="536507" y="79914"/>
                </a:lnTo>
                <a:lnTo>
                  <a:pt x="536881" y="79980"/>
                </a:lnTo>
                <a:lnTo>
                  <a:pt x="537256" y="80042"/>
                </a:lnTo>
                <a:lnTo>
                  <a:pt x="537634" y="80100"/>
                </a:lnTo>
                <a:lnTo>
                  <a:pt x="538014" y="80155"/>
                </a:lnTo>
                <a:lnTo>
                  <a:pt x="538395" y="80206"/>
                </a:lnTo>
                <a:lnTo>
                  <a:pt x="538779" y="80253"/>
                </a:lnTo>
                <a:lnTo>
                  <a:pt x="539164" y="80296"/>
                </a:lnTo>
                <a:lnTo>
                  <a:pt x="539552" y="80336"/>
                </a:lnTo>
                <a:lnTo>
                  <a:pt x="539941" y="80372"/>
                </a:lnTo>
                <a:lnTo>
                  <a:pt x="540333" y="80404"/>
                </a:lnTo>
                <a:lnTo>
                  <a:pt x="540726" y="80432"/>
                </a:lnTo>
                <a:lnTo>
                  <a:pt x="541121" y="80456"/>
                </a:lnTo>
                <a:lnTo>
                  <a:pt x="541518" y="80477"/>
                </a:lnTo>
                <a:lnTo>
                  <a:pt x="541917" y="80494"/>
                </a:lnTo>
                <a:lnTo>
                  <a:pt x="542318" y="80507"/>
                </a:lnTo>
                <a:lnTo>
                  <a:pt x="542721" y="80517"/>
                </a:lnTo>
                <a:lnTo>
                  <a:pt x="543126" y="80522"/>
                </a:lnTo>
                <a:lnTo>
                  <a:pt x="543533" y="80524"/>
                </a:lnTo>
                <a:lnTo>
                  <a:pt x="543935" y="80522"/>
                </a:lnTo>
                <a:lnTo>
                  <a:pt x="544334" y="80517"/>
                </a:lnTo>
                <a:lnTo>
                  <a:pt x="544731" y="80508"/>
                </a:lnTo>
                <a:lnTo>
                  <a:pt x="545126" y="80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8568D-A17C-421A-9DFE-F3D8E769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589" y="2613120"/>
            <a:ext cx="322374" cy="82034"/>
          </a:xfrm>
          <a:custGeom xmlns:a="http://schemas.openxmlformats.org/drawingml/2006/main">
            <a:pathLst>
              <a:path w="322374" h="82034">
                <a:moveTo>
                  <a:pt x="241012" y="82034"/>
                </a:moveTo>
                <a:lnTo>
                  <a:pt x="322374" y="39866"/>
                </a:lnTo>
                <a:lnTo>
                  <a:pt x="239861" y="0"/>
                </a:lnTo>
                <a:lnTo>
                  <a:pt x="240341" y="34182"/>
                </a:lnTo>
                <a:lnTo>
                  <a:pt x="0" y="37559"/>
                </a:lnTo>
                <a:lnTo>
                  <a:pt x="191" y="51233"/>
                </a:lnTo>
                <a:lnTo>
                  <a:pt x="240533" y="47854"/>
                </a:lnTo>
                <a:lnTo>
                  <a:pt x="241012" y="820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3C344-E90A-4C9A-B9A5-19A8C82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38" y="3148573"/>
            <a:ext cx="777559" cy="374010"/>
          </a:xfrm>
          <a:custGeom xmlns:a="http://schemas.openxmlformats.org/drawingml/2006/main">
            <a:pathLst>
              <a:path w="777559" h="374010" fill="none">
                <a:moveTo>
                  <a:pt x="0" y="0"/>
                </a:moveTo>
                <a:lnTo>
                  <a:pt x="777559" y="0"/>
                </a:lnTo>
                <a:lnTo>
                  <a:pt x="777559" y="374010"/>
                </a:lnTo>
                <a:lnTo>
                  <a:pt x="0" y="3740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62" name="Text Metadata">
            <a:extLst xmlns:a="http://schemas.openxmlformats.org/drawingml/2006/main">
              <a:ext uri="{FF2B5EF4-FFF2-40B4-BE49-F238E27FC236}">
                <a16:creationId xmlns:a16="http://schemas.microsoft.com/office/drawing/2014/main" id="{CA50533E-41C4-4919-A612-795EA4A4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53" y="3184529"/>
            <a:ext cx="608263" cy="115035"/>
          </a:xfrm>
          <a:custGeom xmlns:a="http://schemas.openxmlformats.org/drawingml/2006/main">
            <a:pathLst>
              <a:path w="608263" h="115035">
                <a:moveTo>
                  <a:pt x="0" y="113516"/>
                </a:moveTo>
                <a:lnTo>
                  <a:pt x="14573" y="113516"/>
                </a:lnTo>
                <a:lnTo>
                  <a:pt x="14573" y="21479"/>
                </a:lnTo>
                <a:lnTo>
                  <a:pt x="48352" y="77758"/>
                </a:lnTo>
                <a:lnTo>
                  <a:pt x="58292" y="77758"/>
                </a:lnTo>
                <a:lnTo>
                  <a:pt x="91566" y="21472"/>
                </a:lnTo>
                <a:lnTo>
                  <a:pt x="91566" y="113516"/>
                </a:lnTo>
                <a:lnTo>
                  <a:pt x="106561" y="113516"/>
                </a:lnTo>
                <a:lnTo>
                  <a:pt x="106561" y="0"/>
                </a:lnTo>
                <a:lnTo>
                  <a:pt x="90303" y="0"/>
                </a:lnTo>
                <a:lnTo>
                  <a:pt x="53834" y="61668"/>
                </a:lnTo>
                <a:lnTo>
                  <a:pt x="16511" y="0"/>
                </a:lnTo>
                <a:lnTo>
                  <a:pt x="0" y="0"/>
                </a:lnTo>
                <a:lnTo>
                  <a:pt x="0" y="113516"/>
                </a:lnTo>
                <a:close/>
                <a:moveTo>
                  <a:pt x="232024" y="102039"/>
                </a:moveTo>
                <a:lnTo>
                  <a:pt x="231434" y="102017"/>
                </a:lnTo>
                <a:lnTo>
                  <a:pt x="230864" y="101980"/>
                </a:lnTo>
                <a:lnTo>
                  <a:pt x="230312" y="101928"/>
                </a:lnTo>
                <a:lnTo>
                  <a:pt x="229779" y="101861"/>
                </a:lnTo>
                <a:lnTo>
                  <a:pt x="229265" y="101779"/>
                </a:lnTo>
                <a:lnTo>
                  <a:pt x="228770" y="101683"/>
                </a:lnTo>
                <a:lnTo>
                  <a:pt x="228294" y="101571"/>
                </a:lnTo>
                <a:lnTo>
                  <a:pt x="227836" y="101445"/>
                </a:lnTo>
                <a:lnTo>
                  <a:pt x="227398" y="101304"/>
                </a:lnTo>
                <a:lnTo>
                  <a:pt x="226978" y="101148"/>
                </a:lnTo>
                <a:lnTo>
                  <a:pt x="226577" y="100977"/>
                </a:lnTo>
                <a:lnTo>
                  <a:pt x="226195" y="100792"/>
                </a:lnTo>
                <a:lnTo>
                  <a:pt x="225832" y="100591"/>
                </a:lnTo>
                <a:lnTo>
                  <a:pt x="225488" y="100376"/>
                </a:lnTo>
                <a:lnTo>
                  <a:pt x="225163" y="100146"/>
                </a:lnTo>
                <a:lnTo>
                  <a:pt x="224856" y="99901"/>
                </a:lnTo>
                <a:lnTo>
                  <a:pt x="224569" y="99641"/>
                </a:lnTo>
                <a:lnTo>
                  <a:pt x="224300" y="99366"/>
                </a:lnTo>
                <a:lnTo>
                  <a:pt x="224050" y="99076"/>
                </a:lnTo>
                <a:lnTo>
                  <a:pt x="223819" y="98772"/>
                </a:lnTo>
                <a:lnTo>
                  <a:pt x="223607" y="98453"/>
                </a:lnTo>
                <a:lnTo>
                  <a:pt x="223414" y="98118"/>
                </a:lnTo>
                <a:lnTo>
                  <a:pt x="223239" y="97769"/>
                </a:lnTo>
                <a:lnTo>
                  <a:pt x="223078" y="97406"/>
                </a:lnTo>
                <a:lnTo>
                  <a:pt x="222923" y="97029"/>
                </a:lnTo>
                <a:lnTo>
                  <a:pt x="222775" y="96639"/>
                </a:lnTo>
                <a:lnTo>
                  <a:pt x="222635" y="96236"/>
                </a:lnTo>
                <a:lnTo>
                  <a:pt x="222501" y="95820"/>
                </a:lnTo>
                <a:lnTo>
                  <a:pt x="222373" y="95390"/>
                </a:lnTo>
                <a:lnTo>
                  <a:pt x="222253" y="94947"/>
                </a:lnTo>
                <a:lnTo>
                  <a:pt x="222140" y="94490"/>
                </a:lnTo>
                <a:lnTo>
                  <a:pt x="222033" y="94021"/>
                </a:lnTo>
                <a:lnTo>
                  <a:pt x="221933" y="93538"/>
                </a:lnTo>
                <a:lnTo>
                  <a:pt x="221841" y="93042"/>
                </a:lnTo>
                <a:lnTo>
                  <a:pt x="221755" y="92532"/>
                </a:lnTo>
                <a:lnTo>
                  <a:pt x="221676" y="92009"/>
                </a:lnTo>
                <a:lnTo>
                  <a:pt x="221604" y="91473"/>
                </a:lnTo>
                <a:lnTo>
                  <a:pt x="221538" y="90923"/>
                </a:lnTo>
                <a:lnTo>
                  <a:pt x="221480" y="90361"/>
                </a:lnTo>
                <a:lnTo>
                  <a:pt x="221428" y="89785"/>
                </a:lnTo>
                <a:lnTo>
                  <a:pt x="221384" y="89195"/>
                </a:lnTo>
                <a:lnTo>
                  <a:pt x="221346" y="88593"/>
                </a:lnTo>
                <a:lnTo>
                  <a:pt x="221315" y="87977"/>
                </a:lnTo>
                <a:lnTo>
                  <a:pt x="221291" y="87347"/>
                </a:lnTo>
                <a:lnTo>
                  <a:pt x="221274" y="86705"/>
                </a:lnTo>
                <a:lnTo>
                  <a:pt x="221263" y="86049"/>
                </a:lnTo>
                <a:lnTo>
                  <a:pt x="221260" y="85380"/>
                </a:lnTo>
                <a:lnTo>
                  <a:pt x="221260" y="39385"/>
                </a:lnTo>
                <a:lnTo>
                  <a:pt x="241561" y="39385"/>
                </a:lnTo>
                <a:lnTo>
                  <a:pt x="241561" y="28000"/>
                </a:lnTo>
                <a:lnTo>
                  <a:pt x="221260" y="28000"/>
                </a:lnTo>
                <a:lnTo>
                  <a:pt x="221260" y="9193"/>
                </a:lnTo>
                <a:lnTo>
                  <a:pt x="207192" y="9193"/>
                </a:lnTo>
                <a:lnTo>
                  <a:pt x="207192" y="28000"/>
                </a:lnTo>
                <a:lnTo>
                  <a:pt x="193546" y="28000"/>
                </a:lnTo>
                <a:lnTo>
                  <a:pt x="193546" y="39385"/>
                </a:lnTo>
                <a:lnTo>
                  <a:pt x="207192" y="39385"/>
                </a:lnTo>
                <a:lnTo>
                  <a:pt x="207192" y="85683"/>
                </a:lnTo>
                <a:lnTo>
                  <a:pt x="207196" y="86407"/>
                </a:lnTo>
                <a:lnTo>
                  <a:pt x="207206" y="87123"/>
                </a:lnTo>
                <a:lnTo>
                  <a:pt x="207223" y="87830"/>
                </a:lnTo>
                <a:lnTo>
                  <a:pt x="207247" y="88529"/>
                </a:lnTo>
                <a:lnTo>
                  <a:pt x="207278" y="89218"/>
                </a:lnTo>
                <a:lnTo>
                  <a:pt x="207316" y="89899"/>
                </a:lnTo>
                <a:lnTo>
                  <a:pt x="207361" y="90571"/>
                </a:lnTo>
                <a:lnTo>
                  <a:pt x="207412" y="91235"/>
                </a:lnTo>
                <a:lnTo>
                  <a:pt x="207471" y="91889"/>
                </a:lnTo>
                <a:lnTo>
                  <a:pt x="207536" y="92535"/>
                </a:lnTo>
                <a:lnTo>
                  <a:pt x="207608" y="93172"/>
                </a:lnTo>
                <a:lnTo>
                  <a:pt x="207687" y="93801"/>
                </a:lnTo>
                <a:lnTo>
                  <a:pt x="207773" y="94421"/>
                </a:lnTo>
                <a:lnTo>
                  <a:pt x="207866" y="95032"/>
                </a:lnTo>
                <a:lnTo>
                  <a:pt x="207965" y="95634"/>
                </a:lnTo>
                <a:lnTo>
                  <a:pt x="208072" y="96227"/>
                </a:lnTo>
                <a:lnTo>
                  <a:pt x="208185" y="96812"/>
                </a:lnTo>
                <a:lnTo>
                  <a:pt x="208306" y="97388"/>
                </a:lnTo>
                <a:lnTo>
                  <a:pt x="208433" y="97955"/>
                </a:lnTo>
                <a:lnTo>
                  <a:pt x="208567" y="98514"/>
                </a:lnTo>
                <a:lnTo>
                  <a:pt x="208708" y="99064"/>
                </a:lnTo>
                <a:lnTo>
                  <a:pt x="208856" y="99605"/>
                </a:lnTo>
                <a:lnTo>
                  <a:pt x="209010" y="100137"/>
                </a:lnTo>
                <a:lnTo>
                  <a:pt x="209172" y="100660"/>
                </a:lnTo>
                <a:lnTo>
                  <a:pt x="209343" y="101175"/>
                </a:lnTo>
                <a:lnTo>
                  <a:pt x="209525" y="101679"/>
                </a:lnTo>
                <a:lnTo>
                  <a:pt x="209719" y="102172"/>
                </a:lnTo>
                <a:lnTo>
                  <a:pt x="209925" y="102656"/>
                </a:lnTo>
                <a:lnTo>
                  <a:pt x="210143" y="103130"/>
                </a:lnTo>
                <a:lnTo>
                  <a:pt x="210372" y="103593"/>
                </a:lnTo>
                <a:lnTo>
                  <a:pt x="210613" y="104047"/>
                </a:lnTo>
                <a:lnTo>
                  <a:pt x="210866" y="104490"/>
                </a:lnTo>
                <a:lnTo>
                  <a:pt x="211130" y="104923"/>
                </a:lnTo>
                <a:lnTo>
                  <a:pt x="211406" y="105346"/>
                </a:lnTo>
                <a:lnTo>
                  <a:pt x="211694" y="105759"/>
                </a:lnTo>
                <a:lnTo>
                  <a:pt x="211994" y="106161"/>
                </a:lnTo>
                <a:lnTo>
                  <a:pt x="212305" y="106554"/>
                </a:lnTo>
                <a:lnTo>
                  <a:pt x="212628" y="106936"/>
                </a:lnTo>
                <a:lnTo>
                  <a:pt x="212962" y="107309"/>
                </a:lnTo>
                <a:lnTo>
                  <a:pt x="213309" y="107671"/>
                </a:lnTo>
                <a:lnTo>
                  <a:pt x="213667" y="108023"/>
                </a:lnTo>
                <a:lnTo>
                  <a:pt x="214036" y="108365"/>
                </a:lnTo>
                <a:lnTo>
                  <a:pt x="214418" y="108697"/>
                </a:lnTo>
                <a:lnTo>
                  <a:pt x="214811" y="109018"/>
                </a:lnTo>
                <a:lnTo>
                  <a:pt x="215216" y="109330"/>
                </a:lnTo>
                <a:lnTo>
                  <a:pt x="215632" y="109631"/>
                </a:lnTo>
                <a:lnTo>
                  <a:pt x="216060" y="109923"/>
                </a:lnTo>
                <a:lnTo>
                  <a:pt x="216500" y="110204"/>
                </a:lnTo>
                <a:lnTo>
                  <a:pt x="216954" y="110474"/>
                </a:lnTo>
                <a:lnTo>
                  <a:pt x="217423" y="110733"/>
                </a:lnTo>
                <a:lnTo>
                  <a:pt x="217908" y="110980"/>
                </a:lnTo>
                <a:lnTo>
                  <a:pt x="218409" y="111216"/>
                </a:lnTo>
                <a:lnTo>
                  <a:pt x="218925" y="111440"/>
                </a:lnTo>
                <a:lnTo>
                  <a:pt x="219457" y="111653"/>
                </a:lnTo>
                <a:lnTo>
                  <a:pt x="220004" y="111854"/>
                </a:lnTo>
                <a:lnTo>
                  <a:pt x="220567" y="112044"/>
                </a:lnTo>
                <a:lnTo>
                  <a:pt x="221146" y="112222"/>
                </a:lnTo>
                <a:lnTo>
                  <a:pt x="221740" y="112389"/>
                </a:lnTo>
                <a:lnTo>
                  <a:pt x="222350" y="112544"/>
                </a:lnTo>
                <a:lnTo>
                  <a:pt x="222976" y="112688"/>
                </a:lnTo>
                <a:lnTo>
                  <a:pt x="223618" y="112821"/>
                </a:lnTo>
                <a:lnTo>
                  <a:pt x="224275" y="112941"/>
                </a:lnTo>
                <a:lnTo>
                  <a:pt x="224947" y="113051"/>
                </a:lnTo>
                <a:lnTo>
                  <a:pt x="225636" y="113148"/>
                </a:lnTo>
                <a:lnTo>
                  <a:pt x="226339" y="113235"/>
                </a:lnTo>
                <a:lnTo>
                  <a:pt x="227059" y="113309"/>
                </a:lnTo>
                <a:lnTo>
                  <a:pt x="227794" y="113373"/>
                </a:lnTo>
                <a:lnTo>
                  <a:pt x="228545" y="113424"/>
                </a:lnTo>
                <a:lnTo>
                  <a:pt x="229312" y="113465"/>
                </a:lnTo>
                <a:lnTo>
                  <a:pt x="230094" y="113493"/>
                </a:lnTo>
                <a:lnTo>
                  <a:pt x="230892" y="113511"/>
                </a:lnTo>
                <a:lnTo>
                  <a:pt x="231705" y="113516"/>
                </a:lnTo>
                <a:lnTo>
                  <a:pt x="241561" y="113516"/>
                </a:lnTo>
                <a:lnTo>
                  <a:pt x="241561" y="102047"/>
                </a:lnTo>
                <a:lnTo>
                  <a:pt x="232632" y="102047"/>
                </a:lnTo>
                <a:lnTo>
                  <a:pt x="232024" y="102039"/>
                </a:lnTo>
                <a:close/>
                <a:moveTo>
                  <a:pt x="159206" y="114979"/>
                </a:moveTo>
                <a:lnTo>
                  <a:pt x="160014" y="114936"/>
                </a:lnTo>
                <a:lnTo>
                  <a:pt x="160813" y="114880"/>
                </a:lnTo>
                <a:lnTo>
                  <a:pt x="161602" y="114813"/>
                </a:lnTo>
                <a:lnTo>
                  <a:pt x="162382" y="114733"/>
                </a:lnTo>
                <a:lnTo>
                  <a:pt x="163152" y="114640"/>
                </a:lnTo>
                <a:lnTo>
                  <a:pt x="163912" y="114535"/>
                </a:lnTo>
                <a:lnTo>
                  <a:pt x="164663" y="114418"/>
                </a:lnTo>
                <a:lnTo>
                  <a:pt x="165404" y="114289"/>
                </a:lnTo>
                <a:lnTo>
                  <a:pt x="166136" y="114147"/>
                </a:lnTo>
                <a:lnTo>
                  <a:pt x="166857" y="113993"/>
                </a:lnTo>
                <a:lnTo>
                  <a:pt x="167569" y="113827"/>
                </a:lnTo>
                <a:lnTo>
                  <a:pt x="168272" y="113648"/>
                </a:lnTo>
                <a:lnTo>
                  <a:pt x="168965" y="113457"/>
                </a:lnTo>
                <a:lnTo>
                  <a:pt x="169648" y="113253"/>
                </a:lnTo>
                <a:lnTo>
                  <a:pt x="170321" y="113038"/>
                </a:lnTo>
                <a:lnTo>
                  <a:pt x="170985" y="112810"/>
                </a:lnTo>
                <a:lnTo>
                  <a:pt x="171639" y="112569"/>
                </a:lnTo>
                <a:lnTo>
                  <a:pt x="172284" y="112317"/>
                </a:lnTo>
                <a:lnTo>
                  <a:pt x="172918" y="112052"/>
                </a:lnTo>
                <a:lnTo>
                  <a:pt x="173544" y="111774"/>
                </a:lnTo>
                <a:lnTo>
                  <a:pt x="174159" y="111485"/>
                </a:lnTo>
                <a:lnTo>
                  <a:pt x="174764" y="111183"/>
                </a:lnTo>
                <a:lnTo>
                  <a:pt x="175358" y="110872"/>
                </a:lnTo>
                <a:lnTo>
                  <a:pt x="175941" y="110550"/>
                </a:lnTo>
                <a:lnTo>
                  <a:pt x="176512" y="110218"/>
                </a:lnTo>
                <a:lnTo>
                  <a:pt x="177072" y="109875"/>
                </a:lnTo>
                <a:lnTo>
                  <a:pt x="177621" y="109522"/>
                </a:lnTo>
                <a:lnTo>
                  <a:pt x="178158" y="109159"/>
                </a:lnTo>
                <a:lnTo>
                  <a:pt x="178685" y="108785"/>
                </a:lnTo>
                <a:lnTo>
                  <a:pt x="179200" y="108401"/>
                </a:lnTo>
                <a:lnTo>
                  <a:pt x="179703" y="108007"/>
                </a:lnTo>
                <a:lnTo>
                  <a:pt x="180196" y="107602"/>
                </a:lnTo>
                <a:lnTo>
                  <a:pt x="180677" y="107187"/>
                </a:lnTo>
                <a:lnTo>
                  <a:pt x="181147" y="106762"/>
                </a:lnTo>
                <a:lnTo>
                  <a:pt x="181606" y="106326"/>
                </a:lnTo>
                <a:lnTo>
                  <a:pt x="182053" y="105880"/>
                </a:lnTo>
                <a:lnTo>
                  <a:pt x="182489" y="105424"/>
                </a:lnTo>
                <a:lnTo>
                  <a:pt x="182914" y="104957"/>
                </a:lnTo>
                <a:lnTo>
                  <a:pt x="183328" y="104480"/>
                </a:lnTo>
                <a:lnTo>
                  <a:pt x="183730" y="103993"/>
                </a:lnTo>
                <a:lnTo>
                  <a:pt x="184121" y="103495"/>
                </a:lnTo>
                <a:lnTo>
                  <a:pt x="184501" y="102987"/>
                </a:lnTo>
                <a:lnTo>
                  <a:pt x="184870" y="102469"/>
                </a:lnTo>
                <a:lnTo>
                  <a:pt x="185227" y="101940"/>
                </a:lnTo>
                <a:lnTo>
                  <a:pt x="185573" y="101401"/>
                </a:lnTo>
                <a:lnTo>
                  <a:pt x="185907" y="100852"/>
                </a:lnTo>
                <a:lnTo>
                  <a:pt x="186228" y="100295"/>
                </a:lnTo>
                <a:lnTo>
                  <a:pt x="186535" y="99729"/>
                </a:lnTo>
                <a:lnTo>
                  <a:pt x="186829" y="99154"/>
                </a:lnTo>
                <a:lnTo>
                  <a:pt x="187109" y="98570"/>
                </a:lnTo>
                <a:lnTo>
                  <a:pt x="187377" y="97978"/>
                </a:lnTo>
                <a:lnTo>
                  <a:pt x="187631" y="97377"/>
                </a:lnTo>
                <a:lnTo>
                  <a:pt x="187871" y="96768"/>
                </a:lnTo>
                <a:lnTo>
                  <a:pt x="188099" y="96150"/>
                </a:lnTo>
                <a:lnTo>
                  <a:pt x="188313" y="95523"/>
                </a:lnTo>
                <a:lnTo>
                  <a:pt x="188513" y="94887"/>
                </a:lnTo>
                <a:lnTo>
                  <a:pt x="188701" y="94243"/>
                </a:lnTo>
                <a:lnTo>
                  <a:pt x="188875" y="93590"/>
                </a:lnTo>
                <a:lnTo>
                  <a:pt x="189036" y="92929"/>
                </a:lnTo>
                <a:lnTo>
                  <a:pt x="189183" y="92258"/>
                </a:lnTo>
                <a:lnTo>
                  <a:pt x="189317" y="91579"/>
                </a:lnTo>
                <a:lnTo>
                  <a:pt x="189438" y="90892"/>
                </a:lnTo>
                <a:lnTo>
                  <a:pt x="189546" y="90196"/>
                </a:lnTo>
                <a:lnTo>
                  <a:pt x="189640" y="89491"/>
                </a:lnTo>
                <a:lnTo>
                  <a:pt x="189721" y="88777"/>
                </a:lnTo>
                <a:lnTo>
                  <a:pt x="189789" y="88055"/>
                </a:lnTo>
                <a:lnTo>
                  <a:pt x="189843" y="87324"/>
                </a:lnTo>
                <a:lnTo>
                  <a:pt x="189884" y="86584"/>
                </a:lnTo>
                <a:lnTo>
                  <a:pt x="189912" y="85836"/>
                </a:lnTo>
                <a:lnTo>
                  <a:pt x="176012" y="85836"/>
                </a:lnTo>
                <a:lnTo>
                  <a:pt x="175983" y="86569"/>
                </a:lnTo>
                <a:lnTo>
                  <a:pt x="175937" y="87288"/>
                </a:lnTo>
                <a:lnTo>
                  <a:pt x="175875" y="87993"/>
                </a:lnTo>
                <a:lnTo>
                  <a:pt x="175796" y="88683"/>
                </a:lnTo>
                <a:lnTo>
                  <a:pt x="175701" y="89359"/>
                </a:lnTo>
                <a:lnTo>
                  <a:pt x="175589" y="90020"/>
                </a:lnTo>
                <a:lnTo>
                  <a:pt x="175460" y="90666"/>
                </a:lnTo>
                <a:lnTo>
                  <a:pt x="175315" y="91298"/>
                </a:lnTo>
                <a:lnTo>
                  <a:pt x="175154" y="91916"/>
                </a:lnTo>
                <a:lnTo>
                  <a:pt x="174976" y="92519"/>
                </a:lnTo>
                <a:lnTo>
                  <a:pt x="174781" y="93108"/>
                </a:lnTo>
                <a:lnTo>
                  <a:pt x="174570" y="93682"/>
                </a:lnTo>
                <a:lnTo>
                  <a:pt x="174342" y="94241"/>
                </a:lnTo>
                <a:lnTo>
                  <a:pt x="174098" y="94786"/>
                </a:lnTo>
                <a:lnTo>
                  <a:pt x="173837" y="95317"/>
                </a:lnTo>
                <a:lnTo>
                  <a:pt x="173560" y="95833"/>
                </a:lnTo>
                <a:lnTo>
                  <a:pt x="173266" y="96335"/>
                </a:lnTo>
                <a:lnTo>
                  <a:pt x="172956" y="96822"/>
                </a:lnTo>
                <a:lnTo>
                  <a:pt x="172629" y="97295"/>
                </a:lnTo>
                <a:lnTo>
                  <a:pt x="172286" y="97753"/>
                </a:lnTo>
                <a:lnTo>
                  <a:pt x="171926" y="98196"/>
                </a:lnTo>
                <a:lnTo>
                  <a:pt x="171550" y="98625"/>
                </a:lnTo>
                <a:lnTo>
                  <a:pt x="171157" y="99040"/>
                </a:lnTo>
                <a:lnTo>
                  <a:pt x="170748" y="99440"/>
                </a:lnTo>
                <a:lnTo>
                  <a:pt x="170323" y="99825"/>
                </a:lnTo>
                <a:lnTo>
                  <a:pt x="169884" y="100193"/>
                </a:lnTo>
                <a:lnTo>
                  <a:pt x="169432" y="100545"/>
                </a:lnTo>
                <a:lnTo>
                  <a:pt x="168966" y="100881"/>
                </a:lnTo>
                <a:lnTo>
                  <a:pt x="168485" y="101200"/>
                </a:lnTo>
                <a:lnTo>
                  <a:pt x="167991" y="101503"/>
                </a:lnTo>
                <a:lnTo>
                  <a:pt x="167483" y="101790"/>
                </a:lnTo>
                <a:lnTo>
                  <a:pt x="166962" y="102060"/>
                </a:lnTo>
                <a:lnTo>
                  <a:pt x="166426" y="102313"/>
                </a:lnTo>
                <a:lnTo>
                  <a:pt x="165876" y="102551"/>
                </a:lnTo>
                <a:lnTo>
                  <a:pt x="165313" y="102772"/>
                </a:lnTo>
                <a:lnTo>
                  <a:pt x="164735" y="102976"/>
                </a:lnTo>
                <a:lnTo>
                  <a:pt x="164144" y="103165"/>
                </a:lnTo>
                <a:lnTo>
                  <a:pt x="163538" y="103337"/>
                </a:lnTo>
                <a:lnTo>
                  <a:pt x="162919" y="103492"/>
                </a:lnTo>
                <a:lnTo>
                  <a:pt x="162286" y="103631"/>
                </a:lnTo>
                <a:lnTo>
                  <a:pt x="161639" y="103754"/>
                </a:lnTo>
                <a:lnTo>
                  <a:pt x="160979" y="103860"/>
                </a:lnTo>
                <a:lnTo>
                  <a:pt x="160304" y="103951"/>
                </a:lnTo>
                <a:lnTo>
                  <a:pt x="159615" y="104024"/>
                </a:lnTo>
                <a:lnTo>
                  <a:pt x="158913" y="104081"/>
                </a:lnTo>
                <a:lnTo>
                  <a:pt x="158196" y="104122"/>
                </a:lnTo>
                <a:lnTo>
                  <a:pt x="157466" y="104147"/>
                </a:lnTo>
                <a:lnTo>
                  <a:pt x="156722" y="104155"/>
                </a:lnTo>
                <a:lnTo>
                  <a:pt x="156032" y="104148"/>
                </a:lnTo>
                <a:lnTo>
                  <a:pt x="155354" y="104126"/>
                </a:lnTo>
                <a:lnTo>
                  <a:pt x="154686" y="104088"/>
                </a:lnTo>
                <a:lnTo>
                  <a:pt x="154030" y="104037"/>
                </a:lnTo>
                <a:lnTo>
                  <a:pt x="153384" y="103970"/>
                </a:lnTo>
                <a:lnTo>
                  <a:pt x="152750" y="103888"/>
                </a:lnTo>
                <a:lnTo>
                  <a:pt x="152126" y="103792"/>
                </a:lnTo>
                <a:lnTo>
                  <a:pt x="151513" y="103681"/>
                </a:lnTo>
                <a:lnTo>
                  <a:pt x="150912" y="103555"/>
                </a:lnTo>
                <a:lnTo>
                  <a:pt x="150321" y="103414"/>
                </a:lnTo>
                <a:lnTo>
                  <a:pt x="149741" y="103259"/>
                </a:lnTo>
                <a:lnTo>
                  <a:pt x="149172" y="103088"/>
                </a:lnTo>
                <a:lnTo>
                  <a:pt x="148614" y="102903"/>
                </a:lnTo>
                <a:lnTo>
                  <a:pt x="148067" y="102703"/>
                </a:lnTo>
                <a:lnTo>
                  <a:pt x="147532" y="102488"/>
                </a:lnTo>
                <a:lnTo>
                  <a:pt x="147007" y="102259"/>
                </a:lnTo>
                <a:lnTo>
                  <a:pt x="146493" y="102014"/>
                </a:lnTo>
                <a:lnTo>
                  <a:pt x="145990" y="101755"/>
                </a:lnTo>
                <a:lnTo>
                  <a:pt x="145498" y="101481"/>
                </a:lnTo>
                <a:lnTo>
                  <a:pt x="145016" y="101192"/>
                </a:lnTo>
                <a:lnTo>
                  <a:pt x="144546" y="100888"/>
                </a:lnTo>
                <a:lnTo>
                  <a:pt x="144087" y="100570"/>
                </a:lnTo>
                <a:lnTo>
                  <a:pt x="143639" y="100236"/>
                </a:lnTo>
                <a:lnTo>
                  <a:pt x="143202" y="99888"/>
                </a:lnTo>
                <a:lnTo>
                  <a:pt x="142775" y="99528"/>
                </a:lnTo>
                <a:lnTo>
                  <a:pt x="142358" y="99157"/>
                </a:lnTo>
                <a:lnTo>
                  <a:pt x="141951" y="98777"/>
                </a:lnTo>
                <a:lnTo>
                  <a:pt x="141553" y="98387"/>
                </a:lnTo>
                <a:lnTo>
                  <a:pt x="141166" y="97988"/>
                </a:lnTo>
                <a:lnTo>
                  <a:pt x="140788" y="97579"/>
                </a:lnTo>
                <a:lnTo>
                  <a:pt x="140420" y="97160"/>
                </a:lnTo>
                <a:lnTo>
                  <a:pt x="140062" y="96731"/>
                </a:lnTo>
                <a:lnTo>
                  <a:pt x="139713" y="96293"/>
                </a:lnTo>
                <a:lnTo>
                  <a:pt x="139375" y="95844"/>
                </a:lnTo>
                <a:lnTo>
                  <a:pt x="139046" y="95387"/>
                </a:lnTo>
                <a:lnTo>
                  <a:pt x="138727" y="94919"/>
                </a:lnTo>
                <a:lnTo>
                  <a:pt x="138417" y="94442"/>
                </a:lnTo>
                <a:lnTo>
                  <a:pt x="138118" y="93955"/>
                </a:lnTo>
                <a:lnTo>
                  <a:pt x="137828" y="93458"/>
                </a:lnTo>
                <a:lnTo>
                  <a:pt x="137549" y="92952"/>
                </a:lnTo>
                <a:lnTo>
                  <a:pt x="137279" y="92435"/>
                </a:lnTo>
                <a:lnTo>
                  <a:pt x="137018" y="91910"/>
                </a:lnTo>
                <a:lnTo>
                  <a:pt x="136768" y="91374"/>
                </a:lnTo>
                <a:lnTo>
                  <a:pt x="136527" y="90829"/>
                </a:lnTo>
                <a:lnTo>
                  <a:pt x="136296" y="90274"/>
                </a:lnTo>
                <a:lnTo>
                  <a:pt x="136075" y="89709"/>
                </a:lnTo>
                <a:lnTo>
                  <a:pt x="135864" y="89135"/>
                </a:lnTo>
                <a:lnTo>
                  <a:pt x="135663" y="88550"/>
                </a:lnTo>
                <a:lnTo>
                  <a:pt x="135470" y="87959"/>
                </a:lnTo>
                <a:lnTo>
                  <a:pt x="135285" y="87363"/>
                </a:lnTo>
                <a:lnTo>
                  <a:pt x="135108" y="86762"/>
                </a:lnTo>
                <a:lnTo>
                  <a:pt x="134940" y="86156"/>
                </a:lnTo>
                <a:lnTo>
                  <a:pt x="134779" y="85545"/>
                </a:lnTo>
                <a:lnTo>
                  <a:pt x="134625" y="84930"/>
                </a:lnTo>
                <a:lnTo>
                  <a:pt x="134480" y="84310"/>
                </a:lnTo>
                <a:lnTo>
                  <a:pt x="134343" y="83685"/>
                </a:lnTo>
                <a:lnTo>
                  <a:pt x="134213" y="83055"/>
                </a:lnTo>
                <a:lnTo>
                  <a:pt x="134092" y="82421"/>
                </a:lnTo>
                <a:lnTo>
                  <a:pt x="133978" y="81781"/>
                </a:lnTo>
                <a:lnTo>
                  <a:pt x="133873" y="81137"/>
                </a:lnTo>
                <a:lnTo>
                  <a:pt x="133775" y="80488"/>
                </a:lnTo>
                <a:lnTo>
                  <a:pt x="133685" y="79835"/>
                </a:lnTo>
                <a:lnTo>
                  <a:pt x="133603" y="79176"/>
                </a:lnTo>
                <a:lnTo>
                  <a:pt x="133529" y="78513"/>
                </a:lnTo>
                <a:lnTo>
                  <a:pt x="133462" y="77845"/>
                </a:lnTo>
                <a:lnTo>
                  <a:pt x="133404" y="77172"/>
                </a:lnTo>
                <a:lnTo>
                  <a:pt x="133353" y="76495"/>
                </a:lnTo>
                <a:lnTo>
                  <a:pt x="133311" y="75812"/>
                </a:lnTo>
                <a:lnTo>
                  <a:pt x="133276" y="75125"/>
                </a:lnTo>
                <a:lnTo>
                  <a:pt x="133250" y="74433"/>
                </a:lnTo>
                <a:lnTo>
                  <a:pt x="133231" y="73737"/>
                </a:lnTo>
                <a:lnTo>
                  <a:pt x="133220" y="73035"/>
                </a:lnTo>
                <a:lnTo>
                  <a:pt x="189575" y="73035"/>
                </a:lnTo>
                <a:lnTo>
                  <a:pt x="189588" y="72967"/>
                </a:lnTo>
                <a:lnTo>
                  <a:pt x="189602" y="72896"/>
                </a:lnTo>
                <a:lnTo>
                  <a:pt x="189615" y="72822"/>
                </a:lnTo>
                <a:lnTo>
                  <a:pt x="189627" y="72744"/>
                </a:lnTo>
                <a:lnTo>
                  <a:pt x="189639" y="72662"/>
                </a:lnTo>
                <a:lnTo>
                  <a:pt x="189651" y="72577"/>
                </a:lnTo>
                <a:lnTo>
                  <a:pt x="189662" y="72488"/>
                </a:lnTo>
                <a:lnTo>
                  <a:pt x="189673" y="72396"/>
                </a:lnTo>
                <a:lnTo>
                  <a:pt x="189683" y="72300"/>
                </a:lnTo>
                <a:lnTo>
                  <a:pt x="189693" y="72201"/>
                </a:lnTo>
                <a:lnTo>
                  <a:pt x="189703" y="72098"/>
                </a:lnTo>
                <a:lnTo>
                  <a:pt x="189712" y="71992"/>
                </a:lnTo>
                <a:lnTo>
                  <a:pt x="189720" y="71882"/>
                </a:lnTo>
                <a:lnTo>
                  <a:pt x="189728" y="71769"/>
                </a:lnTo>
                <a:lnTo>
                  <a:pt x="189736" y="71653"/>
                </a:lnTo>
                <a:lnTo>
                  <a:pt x="189743" y="71532"/>
                </a:lnTo>
                <a:lnTo>
                  <a:pt x="189750" y="71409"/>
                </a:lnTo>
                <a:lnTo>
                  <a:pt x="189756" y="71281"/>
                </a:lnTo>
                <a:lnTo>
                  <a:pt x="189762" y="71151"/>
                </a:lnTo>
                <a:lnTo>
                  <a:pt x="189768" y="71016"/>
                </a:lnTo>
                <a:lnTo>
                  <a:pt x="189773" y="70879"/>
                </a:lnTo>
                <a:lnTo>
                  <a:pt x="189777" y="70737"/>
                </a:lnTo>
                <a:lnTo>
                  <a:pt x="189782" y="70593"/>
                </a:lnTo>
                <a:lnTo>
                  <a:pt x="189785" y="70444"/>
                </a:lnTo>
                <a:lnTo>
                  <a:pt x="189789" y="70295"/>
                </a:lnTo>
                <a:lnTo>
                  <a:pt x="189792" y="70148"/>
                </a:lnTo>
                <a:lnTo>
                  <a:pt x="189795" y="70002"/>
                </a:lnTo>
                <a:lnTo>
                  <a:pt x="189798" y="69858"/>
                </a:lnTo>
                <a:lnTo>
                  <a:pt x="189801" y="69715"/>
                </a:lnTo>
                <a:lnTo>
                  <a:pt x="189804" y="69575"/>
                </a:lnTo>
                <a:lnTo>
                  <a:pt x="189806" y="69435"/>
                </a:lnTo>
                <a:lnTo>
                  <a:pt x="189809" y="69298"/>
                </a:lnTo>
                <a:lnTo>
                  <a:pt x="189811" y="69162"/>
                </a:lnTo>
                <a:lnTo>
                  <a:pt x="189813" y="69028"/>
                </a:lnTo>
                <a:lnTo>
                  <a:pt x="189815" y="68896"/>
                </a:lnTo>
                <a:lnTo>
                  <a:pt x="189817" y="68765"/>
                </a:lnTo>
                <a:lnTo>
                  <a:pt x="189819" y="68636"/>
                </a:lnTo>
                <a:lnTo>
                  <a:pt x="189820" y="68508"/>
                </a:lnTo>
                <a:lnTo>
                  <a:pt x="189821" y="68383"/>
                </a:lnTo>
                <a:lnTo>
                  <a:pt x="189823" y="68259"/>
                </a:lnTo>
                <a:lnTo>
                  <a:pt x="189824" y="68136"/>
                </a:lnTo>
                <a:lnTo>
                  <a:pt x="189825" y="68016"/>
                </a:lnTo>
                <a:lnTo>
                  <a:pt x="189826" y="67897"/>
                </a:lnTo>
                <a:lnTo>
                  <a:pt x="189826" y="67779"/>
                </a:lnTo>
                <a:lnTo>
                  <a:pt x="189827" y="67664"/>
                </a:lnTo>
                <a:lnTo>
                  <a:pt x="189827" y="67550"/>
                </a:lnTo>
                <a:lnTo>
                  <a:pt x="189827" y="67437"/>
                </a:lnTo>
                <a:lnTo>
                  <a:pt x="189827" y="67327"/>
                </a:lnTo>
                <a:lnTo>
                  <a:pt x="189811" y="65696"/>
                </a:lnTo>
                <a:lnTo>
                  <a:pt x="189764" y="64097"/>
                </a:lnTo>
                <a:lnTo>
                  <a:pt x="189684" y="62530"/>
                </a:lnTo>
                <a:lnTo>
                  <a:pt x="189572" y="60995"/>
                </a:lnTo>
                <a:lnTo>
                  <a:pt x="189429" y="59492"/>
                </a:lnTo>
                <a:lnTo>
                  <a:pt x="189253" y="58021"/>
                </a:lnTo>
                <a:lnTo>
                  <a:pt x="189046" y="56583"/>
                </a:lnTo>
                <a:lnTo>
                  <a:pt x="188807" y="55176"/>
                </a:lnTo>
                <a:lnTo>
                  <a:pt x="188536" y="53801"/>
                </a:lnTo>
                <a:lnTo>
                  <a:pt x="188233" y="52458"/>
                </a:lnTo>
                <a:lnTo>
                  <a:pt x="187899" y="51148"/>
                </a:lnTo>
                <a:lnTo>
                  <a:pt x="187532" y="49869"/>
                </a:lnTo>
                <a:lnTo>
                  <a:pt x="187133" y="48622"/>
                </a:lnTo>
                <a:lnTo>
                  <a:pt x="186703" y="47408"/>
                </a:lnTo>
                <a:lnTo>
                  <a:pt x="186241" y="46225"/>
                </a:lnTo>
                <a:lnTo>
                  <a:pt x="185747" y="45075"/>
                </a:lnTo>
                <a:lnTo>
                  <a:pt x="185220" y="43956"/>
                </a:lnTo>
                <a:lnTo>
                  <a:pt x="184663" y="42870"/>
                </a:lnTo>
                <a:lnTo>
                  <a:pt x="184073" y="41815"/>
                </a:lnTo>
                <a:lnTo>
                  <a:pt x="183451" y="40793"/>
                </a:lnTo>
                <a:lnTo>
                  <a:pt x="182797" y="39803"/>
                </a:lnTo>
                <a:lnTo>
                  <a:pt x="182112" y="38844"/>
                </a:lnTo>
                <a:lnTo>
                  <a:pt x="181395" y="37918"/>
                </a:lnTo>
                <a:lnTo>
                  <a:pt x="180645" y="37024"/>
                </a:lnTo>
                <a:lnTo>
                  <a:pt x="179868" y="36163"/>
                </a:lnTo>
                <a:lnTo>
                  <a:pt x="179066" y="35340"/>
                </a:lnTo>
                <a:lnTo>
                  <a:pt x="178239" y="34553"/>
                </a:lnTo>
                <a:lnTo>
                  <a:pt x="177388" y="33802"/>
                </a:lnTo>
                <a:lnTo>
                  <a:pt x="176513" y="33089"/>
                </a:lnTo>
                <a:lnTo>
                  <a:pt x="175612" y="32411"/>
                </a:lnTo>
                <a:lnTo>
                  <a:pt x="174687" y="31771"/>
                </a:lnTo>
                <a:lnTo>
                  <a:pt x="173738" y="31167"/>
                </a:lnTo>
                <a:lnTo>
                  <a:pt x="172764" y="30600"/>
                </a:lnTo>
                <a:lnTo>
                  <a:pt x="171765" y="30069"/>
                </a:lnTo>
                <a:lnTo>
                  <a:pt x="170742" y="29575"/>
                </a:lnTo>
                <a:lnTo>
                  <a:pt x="169695" y="29117"/>
                </a:lnTo>
                <a:lnTo>
                  <a:pt x="168622" y="28696"/>
                </a:lnTo>
                <a:lnTo>
                  <a:pt x="167525" y="28312"/>
                </a:lnTo>
                <a:lnTo>
                  <a:pt x="166404" y="27964"/>
                </a:lnTo>
                <a:lnTo>
                  <a:pt x="165258" y="27653"/>
                </a:lnTo>
                <a:lnTo>
                  <a:pt x="164088" y="27378"/>
                </a:lnTo>
                <a:lnTo>
                  <a:pt x="162892" y="27140"/>
                </a:lnTo>
                <a:lnTo>
                  <a:pt x="161673" y="26939"/>
                </a:lnTo>
                <a:lnTo>
                  <a:pt x="160428" y="26774"/>
                </a:lnTo>
                <a:lnTo>
                  <a:pt x="159160" y="26646"/>
                </a:lnTo>
                <a:lnTo>
                  <a:pt x="157866" y="26555"/>
                </a:lnTo>
                <a:lnTo>
                  <a:pt x="156548" y="26500"/>
                </a:lnTo>
                <a:lnTo>
                  <a:pt x="155206" y="26482"/>
                </a:lnTo>
                <a:lnTo>
                  <a:pt x="154202" y="26491"/>
                </a:lnTo>
                <a:lnTo>
                  <a:pt x="153212" y="26521"/>
                </a:lnTo>
                <a:lnTo>
                  <a:pt x="152237" y="26569"/>
                </a:lnTo>
                <a:lnTo>
                  <a:pt x="151276" y="26638"/>
                </a:lnTo>
                <a:lnTo>
                  <a:pt x="150329" y="26725"/>
                </a:lnTo>
                <a:lnTo>
                  <a:pt x="149396" y="26833"/>
                </a:lnTo>
                <a:lnTo>
                  <a:pt x="148477" y="26959"/>
                </a:lnTo>
                <a:lnTo>
                  <a:pt x="147573" y="27106"/>
                </a:lnTo>
                <a:lnTo>
                  <a:pt x="146683" y="27271"/>
                </a:lnTo>
                <a:lnTo>
                  <a:pt x="145806" y="27457"/>
                </a:lnTo>
                <a:lnTo>
                  <a:pt x="144945" y="27661"/>
                </a:lnTo>
                <a:lnTo>
                  <a:pt x="144097" y="27886"/>
                </a:lnTo>
                <a:lnTo>
                  <a:pt x="143263" y="28129"/>
                </a:lnTo>
                <a:lnTo>
                  <a:pt x="142444" y="28393"/>
                </a:lnTo>
                <a:lnTo>
                  <a:pt x="141639" y="28675"/>
                </a:lnTo>
                <a:lnTo>
                  <a:pt x="140848" y="28978"/>
                </a:lnTo>
                <a:lnTo>
                  <a:pt x="140071" y="29299"/>
                </a:lnTo>
                <a:lnTo>
                  <a:pt x="139308" y="29641"/>
                </a:lnTo>
                <a:lnTo>
                  <a:pt x="138560" y="30001"/>
                </a:lnTo>
                <a:lnTo>
                  <a:pt x="137826" y="30382"/>
                </a:lnTo>
                <a:lnTo>
                  <a:pt x="137106" y="30782"/>
                </a:lnTo>
                <a:lnTo>
                  <a:pt x="136400" y="31201"/>
                </a:lnTo>
                <a:lnTo>
                  <a:pt x="135708" y="31640"/>
                </a:lnTo>
                <a:lnTo>
                  <a:pt x="135031" y="32098"/>
                </a:lnTo>
                <a:lnTo>
                  <a:pt x="134367" y="32573"/>
                </a:lnTo>
                <a:lnTo>
                  <a:pt x="133718" y="33064"/>
                </a:lnTo>
                <a:lnTo>
                  <a:pt x="133083" y="33570"/>
                </a:lnTo>
                <a:lnTo>
                  <a:pt x="132463" y="34091"/>
                </a:lnTo>
                <a:lnTo>
                  <a:pt x="131856" y="34627"/>
                </a:lnTo>
                <a:lnTo>
                  <a:pt x="131264" y="35178"/>
                </a:lnTo>
                <a:lnTo>
                  <a:pt x="130686" y="35744"/>
                </a:lnTo>
                <a:lnTo>
                  <a:pt x="130122" y="36325"/>
                </a:lnTo>
                <a:lnTo>
                  <a:pt x="129572" y="36921"/>
                </a:lnTo>
                <a:lnTo>
                  <a:pt x="129036" y="37533"/>
                </a:lnTo>
                <a:lnTo>
                  <a:pt x="128515" y="38159"/>
                </a:lnTo>
                <a:lnTo>
                  <a:pt x="128007" y="38801"/>
                </a:lnTo>
                <a:lnTo>
                  <a:pt x="127514" y="39457"/>
                </a:lnTo>
                <a:lnTo>
                  <a:pt x="127036" y="40129"/>
                </a:lnTo>
                <a:lnTo>
                  <a:pt x="126571" y="40816"/>
                </a:lnTo>
                <a:lnTo>
                  <a:pt x="126120" y="41518"/>
                </a:lnTo>
                <a:lnTo>
                  <a:pt x="125684" y="42235"/>
                </a:lnTo>
                <a:lnTo>
                  <a:pt x="125262" y="42967"/>
                </a:lnTo>
                <a:lnTo>
                  <a:pt x="124854" y="43714"/>
                </a:lnTo>
                <a:lnTo>
                  <a:pt x="124460" y="44476"/>
                </a:lnTo>
                <a:lnTo>
                  <a:pt x="124081" y="45254"/>
                </a:lnTo>
                <a:lnTo>
                  <a:pt x="123715" y="46046"/>
                </a:lnTo>
                <a:lnTo>
                  <a:pt x="123364" y="46854"/>
                </a:lnTo>
                <a:lnTo>
                  <a:pt x="123027" y="47676"/>
                </a:lnTo>
                <a:lnTo>
                  <a:pt x="122704" y="48512"/>
                </a:lnTo>
                <a:lnTo>
                  <a:pt x="122395" y="49358"/>
                </a:lnTo>
                <a:lnTo>
                  <a:pt x="122099" y="50215"/>
                </a:lnTo>
                <a:lnTo>
                  <a:pt x="121817" y="51083"/>
                </a:lnTo>
                <a:lnTo>
                  <a:pt x="121549" y="51962"/>
                </a:lnTo>
                <a:lnTo>
                  <a:pt x="121295" y="52852"/>
                </a:lnTo>
                <a:lnTo>
                  <a:pt x="121054" y="53752"/>
                </a:lnTo>
                <a:lnTo>
                  <a:pt x="120827" y="54664"/>
                </a:lnTo>
                <a:lnTo>
                  <a:pt x="120614" y="55586"/>
                </a:lnTo>
                <a:lnTo>
                  <a:pt x="120415" y="56519"/>
                </a:lnTo>
                <a:lnTo>
                  <a:pt x="120229" y="57462"/>
                </a:lnTo>
                <a:lnTo>
                  <a:pt x="120058" y="58417"/>
                </a:lnTo>
                <a:lnTo>
                  <a:pt x="119899" y="59382"/>
                </a:lnTo>
                <a:lnTo>
                  <a:pt x="119755" y="60358"/>
                </a:lnTo>
                <a:lnTo>
                  <a:pt x="119625" y="61345"/>
                </a:lnTo>
                <a:lnTo>
                  <a:pt x="119508" y="62343"/>
                </a:lnTo>
                <a:lnTo>
                  <a:pt x="119405" y="63351"/>
                </a:lnTo>
                <a:lnTo>
                  <a:pt x="119315" y="64370"/>
                </a:lnTo>
                <a:lnTo>
                  <a:pt x="119240" y="65401"/>
                </a:lnTo>
                <a:lnTo>
                  <a:pt x="119178" y="66441"/>
                </a:lnTo>
                <a:lnTo>
                  <a:pt x="119130" y="67493"/>
                </a:lnTo>
                <a:lnTo>
                  <a:pt x="119095" y="68556"/>
                </a:lnTo>
                <a:lnTo>
                  <a:pt x="119075" y="69629"/>
                </a:lnTo>
                <a:lnTo>
                  <a:pt x="119068" y="70713"/>
                </a:lnTo>
                <a:lnTo>
                  <a:pt x="119075" y="71755"/>
                </a:lnTo>
                <a:lnTo>
                  <a:pt x="119096" y="72788"/>
                </a:lnTo>
                <a:lnTo>
                  <a:pt x="119132" y="73812"/>
                </a:lnTo>
                <a:lnTo>
                  <a:pt x="119181" y="74827"/>
                </a:lnTo>
                <a:lnTo>
                  <a:pt x="119245" y="75834"/>
                </a:lnTo>
                <a:lnTo>
                  <a:pt x="119323" y="76832"/>
                </a:lnTo>
                <a:lnTo>
                  <a:pt x="119415" y="77821"/>
                </a:lnTo>
                <a:lnTo>
                  <a:pt x="119522" y="78802"/>
                </a:lnTo>
                <a:lnTo>
                  <a:pt x="119642" y="79774"/>
                </a:lnTo>
                <a:lnTo>
                  <a:pt x="119777" y="80738"/>
                </a:lnTo>
                <a:lnTo>
                  <a:pt x="119926" y="81692"/>
                </a:lnTo>
                <a:lnTo>
                  <a:pt x="120089" y="82638"/>
                </a:lnTo>
                <a:lnTo>
                  <a:pt x="120266" y="83576"/>
                </a:lnTo>
                <a:lnTo>
                  <a:pt x="120458" y="84504"/>
                </a:lnTo>
                <a:lnTo>
                  <a:pt x="120664" y="85424"/>
                </a:lnTo>
                <a:lnTo>
                  <a:pt x="120884" y="86335"/>
                </a:lnTo>
                <a:lnTo>
                  <a:pt x="121118" y="87238"/>
                </a:lnTo>
                <a:lnTo>
                  <a:pt x="121366" y="88132"/>
                </a:lnTo>
                <a:lnTo>
                  <a:pt x="121628" y="89017"/>
                </a:lnTo>
                <a:lnTo>
                  <a:pt x="121905" y="89893"/>
                </a:lnTo>
                <a:lnTo>
                  <a:pt x="122196" y="90761"/>
                </a:lnTo>
                <a:lnTo>
                  <a:pt x="122501" y="91620"/>
                </a:lnTo>
                <a:lnTo>
                  <a:pt x="122820" y="92471"/>
                </a:lnTo>
                <a:lnTo>
                  <a:pt x="123153" y="93313"/>
                </a:lnTo>
                <a:lnTo>
                  <a:pt x="123501" y="94143"/>
                </a:lnTo>
                <a:lnTo>
                  <a:pt x="123864" y="94958"/>
                </a:lnTo>
                <a:lnTo>
                  <a:pt x="124241" y="95759"/>
                </a:lnTo>
                <a:lnTo>
                  <a:pt x="124633" y="96545"/>
                </a:lnTo>
                <a:lnTo>
                  <a:pt x="125040" y="97317"/>
                </a:lnTo>
                <a:lnTo>
                  <a:pt x="125462" y="98074"/>
                </a:lnTo>
                <a:lnTo>
                  <a:pt x="125898" y="98816"/>
                </a:lnTo>
                <a:lnTo>
                  <a:pt x="126350" y="99544"/>
                </a:lnTo>
                <a:lnTo>
                  <a:pt x="126816" y="100257"/>
                </a:lnTo>
                <a:lnTo>
                  <a:pt x="127296" y="100956"/>
                </a:lnTo>
                <a:lnTo>
                  <a:pt x="127792" y="101640"/>
                </a:lnTo>
                <a:lnTo>
                  <a:pt x="128302" y="102309"/>
                </a:lnTo>
                <a:lnTo>
                  <a:pt x="128827" y="102964"/>
                </a:lnTo>
                <a:lnTo>
                  <a:pt x="129367" y="103604"/>
                </a:lnTo>
                <a:lnTo>
                  <a:pt x="129922" y="104229"/>
                </a:lnTo>
                <a:lnTo>
                  <a:pt x="130491" y="104840"/>
                </a:lnTo>
                <a:lnTo>
                  <a:pt x="131075" y="105436"/>
                </a:lnTo>
                <a:lnTo>
                  <a:pt x="131674" y="106017"/>
                </a:lnTo>
                <a:lnTo>
                  <a:pt x="132288" y="106584"/>
                </a:lnTo>
                <a:lnTo>
                  <a:pt x="132917" y="107137"/>
                </a:lnTo>
                <a:lnTo>
                  <a:pt x="133560" y="107674"/>
                </a:lnTo>
                <a:lnTo>
                  <a:pt x="134218" y="108197"/>
                </a:lnTo>
                <a:lnTo>
                  <a:pt x="134891" y="108706"/>
                </a:lnTo>
                <a:lnTo>
                  <a:pt x="135578" y="109200"/>
                </a:lnTo>
                <a:lnTo>
                  <a:pt x="136281" y="109676"/>
                </a:lnTo>
                <a:lnTo>
                  <a:pt x="136999" y="110132"/>
                </a:lnTo>
                <a:lnTo>
                  <a:pt x="137733" y="110567"/>
                </a:lnTo>
                <a:lnTo>
                  <a:pt x="138482" y="110982"/>
                </a:lnTo>
                <a:lnTo>
                  <a:pt x="139247" y="111378"/>
                </a:lnTo>
                <a:lnTo>
                  <a:pt x="140027" y="111752"/>
                </a:lnTo>
                <a:lnTo>
                  <a:pt x="140823" y="112107"/>
                </a:lnTo>
                <a:lnTo>
                  <a:pt x="141634" y="112441"/>
                </a:lnTo>
                <a:lnTo>
                  <a:pt x="142461" y="112755"/>
                </a:lnTo>
                <a:lnTo>
                  <a:pt x="143303" y="113049"/>
                </a:lnTo>
                <a:lnTo>
                  <a:pt x="144161" y="113323"/>
                </a:lnTo>
                <a:lnTo>
                  <a:pt x="145034" y="113576"/>
                </a:lnTo>
                <a:lnTo>
                  <a:pt x="145923" y="113809"/>
                </a:lnTo>
                <a:lnTo>
                  <a:pt x="146827" y="114022"/>
                </a:lnTo>
                <a:lnTo>
                  <a:pt x="147747" y="114214"/>
                </a:lnTo>
                <a:lnTo>
                  <a:pt x="148682" y="114386"/>
                </a:lnTo>
                <a:lnTo>
                  <a:pt x="149633" y="114538"/>
                </a:lnTo>
                <a:lnTo>
                  <a:pt x="150599" y="114670"/>
                </a:lnTo>
                <a:lnTo>
                  <a:pt x="151581" y="114781"/>
                </a:lnTo>
                <a:lnTo>
                  <a:pt x="152578" y="114872"/>
                </a:lnTo>
                <a:lnTo>
                  <a:pt x="153591" y="114943"/>
                </a:lnTo>
                <a:lnTo>
                  <a:pt x="154619" y="114994"/>
                </a:lnTo>
                <a:lnTo>
                  <a:pt x="155663" y="115024"/>
                </a:lnTo>
                <a:lnTo>
                  <a:pt x="156722" y="115035"/>
                </a:lnTo>
                <a:lnTo>
                  <a:pt x="157560" y="115028"/>
                </a:lnTo>
                <a:lnTo>
                  <a:pt x="158387" y="115010"/>
                </a:lnTo>
                <a:lnTo>
                  <a:pt x="159206" y="114979"/>
                </a:lnTo>
                <a:close/>
                <a:moveTo>
                  <a:pt x="133627" y="59724"/>
                </a:moveTo>
                <a:lnTo>
                  <a:pt x="133766" y="58758"/>
                </a:lnTo>
                <a:lnTo>
                  <a:pt x="133921" y="57813"/>
                </a:lnTo>
                <a:lnTo>
                  <a:pt x="134091" y="56888"/>
                </a:lnTo>
                <a:lnTo>
                  <a:pt x="134277" y="55984"/>
                </a:lnTo>
                <a:lnTo>
                  <a:pt x="134479" y="55101"/>
                </a:lnTo>
                <a:lnTo>
                  <a:pt x="134696" y="54238"/>
                </a:lnTo>
                <a:lnTo>
                  <a:pt x="134929" y="53396"/>
                </a:lnTo>
                <a:lnTo>
                  <a:pt x="135177" y="52575"/>
                </a:lnTo>
                <a:lnTo>
                  <a:pt x="135441" y="51775"/>
                </a:lnTo>
                <a:lnTo>
                  <a:pt x="135721" y="50995"/>
                </a:lnTo>
                <a:lnTo>
                  <a:pt x="136017" y="50235"/>
                </a:lnTo>
                <a:lnTo>
                  <a:pt x="136328" y="49497"/>
                </a:lnTo>
                <a:lnTo>
                  <a:pt x="136655" y="48779"/>
                </a:lnTo>
                <a:lnTo>
                  <a:pt x="136997" y="48082"/>
                </a:lnTo>
                <a:lnTo>
                  <a:pt x="137355" y="47405"/>
                </a:lnTo>
                <a:lnTo>
                  <a:pt x="137729" y="46750"/>
                </a:lnTo>
                <a:lnTo>
                  <a:pt x="138118" y="46115"/>
                </a:lnTo>
                <a:lnTo>
                  <a:pt x="138523" y="45500"/>
                </a:lnTo>
                <a:lnTo>
                  <a:pt x="138944" y="44906"/>
                </a:lnTo>
                <a:lnTo>
                  <a:pt x="139380" y="44333"/>
                </a:lnTo>
                <a:lnTo>
                  <a:pt x="139832" y="43781"/>
                </a:lnTo>
                <a:lnTo>
                  <a:pt x="140300" y="43250"/>
                </a:lnTo>
                <a:lnTo>
                  <a:pt x="140782" y="42742"/>
                </a:lnTo>
                <a:lnTo>
                  <a:pt x="141280" y="42257"/>
                </a:lnTo>
                <a:lnTo>
                  <a:pt x="141792" y="41794"/>
                </a:lnTo>
                <a:lnTo>
                  <a:pt x="142320" y="41353"/>
                </a:lnTo>
                <a:lnTo>
                  <a:pt x="142862" y="40935"/>
                </a:lnTo>
                <a:lnTo>
                  <a:pt x="143420" y="40540"/>
                </a:lnTo>
                <a:lnTo>
                  <a:pt x="143993" y="40167"/>
                </a:lnTo>
                <a:lnTo>
                  <a:pt x="144581" y="39817"/>
                </a:lnTo>
                <a:lnTo>
                  <a:pt x="145183" y="39490"/>
                </a:lnTo>
                <a:lnTo>
                  <a:pt x="145801" y="39185"/>
                </a:lnTo>
                <a:lnTo>
                  <a:pt x="146434" y="38903"/>
                </a:lnTo>
                <a:lnTo>
                  <a:pt x="147083" y="38643"/>
                </a:lnTo>
                <a:lnTo>
                  <a:pt x="147746" y="38406"/>
                </a:lnTo>
                <a:lnTo>
                  <a:pt x="148424" y="38191"/>
                </a:lnTo>
                <a:lnTo>
                  <a:pt x="149117" y="37999"/>
                </a:lnTo>
                <a:lnTo>
                  <a:pt x="149826" y="37830"/>
                </a:lnTo>
                <a:lnTo>
                  <a:pt x="150549" y="37683"/>
                </a:lnTo>
                <a:lnTo>
                  <a:pt x="151287" y="37559"/>
                </a:lnTo>
                <a:lnTo>
                  <a:pt x="152041" y="37457"/>
                </a:lnTo>
                <a:lnTo>
                  <a:pt x="152810" y="37378"/>
                </a:lnTo>
                <a:lnTo>
                  <a:pt x="153593" y="37322"/>
                </a:lnTo>
                <a:lnTo>
                  <a:pt x="154392" y="37288"/>
                </a:lnTo>
                <a:lnTo>
                  <a:pt x="155206" y="37277"/>
                </a:lnTo>
                <a:lnTo>
                  <a:pt x="156006" y="37288"/>
                </a:lnTo>
                <a:lnTo>
                  <a:pt x="156790" y="37322"/>
                </a:lnTo>
                <a:lnTo>
                  <a:pt x="157560" y="37379"/>
                </a:lnTo>
                <a:lnTo>
                  <a:pt x="158315" y="37459"/>
                </a:lnTo>
                <a:lnTo>
                  <a:pt x="159056" y="37561"/>
                </a:lnTo>
                <a:lnTo>
                  <a:pt x="159781" y="37686"/>
                </a:lnTo>
                <a:lnTo>
                  <a:pt x="160491" y="37834"/>
                </a:lnTo>
                <a:lnTo>
                  <a:pt x="161187" y="38004"/>
                </a:lnTo>
                <a:lnTo>
                  <a:pt x="161867" y="38198"/>
                </a:lnTo>
                <a:lnTo>
                  <a:pt x="162533" y="38414"/>
                </a:lnTo>
                <a:lnTo>
                  <a:pt x="163183" y="38652"/>
                </a:lnTo>
                <a:lnTo>
                  <a:pt x="163819" y="38914"/>
                </a:lnTo>
                <a:lnTo>
                  <a:pt x="164440" y="39198"/>
                </a:lnTo>
                <a:lnTo>
                  <a:pt x="165046" y="39505"/>
                </a:lnTo>
                <a:lnTo>
                  <a:pt x="165637" y="39835"/>
                </a:lnTo>
                <a:lnTo>
                  <a:pt x="166213" y="40187"/>
                </a:lnTo>
                <a:lnTo>
                  <a:pt x="166774" y="40563"/>
                </a:lnTo>
                <a:lnTo>
                  <a:pt x="167320" y="40961"/>
                </a:lnTo>
                <a:lnTo>
                  <a:pt x="167851" y="41381"/>
                </a:lnTo>
                <a:lnTo>
                  <a:pt x="168368" y="41825"/>
                </a:lnTo>
                <a:lnTo>
                  <a:pt x="168869" y="42291"/>
                </a:lnTo>
                <a:lnTo>
                  <a:pt x="169356" y="42780"/>
                </a:lnTo>
                <a:lnTo>
                  <a:pt x="169828" y="43291"/>
                </a:lnTo>
                <a:lnTo>
                  <a:pt x="170284" y="43826"/>
                </a:lnTo>
                <a:lnTo>
                  <a:pt x="170725" y="44382"/>
                </a:lnTo>
                <a:lnTo>
                  <a:pt x="171147" y="44958"/>
                </a:lnTo>
                <a:lnTo>
                  <a:pt x="171552" y="45554"/>
                </a:lnTo>
                <a:lnTo>
                  <a:pt x="171939" y="46171"/>
                </a:lnTo>
                <a:lnTo>
                  <a:pt x="172308" y="46807"/>
                </a:lnTo>
                <a:lnTo>
                  <a:pt x="172659" y="47464"/>
                </a:lnTo>
                <a:lnTo>
                  <a:pt x="172992" y="48141"/>
                </a:lnTo>
                <a:lnTo>
                  <a:pt x="173307" y="48839"/>
                </a:lnTo>
                <a:lnTo>
                  <a:pt x="173605" y="49556"/>
                </a:lnTo>
                <a:lnTo>
                  <a:pt x="173885" y="50294"/>
                </a:lnTo>
                <a:lnTo>
                  <a:pt x="174147" y="51052"/>
                </a:lnTo>
                <a:lnTo>
                  <a:pt x="174391" y="51831"/>
                </a:lnTo>
                <a:lnTo>
                  <a:pt x="174617" y="52629"/>
                </a:lnTo>
                <a:lnTo>
                  <a:pt x="174825" y="53448"/>
                </a:lnTo>
                <a:lnTo>
                  <a:pt x="175016" y="54287"/>
                </a:lnTo>
                <a:lnTo>
                  <a:pt x="175189" y="55146"/>
                </a:lnTo>
                <a:lnTo>
                  <a:pt x="175344" y="56025"/>
                </a:lnTo>
                <a:lnTo>
                  <a:pt x="175481" y="56924"/>
                </a:lnTo>
                <a:lnTo>
                  <a:pt x="175600" y="57844"/>
                </a:lnTo>
                <a:lnTo>
                  <a:pt x="175701" y="58784"/>
                </a:lnTo>
                <a:lnTo>
                  <a:pt x="175785" y="59744"/>
                </a:lnTo>
                <a:lnTo>
                  <a:pt x="175850" y="60725"/>
                </a:lnTo>
                <a:lnTo>
                  <a:pt x="175898" y="61725"/>
                </a:lnTo>
                <a:lnTo>
                  <a:pt x="175928" y="62746"/>
                </a:lnTo>
                <a:lnTo>
                  <a:pt x="133304" y="62746"/>
                </a:lnTo>
                <a:lnTo>
                  <a:pt x="133396" y="61718"/>
                </a:lnTo>
                <a:lnTo>
                  <a:pt x="133504" y="60711"/>
                </a:lnTo>
                <a:lnTo>
                  <a:pt x="133627" y="59724"/>
                </a:lnTo>
                <a:close/>
                <a:moveTo>
                  <a:pt x="362977" y="114928"/>
                </a:moveTo>
                <a:lnTo>
                  <a:pt x="363687" y="114868"/>
                </a:lnTo>
                <a:lnTo>
                  <a:pt x="364388" y="114795"/>
                </a:lnTo>
                <a:lnTo>
                  <a:pt x="365081" y="114708"/>
                </a:lnTo>
                <a:lnTo>
                  <a:pt x="365764" y="114608"/>
                </a:lnTo>
                <a:lnTo>
                  <a:pt x="366438" y="114495"/>
                </a:lnTo>
                <a:lnTo>
                  <a:pt x="367103" y="114368"/>
                </a:lnTo>
                <a:lnTo>
                  <a:pt x="367759" y="114228"/>
                </a:lnTo>
                <a:lnTo>
                  <a:pt x="368406" y="114075"/>
                </a:lnTo>
                <a:lnTo>
                  <a:pt x="369043" y="113909"/>
                </a:lnTo>
                <a:lnTo>
                  <a:pt x="369672" y="113729"/>
                </a:lnTo>
                <a:lnTo>
                  <a:pt x="370292" y="113536"/>
                </a:lnTo>
                <a:lnTo>
                  <a:pt x="370902" y="113329"/>
                </a:lnTo>
                <a:lnTo>
                  <a:pt x="371504" y="113109"/>
                </a:lnTo>
                <a:lnTo>
                  <a:pt x="372096" y="112876"/>
                </a:lnTo>
                <a:lnTo>
                  <a:pt x="372680" y="112630"/>
                </a:lnTo>
                <a:lnTo>
                  <a:pt x="373254" y="112370"/>
                </a:lnTo>
                <a:lnTo>
                  <a:pt x="373819" y="112097"/>
                </a:lnTo>
                <a:lnTo>
                  <a:pt x="374375" y="111810"/>
                </a:lnTo>
                <a:lnTo>
                  <a:pt x="374922" y="111510"/>
                </a:lnTo>
                <a:lnTo>
                  <a:pt x="375460" y="111197"/>
                </a:lnTo>
                <a:lnTo>
                  <a:pt x="375990" y="110873"/>
                </a:lnTo>
                <a:lnTo>
                  <a:pt x="376510" y="110541"/>
                </a:lnTo>
                <a:lnTo>
                  <a:pt x="377023" y="110200"/>
                </a:lnTo>
                <a:lnTo>
                  <a:pt x="377527" y="109851"/>
                </a:lnTo>
                <a:lnTo>
                  <a:pt x="378022" y="109494"/>
                </a:lnTo>
                <a:lnTo>
                  <a:pt x="378509" y="109128"/>
                </a:lnTo>
                <a:lnTo>
                  <a:pt x="378987" y="108754"/>
                </a:lnTo>
                <a:lnTo>
                  <a:pt x="379457" y="108372"/>
                </a:lnTo>
                <a:lnTo>
                  <a:pt x="379918" y="107981"/>
                </a:lnTo>
                <a:lnTo>
                  <a:pt x="380371" y="107582"/>
                </a:lnTo>
                <a:lnTo>
                  <a:pt x="380816" y="107175"/>
                </a:lnTo>
                <a:lnTo>
                  <a:pt x="381252" y="106759"/>
                </a:lnTo>
                <a:lnTo>
                  <a:pt x="381679" y="106335"/>
                </a:lnTo>
                <a:lnTo>
                  <a:pt x="382098" y="105903"/>
                </a:lnTo>
                <a:lnTo>
                  <a:pt x="382509" y="105462"/>
                </a:lnTo>
                <a:lnTo>
                  <a:pt x="382911" y="105013"/>
                </a:lnTo>
                <a:lnTo>
                  <a:pt x="383304" y="104555"/>
                </a:lnTo>
                <a:lnTo>
                  <a:pt x="383689" y="104089"/>
                </a:lnTo>
                <a:lnTo>
                  <a:pt x="384066" y="103615"/>
                </a:lnTo>
                <a:lnTo>
                  <a:pt x="384434" y="103133"/>
                </a:lnTo>
                <a:lnTo>
                  <a:pt x="384794" y="102642"/>
                </a:lnTo>
                <a:lnTo>
                  <a:pt x="385145" y="102143"/>
                </a:lnTo>
                <a:lnTo>
                  <a:pt x="385487" y="101635"/>
                </a:lnTo>
                <a:lnTo>
                  <a:pt x="385822" y="101119"/>
                </a:lnTo>
                <a:lnTo>
                  <a:pt x="386748" y="113516"/>
                </a:lnTo>
                <a:lnTo>
                  <a:pt x="399721" y="113516"/>
                </a:lnTo>
                <a:lnTo>
                  <a:pt x="399721" y="0"/>
                </a:lnTo>
                <a:lnTo>
                  <a:pt x="385990" y="0"/>
                </a:lnTo>
                <a:lnTo>
                  <a:pt x="385990" y="40566"/>
                </a:lnTo>
                <a:lnTo>
                  <a:pt x="385670" y="40029"/>
                </a:lnTo>
                <a:lnTo>
                  <a:pt x="385342" y="39502"/>
                </a:lnTo>
                <a:lnTo>
                  <a:pt x="385006" y="38984"/>
                </a:lnTo>
                <a:lnTo>
                  <a:pt x="384662" y="38476"/>
                </a:lnTo>
                <a:lnTo>
                  <a:pt x="384310" y="37977"/>
                </a:lnTo>
                <a:lnTo>
                  <a:pt x="383950" y="37487"/>
                </a:lnTo>
                <a:lnTo>
                  <a:pt x="383582" y="37007"/>
                </a:lnTo>
                <a:lnTo>
                  <a:pt x="383206" y="36536"/>
                </a:lnTo>
                <a:lnTo>
                  <a:pt x="382821" y="36075"/>
                </a:lnTo>
                <a:lnTo>
                  <a:pt x="382429" y="35623"/>
                </a:lnTo>
                <a:lnTo>
                  <a:pt x="382029" y="35180"/>
                </a:lnTo>
                <a:lnTo>
                  <a:pt x="381620" y="34747"/>
                </a:lnTo>
                <a:lnTo>
                  <a:pt x="381204" y="34322"/>
                </a:lnTo>
                <a:lnTo>
                  <a:pt x="380779" y="33908"/>
                </a:lnTo>
                <a:lnTo>
                  <a:pt x="380347" y="33503"/>
                </a:lnTo>
                <a:lnTo>
                  <a:pt x="379906" y="33107"/>
                </a:lnTo>
                <a:lnTo>
                  <a:pt x="379458" y="32720"/>
                </a:lnTo>
                <a:lnTo>
                  <a:pt x="379001" y="32343"/>
                </a:lnTo>
                <a:lnTo>
                  <a:pt x="378536" y="31975"/>
                </a:lnTo>
                <a:lnTo>
                  <a:pt x="378064" y="31617"/>
                </a:lnTo>
                <a:lnTo>
                  <a:pt x="377583" y="31268"/>
                </a:lnTo>
                <a:lnTo>
                  <a:pt x="377094" y="30928"/>
                </a:lnTo>
                <a:lnTo>
                  <a:pt x="376597" y="30598"/>
                </a:lnTo>
                <a:lnTo>
                  <a:pt x="376092" y="30277"/>
                </a:lnTo>
                <a:lnTo>
                  <a:pt x="375578" y="29967"/>
                </a:lnTo>
                <a:lnTo>
                  <a:pt x="375055" y="29671"/>
                </a:lnTo>
                <a:lnTo>
                  <a:pt x="374521" y="29387"/>
                </a:lnTo>
                <a:lnTo>
                  <a:pt x="373978" y="29117"/>
                </a:lnTo>
                <a:lnTo>
                  <a:pt x="373425" y="28860"/>
                </a:lnTo>
                <a:lnTo>
                  <a:pt x="372862" y="28616"/>
                </a:lnTo>
                <a:lnTo>
                  <a:pt x="372290" y="28386"/>
                </a:lnTo>
                <a:lnTo>
                  <a:pt x="371707" y="28168"/>
                </a:lnTo>
                <a:lnTo>
                  <a:pt x="371115" y="27964"/>
                </a:lnTo>
                <a:lnTo>
                  <a:pt x="370513" y="27773"/>
                </a:lnTo>
                <a:lnTo>
                  <a:pt x="369901" y="27595"/>
                </a:lnTo>
                <a:lnTo>
                  <a:pt x="369279" y="27430"/>
                </a:lnTo>
                <a:lnTo>
                  <a:pt x="368648" y="27279"/>
                </a:lnTo>
                <a:lnTo>
                  <a:pt x="368007" y="27140"/>
                </a:lnTo>
                <a:lnTo>
                  <a:pt x="367356" y="27015"/>
                </a:lnTo>
                <a:lnTo>
                  <a:pt x="366695" y="26903"/>
                </a:lnTo>
                <a:lnTo>
                  <a:pt x="366024" y="26804"/>
                </a:lnTo>
                <a:lnTo>
                  <a:pt x="365344" y="26719"/>
                </a:lnTo>
                <a:lnTo>
                  <a:pt x="364654" y="26646"/>
                </a:lnTo>
                <a:lnTo>
                  <a:pt x="363954" y="26587"/>
                </a:lnTo>
                <a:lnTo>
                  <a:pt x="363244" y="26541"/>
                </a:lnTo>
                <a:lnTo>
                  <a:pt x="362524" y="26508"/>
                </a:lnTo>
                <a:lnTo>
                  <a:pt x="361795" y="26488"/>
                </a:lnTo>
                <a:lnTo>
                  <a:pt x="361056" y="26482"/>
                </a:lnTo>
                <a:lnTo>
                  <a:pt x="360232" y="26490"/>
                </a:lnTo>
                <a:lnTo>
                  <a:pt x="359417" y="26517"/>
                </a:lnTo>
                <a:lnTo>
                  <a:pt x="358612" y="26560"/>
                </a:lnTo>
                <a:lnTo>
                  <a:pt x="357815" y="26622"/>
                </a:lnTo>
                <a:lnTo>
                  <a:pt x="357027" y="26700"/>
                </a:lnTo>
                <a:lnTo>
                  <a:pt x="356249" y="26797"/>
                </a:lnTo>
                <a:lnTo>
                  <a:pt x="355480" y="26910"/>
                </a:lnTo>
                <a:lnTo>
                  <a:pt x="354719" y="27042"/>
                </a:lnTo>
                <a:lnTo>
                  <a:pt x="353968" y="27191"/>
                </a:lnTo>
                <a:lnTo>
                  <a:pt x="353226" y="27357"/>
                </a:lnTo>
                <a:lnTo>
                  <a:pt x="352493" y="27541"/>
                </a:lnTo>
                <a:lnTo>
                  <a:pt x="351769" y="27742"/>
                </a:lnTo>
                <a:lnTo>
                  <a:pt x="351054" y="27961"/>
                </a:lnTo>
                <a:lnTo>
                  <a:pt x="350348" y="28197"/>
                </a:lnTo>
                <a:lnTo>
                  <a:pt x="349651" y="28451"/>
                </a:lnTo>
                <a:lnTo>
                  <a:pt x="348963" y="28722"/>
                </a:lnTo>
                <a:lnTo>
                  <a:pt x="348284" y="29011"/>
                </a:lnTo>
                <a:lnTo>
                  <a:pt x="347615" y="29318"/>
                </a:lnTo>
                <a:lnTo>
                  <a:pt x="346954" y="29641"/>
                </a:lnTo>
                <a:lnTo>
                  <a:pt x="346302" y="29983"/>
                </a:lnTo>
                <a:lnTo>
                  <a:pt x="345660" y="30342"/>
                </a:lnTo>
                <a:lnTo>
                  <a:pt x="345027" y="30718"/>
                </a:lnTo>
                <a:lnTo>
                  <a:pt x="344402" y="31112"/>
                </a:lnTo>
                <a:lnTo>
                  <a:pt x="343787" y="31523"/>
                </a:lnTo>
                <a:lnTo>
                  <a:pt x="343182" y="31952"/>
                </a:lnTo>
                <a:lnTo>
                  <a:pt x="342589" y="32398"/>
                </a:lnTo>
                <a:lnTo>
                  <a:pt x="342008" y="32860"/>
                </a:lnTo>
                <a:lnTo>
                  <a:pt x="341438" y="33340"/>
                </a:lnTo>
                <a:lnTo>
                  <a:pt x="340880" y="33837"/>
                </a:lnTo>
                <a:lnTo>
                  <a:pt x="340333" y="34351"/>
                </a:lnTo>
                <a:lnTo>
                  <a:pt x="339799" y="34882"/>
                </a:lnTo>
                <a:lnTo>
                  <a:pt x="339276" y="35430"/>
                </a:lnTo>
                <a:lnTo>
                  <a:pt x="338764" y="35995"/>
                </a:lnTo>
                <a:lnTo>
                  <a:pt x="338265" y="36577"/>
                </a:lnTo>
                <a:lnTo>
                  <a:pt x="337777" y="37176"/>
                </a:lnTo>
                <a:lnTo>
                  <a:pt x="337301" y="37792"/>
                </a:lnTo>
                <a:lnTo>
                  <a:pt x="336836" y="38426"/>
                </a:lnTo>
                <a:lnTo>
                  <a:pt x="336384" y="39076"/>
                </a:lnTo>
                <a:lnTo>
                  <a:pt x="335942" y="39743"/>
                </a:lnTo>
                <a:lnTo>
                  <a:pt x="335513" y="40428"/>
                </a:lnTo>
                <a:lnTo>
                  <a:pt x="335095" y="41129"/>
                </a:lnTo>
                <a:lnTo>
                  <a:pt x="334689" y="41848"/>
                </a:lnTo>
                <a:lnTo>
                  <a:pt x="334295" y="42583"/>
                </a:lnTo>
                <a:lnTo>
                  <a:pt x="333913" y="43336"/>
                </a:lnTo>
                <a:lnTo>
                  <a:pt x="333542" y="44105"/>
                </a:lnTo>
                <a:lnTo>
                  <a:pt x="333182" y="44892"/>
                </a:lnTo>
                <a:lnTo>
                  <a:pt x="332835" y="45696"/>
                </a:lnTo>
                <a:lnTo>
                  <a:pt x="332499" y="46517"/>
                </a:lnTo>
                <a:lnTo>
                  <a:pt x="332176" y="47354"/>
                </a:lnTo>
                <a:lnTo>
                  <a:pt x="331867" y="48209"/>
                </a:lnTo>
                <a:lnTo>
                  <a:pt x="331571" y="49080"/>
                </a:lnTo>
                <a:lnTo>
                  <a:pt x="331289" y="49968"/>
                </a:lnTo>
                <a:lnTo>
                  <a:pt x="331021" y="50873"/>
                </a:lnTo>
                <a:lnTo>
                  <a:pt x="330767" y="51796"/>
                </a:lnTo>
                <a:lnTo>
                  <a:pt x="330527" y="52735"/>
                </a:lnTo>
                <a:lnTo>
                  <a:pt x="330300" y="53691"/>
                </a:lnTo>
                <a:lnTo>
                  <a:pt x="330087" y="54663"/>
                </a:lnTo>
                <a:lnTo>
                  <a:pt x="329887" y="55653"/>
                </a:lnTo>
                <a:lnTo>
                  <a:pt x="329702" y="56660"/>
                </a:lnTo>
                <a:lnTo>
                  <a:pt x="329530" y="57683"/>
                </a:lnTo>
                <a:lnTo>
                  <a:pt x="329372" y="58724"/>
                </a:lnTo>
                <a:lnTo>
                  <a:pt x="329227" y="59781"/>
                </a:lnTo>
                <a:lnTo>
                  <a:pt x="329097" y="60855"/>
                </a:lnTo>
                <a:lnTo>
                  <a:pt x="328980" y="61947"/>
                </a:lnTo>
                <a:lnTo>
                  <a:pt x="328877" y="63055"/>
                </a:lnTo>
                <a:lnTo>
                  <a:pt x="328787" y="64180"/>
                </a:lnTo>
                <a:lnTo>
                  <a:pt x="328712" y="65322"/>
                </a:lnTo>
                <a:lnTo>
                  <a:pt x="328650" y="66481"/>
                </a:lnTo>
                <a:lnTo>
                  <a:pt x="328602" y="67656"/>
                </a:lnTo>
                <a:lnTo>
                  <a:pt x="328568" y="68849"/>
                </a:lnTo>
                <a:lnTo>
                  <a:pt x="328547" y="70059"/>
                </a:lnTo>
                <a:lnTo>
                  <a:pt x="328540" y="71285"/>
                </a:lnTo>
                <a:lnTo>
                  <a:pt x="328547" y="72475"/>
                </a:lnTo>
                <a:lnTo>
                  <a:pt x="328567" y="73649"/>
                </a:lnTo>
                <a:lnTo>
                  <a:pt x="328601" y="74807"/>
                </a:lnTo>
                <a:lnTo>
                  <a:pt x="328648" y="75948"/>
                </a:lnTo>
                <a:lnTo>
                  <a:pt x="328708" y="77074"/>
                </a:lnTo>
                <a:lnTo>
                  <a:pt x="328782" y="78183"/>
                </a:lnTo>
                <a:lnTo>
                  <a:pt x="328870" y="79277"/>
                </a:lnTo>
                <a:lnTo>
                  <a:pt x="328971" y="80354"/>
                </a:lnTo>
                <a:lnTo>
                  <a:pt x="329085" y="81415"/>
                </a:lnTo>
                <a:lnTo>
                  <a:pt x="329213" y="82460"/>
                </a:lnTo>
                <a:lnTo>
                  <a:pt x="329354" y="83488"/>
                </a:lnTo>
                <a:lnTo>
                  <a:pt x="329509" y="84501"/>
                </a:lnTo>
                <a:lnTo>
                  <a:pt x="329677" y="85497"/>
                </a:lnTo>
                <a:lnTo>
                  <a:pt x="329859" y="86478"/>
                </a:lnTo>
                <a:lnTo>
                  <a:pt x="330054" y="87442"/>
                </a:lnTo>
                <a:lnTo>
                  <a:pt x="330262" y="88390"/>
                </a:lnTo>
                <a:lnTo>
                  <a:pt x="330484" y="89322"/>
                </a:lnTo>
                <a:lnTo>
                  <a:pt x="330720" y="90238"/>
                </a:lnTo>
                <a:lnTo>
                  <a:pt x="330969" y="91138"/>
                </a:lnTo>
                <a:lnTo>
                  <a:pt x="331231" y="92021"/>
                </a:lnTo>
                <a:lnTo>
                  <a:pt x="331507" y="92889"/>
                </a:lnTo>
                <a:lnTo>
                  <a:pt x="331796" y="93740"/>
                </a:lnTo>
                <a:lnTo>
                  <a:pt x="332099" y="94576"/>
                </a:lnTo>
                <a:lnTo>
                  <a:pt x="332415" y="95395"/>
                </a:lnTo>
                <a:lnTo>
                  <a:pt x="332743" y="96198"/>
                </a:lnTo>
                <a:lnTo>
                  <a:pt x="333083" y="96984"/>
                </a:lnTo>
                <a:lnTo>
                  <a:pt x="333434" y="97753"/>
                </a:lnTo>
                <a:lnTo>
                  <a:pt x="333796" y="98506"/>
                </a:lnTo>
                <a:lnTo>
                  <a:pt x="334168" y="99243"/>
                </a:lnTo>
                <a:lnTo>
                  <a:pt x="334553" y="99963"/>
                </a:lnTo>
                <a:lnTo>
                  <a:pt x="334948" y="100666"/>
                </a:lnTo>
                <a:lnTo>
                  <a:pt x="335354" y="101352"/>
                </a:lnTo>
                <a:lnTo>
                  <a:pt x="335771" y="102023"/>
                </a:lnTo>
                <a:lnTo>
                  <a:pt x="336200" y="102676"/>
                </a:lnTo>
                <a:lnTo>
                  <a:pt x="336639" y="103313"/>
                </a:lnTo>
                <a:lnTo>
                  <a:pt x="337090" y="103933"/>
                </a:lnTo>
                <a:lnTo>
                  <a:pt x="337552" y="104537"/>
                </a:lnTo>
                <a:lnTo>
                  <a:pt x="338025" y="105124"/>
                </a:lnTo>
                <a:lnTo>
                  <a:pt x="338509" y="105694"/>
                </a:lnTo>
                <a:lnTo>
                  <a:pt x="339004" y="106248"/>
                </a:lnTo>
                <a:lnTo>
                  <a:pt x="339511" y="106786"/>
                </a:lnTo>
                <a:lnTo>
                  <a:pt x="340028" y="107306"/>
                </a:lnTo>
                <a:lnTo>
                  <a:pt x="340556" y="107811"/>
                </a:lnTo>
                <a:lnTo>
                  <a:pt x="341096" y="108298"/>
                </a:lnTo>
                <a:lnTo>
                  <a:pt x="341647" y="108769"/>
                </a:lnTo>
                <a:lnTo>
                  <a:pt x="342209" y="109223"/>
                </a:lnTo>
                <a:lnTo>
                  <a:pt x="342782" y="109661"/>
                </a:lnTo>
                <a:lnTo>
                  <a:pt x="343366" y="110082"/>
                </a:lnTo>
                <a:lnTo>
                  <a:pt x="343960" y="110486"/>
                </a:lnTo>
                <a:lnTo>
                  <a:pt x="344563" y="110873"/>
                </a:lnTo>
                <a:lnTo>
                  <a:pt x="345174" y="111243"/>
                </a:lnTo>
                <a:lnTo>
                  <a:pt x="345795" y="111596"/>
                </a:lnTo>
                <a:lnTo>
                  <a:pt x="346424" y="111931"/>
                </a:lnTo>
                <a:lnTo>
                  <a:pt x="347062" y="112249"/>
                </a:lnTo>
                <a:lnTo>
                  <a:pt x="347708" y="112550"/>
                </a:lnTo>
                <a:lnTo>
                  <a:pt x="348364" y="112834"/>
                </a:lnTo>
                <a:lnTo>
                  <a:pt x="349028" y="113100"/>
                </a:lnTo>
                <a:lnTo>
                  <a:pt x="349701" y="113349"/>
                </a:lnTo>
                <a:lnTo>
                  <a:pt x="350383" y="113582"/>
                </a:lnTo>
                <a:lnTo>
                  <a:pt x="351074" y="113797"/>
                </a:lnTo>
                <a:lnTo>
                  <a:pt x="351773" y="113994"/>
                </a:lnTo>
                <a:lnTo>
                  <a:pt x="352481" y="114175"/>
                </a:lnTo>
                <a:lnTo>
                  <a:pt x="353198" y="114338"/>
                </a:lnTo>
                <a:lnTo>
                  <a:pt x="353924" y="114484"/>
                </a:lnTo>
                <a:lnTo>
                  <a:pt x="354658" y="114613"/>
                </a:lnTo>
                <a:lnTo>
                  <a:pt x="355401" y="114725"/>
                </a:lnTo>
                <a:lnTo>
                  <a:pt x="356153" y="114820"/>
                </a:lnTo>
                <a:lnTo>
                  <a:pt x="356914" y="114897"/>
                </a:lnTo>
                <a:lnTo>
                  <a:pt x="357684" y="114957"/>
                </a:lnTo>
                <a:lnTo>
                  <a:pt x="358462" y="115000"/>
                </a:lnTo>
                <a:lnTo>
                  <a:pt x="359249" y="115026"/>
                </a:lnTo>
                <a:lnTo>
                  <a:pt x="360045" y="115035"/>
                </a:lnTo>
                <a:lnTo>
                  <a:pt x="360792" y="115028"/>
                </a:lnTo>
                <a:lnTo>
                  <a:pt x="361529" y="115008"/>
                </a:lnTo>
                <a:lnTo>
                  <a:pt x="362257" y="114975"/>
                </a:lnTo>
                <a:lnTo>
                  <a:pt x="362977" y="114928"/>
                </a:lnTo>
                <a:close/>
                <a:moveTo>
                  <a:pt x="359417" y="103250"/>
                </a:moveTo>
                <a:lnTo>
                  <a:pt x="358689" y="103120"/>
                </a:lnTo>
                <a:lnTo>
                  <a:pt x="357978" y="102961"/>
                </a:lnTo>
                <a:lnTo>
                  <a:pt x="357284" y="102773"/>
                </a:lnTo>
                <a:lnTo>
                  <a:pt x="356605" y="102557"/>
                </a:lnTo>
                <a:lnTo>
                  <a:pt x="355943" y="102312"/>
                </a:lnTo>
                <a:lnTo>
                  <a:pt x="355297" y="102037"/>
                </a:lnTo>
                <a:lnTo>
                  <a:pt x="354667" y="101734"/>
                </a:lnTo>
                <a:lnTo>
                  <a:pt x="354054" y="101402"/>
                </a:lnTo>
                <a:lnTo>
                  <a:pt x="353456" y="101042"/>
                </a:lnTo>
                <a:lnTo>
                  <a:pt x="352875" y="100652"/>
                </a:lnTo>
                <a:lnTo>
                  <a:pt x="352310" y="100233"/>
                </a:lnTo>
                <a:lnTo>
                  <a:pt x="351762" y="99786"/>
                </a:lnTo>
                <a:lnTo>
                  <a:pt x="351229" y="99310"/>
                </a:lnTo>
                <a:lnTo>
                  <a:pt x="350713" y="98805"/>
                </a:lnTo>
                <a:lnTo>
                  <a:pt x="350213" y="98271"/>
                </a:lnTo>
                <a:lnTo>
                  <a:pt x="349729" y="97708"/>
                </a:lnTo>
                <a:lnTo>
                  <a:pt x="349262" y="97116"/>
                </a:lnTo>
                <a:lnTo>
                  <a:pt x="348811" y="96496"/>
                </a:lnTo>
                <a:lnTo>
                  <a:pt x="348376" y="95846"/>
                </a:lnTo>
                <a:lnTo>
                  <a:pt x="347957" y="95168"/>
                </a:lnTo>
                <a:lnTo>
                  <a:pt x="347555" y="94462"/>
                </a:lnTo>
                <a:lnTo>
                  <a:pt x="347170" y="93731"/>
                </a:lnTo>
                <a:lnTo>
                  <a:pt x="346802" y="92975"/>
                </a:lnTo>
                <a:lnTo>
                  <a:pt x="346451" y="92193"/>
                </a:lnTo>
                <a:lnTo>
                  <a:pt x="346117" y="91385"/>
                </a:lnTo>
                <a:lnTo>
                  <a:pt x="345801" y="90552"/>
                </a:lnTo>
                <a:lnTo>
                  <a:pt x="345501" y="89694"/>
                </a:lnTo>
                <a:lnTo>
                  <a:pt x="345219" y="88810"/>
                </a:lnTo>
                <a:lnTo>
                  <a:pt x="344954" y="87900"/>
                </a:lnTo>
                <a:lnTo>
                  <a:pt x="344706" y="86966"/>
                </a:lnTo>
                <a:lnTo>
                  <a:pt x="344475" y="86005"/>
                </a:lnTo>
                <a:lnTo>
                  <a:pt x="344261" y="85019"/>
                </a:lnTo>
                <a:lnTo>
                  <a:pt x="344064" y="84008"/>
                </a:lnTo>
                <a:lnTo>
                  <a:pt x="343884" y="82971"/>
                </a:lnTo>
                <a:lnTo>
                  <a:pt x="343722" y="81909"/>
                </a:lnTo>
                <a:lnTo>
                  <a:pt x="343576" y="80822"/>
                </a:lnTo>
                <a:lnTo>
                  <a:pt x="343448" y="79708"/>
                </a:lnTo>
                <a:lnTo>
                  <a:pt x="343337" y="78570"/>
                </a:lnTo>
                <a:lnTo>
                  <a:pt x="343243" y="77406"/>
                </a:lnTo>
                <a:lnTo>
                  <a:pt x="343166" y="76216"/>
                </a:lnTo>
                <a:lnTo>
                  <a:pt x="343106" y="75001"/>
                </a:lnTo>
                <a:lnTo>
                  <a:pt x="343063" y="73761"/>
                </a:lnTo>
                <a:lnTo>
                  <a:pt x="343037" y="72495"/>
                </a:lnTo>
                <a:lnTo>
                  <a:pt x="343029" y="71203"/>
                </a:lnTo>
                <a:lnTo>
                  <a:pt x="343038" y="69883"/>
                </a:lnTo>
                <a:lnTo>
                  <a:pt x="343065" y="68587"/>
                </a:lnTo>
                <a:lnTo>
                  <a:pt x="343109" y="67318"/>
                </a:lnTo>
                <a:lnTo>
                  <a:pt x="343172" y="66075"/>
                </a:lnTo>
                <a:lnTo>
                  <a:pt x="343252" y="64857"/>
                </a:lnTo>
                <a:lnTo>
                  <a:pt x="343350" y="63665"/>
                </a:lnTo>
                <a:lnTo>
                  <a:pt x="343466" y="62499"/>
                </a:lnTo>
                <a:lnTo>
                  <a:pt x="343600" y="61358"/>
                </a:lnTo>
                <a:lnTo>
                  <a:pt x="343752" y="60243"/>
                </a:lnTo>
                <a:lnTo>
                  <a:pt x="343921" y="59155"/>
                </a:lnTo>
                <a:lnTo>
                  <a:pt x="344108" y="58091"/>
                </a:lnTo>
                <a:lnTo>
                  <a:pt x="344314" y="57054"/>
                </a:lnTo>
                <a:lnTo>
                  <a:pt x="344537" y="56043"/>
                </a:lnTo>
                <a:lnTo>
                  <a:pt x="344777" y="55057"/>
                </a:lnTo>
                <a:lnTo>
                  <a:pt x="345036" y="54097"/>
                </a:lnTo>
                <a:lnTo>
                  <a:pt x="345313" y="53163"/>
                </a:lnTo>
                <a:lnTo>
                  <a:pt x="345607" y="52254"/>
                </a:lnTo>
                <a:lnTo>
                  <a:pt x="345919" y="51371"/>
                </a:lnTo>
                <a:lnTo>
                  <a:pt x="346249" y="50515"/>
                </a:lnTo>
                <a:lnTo>
                  <a:pt x="346597" y="49683"/>
                </a:lnTo>
                <a:lnTo>
                  <a:pt x="346963" y="48878"/>
                </a:lnTo>
                <a:lnTo>
                  <a:pt x="347347" y="48099"/>
                </a:lnTo>
                <a:lnTo>
                  <a:pt x="347748" y="47345"/>
                </a:lnTo>
                <a:lnTo>
                  <a:pt x="348167" y="46617"/>
                </a:lnTo>
                <a:lnTo>
                  <a:pt x="348605" y="45917"/>
                </a:lnTo>
                <a:lnTo>
                  <a:pt x="349060" y="45246"/>
                </a:lnTo>
                <a:lnTo>
                  <a:pt x="349532" y="44606"/>
                </a:lnTo>
                <a:lnTo>
                  <a:pt x="350023" y="43995"/>
                </a:lnTo>
                <a:lnTo>
                  <a:pt x="350531" y="43414"/>
                </a:lnTo>
                <a:lnTo>
                  <a:pt x="351058" y="42863"/>
                </a:lnTo>
                <a:lnTo>
                  <a:pt x="351602" y="42341"/>
                </a:lnTo>
                <a:lnTo>
                  <a:pt x="352164" y="41849"/>
                </a:lnTo>
                <a:lnTo>
                  <a:pt x="352744" y="41388"/>
                </a:lnTo>
                <a:lnTo>
                  <a:pt x="353342" y="40956"/>
                </a:lnTo>
                <a:lnTo>
                  <a:pt x="353957" y="40553"/>
                </a:lnTo>
                <a:lnTo>
                  <a:pt x="354591" y="40181"/>
                </a:lnTo>
                <a:lnTo>
                  <a:pt x="355242" y="39838"/>
                </a:lnTo>
                <a:lnTo>
                  <a:pt x="355911" y="39525"/>
                </a:lnTo>
                <a:lnTo>
                  <a:pt x="356598" y="39242"/>
                </a:lnTo>
                <a:lnTo>
                  <a:pt x="357303" y="38989"/>
                </a:lnTo>
                <a:lnTo>
                  <a:pt x="358025" y="38766"/>
                </a:lnTo>
                <a:lnTo>
                  <a:pt x="358766" y="38572"/>
                </a:lnTo>
                <a:lnTo>
                  <a:pt x="359524" y="38408"/>
                </a:lnTo>
                <a:lnTo>
                  <a:pt x="360300" y="38274"/>
                </a:lnTo>
                <a:lnTo>
                  <a:pt x="361094" y="38170"/>
                </a:lnTo>
                <a:lnTo>
                  <a:pt x="361906" y="38095"/>
                </a:lnTo>
                <a:lnTo>
                  <a:pt x="362735" y="38051"/>
                </a:lnTo>
                <a:lnTo>
                  <a:pt x="363583" y="38036"/>
                </a:lnTo>
                <a:lnTo>
                  <a:pt x="364245" y="38043"/>
                </a:lnTo>
                <a:lnTo>
                  <a:pt x="364899" y="38067"/>
                </a:lnTo>
                <a:lnTo>
                  <a:pt x="365543" y="38106"/>
                </a:lnTo>
                <a:lnTo>
                  <a:pt x="366179" y="38160"/>
                </a:lnTo>
                <a:lnTo>
                  <a:pt x="366806" y="38231"/>
                </a:lnTo>
                <a:lnTo>
                  <a:pt x="367424" y="38316"/>
                </a:lnTo>
                <a:lnTo>
                  <a:pt x="368033" y="38418"/>
                </a:lnTo>
                <a:lnTo>
                  <a:pt x="368632" y="38535"/>
                </a:lnTo>
                <a:lnTo>
                  <a:pt x="369224" y="38667"/>
                </a:lnTo>
                <a:lnTo>
                  <a:pt x="369806" y="38815"/>
                </a:lnTo>
                <a:lnTo>
                  <a:pt x="370379" y="38979"/>
                </a:lnTo>
                <a:lnTo>
                  <a:pt x="370943" y="39158"/>
                </a:lnTo>
                <a:lnTo>
                  <a:pt x="371499" y="39353"/>
                </a:lnTo>
                <a:lnTo>
                  <a:pt x="372045" y="39564"/>
                </a:lnTo>
                <a:lnTo>
                  <a:pt x="372583" y="39790"/>
                </a:lnTo>
                <a:lnTo>
                  <a:pt x="373111" y="40032"/>
                </a:lnTo>
                <a:lnTo>
                  <a:pt x="373631" y="40289"/>
                </a:lnTo>
                <a:lnTo>
                  <a:pt x="374142" y="40562"/>
                </a:lnTo>
                <a:lnTo>
                  <a:pt x="374643" y="40850"/>
                </a:lnTo>
                <a:lnTo>
                  <a:pt x="375136" y="41154"/>
                </a:lnTo>
                <a:lnTo>
                  <a:pt x="375620" y="41474"/>
                </a:lnTo>
                <a:lnTo>
                  <a:pt x="376095" y="41809"/>
                </a:lnTo>
                <a:lnTo>
                  <a:pt x="376562" y="42160"/>
                </a:lnTo>
                <a:lnTo>
                  <a:pt x="377019" y="42527"/>
                </a:lnTo>
                <a:lnTo>
                  <a:pt x="377468" y="42905"/>
                </a:lnTo>
                <a:lnTo>
                  <a:pt x="377908" y="43294"/>
                </a:lnTo>
                <a:lnTo>
                  <a:pt x="378341" y="43692"/>
                </a:lnTo>
                <a:lnTo>
                  <a:pt x="378766" y="44099"/>
                </a:lnTo>
                <a:lnTo>
                  <a:pt x="379182" y="44515"/>
                </a:lnTo>
                <a:lnTo>
                  <a:pt x="379591" y="44941"/>
                </a:lnTo>
                <a:lnTo>
                  <a:pt x="379991" y="45377"/>
                </a:lnTo>
                <a:lnTo>
                  <a:pt x="380384" y="45822"/>
                </a:lnTo>
                <a:lnTo>
                  <a:pt x="380768" y="46276"/>
                </a:lnTo>
                <a:lnTo>
                  <a:pt x="381144" y="46740"/>
                </a:lnTo>
                <a:lnTo>
                  <a:pt x="381513" y="47213"/>
                </a:lnTo>
                <a:lnTo>
                  <a:pt x="381873" y="47695"/>
                </a:lnTo>
                <a:lnTo>
                  <a:pt x="382225" y="48187"/>
                </a:lnTo>
                <a:lnTo>
                  <a:pt x="382569" y="48689"/>
                </a:lnTo>
                <a:lnTo>
                  <a:pt x="382906" y="49199"/>
                </a:lnTo>
                <a:lnTo>
                  <a:pt x="383234" y="49720"/>
                </a:lnTo>
                <a:lnTo>
                  <a:pt x="383554" y="50249"/>
                </a:lnTo>
                <a:lnTo>
                  <a:pt x="383866" y="50788"/>
                </a:lnTo>
                <a:lnTo>
                  <a:pt x="384170" y="51337"/>
                </a:lnTo>
                <a:lnTo>
                  <a:pt x="384466" y="51895"/>
                </a:lnTo>
                <a:lnTo>
                  <a:pt x="384754" y="52462"/>
                </a:lnTo>
                <a:lnTo>
                  <a:pt x="385033" y="53039"/>
                </a:lnTo>
                <a:lnTo>
                  <a:pt x="385305" y="53625"/>
                </a:lnTo>
                <a:lnTo>
                  <a:pt x="385569" y="54220"/>
                </a:lnTo>
                <a:lnTo>
                  <a:pt x="385569" y="87831"/>
                </a:lnTo>
                <a:lnTo>
                  <a:pt x="385298" y="88361"/>
                </a:lnTo>
                <a:lnTo>
                  <a:pt x="385018" y="88885"/>
                </a:lnTo>
                <a:lnTo>
                  <a:pt x="384730" y="89404"/>
                </a:lnTo>
                <a:lnTo>
                  <a:pt x="384433" y="89915"/>
                </a:lnTo>
                <a:lnTo>
                  <a:pt x="384127" y="90421"/>
                </a:lnTo>
                <a:lnTo>
                  <a:pt x="383813" y="90921"/>
                </a:lnTo>
                <a:lnTo>
                  <a:pt x="383490" y="91414"/>
                </a:lnTo>
                <a:lnTo>
                  <a:pt x="383159" y="91901"/>
                </a:lnTo>
                <a:lnTo>
                  <a:pt x="382819" y="92382"/>
                </a:lnTo>
                <a:lnTo>
                  <a:pt x="382470" y="92857"/>
                </a:lnTo>
                <a:lnTo>
                  <a:pt x="382113" y="93326"/>
                </a:lnTo>
                <a:lnTo>
                  <a:pt x="381747" y="93788"/>
                </a:lnTo>
                <a:lnTo>
                  <a:pt x="381372" y="94245"/>
                </a:lnTo>
                <a:lnTo>
                  <a:pt x="380989" y="94695"/>
                </a:lnTo>
                <a:lnTo>
                  <a:pt x="380597" y="95139"/>
                </a:lnTo>
                <a:lnTo>
                  <a:pt x="380196" y="95577"/>
                </a:lnTo>
                <a:lnTo>
                  <a:pt x="379787" y="96009"/>
                </a:lnTo>
                <a:lnTo>
                  <a:pt x="379370" y="96434"/>
                </a:lnTo>
                <a:lnTo>
                  <a:pt x="378943" y="96853"/>
                </a:lnTo>
                <a:lnTo>
                  <a:pt x="378508" y="97267"/>
                </a:lnTo>
                <a:lnTo>
                  <a:pt x="378065" y="97674"/>
                </a:lnTo>
                <a:lnTo>
                  <a:pt x="377612" y="98075"/>
                </a:lnTo>
                <a:lnTo>
                  <a:pt x="377151" y="98469"/>
                </a:lnTo>
                <a:lnTo>
                  <a:pt x="376682" y="98858"/>
                </a:lnTo>
                <a:lnTo>
                  <a:pt x="376203" y="99235"/>
                </a:lnTo>
                <a:lnTo>
                  <a:pt x="375715" y="99596"/>
                </a:lnTo>
                <a:lnTo>
                  <a:pt x="375216" y="99941"/>
                </a:lnTo>
                <a:lnTo>
                  <a:pt x="374708" y="100270"/>
                </a:lnTo>
                <a:lnTo>
                  <a:pt x="374190" y="100583"/>
                </a:lnTo>
                <a:lnTo>
                  <a:pt x="373662" y="100880"/>
                </a:lnTo>
                <a:lnTo>
                  <a:pt x="373125" y="101161"/>
                </a:lnTo>
                <a:lnTo>
                  <a:pt x="372578" y="101426"/>
                </a:lnTo>
                <a:lnTo>
                  <a:pt x="372020" y="101675"/>
                </a:lnTo>
                <a:lnTo>
                  <a:pt x="371454" y="101907"/>
                </a:lnTo>
                <a:lnTo>
                  <a:pt x="370877" y="102124"/>
                </a:lnTo>
                <a:lnTo>
                  <a:pt x="370290" y="102325"/>
                </a:lnTo>
                <a:lnTo>
                  <a:pt x="369694" y="102509"/>
                </a:lnTo>
                <a:lnTo>
                  <a:pt x="369088" y="102678"/>
                </a:lnTo>
                <a:lnTo>
                  <a:pt x="368472" y="102830"/>
                </a:lnTo>
                <a:lnTo>
                  <a:pt x="367846" y="102967"/>
                </a:lnTo>
                <a:lnTo>
                  <a:pt x="367211" y="103087"/>
                </a:lnTo>
                <a:lnTo>
                  <a:pt x="366565" y="103192"/>
                </a:lnTo>
                <a:lnTo>
                  <a:pt x="365910" y="103280"/>
                </a:lnTo>
                <a:lnTo>
                  <a:pt x="365245" y="103352"/>
                </a:lnTo>
                <a:lnTo>
                  <a:pt x="364571" y="103408"/>
                </a:lnTo>
                <a:lnTo>
                  <a:pt x="363886" y="103448"/>
                </a:lnTo>
                <a:lnTo>
                  <a:pt x="363192" y="103472"/>
                </a:lnTo>
                <a:lnTo>
                  <a:pt x="362488" y="103480"/>
                </a:lnTo>
                <a:lnTo>
                  <a:pt x="361696" y="103466"/>
                </a:lnTo>
                <a:lnTo>
                  <a:pt x="360920" y="103423"/>
                </a:lnTo>
                <a:lnTo>
                  <a:pt x="360160" y="103351"/>
                </a:lnTo>
                <a:lnTo>
                  <a:pt x="359417" y="103250"/>
                </a:lnTo>
                <a:close/>
                <a:moveTo>
                  <a:pt x="525236" y="102039"/>
                </a:moveTo>
                <a:lnTo>
                  <a:pt x="524647" y="102017"/>
                </a:lnTo>
                <a:lnTo>
                  <a:pt x="524076" y="101980"/>
                </a:lnTo>
                <a:lnTo>
                  <a:pt x="523525" y="101928"/>
                </a:lnTo>
                <a:lnTo>
                  <a:pt x="522992" y="101861"/>
                </a:lnTo>
                <a:lnTo>
                  <a:pt x="522478" y="101779"/>
                </a:lnTo>
                <a:lnTo>
                  <a:pt x="521983" y="101683"/>
                </a:lnTo>
                <a:lnTo>
                  <a:pt x="521506" y="101571"/>
                </a:lnTo>
                <a:lnTo>
                  <a:pt x="521049" y="101445"/>
                </a:lnTo>
                <a:lnTo>
                  <a:pt x="520610" y="101304"/>
                </a:lnTo>
                <a:lnTo>
                  <a:pt x="520191" y="101148"/>
                </a:lnTo>
                <a:lnTo>
                  <a:pt x="519790" y="100977"/>
                </a:lnTo>
                <a:lnTo>
                  <a:pt x="519408" y="100792"/>
                </a:lnTo>
                <a:lnTo>
                  <a:pt x="519045" y="100591"/>
                </a:lnTo>
                <a:lnTo>
                  <a:pt x="518701" y="100376"/>
                </a:lnTo>
                <a:lnTo>
                  <a:pt x="518376" y="100146"/>
                </a:lnTo>
                <a:lnTo>
                  <a:pt x="518069" y="99901"/>
                </a:lnTo>
                <a:lnTo>
                  <a:pt x="517781" y="99641"/>
                </a:lnTo>
                <a:lnTo>
                  <a:pt x="517513" y="99366"/>
                </a:lnTo>
                <a:lnTo>
                  <a:pt x="517263" y="99076"/>
                </a:lnTo>
                <a:lnTo>
                  <a:pt x="517032" y="98772"/>
                </a:lnTo>
                <a:lnTo>
                  <a:pt x="516820" y="98453"/>
                </a:lnTo>
                <a:lnTo>
                  <a:pt x="516626" y="98118"/>
                </a:lnTo>
                <a:lnTo>
                  <a:pt x="516452" y="97769"/>
                </a:lnTo>
                <a:lnTo>
                  <a:pt x="516291" y="97406"/>
                </a:lnTo>
                <a:lnTo>
                  <a:pt x="516136" y="97029"/>
                </a:lnTo>
                <a:lnTo>
                  <a:pt x="515988" y="96639"/>
                </a:lnTo>
                <a:lnTo>
                  <a:pt x="515847" y="96236"/>
                </a:lnTo>
                <a:lnTo>
                  <a:pt x="515713" y="95820"/>
                </a:lnTo>
                <a:lnTo>
                  <a:pt x="515586" y="95390"/>
                </a:lnTo>
                <a:lnTo>
                  <a:pt x="515466" y="94947"/>
                </a:lnTo>
                <a:lnTo>
                  <a:pt x="515352" y="94490"/>
                </a:lnTo>
                <a:lnTo>
                  <a:pt x="515246" y="94021"/>
                </a:lnTo>
                <a:lnTo>
                  <a:pt x="515146" y="93538"/>
                </a:lnTo>
                <a:lnTo>
                  <a:pt x="515053" y="93042"/>
                </a:lnTo>
                <a:lnTo>
                  <a:pt x="514967" y="92532"/>
                </a:lnTo>
                <a:lnTo>
                  <a:pt x="514888" y="92009"/>
                </a:lnTo>
                <a:lnTo>
                  <a:pt x="514816" y="91473"/>
                </a:lnTo>
                <a:lnTo>
                  <a:pt x="514751" y="90923"/>
                </a:lnTo>
                <a:lnTo>
                  <a:pt x="514692" y="90361"/>
                </a:lnTo>
                <a:lnTo>
                  <a:pt x="514641" y="89785"/>
                </a:lnTo>
                <a:lnTo>
                  <a:pt x="514596" y="89195"/>
                </a:lnTo>
                <a:lnTo>
                  <a:pt x="514558" y="88593"/>
                </a:lnTo>
                <a:lnTo>
                  <a:pt x="514527" y="87977"/>
                </a:lnTo>
                <a:lnTo>
                  <a:pt x="514503" y="87347"/>
                </a:lnTo>
                <a:lnTo>
                  <a:pt x="514486" y="86705"/>
                </a:lnTo>
                <a:lnTo>
                  <a:pt x="514476" y="86049"/>
                </a:lnTo>
                <a:lnTo>
                  <a:pt x="514473" y="85380"/>
                </a:lnTo>
                <a:lnTo>
                  <a:pt x="514473" y="39385"/>
                </a:lnTo>
                <a:lnTo>
                  <a:pt x="534774" y="39385"/>
                </a:lnTo>
                <a:lnTo>
                  <a:pt x="534774" y="28000"/>
                </a:lnTo>
                <a:lnTo>
                  <a:pt x="514473" y="28000"/>
                </a:lnTo>
                <a:lnTo>
                  <a:pt x="514473" y="9193"/>
                </a:lnTo>
                <a:lnTo>
                  <a:pt x="500405" y="9193"/>
                </a:lnTo>
                <a:lnTo>
                  <a:pt x="500405" y="28000"/>
                </a:lnTo>
                <a:lnTo>
                  <a:pt x="486758" y="28000"/>
                </a:lnTo>
                <a:lnTo>
                  <a:pt x="486758" y="39385"/>
                </a:lnTo>
                <a:lnTo>
                  <a:pt x="500405" y="39385"/>
                </a:lnTo>
                <a:lnTo>
                  <a:pt x="500405" y="85683"/>
                </a:lnTo>
                <a:lnTo>
                  <a:pt x="500408" y="86407"/>
                </a:lnTo>
                <a:lnTo>
                  <a:pt x="500419" y="87123"/>
                </a:lnTo>
                <a:lnTo>
                  <a:pt x="500436" y="87830"/>
                </a:lnTo>
                <a:lnTo>
                  <a:pt x="500460" y="88529"/>
                </a:lnTo>
                <a:lnTo>
                  <a:pt x="500491" y="89218"/>
                </a:lnTo>
                <a:lnTo>
                  <a:pt x="500529" y="89899"/>
                </a:lnTo>
                <a:lnTo>
                  <a:pt x="500573" y="90571"/>
                </a:lnTo>
                <a:lnTo>
                  <a:pt x="500625" y="91235"/>
                </a:lnTo>
                <a:lnTo>
                  <a:pt x="500683" y="91889"/>
                </a:lnTo>
                <a:lnTo>
                  <a:pt x="500748" y="92535"/>
                </a:lnTo>
                <a:lnTo>
                  <a:pt x="500821" y="93172"/>
                </a:lnTo>
                <a:lnTo>
                  <a:pt x="500900" y="93801"/>
                </a:lnTo>
                <a:lnTo>
                  <a:pt x="500986" y="94421"/>
                </a:lnTo>
                <a:lnTo>
                  <a:pt x="501078" y="95032"/>
                </a:lnTo>
                <a:lnTo>
                  <a:pt x="501178" y="95634"/>
                </a:lnTo>
                <a:lnTo>
                  <a:pt x="501285" y="96227"/>
                </a:lnTo>
                <a:lnTo>
                  <a:pt x="501398" y="96812"/>
                </a:lnTo>
                <a:lnTo>
                  <a:pt x="501518" y="97388"/>
                </a:lnTo>
                <a:lnTo>
                  <a:pt x="501645" y="97955"/>
                </a:lnTo>
                <a:lnTo>
                  <a:pt x="501780" y="98514"/>
                </a:lnTo>
                <a:lnTo>
                  <a:pt x="501920" y="99064"/>
                </a:lnTo>
                <a:lnTo>
                  <a:pt x="502068" y="99605"/>
                </a:lnTo>
                <a:lnTo>
                  <a:pt x="502223" y="100137"/>
                </a:lnTo>
                <a:lnTo>
                  <a:pt x="502384" y="100660"/>
                </a:lnTo>
                <a:lnTo>
                  <a:pt x="502555" y="101175"/>
                </a:lnTo>
                <a:lnTo>
                  <a:pt x="502738" y="101679"/>
                </a:lnTo>
                <a:lnTo>
                  <a:pt x="502932" y="102172"/>
                </a:lnTo>
                <a:lnTo>
                  <a:pt x="503138" y="102656"/>
                </a:lnTo>
                <a:lnTo>
                  <a:pt x="503355" y="103130"/>
                </a:lnTo>
                <a:lnTo>
                  <a:pt x="503585" y="103593"/>
                </a:lnTo>
                <a:lnTo>
                  <a:pt x="503826" y="104047"/>
                </a:lnTo>
                <a:lnTo>
                  <a:pt x="504079" y="104490"/>
                </a:lnTo>
                <a:lnTo>
                  <a:pt x="504343" y="104923"/>
                </a:lnTo>
                <a:lnTo>
                  <a:pt x="504619" y="105346"/>
                </a:lnTo>
                <a:lnTo>
                  <a:pt x="504907" y="105759"/>
                </a:lnTo>
                <a:lnTo>
                  <a:pt x="505206" y="106161"/>
                </a:lnTo>
                <a:lnTo>
                  <a:pt x="505518" y="106554"/>
                </a:lnTo>
                <a:lnTo>
                  <a:pt x="505840" y="106936"/>
                </a:lnTo>
                <a:lnTo>
                  <a:pt x="506175" y="107309"/>
                </a:lnTo>
                <a:lnTo>
                  <a:pt x="506521" y="107671"/>
                </a:lnTo>
                <a:lnTo>
                  <a:pt x="506879" y="108023"/>
                </a:lnTo>
                <a:lnTo>
                  <a:pt x="507249" y="108365"/>
                </a:lnTo>
                <a:lnTo>
                  <a:pt x="507631" y="108697"/>
                </a:lnTo>
                <a:lnTo>
                  <a:pt x="508024" y="109018"/>
                </a:lnTo>
                <a:lnTo>
                  <a:pt x="508428" y="109330"/>
                </a:lnTo>
                <a:lnTo>
                  <a:pt x="508845" y="109631"/>
                </a:lnTo>
                <a:lnTo>
                  <a:pt x="509273" y="109923"/>
                </a:lnTo>
                <a:lnTo>
                  <a:pt x="509713" y="110204"/>
                </a:lnTo>
                <a:lnTo>
                  <a:pt x="510167" y="110474"/>
                </a:lnTo>
                <a:lnTo>
                  <a:pt x="510636" y="110733"/>
                </a:lnTo>
                <a:lnTo>
                  <a:pt x="511121" y="110980"/>
                </a:lnTo>
                <a:lnTo>
                  <a:pt x="511621" y="111216"/>
                </a:lnTo>
                <a:lnTo>
                  <a:pt x="512137" y="111440"/>
                </a:lnTo>
                <a:lnTo>
                  <a:pt x="512669" y="111653"/>
                </a:lnTo>
                <a:lnTo>
                  <a:pt x="513217" y="111854"/>
                </a:lnTo>
                <a:lnTo>
                  <a:pt x="513780" y="112044"/>
                </a:lnTo>
                <a:lnTo>
                  <a:pt x="514359" y="112222"/>
                </a:lnTo>
                <a:lnTo>
                  <a:pt x="514953" y="112389"/>
                </a:lnTo>
                <a:lnTo>
                  <a:pt x="515563" y="112544"/>
                </a:lnTo>
                <a:lnTo>
                  <a:pt x="516189" y="112688"/>
                </a:lnTo>
                <a:lnTo>
                  <a:pt x="516830" y="112821"/>
                </a:lnTo>
                <a:lnTo>
                  <a:pt x="517487" y="112941"/>
                </a:lnTo>
                <a:lnTo>
                  <a:pt x="518160" y="113051"/>
                </a:lnTo>
                <a:lnTo>
                  <a:pt x="518848" y="113148"/>
                </a:lnTo>
                <a:lnTo>
                  <a:pt x="519552" y="113235"/>
                </a:lnTo>
                <a:lnTo>
                  <a:pt x="520272" y="113309"/>
                </a:lnTo>
                <a:lnTo>
                  <a:pt x="521007" y="113373"/>
                </a:lnTo>
                <a:lnTo>
                  <a:pt x="521758" y="113424"/>
                </a:lnTo>
                <a:lnTo>
                  <a:pt x="522524" y="113465"/>
                </a:lnTo>
                <a:lnTo>
                  <a:pt x="523307" y="113493"/>
                </a:lnTo>
                <a:lnTo>
                  <a:pt x="524104" y="113511"/>
                </a:lnTo>
                <a:lnTo>
                  <a:pt x="524918" y="113516"/>
                </a:lnTo>
                <a:lnTo>
                  <a:pt x="534774" y="113516"/>
                </a:lnTo>
                <a:lnTo>
                  <a:pt x="534774" y="102047"/>
                </a:lnTo>
                <a:lnTo>
                  <a:pt x="525845" y="102047"/>
                </a:lnTo>
                <a:lnTo>
                  <a:pt x="525236" y="102039"/>
                </a:lnTo>
                <a:close/>
                <a:moveTo>
                  <a:pt x="274749" y="114978"/>
                </a:moveTo>
                <a:lnTo>
                  <a:pt x="275508" y="114934"/>
                </a:lnTo>
                <a:lnTo>
                  <a:pt x="276258" y="114877"/>
                </a:lnTo>
                <a:lnTo>
                  <a:pt x="277001" y="114808"/>
                </a:lnTo>
                <a:lnTo>
                  <a:pt x="277736" y="114726"/>
                </a:lnTo>
                <a:lnTo>
                  <a:pt x="278463" y="114632"/>
                </a:lnTo>
                <a:lnTo>
                  <a:pt x="279182" y="114525"/>
                </a:lnTo>
                <a:lnTo>
                  <a:pt x="279893" y="114405"/>
                </a:lnTo>
                <a:lnTo>
                  <a:pt x="280597" y="114273"/>
                </a:lnTo>
                <a:lnTo>
                  <a:pt x="281292" y="114128"/>
                </a:lnTo>
                <a:lnTo>
                  <a:pt x="281980" y="113971"/>
                </a:lnTo>
                <a:lnTo>
                  <a:pt x="282659" y="113801"/>
                </a:lnTo>
                <a:lnTo>
                  <a:pt x="283331" y="113618"/>
                </a:lnTo>
                <a:lnTo>
                  <a:pt x="283995" y="113423"/>
                </a:lnTo>
                <a:lnTo>
                  <a:pt x="284651" y="113215"/>
                </a:lnTo>
                <a:lnTo>
                  <a:pt x="285299" y="112995"/>
                </a:lnTo>
                <a:lnTo>
                  <a:pt x="285939" y="112762"/>
                </a:lnTo>
                <a:lnTo>
                  <a:pt x="286571" y="112516"/>
                </a:lnTo>
                <a:lnTo>
                  <a:pt x="287195" y="112258"/>
                </a:lnTo>
                <a:lnTo>
                  <a:pt x="287812" y="111987"/>
                </a:lnTo>
                <a:lnTo>
                  <a:pt x="288420" y="111704"/>
                </a:lnTo>
                <a:lnTo>
                  <a:pt x="289021" y="111408"/>
                </a:lnTo>
                <a:lnTo>
                  <a:pt x="289614" y="111101"/>
                </a:lnTo>
                <a:lnTo>
                  <a:pt x="290202" y="110786"/>
                </a:lnTo>
                <a:lnTo>
                  <a:pt x="290783" y="110461"/>
                </a:lnTo>
                <a:lnTo>
                  <a:pt x="291358" y="110127"/>
                </a:lnTo>
                <a:lnTo>
                  <a:pt x="291927" y="109784"/>
                </a:lnTo>
                <a:lnTo>
                  <a:pt x="292490" y="109431"/>
                </a:lnTo>
                <a:lnTo>
                  <a:pt x="293047" y="109070"/>
                </a:lnTo>
                <a:lnTo>
                  <a:pt x="293598" y="108700"/>
                </a:lnTo>
                <a:lnTo>
                  <a:pt x="294142" y="108321"/>
                </a:lnTo>
                <a:lnTo>
                  <a:pt x="294681" y="107932"/>
                </a:lnTo>
                <a:lnTo>
                  <a:pt x="295213" y="107535"/>
                </a:lnTo>
                <a:lnTo>
                  <a:pt x="295739" y="107128"/>
                </a:lnTo>
                <a:lnTo>
                  <a:pt x="296259" y="106712"/>
                </a:lnTo>
                <a:lnTo>
                  <a:pt x="296772" y="106288"/>
                </a:lnTo>
                <a:lnTo>
                  <a:pt x="297280" y="105854"/>
                </a:lnTo>
                <a:lnTo>
                  <a:pt x="297782" y="105411"/>
                </a:lnTo>
                <a:lnTo>
                  <a:pt x="298277" y="104959"/>
                </a:lnTo>
                <a:lnTo>
                  <a:pt x="298766" y="104498"/>
                </a:lnTo>
                <a:lnTo>
                  <a:pt x="299249" y="104028"/>
                </a:lnTo>
                <a:lnTo>
                  <a:pt x="299726" y="103548"/>
                </a:lnTo>
                <a:lnTo>
                  <a:pt x="300197" y="103060"/>
                </a:lnTo>
                <a:lnTo>
                  <a:pt x="300661" y="102563"/>
                </a:lnTo>
                <a:lnTo>
                  <a:pt x="301120" y="102056"/>
                </a:lnTo>
                <a:lnTo>
                  <a:pt x="301572" y="101541"/>
                </a:lnTo>
                <a:lnTo>
                  <a:pt x="302078" y="113516"/>
                </a:lnTo>
                <a:lnTo>
                  <a:pt x="315050" y="113516"/>
                </a:lnTo>
                <a:lnTo>
                  <a:pt x="315050" y="56342"/>
                </a:lnTo>
                <a:lnTo>
                  <a:pt x="315046" y="55579"/>
                </a:lnTo>
                <a:lnTo>
                  <a:pt x="315033" y="54828"/>
                </a:lnTo>
                <a:lnTo>
                  <a:pt x="315011" y="54089"/>
                </a:lnTo>
                <a:lnTo>
                  <a:pt x="314980" y="53362"/>
                </a:lnTo>
                <a:lnTo>
                  <a:pt x="314941" y="52646"/>
                </a:lnTo>
                <a:lnTo>
                  <a:pt x="314892" y="51942"/>
                </a:lnTo>
                <a:lnTo>
                  <a:pt x="314835" y="51250"/>
                </a:lnTo>
                <a:lnTo>
                  <a:pt x="314769" y="50570"/>
                </a:lnTo>
                <a:lnTo>
                  <a:pt x="314695" y="49901"/>
                </a:lnTo>
                <a:lnTo>
                  <a:pt x="314612" y="49244"/>
                </a:lnTo>
                <a:lnTo>
                  <a:pt x="314519" y="48599"/>
                </a:lnTo>
                <a:lnTo>
                  <a:pt x="314418" y="47966"/>
                </a:lnTo>
                <a:lnTo>
                  <a:pt x="314309" y="47344"/>
                </a:lnTo>
                <a:lnTo>
                  <a:pt x="314190" y="46734"/>
                </a:lnTo>
                <a:lnTo>
                  <a:pt x="314063" y="46136"/>
                </a:lnTo>
                <a:lnTo>
                  <a:pt x="313927" y="45549"/>
                </a:lnTo>
                <a:lnTo>
                  <a:pt x="313782" y="44974"/>
                </a:lnTo>
                <a:lnTo>
                  <a:pt x="313629" y="44411"/>
                </a:lnTo>
                <a:lnTo>
                  <a:pt x="313466" y="43860"/>
                </a:lnTo>
                <a:lnTo>
                  <a:pt x="313295" y="43321"/>
                </a:lnTo>
                <a:lnTo>
                  <a:pt x="313115" y="42793"/>
                </a:lnTo>
                <a:lnTo>
                  <a:pt x="312927" y="42277"/>
                </a:lnTo>
                <a:lnTo>
                  <a:pt x="312729" y="41772"/>
                </a:lnTo>
                <a:lnTo>
                  <a:pt x="312523" y="41280"/>
                </a:lnTo>
                <a:lnTo>
                  <a:pt x="312309" y="40798"/>
                </a:lnTo>
                <a:lnTo>
                  <a:pt x="312089" y="40325"/>
                </a:lnTo>
                <a:lnTo>
                  <a:pt x="311862" y="39860"/>
                </a:lnTo>
                <a:lnTo>
                  <a:pt x="311629" y="39405"/>
                </a:lnTo>
                <a:lnTo>
                  <a:pt x="311390" y="38959"/>
                </a:lnTo>
                <a:lnTo>
                  <a:pt x="311144" y="38522"/>
                </a:lnTo>
                <a:lnTo>
                  <a:pt x="310891" y="38093"/>
                </a:lnTo>
                <a:lnTo>
                  <a:pt x="310632" y="37674"/>
                </a:lnTo>
                <a:lnTo>
                  <a:pt x="310367" y="37264"/>
                </a:lnTo>
                <a:lnTo>
                  <a:pt x="310095" y="36863"/>
                </a:lnTo>
                <a:lnTo>
                  <a:pt x="309817" y="36471"/>
                </a:lnTo>
                <a:lnTo>
                  <a:pt x="309533" y="36087"/>
                </a:lnTo>
                <a:lnTo>
                  <a:pt x="309242" y="35713"/>
                </a:lnTo>
                <a:lnTo>
                  <a:pt x="308944" y="35348"/>
                </a:lnTo>
                <a:lnTo>
                  <a:pt x="308640" y="34992"/>
                </a:lnTo>
                <a:lnTo>
                  <a:pt x="308330" y="34644"/>
                </a:lnTo>
                <a:lnTo>
                  <a:pt x="308013" y="34306"/>
                </a:lnTo>
                <a:lnTo>
                  <a:pt x="307690" y="33977"/>
                </a:lnTo>
                <a:lnTo>
                  <a:pt x="307360" y="33656"/>
                </a:lnTo>
                <a:lnTo>
                  <a:pt x="307024" y="33345"/>
                </a:lnTo>
                <a:lnTo>
                  <a:pt x="306682" y="33043"/>
                </a:lnTo>
                <a:lnTo>
                  <a:pt x="306333" y="32750"/>
                </a:lnTo>
                <a:lnTo>
                  <a:pt x="305977" y="32465"/>
                </a:lnTo>
                <a:lnTo>
                  <a:pt x="305616" y="32190"/>
                </a:lnTo>
                <a:lnTo>
                  <a:pt x="305249" y="31923"/>
                </a:lnTo>
                <a:lnTo>
                  <a:pt x="304878" y="31663"/>
                </a:lnTo>
                <a:lnTo>
                  <a:pt x="304503" y="31409"/>
                </a:lnTo>
                <a:lnTo>
                  <a:pt x="304125" y="31163"/>
                </a:lnTo>
                <a:lnTo>
                  <a:pt x="303743" y="30924"/>
                </a:lnTo>
                <a:lnTo>
                  <a:pt x="303357" y="30692"/>
                </a:lnTo>
                <a:lnTo>
                  <a:pt x="302967" y="30466"/>
                </a:lnTo>
                <a:lnTo>
                  <a:pt x="302574" y="30248"/>
                </a:lnTo>
                <a:lnTo>
                  <a:pt x="302176" y="30037"/>
                </a:lnTo>
                <a:lnTo>
                  <a:pt x="301775" y="29833"/>
                </a:lnTo>
                <a:lnTo>
                  <a:pt x="301370" y="29636"/>
                </a:lnTo>
                <a:lnTo>
                  <a:pt x="300962" y="29446"/>
                </a:lnTo>
                <a:lnTo>
                  <a:pt x="300549" y="29263"/>
                </a:lnTo>
                <a:lnTo>
                  <a:pt x="300133" y="29087"/>
                </a:lnTo>
                <a:lnTo>
                  <a:pt x="299712" y="28918"/>
                </a:lnTo>
                <a:lnTo>
                  <a:pt x="299288" y="28756"/>
                </a:lnTo>
                <a:lnTo>
                  <a:pt x="298861" y="28601"/>
                </a:lnTo>
                <a:lnTo>
                  <a:pt x="298429" y="28453"/>
                </a:lnTo>
                <a:lnTo>
                  <a:pt x="297994" y="28312"/>
                </a:lnTo>
                <a:lnTo>
                  <a:pt x="297555" y="28178"/>
                </a:lnTo>
                <a:lnTo>
                  <a:pt x="297112" y="28051"/>
                </a:lnTo>
                <a:lnTo>
                  <a:pt x="296665" y="27931"/>
                </a:lnTo>
                <a:lnTo>
                  <a:pt x="296214" y="27818"/>
                </a:lnTo>
                <a:lnTo>
                  <a:pt x="295760" y="27712"/>
                </a:lnTo>
                <a:lnTo>
                  <a:pt x="295303" y="27612"/>
                </a:lnTo>
                <a:lnTo>
                  <a:pt x="294844" y="27516"/>
                </a:lnTo>
                <a:lnTo>
                  <a:pt x="294384" y="27424"/>
                </a:lnTo>
                <a:lnTo>
                  <a:pt x="293923" y="27336"/>
                </a:lnTo>
                <a:lnTo>
                  <a:pt x="293460" y="27253"/>
                </a:lnTo>
                <a:lnTo>
                  <a:pt x="292996" y="27174"/>
                </a:lnTo>
                <a:lnTo>
                  <a:pt x="292530" y="27099"/>
                </a:lnTo>
                <a:lnTo>
                  <a:pt x="292063" y="27029"/>
                </a:lnTo>
                <a:lnTo>
                  <a:pt x="291594" y="26962"/>
                </a:lnTo>
                <a:lnTo>
                  <a:pt x="291124" y="26900"/>
                </a:lnTo>
                <a:lnTo>
                  <a:pt x="290652" y="26843"/>
                </a:lnTo>
                <a:lnTo>
                  <a:pt x="290179" y="26789"/>
                </a:lnTo>
                <a:lnTo>
                  <a:pt x="289705" y="26740"/>
                </a:lnTo>
                <a:lnTo>
                  <a:pt x="289228" y="26695"/>
                </a:lnTo>
                <a:lnTo>
                  <a:pt x="288751" y="26655"/>
                </a:lnTo>
                <a:lnTo>
                  <a:pt x="288272" y="26618"/>
                </a:lnTo>
                <a:lnTo>
                  <a:pt x="287792" y="26586"/>
                </a:lnTo>
                <a:lnTo>
                  <a:pt x="287310" y="26558"/>
                </a:lnTo>
                <a:lnTo>
                  <a:pt x="286826" y="26535"/>
                </a:lnTo>
                <a:lnTo>
                  <a:pt x="286342" y="26516"/>
                </a:lnTo>
                <a:lnTo>
                  <a:pt x="285855" y="26501"/>
                </a:lnTo>
                <a:lnTo>
                  <a:pt x="285368" y="26490"/>
                </a:lnTo>
                <a:lnTo>
                  <a:pt x="284878" y="26484"/>
                </a:lnTo>
                <a:lnTo>
                  <a:pt x="284388" y="26482"/>
                </a:lnTo>
                <a:lnTo>
                  <a:pt x="283612" y="26487"/>
                </a:lnTo>
                <a:lnTo>
                  <a:pt x="282843" y="26502"/>
                </a:lnTo>
                <a:lnTo>
                  <a:pt x="282082" y="26528"/>
                </a:lnTo>
                <a:lnTo>
                  <a:pt x="281327" y="26563"/>
                </a:lnTo>
                <a:lnTo>
                  <a:pt x="280580" y="26609"/>
                </a:lnTo>
                <a:lnTo>
                  <a:pt x="279839" y="26665"/>
                </a:lnTo>
                <a:lnTo>
                  <a:pt x="279105" y="26732"/>
                </a:lnTo>
                <a:lnTo>
                  <a:pt x="278379" y="26808"/>
                </a:lnTo>
                <a:lnTo>
                  <a:pt x="277659" y="26895"/>
                </a:lnTo>
                <a:lnTo>
                  <a:pt x="276947" y="26992"/>
                </a:lnTo>
                <a:lnTo>
                  <a:pt x="276241" y="27099"/>
                </a:lnTo>
                <a:lnTo>
                  <a:pt x="275543" y="27217"/>
                </a:lnTo>
                <a:lnTo>
                  <a:pt x="274851" y="27345"/>
                </a:lnTo>
                <a:lnTo>
                  <a:pt x="274167" y="27482"/>
                </a:lnTo>
                <a:lnTo>
                  <a:pt x="273490" y="27630"/>
                </a:lnTo>
                <a:lnTo>
                  <a:pt x="272819" y="27789"/>
                </a:lnTo>
                <a:lnTo>
                  <a:pt x="272156" y="27957"/>
                </a:lnTo>
                <a:lnTo>
                  <a:pt x="271499" y="28136"/>
                </a:lnTo>
                <a:lnTo>
                  <a:pt x="270850" y="28325"/>
                </a:lnTo>
                <a:lnTo>
                  <a:pt x="270208" y="28524"/>
                </a:lnTo>
                <a:lnTo>
                  <a:pt x="269572" y="28733"/>
                </a:lnTo>
                <a:lnTo>
                  <a:pt x="268944" y="28953"/>
                </a:lnTo>
                <a:lnTo>
                  <a:pt x="268323" y="29183"/>
                </a:lnTo>
                <a:lnTo>
                  <a:pt x="267709" y="29423"/>
                </a:lnTo>
                <a:lnTo>
                  <a:pt x="267103" y="29674"/>
                </a:lnTo>
                <a:lnTo>
                  <a:pt x="266509" y="29937"/>
                </a:lnTo>
                <a:lnTo>
                  <a:pt x="265926" y="30212"/>
                </a:lnTo>
                <a:lnTo>
                  <a:pt x="265354" y="30500"/>
                </a:lnTo>
                <a:lnTo>
                  <a:pt x="264792" y="30800"/>
                </a:lnTo>
                <a:lnTo>
                  <a:pt x="264242" y="31112"/>
                </a:lnTo>
                <a:lnTo>
                  <a:pt x="263702" y="31436"/>
                </a:lnTo>
                <a:lnTo>
                  <a:pt x="263174" y="31772"/>
                </a:lnTo>
                <a:lnTo>
                  <a:pt x="262656" y="32121"/>
                </a:lnTo>
                <a:lnTo>
                  <a:pt x="262150" y="32482"/>
                </a:lnTo>
                <a:lnTo>
                  <a:pt x="261654" y="32854"/>
                </a:lnTo>
                <a:lnTo>
                  <a:pt x="261170" y="33240"/>
                </a:lnTo>
                <a:lnTo>
                  <a:pt x="260696" y="33637"/>
                </a:lnTo>
                <a:lnTo>
                  <a:pt x="260233" y="34047"/>
                </a:lnTo>
                <a:lnTo>
                  <a:pt x="259782" y="34468"/>
                </a:lnTo>
                <a:lnTo>
                  <a:pt x="259341" y="34902"/>
                </a:lnTo>
                <a:lnTo>
                  <a:pt x="258911" y="35348"/>
                </a:lnTo>
                <a:lnTo>
                  <a:pt x="258493" y="35807"/>
                </a:lnTo>
                <a:lnTo>
                  <a:pt x="258085" y="36277"/>
                </a:lnTo>
                <a:lnTo>
                  <a:pt x="257688" y="36760"/>
                </a:lnTo>
                <a:lnTo>
                  <a:pt x="257302" y="37255"/>
                </a:lnTo>
                <a:lnTo>
                  <a:pt x="256927" y="37762"/>
                </a:lnTo>
                <a:lnTo>
                  <a:pt x="256563" y="38282"/>
                </a:lnTo>
                <a:lnTo>
                  <a:pt x="256210" y="38813"/>
                </a:lnTo>
                <a:lnTo>
                  <a:pt x="255870" y="39357"/>
                </a:lnTo>
                <a:lnTo>
                  <a:pt x="255544" y="39915"/>
                </a:lnTo>
                <a:lnTo>
                  <a:pt x="255233" y="40486"/>
                </a:lnTo>
                <a:lnTo>
                  <a:pt x="254936" y="41071"/>
                </a:lnTo>
                <a:lnTo>
                  <a:pt x="254654" y="41670"/>
                </a:lnTo>
                <a:lnTo>
                  <a:pt x="254386" y="42282"/>
                </a:lnTo>
                <a:lnTo>
                  <a:pt x="254133" y="42908"/>
                </a:lnTo>
                <a:lnTo>
                  <a:pt x="253894" y="43547"/>
                </a:lnTo>
                <a:lnTo>
                  <a:pt x="253669" y="44200"/>
                </a:lnTo>
                <a:lnTo>
                  <a:pt x="253459" y="44866"/>
                </a:lnTo>
                <a:lnTo>
                  <a:pt x="253264" y="45546"/>
                </a:lnTo>
                <a:lnTo>
                  <a:pt x="253083" y="46239"/>
                </a:lnTo>
                <a:lnTo>
                  <a:pt x="252916" y="46946"/>
                </a:lnTo>
                <a:lnTo>
                  <a:pt x="252764" y="47667"/>
                </a:lnTo>
                <a:lnTo>
                  <a:pt x="252627" y="48401"/>
                </a:lnTo>
                <a:lnTo>
                  <a:pt x="252504" y="49149"/>
                </a:lnTo>
                <a:lnTo>
                  <a:pt x="252395" y="49910"/>
                </a:lnTo>
                <a:lnTo>
                  <a:pt x="252301" y="50685"/>
                </a:lnTo>
                <a:lnTo>
                  <a:pt x="252221" y="51474"/>
                </a:lnTo>
                <a:lnTo>
                  <a:pt x="252156" y="52276"/>
                </a:lnTo>
                <a:lnTo>
                  <a:pt x="252106" y="53091"/>
                </a:lnTo>
                <a:lnTo>
                  <a:pt x="252069" y="53921"/>
                </a:lnTo>
                <a:lnTo>
                  <a:pt x="252048" y="54763"/>
                </a:lnTo>
                <a:lnTo>
                  <a:pt x="252041" y="55620"/>
                </a:lnTo>
                <a:lnTo>
                  <a:pt x="265687" y="55620"/>
                </a:lnTo>
                <a:lnTo>
                  <a:pt x="265696" y="54813"/>
                </a:lnTo>
                <a:lnTo>
                  <a:pt x="265724" y="54025"/>
                </a:lnTo>
                <a:lnTo>
                  <a:pt x="265771" y="53256"/>
                </a:lnTo>
                <a:lnTo>
                  <a:pt x="265837" y="52505"/>
                </a:lnTo>
                <a:lnTo>
                  <a:pt x="265921" y="51773"/>
                </a:lnTo>
                <a:lnTo>
                  <a:pt x="266024" y="51059"/>
                </a:lnTo>
                <a:lnTo>
                  <a:pt x="266146" y="50364"/>
                </a:lnTo>
                <a:lnTo>
                  <a:pt x="266286" y="49688"/>
                </a:lnTo>
                <a:lnTo>
                  <a:pt x="266445" y="49030"/>
                </a:lnTo>
                <a:lnTo>
                  <a:pt x="266623" y="48390"/>
                </a:lnTo>
                <a:lnTo>
                  <a:pt x="266820" y="47769"/>
                </a:lnTo>
                <a:lnTo>
                  <a:pt x="267035" y="47167"/>
                </a:lnTo>
                <a:lnTo>
                  <a:pt x="267269" y="46583"/>
                </a:lnTo>
                <a:lnTo>
                  <a:pt x="267522" y="46018"/>
                </a:lnTo>
                <a:lnTo>
                  <a:pt x="267793" y="45471"/>
                </a:lnTo>
                <a:lnTo>
                  <a:pt x="268083" y="44943"/>
                </a:lnTo>
                <a:lnTo>
                  <a:pt x="268392" y="44433"/>
                </a:lnTo>
                <a:lnTo>
                  <a:pt x="268720" y="43942"/>
                </a:lnTo>
                <a:lnTo>
                  <a:pt x="269066" y="43470"/>
                </a:lnTo>
                <a:lnTo>
                  <a:pt x="269431" y="43016"/>
                </a:lnTo>
                <a:lnTo>
                  <a:pt x="269815" y="42580"/>
                </a:lnTo>
                <a:lnTo>
                  <a:pt x="270217" y="42163"/>
                </a:lnTo>
                <a:lnTo>
                  <a:pt x="270638" y="41765"/>
                </a:lnTo>
                <a:lnTo>
                  <a:pt x="271078" y="41385"/>
                </a:lnTo>
                <a:lnTo>
                  <a:pt x="271532" y="41023"/>
                </a:lnTo>
                <a:lnTo>
                  <a:pt x="271994" y="40675"/>
                </a:lnTo>
                <a:lnTo>
                  <a:pt x="272465" y="40343"/>
                </a:lnTo>
                <a:lnTo>
                  <a:pt x="272945" y="40027"/>
                </a:lnTo>
                <a:lnTo>
                  <a:pt x="273434" y="39726"/>
                </a:lnTo>
                <a:lnTo>
                  <a:pt x="273932" y="39440"/>
                </a:lnTo>
                <a:lnTo>
                  <a:pt x="274438" y="39170"/>
                </a:lnTo>
                <a:lnTo>
                  <a:pt x="274953" y="38915"/>
                </a:lnTo>
                <a:lnTo>
                  <a:pt x="275477" y="38676"/>
                </a:lnTo>
                <a:lnTo>
                  <a:pt x="276010" y="38452"/>
                </a:lnTo>
                <a:lnTo>
                  <a:pt x="276551" y="38244"/>
                </a:lnTo>
                <a:lnTo>
                  <a:pt x="277101" y="38051"/>
                </a:lnTo>
                <a:lnTo>
                  <a:pt x="277660" y="37873"/>
                </a:lnTo>
                <a:lnTo>
                  <a:pt x="278228" y="37711"/>
                </a:lnTo>
                <a:lnTo>
                  <a:pt x="278804" y="37564"/>
                </a:lnTo>
                <a:lnTo>
                  <a:pt x="279390" y="37433"/>
                </a:lnTo>
                <a:lnTo>
                  <a:pt x="279984" y="37317"/>
                </a:lnTo>
                <a:lnTo>
                  <a:pt x="280587" y="37217"/>
                </a:lnTo>
                <a:lnTo>
                  <a:pt x="281198" y="37132"/>
                </a:lnTo>
                <a:lnTo>
                  <a:pt x="281819" y="37063"/>
                </a:lnTo>
                <a:lnTo>
                  <a:pt x="282448" y="37009"/>
                </a:lnTo>
                <a:lnTo>
                  <a:pt x="283086" y="36970"/>
                </a:lnTo>
                <a:lnTo>
                  <a:pt x="283732" y="36947"/>
                </a:lnTo>
                <a:lnTo>
                  <a:pt x="284388" y="36939"/>
                </a:lnTo>
                <a:lnTo>
                  <a:pt x="284987" y="36947"/>
                </a:lnTo>
                <a:lnTo>
                  <a:pt x="285578" y="36968"/>
                </a:lnTo>
                <a:lnTo>
                  <a:pt x="286161" y="37005"/>
                </a:lnTo>
                <a:lnTo>
                  <a:pt x="286735" y="37056"/>
                </a:lnTo>
                <a:lnTo>
                  <a:pt x="287300" y="37122"/>
                </a:lnTo>
                <a:lnTo>
                  <a:pt x="287857" y="37202"/>
                </a:lnTo>
                <a:lnTo>
                  <a:pt x="288406" y="37297"/>
                </a:lnTo>
                <a:lnTo>
                  <a:pt x="288946" y="37407"/>
                </a:lnTo>
                <a:lnTo>
                  <a:pt x="289478" y="37531"/>
                </a:lnTo>
                <a:lnTo>
                  <a:pt x="290001" y="37669"/>
                </a:lnTo>
                <a:lnTo>
                  <a:pt x="290515" y="37823"/>
                </a:lnTo>
                <a:lnTo>
                  <a:pt x="291021" y="37991"/>
                </a:lnTo>
                <a:lnTo>
                  <a:pt x="291519" y="38173"/>
                </a:lnTo>
                <a:lnTo>
                  <a:pt x="292008" y="38371"/>
                </a:lnTo>
                <a:lnTo>
                  <a:pt x="292489" y="38582"/>
                </a:lnTo>
                <a:lnTo>
                  <a:pt x="292961" y="38809"/>
                </a:lnTo>
                <a:lnTo>
                  <a:pt x="293425" y="39050"/>
                </a:lnTo>
                <a:lnTo>
                  <a:pt x="293880" y="39305"/>
                </a:lnTo>
                <a:lnTo>
                  <a:pt x="294327" y="39575"/>
                </a:lnTo>
                <a:lnTo>
                  <a:pt x="294765" y="39860"/>
                </a:lnTo>
                <a:lnTo>
                  <a:pt x="295195" y="40160"/>
                </a:lnTo>
                <a:lnTo>
                  <a:pt x="295617" y="40474"/>
                </a:lnTo>
                <a:lnTo>
                  <a:pt x="296029" y="40802"/>
                </a:lnTo>
                <a:lnTo>
                  <a:pt x="296434" y="41146"/>
                </a:lnTo>
                <a:lnTo>
                  <a:pt x="296826" y="41508"/>
                </a:lnTo>
                <a:lnTo>
                  <a:pt x="297201" y="41896"/>
                </a:lnTo>
                <a:lnTo>
                  <a:pt x="297559" y="42308"/>
                </a:lnTo>
                <a:lnTo>
                  <a:pt x="297901" y="42745"/>
                </a:lnTo>
                <a:lnTo>
                  <a:pt x="298226" y="43206"/>
                </a:lnTo>
                <a:lnTo>
                  <a:pt x="298534" y="43693"/>
                </a:lnTo>
                <a:lnTo>
                  <a:pt x="298826" y="44203"/>
                </a:lnTo>
                <a:lnTo>
                  <a:pt x="299101" y="44739"/>
                </a:lnTo>
                <a:lnTo>
                  <a:pt x="299360" y="45299"/>
                </a:lnTo>
                <a:lnTo>
                  <a:pt x="299601" y="45884"/>
                </a:lnTo>
                <a:lnTo>
                  <a:pt x="299826" y="46493"/>
                </a:lnTo>
                <a:lnTo>
                  <a:pt x="300035" y="47127"/>
                </a:lnTo>
                <a:lnTo>
                  <a:pt x="300227" y="47786"/>
                </a:lnTo>
                <a:lnTo>
                  <a:pt x="300402" y="48470"/>
                </a:lnTo>
                <a:lnTo>
                  <a:pt x="300560" y="49178"/>
                </a:lnTo>
                <a:lnTo>
                  <a:pt x="300702" y="49911"/>
                </a:lnTo>
                <a:lnTo>
                  <a:pt x="300827" y="50668"/>
                </a:lnTo>
                <a:lnTo>
                  <a:pt x="300935" y="51450"/>
                </a:lnTo>
                <a:lnTo>
                  <a:pt x="301027" y="52257"/>
                </a:lnTo>
                <a:lnTo>
                  <a:pt x="301102" y="53088"/>
                </a:lnTo>
                <a:lnTo>
                  <a:pt x="301160" y="53944"/>
                </a:lnTo>
                <a:lnTo>
                  <a:pt x="301202" y="54825"/>
                </a:lnTo>
                <a:lnTo>
                  <a:pt x="301227" y="55731"/>
                </a:lnTo>
                <a:lnTo>
                  <a:pt x="301235" y="56661"/>
                </a:lnTo>
                <a:lnTo>
                  <a:pt x="301235" y="63083"/>
                </a:lnTo>
                <a:lnTo>
                  <a:pt x="299909" y="63101"/>
                </a:lnTo>
                <a:lnTo>
                  <a:pt x="298596" y="63126"/>
                </a:lnTo>
                <a:lnTo>
                  <a:pt x="297297" y="63157"/>
                </a:lnTo>
                <a:lnTo>
                  <a:pt x="296013" y="63195"/>
                </a:lnTo>
                <a:lnTo>
                  <a:pt x="294742" y="63239"/>
                </a:lnTo>
                <a:lnTo>
                  <a:pt x="293485" y="63290"/>
                </a:lnTo>
                <a:lnTo>
                  <a:pt x="292243" y="63348"/>
                </a:lnTo>
                <a:lnTo>
                  <a:pt x="291014" y="63413"/>
                </a:lnTo>
                <a:lnTo>
                  <a:pt x="289800" y="63484"/>
                </a:lnTo>
                <a:lnTo>
                  <a:pt x="288600" y="63562"/>
                </a:lnTo>
                <a:lnTo>
                  <a:pt x="287413" y="63646"/>
                </a:lnTo>
                <a:lnTo>
                  <a:pt x="286241" y="63737"/>
                </a:lnTo>
                <a:lnTo>
                  <a:pt x="285083" y="63835"/>
                </a:lnTo>
                <a:lnTo>
                  <a:pt x="283938" y="63939"/>
                </a:lnTo>
                <a:lnTo>
                  <a:pt x="282808" y="64050"/>
                </a:lnTo>
                <a:lnTo>
                  <a:pt x="281692" y="64168"/>
                </a:lnTo>
                <a:lnTo>
                  <a:pt x="280590" y="64293"/>
                </a:lnTo>
                <a:lnTo>
                  <a:pt x="279502" y="64424"/>
                </a:lnTo>
                <a:lnTo>
                  <a:pt x="278428" y="64561"/>
                </a:lnTo>
                <a:lnTo>
                  <a:pt x="277368" y="64706"/>
                </a:lnTo>
                <a:lnTo>
                  <a:pt x="276322" y="64857"/>
                </a:lnTo>
                <a:lnTo>
                  <a:pt x="275290" y="65015"/>
                </a:lnTo>
                <a:lnTo>
                  <a:pt x="274272" y="65179"/>
                </a:lnTo>
                <a:lnTo>
                  <a:pt x="273268" y="65350"/>
                </a:lnTo>
                <a:lnTo>
                  <a:pt x="272281" y="65531"/>
                </a:lnTo>
                <a:lnTo>
                  <a:pt x="271312" y="65725"/>
                </a:lnTo>
                <a:lnTo>
                  <a:pt x="270363" y="65933"/>
                </a:lnTo>
                <a:lnTo>
                  <a:pt x="269432" y="66154"/>
                </a:lnTo>
                <a:lnTo>
                  <a:pt x="268520" y="66388"/>
                </a:lnTo>
                <a:lnTo>
                  <a:pt x="267627" y="66636"/>
                </a:lnTo>
                <a:lnTo>
                  <a:pt x="266753" y="66897"/>
                </a:lnTo>
                <a:lnTo>
                  <a:pt x="265898" y="67171"/>
                </a:lnTo>
                <a:lnTo>
                  <a:pt x="265061" y="67459"/>
                </a:lnTo>
                <a:lnTo>
                  <a:pt x="264244" y="67760"/>
                </a:lnTo>
                <a:lnTo>
                  <a:pt x="263445" y="68074"/>
                </a:lnTo>
                <a:lnTo>
                  <a:pt x="262665" y="68401"/>
                </a:lnTo>
                <a:lnTo>
                  <a:pt x="261904" y="68742"/>
                </a:lnTo>
                <a:lnTo>
                  <a:pt x="261162" y="69096"/>
                </a:lnTo>
                <a:lnTo>
                  <a:pt x="260439" y="69464"/>
                </a:lnTo>
                <a:lnTo>
                  <a:pt x="259734" y="69844"/>
                </a:lnTo>
                <a:lnTo>
                  <a:pt x="259049" y="70238"/>
                </a:lnTo>
                <a:lnTo>
                  <a:pt x="258382" y="70646"/>
                </a:lnTo>
                <a:lnTo>
                  <a:pt x="257734" y="71067"/>
                </a:lnTo>
                <a:lnTo>
                  <a:pt x="257105" y="71501"/>
                </a:lnTo>
                <a:lnTo>
                  <a:pt x="256495" y="71948"/>
                </a:lnTo>
                <a:lnTo>
                  <a:pt x="255904" y="72409"/>
                </a:lnTo>
                <a:lnTo>
                  <a:pt x="255332" y="72883"/>
                </a:lnTo>
                <a:lnTo>
                  <a:pt x="254778" y="73370"/>
                </a:lnTo>
                <a:lnTo>
                  <a:pt x="254246" y="73873"/>
                </a:lnTo>
                <a:lnTo>
                  <a:pt x="253735" y="74396"/>
                </a:lnTo>
                <a:lnTo>
                  <a:pt x="253248" y="74939"/>
                </a:lnTo>
                <a:lnTo>
                  <a:pt x="252783" y="75500"/>
                </a:lnTo>
                <a:lnTo>
                  <a:pt x="252341" y="76082"/>
                </a:lnTo>
                <a:lnTo>
                  <a:pt x="251922" y="76682"/>
                </a:lnTo>
                <a:lnTo>
                  <a:pt x="251525" y="77302"/>
                </a:lnTo>
                <a:lnTo>
                  <a:pt x="251151" y="77941"/>
                </a:lnTo>
                <a:lnTo>
                  <a:pt x="250800" y="78599"/>
                </a:lnTo>
                <a:lnTo>
                  <a:pt x="250471" y="79277"/>
                </a:lnTo>
                <a:lnTo>
                  <a:pt x="250165" y="79975"/>
                </a:lnTo>
                <a:lnTo>
                  <a:pt x="249882" y="80691"/>
                </a:lnTo>
                <a:lnTo>
                  <a:pt x="249621" y="81427"/>
                </a:lnTo>
                <a:lnTo>
                  <a:pt x="249383" y="82183"/>
                </a:lnTo>
                <a:lnTo>
                  <a:pt x="249168" y="82957"/>
                </a:lnTo>
                <a:lnTo>
                  <a:pt x="248975" y="83751"/>
                </a:lnTo>
                <a:lnTo>
                  <a:pt x="248805" y="84565"/>
                </a:lnTo>
                <a:lnTo>
                  <a:pt x="248658" y="85398"/>
                </a:lnTo>
                <a:lnTo>
                  <a:pt x="248533" y="86250"/>
                </a:lnTo>
                <a:lnTo>
                  <a:pt x="248431" y="87121"/>
                </a:lnTo>
                <a:lnTo>
                  <a:pt x="248352" y="88012"/>
                </a:lnTo>
                <a:lnTo>
                  <a:pt x="248295" y="88922"/>
                </a:lnTo>
                <a:lnTo>
                  <a:pt x="248261" y="89852"/>
                </a:lnTo>
                <a:lnTo>
                  <a:pt x="248250" y="90801"/>
                </a:lnTo>
                <a:lnTo>
                  <a:pt x="248256" y="91465"/>
                </a:lnTo>
                <a:lnTo>
                  <a:pt x="248273" y="92120"/>
                </a:lnTo>
                <a:lnTo>
                  <a:pt x="248301" y="92765"/>
                </a:lnTo>
                <a:lnTo>
                  <a:pt x="248341" y="93402"/>
                </a:lnTo>
                <a:lnTo>
                  <a:pt x="248392" y="94029"/>
                </a:lnTo>
                <a:lnTo>
                  <a:pt x="248455" y="94648"/>
                </a:lnTo>
                <a:lnTo>
                  <a:pt x="248529" y="95257"/>
                </a:lnTo>
                <a:lnTo>
                  <a:pt x="248615" y="95857"/>
                </a:lnTo>
                <a:lnTo>
                  <a:pt x="248712" y="96448"/>
                </a:lnTo>
                <a:lnTo>
                  <a:pt x="248820" y="97030"/>
                </a:lnTo>
                <a:lnTo>
                  <a:pt x="248940" y="97603"/>
                </a:lnTo>
                <a:lnTo>
                  <a:pt x="249071" y="98167"/>
                </a:lnTo>
                <a:lnTo>
                  <a:pt x="249214" y="98722"/>
                </a:lnTo>
                <a:lnTo>
                  <a:pt x="249368" y="99268"/>
                </a:lnTo>
                <a:lnTo>
                  <a:pt x="249533" y="99805"/>
                </a:lnTo>
                <a:lnTo>
                  <a:pt x="249710" y="100332"/>
                </a:lnTo>
                <a:lnTo>
                  <a:pt x="249898" y="100851"/>
                </a:lnTo>
                <a:lnTo>
                  <a:pt x="250098" y="101360"/>
                </a:lnTo>
                <a:lnTo>
                  <a:pt x="250309" y="101861"/>
                </a:lnTo>
                <a:lnTo>
                  <a:pt x="250531" y="102352"/>
                </a:lnTo>
                <a:lnTo>
                  <a:pt x="250765" y="102834"/>
                </a:lnTo>
                <a:lnTo>
                  <a:pt x="251010" y="103307"/>
                </a:lnTo>
                <a:lnTo>
                  <a:pt x="251267" y="103771"/>
                </a:lnTo>
                <a:lnTo>
                  <a:pt x="251535" y="104226"/>
                </a:lnTo>
                <a:lnTo>
                  <a:pt x="251813" y="104672"/>
                </a:lnTo>
                <a:lnTo>
                  <a:pt x="252098" y="105108"/>
                </a:lnTo>
                <a:lnTo>
                  <a:pt x="252391" y="105535"/>
                </a:lnTo>
                <a:lnTo>
                  <a:pt x="252691" y="105952"/>
                </a:lnTo>
                <a:lnTo>
                  <a:pt x="252999" y="106360"/>
                </a:lnTo>
                <a:lnTo>
                  <a:pt x="253315" y="106759"/>
                </a:lnTo>
                <a:lnTo>
                  <a:pt x="253638" y="107148"/>
                </a:lnTo>
                <a:lnTo>
                  <a:pt x="253969" y="107528"/>
                </a:lnTo>
                <a:lnTo>
                  <a:pt x="254307" y="107899"/>
                </a:lnTo>
                <a:lnTo>
                  <a:pt x="254653" y="108260"/>
                </a:lnTo>
                <a:lnTo>
                  <a:pt x="255007" y="108612"/>
                </a:lnTo>
                <a:lnTo>
                  <a:pt x="255368" y="108954"/>
                </a:lnTo>
                <a:lnTo>
                  <a:pt x="255737" y="109288"/>
                </a:lnTo>
                <a:lnTo>
                  <a:pt x="256113" y="109611"/>
                </a:lnTo>
                <a:lnTo>
                  <a:pt x="256497" y="109926"/>
                </a:lnTo>
                <a:lnTo>
                  <a:pt x="256889" y="110231"/>
                </a:lnTo>
                <a:lnTo>
                  <a:pt x="257288" y="110526"/>
                </a:lnTo>
                <a:lnTo>
                  <a:pt x="257695" y="110812"/>
                </a:lnTo>
                <a:lnTo>
                  <a:pt x="258109" y="111089"/>
                </a:lnTo>
                <a:lnTo>
                  <a:pt x="258531" y="111357"/>
                </a:lnTo>
                <a:lnTo>
                  <a:pt x="258961" y="111615"/>
                </a:lnTo>
                <a:lnTo>
                  <a:pt x="259398" y="111864"/>
                </a:lnTo>
                <a:lnTo>
                  <a:pt x="259843" y="112103"/>
                </a:lnTo>
                <a:lnTo>
                  <a:pt x="260296" y="112333"/>
                </a:lnTo>
                <a:lnTo>
                  <a:pt x="260754" y="112554"/>
                </a:lnTo>
                <a:lnTo>
                  <a:pt x="261217" y="112765"/>
                </a:lnTo>
                <a:lnTo>
                  <a:pt x="261683" y="112966"/>
                </a:lnTo>
                <a:lnTo>
                  <a:pt x="262154" y="113159"/>
                </a:lnTo>
                <a:lnTo>
                  <a:pt x="262628" y="113341"/>
                </a:lnTo>
                <a:lnTo>
                  <a:pt x="263107" y="113515"/>
                </a:lnTo>
                <a:lnTo>
                  <a:pt x="263590" y="113679"/>
                </a:lnTo>
                <a:lnTo>
                  <a:pt x="264077" y="113834"/>
                </a:lnTo>
                <a:lnTo>
                  <a:pt x="264568" y="113979"/>
                </a:lnTo>
                <a:lnTo>
                  <a:pt x="265063" y="114115"/>
                </a:lnTo>
                <a:lnTo>
                  <a:pt x="265563" y="114242"/>
                </a:lnTo>
                <a:lnTo>
                  <a:pt x="266066" y="114359"/>
                </a:lnTo>
                <a:lnTo>
                  <a:pt x="266574" y="114467"/>
                </a:lnTo>
                <a:lnTo>
                  <a:pt x="267085" y="114566"/>
                </a:lnTo>
                <a:lnTo>
                  <a:pt x="267601" y="114655"/>
                </a:lnTo>
                <a:lnTo>
                  <a:pt x="268121" y="114734"/>
                </a:lnTo>
                <a:lnTo>
                  <a:pt x="268644" y="114805"/>
                </a:lnTo>
                <a:lnTo>
                  <a:pt x="269172" y="114866"/>
                </a:lnTo>
                <a:lnTo>
                  <a:pt x="269704" y="114917"/>
                </a:lnTo>
                <a:lnTo>
                  <a:pt x="270241" y="114959"/>
                </a:lnTo>
                <a:lnTo>
                  <a:pt x="270781" y="114992"/>
                </a:lnTo>
                <a:lnTo>
                  <a:pt x="271325" y="115016"/>
                </a:lnTo>
                <a:lnTo>
                  <a:pt x="271873" y="115030"/>
                </a:lnTo>
                <a:lnTo>
                  <a:pt x="272426" y="115035"/>
                </a:lnTo>
                <a:lnTo>
                  <a:pt x="273208" y="115028"/>
                </a:lnTo>
                <a:lnTo>
                  <a:pt x="273983" y="115009"/>
                </a:lnTo>
                <a:lnTo>
                  <a:pt x="274749" y="114978"/>
                </a:lnTo>
                <a:close/>
                <a:moveTo>
                  <a:pt x="274460" y="104180"/>
                </a:moveTo>
                <a:lnTo>
                  <a:pt x="273926" y="104135"/>
                </a:lnTo>
                <a:lnTo>
                  <a:pt x="273404" y="104075"/>
                </a:lnTo>
                <a:lnTo>
                  <a:pt x="272895" y="104003"/>
                </a:lnTo>
                <a:lnTo>
                  <a:pt x="272397" y="103918"/>
                </a:lnTo>
                <a:lnTo>
                  <a:pt x="271911" y="103820"/>
                </a:lnTo>
                <a:lnTo>
                  <a:pt x="271438" y="103708"/>
                </a:lnTo>
                <a:lnTo>
                  <a:pt x="270976" y="103583"/>
                </a:lnTo>
                <a:lnTo>
                  <a:pt x="270526" y="103446"/>
                </a:lnTo>
                <a:lnTo>
                  <a:pt x="270088" y="103295"/>
                </a:lnTo>
                <a:lnTo>
                  <a:pt x="269663" y="103131"/>
                </a:lnTo>
                <a:lnTo>
                  <a:pt x="269249" y="102953"/>
                </a:lnTo>
                <a:lnTo>
                  <a:pt x="268847" y="102763"/>
                </a:lnTo>
                <a:lnTo>
                  <a:pt x="268457" y="102560"/>
                </a:lnTo>
                <a:lnTo>
                  <a:pt x="268080" y="102343"/>
                </a:lnTo>
                <a:lnTo>
                  <a:pt x="267714" y="102114"/>
                </a:lnTo>
                <a:lnTo>
                  <a:pt x="267360" y="101871"/>
                </a:lnTo>
                <a:lnTo>
                  <a:pt x="267018" y="101615"/>
                </a:lnTo>
                <a:lnTo>
                  <a:pt x="266689" y="101346"/>
                </a:lnTo>
                <a:lnTo>
                  <a:pt x="266371" y="101064"/>
                </a:lnTo>
                <a:lnTo>
                  <a:pt x="266065" y="100769"/>
                </a:lnTo>
                <a:lnTo>
                  <a:pt x="265771" y="100460"/>
                </a:lnTo>
                <a:lnTo>
                  <a:pt x="265489" y="100140"/>
                </a:lnTo>
                <a:lnTo>
                  <a:pt x="265220" y="99812"/>
                </a:lnTo>
                <a:lnTo>
                  <a:pt x="264962" y="99474"/>
                </a:lnTo>
                <a:lnTo>
                  <a:pt x="264716" y="99127"/>
                </a:lnTo>
                <a:lnTo>
                  <a:pt x="264482" y="98770"/>
                </a:lnTo>
                <a:lnTo>
                  <a:pt x="264260" y="98405"/>
                </a:lnTo>
                <a:lnTo>
                  <a:pt x="264050" y="98031"/>
                </a:lnTo>
                <a:lnTo>
                  <a:pt x="263852" y="97647"/>
                </a:lnTo>
                <a:lnTo>
                  <a:pt x="263667" y="97255"/>
                </a:lnTo>
                <a:lnTo>
                  <a:pt x="263493" y="96853"/>
                </a:lnTo>
                <a:lnTo>
                  <a:pt x="263331" y="96442"/>
                </a:lnTo>
                <a:lnTo>
                  <a:pt x="263181" y="96022"/>
                </a:lnTo>
                <a:lnTo>
                  <a:pt x="263043" y="95593"/>
                </a:lnTo>
                <a:lnTo>
                  <a:pt x="262917" y="95155"/>
                </a:lnTo>
                <a:lnTo>
                  <a:pt x="262803" y="94707"/>
                </a:lnTo>
                <a:lnTo>
                  <a:pt x="262701" y="94251"/>
                </a:lnTo>
                <a:lnTo>
                  <a:pt x="262611" y="93785"/>
                </a:lnTo>
                <a:lnTo>
                  <a:pt x="262533" y="93311"/>
                </a:lnTo>
                <a:lnTo>
                  <a:pt x="262467" y="92827"/>
                </a:lnTo>
                <a:lnTo>
                  <a:pt x="262413" y="92334"/>
                </a:lnTo>
                <a:lnTo>
                  <a:pt x="262371" y="91832"/>
                </a:lnTo>
                <a:lnTo>
                  <a:pt x="262341" y="91321"/>
                </a:lnTo>
                <a:lnTo>
                  <a:pt x="262323" y="90801"/>
                </a:lnTo>
                <a:lnTo>
                  <a:pt x="262317" y="90271"/>
                </a:lnTo>
                <a:lnTo>
                  <a:pt x="262333" y="89473"/>
                </a:lnTo>
                <a:lnTo>
                  <a:pt x="262380" y="88693"/>
                </a:lnTo>
                <a:lnTo>
                  <a:pt x="262458" y="87932"/>
                </a:lnTo>
                <a:lnTo>
                  <a:pt x="262568" y="87190"/>
                </a:lnTo>
                <a:lnTo>
                  <a:pt x="262709" y="86468"/>
                </a:lnTo>
                <a:lnTo>
                  <a:pt x="262881" y="85764"/>
                </a:lnTo>
                <a:lnTo>
                  <a:pt x="263084" y="85079"/>
                </a:lnTo>
                <a:lnTo>
                  <a:pt x="263319" y="84414"/>
                </a:lnTo>
                <a:lnTo>
                  <a:pt x="263585" y="83767"/>
                </a:lnTo>
                <a:lnTo>
                  <a:pt x="263882" y="83139"/>
                </a:lnTo>
                <a:lnTo>
                  <a:pt x="264211" y="82531"/>
                </a:lnTo>
                <a:lnTo>
                  <a:pt x="264571" y="81941"/>
                </a:lnTo>
                <a:lnTo>
                  <a:pt x="264962" y="81371"/>
                </a:lnTo>
                <a:lnTo>
                  <a:pt x="265385" y="80819"/>
                </a:lnTo>
                <a:lnTo>
                  <a:pt x="265838" y="80286"/>
                </a:lnTo>
                <a:lnTo>
                  <a:pt x="266323" y="79773"/>
                </a:lnTo>
                <a:lnTo>
                  <a:pt x="266840" y="79278"/>
                </a:lnTo>
                <a:lnTo>
                  <a:pt x="267388" y="78802"/>
                </a:lnTo>
                <a:lnTo>
                  <a:pt x="267967" y="78346"/>
                </a:lnTo>
                <a:lnTo>
                  <a:pt x="268577" y="77908"/>
                </a:lnTo>
                <a:lnTo>
                  <a:pt x="269218" y="77490"/>
                </a:lnTo>
                <a:lnTo>
                  <a:pt x="269891" y="77090"/>
                </a:lnTo>
                <a:lnTo>
                  <a:pt x="270595" y="76710"/>
                </a:lnTo>
                <a:lnTo>
                  <a:pt x="271331" y="76348"/>
                </a:lnTo>
                <a:lnTo>
                  <a:pt x="272103" y="76003"/>
                </a:lnTo>
                <a:lnTo>
                  <a:pt x="272915" y="75671"/>
                </a:lnTo>
                <a:lnTo>
                  <a:pt x="273769" y="75353"/>
                </a:lnTo>
                <a:lnTo>
                  <a:pt x="274663" y="75049"/>
                </a:lnTo>
                <a:lnTo>
                  <a:pt x="275598" y="74758"/>
                </a:lnTo>
                <a:lnTo>
                  <a:pt x="276575" y="74482"/>
                </a:lnTo>
                <a:lnTo>
                  <a:pt x="277592" y="74219"/>
                </a:lnTo>
                <a:lnTo>
                  <a:pt x="278650" y="73970"/>
                </a:lnTo>
                <a:lnTo>
                  <a:pt x="279749" y="73734"/>
                </a:lnTo>
                <a:lnTo>
                  <a:pt x="280890" y="73513"/>
                </a:lnTo>
                <a:lnTo>
                  <a:pt x="282071" y="73305"/>
                </a:lnTo>
                <a:lnTo>
                  <a:pt x="283293" y="73111"/>
                </a:lnTo>
                <a:lnTo>
                  <a:pt x="284556" y="72931"/>
                </a:lnTo>
                <a:lnTo>
                  <a:pt x="285860" y="72764"/>
                </a:lnTo>
                <a:lnTo>
                  <a:pt x="287204" y="72611"/>
                </a:lnTo>
                <a:lnTo>
                  <a:pt x="288590" y="72472"/>
                </a:lnTo>
                <a:lnTo>
                  <a:pt x="290017" y="72347"/>
                </a:lnTo>
                <a:lnTo>
                  <a:pt x="291485" y="72235"/>
                </a:lnTo>
                <a:lnTo>
                  <a:pt x="292993" y="72137"/>
                </a:lnTo>
                <a:lnTo>
                  <a:pt x="294543" y="72053"/>
                </a:lnTo>
                <a:lnTo>
                  <a:pt x="296134" y="71983"/>
                </a:lnTo>
                <a:lnTo>
                  <a:pt x="297765" y="71926"/>
                </a:lnTo>
                <a:lnTo>
                  <a:pt x="299438" y="71883"/>
                </a:lnTo>
                <a:lnTo>
                  <a:pt x="301151" y="71854"/>
                </a:lnTo>
                <a:lnTo>
                  <a:pt x="301151" y="89916"/>
                </a:lnTo>
                <a:lnTo>
                  <a:pt x="300783" y="90445"/>
                </a:lnTo>
                <a:lnTo>
                  <a:pt x="300408" y="90966"/>
                </a:lnTo>
                <a:lnTo>
                  <a:pt x="300026" y="91479"/>
                </a:lnTo>
                <a:lnTo>
                  <a:pt x="299637" y="91983"/>
                </a:lnTo>
                <a:lnTo>
                  <a:pt x="299242" y="92479"/>
                </a:lnTo>
                <a:lnTo>
                  <a:pt x="298840" y="92966"/>
                </a:lnTo>
                <a:lnTo>
                  <a:pt x="298431" y="93445"/>
                </a:lnTo>
                <a:lnTo>
                  <a:pt x="298016" y="93915"/>
                </a:lnTo>
                <a:lnTo>
                  <a:pt x="297593" y="94376"/>
                </a:lnTo>
                <a:lnTo>
                  <a:pt x="297164" y="94830"/>
                </a:lnTo>
                <a:lnTo>
                  <a:pt x="296729" y="95274"/>
                </a:lnTo>
                <a:lnTo>
                  <a:pt x="296286" y="95710"/>
                </a:lnTo>
                <a:lnTo>
                  <a:pt x="295837" y="96138"/>
                </a:lnTo>
                <a:lnTo>
                  <a:pt x="295381" y="96557"/>
                </a:lnTo>
                <a:lnTo>
                  <a:pt x="294919" y="96968"/>
                </a:lnTo>
                <a:lnTo>
                  <a:pt x="294449" y="97370"/>
                </a:lnTo>
                <a:lnTo>
                  <a:pt x="293973" y="97764"/>
                </a:lnTo>
                <a:lnTo>
                  <a:pt x="293491" y="98149"/>
                </a:lnTo>
                <a:lnTo>
                  <a:pt x="293001" y="98525"/>
                </a:lnTo>
                <a:lnTo>
                  <a:pt x="292505" y="98893"/>
                </a:lnTo>
                <a:lnTo>
                  <a:pt x="292002" y="99253"/>
                </a:lnTo>
                <a:lnTo>
                  <a:pt x="291492" y="99604"/>
                </a:lnTo>
                <a:lnTo>
                  <a:pt x="290976" y="99947"/>
                </a:lnTo>
                <a:lnTo>
                  <a:pt x="290453" y="100281"/>
                </a:lnTo>
                <a:lnTo>
                  <a:pt x="289923" y="100604"/>
                </a:lnTo>
                <a:lnTo>
                  <a:pt x="289388" y="100913"/>
                </a:lnTo>
                <a:lnTo>
                  <a:pt x="288847" y="101209"/>
                </a:lnTo>
                <a:lnTo>
                  <a:pt x="288300" y="101491"/>
                </a:lnTo>
                <a:lnTo>
                  <a:pt x="287747" y="101759"/>
                </a:lnTo>
                <a:lnTo>
                  <a:pt x="287189" y="102013"/>
                </a:lnTo>
                <a:lnTo>
                  <a:pt x="286624" y="102253"/>
                </a:lnTo>
                <a:lnTo>
                  <a:pt x="286054" y="102480"/>
                </a:lnTo>
                <a:lnTo>
                  <a:pt x="285478" y="102693"/>
                </a:lnTo>
                <a:lnTo>
                  <a:pt x="284896" y="102893"/>
                </a:lnTo>
                <a:lnTo>
                  <a:pt x="284308" y="103078"/>
                </a:lnTo>
                <a:lnTo>
                  <a:pt x="283714" y="103250"/>
                </a:lnTo>
                <a:lnTo>
                  <a:pt x="283114" y="103408"/>
                </a:lnTo>
                <a:lnTo>
                  <a:pt x="282509" y="103552"/>
                </a:lnTo>
                <a:lnTo>
                  <a:pt x="281897" y="103683"/>
                </a:lnTo>
                <a:lnTo>
                  <a:pt x="281280" y="103800"/>
                </a:lnTo>
                <a:lnTo>
                  <a:pt x="280657" y="103903"/>
                </a:lnTo>
                <a:lnTo>
                  <a:pt x="280028" y="103992"/>
                </a:lnTo>
                <a:lnTo>
                  <a:pt x="279394" y="104068"/>
                </a:lnTo>
                <a:lnTo>
                  <a:pt x="278753" y="104130"/>
                </a:lnTo>
                <a:lnTo>
                  <a:pt x="278107" y="104178"/>
                </a:lnTo>
                <a:lnTo>
                  <a:pt x="277455" y="104212"/>
                </a:lnTo>
                <a:lnTo>
                  <a:pt x="276796" y="104233"/>
                </a:lnTo>
                <a:lnTo>
                  <a:pt x="276132" y="104240"/>
                </a:lnTo>
                <a:lnTo>
                  <a:pt x="275563" y="104233"/>
                </a:lnTo>
                <a:lnTo>
                  <a:pt x="275005" y="104213"/>
                </a:lnTo>
                <a:lnTo>
                  <a:pt x="274460" y="104180"/>
                </a:lnTo>
                <a:close/>
                <a:moveTo>
                  <a:pt x="441091" y="114934"/>
                </a:moveTo>
                <a:lnTo>
                  <a:pt x="441842" y="114877"/>
                </a:lnTo>
                <a:lnTo>
                  <a:pt x="442585" y="114808"/>
                </a:lnTo>
                <a:lnTo>
                  <a:pt x="443320" y="114726"/>
                </a:lnTo>
                <a:lnTo>
                  <a:pt x="444047" y="114632"/>
                </a:lnTo>
                <a:lnTo>
                  <a:pt x="444766" y="114525"/>
                </a:lnTo>
                <a:lnTo>
                  <a:pt x="445477" y="114405"/>
                </a:lnTo>
                <a:lnTo>
                  <a:pt x="446180" y="114273"/>
                </a:lnTo>
                <a:lnTo>
                  <a:pt x="446875" y="114128"/>
                </a:lnTo>
                <a:lnTo>
                  <a:pt x="447563" y="113971"/>
                </a:lnTo>
                <a:lnTo>
                  <a:pt x="448243" y="113801"/>
                </a:lnTo>
                <a:lnTo>
                  <a:pt x="448914" y="113618"/>
                </a:lnTo>
                <a:lnTo>
                  <a:pt x="449578" y="113423"/>
                </a:lnTo>
                <a:lnTo>
                  <a:pt x="450234" y="113215"/>
                </a:lnTo>
                <a:lnTo>
                  <a:pt x="450882" y="112995"/>
                </a:lnTo>
                <a:lnTo>
                  <a:pt x="451522" y="112762"/>
                </a:lnTo>
                <a:lnTo>
                  <a:pt x="452154" y="112516"/>
                </a:lnTo>
                <a:lnTo>
                  <a:pt x="452779" y="112258"/>
                </a:lnTo>
                <a:lnTo>
                  <a:pt x="453395" y="111987"/>
                </a:lnTo>
                <a:lnTo>
                  <a:pt x="454004" y="111704"/>
                </a:lnTo>
                <a:lnTo>
                  <a:pt x="454604" y="111408"/>
                </a:lnTo>
                <a:lnTo>
                  <a:pt x="455198" y="111101"/>
                </a:lnTo>
                <a:lnTo>
                  <a:pt x="455785" y="110786"/>
                </a:lnTo>
                <a:lnTo>
                  <a:pt x="456367" y="110461"/>
                </a:lnTo>
                <a:lnTo>
                  <a:pt x="456942" y="110127"/>
                </a:lnTo>
                <a:lnTo>
                  <a:pt x="457511" y="109784"/>
                </a:lnTo>
                <a:lnTo>
                  <a:pt x="458074" y="109431"/>
                </a:lnTo>
                <a:lnTo>
                  <a:pt x="458631" y="109070"/>
                </a:lnTo>
                <a:lnTo>
                  <a:pt x="459181" y="108700"/>
                </a:lnTo>
                <a:lnTo>
                  <a:pt x="459726" y="108321"/>
                </a:lnTo>
                <a:lnTo>
                  <a:pt x="460264" y="107932"/>
                </a:lnTo>
                <a:lnTo>
                  <a:pt x="460796" y="107535"/>
                </a:lnTo>
                <a:lnTo>
                  <a:pt x="461322" y="107128"/>
                </a:lnTo>
                <a:lnTo>
                  <a:pt x="461842" y="106712"/>
                </a:lnTo>
                <a:lnTo>
                  <a:pt x="462356" y="106288"/>
                </a:lnTo>
                <a:lnTo>
                  <a:pt x="462864" y="105854"/>
                </a:lnTo>
                <a:lnTo>
                  <a:pt x="463365" y="105411"/>
                </a:lnTo>
                <a:lnTo>
                  <a:pt x="463860" y="104959"/>
                </a:lnTo>
                <a:lnTo>
                  <a:pt x="464350" y="104498"/>
                </a:lnTo>
                <a:lnTo>
                  <a:pt x="464833" y="104028"/>
                </a:lnTo>
                <a:lnTo>
                  <a:pt x="465309" y="103548"/>
                </a:lnTo>
                <a:lnTo>
                  <a:pt x="465780" y="103060"/>
                </a:lnTo>
                <a:lnTo>
                  <a:pt x="466245" y="102563"/>
                </a:lnTo>
                <a:lnTo>
                  <a:pt x="466703" y="102056"/>
                </a:lnTo>
                <a:lnTo>
                  <a:pt x="467156" y="101541"/>
                </a:lnTo>
                <a:lnTo>
                  <a:pt x="467661" y="113516"/>
                </a:lnTo>
                <a:lnTo>
                  <a:pt x="480634" y="113516"/>
                </a:lnTo>
                <a:lnTo>
                  <a:pt x="480634" y="56342"/>
                </a:lnTo>
                <a:lnTo>
                  <a:pt x="480629" y="55579"/>
                </a:lnTo>
                <a:lnTo>
                  <a:pt x="480616" y="54828"/>
                </a:lnTo>
                <a:lnTo>
                  <a:pt x="480594" y="54089"/>
                </a:lnTo>
                <a:lnTo>
                  <a:pt x="480564" y="53362"/>
                </a:lnTo>
                <a:lnTo>
                  <a:pt x="480524" y="52646"/>
                </a:lnTo>
                <a:lnTo>
                  <a:pt x="480476" y="51942"/>
                </a:lnTo>
                <a:lnTo>
                  <a:pt x="480419" y="51250"/>
                </a:lnTo>
                <a:lnTo>
                  <a:pt x="480353" y="50570"/>
                </a:lnTo>
                <a:lnTo>
                  <a:pt x="480278" y="49901"/>
                </a:lnTo>
                <a:lnTo>
                  <a:pt x="480195" y="49244"/>
                </a:lnTo>
                <a:lnTo>
                  <a:pt x="480103" y="48599"/>
                </a:lnTo>
                <a:lnTo>
                  <a:pt x="480002" y="47966"/>
                </a:lnTo>
                <a:lnTo>
                  <a:pt x="479892" y="47344"/>
                </a:lnTo>
                <a:lnTo>
                  <a:pt x="479774" y="46734"/>
                </a:lnTo>
                <a:lnTo>
                  <a:pt x="479647" y="46136"/>
                </a:lnTo>
                <a:lnTo>
                  <a:pt x="479511" y="45549"/>
                </a:lnTo>
                <a:lnTo>
                  <a:pt x="479366" y="44974"/>
                </a:lnTo>
                <a:lnTo>
                  <a:pt x="479212" y="44411"/>
                </a:lnTo>
                <a:lnTo>
                  <a:pt x="479050" y="43860"/>
                </a:lnTo>
                <a:lnTo>
                  <a:pt x="478879" y="43321"/>
                </a:lnTo>
                <a:lnTo>
                  <a:pt x="478699" y="42793"/>
                </a:lnTo>
                <a:lnTo>
                  <a:pt x="478510" y="42277"/>
                </a:lnTo>
                <a:lnTo>
                  <a:pt x="478313" y="41772"/>
                </a:lnTo>
                <a:lnTo>
                  <a:pt x="478107" y="41280"/>
                </a:lnTo>
                <a:lnTo>
                  <a:pt x="477893" y="40798"/>
                </a:lnTo>
                <a:lnTo>
                  <a:pt x="477673" y="40325"/>
                </a:lnTo>
                <a:lnTo>
                  <a:pt x="477446" y="39860"/>
                </a:lnTo>
                <a:lnTo>
                  <a:pt x="477213" y="39405"/>
                </a:lnTo>
                <a:lnTo>
                  <a:pt x="476973" y="38959"/>
                </a:lnTo>
                <a:lnTo>
                  <a:pt x="476727" y="38522"/>
                </a:lnTo>
                <a:lnTo>
                  <a:pt x="476475" y="38093"/>
                </a:lnTo>
                <a:lnTo>
                  <a:pt x="476216" y="37674"/>
                </a:lnTo>
                <a:lnTo>
                  <a:pt x="475951" y="37264"/>
                </a:lnTo>
                <a:lnTo>
                  <a:pt x="475679" y="36863"/>
                </a:lnTo>
                <a:lnTo>
                  <a:pt x="475401" y="36471"/>
                </a:lnTo>
                <a:lnTo>
                  <a:pt x="475116" y="36087"/>
                </a:lnTo>
                <a:lnTo>
                  <a:pt x="474825" y="35713"/>
                </a:lnTo>
                <a:lnTo>
                  <a:pt x="474528" y="35348"/>
                </a:lnTo>
                <a:lnTo>
                  <a:pt x="474224" y="34992"/>
                </a:lnTo>
                <a:lnTo>
                  <a:pt x="473913" y="34644"/>
                </a:lnTo>
                <a:lnTo>
                  <a:pt x="473597" y="34306"/>
                </a:lnTo>
                <a:lnTo>
                  <a:pt x="473273" y="33977"/>
                </a:lnTo>
                <a:lnTo>
                  <a:pt x="472944" y="33656"/>
                </a:lnTo>
                <a:lnTo>
                  <a:pt x="472608" y="33345"/>
                </a:lnTo>
                <a:lnTo>
                  <a:pt x="472265" y="33043"/>
                </a:lnTo>
                <a:lnTo>
                  <a:pt x="471916" y="32750"/>
                </a:lnTo>
                <a:lnTo>
                  <a:pt x="471561" y="32465"/>
                </a:lnTo>
                <a:lnTo>
                  <a:pt x="471199" y="32190"/>
                </a:lnTo>
                <a:lnTo>
                  <a:pt x="470832" y="31923"/>
                </a:lnTo>
                <a:lnTo>
                  <a:pt x="470461" y="31663"/>
                </a:lnTo>
                <a:lnTo>
                  <a:pt x="470087" y="31409"/>
                </a:lnTo>
                <a:lnTo>
                  <a:pt x="469709" y="31163"/>
                </a:lnTo>
                <a:lnTo>
                  <a:pt x="469326" y="30924"/>
                </a:lnTo>
                <a:lnTo>
                  <a:pt x="468940" y="30692"/>
                </a:lnTo>
                <a:lnTo>
                  <a:pt x="468551" y="30466"/>
                </a:lnTo>
                <a:lnTo>
                  <a:pt x="468157" y="30248"/>
                </a:lnTo>
                <a:lnTo>
                  <a:pt x="467760" y="30037"/>
                </a:lnTo>
                <a:lnTo>
                  <a:pt x="467359" y="29833"/>
                </a:lnTo>
                <a:lnTo>
                  <a:pt x="466954" y="29636"/>
                </a:lnTo>
                <a:lnTo>
                  <a:pt x="466545" y="29446"/>
                </a:lnTo>
                <a:lnTo>
                  <a:pt x="466132" y="29263"/>
                </a:lnTo>
                <a:lnTo>
                  <a:pt x="465716" y="29087"/>
                </a:lnTo>
                <a:lnTo>
                  <a:pt x="465296" y="28918"/>
                </a:lnTo>
                <a:lnTo>
                  <a:pt x="464872" y="28756"/>
                </a:lnTo>
                <a:lnTo>
                  <a:pt x="464444" y="28601"/>
                </a:lnTo>
                <a:lnTo>
                  <a:pt x="464013" y="28453"/>
                </a:lnTo>
                <a:lnTo>
                  <a:pt x="463577" y="28312"/>
                </a:lnTo>
                <a:lnTo>
                  <a:pt x="463138" y="28178"/>
                </a:lnTo>
                <a:lnTo>
                  <a:pt x="462695" y="28051"/>
                </a:lnTo>
                <a:lnTo>
                  <a:pt x="462248" y="27931"/>
                </a:lnTo>
                <a:lnTo>
                  <a:pt x="461798" y="27818"/>
                </a:lnTo>
                <a:lnTo>
                  <a:pt x="461343" y="27712"/>
                </a:lnTo>
                <a:lnTo>
                  <a:pt x="460886" y="27612"/>
                </a:lnTo>
                <a:lnTo>
                  <a:pt x="460428" y="27516"/>
                </a:lnTo>
                <a:lnTo>
                  <a:pt x="459968" y="27424"/>
                </a:lnTo>
                <a:lnTo>
                  <a:pt x="459506" y="27336"/>
                </a:lnTo>
                <a:lnTo>
                  <a:pt x="459044" y="27253"/>
                </a:lnTo>
                <a:lnTo>
                  <a:pt x="458579" y="27174"/>
                </a:lnTo>
                <a:lnTo>
                  <a:pt x="458113" y="27099"/>
                </a:lnTo>
                <a:lnTo>
                  <a:pt x="457646" y="27029"/>
                </a:lnTo>
                <a:lnTo>
                  <a:pt x="457177" y="26962"/>
                </a:lnTo>
                <a:lnTo>
                  <a:pt x="456707" y="26900"/>
                </a:lnTo>
                <a:lnTo>
                  <a:pt x="456236" y="26843"/>
                </a:lnTo>
                <a:lnTo>
                  <a:pt x="455763" y="26789"/>
                </a:lnTo>
                <a:lnTo>
                  <a:pt x="455288" y="26740"/>
                </a:lnTo>
                <a:lnTo>
                  <a:pt x="454812" y="26695"/>
                </a:lnTo>
                <a:lnTo>
                  <a:pt x="454334" y="26655"/>
                </a:lnTo>
                <a:lnTo>
                  <a:pt x="453856" y="26618"/>
                </a:lnTo>
                <a:lnTo>
                  <a:pt x="453375" y="26586"/>
                </a:lnTo>
                <a:lnTo>
                  <a:pt x="452893" y="26558"/>
                </a:lnTo>
                <a:lnTo>
                  <a:pt x="452410" y="26535"/>
                </a:lnTo>
                <a:lnTo>
                  <a:pt x="451925" y="26516"/>
                </a:lnTo>
                <a:lnTo>
                  <a:pt x="451439" y="26501"/>
                </a:lnTo>
                <a:lnTo>
                  <a:pt x="450951" y="26490"/>
                </a:lnTo>
                <a:lnTo>
                  <a:pt x="450462" y="26484"/>
                </a:lnTo>
                <a:lnTo>
                  <a:pt x="449971" y="26482"/>
                </a:lnTo>
                <a:lnTo>
                  <a:pt x="449196" y="26487"/>
                </a:lnTo>
                <a:lnTo>
                  <a:pt x="448427" y="26502"/>
                </a:lnTo>
                <a:lnTo>
                  <a:pt x="447665" y="26528"/>
                </a:lnTo>
                <a:lnTo>
                  <a:pt x="446911" y="26563"/>
                </a:lnTo>
                <a:lnTo>
                  <a:pt x="446163" y="26609"/>
                </a:lnTo>
                <a:lnTo>
                  <a:pt x="445422" y="26665"/>
                </a:lnTo>
                <a:lnTo>
                  <a:pt x="444689" y="26732"/>
                </a:lnTo>
                <a:lnTo>
                  <a:pt x="443962" y="26808"/>
                </a:lnTo>
                <a:lnTo>
                  <a:pt x="443243" y="26895"/>
                </a:lnTo>
                <a:lnTo>
                  <a:pt x="442530" y="26992"/>
                </a:lnTo>
                <a:lnTo>
                  <a:pt x="441825" y="27099"/>
                </a:lnTo>
                <a:lnTo>
                  <a:pt x="441126" y="27217"/>
                </a:lnTo>
                <a:lnTo>
                  <a:pt x="440435" y="27345"/>
                </a:lnTo>
                <a:lnTo>
                  <a:pt x="439750" y="27482"/>
                </a:lnTo>
                <a:lnTo>
                  <a:pt x="439073" y="27630"/>
                </a:lnTo>
                <a:lnTo>
                  <a:pt x="438403" y="27789"/>
                </a:lnTo>
                <a:lnTo>
                  <a:pt x="437739" y="27957"/>
                </a:lnTo>
                <a:lnTo>
                  <a:pt x="437083" y="28136"/>
                </a:lnTo>
                <a:lnTo>
                  <a:pt x="436434" y="28325"/>
                </a:lnTo>
                <a:lnTo>
                  <a:pt x="435791" y="28524"/>
                </a:lnTo>
                <a:lnTo>
                  <a:pt x="435156" y="28733"/>
                </a:lnTo>
                <a:lnTo>
                  <a:pt x="434528" y="28953"/>
                </a:lnTo>
                <a:lnTo>
                  <a:pt x="433906" y="29183"/>
                </a:lnTo>
                <a:lnTo>
                  <a:pt x="433292" y="29423"/>
                </a:lnTo>
                <a:lnTo>
                  <a:pt x="432687" y="29674"/>
                </a:lnTo>
                <a:lnTo>
                  <a:pt x="432093" y="29937"/>
                </a:lnTo>
                <a:lnTo>
                  <a:pt x="431509" y="30212"/>
                </a:lnTo>
                <a:lnTo>
                  <a:pt x="430937" y="30500"/>
                </a:lnTo>
                <a:lnTo>
                  <a:pt x="430376" y="30800"/>
                </a:lnTo>
                <a:lnTo>
                  <a:pt x="429825" y="31112"/>
                </a:lnTo>
                <a:lnTo>
                  <a:pt x="429286" y="31436"/>
                </a:lnTo>
                <a:lnTo>
                  <a:pt x="428757" y="31772"/>
                </a:lnTo>
                <a:lnTo>
                  <a:pt x="428240" y="32121"/>
                </a:lnTo>
                <a:lnTo>
                  <a:pt x="427733" y="32482"/>
                </a:lnTo>
                <a:lnTo>
                  <a:pt x="427238" y="32854"/>
                </a:lnTo>
                <a:lnTo>
                  <a:pt x="426753" y="33240"/>
                </a:lnTo>
                <a:lnTo>
                  <a:pt x="426280" y="33637"/>
                </a:lnTo>
                <a:lnTo>
                  <a:pt x="425817" y="34047"/>
                </a:lnTo>
                <a:lnTo>
                  <a:pt x="425365" y="34468"/>
                </a:lnTo>
                <a:lnTo>
                  <a:pt x="424925" y="34902"/>
                </a:lnTo>
                <a:lnTo>
                  <a:pt x="424495" y="35348"/>
                </a:lnTo>
                <a:lnTo>
                  <a:pt x="424076" y="35807"/>
                </a:lnTo>
                <a:lnTo>
                  <a:pt x="423668" y="36277"/>
                </a:lnTo>
                <a:lnTo>
                  <a:pt x="423271" y="36760"/>
                </a:lnTo>
                <a:lnTo>
                  <a:pt x="422886" y="37255"/>
                </a:lnTo>
                <a:lnTo>
                  <a:pt x="422511" y="37762"/>
                </a:lnTo>
                <a:lnTo>
                  <a:pt x="422147" y="38282"/>
                </a:lnTo>
                <a:lnTo>
                  <a:pt x="421794" y="38813"/>
                </a:lnTo>
                <a:lnTo>
                  <a:pt x="421453" y="39357"/>
                </a:lnTo>
                <a:lnTo>
                  <a:pt x="421128" y="39915"/>
                </a:lnTo>
                <a:lnTo>
                  <a:pt x="420816" y="40486"/>
                </a:lnTo>
                <a:lnTo>
                  <a:pt x="420520" y="41071"/>
                </a:lnTo>
                <a:lnTo>
                  <a:pt x="420237" y="41670"/>
                </a:lnTo>
                <a:lnTo>
                  <a:pt x="419969" y="42282"/>
                </a:lnTo>
                <a:lnTo>
                  <a:pt x="419716" y="42908"/>
                </a:lnTo>
                <a:lnTo>
                  <a:pt x="419477" y="43547"/>
                </a:lnTo>
                <a:lnTo>
                  <a:pt x="419253" y="44200"/>
                </a:lnTo>
                <a:lnTo>
                  <a:pt x="419043" y="44866"/>
                </a:lnTo>
                <a:lnTo>
                  <a:pt x="418847" y="45546"/>
                </a:lnTo>
                <a:lnTo>
                  <a:pt x="418666" y="46239"/>
                </a:lnTo>
                <a:lnTo>
                  <a:pt x="418500" y="46946"/>
                </a:lnTo>
                <a:lnTo>
                  <a:pt x="418348" y="47667"/>
                </a:lnTo>
                <a:lnTo>
                  <a:pt x="418210" y="48401"/>
                </a:lnTo>
                <a:lnTo>
                  <a:pt x="418087" y="49149"/>
                </a:lnTo>
                <a:lnTo>
                  <a:pt x="417979" y="49910"/>
                </a:lnTo>
                <a:lnTo>
                  <a:pt x="417885" y="50685"/>
                </a:lnTo>
                <a:lnTo>
                  <a:pt x="417805" y="51474"/>
                </a:lnTo>
                <a:lnTo>
                  <a:pt x="417740" y="52276"/>
                </a:lnTo>
                <a:lnTo>
                  <a:pt x="417689" y="53091"/>
                </a:lnTo>
                <a:lnTo>
                  <a:pt x="417653" y="53921"/>
                </a:lnTo>
                <a:lnTo>
                  <a:pt x="417631" y="54763"/>
                </a:lnTo>
                <a:lnTo>
                  <a:pt x="417624" y="55620"/>
                </a:lnTo>
                <a:lnTo>
                  <a:pt x="431270" y="55620"/>
                </a:lnTo>
                <a:lnTo>
                  <a:pt x="431280" y="54813"/>
                </a:lnTo>
                <a:lnTo>
                  <a:pt x="431308" y="54025"/>
                </a:lnTo>
                <a:lnTo>
                  <a:pt x="431355" y="53256"/>
                </a:lnTo>
                <a:lnTo>
                  <a:pt x="431420" y="52505"/>
                </a:lnTo>
                <a:lnTo>
                  <a:pt x="431504" y="51773"/>
                </a:lnTo>
                <a:lnTo>
                  <a:pt x="431607" y="51059"/>
                </a:lnTo>
                <a:lnTo>
                  <a:pt x="431729" y="50364"/>
                </a:lnTo>
                <a:lnTo>
                  <a:pt x="431869" y="49688"/>
                </a:lnTo>
                <a:lnTo>
                  <a:pt x="432029" y="49030"/>
                </a:lnTo>
                <a:lnTo>
                  <a:pt x="432206" y="48390"/>
                </a:lnTo>
                <a:lnTo>
                  <a:pt x="432403" y="47769"/>
                </a:lnTo>
                <a:lnTo>
                  <a:pt x="432618" y="47167"/>
                </a:lnTo>
                <a:lnTo>
                  <a:pt x="432852" y="46583"/>
                </a:lnTo>
                <a:lnTo>
                  <a:pt x="433105" y="46018"/>
                </a:lnTo>
                <a:lnTo>
                  <a:pt x="433376" y="45471"/>
                </a:lnTo>
                <a:lnTo>
                  <a:pt x="433667" y="44943"/>
                </a:lnTo>
                <a:lnTo>
                  <a:pt x="433975" y="44433"/>
                </a:lnTo>
                <a:lnTo>
                  <a:pt x="434303" y="43942"/>
                </a:lnTo>
                <a:lnTo>
                  <a:pt x="434649" y="43470"/>
                </a:lnTo>
                <a:lnTo>
                  <a:pt x="435014" y="43016"/>
                </a:lnTo>
                <a:lnTo>
                  <a:pt x="435398" y="42580"/>
                </a:lnTo>
                <a:lnTo>
                  <a:pt x="435801" y="42163"/>
                </a:lnTo>
                <a:lnTo>
                  <a:pt x="436222" y="41765"/>
                </a:lnTo>
                <a:lnTo>
                  <a:pt x="436662" y="41385"/>
                </a:lnTo>
                <a:lnTo>
                  <a:pt x="437115" y="41023"/>
                </a:lnTo>
                <a:lnTo>
                  <a:pt x="437578" y="40675"/>
                </a:lnTo>
                <a:lnTo>
                  <a:pt x="438049" y="40343"/>
                </a:lnTo>
                <a:lnTo>
                  <a:pt x="438529" y="40027"/>
                </a:lnTo>
                <a:lnTo>
                  <a:pt x="439018" y="39726"/>
                </a:lnTo>
                <a:lnTo>
                  <a:pt x="439515" y="39440"/>
                </a:lnTo>
                <a:lnTo>
                  <a:pt x="440022" y="39170"/>
                </a:lnTo>
                <a:lnTo>
                  <a:pt x="440537" y="38915"/>
                </a:lnTo>
                <a:lnTo>
                  <a:pt x="441060" y="38676"/>
                </a:lnTo>
                <a:lnTo>
                  <a:pt x="441593" y="38452"/>
                </a:lnTo>
                <a:lnTo>
                  <a:pt x="442134" y="38244"/>
                </a:lnTo>
                <a:lnTo>
                  <a:pt x="442685" y="38051"/>
                </a:lnTo>
                <a:lnTo>
                  <a:pt x="443244" y="37873"/>
                </a:lnTo>
                <a:lnTo>
                  <a:pt x="443811" y="37711"/>
                </a:lnTo>
                <a:lnTo>
                  <a:pt x="444388" y="37564"/>
                </a:lnTo>
                <a:lnTo>
                  <a:pt x="444973" y="37433"/>
                </a:lnTo>
                <a:lnTo>
                  <a:pt x="445567" y="37317"/>
                </a:lnTo>
                <a:lnTo>
                  <a:pt x="446170" y="37217"/>
                </a:lnTo>
                <a:lnTo>
                  <a:pt x="446782" y="37132"/>
                </a:lnTo>
                <a:lnTo>
                  <a:pt x="447402" y="37063"/>
                </a:lnTo>
                <a:lnTo>
                  <a:pt x="448031" y="37009"/>
                </a:lnTo>
                <a:lnTo>
                  <a:pt x="448669" y="36970"/>
                </a:lnTo>
                <a:lnTo>
                  <a:pt x="449316" y="36947"/>
                </a:lnTo>
                <a:lnTo>
                  <a:pt x="449971" y="36939"/>
                </a:lnTo>
                <a:lnTo>
                  <a:pt x="450571" y="36947"/>
                </a:lnTo>
                <a:lnTo>
                  <a:pt x="451162" y="36968"/>
                </a:lnTo>
                <a:lnTo>
                  <a:pt x="451744" y="37005"/>
                </a:lnTo>
                <a:lnTo>
                  <a:pt x="452318" y="37056"/>
                </a:lnTo>
                <a:lnTo>
                  <a:pt x="452884" y="37122"/>
                </a:lnTo>
                <a:lnTo>
                  <a:pt x="453441" y="37202"/>
                </a:lnTo>
                <a:lnTo>
                  <a:pt x="453989" y="37297"/>
                </a:lnTo>
                <a:lnTo>
                  <a:pt x="454529" y="37407"/>
                </a:lnTo>
                <a:lnTo>
                  <a:pt x="455061" y="37531"/>
                </a:lnTo>
                <a:lnTo>
                  <a:pt x="455584" y="37669"/>
                </a:lnTo>
                <a:lnTo>
                  <a:pt x="456099" y="37823"/>
                </a:lnTo>
                <a:lnTo>
                  <a:pt x="456605" y="37991"/>
                </a:lnTo>
                <a:lnTo>
                  <a:pt x="457103" y="38173"/>
                </a:lnTo>
                <a:lnTo>
                  <a:pt x="457592" y="38371"/>
                </a:lnTo>
                <a:lnTo>
                  <a:pt x="458073" y="38582"/>
                </a:lnTo>
                <a:lnTo>
                  <a:pt x="458545" y="38809"/>
                </a:lnTo>
                <a:lnTo>
                  <a:pt x="459008" y="39050"/>
                </a:lnTo>
                <a:lnTo>
                  <a:pt x="459464" y="39305"/>
                </a:lnTo>
                <a:lnTo>
                  <a:pt x="459911" y="39575"/>
                </a:lnTo>
                <a:lnTo>
                  <a:pt x="460349" y="39860"/>
                </a:lnTo>
                <a:lnTo>
                  <a:pt x="460779" y="40160"/>
                </a:lnTo>
                <a:lnTo>
                  <a:pt x="461200" y="40474"/>
                </a:lnTo>
                <a:lnTo>
                  <a:pt x="461613" y="40802"/>
                </a:lnTo>
                <a:lnTo>
                  <a:pt x="462017" y="41146"/>
                </a:lnTo>
                <a:lnTo>
                  <a:pt x="462409" y="41508"/>
                </a:lnTo>
                <a:lnTo>
                  <a:pt x="462784" y="41896"/>
                </a:lnTo>
                <a:lnTo>
                  <a:pt x="463143" y="42308"/>
                </a:lnTo>
                <a:lnTo>
                  <a:pt x="463484" y="42745"/>
                </a:lnTo>
                <a:lnTo>
                  <a:pt x="463809" y="43206"/>
                </a:lnTo>
                <a:lnTo>
                  <a:pt x="464118" y="43693"/>
                </a:lnTo>
                <a:lnTo>
                  <a:pt x="464410" y="44203"/>
                </a:lnTo>
                <a:lnTo>
                  <a:pt x="464685" y="44739"/>
                </a:lnTo>
                <a:lnTo>
                  <a:pt x="464943" y="45299"/>
                </a:lnTo>
                <a:lnTo>
                  <a:pt x="465185" y="45884"/>
                </a:lnTo>
                <a:lnTo>
                  <a:pt x="465410" y="46493"/>
                </a:lnTo>
                <a:lnTo>
                  <a:pt x="465618" y="47127"/>
                </a:lnTo>
                <a:lnTo>
                  <a:pt x="465810" y="47786"/>
                </a:lnTo>
                <a:lnTo>
                  <a:pt x="465985" y="48470"/>
                </a:lnTo>
                <a:lnTo>
                  <a:pt x="466144" y="49178"/>
                </a:lnTo>
                <a:lnTo>
                  <a:pt x="466285" y="49911"/>
                </a:lnTo>
                <a:lnTo>
                  <a:pt x="466410" y="50668"/>
                </a:lnTo>
                <a:lnTo>
                  <a:pt x="466519" y="51450"/>
                </a:lnTo>
                <a:lnTo>
                  <a:pt x="466610" y="52257"/>
                </a:lnTo>
                <a:lnTo>
                  <a:pt x="466685" y="53088"/>
                </a:lnTo>
                <a:lnTo>
                  <a:pt x="466744" y="53944"/>
                </a:lnTo>
                <a:lnTo>
                  <a:pt x="466785" y="54825"/>
                </a:lnTo>
                <a:lnTo>
                  <a:pt x="466810" y="55731"/>
                </a:lnTo>
                <a:lnTo>
                  <a:pt x="466819" y="56661"/>
                </a:lnTo>
                <a:lnTo>
                  <a:pt x="466819" y="63083"/>
                </a:lnTo>
                <a:lnTo>
                  <a:pt x="465492" y="63101"/>
                </a:lnTo>
                <a:lnTo>
                  <a:pt x="464179" y="63126"/>
                </a:lnTo>
                <a:lnTo>
                  <a:pt x="462881" y="63157"/>
                </a:lnTo>
                <a:lnTo>
                  <a:pt x="461596" y="63195"/>
                </a:lnTo>
                <a:lnTo>
                  <a:pt x="460325" y="63239"/>
                </a:lnTo>
                <a:lnTo>
                  <a:pt x="459069" y="63290"/>
                </a:lnTo>
                <a:lnTo>
                  <a:pt x="457826" y="63348"/>
                </a:lnTo>
                <a:lnTo>
                  <a:pt x="456598" y="63413"/>
                </a:lnTo>
                <a:lnTo>
                  <a:pt x="455383" y="63484"/>
                </a:lnTo>
                <a:lnTo>
                  <a:pt x="454183" y="63562"/>
                </a:lnTo>
                <a:lnTo>
                  <a:pt x="452997" y="63646"/>
                </a:lnTo>
                <a:lnTo>
                  <a:pt x="451824" y="63737"/>
                </a:lnTo>
                <a:lnTo>
                  <a:pt x="450666" y="63835"/>
                </a:lnTo>
                <a:lnTo>
                  <a:pt x="449522" y="63939"/>
                </a:lnTo>
                <a:lnTo>
                  <a:pt x="448392" y="64050"/>
                </a:lnTo>
                <a:lnTo>
                  <a:pt x="447276" y="64168"/>
                </a:lnTo>
                <a:lnTo>
                  <a:pt x="446174" y="64293"/>
                </a:lnTo>
                <a:lnTo>
                  <a:pt x="445085" y="64424"/>
                </a:lnTo>
                <a:lnTo>
                  <a:pt x="444011" y="64561"/>
                </a:lnTo>
                <a:lnTo>
                  <a:pt x="442951" y="64706"/>
                </a:lnTo>
                <a:lnTo>
                  <a:pt x="441905" y="64857"/>
                </a:lnTo>
                <a:lnTo>
                  <a:pt x="440874" y="65015"/>
                </a:lnTo>
                <a:lnTo>
                  <a:pt x="439856" y="65179"/>
                </a:lnTo>
                <a:lnTo>
                  <a:pt x="438852" y="65350"/>
                </a:lnTo>
                <a:lnTo>
                  <a:pt x="437864" y="65531"/>
                </a:lnTo>
                <a:lnTo>
                  <a:pt x="436896" y="65725"/>
                </a:lnTo>
                <a:lnTo>
                  <a:pt x="435946" y="65933"/>
                </a:lnTo>
                <a:lnTo>
                  <a:pt x="435016" y="66154"/>
                </a:lnTo>
                <a:lnTo>
                  <a:pt x="434104" y="66388"/>
                </a:lnTo>
                <a:lnTo>
                  <a:pt x="433211" y="66636"/>
                </a:lnTo>
                <a:lnTo>
                  <a:pt x="432336" y="66897"/>
                </a:lnTo>
                <a:lnTo>
                  <a:pt x="431481" y="67171"/>
                </a:lnTo>
                <a:lnTo>
                  <a:pt x="430645" y="67459"/>
                </a:lnTo>
                <a:lnTo>
                  <a:pt x="429827" y="67760"/>
                </a:lnTo>
                <a:lnTo>
                  <a:pt x="429028" y="68074"/>
                </a:lnTo>
                <a:lnTo>
                  <a:pt x="428248" y="68401"/>
                </a:lnTo>
                <a:lnTo>
                  <a:pt x="427487" y="68742"/>
                </a:lnTo>
                <a:lnTo>
                  <a:pt x="426745" y="69096"/>
                </a:lnTo>
                <a:lnTo>
                  <a:pt x="426022" y="69464"/>
                </a:lnTo>
                <a:lnTo>
                  <a:pt x="425318" y="69844"/>
                </a:lnTo>
                <a:lnTo>
                  <a:pt x="424632" y="70238"/>
                </a:lnTo>
                <a:lnTo>
                  <a:pt x="423965" y="70646"/>
                </a:lnTo>
                <a:lnTo>
                  <a:pt x="423318" y="71067"/>
                </a:lnTo>
                <a:lnTo>
                  <a:pt x="422689" y="71501"/>
                </a:lnTo>
                <a:lnTo>
                  <a:pt x="422079" y="71948"/>
                </a:lnTo>
                <a:lnTo>
                  <a:pt x="421487" y="72409"/>
                </a:lnTo>
                <a:lnTo>
                  <a:pt x="420915" y="72883"/>
                </a:lnTo>
                <a:lnTo>
                  <a:pt x="420362" y="73370"/>
                </a:lnTo>
                <a:lnTo>
                  <a:pt x="419829" y="73873"/>
                </a:lnTo>
                <a:lnTo>
                  <a:pt x="419319" y="74396"/>
                </a:lnTo>
                <a:lnTo>
                  <a:pt x="418832" y="74939"/>
                </a:lnTo>
                <a:lnTo>
                  <a:pt x="418367" y="75500"/>
                </a:lnTo>
                <a:lnTo>
                  <a:pt x="417925" y="76082"/>
                </a:lnTo>
                <a:lnTo>
                  <a:pt x="417506" y="76682"/>
                </a:lnTo>
                <a:lnTo>
                  <a:pt x="417109" y="77302"/>
                </a:lnTo>
                <a:lnTo>
                  <a:pt x="416735" y="77941"/>
                </a:lnTo>
                <a:lnTo>
                  <a:pt x="416383" y="78599"/>
                </a:lnTo>
                <a:lnTo>
                  <a:pt x="416055" y="79277"/>
                </a:lnTo>
                <a:lnTo>
                  <a:pt x="415749" y="79975"/>
                </a:lnTo>
                <a:lnTo>
                  <a:pt x="415465" y="80691"/>
                </a:lnTo>
                <a:lnTo>
                  <a:pt x="415205" y="81427"/>
                </a:lnTo>
                <a:lnTo>
                  <a:pt x="414967" y="82183"/>
                </a:lnTo>
                <a:lnTo>
                  <a:pt x="414751" y="82957"/>
                </a:lnTo>
                <a:lnTo>
                  <a:pt x="414559" y="83751"/>
                </a:lnTo>
                <a:lnTo>
                  <a:pt x="414389" y="84565"/>
                </a:lnTo>
                <a:lnTo>
                  <a:pt x="414241" y="85398"/>
                </a:lnTo>
                <a:lnTo>
                  <a:pt x="414117" y="86250"/>
                </a:lnTo>
                <a:lnTo>
                  <a:pt x="414015" y="87121"/>
                </a:lnTo>
                <a:lnTo>
                  <a:pt x="413935" y="88012"/>
                </a:lnTo>
                <a:lnTo>
                  <a:pt x="413879" y="88922"/>
                </a:lnTo>
                <a:lnTo>
                  <a:pt x="413845" y="89852"/>
                </a:lnTo>
                <a:lnTo>
                  <a:pt x="413833" y="90801"/>
                </a:lnTo>
                <a:lnTo>
                  <a:pt x="413839" y="91465"/>
                </a:lnTo>
                <a:lnTo>
                  <a:pt x="413856" y="92120"/>
                </a:lnTo>
                <a:lnTo>
                  <a:pt x="413885" y="92765"/>
                </a:lnTo>
                <a:lnTo>
                  <a:pt x="413925" y="93402"/>
                </a:lnTo>
                <a:lnTo>
                  <a:pt x="413976" y="94029"/>
                </a:lnTo>
                <a:lnTo>
                  <a:pt x="414039" y="94648"/>
                </a:lnTo>
                <a:lnTo>
                  <a:pt x="414113" y="95257"/>
                </a:lnTo>
                <a:lnTo>
                  <a:pt x="414198" y="95857"/>
                </a:lnTo>
                <a:lnTo>
                  <a:pt x="414295" y="96448"/>
                </a:lnTo>
                <a:lnTo>
                  <a:pt x="414404" y="97030"/>
                </a:lnTo>
                <a:lnTo>
                  <a:pt x="414523" y="97603"/>
                </a:lnTo>
                <a:lnTo>
                  <a:pt x="414655" y="98167"/>
                </a:lnTo>
                <a:lnTo>
                  <a:pt x="414797" y="98722"/>
                </a:lnTo>
                <a:lnTo>
                  <a:pt x="414951" y="99268"/>
                </a:lnTo>
                <a:lnTo>
                  <a:pt x="415117" y="99805"/>
                </a:lnTo>
                <a:lnTo>
                  <a:pt x="415293" y="100332"/>
                </a:lnTo>
                <a:lnTo>
                  <a:pt x="415482" y="100851"/>
                </a:lnTo>
                <a:lnTo>
                  <a:pt x="415681" y="101360"/>
                </a:lnTo>
                <a:lnTo>
                  <a:pt x="415892" y="101861"/>
                </a:lnTo>
                <a:lnTo>
                  <a:pt x="416115" y="102352"/>
                </a:lnTo>
                <a:lnTo>
                  <a:pt x="416349" y="102834"/>
                </a:lnTo>
                <a:lnTo>
                  <a:pt x="416594" y="103307"/>
                </a:lnTo>
                <a:lnTo>
                  <a:pt x="416850" y="103771"/>
                </a:lnTo>
                <a:lnTo>
                  <a:pt x="417119" y="104226"/>
                </a:lnTo>
                <a:lnTo>
                  <a:pt x="417396" y="104672"/>
                </a:lnTo>
                <a:lnTo>
                  <a:pt x="417681" y="105108"/>
                </a:lnTo>
                <a:lnTo>
                  <a:pt x="417974" y="105535"/>
                </a:lnTo>
                <a:lnTo>
                  <a:pt x="418274" y="105952"/>
                </a:lnTo>
                <a:lnTo>
                  <a:pt x="418582" y="106360"/>
                </a:lnTo>
                <a:lnTo>
                  <a:pt x="418898" y="106759"/>
                </a:lnTo>
                <a:lnTo>
                  <a:pt x="419221" y="107148"/>
                </a:lnTo>
                <a:lnTo>
                  <a:pt x="419552" y="107528"/>
                </a:lnTo>
                <a:lnTo>
                  <a:pt x="419890" y="107899"/>
                </a:lnTo>
                <a:lnTo>
                  <a:pt x="420237" y="108260"/>
                </a:lnTo>
                <a:lnTo>
                  <a:pt x="420590" y="108612"/>
                </a:lnTo>
                <a:lnTo>
                  <a:pt x="420951" y="108954"/>
                </a:lnTo>
                <a:lnTo>
                  <a:pt x="421320" y="109288"/>
                </a:lnTo>
                <a:lnTo>
                  <a:pt x="421697" y="109611"/>
                </a:lnTo>
                <a:lnTo>
                  <a:pt x="422081" y="109926"/>
                </a:lnTo>
                <a:lnTo>
                  <a:pt x="422472" y="110231"/>
                </a:lnTo>
                <a:lnTo>
                  <a:pt x="422872" y="110526"/>
                </a:lnTo>
                <a:lnTo>
                  <a:pt x="423278" y="110812"/>
                </a:lnTo>
                <a:lnTo>
                  <a:pt x="423693" y="111089"/>
                </a:lnTo>
                <a:lnTo>
                  <a:pt x="424115" y="111357"/>
                </a:lnTo>
                <a:lnTo>
                  <a:pt x="424545" y="111615"/>
                </a:lnTo>
                <a:lnTo>
                  <a:pt x="424982" y="111864"/>
                </a:lnTo>
                <a:lnTo>
                  <a:pt x="425427" y="112103"/>
                </a:lnTo>
                <a:lnTo>
                  <a:pt x="425879" y="112333"/>
                </a:lnTo>
                <a:lnTo>
                  <a:pt x="426338" y="112554"/>
                </a:lnTo>
                <a:lnTo>
                  <a:pt x="426800" y="112765"/>
                </a:lnTo>
                <a:lnTo>
                  <a:pt x="427267" y="112966"/>
                </a:lnTo>
                <a:lnTo>
                  <a:pt x="427737" y="113159"/>
                </a:lnTo>
                <a:lnTo>
                  <a:pt x="428212" y="113341"/>
                </a:lnTo>
                <a:lnTo>
                  <a:pt x="428691" y="113515"/>
                </a:lnTo>
                <a:lnTo>
                  <a:pt x="429174" y="113679"/>
                </a:lnTo>
                <a:lnTo>
                  <a:pt x="429661" y="113834"/>
                </a:lnTo>
                <a:lnTo>
                  <a:pt x="430152" y="113979"/>
                </a:lnTo>
                <a:lnTo>
                  <a:pt x="430647" y="114115"/>
                </a:lnTo>
                <a:lnTo>
                  <a:pt x="431146" y="114242"/>
                </a:lnTo>
                <a:lnTo>
                  <a:pt x="431650" y="114359"/>
                </a:lnTo>
                <a:lnTo>
                  <a:pt x="432157" y="114467"/>
                </a:lnTo>
                <a:lnTo>
                  <a:pt x="432669" y="114566"/>
                </a:lnTo>
                <a:lnTo>
                  <a:pt x="433184" y="114655"/>
                </a:lnTo>
                <a:lnTo>
                  <a:pt x="433704" y="114734"/>
                </a:lnTo>
                <a:lnTo>
                  <a:pt x="434228" y="114805"/>
                </a:lnTo>
                <a:lnTo>
                  <a:pt x="434756" y="114866"/>
                </a:lnTo>
                <a:lnTo>
                  <a:pt x="435288" y="114917"/>
                </a:lnTo>
                <a:lnTo>
                  <a:pt x="435824" y="114959"/>
                </a:lnTo>
                <a:lnTo>
                  <a:pt x="436364" y="114992"/>
                </a:lnTo>
                <a:lnTo>
                  <a:pt x="436909" y="115016"/>
                </a:lnTo>
                <a:lnTo>
                  <a:pt x="437457" y="115030"/>
                </a:lnTo>
                <a:lnTo>
                  <a:pt x="438009" y="115035"/>
                </a:lnTo>
                <a:lnTo>
                  <a:pt x="438792" y="115028"/>
                </a:lnTo>
                <a:lnTo>
                  <a:pt x="439566" y="115009"/>
                </a:lnTo>
                <a:lnTo>
                  <a:pt x="440333" y="114978"/>
                </a:lnTo>
                <a:lnTo>
                  <a:pt x="441091" y="114934"/>
                </a:lnTo>
                <a:close/>
                <a:moveTo>
                  <a:pt x="439509" y="104135"/>
                </a:moveTo>
                <a:lnTo>
                  <a:pt x="438988" y="104075"/>
                </a:lnTo>
                <a:lnTo>
                  <a:pt x="438478" y="104003"/>
                </a:lnTo>
                <a:lnTo>
                  <a:pt x="437980" y="103918"/>
                </a:lnTo>
                <a:lnTo>
                  <a:pt x="437495" y="103820"/>
                </a:lnTo>
                <a:lnTo>
                  <a:pt x="437021" y="103708"/>
                </a:lnTo>
                <a:lnTo>
                  <a:pt x="436559" y="103583"/>
                </a:lnTo>
                <a:lnTo>
                  <a:pt x="436110" y="103446"/>
                </a:lnTo>
                <a:lnTo>
                  <a:pt x="435672" y="103295"/>
                </a:lnTo>
                <a:lnTo>
                  <a:pt x="435246" y="103131"/>
                </a:lnTo>
                <a:lnTo>
                  <a:pt x="434832" y="102953"/>
                </a:lnTo>
                <a:lnTo>
                  <a:pt x="434431" y="102763"/>
                </a:lnTo>
                <a:lnTo>
                  <a:pt x="434041" y="102560"/>
                </a:lnTo>
                <a:lnTo>
                  <a:pt x="433663" y="102343"/>
                </a:lnTo>
                <a:lnTo>
                  <a:pt x="433297" y="102114"/>
                </a:lnTo>
                <a:lnTo>
                  <a:pt x="432944" y="101871"/>
                </a:lnTo>
                <a:lnTo>
                  <a:pt x="432602" y="101615"/>
                </a:lnTo>
                <a:lnTo>
                  <a:pt x="432272" y="101346"/>
                </a:lnTo>
                <a:lnTo>
                  <a:pt x="431954" y="101064"/>
                </a:lnTo>
                <a:lnTo>
                  <a:pt x="431649" y="100769"/>
                </a:lnTo>
                <a:lnTo>
                  <a:pt x="431355" y="100460"/>
                </a:lnTo>
                <a:lnTo>
                  <a:pt x="431073" y="100140"/>
                </a:lnTo>
                <a:lnTo>
                  <a:pt x="430803" y="99812"/>
                </a:lnTo>
                <a:lnTo>
                  <a:pt x="430545" y="99474"/>
                </a:lnTo>
                <a:lnTo>
                  <a:pt x="430299" y="99127"/>
                </a:lnTo>
                <a:lnTo>
                  <a:pt x="430066" y="98770"/>
                </a:lnTo>
                <a:lnTo>
                  <a:pt x="429844" y="98405"/>
                </a:lnTo>
                <a:lnTo>
                  <a:pt x="429634" y="98031"/>
                </a:lnTo>
                <a:lnTo>
                  <a:pt x="429436" y="97647"/>
                </a:lnTo>
                <a:lnTo>
                  <a:pt x="429250" y="97255"/>
                </a:lnTo>
                <a:lnTo>
                  <a:pt x="429076" y="96853"/>
                </a:lnTo>
                <a:lnTo>
                  <a:pt x="428914" y="96442"/>
                </a:lnTo>
                <a:lnTo>
                  <a:pt x="428764" y="96022"/>
                </a:lnTo>
                <a:lnTo>
                  <a:pt x="428626" y="95593"/>
                </a:lnTo>
                <a:lnTo>
                  <a:pt x="428501" y="95155"/>
                </a:lnTo>
                <a:lnTo>
                  <a:pt x="428387" y="94707"/>
                </a:lnTo>
                <a:lnTo>
                  <a:pt x="428285" y="94251"/>
                </a:lnTo>
                <a:lnTo>
                  <a:pt x="428195" y="93785"/>
                </a:lnTo>
                <a:lnTo>
                  <a:pt x="428117" y="93311"/>
                </a:lnTo>
                <a:lnTo>
                  <a:pt x="428051" y="92827"/>
                </a:lnTo>
                <a:lnTo>
                  <a:pt x="427997" y="92334"/>
                </a:lnTo>
                <a:lnTo>
                  <a:pt x="427955" y="91832"/>
                </a:lnTo>
                <a:lnTo>
                  <a:pt x="427925" y="91321"/>
                </a:lnTo>
                <a:lnTo>
                  <a:pt x="427907" y="90801"/>
                </a:lnTo>
                <a:lnTo>
                  <a:pt x="427901" y="90271"/>
                </a:lnTo>
                <a:lnTo>
                  <a:pt x="427917" y="89473"/>
                </a:lnTo>
                <a:lnTo>
                  <a:pt x="427964" y="88693"/>
                </a:lnTo>
                <a:lnTo>
                  <a:pt x="428042" y="87932"/>
                </a:lnTo>
                <a:lnTo>
                  <a:pt x="428151" y="87190"/>
                </a:lnTo>
                <a:lnTo>
                  <a:pt x="428292" y="86468"/>
                </a:lnTo>
                <a:lnTo>
                  <a:pt x="428464" y="85764"/>
                </a:lnTo>
                <a:lnTo>
                  <a:pt x="428668" y="85079"/>
                </a:lnTo>
                <a:lnTo>
                  <a:pt x="428902" y="84414"/>
                </a:lnTo>
                <a:lnTo>
                  <a:pt x="429168" y="83767"/>
                </a:lnTo>
                <a:lnTo>
                  <a:pt x="429466" y="83139"/>
                </a:lnTo>
                <a:lnTo>
                  <a:pt x="429794" y="82531"/>
                </a:lnTo>
                <a:lnTo>
                  <a:pt x="430154" y="81941"/>
                </a:lnTo>
                <a:lnTo>
                  <a:pt x="430546" y="81371"/>
                </a:lnTo>
                <a:lnTo>
                  <a:pt x="430968" y="80819"/>
                </a:lnTo>
                <a:lnTo>
                  <a:pt x="431422" y="80286"/>
                </a:lnTo>
                <a:lnTo>
                  <a:pt x="431907" y="79773"/>
                </a:lnTo>
                <a:lnTo>
                  <a:pt x="432423" y="79278"/>
                </a:lnTo>
                <a:lnTo>
                  <a:pt x="432971" y="78802"/>
                </a:lnTo>
                <a:lnTo>
                  <a:pt x="433550" y="78346"/>
                </a:lnTo>
                <a:lnTo>
                  <a:pt x="434160" y="77908"/>
                </a:lnTo>
                <a:lnTo>
                  <a:pt x="434802" y="77490"/>
                </a:lnTo>
                <a:lnTo>
                  <a:pt x="435475" y="77090"/>
                </a:lnTo>
                <a:lnTo>
                  <a:pt x="436179" y="76710"/>
                </a:lnTo>
                <a:lnTo>
                  <a:pt x="436914" y="76348"/>
                </a:lnTo>
                <a:lnTo>
                  <a:pt x="437686" y="76003"/>
                </a:lnTo>
                <a:lnTo>
                  <a:pt x="438499" y="75671"/>
                </a:lnTo>
                <a:lnTo>
                  <a:pt x="439352" y="75353"/>
                </a:lnTo>
                <a:lnTo>
                  <a:pt x="440246" y="75049"/>
                </a:lnTo>
                <a:lnTo>
                  <a:pt x="441182" y="74758"/>
                </a:lnTo>
                <a:lnTo>
                  <a:pt x="442158" y="74482"/>
                </a:lnTo>
                <a:lnTo>
                  <a:pt x="443175" y="74219"/>
                </a:lnTo>
                <a:lnTo>
                  <a:pt x="444234" y="73970"/>
                </a:lnTo>
                <a:lnTo>
                  <a:pt x="445333" y="73734"/>
                </a:lnTo>
                <a:lnTo>
                  <a:pt x="446473" y="73513"/>
                </a:lnTo>
                <a:lnTo>
                  <a:pt x="447654" y="73305"/>
                </a:lnTo>
                <a:lnTo>
                  <a:pt x="448876" y="73111"/>
                </a:lnTo>
                <a:lnTo>
                  <a:pt x="450139" y="72931"/>
                </a:lnTo>
                <a:lnTo>
                  <a:pt x="451443" y="72764"/>
                </a:lnTo>
                <a:lnTo>
                  <a:pt x="452788" y="72611"/>
                </a:lnTo>
                <a:lnTo>
                  <a:pt x="454174" y="72472"/>
                </a:lnTo>
                <a:lnTo>
                  <a:pt x="455601" y="72347"/>
                </a:lnTo>
                <a:lnTo>
                  <a:pt x="457068" y="72235"/>
                </a:lnTo>
                <a:lnTo>
                  <a:pt x="458577" y="72137"/>
                </a:lnTo>
                <a:lnTo>
                  <a:pt x="460127" y="72053"/>
                </a:lnTo>
                <a:lnTo>
                  <a:pt x="461717" y="71983"/>
                </a:lnTo>
                <a:lnTo>
                  <a:pt x="463349" y="71926"/>
                </a:lnTo>
                <a:lnTo>
                  <a:pt x="465021" y="71883"/>
                </a:lnTo>
                <a:lnTo>
                  <a:pt x="466735" y="71854"/>
                </a:lnTo>
                <a:lnTo>
                  <a:pt x="466735" y="89916"/>
                </a:lnTo>
                <a:lnTo>
                  <a:pt x="466366" y="90445"/>
                </a:lnTo>
                <a:lnTo>
                  <a:pt x="465991" y="90966"/>
                </a:lnTo>
                <a:lnTo>
                  <a:pt x="465609" y="91479"/>
                </a:lnTo>
                <a:lnTo>
                  <a:pt x="465221" y="91983"/>
                </a:lnTo>
                <a:lnTo>
                  <a:pt x="464825" y="92479"/>
                </a:lnTo>
                <a:lnTo>
                  <a:pt x="464423" y="92966"/>
                </a:lnTo>
                <a:lnTo>
                  <a:pt x="464014" y="93445"/>
                </a:lnTo>
                <a:lnTo>
                  <a:pt x="463599" y="93915"/>
                </a:lnTo>
                <a:lnTo>
                  <a:pt x="463177" y="94376"/>
                </a:lnTo>
                <a:lnTo>
                  <a:pt x="462748" y="94830"/>
                </a:lnTo>
                <a:lnTo>
                  <a:pt x="462312" y="95274"/>
                </a:lnTo>
                <a:lnTo>
                  <a:pt x="461870" y="95710"/>
                </a:lnTo>
                <a:lnTo>
                  <a:pt x="461421" y="96138"/>
                </a:lnTo>
                <a:lnTo>
                  <a:pt x="460965" y="96557"/>
                </a:lnTo>
                <a:lnTo>
                  <a:pt x="460502" y="96968"/>
                </a:lnTo>
                <a:lnTo>
                  <a:pt x="460033" y="97370"/>
                </a:lnTo>
                <a:lnTo>
                  <a:pt x="459557" y="97764"/>
                </a:lnTo>
                <a:lnTo>
                  <a:pt x="459074" y="98149"/>
                </a:lnTo>
                <a:lnTo>
                  <a:pt x="458585" y="98525"/>
                </a:lnTo>
                <a:lnTo>
                  <a:pt x="458088" y="98893"/>
                </a:lnTo>
                <a:lnTo>
                  <a:pt x="457586" y="99253"/>
                </a:lnTo>
                <a:lnTo>
                  <a:pt x="457076" y="99604"/>
                </a:lnTo>
                <a:lnTo>
                  <a:pt x="456559" y="99947"/>
                </a:lnTo>
                <a:lnTo>
                  <a:pt x="456036" y="100281"/>
                </a:lnTo>
                <a:lnTo>
                  <a:pt x="455507" y="100604"/>
                </a:lnTo>
                <a:lnTo>
                  <a:pt x="454972" y="100913"/>
                </a:lnTo>
                <a:lnTo>
                  <a:pt x="454431" y="101209"/>
                </a:lnTo>
                <a:lnTo>
                  <a:pt x="453884" y="101491"/>
                </a:lnTo>
                <a:lnTo>
                  <a:pt x="453331" y="101759"/>
                </a:lnTo>
                <a:lnTo>
                  <a:pt x="452772" y="102013"/>
                </a:lnTo>
                <a:lnTo>
                  <a:pt x="452208" y="102253"/>
                </a:lnTo>
                <a:lnTo>
                  <a:pt x="451637" y="102480"/>
                </a:lnTo>
                <a:lnTo>
                  <a:pt x="451061" y="102693"/>
                </a:lnTo>
                <a:lnTo>
                  <a:pt x="450479" y="102893"/>
                </a:lnTo>
                <a:lnTo>
                  <a:pt x="449891" y="103078"/>
                </a:lnTo>
                <a:lnTo>
                  <a:pt x="449297" y="103250"/>
                </a:lnTo>
                <a:lnTo>
                  <a:pt x="448698" y="103408"/>
                </a:lnTo>
                <a:lnTo>
                  <a:pt x="448092" y="103552"/>
                </a:lnTo>
                <a:lnTo>
                  <a:pt x="447481" y="103683"/>
                </a:lnTo>
                <a:lnTo>
                  <a:pt x="446864" y="103800"/>
                </a:lnTo>
                <a:lnTo>
                  <a:pt x="446241" y="103903"/>
                </a:lnTo>
                <a:lnTo>
                  <a:pt x="445612" y="103992"/>
                </a:lnTo>
                <a:lnTo>
                  <a:pt x="444977" y="104068"/>
                </a:lnTo>
                <a:lnTo>
                  <a:pt x="444337" y="104130"/>
                </a:lnTo>
                <a:lnTo>
                  <a:pt x="443690" y="104178"/>
                </a:lnTo>
                <a:lnTo>
                  <a:pt x="443038" y="104212"/>
                </a:lnTo>
                <a:lnTo>
                  <a:pt x="442380" y="104233"/>
                </a:lnTo>
                <a:lnTo>
                  <a:pt x="441716" y="104240"/>
                </a:lnTo>
                <a:lnTo>
                  <a:pt x="441146" y="104233"/>
                </a:lnTo>
                <a:lnTo>
                  <a:pt x="440589" y="104213"/>
                </a:lnTo>
                <a:lnTo>
                  <a:pt x="440043" y="104180"/>
                </a:lnTo>
                <a:lnTo>
                  <a:pt x="439509" y="104135"/>
                </a:lnTo>
                <a:close/>
                <a:moveTo>
                  <a:pt x="568720" y="114934"/>
                </a:moveTo>
                <a:lnTo>
                  <a:pt x="569471" y="114877"/>
                </a:lnTo>
                <a:lnTo>
                  <a:pt x="570214" y="114808"/>
                </a:lnTo>
                <a:lnTo>
                  <a:pt x="570949" y="114726"/>
                </a:lnTo>
                <a:lnTo>
                  <a:pt x="571676" y="114632"/>
                </a:lnTo>
                <a:lnTo>
                  <a:pt x="572395" y="114525"/>
                </a:lnTo>
                <a:lnTo>
                  <a:pt x="573106" y="114405"/>
                </a:lnTo>
                <a:lnTo>
                  <a:pt x="573809" y="114273"/>
                </a:lnTo>
                <a:lnTo>
                  <a:pt x="574505" y="114128"/>
                </a:lnTo>
                <a:lnTo>
                  <a:pt x="575192" y="113971"/>
                </a:lnTo>
                <a:lnTo>
                  <a:pt x="575872" y="113801"/>
                </a:lnTo>
                <a:lnTo>
                  <a:pt x="576544" y="113618"/>
                </a:lnTo>
                <a:lnTo>
                  <a:pt x="577207" y="113423"/>
                </a:lnTo>
                <a:lnTo>
                  <a:pt x="577863" y="113215"/>
                </a:lnTo>
                <a:lnTo>
                  <a:pt x="578511" y="112995"/>
                </a:lnTo>
                <a:lnTo>
                  <a:pt x="579151" y="112762"/>
                </a:lnTo>
                <a:lnTo>
                  <a:pt x="579784" y="112516"/>
                </a:lnTo>
                <a:lnTo>
                  <a:pt x="580408" y="112258"/>
                </a:lnTo>
                <a:lnTo>
                  <a:pt x="581024" y="111987"/>
                </a:lnTo>
                <a:lnTo>
                  <a:pt x="581633" y="111704"/>
                </a:lnTo>
                <a:lnTo>
                  <a:pt x="582234" y="111408"/>
                </a:lnTo>
                <a:lnTo>
                  <a:pt x="582827" y="111101"/>
                </a:lnTo>
                <a:lnTo>
                  <a:pt x="583415" y="110786"/>
                </a:lnTo>
                <a:lnTo>
                  <a:pt x="583996" y="110461"/>
                </a:lnTo>
                <a:lnTo>
                  <a:pt x="584571" y="110127"/>
                </a:lnTo>
                <a:lnTo>
                  <a:pt x="585140" y="109784"/>
                </a:lnTo>
                <a:lnTo>
                  <a:pt x="585703" y="109431"/>
                </a:lnTo>
                <a:lnTo>
                  <a:pt x="586260" y="109070"/>
                </a:lnTo>
                <a:lnTo>
                  <a:pt x="586810" y="108700"/>
                </a:lnTo>
                <a:lnTo>
                  <a:pt x="587355" y="108321"/>
                </a:lnTo>
                <a:lnTo>
                  <a:pt x="587893" y="107932"/>
                </a:lnTo>
                <a:lnTo>
                  <a:pt x="588425" y="107535"/>
                </a:lnTo>
                <a:lnTo>
                  <a:pt x="588951" y="107128"/>
                </a:lnTo>
                <a:lnTo>
                  <a:pt x="589471" y="106712"/>
                </a:lnTo>
                <a:lnTo>
                  <a:pt x="589985" y="106288"/>
                </a:lnTo>
                <a:lnTo>
                  <a:pt x="590493" y="105854"/>
                </a:lnTo>
                <a:lnTo>
                  <a:pt x="590994" y="105411"/>
                </a:lnTo>
                <a:lnTo>
                  <a:pt x="591490" y="104959"/>
                </a:lnTo>
                <a:lnTo>
                  <a:pt x="591979" y="104498"/>
                </a:lnTo>
                <a:lnTo>
                  <a:pt x="592462" y="104028"/>
                </a:lnTo>
                <a:lnTo>
                  <a:pt x="592939" y="103548"/>
                </a:lnTo>
                <a:lnTo>
                  <a:pt x="593409" y="103060"/>
                </a:lnTo>
                <a:lnTo>
                  <a:pt x="593874" y="102563"/>
                </a:lnTo>
                <a:lnTo>
                  <a:pt x="594333" y="102056"/>
                </a:lnTo>
                <a:lnTo>
                  <a:pt x="594785" y="101541"/>
                </a:lnTo>
                <a:lnTo>
                  <a:pt x="595290" y="113516"/>
                </a:lnTo>
                <a:lnTo>
                  <a:pt x="608263" y="113516"/>
                </a:lnTo>
                <a:lnTo>
                  <a:pt x="608263" y="56342"/>
                </a:lnTo>
                <a:lnTo>
                  <a:pt x="608259" y="55579"/>
                </a:lnTo>
                <a:lnTo>
                  <a:pt x="608245" y="54828"/>
                </a:lnTo>
                <a:lnTo>
                  <a:pt x="608223" y="54089"/>
                </a:lnTo>
                <a:lnTo>
                  <a:pt x="608193" y="53362"/>
                </a:lnTo>
                <a:lnTo>
                  <a:pt x="608153" y="52646"/>
                </a:lnTo>
                <a:lnTo>
                  <a:pt x="608105" y="51942"/>
                </a:lnTo>
                <a:lnTo>
                  <a:pt x="608048" y="51250"/>
                </a:lnTo>
                <a:lnTo>
                  <a:pt x="607982" y="50570"/>
                </a:lnTo>
                <a:lnTo>
                  <a:pt x="607908" y="49901"/>
                </a:lnTo>
                <a:lnTo>
                  <a:pt x="607824" y="49244"/>
                </a:lnTo>
                <a:lnTo>
                  <a:pt x="607732" y="48599"/>
                </a:lnTo>
                <a:lnTo>
                  <a:pt x="607631" y="47966"/>
                </a:lnTo>
                <a:lnTo>
                  <a:pt x="607521" y="47344"/>
                </a:lnTo>
                <a:lnTo>
                  <a:pt x="607403" y="46734"/>
                </a:lnTo>
                <a:lnTo>
                  <a:pt x="607276" y="46136"/>
                </a:lnTo>
                <a:lnTo>
                  <a:pt x="607140" y="45549"/>
                </a:lnTo>
                <a:lnTo>
                  <a:pt x="606995" y="44974"/>
                </a:lnTo>
                <a:lnTo>
                  <a:pt x="606841" y="44411"/>
                </a:lnTo>
                <a:lnTo>
                  <a:pt x="606679" y="43860"/>
                </a:lnTo>
                <a:lnTo>
                  <a:pt x="606508" y="43321"/>
                </a:lnTo>
                <a:lnTo>
                  <a:pt x="606328" y="42793"/>
                </a:lnTo>
                <a:lnTo>
                  <a:pt x="606139" y="42277"/>
                </a:lnTo>
                <a:lnTo>
                  <a:pt x="605942" y="41772"/>
                </a:lnTo>
                <a:lnTo>
                  <a:pt x="605736" y="41280"/>
                </a:lnTo>
                <a:lnTo>
                  <a:pt x="605522" y="40798"/>
                </a:lnTo>
                <a:lnTo>
                  <a:pt x="605302" y="40325"/>
                </a:lnTo>
                <a:lnTo>
                  <a:pt x="605075" y="39860"/>
                </a:lnTo>
                <a:lnTo>
                  <a:pt x="604842" y="39405"/>
                </a:lnTo>
                <a:lnTo>
                  <a:pt x="604602" y="38959"/>
                </a:lnTo>
                <a:lnTo>
                  <a:pt x="604356" y="38522"/>
                </a:lnTo>
                <a:lnTo>
                  <a:pt x="604104" y="38093"/>
                </a:lnTo>
                <a:lnTo>
                  <a:pt x="603845" y="37674"/>
                </a:lnTo>
                <a:lnTo>
                  <a:pt x="603580" y="37264"/>
                </a:lnTo>
                <a:lnTo>
                  <a:pt x="603308" y="36863"/>
                </a:lnTo>
                <a:lnTo>
                  <a:pt x="603030" y="36471"/>
                </a:lnTo>
                <a:lnTo>
                  <a:pt x="602745" y="36087"/>
                </a:lnTo>
                <a:lnTo>
                  <a:pt x="602454" y="35713"/>
                </a:lnTo>
                <a:lnTo>
                  <a:pt x="602157" y="35348"/>
                </a:lnTo>
                <a:lnTo>
                  <a:pt x="601853" y="34992"/>
                </a:lnTo>
                <a:lnTo>
                  <a:pt x="601543" y="34644"/>
                </a:lnTo>
                <a:lnTo>
                  <a:pt x="601226" y="34306"/>
                </a:lnTo>
                <a:lnTo>
                  <a:pt x="600903" y="33977"/>
                </a:lnTo>
                <a:lnTo>
                  <a:pt x="600573" y="33656"/>
                </a:lnTo>
                <a:lnTo>
                  <a:pt x="600237" y="33345"/>
                </a:lnTo>
                <a:lnTo>
                  <a:pt x="599894" y="33043"/>
                </a:lnTo>
                <a:lnTo>
                  <a:pt x="599546" y="32750"/>
                </a:lnTo>
                <a:lnTo>
                  <a:pt x="599190" y="32465"/>
                </a:lnTo>
                <a:lnTo>
                  <a:pt x="598828" y="32190"/>
                </a:lnTo>
                <a:lnTo>
                  <a:pt x="598461" y="31923"/>
                </a:lnTo>
                <a:lnTo>
                  <a:pt x="598091" y="31663"/>
                </a:lnTo>
                <a:lnTo>
                  <a:pt x="597716" y="31409"/>
                </a:lnTo>
                <a:lnTo>
                  <a:pt x="597338" y="31163"/>
                </a:lnTo>
                <a:lnTo>
                  <a:pt x="596956" y="30924"/>
                </a:lnTo>
                <a:lnTo>
                  <a:pt x="596570" y="30692"/>
                </a:lnTo>
                <a:lnTo>
                  <a:pt x="596180" y="30466"/>
                </a:lnTo>
                <a:lnTo>
                  <a:pt x="595786" y="30248"/>
                </a:lnTo>
                <a:lnTo>
                  <a:pt x="595389" y="30037"/>
                </a:lnTo>
                <a:lnTo>
                  <a:pt x="594988" y="29833"/>
                </a:lnTo>
                <a:lnTo>
                  <a:pt x="594583" y="29636"/>
                </a:lnTo>
                <a:lnTo>
                  <a:pt x="594174" y="29446"/>
                </a:lnTo>
                <a:lnTo>
                  <a:pt x="593762" y="29263"/>
                </a:lnTo>
                <a:lnTo>
                  <a:pt x="593345" y="29087"/>
                </a:lnTo>
                <a:lnTo>
                  <a:pt x="592925" y="28918"/>
                </a:lnTo>
                <a:lnTo>
                  <a:pt x="592501" y="28756"/>
                </a:lnTo>
                <a:lnTo>
                  <a:pt x="592073" y="28601"/>
                </a:lnTo>
                <a:lnTo>
                  <a:pt x="591642" y="28453"/>
                </a:lnTo>
                <a:lnTo>
                  <a:pt x="591206" y="28312"/>
                </a:lnTo>
                <a:lnTo>
                  <a:pt x="590767" y="28178"/>
                </a:lnTo>
                <a:lnTo>
                  <a:pt x="590324" y="28051"/>
                </a:lnTo>
                <a:lnTo>
                  <a:pt x="589878" y="27931"/>
                </a:lnTo>
                <a:lnTo>
                  <a:pt x="589427" y="27818"/>
                </a:lnTo>
                <a:lnTo>
                  <a:pt x="588973" y="27712"/>
                </a:lnTo>
                <a:lnTo>
                  <a:pt x="588516" y="27612"/>
                </a:lnTo>
                <a:lnTo>
                  <a:pt x="588057" y="27516"/>
                </a:lnTo>
                <a:lnTo>
                  <a:pt x="587597" y="27424"/>
                </a:lnTo>
                <a:lnTo>
                  <a:pt x="587136" y="27336"/>
                </a:lnTo>
                <a:lnTo>
                  <a:pt x="586673" y="27253"/>
                </a:lnTo>
                <a:lnTo>
                  <a:pt x="586208" y="27174"/>
                </a:lnTo>
                <a:lnTo>
                  <a:pt x="585743" y="27099"/>
                </a:lnTo>
                <a:lnTo>
                  <a:pt x="585275" y="27029"/>
                </a:lnTo>
                <a:lnTo>
                  <a:pt x="584807" y="26962"/>
                </a:lnTo>
                <a:lnTo>
                  <a:pt x="584337" y="26900"/>
                </a:lnTo>
                <a:lnTo>
                  <a:pt x="583865" y="26843"/>
                </a:lnTo>
                <a:lnTo>
                  <a:pt x="583392" y="26789"/>
                </a:lnTo>
                <a:lnTo>
                  <a:pt x="582917" y="26740"/>
                </a:lnTo>
                <a:lnTo>
                  <a:pt x="582441" y="26695"/>
                </a:lnTo>
                <a:lnTo>
                  <a:pt x="581964" y="26655"/>
                </a:lnTo>
                <a:lnTo>
                  <a:pt x="581485" y="26618"/>
                </a:lnTo>
                <a:lnTo>
                  <a:pt x="581004" y="26586"/>
                </a:lnTo>
                <a:lnTo>
                  <a:pt x="580522" y="26558"/>
                </a:lnTo>
                <a:lnTo>
                  <a:pt x="580039" y="26535"/>
                </a:lnTo>
                <a:lnTo>
                  <a:pt x="579554" y="26516"/>
                </a:lnTo>
                <a:lnTo>
                  <a:pt x="579068" y="26501"/>
                </a:lnTo>
                <a:lnTo>
                  <a:pt x="578580" y="26490"/>
                </a:lnTo>
                <a:lnTo>
                  <a:pt x="578091" y="26484"/>
                </a:lnTo>
                <a:lnTo>
                  <a:pt x="577600" y="26482"/>
                </a:lnTo>
                <a:lnTo>
                  <a:pt x="576825" y="26487"/>
                </a:lnTo>
                <a:lnTo>
                  <a:pt x="576056" y="26502"/>
                </a:lnTo>
                <a:lnTo>
                  <a:pt x="575294" y="26528"/>
                </a:lnTo>
                <a:lnTo>
                  <a:pt x="574540" y="26563"/>
                </a:lnTo>
                <a:lnTo>
                  <a:pt x="573792" y="26609"/>
                </a:lnTo>
                <a:lnTo>
                  <a:pt x="573052" y="26665"/>
                </a:lnTo>
                <a:lnTo>
                  <a:pt x="572318" y="26732"/>
                </a:lnTo>
                <a:lnTo>
                  <a:pt x="571592" y="26808"/>
                </a:lnTo>
                <a:lnTo>
                  <a:pt x="570872" y="26895"/>
                </a:lnTo>
                <a:lnTo>
                  <a:pt x="570159" y="26992"/>
                </a:lnTo>
                <a:lnTo>
                  <a:pt x="569454" y="27099"/>
                </a:lnTo>
                <a:lnTo>
                  <a:pt x="568756" y="27217"/>
                </a:lnTo>
                <a:lnTo>
                  <a:pt x="568064" y="27345"/>
                </a:lnTo>
                <a:lnTo>
                  <a:pt x="567380" y="27482"/>
                </a:lnTo>
                <a:lnTo>
                  <a:pt x="566702" y="27630"/>
                </a:lnTo>
                <a:lnTo>
                  <a:pt x="566032" y="27789"/>
                </a:lnTo>
                <a:lnTo>
                  <a:pt x="565368" y="27957"/>
                </a:lnTo>
                <a:lnTo>
                  <a:pt x="564712" y="28136"/>
                </a:lnTo>
                <a:lnTo>
                  <a:pt x="564063" y="28325"/>
                </a:lnTo>
                <a:lnTo>
                  <a:pt x="563420" y="28524"/>
                </a:lnTo>
                <a:lnTo>
                  <a:pt x="562785" y="28733"/>
                </a:lnTo>
                <a:lnTo>
                  <a:pt x="562157" y="28953"/>
                </a:lnTo>
                <a:lnTo>
                  <a:pt x="561536" y="29183"/>
                </a:lnTo>
                <a:lnTo>
                  <a:pt x="560921" y="29423"/>
                </a:lnTo>
                <a:lnTo>
                  <a:pt x="560316" y="29674"/>
                </a:lnTo>
                <a:lnTo>
                  <a:pt x="559722" y="29937"/>
                </a:lnTo>
                <a:lnTo>
                  <a:pt x="559139" y="30212"/>
                </a:lnTo>
                <a:lnTo>
                  <a:pt x="558566" y="30500"/>
                </a:lnTo>
                <a:lnTo>
                  <a:pt x="558005" y="30800"/>
                </a:lnTo>
                <a:lnTo>
                  <a:pt x="557455" y="31112"/>
                </a:lnTo>
                <a:lnTo>
                  <a:pt x="556915" y="31436"/>
                </a:lnTo>
                <a:lnTo>
                  <a:pt x="556387" y="31772"/>
                </a:lnTo>
                <a:lnTo>
                  <a:pt x="555869" y="32121"/>
                </a:lnTo>
                <a:lnTo>
                  <a:pt x="555363" y="32482"/>
                </a:lnTo>
                <a:lnTo>
                  <a:pt x="554867" y="32854"/>
                </a:lnTo>
                <a:lnTo>
                  <a:pt x="554382" y="33240"/>
                </a:lnTo>
                <a:lnTo>
                  <a:pt x="553909" y="33637"/>
                </a:lnTo>
                <a:lnTo>
                  <a:pt x="553446" y="34047"/>
                </a:lnTo>
                <a:lnTo>
                  <a:pt x="552995" y="34468"/>
                </a:lnTo>
                <a:lnTo>
                  <a:pt x="552554" y="34902"/>
                </a:lnTo>
                <a:lnTo>
                  <a:pt x="552124" y="35348"/>
                </a:lnTo>
                <a:lnTo>
                  <a:pt x="551705" y="35807"/>
                </a:lnTo>
                <a:lnTo>
                  <a:pt x="551297" y="36277"/>
                </a:lnTo>
                <a:lnTo>
                  <a:pt x="550901" y="36760"/>
                </a:lnTo>
                <a:lnTo>
                  <a:pt x="550515" y="37255"/>
                </a:lnTo>
                <a:lnTo>
                  <a:pt x="550140" y="37762"/>
                </a:lnTo>
                <a:lnTo>
                  <a:pt x="549776" y="38282"/>
                </a:lnTo>
                <a:lnTo>
                  <a:pt x="549423" y="38813"/>
                </a:lnTo>
                <a:lnTo>
                  <a:pt x="549083" y="39357"/>
                </a:lnTo>
                <a:lnTo>
                  <a:pt x="548757" y="39915"/>
                </a:lnTo>
                <a:lnTo>
                  <a:pt x="548446" y="40486"/>
                </a:lnTo>
                <a:lnTo>
                  <a:pt x="548149" y="41071"/>
                </a:lnTo>
                <a:lnTo>
                  <a:pt x="547867" y="41670"/>
                </a:lnTo>
                <a:lnTo>
                  <a:pt x="547599" y="42282"/>
                </a:lnTo>
                <a:lnTo>
                  <a:pt x="547345" y="42908"/>
                </a:lnTo>
                <a:lnTo>
                  <a:pt x="547106" y="43547"/>
                </a:lnTo>
                <a:lnTo>
                  <a:pt x="546882" y="44200"/>
                </a:lnTo>
                <a:lnTo>
                  <a:pt x="546672" y="44866"/>
                </a:lnTo>
                <a:lnTo>
                  <a:pt x="546477" y="45546"/>
                </a:lnTo>
                <a:lnTo>
                  <a:pt x="546296" y="46239"/>
                </a:lnTo>
                <a:lnTo>
                  <a:pt x="546129" y="46946"/>
                </a:lnTo>
                <a:lnTo>
                  <a:pt x="545977" y="47667"/>
                </a:lnTo>
                <a:lnTo>
                  <a:pt x="545840" y="48401"/>
                </a:lnTo>
                <a:lnTo>
                  <a:pt x="545717" y="49149"/>
                </a:lnTo>
                <a:lnTo>
                  <a:pt x="545608" y="49910"/>
                </a:lnTo>
                <a:lnTo>
                  <a:pt x="545514" y="50685"/>
                </a:lnTo>
                <a:lnTo>
                  <a:pt x="545434" y="51474"/>
                </a:lnTo>
                <a:lnTo>
                  <a:pt x="545369" y="52276"/>
                </a:lnTo>
                <a:lnTo>
                  <a:pt x="545318" y="53091"/>
                </a:lnTo>
                <a:lnTo>
                  <a:pt x="545282" y="53921"/>
                </a:lnTo>
                <a:lnTo>
                  <a:pt x="545260" y="54763"/>
                </a:lnTo>
                <a:lnTo>
                  <a:pt x="545253" y="55620"/>
                </a:lnTo>
                <a:lnTo>
                  <a:pt x="558900" y="55620"/>
                </a:lnTo>
                <a:lnTo>
                  <a:pt x="558909" y="54813"/>
                </a:lnTo>
                <a:lnTo>
                  <a:pt x="558937" y="54025"/>
                </a:lnTo>
                <a:lnTo>
                  <a:pt x="558984" y="53256"/>
                </a:lnTo>
                <a:lnTo>
                  <a:pt x="559049" y="52505"/>
                </a:lnTo>
                <a:lnTo>
                  <a:pt x="559134" y="51773"/>
                </a:lnTo>
                <a:lnTo>
                  <a:pt x="559237" y="51059"/>
                </a:lnTo>
                <a:lnTo>
                  <a:pt x="559358" y="50364"/>
                </a:lnTo>
                <a:lnTo>
                  <a:pt x="559499" y="49688"/>
                </a:lnTo>
                <a:lnTo>
                  <a:pt x="559658" y="49030"/>
                </a:lnTo>
                <a:lnTo>
                  <a:pt x="559836" y="48390"/>
                </a:lnTo>
                <a:lnTo>
                  <a:pt x="560032" y="47769"/>
                </a:lnTo>
                <a:lnTo>
                  <a:pt x="560248" y="47167"/>
                </a:lnTo>
                <a:lnTo>
                  <a:pt x="560482" y="46583"/>
                </a:lnTo>
                <a:lnTo>
                  <a:pt x="560734" y="46018"/>
                </a:lnTo>
                <a:lnTo>
                  <a:pt x="561006" y="45471"/>
                </a:lnTo>
                <a:lnTo>
                  <a:pt x="561296" y="44943"/>
                </a:lnTo>
                <a:lnTo>
                  <a:pt x="561605" y="44433"/>
                </a:lnTo>
                <a:lnTo>
                  <a:pt x="561932" y="43942"/>
                </a:lnTo>
                <a:lnTo>
                  <a:pt x="562279" y="43470"/>
                </a:lnTo>
                <a:lnTo>
                  <a:pt x="562644" y="43016"/>
                </a:lnTo>
                <a:lnTo>
                  <a:pt x="563027" y="42580"/>
                </a:lnTo>
                <a:lnTo>
                  <a:pt x="563430" y="42163"/>
                </a:lnTo>
                <a:lnTo>
                  <a:pt x="563851" y="41765"/>
                </a:lnTo>
                <a:lnTo>
                  <a:pt x="564291" y="41385"/>
                </a:lnTo>
                <a:lnTo>
                  <a:pt x="564745" y="41023"/>
                </a:lnTo>
                <a:lnTo>
                  <a:pt x="565207" y="40675"/>
                </a:lnTo>
                <a:lnTo>
                  <a:pt x="565678" y="40343"/>
                </a:lnTo>
                <a:lnTo>
                  <a:pt x="566158" y="40027"/>
                </a:lnTo>
                <a:lnTo>
                  <a:pt x="566647" y="39726"/>
                </a:lnTo>
                <a:lnTo>
                  <a:pt x="567144" y="39440"/>
                </a:lnTo>
                <a:lnTo>
                  <a:pt x="567651" y="39170"/>
                </a:lnTo>
                <a:lnTo>
                  <a:pt x="568166" y="38915"/>
                </a:lnTo>
                <a:lnTo>
                  <a:pt x="568690" y="38676"/>
                </a:lnTo>
                <a:lnTo>
                  <a:pt x="569222" y="38452"/>
                </a:lnTo>
                <a:lnTo>
                  <a:pt x="569764" y="38244"/>
                </a:lnTo>
                <a:lnTo>
                  <a:pt x="570314" y="38051"/>
                </a:lnTo>
                <a:lnTo>
                  <a:pt x="570873" y="37873"/>
                </a:lnTo>
                <a:lnTo>
                  <a:pt x="571441" y="37711"/>
                </a:lnTo>
                <a:lnTo>
                  <a:pt x="572017" y="37564"/>
                </a:lnTo>
                <a:lnTo>
                  <a:pt x="572602" y="37433"/>
                </a:lnTo>
                <a:lnTo>
                  <a:pt x="573196" y="37317"/>
                </a:lnTo>
                <a:lnTo>
                  <a:pt x="573799" y="37217"/>
                </a:lnTo>
                <a:lnTo>
                  <a:pt x="574411" y="37132"/>
                </a:lnTo>
                <a:lnTo>
                  <a:pt x="575031" y="37063"/>
                </a:lnTo>
                <a:lnTo>
                  <a:pt x="575660" y="37009"/>
                </a:lnTo>
                <a:lnTo>
                  <a:pt x="576298" y="36970"/>
                </a:lnTo>
                <a:lnTo>
                  <a:pt x="576945" y="36947"/>
                </a:lnTo>
                <a:lnTo>
                  <a:pt x="577600" y="36939"/>
                </a:lnTo>
                <a:lnTo>
                  <a:pt x="578200" y="36947"/>
                </a:lnTo>
                <a:lnTo>
                  <a:pt x="578791" y="36968"/>
                </a:lnTo>
                <a:lnTo>
                  <a:pt x="579373" y="37005"/>
                </a:lnTo>
                <a:lnTo>
                  <a:pt x="579947" y="37056"/>
                </a:lnTo>
                <a:lnTo>
                  <a:pt x="580513" y="37122"/>
                </a:lnTo>
                <a:lnTo>
                  <a:pt x="581070" y="37202"/>
                </a:lnTo>
                <a:lnTo>
                  <a:pt x="581619" y="37297"/>
                </a:lnTo>
                <a:lnTo>
                  <a:pt x="582159" y="37407"/>
                </a:lnTo>
                <a:lnTo>
                  <a:pt x="582690" y="37531"/>
                </a:lnTo>
                <a:lnTo>
                  <a:pt x="583213" y="37669"/>
                </a:lnTo>
                <a:lnTo>
                  <a:pt x="583728" y="37823"/>
                </a:lnTo>
                <a:lnTo>
                  <a:pt x="584234" y="37991"/>
                </a:lnTo>
                <a:lnTo>
                  <a:pt x="584732" y="38173"/>
                </a:lnTo>
                <a:lnTo>
                  <a:pt x="585221" y="38371"/>
                </a:lnTo>
                <a:lnTo>
                  <a:pt x="585702" y="38582"/>
                </a:lnTo>
                <a:lnTo>
                  <a:pt x="586174" y="38809"/>
                </a:lnTo>
                <a:lnTo>
                  <a:pt x="586638" y="39050"/>
                </a:lnTo>
                <a:lnTo>
                  <a:pt x="587093" y="39305"/>
                </a:lnTo>
                <a:lnTo>
                  <a:pt x="587540" y="39575"/>
                </a:lnTo>
                <a:lnTo>
                  <a:pt x="587978" y="39860"/>
                </a:lnTo>
                <a:lnTo>
                  <a:pt x="588408" y="40160"/>
                </a:lnTo>
                <a:lnTo>
                  <a:pt x="588829" y="40474"/>
                </a:lnTo>
                <a:lnTo>
                  <a:pt x="589242" y="40802"/>
                </a:lnTo>
                <a:lnTo>
                  <a:pt x="589646" y="41146"/>
                </a:lnTo>
                <a:lnTo>
                  <a:pt x="590038" y="41508"/>
                </a:lnTo>
                <a:lnTo>
                  <a:pt x="590413" y="41896"/>
                </a:lnTo>
                <a:lnTo>
                  <a:pt x="590772" y="42308"/>
                </a:lnTo>
                <a:lnTo>
                  <a:pt x="591114" y="42745"/>
                </a:lnTo>
                <a:lnTo>
                  <a:pt x="591439" y="43206"/>
                </a:lnTo>
                <a:lnTo>
                  <a:pt x="591747" y="43693"/>
                </a:lnTo>
                <a:lnTo>
                  <a:pt x="592039" y="44203"/>
                </a:lnTo>
                <a:lnTo>
                  <a:pt x="592314" y="44739"/>
                </a:lnTo>
                <a:lnTo>
                  <a:pt x="592572" y="45299"/>
                </a:lnTo>
                <a:lnTo>
                  <a:pt x="592814" y="45884"/>
                </a:lnTo>
                <a:lnTo>
                  <a:pt x="593039" y="46493"/>
                </a:lnTo>
                <a:lnTo>
                  <a:pt x="593248" y="47127"/>
                </a:lnTo>
                <a:lnTo>
                  <a:pt x="593439" y="47786"/>
                </a:lnTo>
                <a:lnTo>
                  <a:pt x="593614" y="48470"/>
                </a:lnTo>
                <a:lnTo>
                  <a:pt x="593773" y="49178"/>
                </a:lnTo>
                <a:lnTo>
                  <a:pt x="593914" y="49911"/>
                </a:lnTo>
                <a:lnTo>
                  <a:pt x="594040" y="50668"/>
                </a:lnTo>
                <a:lnTo>
                  <a:pt x="594148" y="51450"/>
                </a:lnTo>
                <a:lnTo>
                  <a:pt x="594240" y="52257"/>
                </a:lnTo>
                <a:lnTo>
                  <a:pt x="594315" y="53088"/>
                </a:lnTo>
                <a:lnTo>
                  <a:pt x="594373" y="53944"/>
                </a:lnTo>
                <a:lnTo>
                  <a:pt x="594415" y="54825"/>
                </a:lnTo>
                <a:lnTo>
                  <a:pt x="594440" y="55731"/>
                </a:lnTo>
                <a:lnTo>
                  <a:pt x="594448" y="56661"/>
                </a:lnTo>
                <a:lnTo>
                  <a:pt x="594448" y="63083"/>
                </a:lnTo>
                <a:lnTo>
                  <a:pt x="593121" y="63101"/>
                </a:lnTo>
                <a:lnTo>
                  <a:pt x="591809" y="63126"/>
                </a:lnTo>
                <a:lnTo>
                  <a:pt x="590510" y="63157"/>
                </a:lnTo>
                <a:lnTo>
                  <a:pt x="589225" y="63195"/>
                </a:lnTo>
                <a:lnTo>
                  <a:pt x="587955" y="63239"/>
                </a:lnTo>
                <a:lnTo>
                  <a:pt x="586698" y="63290"/>
                </a:lnTo>
                <a:lnTo>
                  <a:pt x="585456" y="63348"/>
                </a:lnTo>
                <a:lnTo>
                  <a:pt x="584227" y="63413"/>
                </a:lnTo>
                <a:lnTo>
                  <a:pt x="583013" y="63484"/>
                </a:lnTo>
                <a:lnTo>
                  <a:pt x="581812" y="63562"/>
                </a:lnTo>
                <a:lnTo>
                  <a:pt x="580626" y="63646"/>
                </a:lnTo>
                <a:lnTo>
                  <a:pt x="579454" y="63737"/>
                </a:lnTo>
                <a:lnTo>
                  <a:pt x="578295" y="63835"/>
                </a:lnTo>
                <a:lnTo>
                  <a:pt x="577151" y="63939"/>
                </a:lnTo>
                <a:lnTo>
                  <a:pt x="576021" y="64050"/>
                </a:lnTo>
                <a:lnTo>
                  <a:pt x="574905" y="64168"/>
                </a:lnTo>
                <a:lnTo>
                  <a:pt x="573803" y="64293"/>
                </a:lnTo>
                <a:lnTo>
                  <a:pt x="572715" y="64424"/>
                </a:lnTo>
                <a:lnTo>
                  <a:pt x="571641" y="64561"/>
                </a:lnTo>
                <a:lnTo>
                  <a:pt x="570581" y="64706"/>
                </a:lnTo>
                <a:lnTo>
                  <a:pt x="569535" y="64857"/>
                </a:lnTo>
                <a:lnTo>
                  <a:pt x="568503" y="65015"/>
                </a:lnTo>
                <a:lnTo>
                  <a:pt x="567485" y="65179"/>
                </a:lnTo>
                <a:lnTo>
                  <a:pt x="566481" y="65350"/>
                </a:lnTo>
                <a:lnTo>
                  <a:pt x="565494" y="65531"/>
                </a:lnTo>
                <a:lnTo>
                  <a:pt x="564525" y="65725"/>
                </a:lnTo>
                <a:lnTo>
                  <a:pt x="563576" y="65933"/>
                </a:lnTo>
                <a:lnTo>
                  <a:pt x="562645" y="66154"/>
                </a:lnTo>
                <a:lnTo>
                  <a:pt x="561733" y="66388"/>
                </a:lnTo>
                <a:lnTo>
                  <a:pt x="560840" y="66636"/>
                </a:lnTo>
                <a:lnTo>
                  <a:pt x="559966" y="66897"/>
                </a:lnTo>
                <a:lnTo>
                  <a:pt x="559110" y="67171"/>
                </a:lnTo>
                <a:lnTo>
                  <a:pt x="558274" y="67459"/>
                </a:lnTo>
                <a:lnTo>
                  <a:pt x="557456" y="67760"/>
                </a:lnTo>
                <a:lnTo>
                  <a:pt x="556658" y="68074"/>
                </a:lnTo>
                <a:lnTo>
                  <a:pt x="555878" y="68401"/>
                </a:lnTo>
                <a:lnTo>
                  <a:pt x="555117" y="68742"/>
                </a:lnTo>
                <a:lnTo>
                  <a:pt x="554375" y="69096"/>
                </a:lnTo>
                <a:lnTo>
                  <a:pt x="553651" y="69464"/>
                </a:lnTo>
                <a:lnTo>
                  <a:pt x="552947" y="69844"/>
                </a:lnTo>
                <a:lnTo>
                  <a:pt x="552261" y="70238"/>
                </a:lnTo>
                <a:lnTo>
                  <a:pt x="551595" y="70646"/>
                </a:lnTo>
                <a:lnTo>
                  <a:pt x="550947" y="71067"/>
                </a:lnTo>
                <a:lnTo>
                  <a:pt x="550318" y="71501"/>
                </a:lnTo>
                <a:lnTo>
                  <a:pt x="549708" y="71948"/>
                </a:lnTo>
                <a:lnTo>
                  <a:pt x="549117" y="72409"/>
                </a:lnTo>
                <a:lnTo>
                  <a:pt x="548544" y="72883"/>
                </a:lnTo>
                <a:lnTo>
                  <a:pt x="547991" y="73370"/>
                </a:lnTo>
                <a:lnTo>
                  <a:pt x="547458" y="73873"/>
                </a:lnTo>
                <a:lnTo>
                  <a:pt x="546948" y="74396"/>
                </a:lnTo>
                <a:lnTo>
                  <a:pt x="546461" y="74939"/>
                </a:lnTo>
                <a:lnTo>
                  <a:pt x="545996" y="75500"/>
                </a:lnTo>
                <a:lnTo>
                  <a:pt x="545554" y="76082"/>
                </a:lnTo>
                <a:lnTo>
                  <a:pt x="545135" y="76682"/>
                </a:lnTo>
                <a:lnTo>
                  <a:pt x="544738" y="77302"/>
                </a:lnTo>
                <a:lnTo>
                  <a:pt x="544364" y="77941"/>
                </a:lnTo>
                <a:lnTo>
                  <a:pt x="544013" y="78599"/>
                </a:lnTo>
                <a:lnTo>
                  <a:pt x="543684" y="79277"/>
                </a:lnTo>
                <a:lnTo>
                  <a:pt x="543378" y="79975"/>
                </a:lnTo>
                <a:lnTo>
                  <a:pt x="543095" y="80691"/>
                </a:lnTo>
                <a:lnTo>
                  <a:pt x="542834" y="81427"/>
                </a:lnTo>
                <a:lnTo>
                  <a:pt x="542596" y="82183"/>
                </a:lnTo>
                <a:lnTo>
                  <a:pt x="542381" y="82957"/>
                </a:lnTo>
                <a:lnTo>
                  <a:pt x="542188" y="83751"/>
                </a:lnTo>
                <a:lnTo>
                  <a:pt x="542018" y="84565"/>
                </a:lnTo>
                <a:lnTo>
                  <a:pt x="541871" y="85398"/>
                </a:lnTo>
                <a:lnTo>
                  <a:pt x="541746" y="86250"/>
                </a:lnTo>
                <a:lnTo>
                  <a:pt x="541644" y="87121"/>
                </a:lnTo>
                <a:lnTo>
                  <a:pt x="541565" y="88012"/>
                </a:lnTo>
                <a:lnTo>
                  <a:pt x="541508" y="88922"/>
                </a:lnTo>
                <a:lnTo>
                  <a:pt x="541474" y="89852"/>
                </a:lnTo>
                <a:lnTo>
                  <a:pt x="541463" y="90801"/>
                </a:lnTo>
                <a:lnTo>
                  <a:pt x="541468" y="91465"/>
                </a:lnTo>
                <a:lnTo>
                  <a:pt x="541485" y="92120"/>
                </a:lnTo>
                <a:lnTo>
                  <a:pt x="541514" y="92765"/>
                </a:lnTo>
                <a:lnTo>
                  <a:pt x="541554" y="93402"/>
                </a:lnTo>
                <a:lnTo>
                  <a:pt x="541605" y="94029"/>
                </a:lnTo>
                <a:lnTo>
                  <a:pt x="541668" y="94648"/>
                </a:lnTo>
                <a:lnTo>
                  <a:pt x="541742" y="95257"/>
                </a:lnTo>
                <a:lnTo>
                  <a:pt x="541828" y="95857"/>
                </a:lnTo>
                <a:lnTo>
                  <a:pt x="541925" y="96448"/>
                </a:lnTo>
                <a:lnTo>
                  <a:pt x="542033" y="97030"/>
                </a:lnTo>
                <a:lnTo>
                  <a:pt x="542153" y="97603"/>
                </a:lnTo>
                <a:lnTo>
                  <a:pt x="542284" y="98167"/>
                </a:lnTo>
                <a:lnTo>
                  <a:pt x="542426" y="98722"/>
                </a:lnTo>
                <a:lnTo>
                  <a:pt x="542580" y="99268"/>
                </a:lnTo>
                <a:lnTo>
                  <a:pt x="542746" y="99805"/>
                </a:lnTo>
                <a:lnTo>
                  <a:pt x="542923" y="100332"/>
                </a:lnTo>
                <a:lnTo>
                  <a:pt x="543111" y="100851"/>
                </a:lnTo>
                <a:lnTo>
                  <a:pt x="543310" y="101360"/>
                </a:lnTo>
                <a:lnTo>
                  <a:pt x="543522" y="101861"/>
                </a:lnTo>
                <a:lnTo>
                  <a:pt x="543744" y="102352"/>
                </a:lnTo>
                <a:lnTo>
                  <a:pt x="543978" y="102834"/>
                </a:lnTo>
                <a:lnTo>
                  <a:pt x="544223" y="103307"/>
                </a:lnTo>
                <a:lnTo>
                  <a:pt x="544480" y="103771"/>
                </a:lnTo>
                <a:lnTo>
                  <a:pt x="544748" y="104226"/>
                </a:lnTo>
                <a:lnTo>
                  <a:pt x="545025" y="104672"/>
                </a:lnTo>
                <a:lnTo>
                  <a:pt x="545311" y="105108"/>
                </a:lnTo>
                <a:lnTo>
                  <a:pt x="545603" y="105535"/>
                </a:lnTo>
                <a:lnTo>
                  <a:pt x="545904" y="105952"/>
                </a:lnTo>
                <a:lnTo>
                  <a:pt x="546212" y="106360"/>
                </a:lnTo>
                <a:lnTo>
                  <a:pt x="546527" y="106759"/>
                </a:lnTo>
                <a:lnTo>
                  <a:pt x="546851" y="107148"/>
                </a:lnTo>
                <a:lnTo>
                  <a:pt x="547181" y="107528"/>
                </a:lnTo>
                <a:lnTo>
                  <a:pt x="547520" y="107899"/>
                </a:lnTo>
                <a:lnTo>
                  <a:pt x="547866" y="108260"/>
                </a:lnTo>
                <a:lnTo>
                  <a:pt x="548219" y="108612"/>
                </a:lnTo>
                <a:lnTo>
                  <a:pt x="548581" y="108954"/>
                </a:lnTo>
                <a:lnTo>
                  <a:pt x="548949" y="109288"/>
                </a:lnTo>
                <a:lnTo>
                  <a:pt x="549326" y="109611"/>
                </a:lnTo>
                <a:lnTo>
                  <a:pt x="549710" y="109926"/>
                </a:lnTo>
                <a:lnTo>
                  <a:pt x="550102" y="110231"/>
                </a:lnTo>
                <a:lnTo>
                  <a:pt x="550501" y="110526"/>
                </a:lnTo>
                <a:lnTo>
                  <a:pt x="550908" y="110812"/>
                </a:lnTo>
                <a:lnTo>
                  <a:pt x="551322" y="111089"/>
                </a:lnTo>
                <a:lnTo>
                  <a:pt x="551744" y="111357"/>
                </a:lnTo>
                <a:lnTo>
                  <a:pt x="552174" y="111615"/>
                </a:lnTo>
                <a:lnTo>
                  <a:pt x="552611" y="111864"/>
                </a:lnTo>
                <a:lnTo>
                  <a:pt x="553056" y="112103"/>
                </a:lnTo>
                <a:lnTo>
                  <a:pt x="553508" y="112333"/>
                </a:lnTo>
                <a:lnTo>
                  <a:pt x="553967" y="112554"/>
                </a:lnTo>
                <a:lnTo>
                  <a:pt x="554429" y="112765"/>
                </a:lnTo>
                <a:lnTo>
                  <a:pt x="554896" y="112966"/>
                </a:lnTo>
                <a:lnTo>
                  <a:pt x="555366" y="113159"/>
                </a:lnTo>
                <a:lnTo>
                  <a:pt x="555841" y="113341"/>
                </a:lnTo>
                <a:lnTo>
                  <a:pt x="556320" y="113515"/>
                </a:lnTo>
                <a:lnTo>
                  <a:pt x="556803" y="113679"/>
                </a:lnTo>
                <a:lnTo>
                  <a:pt x="557290" y="113834"/>
                </a:lnTo>
                <a:lnTo>
                  <a:pt x="557781" y="113979"/>
                </a:lnTo>
                <a:lnTo>
                  <a:pt x="558276" y="114115"/>
                </a:lnTo>
                <a:lnTo>
                  <a:pt x="558775" y="114242"/>
                </a:lnTo>
                <a:lnTo>
                  <a:pt x="559279" y="114359"/>
                </a:lnTo>
                <a:lnTo>
                  <a:pt x="559786" y="114467"/>
                </a:lnTo>
                <a:lnTo>
                  <a:pt x="560298" y="114566"/>
                </a:lnTo>
                <a:lnTo>
                  <a:pt x="560813" y="114655"/>
                </a:lnTo>
                <a:lnTo>
                  <a:pt x="561333" y="114734"/>
                </a:lnTo>
                <a:lnTo>
                  <a:pt x="561857" y="114805"/>
                </a:lnTo>
                <a:lnTo>
                  <a:pt x="562385" y="114866"/>
                </a:lnTo>
                <a:lnTo>
                  <a:pt x="562917" y="114917"/>
                </a:lnTo>
                <a:lnTo>
                  <a:pt x="563453" y="114959"/>
                </a:lnTo>
                <a:lnTo>
                  <a:pt x="563993" y="114992"/>
                </a:lnTo>
                <a:lnTo>
                  <a:pt x="564538" y="115016"/>
                </a:lnTo>
                <a:lnTo>
                  <a:pt x="565086" y="115030"/>
                </a:lnTo>
                <a:lnTo>
                  <a:pt x="565639" y="115035"/>
                </a:lnTo>
                <a:lnTo>
                  <a:pt x="566421" y="115028"/>
                </a:lnTo>
                <a:lnTo>
                  <a:pt x="567195" y="115009"/>
                </a:lnTo>
                <a:lnTo>
                  <a:pt x="567962" y="114978"/>
                </a:lnTo>
                <a:lnTo>
                  <a:pt x="568720" y="114934"/>
                </a:lnTo>
                <a:close/>
                <a:moveTo>
                  <a:pt x="567139" y="104135"/>
                </a:moveTo>
                <a:lnTo>
                  <a:pt x="566617" y="104075"/>
                </a:lnTo>
                <a:lnTo>
                  <a:pt x="566107" y="104003"/>
                </a:lnTo>
                <a:lnTo>
                  <a:pt x="565610" y="103918"/>
                </a:lnTo>
                <a:lnTo>
                  <a:pt x="565124" y="103820"/>
                </a:lnTo>
                <a:lnTo>
                  <a:pt x="564650" y="103708"/>
                </a:lnTo>
                <a:lnTo>
                  <a:pt x="564189" y="103583"/>
                </a:lnTo>
                <a:lnTo>
                  <a:pt x="563739" y="103446"/>
                </a:lnTo>
                <a:lnTo>
                  <a:pt x="563301" y="103295"/>
                </a:lnTo>
                <a:lnTo>
                  <a:pt x="562875" y="103131"/>
                </a:lnTo>
                <a:lnTo>
                  <a:pt x="562462" y="102953"/>
                </a:lnTo>
                <a:lnTo>
                  <a:pt x="562060" y="102763"/>
                </a:lnTo>
                <a:lnTo>
                  <a:pt x="561670" y="102560"/>
                </a:lnTo>
                <a:lnTo>
                  <a:pt x="561292" y="102343"/>
                </a:lnTo>
                <a:lnTo>
                  <a:pt x="560927" y="102114"/>
                </a:lnTo>
                <a:lnTo>
                  <a:pt x="560573" y="101871"/>
                </a:lnTo>
                <a:lnTo>
                  <a:pt x="560231" y="101615"/>
                </a:lnTo>
                <a:lnTo>
                  <a:pt x="559901" y="101346"/>
                </a:lnTo>
                <a:lnTo>
                  <a:pt x="559584" y="101064"/>
                </a:lnTo>
                <a:lnTo>
                  <a:pt x="559278" y="100769"/>
                </a:lnTo>
                <a:lnTo>
                  <a:pt x="558984" y="100460"/>
                </a:lnTo>
                <a:lnTo>
                  <a:pt x="558702" y="100140"/>
                </a:lnTo>
                <a:lnTo>
                  <a:pt x="558432" y="99812"/>
                </a:lnTo>
                <a:lnTo>
                  <a:pt x="558174" y="99474"/>
                </a:lnTo>
                <a:lnTo>
                  <a:pt x="557929" y="99127"/>
                </a:lnTo>
                <a:lnTo>
                  <a:pt x="557695" y="98770"/>
                </a:lnTo>
                <a:lnTo>
                  <a:pt x="557473" y="98405"/>
                </a:lnTo>
                <a:lnTo>
                  <a:pt x="557263" y="98031"/>
                </a:lnTo>
                <a:lnTo>
                  <a:pt x="557065" y="97647"/>
                </a:lnTo>
                <a:lnTo>
                  <a:pt x="556879" y="97255"/>
                </a:lnTo>
                <a:lnTo>
                  <a:pt x="556705" y="96853"/>
                </a:lnTo>
                <a:lnTo>
                  <a:pt x="556544" y="96442"/>
                </a:lnTo>
                <a:lnTo>
                  <a:pt x="556394" y="96022"/>
                </a:lnTo>
                <a:lnTo>
                  <a:pt x="556256" y="95593"/>
                </a:lnTo>
                <a:lnTo>
                  <a:pt x="556130" y="95155"/>
                </a:lnTo>
                <a:lnTo>
                  <a:pt x="556016" y="94707"/>
                </a:lnTo>
                <a:lnTo>
                  <a:pt x="555914" y="94251"/>
                </a:lnTo>
                <a:lnTo>
                  <a:pt x="555824" y="93785"/>
                </a:lnTo>
                <a:lnTo>
                  <a:pt x="555746" y="93311"/>
                </a:lnTo>
                <a:lnTo>
                  <a:pt x="555680" y="92827"/>
                </a:lnTo>
                <a:lnTo>
                  <a:pt x="555626" y="92334"/>
                </a:lnTo>
                <a:lnTo>
                  <a:pt x="555584" y="91832"/>
                </a:lnTo>
                <a:lnTo>
                  <a:pt x="555554" y="91321"/>
                </a:lnTo>
                <a:lnTo>
                  <a:pt x="555536" y="90801"/>
                </a:lnTo>
                <a:lnTo>
                  <a:pt x="555530" y="90271"/>
                </a:lnTo>
                <a:lnTo>
                  <a:pt x="555546" y="89473"/>
                </a:lnTo>
                <a:lnTo>
                  <a:pt x="555593" y="88693"/>
                </a:lnTo>
                <a:lnTo>
                  <a:pt x="555671" y="87932"/>
                </a:lnTo>
                <a:lnTo>
                  <a:pt x="555781" y="87190"/>
                </a:lnTo>
                <a:lnTo>
                  <a:pt x="555921" y="86468"/>
                </a:lnTo>
                <a:lnTo>
                  <a:pt x="556094" y="85764"/>
                </a:lnTo>
                <a:lnTo>
                  <a:pt x="556297" y="85079"/>
                </a:lnTo>
                <a:lnTo>
                  <a:pt x="556532" y="84414"/>
                </a:lnTo>
                <a:lnTo>
                  <a:pt x="556798" y="83767"/>
                </a:lnTo>
                <a:lnTo>
                  <a:pt x="557095" y="83139"/>
                </a:lnTo>
                <a:lnTo>
                  <a:pt x="557424" y="82531"/>
                </a:lnTo>
                <a:lnTo>
                  <a:pt x="557784" y="81941"/>
                </a:lnTo>
                <a:lnTo>
                  <a:pt x="558175" y="81371"/>
                </a:lnTo>
                <a:lnTo>
                  <a:pt x="558597" y="80819"/>
                </a:lnTo>
                <a:lnTo>
                  <a:pt x="559051" y="80286"/>
                </a:lnTo>
                <a:lnTo>
                  <a:pt x="559536" y="79773"/>
                </a:lnTo>
                <a:lnTo>
                  <a:pt x="560053" y="79278"/>
                </a:lnTo>
                <a:lnTo>
                  <a:pt x="560600" y="78802"/>
                </a:lnTo>
                <a:lnTo>
                  <a:pt x="561179" y="78346"/>
                </a:lnTo>
                <a:lnTo>
                  <a:pt x="561790" y="77908"/>
                </a:lnTo>
                <a:lnTo>
                  <a:pt x="562431" y="77490"/>
                </a:lnTo>
                <a:lnTo>
                  <a:pt x="563104" y="77090"/>
                </a:lnTo>
                <a:lnTo>
                  <a:pt x="563808" y="76710"/>
                </a:lnTo>
                <a:lnTo>
                  <a:pt x="564544" y="76348"/>
                </a:lnTo>
                <a:lnTo>
                  <a:pt x="565315" y="76003"/>
                </a:lnTo>
                <a:lnTo>
                  <a:pt x="566128" y="75671"/>
                </a:lnTo>
                <a:lnTo>
                  <a:pt x="566981" y="75353"/>
                </a:lnTo>
                <a:lnTo>
                  <a:pt x="567876" y="75049"/>
                </a:lnTo>
                <a:lnTo>
                  <a:pt x="568811" y="74758"/>
                </a:lnTo>
                <a:lnTo>
                  <a:pt x="569787" y="74482"/>
                </a:lnTo>
                <a:lnTo>
                  <a:pt x="570805" y="74219"/>
                </a:lnTo>
                <a:lnTo>
                  <a:pt x="571863" y="73970"/>
                </a:lnTo>
                <a:lnTo>
                  <a:pt x="572962" y="73734"/>
                </a:lnTo>
                <a:lnTo>
                  <a:pt x="574102" y="73513"/>
                </a:lnTo>
                <a:lnTo>
                  <a:pt x="575283" y="73305"/>
                </a:lnTo>
                <a:lnTo>
                  <a:pt x="576505" y="73111"/>
                </a:lnTo>
                <a:lnTo>
                  <a:pt x="577768" y="72931"/>
                </a:lnTo>
                <a:lnTo>
                  <a:pt x="579072" y="72764"/>
                </a:lnTo>
                <a:lnTo>
                  <a:pt x="580417" y="72611"/>
                </a:lnTo>
                <a:lnTo>
                  <a:pt x="581803" y="72472"/>
                </a:lnTo>
                <a:lnTo>
                  <a:pt x="583230" y="72347"/>
                </a:lnTo>
                <a:lnTo>
                  <a:pt x="584697" y="72235"/>
                </a:lnTo>
                <a:lnTo>
                  <a:pt x="586206" y="72137"/>
                </a:lnTo>
                <a:lnTo>
                  <a:pt x="587756" y="72053"/>
                </a:lnTo>
                <a:lnTo>
                  <a:pt x="589346" y="71983"/>
                </a:lnTo>
                <a:lnTo>
                  <a:pt x="590978" y="71926"/>
                </a:lnTo>
                <a:lnTo>
                  <a:pt x="592650" y="71883"/>
                </a:lnTo>
                <a:lnTo>
                  <a:pt x="594364" y="71854"/>
                </a:lnTo>
                <a:lnTo>
                  <a:pt x="594364" y="89916"/>
                </a:lnTo>
                <a:lnTo>
                  <a:pt x="593995" y="90445"/>
                </a:lnTo>
                <a:lnTo>
                  <a:pt x="593620" y="90966"/>
                </a:lnTo>
                <a:lnTo>
                  <a:pt x="593238" y="91479"/>
                </a:lnTo>
                <a:lnTo>
                  <a:pt x="592850" y="91983"/>
                </a:lnTo>
                <a:lnTo>
                  <a:pt x="592455" y="92479"/>
                </a:lnTo>
                <a:lnTo>
                  <a:pt x="592052" y="92966"/>
                </a:lnTo>
                <a:lnTo>
                  <a:pt x="591644" y="93445"/>
                </a:lnTo>
                <a:lnTo>
                  <a:pt x="591228" y="93915"/>
                </a:lnTo>
                <a:lnTo>
                  <a:pt x="590806" y="94376"/>
                </a:lnTo>
                <a:lnTo>
                  <a:pt x="590377" y="94830"/>
                </a:lnTo>
                <a:lnTo>
                  <a:pt x="589941" y="95274"/>
                </a:lnTo>
                <a:lnTo>
                  <a:pt x="589499" y="95710"/>
                </a:lnTo>
                <a:lnTo>
                  <a:pt x="589050" y="96138"/>
                </a:lnTo>
                <a:lnTo>
                  <a:pt x="588594" y="96557"/>
                </a:lnTo>
                <a:lnTo>
                  <a:pt x="588131" y="96968"/>
                </a:lnTo>
                <a:lnTo>
                  <a:pt x="587662" y="97370"/>
                </a:lnTo>
                <a:lnTo>
                  <a:pt x="587186" y="97764"/>
                </a:lnTo>
                <a:lnTo>
                  <a:pt x="586703" y="98149"/>
                </a:lnTo>
                <a:lnTo>
                  <a:pt x="586214" y="98525"/>
                </a:lnTo>
                <a:lnTo>
                  <a:pt x="585718" y="98893"/>
                </a:lnTo>
                <a:lnTo>
                  <a:pt x="585215" y="99253"/>
                </a:lnTo>
                <a:lnTo>
                  <a:pt x="584705" y="99604"/>
                </a:lnTo>
                <a:lnTo>
                  <a:pt x="584189" y="99947"/>
                </a:lnTo>
                <a:lnTo>
                  <a:pt x="583666" y="100281"/>
                </a:lnTo>
                <a:lnTo>
                  <a:pt x="583136" y="100604"/>
                </a:lnTo>
                <a:lnTo>
                  <a:pt x="582601" y="100913"/>
                </a:lnTo>
                <a:lnTo>
                  <a:pt x="582060" y="101209"/>
                </a:lnTo>
                <a:lnTo>
                  <a:pt x="581513" y="101491"/>
                </a:lnTo>
                <a:lnTo>
                  <a:pt x="580960" y="101759"/>
                </a:lnTo>
                <a:lnTo>
                  <a:pt x="580401" y="102013"/>
                </a:lnTo>
                <a:lnTo>
                  <a:pt x="579837" y="102253"/>
                </a:lnTo>
                <a:lnTo>
                  <a:pt x="579266" y="102480"/>
                </a:lnTo>
                <a:lnTo>
                  <a:pt x="578690" y="102693"/>
                </a:lnTo>
                <a:lnTo>
                  <a:pt x="578108" y="102893"/>
                </a:lnTo>
                <a:lnTo>
                  <a:pt x="577520" y="103078"/>
                </a:lnTo>
                <a:lnTo>
                  <a:pt x="576927" y="103250"/>
                </a:lnTo>
                <a:lnTo>
                  <a:pt x="576327" y="103408"/>
                </a:lnTo>
                <a:lnTo>
                  <a:pt x="575721" y="103552"/>
                </a:lnTo>
                <a:lnTo>
                  <a:pt x="575110" y="103683"/>
                </a:lnTo>
                <a:lnTo>
                  <a:pt x="574493" y="103800"/>
                </a:lnTo>
                <a:lnTo>
                  <a:pt x="573870" y="103903"/>
                </a:lnTo>
                <a:lnTo>
                  <a:pt x="573241" y="103992"/>
                </a:lnTo>
                <a:lnTo>
                  <a:pt x="572606" y="104068"/>
                </a:lnTo>
                <a:lnTo>
                  <a:pt x="571966" y="104130"/>
                </a:lnTo>
                <a:lnTo>
                  <a:pt x="571319" y="104178"/>
                </a:lnTo>
                <a:lnTo>
                  <a:pt x="570667" y="104212"/>
                </a:lnTo>
                <a:lnTo>
                  <a:pt x="570009" y="104233"/>
                </a:lnTo>
                <a:lnTo>
                  <a:pt x="569345" y="104240"/>
                </a:lnTo>
                <a:lnTo>
                  <a:pt x="568776" y="104233"/>
                </a:lnTo>
                <a:lnTo>
                  <a:pt x="568218" y="104213"/>
                </a:lnTo>
                <a:lnTo>
                  <a:pt x="567672" y="104180"/>
                </a:lnTo>
                <a:lnTo>
                  <a:pt x="567139" y="1041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Extraction">
            <a:extLst xmlns:a="http://schemas.openxmlformats.org/drawingml/2006/main">
              <a:ext uri="{FF2B5EF4-FFF2-40B4-BE49-F238E27FC236}">
                <a16:creationId xmlns:a16="http://schemas.microsoft.com/office/drawing/2014/main" id="{B9D33C82-2A95-4353-80C3-F2342D97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61" y="3371110"/>
            <a:ext cx="648928" cy="118914"/>
          </a:xfrm>
          <a:custGeom xmlns:a="http://schemas.openxmlformats.org/drawingml/2006/main">
            <a:pathLst>
              <a:path w="648928" h="118914">
                <a:moveTo>
                  <a:pt x="114005" y="64116"/>
                </a:moveTo>
                <a:lnTo>
                  <a:pt x="94338" y="31879"/>
                </a:lnTo>
                <a:lnTo>
                  <a:pt x="79259" y="31879"/>
                </a:lnTo>
                <a:lnTo>
                  <a:pt x="105422" y="72452"/>
                </a:lnTo>
                <a:lnTo>
                  <a:pt x="76648" y="117396"/>
                </a:lnTo>
                <a:lnTo>
                  <a:pt x="91558" y="117396"/>
                </a:lnTo>
                <a:lnTo>
                  <a:pt x="113849" y="81762"/>
                </a:lnTo>
                <a:lnTo>
                  <a:pt x="136457" y="117396"/>
                </a:lnTo>
                <a:lnTo>
                  <a:pt x="151451" y="117396"/>
                </a:lnTo>
                <a:lnTo>
                  <a:pt x="122593" y="72362"/>
                </a:lnTo>
                <a:lnTo>
                  <a:pt x="148671" y="31879"/>
                </a:lnTo>
                <a:lnTo>
                  <a:pt x="133593" y="31879"/>
                </a:lnTo>
                <a:lnTo>
                  <a:pt x="114005" y="64116"/>
                </a:lnTo>
                <a:close/>
                <a:moveTo>
                  <a:pt x="15163" y="65108"/>
                </a:moveTo>
                <a:lnTo>
                  <a:pt x="67727" y="65108"/>
                </a:lnTo>
                <a:lnTo>
                  <a:pt x="67727" y="52626"/>
                </a:lnTo>
                <a:lnTo>
                  <a:pt x="15163" y="52626"/>
                </a:lnTo>
                <a:lnTo>
                  <a:pt x="15163" y="16530"/>
                </a:lnTo>
                <a:lnTo>
                  <a:pt x="72276" y="16530"/>
                </a:lnTo>
                <a:lnTo>
                  <a:pt x="72276" y="3879"/>
                </a:lnTo>
                <a:lnTo>
                  <a:pt x="0" y="3879"/>
                </a:lnTo>
                <a:lnTo>
                  <a:pt x="0" y="117396"/>
                </a:lnTo>
                <a:lnTo>
                  <a:pt x="72276" y="117396"/>
                </a:lnTo>
                <a:lnTo>
                  <a:pt x="72276" y="104746"/>
                </a:lnTo>
                <a:lnTo>
                  <a:pt x="15163" y="104746"/>
                </a:lnTo>
                <a:lnTo>
                  <a:pt x="15163" y="65108"/>
                </a:lnTo>
                <a:close/>
                <a:moveTo>
                  <a:pt x="187583" y="105919"/>
                </a:moveTo>
                <a:lnTo>
                  <a:pt x="186993" y="105897"/>
                </a:lnTo>
                <a:lnTo>
                  <a:pt x="186423" y="105859"/>
                </a:lnTo>
                <a:lnTo>
                  <a:pt x="185871" y="105807"/>
                </a:lnTo>
                <a:lnTo>
                  <a:pt x="185338" y="105741"/>
                </a:lnTo>
                <a:lnTo>
                  <a:pt x="184824" y="105659"/>
                </a:lnTo>
                <a:lnTo>
                  <a:pt x="184329" y="105562"/>
                </a:lnTo>
                <a:lnTo>
                  <a:pt x="183853" y="105451"/>
                </a:lnTo>
                <a:lnTo>
                  <a:pt x="183395" y="105325"/>
                </a:lnTo>
                <a:lnTo>
                  <a:pt x="182957" y="105184"/>
                </a:lnTo>
                <a:lnTo>
                  <a:pt x="182537" y="105028"/>
                </a:lnTo>
                <a:lnTo>
                  <a:pt x="182137" y="104857"/>
                </a:lnTo>
                <a:lnTo>
                  <a:pt x="181755" y="104671"/>
                </a:lnTo>
                <a:lnTo>
                  <a:pt x="181392" y="104471"/>
                </a:lnTo>
                <a:lnTo>
                  <a:pt x="181047" y="104255"/>
                </a:lnTo>
                <a:lnTo>
                  <a:pt x="180722" y="104025"/>
                </a:lnTo>
                <a:lnTo>
                  <a:pt x="180416" y="103780"/>
                </a:lnTo>
                <a:lnTo>
                  <a:pt x="180128" y="103520"/>
                </a:lnTo>
                <a:lnTo>
                  <a:pt x="179859" y="103245"/>
                </a:lnTo>
                <a:lnTo>
                  <a:pt x="179609" y="102956"/>
                </a:lnTo>
                <a:lnTo>
                  <a:pt x="179378" y="102651"/>
                </a:lnTo>
                <a:lnTo>
                  <a:pt x="179166" y="102332"/>
                </a:lnTo>
                <a:lnTo>
                  <a:pt x="178973" y="101998"/>
                </a:lnTo>
                <a:lnTo>
                  <a:pt x="178799" y="101649"/>
                </a:lnTo>
                <a:lnTo>
                  <a:pt x="178637" y="101285"/>
                </a:lnTo>
                <a:lnTo>
                  <a:pt x="178482" y="100909"/>
                </a:lnTo>
                <a:lnTo>
                  <a:pt x="178335" y="100519"/>
                </a:lnTo>
                <a:lnTo>
                  <a:pt x="178194" y="100116"/>
                </a:lnTo>
                <a:lnTo>
                  <a:pt x="178060" y="99699"/>
                </a:lnTo>
                <a:lnTo>
                  <a:pt x="177933" y="99269"/>
                </a:lnTo>
                <a:lnTo>
                  <a:pt x="177812" y="98826"/>
                </a:lnTo>
                <a:lnTo>
                  <a:pt x="177699" y="98370"/>
                </a:lnTo>
                <a:lnTo>
                  <a:pt x="177592" y="97900"/>
                </a:lnTo>
                <a:lnTo>
                  <a:pt x="177493" y="97417"/>
                </a:lnTo>
                <a:lnTo>
                  <a:pt x="177400" y="96921"/>
                </a:lnTo>
                <a:lnTo>
                  <a:pt x="177314" y="96411"/>
                </a:lnTo>
                <a:lnTo>
                  <a:pt x="177235" y="95889"/>
                </a:lnTo>
                <a:lnTo>
                  <a:pt x="177163" y="95352"/>
                </a:lnTo>
                <a:lnTo>
                  <a:pt x="177097" y="94803"/>
                </a:lnTo>
                <a:lnTo>
                  <a:pt x="177039" y="94240"/>
                </a:lnTo>
                <a:lnTo>
                  <a:pt x="176987" y="93664"/>
                </a:lnTo>
                <a:lnTo>
                  <a:pt x="176943" y="93075"/>
                </a:lnTo>
                <a:lnTo>
                  <a:pt x="176905" y="92472"/>
                </a:lnTo>
                <a:lnTo>
                  <a:pt x="176874" y="91856"/>
                </a:lnTo>
                <a:lnTo>
                  <a:pt x="176850" y="91227"/>
                </a:lnTo>
                <a:lnTo>
                  <a:pt x="176833" y="90584"/>
                </a:lnTo>
                <a:lnTo>
                  <a:pt x="176822" y="89928"/>
                </a:lnTo>
                <a:lnTo>
                  <a:pt x="176819" y="89259"/>
                </a:lnTo>
                <a:lnTo>
                  <a:pt x="176819" y="43264"/>
                </a:lnTo>
                <a:lnTo>
                  <a:pt x="197120" y="43264"/>
                </a:lnTo>
                <a:lnTo>
                  <a:pt x="197120" y="31879"/>
                </a:lnTo>
                <a:lnTo>
                  <a:pt x="176819" y="31879"/>
                </a:lnTo>
                <a:lnTo>
                  <a:pt x="176819" y="13072"/>
                </a:lnTo>
                <a:lnTo>
                  <a:pt x="162751" y="13072"/>
                </a:lnTo>
                <a:lnTo>
                  <a:pt x="162751" y="31879"/>
                </a:lnTo>
                <a:lnTo>
                  <a:pt x="149105" y="31879"/>
                </a:lnTo>
                <a:lnTo>
                  <a:pt x="149105" y="43264"/>
                </a:lnTo>
                <a:lnTo>
                  <a:pt x="162751" y="43264"/>
                </a:lnTo>
                <a:lnTo>
                  <a:pt x="162751" y="89562"/>
                </a:lnTo>
                <a:lnTo>
                  <a:pt x="162755" y="90287"/>
                </a:lnTo>
                <a:lnTo>
                  <a:pt x="162765" y="91003"/>
                </a:lnTo>
                <a:lnTo>
                  <a:pt x="162782" y="91710"/>
                </a:lnTo>
                <a:lnTo>
                  <a:pt x="162806" y="92408"/>
                </a:lnTo>
                <a:lnTo>
                  <a:pt x="162837" y="93098"/>
                </a:lnTo>
                <a:lnTo>
                  <a:pt x="162875" y="93779"/>
                </a:lnTo>
                <a:lnTo>
                  <a:pt x="162920" y="94451"/>
                </a:lnTo>
                <a:lnTo>
                  <a:pt x="162971" y="95114"/>
                </a:lnTo>
                <a:lnTo>
                  <a:pt x="163030" y="95769"/>
                </a:lnTo>
                <a:lnTo>
                  <a:pt x="163095" y="96415"/>
                </a:lnTo>
                <a:lnTo>
                  <a:pt x="163167" y="97052"/>
                </a:lnTo>
                <a:lnTo>
                  <a:pt x="163246" y="97680"/>
                </a:lnTo>
                <a:lnTo>
                  <a:pt x="163332" y="98300"/>
                </a:lnTo>
                <a:lnTo>
                  <a:pt x="163425" y="98911"/>
                </a:lnTo>
                <a:lnTo>
                  <a:pt x="163525" y="99513"/>
                </a:lnTo>
                <a:lnTo>
                  <a:pt x="163631" y="100107"/>
                </a:lnTo>
                <a:lnTo>
                  <a:pt x="163745" y="100691"/>
                </a:lnTo>
                <a:lnTo>
                  <a:pt x="163865" y="101267"/>
                </a:lnTo>
                <a:lnTo>
                  <a:pt x="163992" y="101835"/>
                </a:lnTo>
                <a:lnTo>
                  <a:pt x="164126" y="102393"/>
                </a:lnTo>
                <a:lnTo>
                  <a:pt x="164267" y="102943"/>
                </a:lnTo>
                <a:lnTo>
                  <a:pt x="164415" y="103484"/>
                </a:lnTo>
                <a:lnTo>
                  <a:pt x="164569" y="104016"/>
                </a:lnTo>
                <a:lnTo>
                  <a:pt x="164731" y="104540"/>
                </a:lnTo>
                <a:lnTo>
                  <a:pt x="164902" y="105054"/>
                </a:lnTo>
                <a:lnTo>
                  <a:pt x="165084" y="105558"/>
                </a:lnTo>
                <a:lnTo>
                  <a:pt x="165278" y="106052"/>
                </a:lnTo>
                <a:lnTo>
                  <a:pt x="165484" y="106536"/>
                </a:lnTo>
                <a:lnTo>
                  <a:pt x="165702" y="107009"/>
                </a:lnTo>
                <a:lnTo>
                  <a:pt x="165931" y="107473"/>
                </a:lnTo>
                <a:lnTo>
                  <a:pt x="166172" y="107926"/>
                </a:lnTo>
                <a:lnTo>
                  <a:pt x="166425" y="108369"/>
                </a:lnTo>
                <a:lnTo>
                  <a:pt x="166689" y="108802"/>
                </a:lnTo>
                <a:lnTo>
                  <a:pt x="166966" y="109225"/>
                </a:lnTo>
                <a:lnTo>
                  <a:pt x="167253" y="109638"/>
                </a:lnTo>
                <a:lnTo>
                  <a:pt x="167553" y="110041"/>
                </a:lnTo>
                <a:lnTo>
                  <a:pt x="167864" y="110433"/>
                </a:lnTo>
                <a:lnTo>
                  <a:pt x="168187" y="110816"/>
                </a:lnTo>
                <a:lnTo>
                  <a:pt x="168522" y="111188"/>
                </a:lnTo>
                <a:lnTo>
                  <a:pt x="168868" y="111550"/>
                </a:lnTo>
                <a:lnTo>
                  <a:pt x="169226" y="111902"/>
                </a:lnTo>
                <a:lnTo>
                  <a:pt x="169596" y="112244"/>
                </a:lnTo>
                <a:lnTo>
                  <a:pt x="169977" y="112576"/>
                </a:lnTo>
                <a:lnTo>
                  <a:pt x="170370" y="112898"/>
                </a:lnTo>
                <a:lnTo>
                  <a:pt x="170775" y="113209"/>
                </a:lnTo>
                <a:lnTo>
                  <a:pt x="171191" y="113511"/>
                </a:lnTo>
                <a:lnTo>
                  <a:pt x="171620" y="113802"/>
                </a:lnTo>
                <a:lnTo>
                  <a:pt x="172060" y="114083"/>
                </a:lnTo>
                <a:lnTo>
                  <a:pt x="172513" y="114353"/>
                </a:lnTo>
                <a:lnTo>
                  <a:pt x="172982" y="114612"/>
                </a:lnTo>
                <a:lnTo>
                  <a:pt x="173467" y="114860"/>
                </a:lnTo>
                <a:lnTo>
                  <a:pt x="173968" y="115095"/>
                </a:lnTo>
                <a:lnTo>
                  <a:pt x="174484" y="115320"/>
                </a:lnTo>
                <a:lnTo>
                  <a:pt x="175016" y="115532"/>
                </a:lnTo>
                <a:lnTo>
                  <a:pt x="175563" y="115734"/>
                </a:lnTo>
                <a:lnTo>
                  <a:pt x="176126" y="115924"/>
                </a:lnTo>
                <a:lnTo>
                  <a:pt x="176705" y="116102"/>
                </a:lnTo>
                <a:lnTo>
                  <a:pt x="177300" y="116269"/>
                </a:lnTo>
                <a:lnTo>
                  <a:pt x="177910" y="116424"/>
                </a:lnTo>
                <a:lnTo>
                  <a:pt x="178535" y="116568"/>
                </a:lnTo>
                <a:lnTo>
                  <a:pt x="179177" y="116700"/>
                </a:lnTo>
                <a:lnTo>
                  <a:pt x="179834" y="116821"/>
                </a:lnTo>
                <a:lnTo>
                  <a:pt x="180506" y="116930"/>
                </a:lnTo>
                <a:lnTo>
                  <a:pt x="181195" y="117028"/>
                </a:lnTo>
                <a:lnTo>
                  <a:pt x="181899" y="117114"/>
                </a:lnTo>
                <a:lnTo>
                  <a:pt x="182618" y="117189"/>
                </a:lnTo>
                <a:lnTo>
                  <a:pt x="183354" y="117252"/>
                </a:lnTo>
                <a:lnTo>
                  <a:pt x="184104" y="117304"/>
                </a:lnTo>
                <a:lnTo>
                  <a:pt x="184871" y="117344"/>
                </a:lnTo>
                <a:lnTo>
                  <a:pt x="185653" y="117373"/>
                </a:lnTo>
                <a:lnTo>
                  <a:pt x="186451" y="117390"/>
                </a:lnTo>
                <a:lnTo>
                  <a:pt x="187264" y="117396"/>
                </a:lnTo>
                <a:lnTo>
                  <a:pt x="197120" y="117396"/>
                </a:lnTo>
                <a:lnTo>
                  <a:pt x="197120" y="105926"/>
                </a:lnTo>
                <a:lnTo>
                  <a:pt x="188191" y="105926"/>
                </a:lnTo>
                <a:lnTo>
                  <a:pt x="187583" y="105919"/>
                </a:lnTo>
                <a:close/>
                <a:moveTo>
                  <a:pt x="222856" y="55878"/>
                </a:moveTo>
                <a:lnTo>
                  <a:pt x="223093" y="55560"/>
                </a:lnTo>
                <a:lnTo>
                  <a:pt x="223332" y="55245"/>
                </a:lnTo>
                <a:lnTo>
                  <a:pt x="223574" y="54933"/>
                </a:lnTo>
                <a:lnTo>
                  <a:pt x="223817" y="54625"/>
                </a:lnTo>
                <a:lnTo>
                  <a:pt x="224063" y="54320"/>
                </a:lnTo>
                <a:lnTo>
                  <a:pt x="224311" y="54018"/>
                </a:lnTo>
                <a:lnTo>
                  <a:pt x="224562" y="53720"/>
                </a:lnTo>
                <a:lnTo>
                  <a:pt x="224814" y="53424"/>
                </a:lnTo>
                <a:lnTo>
                  <a:pt x="225069" y="53132"/>
                </a:lnTo>
                <a:lnTo>
                  <a:pt x="225326" y="52843"/>
                </a:lnTo>
                <a:lnTo>
                  <a:pt x="225585" y="52558"/>
                </a:lnTo>
                <a:lnTo>
                  <a:pt x="225846" y="52275"/>
                </a:lnTo>
                <a:lnTo>
                  <a:pt x="226109" y="51996"/>
                </a:lnTo>
                <a:lnTo>
                  <a:pt x="226375" y="51720"/>
                </a:lnTo>
                <a:lnTo>
                  <a:pt x="226643" y="51447"/>
                </a:lnTo>
                <a:lnTo>
                  <a:pt x="226913" y="51178"/>
                </a:lnTo>
                <a:lnTo>
                  <a:pt x="227185" y="50912"/>
                </a:lnTo>
                <a:lnTo>
                  <a:pt x="227460" y="50649"/>
                </a:lnTo>
                <a:lnTo>
                  <a:pt x="227736" y="50389"/>
                </a:lnTo>
                <a:lnTo>
                  <a:pt x="228015" y="50132"/>
                </a:lnTo>
                <a:lnTo>
                  <a:pt x="228296" y="49879"/>
                </a:lnTo>
                <a:lnTo>
                  <a:pt x="228579" y="49629"/>
                </a:lnTo>
                <a:lnTo>
                  <a:pt x="228866" y="49383"/>
                </a:lnTo>
                <a:lnTo>
                  <a:pt x="229156" y="49141"/>
                </a:lnTo>
                <a:lnTo>
                  <a:pt x="229451" y="48904"/>
                </a:lnTo>
                <a:lnTo>
                  <a:pt x="229750" y="48671"/>
                </a:lnTo>
                <a:lnTo>
                  <a:pt x="230054" y="48442"/>
                </a:lnTo>
                <a:lnTo>
                  <a:pt x="230361" y="48218"/>
                </a:lnTo>
                <a:lnTo>
                  <a:pt x="230673" y="47999"/>
                </a:lnTo>
                <a:lnTo>
                  <a:pt x="230989" y="47784"/>
                </a:lnTo>
                <a:lnTo>
                  <a:pt x="231310" y="47574"/>
                </a:lnTo>
                <a:lnTo>
                  <a:pt x="231634" y="47368"/>
                </a:lnTo>
                <a:lnTo>
                  <a:pt x="231963" y="47166"/>
                </a:lnTo>
                <a:lnTo>
                  <a:pt x="232296" y="46969"/>
                </a:lnTo>
                <a:lnTo>
                  <a:pt x="232634" y="46777"/>
                </a:lnTo>
                <a:lnTo>
                  <a:pt x="232975" y="46589"/>
                </a:lnTo>
                <a:lnTo>
                  <a:pt x="233321" y="46405"/>
                </a:lnTo>
                <a:lnTo>
                  <a:pt x="233671" y="46226"/>
                </a:lnTo>
                <a:lnTo>
                  <a:pt x="234025" y="46052"/>
                </a:lnTo>
                <a:lnTo>
                  <a:pt x="234384" y="45882"/>
                </a:lnTo>
                <a:lnTo>
                  <a:pt x="234747" y="45717"/>
                </a:lnTo>
                <a:lnTo>
                  <a:pt x="235114" y="45556"/>
                </a:lnTo>
                <a:lnTo>
                  <a:pt x="235485" y="45399"/>
                </a:lnTo>
                <a:lnTo>
                  <a:pt x="235860" y="45247"/>
                </a:lnTo>
                <a:lnTo>
                  <a:pt x="236240" y="45099"/>
                </a:lnTo>
                <a:lnTo>
                  <a:pt x="236624" y="44956"/>
                </a:lnTo>
                <a:lnTo>
                  <a:pt x="237013" y="44818"/>
                </a:lnTo>
                <a:lnTo>
                  <a:pt x="237407" y="44686"/>
                </a:lnTo>
                <a:lnTo>
                  <a:pt x="237806" y="44560"/>
                </a:lnTo>
                <a:lnTo>
                  <a:pt x="238210" y="44439"/>
                </a:lnTo>
                <a:lnTo>
                  <a:pt x="238620" y="44325"/>
                </a:lnTo>
                <a:lnTo>
                  <a:pt x="239035" y="44216"/>
                </a:lnTo>
                <a:lnTo>
                  <a:pt x="239456" y="44113"/>
                </a:lnTo>
                <a:lnTo>
                  <a:pt x="239881" y="44016"/>
                </a:lnTo>
                <a:lnTo>
                  <a:pt x="240312" y="43925"/>
                </a:lnTo>
                <a:lnTo>
                  <a:pt x="240748" y="43840"/>
                </a:lnTo>
                <a:lnTo>
                  <a:pt x="241190" y="43761"/>
                </a:lnTo>
                <a:lnTo>
                  <a:pt x="241636" y="43687"/>
                </a:lnTo>
                <a:lnTo>
                  <a:pt x="242088" y="43620"/>
                </a:lnTo>
                <a:lnTo>
                  <a:pt x="242545" y="43558"/>
                </a:lnTo>
                <a:lnTo>
                  <a:pt x="243008" y="43502"/>
                </a:lnTo>
                <a:lnTo>
                  <a:pt x="243475" y="43452"/>
                </a:lnTo>
                <a:lnTo>
                  <a:pt x="243948" y="43408"/>
                </a:lnTo>
                <a:lnTo>
                  <a:pt x="244427" y="43370"/>
                </a:lnTo>
                <a:lnTo>
                  <a:pt x="244910" y="43338"/>
                </a:lnTo>
                <a:lnTo>
                  <a:pt x="245399" y="43311"/>
                </a:lnTo>
                <a:lnTo>
                  <a:pt x="245893" y="43291"/>
                </a:lnTo>
                <a:lnTo>
                  <a:pt x="246392" y="43276"/>
                </a:lnTo>
                <a:lnTo>
                  <a:pt x="246897" y="43267"/>
                </a:lnTo>
                <a:lnTo>
                  <a:pt x="247406" y="43264"/>
                </a:lnTo>
                <a:lnTo>
                  <a:pt x="249344" y="43264"/>
                </a:lnTo>
                <a:lnTo>
                  <a:pt x="249344" y="30361"/>
                </a:lnTo>
                <a:lnTo>
                  <a:pt x="247659" y="30361"/>
                </a:lnTo>
                <a:lnTo>
                  <a:pt x="246851" y="30368"/>
                </a:lnTo>
                <a:lnTo>
                  <a:pt x="246056" y="30391"/>
                </a:lnTo>
                <a:lnTo>
                  <a:pt x="245273" y="30428"/>
                </a:lnTo>
                <a:lnTo>
                  <a:pt x="244503" y="30480"/>
                </a:lnTo>
                <a:lnTo>
                  <a:pt x="243745" y="30548"/>
                </a:lnTo>
                <a:lnTo>
                  <a:pt x="243000" y="30630"/>
                </a:lnTo>
                <a:lnTo>
                  <a:pt x="242267" y="30727"/>
                </a:lnTo>
                <a:lnTo>
                  <a:pt x="241547" y="30839"/>
                </a:lnTo>
                <a:lnTo>
                  <a:pt x="240840" y="30966"/>
                </a:lnTo>
                <a:lnTo>
                  <a:pt x="240145" y="31108"/>
                </a:lnTo>
                <a:lnTo>
                  <a:pt x="239463" y="31265"/>
                </a:lnTo>
                <a:lnTo>
                  <a:pt x="238793" y="31436"/>
                </a:lnTo>
                <a:lnTo>
                  <a:pt x="238136" y="31623"/>
                </a:lnTo>
                <a:lnTo>
                  <a:pt x="237492" y="31825"/>
                </a:lnTo>
                <a:lnTo>
                  <a:pt x="236860" y="32041"/>
                </a:lnTo>
                <a:lnTo>
                  <a:pt x="236240" y="32273"/>
                </a:lnTo>
                <a:lnTo>
                  <a:pt x="235634" y="32519"/>
                </a:lnTo>
                <a:lnTo>
                  <a:pt x="235039" y="32780"/>
                </a:lnTo>
                <a:lnTo>
                  <a:pt x="234458" y="33057"/>
                </a:lnTo>
                <a:lnTo>
                  <a:pt x="233889" y="33348"/>
                </a:lnTo>
                <a:lnTo>
                  <a:pt x="233332" y="33654"/>
                </a:lnTo>
                <a:lnTo>
                  <a:pt x="232788" y="33975"/>
                </a:lnTo>
                <a:lnTo>
                  <a:pt x="232257" y="34311"/>
                </a:lnTo>
                <a:lnTo>
                  <a:pt x="231738" y="34662"/>
                </a:lnTo>
                <a:lnTo>
                  <a:pt x="231230" y="35024"/>
                </a:lnTo>
                <a:lnTo>
                  <a:pt x="230731" y="35393"/>
                </a:lnTo>
                <a:lnTo>
                  <a:pt x="230242" y="35769"/>
                </a:lnTo>
                <a:lnTo>
                  <a:pt x="229761" y="36152"/>
                </a:lnTo>
                <a:lnTo>
                  <a:pt x="229289" y="36542"/>
                </a:lnTo>
                <a:lnTo>
                  <a:pt x="228827" y="36939"/>
                </a:lnTo>
                <a:lnTo>
                  <a:pt x="228373" y="37343"/>
                </a:lnTo>
                <a:lnTo>
                  <a:pt x="227929" y="37754"/>
                </a:lnTo>
                <a:lnTo>
                  <a:pt x="227493" y="38173"/>
                </a:lnTo>
                <a:lnTo>
                  <a:pt x="227067" y="38598"/>
                </a:lnTo>
                <a:lnTo>
                  <a:pt x="226650" y="39030"/>
                </a:lnTo>
                <a:lnTo>
                  <a:pt x="226242" y="39469"/>
                </a:lnTo>
                <a:lnTo>
                  <a:pt x="225843" y="39916"/>
                </a:lnTo>
                <a:lnTo>
                  <a:pt x="225453" y="40369"/>
                </a:lnTo>
                <a:lnTo>
                  <a:pt x="225072" y="40829"/>
                </a:lnTo>
                <a:lnTo>
                  <a:pt x="224700" y="41297"/>
                </a:lnTo>
                <a:lnTo>
                  <a:pt x="224337" y="41771"/>
                </a:lnTo>
                <a:lnTo>
                  <a:pt x="223983" y="42252"/>
                </a:lnTo>
                <a:lnTo>
                  <a:pt x="223638" y="42741"/>
                </a:lnTo>
                <a:lnTo>
                  <a:pt x="223303" y="43236"/>
                </a:lnTo>
                <a:lnTo>
                  <a:pt x="222976" y="43739"/>
                </a:lnTo>
                <a:lnTo>
                  <a:pt x="222659" y="44248"/>
                </a:lnTo>
                <a:lnTo>
                  <a:pt x="222350" y="44765"/>
                </a:lnTo>
                <a:lnTo>
                  <a:pt x="222051" y="45289"/>
                </a:lnTo>
                <a:lnTo>
                  <a:pt x="221545" y="31879"/>
                </a:lnTo>
                <a:lnTo>
                  <a:pt x="208320" y="31879"/>
                </a:lnTo>
                <a:lnTo>
                  <a:pt x="208320" y="117396"/>
                </a:lnTo>
                <a:lnTo>
                  <a:pt x="222388" y="117396"/>
                </a:lnTo>
                <a:lnTo>
                  <a:pt x="222388" y="56524"/>
                </a:lnTo>
                <a:lnTo>
                  <a:pt x="222621" y="56199"/>
                </a:lnTo>
                <a:lnTo>
                  <a:pt x="222856" y="55878"/>
                </a:lnTo>
                <a:close/>
                <a:moveTo>
                  <a:pt x="473968" y="16297"/>
                </a:moveTo>
                <a:lnTo>
                  <a:pt x="474274" y="16261"/>
                </a:lnTo>
                <a:lnTo>
                  <a:pt x="474575" y="16216"/>
                </a:lnTo>
                <a:lnTo>
                  <a:pt x="474871" y="16164"/>
                </a:lnTo>
                <a:lnTo>
                  <a:pt x="475161" y="16104"/>
                </a:lnTo>
                <a:lnTo>
                  <a:pt x="475447" y="16035"/>
                </a:lnTo>
                <a:lnTo>
                  <a:pt x="475727" y="15959"/>
                </a:lnTo>
                <a:lnTo>
                  <a:pt x="476001" y="15874"/>
                </a:lnTo>
                <a:lnTo>
                  <a:pt x="476271" y="15781"/>
                </a:lnTo>
                <a:lnTo>
                  <a:pt x="476535" y="15681"/>
                </a:lnTo>
                <a:lnTo>
                  <a:pt x="476794" y="15572"/>
                </a:lnTo>
                <a:lnTo>
                  <a:pt x="477047" y="15455"/>
                </a:lnTo>
                <a:lnTo>
                  <a:pt x="477295" y="15330"/>
                </a:lnTo>
                <a:lnTo>
                  <a:pt x="477539" y="15198"/>
                </a:lnTo>
                <a:lnTo>
                  <a:pt x="477776" y="15057"/>
                </a:lnTo>
                <a:lnTo>
                  <a:pt x="478009" y="14908"/>
                </a:lnTo>
                <a:lnTo>
                  <a:pt x="478236" y="14751"/>
                </a:lnTo>
                <a:lnTo>
                  <a:pt x="478458" y="14586"/>
                </a:lnTo>
                <a:lnTo>
                  <a:pt x="478675" y="14412"/>
                </a:lnTo>
                <a:lnTo>
                  <a:pt x="478886" y="14231"/>
                </a:lnTo>
                <a:lnTo>
                  <a:pt x="479093" y="14042"/>
                </a:lnTo>
                <a:lnTo>
                  <a:pt x="479292" y="13847"/>
                </a:lnTo>
                <a:lnTo>
                  <a:pt x="479483" y="13647"/>
                </a:lnTo>
                <a:lnTo>
                  <a:pt x="479665" y="13443"/>
                </a:lnTo>
                <a:lnTo>
                  <a:pt x="479839" y="13235"/>
                </a:lnTo>
                <a:lnTo>
                  <a:pt x="480004" y="13023"/>
                </a:lnTo>
                <a:lnTo>
                  <a:pt x="480161" y="12806"/>
                </a:lnTo>
                <a:lnTo>
                  <a:pt x="480310" y="12585"/>
                </a:lnTo>
                <a:lnTo>
                  <a:pt x="480450" y="12360"/>
                </a:lnTo>
                <a:lnTo>
                  <a:pt x="480581" y="12131"/>
                </a:lnTo>
                <a:lnTo>
                  <a:pt x="480704" y="11897"/>
                </a:lnTo>
                <a:lnTo>
                  <a:pt x="480819" y="11659"/>
                </a:lnTo>
                <a:lnTo>
                  <a:pt x="480925" y="11417"/>
                </a:lnTo>
                <a:lnTo>
                  <a:pt x="481022" y="11171"/>
                </a:lnTo>
                <a:lnTo>
                  <a:pt x="481111" y="10920"/>
                </a:lnTo>
                <a:lnTo>
                  <a:pt x="481192" y="10665"/>
                </a:lnTo>
                <a:lnTo>
                  <a:pt x="481264" y="10406"/>
                </a:lnTo>
                <a:lnTo>
                  <a:pt x="481328" y="10143"/>
                </a:lnTo>
                <a:lnTo>
                  <a:pt x="481383" y="9875"/>
                </a:lnTo>
                <a:lnTo>
                  <a:pt x="481429" y="9603"/>
                </a:lnTo>
                <a:lnTo>
                  <a:pt x="481468" y="9327"/>
                </a:lnTo>
                <a:lnTo>
                  <a:pt x="481497" y="9047"/>
                </a:lnTo>
                <a:lnTo>
                  <a:pt x="481518" y="8762"/>
                </a:lnTo>
                <a:lnTo>
                  <a:pt x="481531" y="8474"/>
                </a:lnTo>
                <a:lnTo>
                  <a:pt x="481535" y="8181"/>
                </a:lnTo>
                <a:lnTo>
                  <a:pt x="481531" y="7888"/>
                </a:lnTo>
                <a:lnTo>
                  <a:pt x="481518" y="7599"/>
                </a:lnTo>
                <a:lnTo>
                  <a:pt x="481497" y="7314"/>
                </a:lnTo>
                <a:lnTo>
                  <a:pt x="481468" y="7034"/>
                </a:lnTo>
                <a:lnTo>
                  <a:pt x="481429" y="6758"/>
                </a:lnTo>
                <a:lnTo>
                  <a:pt x="481383" y="6486"/>
                </a:lnTo>
                <a:lnTo>
                  <a:pt x="481328" y="6218"/>
                </a:lnTo>
                <a:lnTo>
                  <a:pt x="481264" y="5955"/>
                </a:lnTo>
                <a:lnTo>
                  <a:pt x="481192" y="5696"/>
                </a:lnTo>
                <a:lnTo>
                  <a:pt x="481111" y="5441"/>
                </a:lnTo>
                <a:lnTo>
                  <a:pt x="481022" y="5191"/>
                </a:lnTo>
                <a:lnTo>
                  <a:pt x="480925" y="4944"/>
                </a:lnTo>
                <a:lnTo>
                  <a:pt x="480819" y="4702"/>
                </a:lnTo>
                <a:lnTo>
                  <a:pt x="480704" y="4464"/>
                </a:lnTo>
                <a:lnTo>
                  <a:pt x="480581" y="4231"/>
                </a:lnTo>
                <a:lnTo>
                  <a:pt x="480450" y="4001"/>
                </a:lnTo>
                <a:lnTo>
                  <a:pt x="480310" y="3776"/>
                </a:lnTo>
                <a:lnTo>
                  <a:pt x="480161" y="3555"/>
                </a:lnTo>
                <a:lnTo>
                  <a:pt x="480004" y="3339"/>
                </a:lnTo>
                <a:lnTo>
                  <a:pt x="479839" y="3126"/>
                </a:lnTo>
                <a:lnTo>
                  <a:pt x="479665" y="2918"/>
                </a:lnTo>
                <a:lnTo>
                  <a:pt x="479483" y="2714"/>
                </a:lnTo>
                <a:lnTo>
                  <a:pt x="479292" y="2515"/>
                </a:lnTo>
                <a:lnTo>
                  <a:pt x="479093" y="2319"/>
                </a:lnTo>
                <a:lnTo>
                  <a:pt x="478886" y="2130"/>
                </a:lnTo>
                <a:lnTo>
                  <a:pt x="478675" y="1949"/>
                </a:lnTo>
                <a:lnTo>
                  <a:pt x="478458" y="1776"/>
                </a:lnTo>
                <a:lnTo>
                  <a:pt x="478236" y="1611"/>
                </a:lnTo>
                <a:lnTo>
                  <a:pt x="478009" y="1454"/>
                </a:lnTo>
                <a:lnTo>
                  <a:pt x="477776" y="1305"/>
                </a:lnTo>
                <a:lnTo>
                  <a:pt x="477539" y="1164"/>
                </a:lnTo>
                <a:lnTo>
                  <a:pt x="477295" y="1031"/>
                </a:lnTo>
                <a:lnTo>
                  <a:pt x="477047" y="906"/>
                </a:lnTo>
                <a:lnTo>
                  <a:pt x="476794" y="789"/>
                </a:lnTo>
                <a:lnTo>
                  <a:pt x="476535" y="680"/>
                </a:lnTo>
                <a:lnTo>
                  <a:pt x="476271" y="580"/>
                </a:lnTo>
                <a:lnTo>
                  <a:pt x="476001" y="487"/>
                </a:lnTo>
                <a:lnTo>
                  <a:pt x="475727" y="403"/>
                </a:lnTo>
                <a:lnTo>
                  <a:pt x="475447" y="326"/>
                </a:lnTo>
                <a:lnTo>
                  <a:pt x="475161" y="258"/>
                </a:lnTo>
                <a:lnTo>
                  <a:pt x="474871" y="197"/>
                </a:lnTo>
                <a:lnTo>
                  <a:pt x="474575" y="145"/>
                </a:lnTo>
                <a:lnTo>
                  <a:pt x="474274" y="101"/>
                </a:lnTo>
                <a:lnTo>
                  <a:pt x="473968" y="64"/>
                </a:lnTo>
                <a:lnTo>
                  <a:pt x="473657" y="36"/>
                </a:lnTo>
                <a:lnTo>
                  <a:pt x="473340" y="16"/>
                </a:lnTo>
                <a:lnTo>
                  <a:pt x="473018" y="4"/>
                </a:lnTo>
                <a:lnTo>
                  <a:pt x="472690" y="0"/>
                </a:lnTo>
                <a:lnTo>
                  <a:pt x="472356" y="4"/>
                </a:lnTo>
                <a:lnTo>
                  <a:pt x="472028" y="16"/>
                </a:lnTo>
                <a:lnTo>
                  <a:pt x="471706" y="36"/>
                </a:lnTo>
                <a:lnTo>
                  <a:pt x="471389" y="64"/>
                </a:lnTo>
                <a:lnTo>
                  <a:pt x="471079" y="101"/>
                </a:lnTo>
                <a:lnTo>
                  <a:pt x="470774" y="145"/>
                </a:lnTo>
                <a:lnTo>
                  <a:pt x="470475" y="197"/>
                </a:lnTo>
                <a:lnTo>
                  <a:pt x="470182" y="258"/>
                </a:lnTo>
                <a:lnTo>
                  <a:pt x="469895" y="326"/>
                </a:lnTo>
                <a:lnTo>
                  <a:pt x="469613" y="403"/>
                </a:lnTo>
                <a:lnTo>
                  <a:pt x="469338" y="487"/>
                </a:lnTo>
                <a:lnTo>
                  <a:pt x="469068" y="580"/>
                </a:lnTo>
                <a:lnTo>
                  <a:pt x="468804" y="680"/>
                </a:lnTo>
                <a:lnTo>
                  <a:pt x="468546" y="789"/>
                </a:lnTo>
                <a:lnTo>
                  <a:pt x="468294" y="906"/>
                </a:lnTo>
                <a:lnTo>
                  <a:pt x="468048" y="1031"/>
                </a:lnTo>
                <a:lnTo>
                  <a:pt x="467808" y="1164"/>
                </a:lnTo>
                <a:lnTo>
                  <a:pt x="467573" y="1305"/>
                </a:lnTo>
                <a:lnTo>
                  <a:pt x="467344" y="1454"/>
                </a:lnTo>
                <a:lnTo>
                  <a:pt x="467121" y="1611"/>
                </a:lnTo>
                <a:lnTo>
                  <a:pt x="466904" y="1776"/>
                </a:lnTo>
                <a:lnTo>
                  <a:pt x="466693" y="1949"/>
                </a:lnTo>
                <a:lnTo>
                  <a:pt x="466488" y="2130"/>
                </a:lnTo>
                <a:lnTo>
                  <a:pt x="466288" y="2319"/>
                </a:lnTo>
                <a:lnTo>
                  <a:pt x="466096" y="2515"/>
                </a:lnTo>
                <a:lnTo>
                  <a:pt x="465912" y="2714"/>
                </a:lnTo>
                <a:lnTo>
                  <a:pt x="465736" y="2918"/>
                </a:lnTo>
                <a:lnTo>
                  <a:pt x="465568" y="3126"/>
                </a:lnTo>
                <a:lnTo>
                  <a:pt x="465408" y="3339"/>
                </a:lnTo>
                <a:lnTo>
                  <a:pt x="465257" y="3555"/>
                </a:lnTo>
                <a:lnTo>
                  <a:pt x="465113" y="3776"/>
                </a:lnTo>
                <a:lnTo>
                  <a:pt x="464978" y="4001"/>
                </a:lnTo>
                <a:lnTo>
                  <a:pt x="464851" y="4231"/>
                </a:lnTo>
                <a:lnTo>
                  <a:pt x="464732" y="4464"/>
                </a:lnTo>
                <a:lnTo>
                  <a:pt x="464622" y="4702"/>
                </a:lnTo>
                <a:lnTo>
                  <a:pt x="464519" y="4944"/>
                </a:lnTo>
                <a:lnTo>
                  <a:pt x="464425" y="5191"/>
                </a:lnTo>
                <a:lnTo>
                  <a:pt x="464339" y="5441"/>
                </a:lnTo>
                <a:lnTo>
                  <a:pt x="464261" y="5696"/>
                </a:lnTo>
                <a:lnTo>
                  <a:pt x="464192" y="5955"/>
                </a:lnTo>
                <a:lnTo>
                  <a:pt x="464130" y="6218"/>
                </a:lnTo>
                <a:lnTo>
                  <a:pt x="464077" y="6486"/>
                </a:lnTo>
                <a:lnTo>
                  <a:pt x="464032" y="6758"/>
                </a:lnTo>
                <a:lnTo>
                  <a:pt x="463995" y="7034"/>
                </a:lnTo>
                <a:lnTo>
                  <a:pt x="463967" y="7314"/>
                </a:lnTo>
                <a:lnTo>
                  <a:pt x="463946" y="7599"/>
                </a:lnTo>
                <a:lnTo>
                  <a:pt x="463934" y="7888"/>
                </a:lnTo>
                <a:lnTo>
                  <a:pt x="463930" y="8181"/>
                </a:lnTo>
                <a:lnTo>
                  <a:pt x="463934" y="8474"/>
                </a:lnTo>
                <a:lnTo>
                  <a:pt x="463946" y="8762"/>
                </a:lnTo>
                <a:lnTo>
                  <a:pt x="463967" y="9047"/>
                </a:lnTo>
                <a:lnTo>
                  <a:pt x="463995" y="9327"/>
                </a:lnTo>
                <a:lnTo>
                  <a:pt x="464032" y="9603"/>
                </a:lnTo>
                <a:lnTo>
                  <a:pt x="464077" y="9875"/>
                </a:lnTo>
                <a:lnTo>
                  <a:pt x="464130" y="10143"/>
                </a:lnTo>
                <a:lnTo>
                  <a:pt x="464192" y="10406"/>
                </a:lnTo>
                <a:lnTo>
                  <a:pt x="464261" y="10665"/>
                </a:lnTo>
                <a:lnTo>
                  <a:pt x="464339" y="10920"/>
                </a:lnTo>
                <a:lnTo>
                  <a:pt x="464425" y="11171"/>
                </a:lnTo>
                <a:lnTo>
                  <a:pt x="464519" y="11417"/>
                </a:lnTo>
                <a:lnTo>
                  <a:pt x="464622" y="11659"/>
                </a:lnTo>
                <a:lnTo>
                  <a:pt x="464732" y="11897"/>
                </a:lnTo>
                <a:lnTo>
                  <a:pt x="464851" y="12131"/>
                </a:lnTo>
                <a:lnTo>
                  <a:pt x="464978" y="12360"/>
                </a:lnTo>
                <a:lnTo>
                  <a:pt x="465113" y="12585"/>
                </a:lnTo>
                <a:lnTo>
                  <a:pt x="465257" y="12806"/>
                </a:lnTo>
                <a:lnTo>
                  <a:pt x="465408" y="13023"/>
                </a:lnTo>
                <a:lnTo>
                  <a:pt x="465568" y="13235"/>
                </a:lnTo>
                <a:lnTo>
                  <a:pt x="465736" y="13443"/>
                </a:lnTo>
                <a:lnTo>
                  <a:pt x="465912" y="13647"/>
                </a:lnTo>
                <a:lnTo>
                  <a:pt x="466096" y="13847"/>
                </a:lnTo>
                <a:lnTo>
                  <a:pt x="466288" y="14042"/>
                </a:lnTo>
                <a:lnTo>
                  <a:pt x="466488" y="14231"/>
                </a:lnTo>
                <a:lnTo>
                  <a:pt x="466693" y="14412"/>
                </a:lnTo>
                <a:lnTo>
                  <a:pt x="466904" y="14586"/>
                </a:lnTo>
                <a:lnTo>
                  <a:pt x="467121" y="14751"/>
                </a:lnTo>
                <a:lnTo>
                  <a:pt x="467344" y="14908"/>
                </a:lnTo>
                <a:lnTo>
                  <a:pt x="467573" y="15057"/>
                </a:lnTo>
                <a:lnTo>
                  <a:pt x="467808" y="15198"/>
                </a:lnTo>
                <a:lnTo>
                  <a:pt x="468048" y="15330"/>
                </a:lnTo>
                <a:lnTo>
                  <a:pt x="468294" y="15455"/>
                </a:lnTo>
                <a:lnTo>
                  <a:pt x="468546" y="15572"/>
                </a:lnTo>
                <a:lnTo>
                  <a:pt x="468804" y="15681"/>
                </a:lnTo>
                <a:lnTo>
                  <a:pt x="469068" y="15781"/>
                </a:lnTo>
                <a:lnTo>
                  <a:pt x="469338" y="15874"/>
                </a:lnTo>
                <a:lnTo>
                  <a:pt x="469613" y="15959"/>
                </a:lnTo>
                <a:lnTo>
                  <a:pt x="469895" y="16035"/>
                </a:lnTo>
                <a:lnTo>
                  <a:pt x="470182" y="16104"/>
                </a:lnTo>
                <a:lnTo>
                  <a:pt x="470475" y="16164"/>
                </a:lnTo>
                <a:lnTo>
                  <a:pt x="470774" y="16216"/>
                </a:lnTo>
                <a:lnTo>
                  <a:pt x="471079" y="16261"/>
                </a:lnTo>
                <a:lnTo>
                  <a:pt x="471389" y="16297"/>
                </a:lnTo>
                <a:lnTo>
                  <a:pt x="471706" y="16325"/>
                </a:lnTo>
                <a:lnTo>
                  <a:pt x="472028" y="16345"/>
                </a:lnTo>
                <a:lnTo>
                  <a:pt x="472356" y="16357"/>
                </a:lnTo>
                <a:lnTo>
                  <a:pt x="472690" y="16361"/>
                </a:lnTo>
                <a:lnTo>
                  <a:pt x="473018" y="16357"/>
                </a:lnTo>
                <a:lnTo>
                  <a:pt x="473340" y="16345"/>
                </a:lnTo>
                <a:lnTo>
                  <a:pt x="473657" y="16325"/>
                </a:lnTo>
                <a:lnTo>
                  <a:pt x="473968" y="16297"/>
                </a:lnTo>
                <a:close/>
                <a:moveTo>
                  <a:pt x="444877" y="105919"/>
                </a:moveTo>
                <a:lnTo>
                  <a:pt x="444288" y="105897"/>
                </a:lnTo>
                <a:lnTo>
                  <a:pt x="443717" y="105859"/>
                </a:lnTo>
                <a:lnTo>
                  <a:pt x="443165" y="105807"/>
                </a:lnTo>
                <a:lnTo>
                  <a:pt x="442633" y="105741"/>
                </a:lnTo>
                <a:lnTo>
                  <a:pt x="442119" y="105659"/>
                </a:lnTo>
                <a:lnTo>
                  <a:pt x="441623" y="105562"/>
                </a:lnTo>
                <a:lnTo>
                  <a:pt x="441147" y="105451"/>
                </a:lnTo>
                <a:lnTo>
                  <a:pt x="440690" y="105325"/>
                </a:lnTo>
                <a:lnTo>
                  <a:pt x="440251" y="105184"/>
                </a:lnTo>
                <a:lnTo>
                  <a:pt x="439832" y="105028"/>
                </a:lnTo>
                <a:lnTo>
                  <a:pt x="439431" y="104857"/>
                </a:lnTo>
                <a:lnTo>
                  <a:pt x="439049" y="104671"/>
                </a:lnTo>
                <a:lnTo>
                  <a:pt x="438686" y="104471"/>
                </a:lnTo>
                <a:lnTo>
                  <a:pt x="438342" y="104255"/>
                </a:lnTo>
                <a:lnTo>
                  <a:pt x="438016" y="104025"/>
                </a:lnTo>
                <a:lnTo>
                  <a:pt x="437710" y="103780"/>
                </a:lnTo>
                <a:lnTo>
                  <a:pt x="437422" y="103520"/>
                </a:lnTo>
                <a:lnTo>
                  <a:pt x="437154" y="103245"/>
                </a:lnTo>
                <a:lnTo>
                  <a:pt x="436904" y="102956"/>
                </a:lnTo>
                <a:lnTo>
                  <a:pt x="436673" y="102651"/>
                </a:lnTo>
                <a:lnTo>
                  <a:pt x="436461" y="102332"/>
                </a:lnTo>
                <a:lnTo>
                  <a:pt x="436267" y="101998"/>
                </a:lnTo>
                <a:lnTo>
                  <a:pt x="436093" y="101649"/>
                </a:lnTo>
                <a:lnTo>
                  <a:pt x="435931" y="101285"/>
                </a:lnTo>
                <a:lnTo>
                  <a:pt x="435777" y="100909"/>
                </a:lnTo>
                <a:lnTo>
                  <a:pt x="435629" y="100519"/>
                </a:lnTo>
                <a:lnTo>
                  <a:pt x="435488" y="100116"/>
                </a:lnTo>
                <a:lnTo>
                  <a:pt x="435354" y="99699"/>
                </a:lnTo>
                <a:lnTo>
                  <a:pt x="435227" y="99269"/>
                </a:lnTo>
                <a:lnTo>
                  <a:pt x="435107" y="98826"/>
                </a:lnTo>
                <a:lnTo>
                  <a:pt x="434993" y="98370"/>
                </a:lnTo>
                <a:lnTo>
                  <a:pt x="434887" y="97900"/>
                </a:lnTo>
                <a:lnTo>
                  <a:pt x="434787" y="97417"/>
                </a:lnTo>
                <a:lnTo>
                  <a:pt x="434694" y="96921"/>
                </a:lnTo>
                <a:lnTo>
                  <a:pt x="434608" y="96411"/>
                </a:lnTo>
                <a:lnTo>
                  <a:pt x="434529" y="95889"/>
                </a:lnTo>
                <a:lnTo>
                  <a:pt x="434457" y="95352"/>
                </a:lnTo>
                <a:lnTo>
                  <a:pt x="434392" y="94803"/>
                </a:lnTo>
                <a:lnTo>
                  <a:pt x="434333" y="94240"/>
                </a:lnTo>
                <a:lnTo>
                  <a:pt x="434282" y="93664"/>
                </a:lnTo>
                <a:lnTo>
                  <a:pt x="434237" y="93075"/>
                </a:lnTo>
                <a:lnTo>
                  <a:pt x="434199" y="92472"/>
                </a:lnTo>
                <a:lnTo>
                  <a:pt x="434168" y="91856"/>
                </a:lnTo>
                <a:lnTo>
                  <a:pt x="434144" y="91227"/>
                </a:lnTo>
                <a:lnTo>
                  <a:pt x="434127" y="90584"/>
                </a:lnTo>
                <a:lnTo>
                  <a:pt x="434117" y="89928"/>
                </a:lnTo>
                <a:lnTo>
                  <a:pt x="434113" y="89259"/>
                </a:lnTo>
                <a:lnTo>
                  <a:pt x="434113" y="43264"/>
                </a:lnTo>
                <a:lnTo>
                  <a:pt x="454415" y="43264"/>
                </a:lnTo>
                <a:lnTo>
                  <a:pt x="454415" y="31879"/>
                </a:lnTo>
                <a:lnTo>
                  <a:pt x="434113" y="31879"/>
                </a:lnTo>
                <a:lnTo>
                  <a:pt x="434113" y="13072"/>
                </a:lnTo>
                <a:lnTo>
                  <a:pt x="420046" y="13072"/>
                </a:lnTo>
                <a:lnTo>
                  <a:pt x="420046" y="31879"/>
                </a:lnTo>
                <a:lnTo>
                  <a:pt x="406399" y="31879"/>
                </a:lnTo>
                <a:lnTo>
                  <a:pt x="406399" y="43264"/>
                </a:lnTo>
                <a:lnTo>
                  <a:pt x="420046" y="43264"/>
                </a:lnTo>
                <a:lnTo>
                  <a:pt x="420046" y="89562"/>
                </a:lnTo>
                <a:lnTo>
                  <a:pt x="420049" y="90287"/>
                </a:lnTo>
                <a:lnTo>
                  <a:pt x="420059" y="91003"/>
                </a:lnTo>
                <a:lnTo>
                  <a:pt x="420077" y="91710"/>
                </a:lnTo>
                <a:lnTo>
                  <a:pt x="420101" y="92408"/>
                </a:lnTo>
                <a:lnTo>
                  <a:pt x="420132" y="93098"/>
                </a:lnTo>
                <a:lnTo>
                  <a:pt x="420169" y="93779"/>
                </a:lnTo>
                <a:lnTo>
                  <a:pt x="420214" y="94451"/>
                </a:lnTo>
                <a:lnTo>
                  <a:pt x="420266" y="95114"/>
                </a:lnTo>
                <a:lnTo>
                  <a:pt x="420324" y="95769"/>
                </a:lnTo>
                <a:lnTo>
                  <a:pt x="420389" y="96415"/>
                </a:lnTo>
                <a:lnTo>
                  <a:pt x="420462" y="97052"/>
                </a:lnTo>
                <a:lnTo>
                  <a:pt x="420541" y="97680"/>
                </a:lnTo>
                <a:lnTo>
                  <a:pt x="420627" y="98300"/>
                </a:lnTo>
                <a:lnTo>
                  <a:pt x="420719" y="98911"/>
                </a:lnTo>
                <a:lnTo>
                  <a:pt x="420819" y="99513"/>
                </a:lnTo>
                <a:lnTo>
                  <a:pt x="420926" y="100107"/>
                </a:lnTo>
                <a:lnTo>
                  <a:pt x="421039" y="100691"/>
                </a:lnTo>
                <a:lnTo>
                  <a:pt x="421159" y="101267"/>
                </a:lnTo>
                <a:lnTo>
                  <a:pt x="421286" y="101835"/>
                </a:lnTo>
                <a:lnTo>
                  <a:pt x="421420" y="102393"/>
                </a:lnTo>
                <a:lnTo>
                  <a:pt x="421561" y="102943"/>
                </a:lnTo>
                <a:lnTo>
                  <a:pt x="421709" y="103484"/>
                </a:lnTo>
                <a:lnTo>
                  <a:pt x="421864" y="104016"/>
                </a:lnTo>
                <a:lnTo>
                  <a:pt x="422025" y="104540"/>
                </a:lnTo>
                <a:lnTo>
                  <a:pt x="422196" y="105054"/>
                </a:lnTo>
                <a:lnTo>
                  <a:pt x="422379" y="105558"/>
                </a:lnTo>
                <a:lnTo>
                  <a:pt x="422573" y="106052"/>
                </a:lnTo>
                <a:lnTo>
                  <a:pt x="422779" y="106536"/>
                </a:lnTo>
                <a:lnTo>
                  <a:pt x="422996" y="107009"/>
                </a:lnTo>
                <a:lnTo>
                  <a:pt x="423226" y="107473"/>
                </a:lnTo>
                <a:lnTo>
                  <a:pt x="423467" y="107926"/>
                </a:lnTo>
                <a:lnTo>
                  <a:pt x="423719" y="108369"/>
                </a:lnTo>
                <a:lnTo>
                  <a:pt x="423984" y="108802"/>
                </a:lnTo>
                <a:lnTo>
                  <a:pt x="424260" y="109225"/>
                </a:lnTo>
                <a:lnTo>
                  <a:pt x="424548" y="109638"/>
                </a:lnTo>
                <a:lnTo>
                  <a:pt x="424847" y="110041"/>
                </a:lnTo>
                <a:lnTo>
                  <a:pt x="425158" y="110433"/>
                </a:lnTo>
                <a:lnTo>
                  <a:pt x="425481" y="110816"/>
                </a:lnTo>
                <a:lnTo>
                  <a:pt x="425816" y="111188"/>
                </a:lnTo>
                <a:lnTo>
                  <a:pt x="426162" y="111550"/>
                </a:lnTo>
                <a:lnTo>
                  <a:pt x="426520" y="111902"/>
                </a:lnTo>
                <a:lnTo>
                  <a:pt x="426890" y="112244"/>
                </a:lnTo>
                <a:lnTo>
                  <a:pt x="427271" y="112576"/>
                </a:lnTo>
                <a:lnTo>
                  <a:pt x="427665" y="112898"/>
                </a:lnTo>
                <a:lnTo>
                  <a:pt x="428069" y="113209"/>
                </a:lnTo>
                <a:lnTo>
                  <a:pt x="428486" y="113511"/>
                </a:lnTo>
                <a:lnTo>
                  <a:pt x="428914" y="113802"/>
                </a:lnTo>
                <a:lnTo>
                  <a:pt x="429354" y="114083"/>
                </a:lnTo>
                <a:lnTo>
                  <a:pt x="429808" y="114353"/>
                </a:lnTo>
                <a:lnTo>
                  <a:pt x="430277" y="114612"/>
                </a:lnTo>
                <a:lnTo>
                  <a:pt x="430762" y="114860"/>
                </a:lnTo>
                <a:lnTo>
                  <a:pt x="431262" y="115095"/>
                </a:lnTo>
                <a:lnTo>
                  <a:pt x="431778" y="115320"/>
                </a:lnTo>
                <a:lnTo>
                  <a:pt x="432310" y="115532"/>
                </a:lnTo>
                <a:lnTo>
                  <a:pt x="432858" y="115734"/>
                </a:lnTo>
                <a:lnTo>
                  <a:pt x="433421" y="115924"/>
                </a:lnTo>
                <a:lnTo>
                  <a:pt x="434000" y="116102"/>
                </a:lnTo>
                <a:lnTo>
                  <a:pt x="434594" y="116269"/>
                </a:lnTo>
                <a:lnTo>
                  <a:pt x="435204" y="116424"/>
                </a:lnTo>
                <a:lnTo>
                  <a:pt x="435830" y="116568"/>
                </a:lnTo>
                <a:lnTo>
                  <a:pt x="436471" y="116700"/>
                </a:lnTo>
                <a:lnTo>
                  <a:pt x="437128" y="116821"/>
                </a:lnTo>
                <a:lnTo>
                  <a:pt x="437801" y="116930"/>
                </a:lnTo>
                <a:lnTo>
                  <a:pt x="438489" y="117028"/>
                </a:lnTo>
                <a:lnTo>
                  <a:pt x="439193" y="117114"/>
                </a:lnTo>
                <a:lnTo>
                  <a:pt x="439913" y="117189"/>
                </a:lnTo>
                <a:lnTo>
                  <a:pt x="440648" y="117252"/>
                </a:lnTo>
                <a:lnTo>
                  <a:pt x="441399" y="117304"/>
                </a:lnTo>
                <a:lnTo>
                  <a:pt x="442165" y="117344"/>
                </a:lnTo>
                <a:lnTo>
                  <a:pt x="442948" y="117373"/>
                </a:lnTo>
                <a:lnTo>
                  <a:pt x="443745" y="117390"/>
                </a:lnTo>
                <a:lnTo>
                  <a:pt x="444559" y="117396"/>
                </a:lnTo>
                <a:lnTo>
                  <a:pt x="454415" y="117396"/>
                </a:lnTo>
                <a:lnTo>
                  <a:pt x="454415" y="105926"/>
                </a:lnTo>
                <a:lnTo>
                  <a:pt x="445485" y="105926"/>
                </a:lnTo>
                <a:lnTo>
                  <a:pt x="444877" y="105919"/>
                </a:lnTo>
                <a:close/>
                <a:moveTo>
                  <a:pt x="597980" y="54994"/>
                </a:moveTo>
                <a:lnTo>
                  <a:pt x="598295" y="54583"/>
                </a:lnTo>
                <a:lnTo>
                  <a:pt x="598618" y="54175"/>
                </a:lnTo>
                <a:lnTo>
                  <a:pt x="598949" y="53769"/>
                </a:lnTo>
                <a:lnTo>
                  <a:pt x="599288" y="53365"/>
                </a:lnTo>
                <a:lnTo>
                  <a:pt x="599635" y="52963"/>
                </a:lnTo>
                <a:lnTo>
                  <a:pt x="599991" y="52564"/>
                </a:lnTo>
                <a:lnTo>
                  <a:pt x="600354" y="52167"/>
                </a:lnTo>
                <a:lnTo>
                  <a:pt x="600725" y="51773"/>
                </a:lnTo>
                <a:lnTo>
                  <a:pt x="601104" y="51381"/>
                </a:lnTo>
                <a:lnTo>
                  <a:pt x="601492" y="50991"/>
                </a:lnTo>
                <a:lnTo>
                  <a:pt x="601887" y="50604"/>
                </a:lnTo>
                <a:lnTo>
                  <a:pt x="602290" y="50219"/>
                </a:lnTo>
                <a:lnTo>
                  <a:pt x="602702" y="49836"/>
                </a:lnTo>
                <a:lnTo>
                  <a:pt x="603121" y="49455"/>
                </a:lnTo>
                <a:lnTo>
                  <a:pt x="603549" y="49077"/>
                </a:lnTo>
                <a:lnTo>
                  <a:pt x="603985" y="48701"/>
                </a:lnTo>
                <a:lnTo>
                  <a:pt x="604428" y="48328"/>
                </a:lnTo>
                <a:lnTo>
                  <a:pt x="604880" y="47957"/>
                </a:lnTo>
                <a:lnTo>
                  <a:pt x="605340" y="47588"/>
                </a:lnTo>
                <a:lnTo>
                  <a:pt x="605807" y="47221"/>
                </a:lnTo>
                <a:lnTo>
                  <a:pt x="606283" y="46857"/>
                </a:lnTo>
                <a:lnTo>
                  <a:pt x="606767" y="46496"/>
                </a:lnTo>
                <a:lnTo>
                  <a:pt x="607260" y="46142"/>
                </a:lnTo>
                <a:lnTo>
                  <a:pt x="607761" y="45804"/>
                </a:lnTo>
                <a:lnTo>
                  <a:pt x="608272" y="45481"/>
                </a:lnTo>
                <a:lnTo>
                  <a:pt x="608792" y="45173"/>
                </a:lnTo>
                <a:lnTo>
                  <a:pt x="609322" y="44880"/>
                </a:lnTo>
                <a:lnTo>
                  <a:pt x="609860" y="44602"/>
                </a:lnTo>
                <a:lnTo>
                  <a:pt x="610408" y="44339"/>
                </a:lnTo>
                <a:lnTo>
                  <a:pt x="610965" y="44091"/>
                </a:lnTo>
                <a:lnTo>
                  <a:pt x="611531" y="43859"/>
                </a:lnTo>
                <a:lnTo>
                  <a:pt x="612107" y="43641"/>
                </a:lnTo>
                <a:lnTo>
                  <a:pt x="612691" y="43438"/>
                </a:lnTo>
                <a:lnTo>
                  <a:pt x="613285" y="43250"/>
                </a:lnTo>
                <a:lnTo>
                  <a:pt x="613888" y="43077"/>
                </a:lnTo>
                <a:lnTo>
                  <a:pt x="614500" y="42919"/>
                </a:lnTo>
                <a:lnTo>
                  <a:pt x="615122" y="42777"/>
                </a:lnTo>
                <a:lnTo>
                  <a:pt x="615752" y="42649"/>
                </a:lnTo>
                <a:lnTo>
                  <a:pt x="616392" y="42536"/>
                </a:lnTo>
                <a:lnTo>
                  <a:pt x="617041" y="42439"/>
                </a:lnTo>
                <a:lnTo>
                  <a:pt x="617700" y="42356"/>
                </a:lnTo>
                <a:lnTo>
                  <a:pt x="618367" y="42288"/>
                </a:lnTo>
                <a:lnTo>
                  <a:pt x="619044" y="42236"/>
                </a:lnTo>
                <a:lnTo>
                  <a:pt x="619730" y="42198"/>
                </a:lnTo>
                <a:lnTo>
                  <a:pt x="620425" y="42176"/>
                </a:lnTo>
                <a:lnTo>
                  <a:pt x="621130" y="42168"/>
                </a:lnTo>
                <a:lnTo>
                  <a:pt x="621588" y="42173"/>
                </a:lnTo>
                <a:lnTo>
                  <a:pt x="622038" y="42187"/>
                </a:lnTo>
                <a:lnTo>
                  <a:pt x="622479" y="42211"/>
                </a:lnTo>
                <a:lnTo>
                  <a:pt x="622911" y="42244"/>
                </a:lnTo>
                <a:lnTo>
                  <a:pt x="623335" y="42286"/>
                </a:lnTo>
                <a:lnTo>
                  <a:pt x="623749" y="42338"/>
                </a:lnTo>
                <a:lnTo>
                  <a:pt x="624154" y="42400"/>
                </a:lnTo>
                <a:lnTo>
                  <a:pt x="624551" y="42471"/>
                </a:lnTo>
                <a:lnTo>
                  <a:pt x="624938" y="42551"/>
                </a:lnTo>
                <a:lnTo>
                  <a:pt x="625317" y="42641"/>
                </a:lnTo>
                <a:lnTo>
                  <a:pt x="625686" y="42740"/>
                </a:lnTo>
                <a:lnTo>
                  <a:pt x="626047" y="42849"/>
                </a:lnTo>
                <a:lnTo>
                  <a:pt x="626399" y="42967"/>
                </a:lnTo>
                <a:lnTo>
                  <a:pt x="626742" y="43094"/>
                </a:lnTo>
                <a:lnTo>
                  <a:pt x="627076" y="43232"/>
                </a:lnTo>
                <a:lnTo>
                  <a:pt x="627401" y="43378"/>
                </a:lnTo>
                <a:lnTo>
                  <a:pt x="627717" y="43534"/>
                </a:lnTo>
                <a:lnTo>
                  <a:pt x="628024" y="43699"/>
                </a:lnTo>
                <a:lnTo>
                  <a:pt x="628322" y="43874"/>
                </a:lnTo>
                <a:lnTo>
                  <a:pt x="628612" y="44059"/>
                </a:lnTo>
                <a:lnTo>
                  <a:pt x="628892" y="44252"/>
                </a:lnTo>
                <a:lnTo>
                  <a:pt x="629163" y="44456"/>
                </a:lnTo>
                <a:lnTo>
                  <a:pt x="629426" y="44668"/>
                </a:lnTo>
                <a:lnTo>
                  <a:pt x="629680" y="44891"/>
                </a:lnTo>
                <a:lnTo>
                  <a:pt x="629926" y="45121"/>
                </a:lnTo>
                <a:lnTo>
                  <a:pt x="630165" y="45358"/>
                </a:lnTo>
                <a:lnTo>
                  <a:pt x="630398" y="45603"/>
                </a:lnTo>
                <a:lnTo>
                  <a:pt x="630625" y="45856"/>
                </a:lnTo>
                <a:lnTo>
                  <a:pt x="630845" y="46115"/>
                </a:lnTo>
                <a:lnTo>
                  <a:pt x="631059" y="46382"/>
                </a:lnTo>
                <a:lnTo>
                  <a:pt x="631266" y="46656"/>
                </a:lnTo>
                <a:lnTo>
                  <a:pt x="631467" y="46937"/>
                </a:lnTo>
                <a:lnTo>
                  <a:pt x="631662" y="47226"/>
                </a:lnTo>
                <a:lnTo>
                  <a:pt x="631850" y="47522"/>
                </a:lnTo>
                <a:lnTo>
                  <a:pt x="632032" y="47825"/>
                </a:lnTo>
                <a:lnTo>
                  <a:pt x="632207" y="48136"/>
                </a:lnTo>
                <a:lnTo>
                  <a:pt x="632376" y="48453"/>
                </a:lnTo>
                <a:lnTo>
                  <a:pt x="632538" y="48778"/>
                </a:lnTo>
                <a:lnTo>
                  <a:pt x="632694" y="49111"/>
                </a:lnTo>
                <a:lnTo>
                  <a:pt x="632843" y="49451"/>
                </a:lnTo>
                <a:lnTo>
                  <a:pt x="632986" y="49798"/>
                </a:lnTo>
                <a:lnTo>
                  <a:pt x="633123" y="50152"/>
                </a:lnTo>
                <a:lnTo>
                  <a:pt x="633253" y="50513"/>
                </a:lnTo>
                <a:lnTo>
                  <a:pt x="633377" y="50882"/>
                </a:lnTo>
                <a:lnTo>
                  <a:pt x="633494" y="51258"/>
                </a:lnTo>
                <a:lnTo>
                  <a:pt x="633605" y="51642"/>
                </a:lnTo>
                <a:lnTo>
                  <a:pt x="633709" y="52033"/>
                </a:lnTo>
                <a:lnTo>
                  <a:pt x="633807" y="52431"/>
                </a:lnTo>
                <a:lnTo>
                  <a:pt x="633900" y="52835"/>
                </a:lnTo>
                <a:lnTo>
                  <a:pt x="633989" y="53243"/>
                </a:lnTo>
                <a:lnTo>
                  <a:pt x="634074" y="53656"/>
                </a:lnTo>
                <a:lnTo>
                  <a:pt x="634155" y="54074"/>
                </a:lnTo>
                <a:lnTo>
                  <a:pt x="634232" y="54496"/>
                </a:lnTo>
                <a:lnTo>
                  <a:pt x="634305" y="54923"/>
                </a:lnTo>
                <a:lnTo>
                  <a:pt x="634374" y="55355"/>
                </a:lnTo>
                <a:lnTo>
                  <a:pt x="634439" y="55792"/>
                </a:lnTo>
                <a:lnTo>
                  <a:pt x="634500" y="56233"/>
                </a:lnTo>
                <a:lnTo>
                  <a:pt x="634558" y="56678"/>
                </a:lnTo>
                <a:lnTo>
                  <a:pt x="634611" y="57129"/>
                </a:lnTo>
                <a:lnTo>
                  <a:pt x="634660" y="57584"/>
                </a:lnTo>
                <a:lnTo>
                  <a:pt x="634706" y="58044"/>
                </a:lnTo>
                <a:lnTo>
                  <a:pt x="634747" y="58508"/>
                </a:lnTo>
                <a:lnTo>
                  <a:pt x="634785" y="58977"/>
                </a:lnTo>
                <a:lnTo>
                  <a:pt x="634818" y="59451"/>
                </a:lnTo>
                <a:lnTo>
                  <a:pt x="634848" y="59929"/>
                </a:lnTo>
                <a:lnTo>
                  <a:pt x="634873" y="60412"/>
                </a:lnTo>
                <a:lnTo>
                  <a:pt x="634895" y="60900"/>
                </a:lnTo>
                <a:lnTo>
                  <a:pt x="634913" y="61392"/>
                </a:lnTo>
                <a:lnTo>
                  <a:pt x="634927" y="61889"/>
                </a:lnTo>
                <a:lnTo>
                  <a:pt x="634937" y="62390"/>
                </a:lnTo>
                <a:lnTo>
                  <a:pt x="634943" y="62897"/>
                </a:lnTo>
                <a:lnTo>
                  <a:pt x="634945" y="63408"/>
                </a:lnTo>
                <a:lnTo>
                  <a:pt x="634945" y="117396"/>
                </a:lnTo>
                <a:lnTo>
                  <a:pt x="648928" y="117396"/>
                </a:lnTo>
                <a:lnTo>
                  <a:pt x="648928" y="61792"/>
                </a:lnTo>
                <a:lnTo>
                  <a:pt x="648918" y="60557"/>
                </a:lnTo>
                <a:lnTo>
                  <a:pt x="648889" y="59345"/>
                </a:lnTo>
                <a:lnTo>
                  <a:pt x="648840" y="58157"/>
                </a:lnTo>
                <a:lnTo>
                  <a:pt x="648771" y="56992"/>
                </a:lnTo>
                <a:lnTo>
                  <a:pt x="648683" y="55850"/>
                </a:lnTo>
                <a:lnTo>
                  <a:pt x="648575" y="54732"/>
                </a:lnTo>
                <a:lnTo>
                  <a:pt x="648448" y="53637"/>
                </a:lnTo>
                <a:lnTo>
                  <a:pt x="648301" y="52565"/>
                </a:lnTo>
                <a:lnTo>
                  <a:pt x="648134" y="51517"/>
                </a:lnTo>
                <a:lnTo>
                  <a:pt x="647948" y="50492"/>
                </a:lnTo>
                <a:lnTo>
                  <a:pt x="647742" y="49491"/>
                </a:lnTo>
                <a:lnTo>
                  <a:pt x="647517" y="48512"/>
                </a:lnTo>
                <a:lnTo>
                  <a:pt x="647272" y="47558"/>
                </a:lnTo>
                <a:lnTo>
                  <a:pt x="647008" y="46626"/>
                </a:lnTo>
                <a:lnTo>
                  <a:pt x="646723" y="45718"/>
                </a:lnTo>
                <a:lnTo>
                  <a:pt x="646420" y="44833"/>
                </a:lnTo>
                <a:lnTo>
                  <a:pt x="646096" y="43972"/>
                </a:lnTo>
                <a:lnTo>
                  <a:pt x="645753" y="43134"/>
                </a:lnTo>
                <a:lnTo>
                  <a:pt x="645391" y="42320"/>
                </a:lnTo>
                <a:lnTo>
                  <a:pt x="645009" y="41528"/>
                </a:lnTo>
                <a:lnTo>
                  <a:pt x="644607" y="40760"/>
                </a:lnTo>
                <a:lnTo>
                  <a:pt x="644186" y="40016"/>
                </a:lnTo>
                <a:lnTo>
                  <a:pt x="643745" y="39295"/>
                </a:lnTo>
                <a:lnTo>
                  <a:pt x="643284" y="38597"/>
                </a:lnTo>
                <a:lnTo>
                  <a:pt x="642801" y="37925"/>
                </a:lnTo>
                <a:lnTo>
                  <a:pt x="642291" y="37282"/>
                </a:lnTo>
                <a:lnTo>
                  <a:pt x="641756" y="36667"/>
                </a:lnTo>
                <a:lnTo>
                  <a:pt x="641195" y="36080"/>
                </a:lnTo>
                <a:lnTo>
                  <a:pt x="640607" y="35523"/>
                </a:lnTo>
                <a:lnTo>
                  <a:pt x="639994" y="34994"/>
                </a:lnTo>
                <a:lnTo>
                  <a:pt x="639354" y="34493"/>
                </a:lnTo>
                <a:lnTo>
                  <a:pt x="638688" y="34021"/>
                </a:lnTo>
                <a:lnTo>
                  <a:pt x="637997" y="33578"/>
                </a:lnTo>
                <a:lnTo>
                  <a:pt x="637279" y="33164"/>
                </a:lnTo>
                <a:lnTo>
                  <a:pt x="636536" y="32777"/>
                </a:lnTo>
                <a:lnTo>
                  <a:pt x="635766" y="32420"/>
                </a:lnTo>
                <a:lnTo>
                  <a:pt x="634970" y="32091"/>
                </a:lnTo>
                <a:lnTo>
                  <a:pt x="634148" y="31791"/>
                </a:lnTo>
                <a:lnTo>
                  <a:pt x="633301" y="31519"/>
                </a:lnTo>
                <a:lnTo>
                  <a:pt x="632427" y="31276"/>
                </a:lnTo>
                <a:lnTo>
                  <a:pt x="631527" y="31062"/>
                </a:lnTo>
                <a:lnTo>
                  <a:pt x="630601" y="30876"/>
                </a:lnTo>
                <a:lnTo>
                  <a:pt x="629649" y="30718"/>
                </a:lnTo>
                <a:lnTo>
                  <a:pt x="628671" y="30590"/>
                </a:lnTo>
                <a:lnTo>
                  <a:pt x="627667" y="30490"/>
                </a:lnTo>
                <a:lnTo>
                  <a:pt x="626637" y="30418"/>
                </a:lnTo>
                <a:lnTo>
                  <a:pt x="625581" y="30375"/>
                </a:lnTo>
                <a:lnTo>
                  <a:pt x="624499" y="30361"/>
                </a:lnTo>
                <a:lnTo>
                  <a:pt x="623663" y="30368"/>
                </a:lnTo>
                <a:lnTo>
                  <a:pt x="622838" y="30391"/>
                </a:lnTo>
                <a:lnTo>
                  <a:pt x="622025" y="30428"/>
                </a:lnTo>
                <a:lnTo>
                  <a:pt x="621223" y="30479"/>
                </a:lnTo>
                <a:lnTo>
                  <a:pt x="620433" y="30546"/>
                </a:lnTo>
                <a:lnTo>
                  <a:pt x="619655" y="30627"/>
                </a:lnTo>
                <a:lnTo>
                  <a:pt x="618889" y="30723"/>
                </a:lnTo>
                <a:lnTo>
                  <a:pt x="618134" y="30834"/>
                </a:lnTo>
                <a:lnTo>
                  <a:pt x="617392" y="30960"/>
                </a:lnTo>
                <a:lnTo>
                  <a:pt x="616660" y="31100"/>
                </a:lnTo>
                <a:lnTo>
                  <a:pt x="615941" y="31256"/>
                </a:lnTo>
                <a:lnTo>
                  <a:pt x="615233" y="31426"/>
                </a:lnTo>
                <a:lnTo>
                  <a:pt x="614537" y="31611"/>
                </a:lnTo>
                <a:lnTo>
                  <a:pt x="613852" y="31810"/>
                </a:lnTo>
                <a:lnTo>
                  <a:pt x="613180" y="32025"/>
                </a:lnTo>
                <a:lnTo>
                  <a:pt x="612519" y="32254"/>
                </a:lnTo>
                <a:lnTo>
                  <a:pt x="611869" y="32498"/>
                </a:lnTo>
                <a:lnTo>
                  <a:pt x="611232" y="32757"/>
                </a:lnTo>
                <a:lnTo>
                  <a:pt x="610606" y="33030"/>
                </a:lnTo>
                <a:lnTo>
                  <a:pt x="609992" y="33319"/>
                </a:lnTo>
                <a:lnTo>
                  <a:pt x="609389" y="33622"/>
                </a:lnTo>
                <a:lnTo>
                  <a:pt x="608798" y="33940"/>
                </a:lnTo>
                <a:lnTo>
                  <a:pt x="608219" y="34272"/>
                </a:lnTo>
                <a:lnTo>
                  <a:pt x="607652" y="34620"/>
                </a:lnTo>
                <a:lnTo>
                  <a:pt x="607095" y="34976"/>
                </a:lnTo>
                <a:lnTo>
                  <a:pt x="606550" y="35334"/>
                </a:lnTo>
                <a:lnTo>
                  <a:pt x="606016" y="35695"/>
                </a:lnTo>
                <a:lnTo>
                  <a:pt x="605492" y="36057"/>
                </a:lnTo>
                <a:lnTo>
                  <a:pt x="604979" y="36422"/>
                </a:lnTo>
                <a:lnTo>
                  <a:pt x="604477" y="36789"/>
                </a:lnTo>
                <a:lnTo>
                  <a:pt x="603986" y="37158"/>
                </a:lnTo>
                <a:lnTo>
                  <a:pt x="603505" y="37530"/>
                </a:lnTo>
                <a:lnTo>
                  <a:pt x="603036" y="37903"/>
                </a:lnTo>
                <a:lnTo>
                  <a:pt x="602577" y="38279"/>
                </a:lnTo>
                <a:lnTo>
                  <a:pt x="602129" y="38657"/>
                </a:lnTo>
                <a:lnTo>
                  <a:pt x="601692" y="39037"/>
                </a:lnTo>
                <a:lnTo>
                  <a:pt x="601265" y="39419"/>
                </a:lnTo>
                <a:lnTo>
                  <a:pt x="600850" y="39804"/>
                </a:lnTo>
                <a:lnTo>
                  <a:pt x="600445" y="40191"/>
                </a:lnTo>
                <a:lnTo>
                  <a:pt x="600051" y="40580"/>
                </a:lnTo>
                <a:lnTo>
                  <a:pt x="599668" y="40971"/>
                </a:lnTo>
                <a:lnTo>
                  <a:pt x="599296" y="41364"/>
                </a:lnTo>
                <a:lnTo>
                  <a:pt x="598935" y="41760"/>
                </a:lnTo>
                <a:lnTo>
                  <a:pt x="598584" y="42158"/>
                </a:lnTo>
                <a:lnTo>
                  <a:pt x="598245" y="42557"/>
                </a:lnTo>
                <a:lnTo>
                  <a:pt x="597916" y="42960"/>
                </a:lnTo>
                <a:lnTo>
                  <a:pt x="597598" y="43364"/>
                </a:lnTo>
                <a:lnTo>
                  <a:pt x="597290" y="43770"/>
                </a:lnTo>
                <a:lnTo>
                  <a:pt x="596953" y="31879"/>
                </a:lnTo>
                <a:lnTo>
                  <a:pt x="583307" y="31879"/>
                </a:lnTo>
                <a:lnTo>
                  <a:pt x="583307" y="117396"/>
                </a:lnTo>
                <a:lnTo>
                  <a:pt x="597375" y="117396"/>
                </a:lnTo>
                <a:lnTo>
                  <a:pt x="597375" y="55823"/>
                </a:lnTo>
                <a:lnTo>
                  <a:pt x="597673" y="55407"/>
                </a:lnTo>
                <a:lnTo>
                  <a:pt x="597980" y="54994"/>
                </a:lnTo>
                <a:close/>
                <a:moveTo>
                  <a:pt x="278993" y="118813"/>
                </a:moveTo>
                <a:lnTo>
                  <a:pt x="279743" y="118757"/>
                </a:lnTo>
                <a:lnTo>
                  <a:pt x="280486" y="118687"/>
                </a:lnTo>
                <a:lnTo>
                  <a:pt x="281221" y="118605"/>
                </a:lnTo>
                <a:lnTo>
                  <a:pt x="281948" y="118511"/>
                </a:lnTo>
                <a:lnTo>
                  <a:pt x="282667" y="118404"/>
                </a:lnTo>
                <a:lnTo>
                  <a:pt x="283378" y="118284"/>
                </a:lnTo>
                <a:lnTo>
                  <a:pt x="284082" y="118152"/>
                </a:lnTo>
                <a:lnTo>
                  <a:pt x="284777" y="118007"/>
                </a:lnTo>
                <a:lnTo>
                  <a:pt x="285464" y="117850"/>
                </a:lnTo>
                <a:lnTo>
                  <a:pt x="286144" y="117680"/>
                </a:lnTo>
                <a:lnTo>
                  <a:pt x="286816" y="117497"/>
                </a:lnTo>
                <a:lnTo>
                  <a:pt x="287480" y="117302"/>
                </a:lnTo>
                <a:lnTo>
                  <a:pt x="288135" y="117094"/>
                </a:lnTo>
                <a:lnTo>
                  <a:pt x="288783" y="116874"/>
                </a:lnTo>
                <a:lnTo>
                  <a:pt x="289424" y="116641"/>
                </a:lnTo>
                <a:lnTo>
                  <a:pt x="290056" y="116396"/>
                </a:lnTo>
                <a:lnTo>
                  <a:pt x="290680" y="116137"/>
                </a:lnTo>
                <a:lnTo>
                  <a:pt x="291297" y="115867"/>
                </a:lnTo>
                <a:lnTo>
                  <a:pt x="291905" y="115583"/>
                </a:lnTo>
                <a:lnTo>
                  <a:pt x="292506" y="115288"/>
                </a:lnTo>
                <a:lnTo>
                  <a:pt x="293099" y="114981"/>
                </a:lnTo>
                <a:lnTo>
                  <a:pt x="293687" y="114665"/>
                </a:lnTo>
                <a:lnTo>
                  <a:pt x="294268" y="114340"/>
                </a:lnTo>
                <a:lnTo>
                  <a:pt x="294843" y="114006"/>
                </a:lnTo>
                <a:lnTo>
                  <a:pt x="295412" y="113663"/>
                </a:lnTo>
                <a:lnTo>
                  <a:pt x="295975" y="113311"/>
                </a:lnTo>
                <a:lnTo>
                  <a:pt x="296532" y="112950"/>
                </a:lnTo>
                <a:lnTo>
                  <a:pt x="297083" y="112579"/>
                </a:lnTo>
                <a:lnTo>
                  <a:pt x="297627" y="112200"/>
                </a:lnTo>
                <a:lnTo>
                  <a:pt x="298165" y="111812"/>
                </a:lnTo>
                <a:lnTo>
                  <a:pt x="298698" y="111414"/>
                </a:lnTo>
                <a:lnTo>
                  <a:pt x="299224" y="111007"/>
                </a:lnTo>
                <a:lnTo>
                  <a:pt x="299744" y="110592"/>
                </a:lnTo>
                <a:lnTo>
                  <a:pt x="300257" y="110167"/>
                </a:lnTo>
                <a:lnTo>
                  <a:pt x="300765" y="109733"/>
                </a:lnTo>
                <a:lnTo>
                  <a:pt x="301266" y="109290"/>
                </a:lnTo>
                <a:lnTo>
                  <a:pt x="301762" y="108838"/>
                </a:lnTo>
                <a:lnTo>
                  <a:pt x="302251" y="108377"/>
                </a:lnTo>
                <a:lnTo>
                  <a:pt x="302734" y="107907"/>
                </a:lnTo>
                <a:lnTo>
                  <a:pt x="303211" y="107428"/>
                </a:lnTo>
                <a:lnTo>
                  <a:pt x="303682" y="106940"/>
                </a:lnTo>
                <a:lnTo>
                  <a:pt x="304146" y="106442"/>
                </a:lnTo>
                <a:lnTo>
                  <a:pt x="304605" y="105936"/>
                </a:lnTo>
                <a:lnTo>
                  <a:pt x="305057" y="105420"/>
                </a:lnTo>
                <a:lnTo>
                  <a:pt x="305563" y="117396"/>
                </a:lnTo>
                <a:lnTo>
                  <a:pt x="318535" y="117396"/>
                </a:lnTo>
                <a:lnTo>
                  <a:pt x="318535" y="60221"/>
                </a:lnTo>
                <a:lnTo>
                  <a:pt x="318531" y="59459"/>
                </a:lnTo>
                <a:lnTo>
                  <a:pt x="318518" y="58708"/>
                </a:lnTo>
                <a:lnTo>
                  <a:pt x="318496" y="57969"/>
                </a:lnTo>
                <a:lnTo>
                  <a:pt x="318465" y="57241"/>
                </a:lnTo>
                <a:lnTo>
                  <a:pt x="318425" y="56526"/>
                </a:lnTo>
                <a:lnTo>
                  <a:pt x="318377" y="55822"/>
                </a:lnTo>
                <a:lnTo>
                  <a:pt x="318320" y="55130"/>
                </a:lnTo>
                <a:lnTo>
                  <a:pt x="318254" y="54449"/>
                </a:lnTo>
                <a:lnTo>
                  <a:pt x="318180" y="53781"/>
                </a:lnTo>
                <a:lnTo>
                  <a:pt x="318096" y="53124"/>
                </a:lnTo>
                <a:lnTo>
                  <a:pt x="318004" y="52478"/>
                </a:lnTo>
                <a:lnTo>
                  <a:pt x="317903" y="51845"/>
                </a:lnTo>
                <a:lnTo>
                  <a:pt x="317794" y="51223"/>
                </a:lnTo>
                <a:lnTo>
                  <a:pt x="317675" y="50613"/>
                </a:lnTo>
                <a:lnTo>
                  <a:pt x="317548" y="50015"/>
                </a:lnTo>
                <a:lnTo>
                  <a:pt x="317412" y="49429"/>
                </a:lnTo>
                <a:lnTo>
                  <a:pt x="317267" y="48854"/>
                </a:lnTo>
                <a:lnTo>
                  <a:pt x="317114" y="48291"/>
                </a:lnTo>
                <a:lnTo>
                  <a:pt x="316951" y="47740"/>
                </a:lnTo>
                <a:lnTo>
                  <a:pt x="316780" y="47200"/>
                </a:lnTo>
                <a:lnTo>
                  <a:pt x="316600" y="46672"/>
                </a:lnTo>
                <a:lnTo>
                  <a:pt x="316412" y="46156"/>
                </a:lnTo>
                <a:lnTo>
                  <a:pt x="316214" y="45652"/>
                </a:lnTo>
                <a:lnTo>
                  <a:pt x="316008" y="45159"/>
                </a:lnTo>
                <a:lnTo>
                  <a:pt x="315794" y="44677"/>
                </a:lnTo>
                <a:lnTo>
                  <a:pt x="315574" y="44204"/>
                </a:lnTo>
                <a:lnTo>
                  <a:pt x="315347" y="43740"/>
                </a:lnTo>
                <a:lnTo>
                  <a:pt x="315114" y="43285"/>
                </a:lnTo>
                <a:lnTo>
                  <a:pt x="314875" y="42838"/>
                </a:lnTo>
                <a:lnTo>
                  <a:pt x="314629" y="42401"/>
                </a:lnTo>
                <a:lnTo>
                  <a:pt x="314376" y="41973"/>
                </a:lnTo>
                <a:lnTo>
                  <a:pt x="314117" y="41554"/>
                </a:lnTo>
                <a:lnTo>
                  <a:pt x="313852" y="41143"/>
                </a:lnTo>
                <a:lnTo>
                  <a:pt x="313580" y="40742"/>
                </a:lnTo>
                <a:lnTo>
                  <a:pt x="313302" y="40350"/>
                </a:lnTo>
                <a:lnTo>
                  <a:pt x="313018" y="39967"/>
                </a:lnTo>
                <a:lnTo>
                  <a:pt x="312727" y="39593"/>
                </a:lnTo>
                <a:lnTo>
                  <a:pt x="312429" y="39227"/>
                </a:lnTo>
                <a:lnTo>
                  <a:pt x="312125" y="38871"/>
                </a:lnTo>
                <a:lnTo>
                  <a:pt x="311815" y="38524"/>
                </a:lnTo>
                <a:lnTo>
                  <a:pt x="311498" y="38185"/>
                </a:lnTo>
                <a:lnTo>
                  <a:pt x="311175" y="37856"/>
                </a:lnTo>
                <a:lnTo>
                  <a:pt x="310845" y="37536"/>
                </a:lnTo>
                <a:lnTo>
                  <a:pt x="310509" y="37225"/>
                </a:lnTo>
                <a:lnTo>
                  <a:pt x="310167" y="36922"/>
                </a:lnTo>
                <a:lnTo>
                  <a:pt x="309818" y="36629"/>
                </a:lnTo>
                <a:lnTo>
                  <a:pt x="309462" y="36345"/>
                </a:lnTo>
                <a:lnTo>
                  <a:pt x="309101" y="36070"/>
                </a:lnTo>
                <a:lnTo>
                  <a:pt x="308734" y="35802"/>
                </a:lnTo>
                <a:lnTo>
                  <a:pt x="308363" y="35542"/>
                </a:lnTo>
                <a:lnTo>
                  <a:pt x="307988" y="35289"/>
                </a:lnTo>
                <a:lnTo>
                  <a:pt x="307610" y="35042"/>
                </a:lnTo>
                <a:lnTo>
                  <a:pt x="307228" y="34803"/>
                </a:lnTo>
                <a:lnTo>
                  <a:pt x="306842" y="34571"/>
                </a:lnTo>
                <a:lnTo>
                  <a:pt x="306452" y="34346"/>
                </a:lnTo>
                <a:lnTo>
                  <a:pt x="306059" y="34128"/>
                </a:lnTo>
                <a:lnTo>
                  <a:pt x="305661" y="33917"/>
                </a:lnTo>
                <a:lnTo>
                  <a:pt x="305260" y="33712"/>
                </a:lnTo>
                <a:lnTo>
                  <a:pt x="304855" y="33515"/>
                </a:lnTo>
                <a:lnTo>
                  <a:pt x="304446" y="33325"/>
                </a:lnTo>
                <a:lnTo>
                  <a:pt x="304034" y="33142"/>
                </a:lnTo>
                <a:lnTo>
                  <a:pt x="303617" y="32966"/>
                </a:lnTo>
                <a:lnTo>
                  <a:pt x="303197" y="32797"/>
                </a:lnTo>
                <a:lnTo>
                  <a:pt x="302773" y="32635"/>
                </a:lnTo>
                <a:lnTo>
                  <a:pt x="302346" y="32480"/>
                </a:lnTo>
                <a:lnTo>
                  <a:pt x="301914" y="32332"/>
                </a:lnTo>
                <a:lnTo>
                  <a:pt x="301479" y="32191"/>
                </a:lnTo>
                <a:lnTo>
                  <a:pt x="301039" y="32057"/>
                </a:lnTo>
                <a:lnTo>
                  <a:pt x="300596" y="31930"/>
                </a:lnTo>
                <a:lnTo>
                  <a:pt x="300150" y="31811"/>
                </a:lnTo>
                <a:lnTo>
                  <a:pt x="299699" y="31698"/>
                </a:lnTo>
                <a:lnTo>
                  <a:pt x="299245" y="31592"/>
                </a:lnTo>
                <a:lnTo>
                  <a:pt x="298788" y="31491"/>
                </a:lnTo>
                <a:lnTo>
                  <a:pt x="298329" y="31395"/>
                </a:lnTo>
                <a:lnTo>
                  <a:pt x="297869" y="31303"/>
                </a:lnTo>
                <a:lnTo>
                  <a:pt x="297408" y="31216"/>
                </a:lnTo>
                <a:lnTo>
                  <a:pt x="296945" y="31132"/>
                </a:lnTo>
                <a:lnTo>
                  <a:pt x="296481" y="31053"/>
                </a:lnTo>
                <a:lnTo>
                  <a:pt x="296015" y="30979"/>
                </a:lnTo>
                <a:lnTo>
                  <a:pt x="295548" y="30908"/>
                </a:lnTo>
                <a:lnTo>
                  <a:pt x="295079" y="30842"/>
                </a:lnTo>
                <a:lnTo>
                  <a:pt x="294609" y="30780"/>
                </a:lnTo>
                <a:lnTo>
                  <a:pt x="294137" y="30722"/>
                </a:lnTo>
                <a:lnTo>
                  <a:pt x="293664" y="30669"/>
                </a:lnTo>
                <a:lnTo>
                  <a:pt x="293189" y="30620"/>
                </a:lnTo>
                <a:lnTo>
                  <a:pt x="292713" y="30575"/>
                </a:lnTo>
                <a:lnTo>
                  <a:pt x="292236" y="30534"/>
                </a:lnTo>
                <a:lnTo>
                  <a:pt x="291757" y="30498"/>
                </a:lnTo>
                <a:lnTo>
                  <a:pt x="291277" y="30466"/>
                </a:lnTo>
                <a:lnTo>
                  <a:pt x="290795" y="30438"/>
                </a:lnTo>
                <a:lnTo>
                  <a:pt x="290311" y="30414"/>
                </a:lnTo>
                <a:lnTo>
                  <a:pt x="289826" y="30395"/>
                </a:lnTo>
                <a:lnTo>
                  <a:pt x="289340" y="30380"/>
                </a:lnTo>
                <a:lnTo>
                  <a:pt x="288852" y="30370"/>
                </a:lnTo>
                <a:lnTo>
                  <a:pt x="288363" y="30363"/>
                </a:lnTo>
                <a:lnTo>
                  <a:pt x="287873" y="30361"/>
                </a:lnTo>
                <a:lnTo>
                  <a:pt x="287097" y="30366"/>
                </a:lnTo>
                <a:lnTo>
                  <a:pt x="286328" y="30381"/>
                </a:lnTo>
                <a:lnTo>
                  <a:pt x="285567" y="30407"/>
                </a:lnTo>
                <a:lnTo>
                  <a:pt x="284812" y="30443"/>
                </a:lnTo>
                <a:lnTo>
                  <a:pt x="284064" y="30489"/>
                </a:lnTo>
                <a:lnTo>
                  <a:pt x="283324" y="30545"/>
                </a:lnTo>
                <a:lnTo>
                  <a:pt x="282590" y="30611"/>
                </a:lnTo>
                <a:lnTo>
                  <a:pt x="281864" y="30688"/>
                </a:lnTo>
                <a:lnTo>
                  <a:pt x="281144" y="30775"/>
                </a:lnTo>
                <a:lnTo>
                  <a:pt x="280432" y="30872"/>
                </a:lnTo>
                <a:lnTo>
                  <a:pt x="279726" y="30979"/>
                </a:lnTo>
                <a:lnTo>
                  <a:pt x="279028" y="31096"/>
                </a:lnTo>
                <a:lnTo>
                  <a:pt x="278336" y="31224"/>
                </a:lnTo>
                <a:lnTo>
                  <a:pt x="277652" y="31362"/>
                </a:lnTo>
                <a:lnTo>
                  <a:pt x="276974" y="31510"/>
                </a:lnTo>
                <a:lnTo>
                  <a:pt x="276304" y="31668"/>
                </a:lnTo>
                <a:lnTo>
                  <a:pt x="275641" y="31837"/>
                </a:lnTo>
                <a:lnTo>
                  <a:pt x="274984" y="32015"/>
                </a:lnTo>
                <a:lnTo>
                  <a:pt x="274335" y="32204"/>
                </a:lnTo>
                <a:lnTo>
                  <a:pt x="273693" y="32404"/>
                </a:lnTo>
                <a:lnTo>
                  <a:pt x="273057" y="32613"/>
                </a:lnTo>
                <a:lnTo>
                  <a:pt x="272429" y="32832"/>
                </a:lnTo>
                <a:lnTo>
                  <a:pt x="271808" y="33062"/>
                </a:lnTo>
                <a:lnTo>
                  <a:pt x="271194" y="33302"/>
                </a:lnTo>
                <a:lnTo>
                  <a:pt x="270588" y="33553"/>
                </a:lnTo>
                <a:lnTo>
                  <a:pt x="269994" y="33816"/>
                </a:lnTo>
                <a:lnTo>
                  <a:pt x="269411" y="34092"/>
                </a:lnTo>
                <a:lnTo>
                  <a:pt x="268838" y="34379"/>
                </a:lnTo>
                <a:lnTo>
                  <a:pt x="268277" y="34679"/>
                </a:lnTo>
                <a:lnTo>
                  <a:pt x="267727" y="34991"/>
                </a:lnTo>
                <a:lnTo>
                  <a:pt x="267187" y="35315"/>
                </a:lnTo>
                <a:lnTo>
                  <a:pt x="266659" y="35652"/>
                </a:lnTo>
                <a:lnTo>
                  <a:pt x="266141" y="36000"/>
                </a:lnTo>
                <a:lnTo>
                  <a:pt x="265635" y="36361"/>
                </a:lnTo>
                <a:lnTo>
                  <a:pt x="265139" y="36734"/>
                </a:lnTo>
                <a:lnTo>
                  <a:pt x="264655" y="37119"/>
                </a:lnTo>
                <a:lnTo>
                  <a:pt x="264181" y="37516"/>
                </a:lnTo>
                <a:lnTo>
                  <a:pt x="263718" y="37926"/>
                </a:lnTo>
                <a:lnTo>
                  <a:pt x="263267" y="38348"/>
                </a:lnTo>
                <a:lnTo>
                  <a:pt x="262826" y="38782"/>
                </a:lnTo>
                <a:lnTo>
                  <a:pt x="262396" y="39228"/>
                </a:lnTo>
                <a:lnTo>
                  <a:pt x="261977" y="39686"/>
                </a:lnTo>
                <a:lnTo>
                  <a:pt x="261570" y="40157"/>
                </a:lnTo>
                <a:lnTo>
                  <a:pt x="261173" y="40640"/>
                </a:lnTo>
                <a:lnTo>
                  <a:pt x="260787" y="41135"/>
                </a:lnTo>
                <a:lnTo>
                  <a:pt x="260412" y="41642"/>
                </a:lnTo>
                <a:lnTo>
                  <a:pt x="260048" y="42161"/>
                </a:lnTo>
                <a:lnTo>
                  <a:pt x="259695" y="42693"/>
                </a:lnTo>
                <a:lnTo>
                  <a:pt x="259355" y="43237"/>
                </a:lnTo>
                <a:lnTo>
                  <a:pt x="259029" y="43795"/>
                </a:lnTo>
                <a:lnTo>
                  <a:pt x="258718" y="44366"/>
                </a:lnTo>
                <a:lnTo>
                  <a:pt x="258421" y="44951"/>
                </a:lnTo>
                <a:lnTo>
                  <a:pt x="258139" y="45549"/>
                </a:lnTo>
                <a:lnTo>
                  <a:pt x="257871" y="46161"/>
                </a:lnTo>
                <a:lnTo>
                  <a:pt x="257618" y="46787"/>
                </a:lnTo>
                <a:lnTo>
                  <a:pt x="257379" y="47426"/>
                </a:lnTo>
                <a:lnTo>
                  <a:pt x="257154" y="48079"/>
                </a:lnTo>
                <a:lnTo>
                  <a:pt x="256944" y="48745"/>
                </a:lnTo>
                <a:lnTo>
                  <a:pt x="256749" y="49425"/>
                </a:lnTo>
                <a:lnTo>
                  <a:pt x="256568" y="50119"/>
                </a:lnTo>
                <a:lnTo>
                  <a:pt x="256401" y="50826"/>
                </a:lnTo>
                <a:lnTo>
                  <a:pt x="256249" y="51546"/>
                </a:lnTo>
                <a:lnTo>
                  <a:pt x="256112" y="52281"/>
                </a:lnTo>
                <a:lnTo>
                  <a:pt x="255989" y="53028"/>
                </a:lnTo>
                <a:lnTo>
                  <a:pt x="255880" y="53790"/>
                </a:lnTo>
                <a:lnTo>
                  <a:pt x="255786" y="54565"/>
                </a:lnTo>
                <a:lnTo>
                  <a:pt x="255706" y="55353"/>
                </a:lnTo>
                <a:lnTo>
                  <a:pt x="255641" y="56155"/>
                </a:lnTo>
                <a:lnTo>
                  <a:pt x="255591" y="56971"/>
                </a:lnTo>
                <a:lnTo>
                  <a:pt x="255554" y="57800"/>
                </a:lnTo>
                <a:lnTo>
                  <a:pt x="255533" y="58643"/>
                </a:lnTo>
                <a:lnTo>
                  <a:pt x="255525" y="59499"/>
                </a:lnTo>
                <a:lnTo>
                  <a:pt x="269172" y="59499"/>
                </a:lnTo>
                <a:lnTo>
                  <a:pt x="269181" y="58693"/>
                </a:lnTo>
                <a:lnTo>
                  <a:pt x="269209" y="57905"/>
                </a:lnTo>
                <a:lnTo>
                  <a:pt x="269256" y="57136"/>
                </a:lnTo>
                <a:lnTo>
                  <a:pt x="269322" y="56385"/>
                </a:lnTo>
                <a:lnTo>
                  <a:pt x="269406" y="55653"/>
                </a:lnTo>
                <a:lnTo>
                  <a:pt x="269509" y="54939"/>
                </a:lnTo>
                <a:lnTo>
                  <a:pt x="269631" y="54244"/>
                </a:lnTo>
                <a:lnTo>
                  <a:pt x="269771" y="53567"/>
                </a:lnTo>
                <a:lnTo>
                  <a:pt x="269930" y="52909"/>
                </a:lnTo>
                <a:lnTo>
                  <a:pt x="270108" y="52270"/>
                </a:lnTo>
                <a:lnTo>
                  <a:pt x="270304" y="51649"/>
                </a:lnTo>
                <a:lnTo>
                  <a:pt x="270520" y="51046"/>
                </a:lnTo>
                <a:lnTo>
                  <a:pt x="270754" y="50463"/>
                </a:lnTo>
                <a:lnTo>
                  <a:pt x="271006" y="49897"/>
                </a:lnTo>
                <a:lnTo>
                  <a:pt x="271278" y="49351"/>
                </a:lnTo>
                <a:lnTo>
                  <a:pt x="271568" y="48822"/>
                </a:lnTo>
                <a:lnTo>
                  <a:pt x="271877" y="48313"/>
                </a:lnTo>
                <a:lnTo>
                  <a:pt x="272204" y="47822"/>
                </a:lnTo>
                <a:lnTo>
                  <a:pt x="272551" y="47349"/>
                </a:lnTo>
                <a:lnTo>
                  <a:pt x="272916" y="46895"/>
                </a:lnTo>
                <a:lnTo>
                  <a:pt x="273300" y="46460"/>
                </a:lnTo>
                <a:lnTo>
                  <a:pt x="273702" y="46043"/>
                </a:lnTo>
                <a:lnTo>
                  <a:pt x="274123" y="45645"/>
                </a:lnTo>
                <a:lnTo>
                  <a:pt x="274563" y="45265"/>
                </a:lnTo>
                <a:lnTo>
                  <a:pt x="275017" y="44902"/>
                </a:lnTo>
                <a:lnTo>
                  <a:pt x="275479" y="44555"/>
                </a:lnTo>
                <a:lnTo>
                  <a:pt x="275950" y="44223"/>
                </a:lnTo>
                <a:lnTo>
                  <a:pt x="276430" y="43906"/>
                </a:lnTo>
                <a:lnTo>
                  <a:pt x="276919" y="43605"/>
                </a:lnTo>
                <a:lnTo>
                  <a:pt x="277417" y="43320"/>
                </a:lnTo>
                <a:lnTo>
                  <a:pt x="277923" y="43049"/>
                </a:lnTo>
                <a:lnTo>
                  <a:pt x="278438" y="42795"/>
                </a:lnTo>
                <a:lnTo>
                  <a:pt x="278962" y="42555"/>
                </a:lnTo>
                <a:lnTo>
                  <a:pt x="279495" y="42332"/>
                </a:lnTo>
                <a:lnTo>
                  <a:pt x="280036" y="42123"/>
                </a:lnTo>
                <a:lnTo>
                  <a:pt x="280586" y="41930"/>
                </a:lnTo>
                <a:lnTo>
                  <a:pt x="281145" y="41753"/>
                </a:lnTo>
                <a:lnTo>
                  <a:pt x="281713" y="41591"/>
                </a:lnTo>
                <a:lnTo>
                  <a:pt x="282289" y="41444"/>
                </a:lnTo>
                <a:lnTo>
                  <a:pt x="282875" y="41313"/>
                </a:lnTo>
                <a:lnTo>
                  <a:pt x="283469" y="41197"/>
                </a:lnTo>
                <a:lnTo>
                  <a:pt x="284071" y="41097"/>
                </a:lnTo>
                <a:lnTo>
                  <a:pt x="284683" y="41012"/>
                </a:lnTo>
                <a:lnTo>
                  <a:pt x="285303" y="40942"/>
                </a:lnTo>
                <a:lnTo>
                  <a:pt x="285933" y="40888"/>
                </a:lnTo>
                <a:lnTo>
                  <a:pt x="286570" y="40850"/>
                </a:lnTo>
                <a:lnTo>
                  <a:pt x="287217" y="40826"/>
                </a:lnTo>
                <a:lnTo>
                  <a:pt x="287873" y="40819"/>
                </a:lnTo>
                <a:lnTo>
                  <a:pt x="288472" y="40826"/>
                </a:lnTo>
                <a:lnTo>
                  <a:pt x="289063" y="40848"/>
                </a:lnTo>
                <a:lnTo>
                  <a:pt x="289646" y="40884"/>
                </a:lnTo>
                <a:lnTo>
                  <a:pt x="290220" y="40936"/>
                </a:lnTo>
                <a:lnTo>
                  <a:pt x="290785" y="41001"/>
                </a:lnTo>
                <a:lnTo>
                  <a:pt x="291342" y="41082"/>
                </a:lnTo>
                <a:lnTo>
                  <a:pt x="291891" y="41177"/>
                </a:lnTo>
                <a:lnTo>
                  <a:pt x="292431" y="41286"/>
                </a:lnTo>
                <a:lnTo>
                  <a:pt x="292962" y="41410"/>
                </a:lnTo>
                <a:lnTo>
                  <a:pt x="293486" y="41549"/>
                </a:lnTo>
                <a:lnTo>
                  <a:pt x="294000" y="41702"/>
                </a:lnTo>
                <a:lnTo>
                  <a:pt x="294506" y="41870"/>
                </a:lnTo>
                <a:lnTo>
                  <a:pt x="295004" y="42053"/>
                </a:lnTo>
                <a:lnTo>
                  <a:pt x="295493" y="42250"/>
                </a:lnTo>
                <a:lnTo>
                  <a:pt x="295974" y="42462"/>
                </a:lnTo>
                <a:lnTo>
                  <a:pt x="296446" y="42688"/>
                </a:lnTo>
                <a:lnTo>
                  <a:pt x="296910" y="42929"/>
                </a:lnTo>
                <a:lnTo>
                  <a:pt x="297365" y="43185"/>
                </a:lnTo>
                <a:lnTo>
                  <a:pt x="297812" y="43455"/>
                </a:lnTo>
                <a:lnTo>
                  <a:pt x="298250" y="43740"/>
                </a:lnTo>
                <a:lnTo>
                  <a:pt x="298680" y="44039"/>
                </a:lnTo>
                <a:lnTo>
                  <a:pt x="299101" y="44353"/>
                </a:lnTo>
                <a:lnTo>
                  <a:pt x="299514" y="44682"/>
                </a:lnTo>
                <a:lnTo>
                  <a:pt x="299919" y="45025"/>
                </a:lnTo>
                <a:lnTo>
                  <a:pt x="300310" y="45388"/>
                </a:lnTo>
                <a:lnTo>
                  <a:pt x="300686" y="45775"/>
                </a:lnTo>
                <a:lnTo>
                  <a:pt x="301044" y="46188"/>
                </a:lnTo>
                <a:lnTo>
                  <a:pt x="301386" y="46624"/>
                </a:lnTo>
                <a:lnTo>
                  <a:pt x="301711" y="47086"/>
                </a:lnTo>
                <a:lnTo>
                  <a:pt x="302019" y="47572"/>
                </a:lnTo>
                <a:lnTo>
                  <a:pt x="302311" y="48083"/>
                </a:lnTo>
                <a:lnTo>
                  <a:pt x="302586" y="48618"/>
                </a:lnTo>
                <a:lnTo>
                  <a:pt x="302845" y="49178"/>
                </a:lnTo>
                <a:lnTo>
                  <a:pt x="303086" y="49763"/>
                </a:lnTo>
                <a:lnTo>
                  <a:pt x="303311" y="50373"/>
                </a:lnTo>
                <a:lnTo>
                  <a:pt x="303520" y="51007"/>
                </a:lnTo>
                <a:lnTo>
                  <a:pt x="303712" y="51666"/>
                </a:lnTo>
                <a:lnTo>
                  <a:pt x="303887" y="52349"/>
                </a:lnTo>
                <a:lnTo>
                  <a:pt x="304045" y="53057"/>
                </a:lnTo>
                <a:lnTo>
                  <a:pt x="304187" y="53790"/>
                </a:lnTo>
                <a:lnTo>
                  <a:pt x="304312" y="54548"/>
                </a:lnTo>
                <a:lnTo>
                  <a:pt x="304420" y="55330"/>
                </a:lnTo>
                <a:lnTo>
                  <a:pt x="304512" y="56136"/>
                </a:lnTo>
                <a:lnTo>
                  <a:pt x="304587" y="56968"/>
                </a:lnTo>
                <a:lnTo>
                  <a:pt x="304645" y="57824"/>
                </a:lnTo>
                <a:lnTo>
                  <a:pt x="304687" y="58705"/>
                </a:lnTo>
                <a:lnTo>
                  <a:pt x="304712" y="59610"/>
                </a:lnTo>
                <a:lnTo>
                  <a:pt x="304720" y="60540"/>
                </a:lnTo>
                <a:lnTo>
                  <a:pt x="304720" y="66963"/>
                </a:lnTo>
                <a:lnTo>
                  <a:pt x="303393" y="66981"/>
                </a:lnTo>
                <a:lnTo>
                  <a:pt x="302081" y="67005"/>
                </a:lnTo>
                <a:lnTo>
                  <a:pt x="300782" y="67036"/>
                </a:lnTo>
                <a:lnTo>
                  <a:pt x="299497" y="67074"/>
                </a:lnTo>
                <a:lnTo>
                  <a:pt x="298227" y="67119"/>
                </a:lnTo>
                <a:lnTo>
                  <a:pt x="296970" y="67170"/>
                </a:lnTo>
                <a:lnTo>
                  <a:pt x="295728" y="67228"/>
                </a:lnTo>
                <a:lnTo>
                  <a:pt x="294499" y="67292"/>
                </a:lnTo>
                <a:lnTo>
                  <a:pt x="293285" y="67363"/>
                </a:lnTo>
                <a:lnTo>
                  <a:pt x="292085" y="67441"/>
                </a:lnTo>
                <a:lnTo>
                  <a:pt x="290898" y="67525"/>
                </a:lnTo>
                <a:lnTo>
                  <a:pt x="289726" y="67617"/>
                </a:lnTo>
                <a:lnTo>
                  <a:pt x="288568" y="67714"/>
                </a:lnTo>
                <a:lnTo>
                  <a:pt x="287423" y="67819"/>
                </a:lnTo>
                <a:lnTo>
                  <a:pt x="286293" y="67930"/>
                </a:lnTo>
                <a:lnTo>
                  <a:pt x="285177" y="68048"/>
                </a:lnTo>
                <a:lnTo>
                  <a:pt x="284075" y="68172"/>
                </a:lnTo>
                <a:lnTo>
                  <a:pt x="282987" y="68303"/>
                </a:lnTo>
                <a:lnTo>
                  <a:pt x="281913" y="68441"/>
                </a:lnTo>
                <a:lnTo>
                  <a:pt x="280853" y="68585"/>
                </a:lnTo>
                <a:lnTo>
                  <a:pt x="279807" y="68736"/>
                </a:lnTo>
                <a:lnTo>
                  <a:pt x="278775" y="68894"/>
                </a:lnTo>
                <a:lnTo>
                  <a:pt x="277757" y="69058"/>
                </a:lnTo>
                <a:lnTo>
                  <a:pt x="276753" y="69229"/>
                </a:lnTo>
                <a:lnTo>
                  <a:pt x="275766" y="69410"/>
                </a:lnTo>
                <a:lnTo>
                  <a:pt x="274797" y="69605"/>
                </a:lnTo>
                <a:lnTo>
                  <a:pt x="273848" y="69813"/>
                </a:lnTo>
                <a:lnTo>
                  <a:pt x="272917" y="70033"/>
                </a:lnTo>
                <a:lnTo>
                  <a:pt x="272005" y="70268"/>
                </a:lnTo>
                <a:lnTo>
                  <a:pt x="271112" y="70515"/>
                </a:lnTo>
                <a:lnTo>
                  <a:pt x="270238" y="70776"/>
                </a:lnTo>
                <a:lnTo>
                  <a:pt x="269382" y="71051"/>
                </a:lnTo>
                <a:lnTo>
                  <a:pt x="268546" y="71338"/>
                </a:lnTo>
                <a:lnTo>
                  <a:pt x="267728" y="71639"/>
                </a:lnTo>
                <a:lnTo>
                  <a:pt x="266930" y="71953"/>
                </a:lnTo>
                <a:lnTo>
                  <a:pt x="266150" y="72281"/>
                </a:lnTo>
                <a:lnTo>
                  <a:pt x="265389" y="72622"/>
                </a:lnTo>
                <a:lnTo>
                  <a:pt x="264647" y="72976"/>
                </a:lnTo>
                <a:lnTo>
                  <a:pt x="263923" y="73343"/>
                </a:lnTo>
                <a:lnTo>
                  <a:pt x="263219" y="73724"/>
                </a:lnTo>
                <a:lnTo>
                  <a:pt x="262534" y="74118"/>
                </a:lnTo>
                <a:lnTo>
                  <a:pt x="261867" y="74525"/>
                </a:lnTo>
                <a:lnTo>
                  <a:pt x="261219" y="74946"/>
                </a:lnTo>
                <a:lnTo>
                  <a:pt x="260590" y="75380"/>
                </a:lnTo>
                <a:lnTo>
                  <a:pt x="259980" y="75827"/>
                </a:lnTo>
                <a:lnTo>
                  <a:pt x="259389" y="76288"/>
                </a:lnTo>
                <a:lnTo>
                  <a:pt x="258817" y="76762"/>
                </a:lnTo>
                <a:lnTo>
                  <a:pt x="258263" y="77249"/>
                </a:lnTo>
                <a:lnTo>
                  <a:pt x="257730" y="77753"/>
                </a:lnTo>
                <a:lnTo>
                  <a:pt x="257220" y="78276"/>
                </a:lnTo>
                <a:lnTo>
                  <a:pt x="256733" y="78818"/>
                </a:lnTo>
                <a:lnTo>
                  <a:pt x="256268" y="79380"/>
                </a:lnTo>
                <a:lnTo>
                  <a:pt x="255826" y="79961"/>
                </a:lnTo>
                <a:lnTo>
                  <a:pt x="255407" y="80561"/>
                </a:lnTo>
                <a:lnTo>
                  <a:pt x="255010" y="81181"/>
                </a:lnTo>
                <a:lnTo>
                  <a:pt x="254636" y="81820"/>
                </a:lnTo>
                <a:lnTo>
                  <a:pt x="254285" y="82479"/>
                </a:lnTo>
                <a:lnTo>
                  <a:pt x="253956" y="83157"/>
                </a:lnTo>
                <a:lnTo>
                  <a:pt x="253650" y="83854"/>
                </a:lnTo>
                <a:lnTo>
                  <a:pt x="253367" y="84571"/>
                </a:lnTo>
                <a:lnTo>
                  <a:pt x="253106" y="85307"/>
                </a:lnTo>
                <a:lnTo>
                  <a:pt x="252868" y="86062"/>
                </a:lnTo>
                <a:lnTo>
                  <a:pt x="252653" y="86837"/>
                </a:lnTo>
                <a:lnTo>
                  <a:pt x="252460" y="87631"/>
                </a:lnTo>
                <a:lnTo>
                  <a:pt x="252290" y="88444"/>
                </a:lnTo>
                <a:lnTo>
                  <a:pt x="252143" y="89277"/>
                </a:lnTo>
                <a:lnTo>
                  <a:pt x="252018" y="90129"/>
                </a:lnTo>
                <a:lnTo>
                  <a:pt x="251916" y="91001"/>
                </a:lnTo>
                <a:lnTo>
                  <a:pt x="251837" y="91892"/>
                </a:lnTo>
                <a:lnTo>
                  <a:pt x="251780" y="92802"/>
                </a:lnTo>
                <a:lnTo>
                  <a:pt x="251746" y="93732"/>
                </a:lnTo>
                <a:lnTo>
                  <a:pt x="251735" y="94681"/>
                </a:lnTo>
                <a:lnTo>
                  <a:pt x="251740" y="95344"/>
                </a:lnTo>
                <a:lnTo>
                  <a:pt x="251758" y="95999"/>
                </a:lnTo>
                <a:lnTo>
                  <a:pt x="251786" y="96645"/>
                </a:lnTo>
                <a:lnTo>
                  <a:pt x="251826" y="97281"/>
                </a:lnTo>
                <a:lnTo>
                  <a:pt x="251877" y="97909"/>
                </a:lnTo>
                <a:lnTo>
                  <a:pt x="251940" y="98527"/>
                </a:lnTo>
                <a:lnTo>
                  <a:pt x="252014" y="99136"/>
                </a:lnTo>
                <a:lnTo>
                  <a:pt x="252100" y="99737"/>
                </a:lnTo>
                <a:lnTo>
                  <a:pt x="252197" y="100328"/>
                </a:lnTo>
                <a:lnTo>
                  <a:pt x="252305" y="100910"/>
                </a:lnTo>
                <a:lnTo>
                  <a:pt x="252425" y="101483"/>
                </a:lnTo>
                <a:lnTo>
                  <a:pt x="252556" y="102047"/>
                </a:lnTo>
                <a:lnTo>
                  <a:pt x="252699" y="102602"/>
                </a:lnTo>
                <a:lnTo>
                  <a:pt x="252853" y="103147"/>
                </a:lnTo>
                <a:lnTo>
                  <a:pt x="253018" y="103684"/>
                </a:lnTo>
                <a:lnTo>
                  <a:pt x="253195" y="104212"/>
                </a:lnTo>
                <a:lnTo>
                  <a:pt x="253383" y="104730"/>
                </a:lnTo>
                <a:lnTo>
                  <a:pt x="253583" y="105240"/>
                </a:lnTo>
                <a:lnTo>
                  <a:pt x="253794" y="105740"/>
                </a:lnTo>
                <a:lnTo>
                  <a:pt x="254016" y="106231"/>
                </a:lnTo>
                <a:lnTo>
                  <a:pt x="254250" y="106714"/>
                </a:lnTo>
                <a:lnTo>
                  <a:pt x="254495" y="107187"/>
                </a:lnTo>
                <a:lnTo>
                  <a:pt x="254752" y="107651"/>
                </a:lnTo>
                <a:lnTo>
                  <a:pt x="255020" y="108106"/>
                </a:lnTo>
                <a:lnTo>
                  <a:pt x="255298" y="108551"/>
                </a:lnTo>
                <a:lnTo>
                  <a:pt x="255583" y="108988"/>
                </a:lnTo>
                <a:lnTo>
                  <a:pt x="255876" y="109414"/>
                </a:lnTo>
                <a:lnTo>
                  <a:pt x="256176" y="109832"/>
                </a:lnTo>
                <a:lnTo>
                  <a:pt x="256484" y="110240"/>
                </a:lnTo>
                <a:lnTo>
                  <a:pt x="256799" y="110639"/>
                </a:lnTo>
                <a:lnTo>
                  <a:pt x="257123" y="111028"/>
                </a:lnTo>
                <a:lnTo>
                  <a:pt x="257454" y="111408"/>
                </a:lnTo>
                <a:lnTo>
                  <a:pt x="257792" y="111778"/>
                </a:lnTo>
                <a:lnTo>
                  <a:pt x="258138" y="112140"/>
                </a:lnTo>
                <a:lnTo>
                  <a:pt x="258492" y="112491"/>
                </a:lnTo>
                <a:lnTo>
                  <a:pt x="258853" y="112834"/>
                </a:lnTo>
                <a:lnTo>
                  <a:pt x="259222" y="113167"/>
                </a:lnTo>
                <a:lnTo>
                  <a:pt x="259598" y="113491"/>
                </a:lnTo>
                <a:lnTo>
                  <a:pt x="259982" y="113805"/>
                </a:lnTo>
                <a:lnTo>
                  <a:pt x="260374" y="114110"/>
                </a:lnTo>
                <a:lnTo>
                  <a:pt x="260773" y="114406"/>
                </a:lnTo>
                <a:lnTo>
                  <a:pt x="261180" y="114692"/>
                </a:lnTo>
                <a:lnTo>
                  <a:pt x="261594" y="114969"/>
                </a:lnTo>
                <a:lnTo>
                  <a:pt x="262016" y="115236"/>
                </a:lnTo>
                <a:lnTo>
                  <a:pt x="262446" y="115494"/>
                </a:lnTo>
                <a:lnTo>
                  <a:pt x="262883" y="115743"/>
                </a:lnTo>
                <a:lnTo>
                  <a:pt x="263328" y="115983"/>
                </a:lnTo>
                <a:lnTo>
                  <a:pt x="263781" y="116213"/>
                </a:lnTo>
                <a:lnTo>
                  <a:pt x="264239" y="116433"/>
                </a:lnTo>
                <a:lnTo>
                  <a:pt x="264701" y="116644"/>
                </a:lnTo>
                <a:lnTo>
                  <a:pt x="265168" y="116846"/>
                </a:lnTo>
                <a:lnTo>
                  <a:pt x="265639" y="117038"/>
                </a:lnTo>
                <a:lnTo>
                  <a:pt x="266113" y="117221"/>
                </a:lnTo>
                <a:lnTo>
                  <a:pt x="266592" y="117394"/>
                </a:lnTo>
                <a:lnTo>
                  <a:pt x="267075" y="117559"/>
                </a:lnTo>
                <a:lnTo>
                  <a:pt x="267562" y="117713"/>
                </a:lnTo>
                <a:lnTo>
                  <a:pt x="268053" y="117859"/>
                </a:lnTo>
                <a:lnTo>
                  <a:pt x="268548" y="117995"/>
                </a:lnTo>
                <a:lnTo>
                  <a:pt x="269048" y="118121"/>
                </a:lnTo>
                <a:lnTo>
                  <a:pt x="269551" y="118239"/>
                </a:lnTo>
                <a:lnTo>
                  <a:pt x="270058" y="118347"/>
                </a:lnTo>
                <a:lnTo>
                  <a:pt x="270570" y="118445"/>
                </a:lnTo>
                <a:lnTo>
                  <a:pt x="271086" y="118534"/>
                </a:lnTo>
                <a:lnTo>
                  <a:pt x="271605" y="118614"/>
                </a:lnTo>
                <a:lnTo>
                  <a:pt x="272129" y="118684"/>
                </a:lnTo>
                <a:lnTo>
                  <a:pt x="272657" y="118745"/>
                </a:lnTo>
                <a:lnTo>
                  <a:pt x="273189" y="118797"/>
                </a:lnTo>
                <a:lnTo>
                  <a:pt x="273725" y="118839"/>
                </a:lnTo>
                <a:lnTo>
                  <a:pt x="274266" y="118872"/>
                </a:lnTo>
                <a:lnTo>
                  <a:pt x="274810" y="118895"/>
                </a:lnTo>
                <a:lnTo>
                  <a:pt x="275358" y="118909"/>
                </a:lnTo>
                <a:lnTo>
                  <a:pt x="275911" y="118914"/>
                </a:lnTo>
                <a:lnTo>
                  <a:pt x="276693" y="118908"/>
                </a:lnTo>
                <a:lnTo>
                  <a:pt x="277468" y="118889"/>
                </a:lnTo>
                <a:lnTo>
                  <a:pt x="278234" y="118857"/>
                </a:lnTo>
                <a:lnTo>
                  <a:pt x="278993" y="118813"/>
                </a:lnTo>
                <a:close/>
                <a:moveTo>
                  <a:pt x="277411" y="108014"/>
                </a:moveTo>
                <a:lnTo>
                  <a:pt x="276889" y="107955"/>
                </a:lnTo>
                <a:lnTo>
                  <a:pt x="276379" y="107883"/>
                </a:lnTo>
                <a:lnTo>
                  <a:pt x="275882" y="107797"/>
                </a:lnTo>
                <a:lnTo>
                  <a:pt x="275396" y="107699"/>
                </a:lnTo>
                <a:lnTo>
                  <a:pt x="274922" y="107587"/>
                </a:lnTo>
                <a:lnTo>
                  <a:pt x="274461" y="107463"/>
                </a:lnTo>
                <a:lnTo>
                  <a:pt x="274011" y="107325"/>
                </a:lnTo>
                <a:lnTo>
                  <a:pt x="273573" y="107174"/>
                </a:lnTo>
                <a:lnTo>
                  <a:pt x="273148" y="107010"/>
                </a:lnTo>
                <a:lnTo>
                  <a:pt x="272734" y="106833"/>
                </a:lnTo>
                <a:lnTo>
                  <a:pt x="272332" y="106643"/>
                </a:lnTo>
                <a:lnTo>
                  <a:pt x="271942" y="106439"/>
                </a:lnTo>
                <a:lnTo>
                  <a:pt x="271565" y="106223"/>
                </a:lnTo>
                <a:lnTo>
                  <a:pt x="271199" y="105993"/>
                </a:lnTo>
                <a:lnTo>
                  <a:pt x="270845" y="105750"/>
                </a:lnTo>
                <a:lnTo>
                  <a:pt x="270503" y="105494"/>
                </a:lnTo>
                <a:lnTo>
                  <a:pt x="270174" y="105225"/>
                </a:lnTo>
                <a:lnTo>
                  <a:pt x="269856" y="104943"/>
                </a:lnTo>
                <a:lnTo>
                  <a:pt x="269550" y="104648"/>
                </a:lnTo>
                <a:lnTo>
                  <a:pt x="269256" y="104340"/>
                </a:lnTo>
                <a:lnTo>
                  <a:pt x="268974" y="104020"/>
                </a:lnTo>
                <a:lnTo>
                  <a:pt x="268704" y="103691"/>
                </a:lnTo>
                <a:lnTo>
                  <a:pt x="268447" y="103353"/>
                </a:lnTo>
                <a:lnTo>
                  <a:pt x="268201" y="103006"/>
                </a:lnTo>
                <a:lnTo>
                  <a:pt x="267967" y="102650"/>
                </a:lnTo>
                <a:lnTo>
                  <a:pt x="267745" y="102285"/>
                </a:lnTo>
                <a:lnTo>
                  <a:pt x="267535" y="101910"/>
                </a:lnTo>
                <a:lnTo>
                  <a:pt x="267337" y="101527"/>
                </a:lnTo>
                <a:lnTo>
                  <a:pt x="267152" y="101134"/>
                </a:lnTo>
                <a:lnTo>
                  <a:pt x="266978" y="100732"/>
                </a:lnTo>
                <a:lnTo>
                  <a:pt x="266816" y="100321"/>
                </a:lnTo>
                <a:lnTo>
                  <a:pt x="266666" y="99901"/>
                </a:lnTo>
                <a:lnTo>
                  <a:pt x="266528" y="99472"/>
                </a:lnTo>
                <a:lnTo>
                  <a:pt x="266402" y="99034"/>
                </a:lnTo>
                <a:lnTo>
                  <a:pt x="266288" y="98587"/>
                </a:lnTo>
                <a:lnTo>
                  <a:pt x="266186" y="98130"/>
                </a:lnTo>
                <a:lnTo>
                  <a:pt x="266096" y="97665"/>
                </a:lnTo>
                <a:lnTo>
                  <a:pt x="266018" y="97190"/>
                </a:lnTo>
                <a:lnTo>
                  <a:pt x="265952" y="96706"/>
                </a:lnTo>
                <a:lnTo>
                  <a:pt x="265898" y="96214"/>
                </a:lnTo>
                <a:lnTo>
                  <a:pt x="265856" y="95711"/>
                </a:lnTo>
                <a:lnTo>
                  <a:pt x="265826" y="95200"/>
                </a:lnTo>
                <a:lnTo>
                  <a:pt x="265808" y="94680"/>
                </a:lnTo>
                <a:lnTo>
                  <a:pt x="265802" y="94151"/>
                </a:lnTo>
                <a:lnTo>
                  <a:pt x="265818" y="93352"/>
                </a:lnTo>
                <a:lnTo>
                  <a:pt x="265865" y="92572"/>
                </a:lnTo>
                <a:lnTo>
                  <a:pt x="265943" y="91812"/>
                </a:lnTo>
                <a:lnTo>
                  <a:pt x="266053" y="91070"/>
                </a:lnTo>
                <a:lnTo>
                  <a:pt x="266194" y="90347"/>
                </a:lnTo>
                <a:lnTo>
                  <a:pt x="266366" y="89644"/>
                </a:lnTo>
                <a:lnTo>
                  <a:pt x="266569" y="88959"/>
                </a:lnTo>
                <a:lnTo>
                  <a:pt x="266804" y="88293"/>
                </a:lnTo>
                <a:lnTo>
                  <a:pt x="267070" y="87647"/>
                </a:lnTo>
                <a:lnTo>
                  <a:pt x="267367" y="87019"/>
                </a:lnTo>
                <a:lnTo>
                  <a:pt x="267696" y="86410"/>
                </a:lnTo>
                <a:lnTo>
                  <a:pt x="268056" y="85821"/>
                </a:lnTo>
                <a:lnTo>
                  <a:pt x="268447" y="85250"/>
                </a:lnTo>
                <a:lnTo>
                  <a:pt x="268869" y="84698"/>
                </a:lnTo>
                <a:lnTo>
                  <a:pt x="269323" y="84166"/>
                </a:lnTo>
                <a:lnTo>
                  <a:pt x="269808" y="83652"/>
                </a:lnTo>
                <a:lnTo>
                  <a:pt x="270325" y="83157"/>
                </a:lnTo>
                <a:lnTo>
                  <a:pt x="270872" y="82682"/>
                </a:lnTo>
                <a:lnTo>
                  <a:pt x="271451" y="82225"/>
                </a:lnTo>
                <a:lnTo>
                  <a:pt x="272062" y="81788"/>
                </a:lnTo>
                <a:lnTo>
                  <a:pt x="272703" y="81369"/>
                </a:lnTo>
                <a:lnTo>
                  <a:pt x="273376" y="80970"/>
                </a:lnTo>
                <a:lnTo>
                  <a:pt x="274080" y="80589"/>
                </a:lnTo>
                <a:lnTo>
                  <a:pt x="274816" y="80227"/>
                </a:lnTo>
                <a:lnTo>
                  <a:pt x="275587" y="79882"/>
                </a:lnTo>
                <a:lnTo>
                  <a:pt x="276400" y="79550"/>
                </a:lnTo>
                <a:lnTo>
                  <a:pt x="277253" y="79232"/>
                </a:lnTo>
                <a:lnTo>
                  <a:pt x="278148" y="78928"/>
                </a:lnTo>
                <a:lnTo>
                  <a:pt x="279083" y="78638"/>
                </a:lnTo>
                <a:lnTo>
                  <a:pt x="280060" y="78361"/>
                </a:lnTo>
                <a:lnTo>
                  <a:pt x="281077" y="78098"/>
                </a:lnTo>
                <a:lnTo>
                  <a:pt x="282135" y="77849"/>
                </a:lnTo>
                <a:lnTo>
                  <a:pt x="283234" y="77614"/>
                </a:lnTo>
                <a:lnTo>
                  <a:pt x="284374" y="77392"/>
                </a:lnTo>
                <a:lnTo>
                  <a:pt x="285556" y="77184"/>
                </a:lnTo>
                <a:lnTo>
                  <a:pt x="286778" y="76990"/>
                </a:lnTo>
                <a:lnTo>
                  <a:pt x="288041" y="76810"/>
                </a:lnTo>
                <a:lnTo>
                  <a:pt x="289344" y="76643"/>
                </a:lnTo>
                <a:lnTo>
                  <a:pt x="290689" y="76491"/>
                </a:lnTo>
                <a:lnTo>
                  <a:pt x="292075" y="76351"/>
                </a:lnTo>
                <a:lnTo>
                  <a:pt x="293502" y="76226"/>
                </a:lnTo>
                <a:lnTo>
                  <a:pt x="294970" y="76115"/>
                </a:lnTo>
                <a:lnTo>
                  <a:pt x="296478" y="76017"/>
                </a:lnTo>
                <a:lnTo>
                  <a:pt x="298028" y="75933"/>
                </a:lnTo>
                <a:lnTo>
                  <a:pt x="299619" y="75862"/>
                </a:lnTo>
                <a:lnTo>
                  <a:pt x="301250" y="75806"/>
                </a:lnTo>
                <a:lnTo>
                  <a:pt x="302923" y="75763"/>
                </a:lnTo>
                <a:lnTo>
                  <a:pt x="304636" y="75734"/>
                </a:lnTo>
                <a:lnTo>
                  <a:pt x="304636" y="93795"/>
                </a:lnTo>
                <a:lnTo>
                  <a:pt x="304268" y="94325"/>
                </a:lnTo>
                <a:lnTo>
                  <a:pt x="303892" y="94846"/>
                </a:lnTo>
                <a:lnTo>
                  <a:pt x="303511" y="95358"/>
                </a:lnTo>
                <a:lnTo>
                  <a:pt x="303122" y="95863"/>
                </a:lnTo>
                <a:lnTo>
                  <a:pt x="302727" y="96358"/>
                </a:lnTo>
                <a:lnTo>
                  <a:pt x="302325" y="96845"/>
                </a:lnTo>
                <a:lnTo>
                  <a:pt x="301916" y="97324"/>
                </a:lnTo>
                <a:lnTo>
                  <a:pt x="301500" y="97794"/>
                </a:lnTo>
                <a:lnTo>
                  <a:pt x="301078" y="98256"/>
                </a:lnTo>
                <a:lnTo>
                  <a:pt x="300649" y="98709"/>
                </a:lnTo>
                <a:lnTo>
                  <a:pt x="300214" y="99154"/>
                </a:lnTo>
                <a:lnTo>
                  <a:pt x="299771" y="99590"/>
                </a:lnTo>
                <a:lnTo>
                  <a:pt x="299322" y="100017"/>
                </a:lnTo>
                <a:lnTo>
                  <a:pt x="298866" y="100437"/>
                </a:lnTo>
                <a:lnTo>
                  <a:pt x="298404" y="100847"/>
                </a:lnTo>
                <a:lnTo>
                  <a:pt x="297934" y="101249"/>
                </a:lnTo>
                <a:lnTo>
                  <a:pt x="297458" y="101643"/>
                </a:lnTo>
                <a:lnTo>
                  <a:pt x="296976" y="102028"/>
                </a:lnTo>
                <a:lnTo>
                  <a:pt x="296486" y="102405"/>
                </a:lnTo>
                <a:lnTo>
                  <a:pt x="295990" y="102773"/>
                </a:lnTo>
                <a:lnTo>
                  <a:pt x="295487" y="103133"/>
                </a:lnTo>
                <a:lnTo>
                  <a:pt x="294977" y="103484"/>
                </a:lnTo>
                <a:lnTo>
                  <a:pt x="294461" y="103826"/>
                </a:lnTo>
                <a:lnTo>
                  <a:pt x="293938" y="104160"/>
                </a:lnTo>
                <a:lnTo>
                  <a:pt x="293408" y="104483"/>
                </a:lnTo>
                <a:lnTo>
                  <a:pt x="292873" y="104793"/>
                </a:lnTo>
                <a:lnTo>
                  <a:pt x="292332" y="105088"/>
                </a:lnTo>
                <a:lnTo>
                  <a:pt x="291785" y="105370"/>
                </a:lnTo>
                <a:lnTo>
                  <a:pt x="291232" y="105638"/>
                </a:lnTo>
                <a:lnTo>
                  <a:pt x="290674" y="105892"/>
                </a:lnTo>
                <a:lnTo>
                  <a:pt x="290109" y="106133"/>
                </a:lnTo>
                <a:lnTo>
                  <a:pt x="289539" y="106360"/>
                </a:lnTo>
                <a:lnTo>
                  <a:pt x="288962" y="106573"/>
                </a:lnTo>
                <a:lnTo>
                  <a:pt x="288380" y="106772"/>
                </a:lnTo>
                <a:lnTo>
                  <a:pt x="287793" y="106958"/>
                </a:lnTo>
                <a:lnTo>
                  <a:pt x="287199" y="107129"/>
                </a:lnTo>
                <a:lnTo>
                  <a:pt x="286599" y="107287"/>
                </a:lnTo>
                <a:lnTo>
                  <a:pt x="285994" y="107432"/>
                </a:lnTo>
                <a:lnTo>
                  <a:pt x="285382" y="107562"/>
                </a:lnTo>
                <a:lnTo>
                  <a:pt x="284765" y="107679"/>
                </a:lnTo>
                <a:lnTo>
                  <a:pt x="284142" y="107782"/>
                </a:lnTo>
                <a:lnTo>
                  <a:pt x="283513" y="107872"/>
                </a:lnTo>
                <a:lnTo>
                  <a:pt x="282879" y="107947"/>
                </a:lnTo>
                <a:lnTo>
                  <a:pt x="282238" y="108009"/>
                </a:lnTo>
                <a:lnTo>
                  <a:pt x="281592" y="108057"/>
                </a:lnTo>
                <a:lnTo>
                  <a:pt x="280939" y="108091"/>
                </a:lnTo>
                <a:lnTo>
                  <a:pt x="280281" y="108112"/>
                </a:lnTo>
                <a:lnTo>
                  <a:pt x="279617" y="108119"/>
                </a:lnTo>
                <a:lnTo>
                  <a:pt x="279048" y="108112"/>
                </a:lnTo>
                <a:lnTo>
                  <a:pt x="278490" y="108093"/>
                </a:lnTo>
                <a:lnTo>
                  <a:pt x="277944" y="108060"/>
                </a:lnTo>
                <a:lnTo>
                  <a:pt x="277411" y="108014"/>
                </a:lnTo>
                <a:close/>
                <a:moveTo>
                  <a:pt x="372048" y="118819"/>
                </a:moveTo>
                <a:lnTo>
                  <a:pt x="372804" y="118765"/>
                </a:lnTo>
                <a:lnTo>
                  <a:pt x="373554" y="118699"/>
                </a:lnTo>
                <a:lnTo>
                  <a:pt x="374298" y="118622"/>
                </a:lnTo>
                <a:lnTo>
                  <a:pt x="375035" y="118532"/>
                </a:lnTo>
                <a:lnTo>
                  <a:pt x="375765" y="118431"/>
                </a:lnTo>
                <a:lnTo>
                  <a:pt x="376489" y="118317"/>
                </a:lnTo>
                <a:lnTo>
                  <a:pt x="377206" y="118192"/>
                </a:lnTo>
                <a:lnTo>
                  <a:pt x="377916" y="118055"/>
                </a:lnTo>
                <a:lnTo>
                  <a:pt x="378620" y="117906"/>
                </a:lnTo>
                <a:lnTo>
                  <a:pt x="379318" y="117745"/>
                </a:lnTo>
                <a:lnTo>
                  <a:pt x="380008" y="117572"/>
                </a:lnTo>
                <a:lnTo>
                  <a:pt x="380693" y="117387"/>
                </a:lnTo>
                <a:lnTo>
                  <a:pt x="381370" y="117190"/>
                </a:lnTo>
                <a:lnTo>
                  <a:pt x="382041" y="116981"/>
                </a:lnTo>
                <a:lnTo>
                  <a:pt x="382706" y="116760"/>
                </a:lnTo>
                <a:lnTo>
                  <a:pt x="383364" y="116527"/>
                </a:lnTo>
                <a:lnTo>
                  <a:pt x="384015" y="116283"/>
                </a:lnTo>
                <a:lnTo>
                  <a:pt x="384660" y="116026"/>
                </a:lnTo>
                <a:lnTo>
                  <a:pt x="385298" y="115758"/>
                </a:lnTo>
                <a:lnTo>
                  <a:pt x="385929" y="115477"/>
                </a:lnTo>
                <a:lnTo>
                  <a:pt x="386552" y="115185"/>
                </a:lnTo>
                <a:lnTo>
                  <a:pt x="387165" y="114880"/>
                </a:lnTo>
                <a:lnTo>
                  <a:pt x="387767" y="114563"/>
                </a:lnTo>
                <a:lnTo>
                  <a:pt x="388358" y="114234"/>
                </a:lnTo>
                <a:lnTo>
                  <a:pt x="388939" y="113893"/>
                </a:lnTo>
                <a:lnTo>
                  <a:pt x="389509" y="113540"/>
                </a:lnTo>
                <a:lnTo>
                  <a:pt x="390069" y="113175"/>
                </a:lnTo>
                <a:lnTo>
                  <a:pt x="390619" y="112798"/>
                </a:lnTo>
                <a:lnTo>
                  <a:pt x="391157" y="112408"/>
                </a:lnTo>
                <a:lnTo>
                  <a:pt x="391686" y="112007"/>
                </a:lnTo>
                <a:lnTo>
                  <a:pt x="392203" y="111593"/>
                </a:lnTo>
                <a:lnTo>
                  <a:pt x="392710" y="111168"/>
                </a:lnTo>
                <a:lnTo>
                  <a:pt x="393207" y="110730"/>
                </a:lnTo>
                <a:lnTo>
                  <a:pt x="393693" y="110280"/>
                </a:lnTo>
                <a:lnTo>
                  <a:pt x="394169" y="109818"/>
                </a:lnTo>
                <a:lnTo>
                  <a:pt x="394634" y="109344"/>
                </a:lnTo>
                <a:lnTo>
                  <a:pt x="395088" y="108858"/>
                </a:lnTo>
                <a:lnTo>
                  <a:pt x="395532" y="108360"/>
                </a:lnTo>
                <a:lnTo>
                  <a:pt x="395966" y="107850"/>
                </a:lnTo>
                <a:lnTo>
                  <a:pt x="396389" y="107327"/>
                </a:lnTo>
                <a:lnTo>
                  <a:pt x="396801" y="106793"/>
                </a:lnTo>
                <a:lnTo>
                  <a:pt x="397203" y="106246"/>
                </a:lnTo>
                <a:lnTo>
                  <a:pt x="397594" y="105688"/>
                </a:lnTo>
                <a:lnTo>
                  <a:pt x="397975" y="105117"/>
                </a:lnTo>
                <a:lnTo>
                  <a:pt x="398343" y="104534"/>
                </a:lnTo>
                <a:lnTo>
                  <a:pt x="398696" y="103940"/>
                </a:lnTo>
                <a:lnTo>
                  <a:pt x="399034" y="103333"/>
                </a:lnTo>
                <a:lnTo>
                  <a:pt x="399357" y="102715"/>
                </a:lnTo>
                <a:lnTo>
                  <a:pt x="399665" y="102085"/>
                </a:lnTo>
                <a:lnTo>
                  <a:pt x="399958" y="101443"/>
                </a:lnTo>
                <a:lnTo>
                  <a:pt x="400235" y="100790"/>
                </a:lnTo>
                <a:lnTo>
                  <a:pt x="400498" y="100125"/>
                </a:lnTo>
                <a:lnTo>
                  <a:pt x="400745" y="99448"/>
                </a:lnTo>
                <a:lnTo>
                  <a:pt x="400978" y="98759"/>
                </a:lnTo>
                <a:lnTo>
                  <a:pt x="401195" y="98058"/>
                </a:lnTo>
                <a:lnTo>
                  <a:pt x="401397" y="97346"/>
                </a:lnTo>
                <a:lnTo>
                  <a:pt x="401585" y="96621"/>
                </a:lnTo>
                <a:lnTo>
                  <a:pt x="401757" y="95886"/>
                </a:lnTo>
                <a:lnTo>
                  <a:pt x="401914" y="95138"/>
                </a:lnTo>
                <a:lnTo>
                  <a:pt x="402056" y="94378"/>
                </a:lnTo>
                <a:lnTo>
                  <a:pt x="402183" y="93607"/>
                </a:lnTo>
                <a:lnTo>
                  <a:pt x="402295" y="92824"/>
                </a:lnTo>
                <a:lnTo>
                  <a:pt x="402392" y="92029"/>
                </a:lnTo>
                <a:lnTo>
                  <a:pt x="402474" y="91223"/>
                </a:lnTo>
                <a:lnTo>
                  <a:pt x="402541" y="90404"/>
                </a:lnTo>
                <a:lnTo>
                  <a:pt x="402592" y="89574"/>
                </a:lnTo>
                <a:lnTo>
                  <a:pt x="402629" y="88732"/>
                </a:lnTo>
                <a:lnTo>
                  <a:pt x="402651" y="87878"/>
                </a:lnTo>
                <a:lnTo>
                  <a:pt x="388836" y="87878"/>
                </a:lnTo>
                <a:lnTo>
                  <a:pt x="388805" y="88677"/>
                </a:lnTo>
                <a:lnTo>
                  <a:pt x="388757" y="89460"/>
                </a:lnTo>
                <a:lnTo>
                  <a:pt x="388691" y="90227"/>
                </a:lnTo>
                <a:lnTo>
                  <a:pt x="388606" y="90977"/>
                </a:lnTo>
                <a:lnTo>
                  <a:pt x="388504" y="91711"/>
                </a:lnTo>
                <a:lnTo>
                  <a:pt x="388383" y="92428"/>
                </a:lnTo>
                <a:lnTo>
                  <a:pt x="388244" y="93129"/>
                </a:lnTo>
                <a:lnTo>
                  <a:pt x="388087" y="93814"/>
                </a:lnTo>
                <a:lnTo>
                  <a:pt x="387912" y="94482"/>
                </a:lnTo>
                <a:lnTo>
                  <a:pt x="387718" y="95135"/>
                </a:lnTo>
                <a:lnTo>
                  <a:pt x="387507" y="95770"/>
                </a:lnTo>
                <a:lnTo>
                  <a:pt x="387277" y="96390"/>
                </a:lnTo>
                <a:lnTo>
                  <a:pt x="387029" y="96993"/>
                </a:lnTo>
                <a:lnTo>
                  <a:pt x="386764" y="97579"/>
                </a:lnTo>
                <a:lnTo>
                  <a:pt x="386480" y="98150"/>
                </a:lnTo>
                <a:lnTo>
                  <a:pt x="386177" y="98704"/>
                </a:lnTo>
                <a:lnTo>
                  <a:pt x="385857" y="99241"/>
                </a:lnTo>
                <a:lnTo>
                  <a:pt x="385519" y="99763"/>
                </a:lnTo>
                <a:lnTo>
                  <a:pt x="385162" y="100268"/>
                </a:lnTo>
                <a:lnTo>
                  <a:pt x="384787" y="100756"/>
                </a:lnTo>
                <a:lnTo>
                  <a:pt x="384395" y="101229"/>
                </a:lnTo>
                <a:lnTo>
                  <a:pt x="383984" y="101685"/>
                </a:lnTo>
                <a:lnTo>
                  <a:pt x="383555" y="102124"/>
                </a:lnTo>
                <a:lnTo>
                  <a:pt x="383107" y="102548"/>
                </a:lnTo>
                <a:lnTo>
                  <a:pt x="382646" y="102954"/>
                </a:lnTo>
                <a:lnTo>
                  <a:pt x="382174" y="103343"/>
                </a:lnTo>
                <a:lnTo>
                  <a:pt x="381692" y="103715"/>
                </a:lnTo>
                <a:lnTo>
                  <a:pt x="381200" y="104070"/>
                </a:lnTo>
                <a:lnTo>
                  <a:pt x="380698" y="104407"/>
                </a:lnTo>
                <a:lnTo>
                  <a:pt x="380185" y="104727"/>
                </a:lnTo>
                <a:lnTo>
                  <a:pt x="379663" y="105029"/>
                </a:lnTo>
                <a:lnTo>
                  <a:pt x="379129" y="105315"/>
                </a:lnTo>
                <a:lnTo>
                  <a:pt x="378586" y="105583"/>
                </a:lnTo>
                <a:lnTo>
                  <a:pt x="378033" y="105834"/>
                </a:lnTo>
                <a:lnTo>
                  <a:pt x="377469" y="106067"/>
                </a:lnTo>
                <a:lnTo>
                  <a:pt x="376895" y="106283"/>
                </a:lnTo>
                <a:lnTo>
                  <a:pt x="376311" y="106482"/>
                </a:lnTo>
                <a:lnTo>
                  <a:pt x="375716" y="106664"/>
                </a:lnTo>
                <a:lnTo>
                  <a:pt x="375111" y="106828"/>
                </a:lnTo>
                <a:lnTo>
                  <a:pt x="374496" y="106975"/>
                </a:lnTo>
                <a:lnTo>
                  <a:pt x="373871" y="107105"/>
                </a:lnTo>
                <a:lnTo>
                  <a:pt x="373236" y="107217"/>
                </a:lnTo>
                <a:lnTo>
                  <a:pt x="372590" y="107312"/>
                </a:lnTo>
                <a:lnTo>
                  <a:pt x="371934" y="107390"/>
                </a:lnTo>
                <a:lnTo>
                  <a:pt x="371268" y="107451"/>
                </a:lnTo>
                <a:lnTo>
                  <a:pt x="370592" y="107494"/>
                </a:lnTo>
                <a:lnTo>
                  <a:pt x="369905" y="107520"/>
                </a:lnTo>
                <a:lnTo>
                  <a:pt x="369208" y="107529"/>
                </a:lnTo>
                <a:lnTo>
                  <a:pt x="368588" y="107522"/>
                </a:lnTo>
                <a:lnTo>
                  <a:pt x="367976" y="107502"/>
                </a:lnTo>
                <a:lnTo>
                  <a:pt x="367372" y="107469"/>
                </a:lnTo>
                <a:lnTo>
                  <a:pt x="366777" y="107422"/>
                </a:lnTo>
                <a:lnTo>
                  <a:pt x="366190" y="107362"/>
                </a:lnTo>
                <a:lnTo>
                  <a:pt x="365612" y="107289"/>
                </a:lnTo>
                <a:lnTo>
                  <a:pt x="365043" y="107202"/>
                </a:lnTo>
                <a:lnTo>
                  <a:pt x="364482" y="107102"/>
                </a:lnTo>
                <a:lnTo>
                  <a:pt x="363929" y="106989"/>
                </a:lnTo>
                <a:lnTo>
                  <a:pt x="363385" y="106862"/>
                </a:lnTo>
                <a:lnTo>
                  <a:pt x="362849" y="106723"/>
                </a:lnTo>
                <a:lnTo>
                  <a:pt x="362322" y="106569"/>
                </a:lnTo>
                <a:lnTo>
                  <a:pt x="361803" y="106403"/>
                </a:lnTo>
                <a:lnTo>
                  <a:pt x="361293" y="106223"/>
                </a:lnTo>
                <a:lnTo>
                  <a:pt x="360791" y="106030"/>
                </a:lnTo>
                <a:lnTo>
                  <a:pt x="360298" y="105823"/>
                </a:lnTo>
                <a:lnTo>
                  <a:pt x="359813" y="105603"/>
                </a:lnTo>
                <a:lnTo>
                  <a:pt x="359337" y="105370"/>
                </a:lnTo>
                <a:lnTo>
                  <a:pt x="358869" y="105124"/>
                </a:lnTo>
                <a:lnTo>
                  <a:pt x="358409" y="104864"/>
                </a:lnTo>
                <a:lnTo>
                  <a:pt x="357958" y="104591"/>
                </a:lnTo>
                <a:lnTo>
                  <a:pt x="357516" y="104304"/>
                </a:lnTo>
                <a:lnTo>
                  <a:pt x="357082" y="104004"/>
                </a:lnTo>
                <a:lnTo>
                  <a:pt x="356657" y="103691"/>
                </a:lnTo>
                <a:lnTo>
                  <a:pt x="356240" y="103365"/>
                </a:lnTo>
                <a:lnTo>
                  <a:pt x="355832" y="103027"/>
                </a:lnTo>
                <a:lnTo>
                  <a:pt x="355433" y="102677"/>
                </a:lnTo>
                <a:lnTo>
                  <a:pt x="355042" y="102315"/>
                </a:lnTo>
                <a:lnTo>
                  <a:pt x="354661" y="101940"/>
                </a:lnTo>
                <a:lnTo>
                  <a:pt x="354288" y="101554"/>
                </a:lnTo>
                <a:lnTo>
                  <a:pt x="353923" y="101155"/>
                </a:lnTo>
                <a:lnTo>
                  <a:pt x="353568" y="100745"/>
                </a:lnTo>
                <a:lnTo>
                  <a:pt x="353221" y="100322"/>
                </a:lnTo>
                <a:lnTo>
                  <a:pt x="352884" y="99887"/>
                </a:lnTo>
                <a:lnTo>
                  <a:pt x="352555" y="99441"/>
                </a:lnTo>
                <a:lnTo>
                  <a:pt x="352234" y="98982"/>
                </a:lnTo>
                <a:lnTo>
                  <a:pt x="351923" y="98511"/>
                </a:lnTo>
                <a:lnTo>
                  <a:pt x="351620" y="98028"/>
                </a:lnTo>
                <a:lnTo>
                  <a:pt x="351326" y="97532"/>
                </a:lnTo>
                <a:lnTo>
                  <a:pt x="351041" y="97025"/>
                </a:lnTo>
                <a:lnTo>
                  <a:pt x="350765" y="96506"/>
                </a:lnTo>
                <a:lnTo>
                  <a:pt x="350497" y="95975"/>
                </a:lnTo>
                <a:lnTo>
                  <a:pt x="350238" y="95431"/>
                </a:lnTo>
                <a:lnTo>
                  <a:pt x="349988" y="94876"/>
                </a:lnTo>
                <a:lnTo>
                  <a:pt x="349747" y="94308"/>
                </a:lnTo>
                <a:lnTo>
                  <a:pt x="349514" y="93728"/>
                </a:lnTo>
                <a:lnTo>
                  <a:pt x="349290" y="93136"/>
                </a:lnTo>
                <a:lnTo>
                  <a:pt x="349075" y="92533"/>
                </a:lnTo>
                <a:lnTo>
                  <a:pt x="348869" y="91917"/>
                </a:lnTo>
                <a:lnTo>
                  <a:pt x="348672" y="91292"/>
                </a:lnTo>
                <a:lnTo>
                  <a:pt x="348483" y="90655"/>
                </a:lnTo>
                <a:lnTo>
                  <a:pt x="348303" y="90009"/>
                </a:lnTo>
                <a:lnTo>
                  <a:pt x="348132" y="89351"/>
                </a:lnTo>
                <a:lnTo>
                  <a:pt x="347970" y="88684"/>
                </a:lnTo>
                <a:lnTo>
                  <a:pt x="347816" y="88005"/>
                </a:lnTo>
                <a:lnTo>
                  <a:pt x="347671" y="87316"/>
                </a:lnTo>
                <a:lnTo>
                  <a:pt x="347535" y="86617"/>
                </a:lnTo>
                <a:lnTo>
                  <a:pt x="347408" y="85907"/>
                </a:lnTo>
                <a:lnTo>
                  <a:pt x="347290" y="85186"/>
                </a:lnTo>
                <a:lnTo>
                  <a:pt x="347180" y="84455"/>
                </a:lnTo>
                <a:lnTo>
                  <a:pt x="347079" y="83714"/>
                </a:lnTo>
                <a:lnTo>
                  <a:pt x="346987" y="82962"/>
                </a:lnTo>
                <a:lnTo>
                  <a:pt x="346904" y="82199"/>
                </a:lnTo>
                <a:lnTo>
                  <a:pt x="346829" y="81426"/>
                </a:lnTo>
                <a:lnTo>
                  <a:pt x="346763" y="80642"/>
                </a:lnTo>
                <a:lnTo>
                  <a:pt x="346706" y="79848"/>
                </a:lnTo>
                <a:lnTo>
                  <a:pt x="346658" y="79043"/>
                </a:lnTo>
                <a:lnTo>
                  <a:pt x="346618" y="78228"/>
                </a:lnTo>
                <a:lnTo>
                  <a:pt x="346588" y="77402"/>
                </a:lnTo>
                <a:lnTo>
                  <a:pt x="346566" y="76566"/>
                </a:lnTo>
                <a:lnTo>
                  <a:pt x="346553" y="75719"/>
                </a:lnTo>
                <a:lnTo>
                  <a:pt x="346548" y="74862"/>
                </a:lnTo>
                <a:lnTo>
                  <a:pt x="346558" y="73564"/>
                </a:lnTo>
                <a:lnTo>
                  <a:pt x="346588" y="72292"/>
                </a:lnTo>
                <a:lnTo>
                  <a:pt x="346638" y="71043"/>
                </a:lnTo>
                <a:lnTo>
                  <a:pt x="346707" y="69819"/>
                </a:lnTo>
                <a:lnTo>
                  <a:pt x="346797" y="68620"/>
                </a:lnTo>
                <a:lnTo>
                  <a:pt x="346906" y="67444"/>
                </a:lnTo>
                <a:lnTo>
                  <a:pt x="347036" y="66293"/>
                </a:lnTo>
                <a:lnTo>
                  <a:pt x="347185" y="65167"/>
                </a:lnTo>
                <a:lnTo>
                  <a:pt x="347354" y="64064"/>
                </a:lnTo>
                <a:lnTo>
                  <a:pt x="347543" y="62986"/>
                </a:lnTo>
                <a:lnTo>
                  <a:pt x="347752" y="61933"/>
                </a:lnTo>
                <a:lnTo>
                  <a:pt x="347980" y="60903"/>
                </a:lnTo>
                <a:lnTo>
                  <a:pt x="348229" y="59898"/>
                </a:lnTo>
                <a:lnTo>
                  <a:pt x="348497" y="58918"/>
                </a:lnTo>
                <a:lnTo>
                  <a:pt x="348786" y="57961"/>
                </a:lnTo>
                <a:lnTo>
                  <a:pt x="349094" y="57029"/>
                </a:lnTo>
                <a:lnTo>
                  <a:pt x="349422" y="56121"/>
                </a:lnTo>
                <a:lnTo>
                  <a:pt x="349770" y="55238"/>
                </a:lnTo>
                <a:lnTo>
                  <a:pt x="350138" y="54379"/>
                </a:lnTo>
                <a:lnTo>
                  <a:pt x="350526" y="53544"/>
                </a:lnTo>
                <a:lnTo>
                  <a:pt x="350934" y="52734"/>
                </a:lnTo>
                <a:lnTo>
                  <a:pt x="351361" y="51948"/>
                </a:lnTo>
                <a:lnTo>
                  <a:pt x="351809" y="51186"/>
                </a:lnTo>
                <a:lnTo>
                  <a:pt x="352276" y="50449"/>
                </a:lnTo>
                <a:lnTo>
                  <a:pt x="352763" y="49739"/>
                </a:lnTo>
                <a:lnTo>
                  <a:pt x="353269" y="49059"/>
                </a:lnTo>
                <a:lnTo>
                  <a:pt x="353794" y="48409"/>
                </a:lnTo>
                <a:lnTo>
                  <a:pt x="354338" y="47790"/>
                </a:lnTo>
                <a:lnTo>
                  <a:pt x="354901" y="47201"/>
                </a:lnTo>
                <a:lnTo>
                  <a:pt x="355483" y="46642"/>
                </a:lnTo>
                <a:lnTo>
                  <a:pt x="356084" y="46113"/>
                </a:lnTo>
                <a:lnTo>
                  <a:pt x="356704" y="45614"/>
                </a:lnTo>
                <a:lnTo>
                  <a:pt x="357343" y="45146"/>
                </a:lnTo>
                <a:lnTo>
                  <a:pt x="358000" y="44708"/>
                </a:lnTo>
                <a:lnTo>
                  <a:pt x="358677" y="44300"/>
                </a:lnTo>
                <a:lnTo>
                  <a:pt x="359373" y="43922"/>
                </a:lnTo>
                <a:lnTo>
                  <a:pt x="360088" y="43575"/>
                </a:lnTo>
                <a:lnTo>
                  <a:pt x="360822" y="43257"/>
                </a:lnTo>
                <a:lnTo>
                  <a:pt x="361575" y="42970"/>
                </a:lnTo>
                <a:lnTo>
                  <a:pt x="362347" y="42713"/>
                </a:lnTo>
                <a:lnTo>
                  <a:pt x="363139" y="42487"/>
                </a:lnTo>
                <a:lnTo>
                  <a:pt x="363949" y="42290"/>
                </a:lnTo>
                <a:lnTo>
                  <a:pt x="364778" y="42124"/>
                </a:lnTo>
                <a:lnTo>
                  <a:pt x="365626" y="41988"/>
                </a:lnTo>
                <a:lnTo>
                  <a:pt x="366493" y="41882"/>
                </a:lnTo>
                <a:lnTo>
                  <a:pt x="367379" y="41807"/>
                </a:lnTo>
                <a:lnTo>
                  <a:pt x="368284" y="41762"/>
                </a:lnTo>
                <a:lnTo>
                  <a:pt x="369208" y="41746"/>
                </a:lnTo>
                <a:lnTo>
                  <a:pt x="369891" y="41755"/>
                </a:lnTo>
                <a:lnTo>
                  <a:pt x="370562" y="41780"/>
                </a:lnTo>
                <a:lnTo>
                  <a:pt x="371223" y="41823"/>
                </a:lnTo>
                <a:lnTo>
                  <a:pt x="371872" y="41882"/>
                </a:lnTo>
                <a:lnTo>
                  <a:pt x="372511" y="41959"/>
                </a:lnTo>
                <a:lnTo>
                  <a:pt x="373138" y="42052"/>
                </a:lnTo>
                <a:lnTo>
                  <a:pt x="373755" y="42163"/>
                </a:lnTo>
                <a:lnTo>
                  <a:pt x="374361" y="42290"/>
                </a:lnTo>
                <a:lnTo>
                  <a:pt x="374955" y="42435"/>
                </a:lnTo>
                <a:lnTo>
                  <a:pt x="375539" y="42596"/>
                </a:lnTo>
                <a:lnTo>
                  <a:pt x="376112" y="42775"/>
                </a:lnTo>
                <a:lnTo>
                  <a:pt x="376674" y="42970"/>
                </a:lnTo>
                <a:lnTo>
                  <a:pt x="377225" y="43182"/>
                </a:lnTo>
                <a:lnTo>
                  <a:pt x="377764" y="43412"/>
                </a:lnTo>
                <a:lnTo>
                  <a:pt x="378293" y="43658"/>
                </a:lnTo>
                <a:lnTo>
                  <a:pt x="378811" y="43922"/>
                </a:lnTo>
                <a:lnTo>
                  <a:pt x="379318" y="44202"/>
                </a:lnTo>
                <a:lnTo>
                  <a:pt x="379814" y="44499"/>
                </a:lnTo>
                <a:lnTo>
                  <a:pt x="380299" y="44814"/>
                </a:lnTo>
                <a:lnTo>
                  <a:pt x="380773" y="45145"/>
                </a:lnTo>
                <a:lnTo>
                  <a:pt x="381236" y="45493"/>
                </a:lnTo>
                <a:lnTo>
                  <a:pt x="381689" y="45859"/>
                </a:lnTo>
                <a:lnTo>
                  <a:pt x="382130" y="46241"/>
                </a:lnTo>
                <a:lnTo>
                  <a:pt x="382560" y="46641"/>
                </a:lnTo>
                <a:lnTo>
                  <a:pt x="382977" y="47054"/>
                </a:lnTo>
                <a:lnTo>
                  <a:pt x="383378" y="47481"/>
                </a:lnTo>
                <a:lnTo>
                  <a:pt x="383764" y="47920"/>
                </a:lnTo>
                <a:lnTo>
                  <a:pt x="384133" y="48372"/>
                </a:lnTo>
                <a:lnTo>
                  <a:pt x="384488" y="48836"/>
                </a:lnTo>
                <a:lnTo>
                  <a:pt x="384826" y="49313"/>
                </a:lnTo>
                <a:lnTo>
                  <a:pt x="385149" y="49802"/>
                </a:lnTo>
                <a:lnTo>
                  <a:pt x="385457" y="50304"/>
                </a:lnTo>
                <a:lnTo>
                  <a:pt x="385748" y="50819"/>
                </a:lnTo>
                <a:lnTo>
                  <a:pt x="386024" y="51346"/>
                </a:lnTo>
                <a:lnTo>
                  <a:pt x="386285" y="51886"/>
                </a:lnTo>
                <a:lnTo>
                  <a:pt x="386530" y="52438"/>
                </a:lnTo>
                <a:lnTo>
                  <a:pt x="386759" y="53003"/>
                </a:lnTo>
                <a:lnTo>
                  <a:pt x="386972" y="53580"/>
                </a:lnTo>
                <a:lnTo>
                  <a:pt x="387170" y="54170"/>
                </a:lnTo>
                <a:lnTo>
                  <a:pt x="387352" y="54773"/>
                </a:lnTo>
                <a:lnTo>
                  <a:pt x="387519" y="55388"/>
                </a:lnTo>
                <a:lnTo>
                  <a:pt x="387669" y="56016"/>
                </a:lnTo>
                <a:lnTo>
                  <a:pt x="387805" y="56657"/>
                </a:lnTo>
                <a:lnTo>
                  <a:pt x="387924" y="57310"/>
                </a:lnTo>
                <a:lnTo>
                  <a:pt x="388028" y="57975"/>
                </a:lnTo>
                <a:lnTo>
                  <a:pt x="388116" y="58653"/>
                </a:lnTo>
                <a:lnTo>
                  <a:pt x="388189" y="59344"/>
                </a:lnTo>
                <a:lnTo>
                  <a:pt x="388246" y="60047"/>
                </a:lnTo>
                <a:lnTo>
                  <a:pt x="402145" y="60047"/>
                </a:lnTo>
                <a:lnTo>
                  <a:pt x="402110" y="59217"/>
                </a:lnTo>
                <a:lnTo>
                  <a:pt x="402061" y="58398"/>
                </a:lnTo>
                <a:lnTo>
                  <a:pt x="401997" y="57591"/>
                </a:lnTo>
                <a:lnTo>
                  <a:pt x="401919" y="56797"/>
                </a:lnTo>
                <a:lnTo>
                  <a:pt x="401827" y="56014"/>
                </a:lnTo>
                <a:lnTo>
                  <a:pt x="401721" y="55244"/>
                </a:lnTo>
                <a:lnTo>
                  <a:pt x="401601" y="54486"/>
                </a:lnTo>
                <a:lnTo>
                  <a:pt x="401466" y="53740"/>
                </a:lnTo>
                <a:lnTo>
                  <a:pt x="401318" y="53006"/>
                </a:lnTo>
                <a:lnTo>
                  <a:pt x="401155" y="52284"/>
                </a:lnTo>
                <a:lnTo>
                  <a:pt x="400978" y="51574"/>
                </a:lnTo>
                <a:lnTo>
                  <a:pt x="400787" y="50876"/>
                </a:lnTo>
                <a:lnTo>
                  <a:pt x="400581" y="50190"/>
                </a:lnTo>
                <a:lnTo>
                  <a:pt x="400362" y="49516"/>
                </a:lnTo>
                <a:lnTo>
                  <a:pt x="400128" y="48855"/>
                </a:lnTo>
                <a:lnTo>
                  <a:pt x="399880" y="48205"/>
                </a:lnTo>
                <a:lnTo>
                  <a:pt x="399618" y="47568"/>
                </a:lnTo>
                <a:lnTo>
                  <a:pt x="399342" y="46942"/>
                </a:lnTo>
                <a:lnTo>
                  <a:pt x="399051" y="46329"/>
                </a:lnTo>
                <a:lnTo>
                  <a:pt x="398746" y="45728"/>
                </a:lnTo>
                <a:lnTo>
                  <a:pt x="398427" y="45139"/>
                </a:lnTo>
                <a:lnTo>
                  <a:pt x="398094" y="44562"/>
                </a:lnTo>
                <a:lnTo>
                  <a:pt x="397747" y="43997"/>
                </a:lnTo>
                <a:lnTo>
                  <a:pt x="397386" y="43444"/>
                </a:lnTo>
                <a:lnTo>
                  <a:pt x="397012" y="42902"/>
                </a:lnTo>
                <a:lnTo>
                  <a:pt x="396628" y="42372"/>
                </a:lnTo>
                <a:lnTo>
                  <a:pt x="396234" y="41854"/>
                </a:lnTo>
                <a:lnTo>
                  <a:pt x="395830" y="41347"/>
                </a:lnTo>
                <a:lnTo>
                  <a:pt x="395415" y="40852"/>
                </a:lnTo>
                <a:lnTo>
                  <a:pt x="394990" y="40368"/>
                </a:lnTo>
                <a:lnTo>
                  <a:pt x="394555" y="39895"/>
                </a:lnTo>
                <a:lnTo>
                  <a:pt x="394110" y="39434"/>
                </a:lnTo>
                <a:lnTo>
                  <a:pt x="393654" y="38985"/>
                </a:lnTo>
                <a:lnTo>
                  <a:pt x="393188" y="38547"/>
                </a:lnTo>
                <a:lnTo>
                  <a:pt x="392712" y="38121"/>
                </a:lnTo>
                <a:lnTo>
                  <a:pt x="392226" y="37706"/>
                </a:lnTo>
                <a:lnTo>
                  <a:pt x="391730" y="37302"/>
                </a:lnTo>
                <a:lnTo>
                  <a:pt x="391223" y="36910"/>
                </a:lnTo>
                <a:lnTo>
                  <a:pt x="390706" y="36529"/>
                </a:lnTo>
                <a:lnTo>
                  <a:pt x="390179" y="36160"/>
                </a:lnTo>
                <a:lnTo>
                  <a:pt x="389641" y="35803"/>
                </a:lnTo>
                <a:lnTo>
                  <a:pt x="389094" y="35457"/>
                </a:lnTo>
                <a:lnTo>
                  <a:pt x="388536" y="35122"/>
                </a:lnTo>
                <a:lnTo>
                  <a:pt x="387967" y="34799"/>
                </a:lnTo>
                <a:lnTo>
                  <a:pt x="387389" y="34487"/>
                </a:lnTo>
                <a:lnTo>
                  <a:pt x="386800" y="34187"/>
                </a:lnTo>
                <a:lnTo>
                  <a:pt x="386202" y="33898"/>
                </a:lnTo>
                <a:lnTo>
                  <a:pt x="385592" y="33621"/>
                </a:lnTo>
                <a:lnTo>
                  <a:pt x="384975" y="33355"/>
                </a:lnTo>
                <a:lnTo>
                  <a:pt x="384351" y="33100"/>
                </a:lnTo>
                <a:lnTo>
                  <a:pt x="383720" y="32857"/>
                </a:lnTo>
                <a:lnTo>
                  <a:pt x="383083" y="32625"/>
                </a:lnTo>
                <a:lnTo>
                  <a:pt x="382439" y="32404"/>
                </a:lnTo>
                <a:lnTo>
                  <a:pt x="381789" y="32195"/>
                </a:lnTo>
                <a:lnTo>
                  <a:pt x="381132" y="31997"/>
                </a:lnTo>
                <a:lnTo>
                  <a:pt x="380468" y="31810"/>
                </a:lnTo>
                <a:lnTo>
                  <a:pt x="379798" y="31635"/>
                </a:lnTo>
                <a:lnTo>
                  <a:pt x="379121" y="31470"/>
                </a:lnTo>
                <a:lnTo>
                  <a:pt x="378438" y="31318"/>
                </a:lnTo>
                <a:lnTo>
                  <a:pt x="377748" y="31176"/>
                </a:lnTo>
                <a:lnTo>
                  <a:pt x="377051" y="31046"/>
                </a:lnTo>
                <a:lnTo>
                  <a:pt x="376348" y="30927"/>
                </a:lnTo>
                <a:lnTo>
                  <a:pt x="375639" y="30819"/>
                </a:lnTo>
                <a:lnTo>
                  <a:pt x="374922" y="30723"/>
                </a:lnTo>
                <a:lnTo>
                  <a:pt x="374199" y="30638"/>
                </a:lnTo>
                <a:lnTo>
                  <a:pt x="373470" y="30565"/>
                </a:lnTo>
                <a:lnTo>
                  <a:pt x="372734" y="30503"/>
                </a:lnTo>
                <a:lnTo>
                  <a:pt x="371992" y="30452"/>
                </a:lnTo>
                <a:lnTo>
                  <a:pt x="371242" y="30412"/>
                </a:lnTo>
                <a:lnTo>
                  <a:pt x="370487" y="30384"/>
                </a:lnTo>
                <a:lnTo>
                  <a:pt x="369724" y="30367"/>
                </a:lnTo>
                <a:lnTo>
                  <a:pt x="368955" y="30361"/>
                </a:lnTo>
                <a:lnTo>
                  <a:pt x="368041" y="30370"/>
                </a:lnTo>
                <a:lnTo>
                  <a:pt x="367135" y="30396"/>
                </a:lnTo>
                <a:lnTo>
                  <a:pt x="366239" y="30439"/>
                </a:lnTo>
                <a:lnTo>
                  <a:pt x="365353" y="30500"/>
                </a:lnTo>
                <a:lnTo>
                  <a:pt x="364476" y="30579"/>
                </a:lnTo>
                <a:lnTo>
                  <a:pt x="363609" y="30674"/>
                </a:lnTo>
                <a:lnTo>
                  <a:pt x="362751" y="30787"/>
                </a:lnTo>
                <a:lnTo>
                  <a:pt x="361903" y="30918"/>
                </a:lnTo>
                <a:lnTo>
                  <a:pt x="361064" y="31066"/>
                </a:lnTo>
                <a:lnTo>
                  <a:pt x="360235" y="31231"/>
                </a:lnTo>
                <a:lnTo>
                  <a:pt x="359415" y="31414"/>
                </a:lnTo>
                <a:lnTo>
                  <a:pt x="358605" y="31614"/>
                </a:lnTo>
                <a:lnTo>
                  <a:pt x="357804" y="31832"/>
                </a:lnTo>
                <a:lnTo>
                  <a:pt x="357013" y="32067"/>
                </a:lnTo>
                <a:lnTo>
                  <a:pt x="356231" y="32319"/>
                </a:lnTo>
                <a:lnTo>
                  <a:pt x="355459" y="32589"/>
                </a:lnTo>
                <a:lnTo>
                  <a:pt x="354696" y="32876"/>
                </a:lnTo>
                <a:lnTo>
                  <a:pt x="353943" y="33181"/>
                </a:lnTo>
                <a:lnTo>
                  <a:pt x="353199" y="33503"/>
                </a:lnTo>
                <a:lnTo>
                  <a:pt x="352465" y="33842"/>
                </a:lnTo>
                <a:lnTo>
                  <a:pt x="351740" y="34199"/>
                </a:lnTo>
                <a:lnTo>
                  <a:pt x="351025" y="34573"/>
                </a:lnTo>
                <a:lnTo>
                  <a:pt x="350319" y="34965"/>
                </a:lnTo>
                <a:lnTo>
                  <a:pt x="349623" y="35374"/>
                </a:lnTo>
                <a:lnTo>
                  <a:pt x="348938" y="35800"/>
                </a:lnTo>
                <a:lnTo>
                  <a:pt x="348265" y="36243"/>
                </a:lnTo>
                <a:lnTo>
                  <a:pt x="347606" y="36704"/>
                </a:lnTo>
                <a:lnTo>
                  <a:pt x="346959" y="37181"/>
                </a:lnTo>
                <a:lnTo>
                  <a:pt x="346325" y="37676"/>
                </a:lnTo>
                <a:lnTo>
                  <a:pt x="345703" y="38188"/>
                </a:lnTo>
                <a:lnTo>
                  <a:pt x="345094" y="38717"/>
                </a:lnTo>
                <a:lnTo>
                  <a:pt x="344498" y="39263"/>
                </a:lnTo>
                <a:lnTo>
                  <a:pt x="343915" y="39826"/>
                </a:lnTo>
                <a:lnTo>
                  <a:pt x="343345" y="40406"/>
                </a:lnTo>
                <a:lnTo>
                  <a:pt x="342787" y="41004"/>
                </a:lnTo>
                <a:lnTo>
                  <a:pt x="342242" y="41618"/>
                </a:lnTo>
                <a:lnTo>
                  <a:pt x="341709" y="42249"/>
                </a:lnTo>
                <a:lnTo>
                  <a:pt x="341190" y="42898"/>
                </a:lnTo>
                <a:lnTo>
                  <a:pt x="340683" y="43564"/>
                </a:lnTo>
                <a:lnTo>
                  <a:pt x="340188" y="44247"/>
                </a:lnTo>
                <a:lnTo>
                  <a:pt x="339707" y="44947"/>
                </a:lnTo>
                <a:lnTo>
                  <a:pt x="339238" y="45664"/>
                </a:lnTo>
                <a:lnTo>
                  <a:pt x="338782" y="46398"/>
                </a:lnTo>
                <a:lnTo>
                  <a:pt x="338339" y="47149"/>
                </a:lnTo>
                <a:lnTo>
                  <a:pt x="337908" y="47917"/>
                </a:lnTo>
                <a:lnTo>
                  <a:pt x="337490" y="48703"/>
                </a:lnTo>
                <a:lnTo>
                  <a:pt x="337085" y="49505"/>
                </a:lnTo>
                <a:lnTo>
                  <a:pt x="336692" y="50325"/>
                </a:lnTo>
                <a:lnTo>
                  <a:pt x="336314" y="51161"/>
                </a:lnTo>
                <a:lnTo>
                  <a:pt x="335952" y="52013"/>
                </a:lnTo>
                <a:lnTo>
                  <a:pt x="335607" y="52882"/>
                </a:lnTo>
                <a:lnTo>
                  <a:pt x="335277" y="53766"/>
                </a:lnTo>
                <a:lnTo>
                  <a:pt x="334963" y="54667"/>
                </a:lnTo>
                <a:lnTo>
                  <a:pt x="334665" y="55584"/>
                </a:lnTo>
                <a:lnTo>
                  <a:pt x="334384" y="56517"/>
                </a:lnTo>
                <a:lnTo>
                  <a:pt x="334119" y="57467"/>
                </a:lnTo>
                <a:lnTo>
                  <a:pt x="333869" y="58432"/>
                </a:lnTo>
                <a:lnTo>
                  <a:pt x="333636" y="59414"/>
                </a:lnTo>
                <a:lnTo>
                  <a:pt x="333419" y="60412"/>
                </a:lnTo>
                <a:lnTo>
                  <a:pt x="333218" y="61426"/>
                </a:lnTo>
                <a:lnTo>
                  <a:pt x="333033" y="62456"/>
                </a:lnTo>
                <a:lnTo>
                  <a:pt x="332864" y="63502"/>
                </a:lnTo>
                <a:lnTo>
                  <a:pt x="332711" y="64565"/>
                </a:lnTo>
                <a:lnTo>
                  <a:pt x="332574" y="65644"/>
                </a:lnTo>
                <a:lnTo>
                  <a:pt x="332454" y="66739"/>
                </a:lnTo>
                <a:lnTo>
                  <a:pt x="332349" y="67850"/>
                </a:lnTo>
                <a:lnTo>
                  <a:pt x="332260" y="68977"/>
                </a:lnTo>
                <a:lnTo>
                  <a:pt x="332188" y="70121"/>
                </a:lnTo>
                <a:lnTo>
                  <a:pt x="332132" y="71280"/>
                </a:lnTo>
                <a:lnTo>
                  <a:pt x="332092" y="72456"/>
                </a:lnTo>
                <a:lnTo>
                  <a:pt x="332067" y="73648"/>
                </a:lnTo>
                <a:lnTo>
                  <a:pt x="332059" y="74856"/>
                </a:lnTo>
                <a:lnTo>
                  <a:pt x="332068" y="76064"/>
                </a:lnTo>
                <a:lnTo>
                  <a:pt x="332092" y="77256"/>
                </a:lnTo>
                <a:lnTo>
                  <a:pt x="332133" y="78431"/>
                </a:lnTo>
                <a:lnTo>
                  <a:pt x="332190" y="79589"/>
                </a:lnTo>
                <a:lnTo>
                  <a:pt x="332264" y="80731"/>
                </a:lnTo>
                <a:lnTo>
                  <a:pt x="332354" y="81856"/>
                </a:lnTo>
                <a:lnTo>
                  <a:pt x="332461" y="82964"/>
                </a:lnTo>
                <a:lnTo>
                  <a:pt x="332584" y="84056"/>
                </a:lnTo>
                <a:lnTo>
                  <a:pt x="332723" y="85131"/>
                </a:lnTo>
                <a:lnTo>
                  <a:pt x="332878" y="86189"/>
                </a:lnTo>
                <a:lnTo>
                  <a:pt x="333050" y="87231"/>
                </a:lnTo>
                <a:lnTo>
                  <a:pt x="333239" y="88256"/>
                </a:lnTo>
                <a:lnTo>
                  <a:pt x="333443" y="89265"/>
                </a:lnTo>
                <a:lnTo>
                  <a:pt x="333665" y="90257"/>
                </a:lnTo>
                <a:lnTo>
                  <a:pt x="333902" y="91232"/>
                </a:lnTo>
                <a:lnTo>
                  <a:pt x="334156" y="92191"/>
                </a:lnTo>
                <a:lnTo>
                  <a:pt x="334426" y="93133"/>
                </a:lnTo>
                <a:lnTo>
                  <a:pt x="334713" y="94058"/>
                </a:lnTo>
                <a:lnTo>
                  <a:pt x="335016" y="94967"/>
                </a:lnTo>
                <a:lnTo>
                  <a:pt x="335335" y="95859"/>
                </a:lnTo>
                <a:lnTo>
                  <a:pt x="335671" y="96734"/>
                </a:lnTo>
                <a:lnTo>
                  <a:pt x="336023" y="97593"/>
                </a:lnTo>
                <a:lnTo>
                  <a:pt x="336392" y="98435"/>
                </a:lnTo>
                <a:lnTo>
                  <a:pt x="336777" y="99261"/>
                </a:lnTo>
                <a:lnTo>
                  <a:pt x="337176" y="100070"/>
                </a:lnTo>
                <a:lnTo>
                  <a:pt x="337588" y="100861"/>
                </a:lnTo>
                <a:lnTo>
                  <a:pt x="338013" y="101636"/>
                </a:lnTo>
                <a:lnTo>
                  <a:pt x="338450" y="102394"/>
                </a:lnTo>
                <a:lnTo>
                  <a:pt x="338899" y="103134"/>
                </a:lnTo>
                <a:lnTo>
                  <a:pt x="339362" y="103858"/>
                </a:lnTo>
                <a:lnTo>
                  <a:pt x="339837" y="104565"/>
                </a:lnTo>
                <a:lnTo>
                  <a:pt x="340324" y="105255"/>
                </a:lnTo>
                <a:lnTo>
                  <a:pt x="340824" y="105928"/>
                </a:lnTo>
                <a:lnTo>
                  <a:pt x="341337" y="106584"/>
                </a:lnTo>
                <a:lnTo>
                  <a:pt x="341862" y="107223"/>
                </a:lnTo>
                <a:lnTo>
                  <a:pt x="342400" y="107846"/>
                </a:lnTo>
                <a:lnTo>
                  <a:pt x="342950" y="108451"/>
                </a:lnTo>
                <a:lnTo>
                  <a:pt x="343513" y="109039"/>
                </a:lnTo>
                <a:lnTo>
                  <a:pt x="344088" y="109611"/>
                </a:lnTo>
                <a:lnTo>
                  <a:pt x="344676" y="110165"/>
                </a:lnTo>
                <a:lnTo>
                  <a:pt x="345277" y="110703"/>
                </a:lnTo>
                <a:lnTo>
                  <a:pt x="345890" y="111223"/>
                </a:lnTo>
                <a:lnTo>
                  <a:pt x="346516" y="111727"/>
                </a:lnTo>
                <a:lnTo>
                  <a:pt x="347154" y="112213"/>
                </a:lnTo>
                <a:lnTo>
                  <a:pt x="347805" y="112683"/>
                </a:lnTo>
                <a:lnTo>
                  <a:pt x="348469" y="113136"/>
                </a:lnTo>
                <a:lnTo>
                  <a:pt x="349145" y="113572"/>
                </a:lnTo>
                <a:lnTo>
                  <a:pt x="349834" y="113991"/>
                </a:lnTo>
                <a:lnTo>
                  <a:pt x="350533" y="114393"/>
                </a:lnTo>
                <a:lnTo>
                  <a:pt x="351240" y="114777"/>
                </a:lnTo>
                <a:lnTo>
                  <a:pt x="351957" y="115145"/>
                </a:lnTo>
                <a:lnTo>
                  <a:pt x="352681" y="115495"/>
                </a:lnTo>
                <a:lnTo>
                  <a:pt x="353414" y="115828"/>
                </a:lnTo>
                <a:lnTo>
                  <a:pt x="354156" y="116145"/>
                </a:lnTo>
                <a:lnTo>
                  <a:pt x="354906" y="116444"/>
                </a:lnTo>
                <a:lnTo>
                  <a:pt x="355665" y="116726"/>
                </a:lnTo>
                <a:lnTo>
                  <a:pt x="356432" y="116991"/>
                </a:lnTo>
                <a:lnTo>
                  <a:pt x="357207" y="117239"/>
                </a:lnTo>
                <a:lnTo>
                  <a:pt x="357991" y="117470"/>
                </a:lnTo>
                <a:lnTo>
                  <a:pt x="358784" y="117683"/>
                </a:lnTo>
                <a:lnTo>
                  <a:pt x="359585" y="117880"/>
                </a:lnTo>
                <a:lnTo>
                  <a:pt x="360394" y="118059"/>
                </a:lnTo>
                <a:lnTo>
                  <a:pt x="361212" y="118222"/>
                </a:lnTo>
                <a:lnTo>
                  <a:pt x="362039" y="118367"/>
                </a:lnTo>
                <a:lnTo>
                  <a:pt x="362874" y="118495"/>
                </a:lnTo>
                <a:lnTo>
                  <a:pt x="363717" y="118606"/>
                </a:lnTo>
                <a:lnTo>
                  <a:pt x="364569" y="118700"/>
                </a:lnTo>
                <a:lnTo>
                  <a:pt x="365429" y="118777"/>
                </a:lnTo>
                <a:lnTo>
                  <a:pt x="366298" y="118837"/>
                </a:lnTo>
                <a:lnTo>
                  <a:pt x="367175" y="118880"/>
                </a:lnTo>
                <a:lnTo>
                  <a:pt x="368061" y="118905"/>
                </a:lnTo>
                <a:lnTo>
                  <a:pt x="368955" y="118914"/>
                </a:lnTo>
                <a:lnTo>
                  <a:pt x="369738" y="118908"/>
                </a:lnTo>
                <a:lnTo>
                  <a:pt x="370515" y="118890"/>
                </a:lnTo>
                <a:lnTo>
                  <a:pt x="371284" y="118860"/>
                </a:lnTo>
                <a:lnTo>
                  <a:pt x="372048" y="118819"/>
                </a:lnTo>
                <a:close/>
                <a:moveTo>
                  <a:pt x="536142" y="118768"/>
                </a:moveTo>
                <a:lnTo>
                  <a:pt x="537072" y="118685"/>
                </a:lnTo>
                <a:lnTo>
                  <a:pt x="537990" y="118585"/>
                </a:lnTo>
                <a:lnTo>
                  <a:pt x="538897" y="118466"/>
                </a:lnTo>
                <a:lnTo>
                  <a:pt x="539792" y="118328"/>
                </a:lnTo>
                <a:lnTo>
                  <a:pt x="540675" y="118173"/>
                </a:lnTo>
                <a:lnTo>
                  <a:pt x="541547" y="117999"/>
                </a:lnTo>
                <a:lnTo>
                  <a:pt x="542407" y="117807"/>
                </a:lnTo>
                <a:lnTo>
                  <a:pt x="543255" y="117596"/>
                </a:lnTo>
                <a:lnTo>
                  <a:pt x="544092" y="117367"/>
                </a:lnTo>
                <a:lnTo>
                  <a:pt x="544917" y="117120"/>
                </a:lnTo>
                <a:lnTo>
                  <a:pt x="545730" y="116855"/>
                </a:lnTo>
                <a:lnTo>
                  <a:pt x="546531" y="116571"/>
                </a:lnTo>
                <a:lnTo>
                  <a:pt x="547321" y="116269"/>
                </a:lnTo>
                <a:lnTo>
                  <a:pt x="548099" y="115949"/>
                </a:lnTo>
                <a:lnTo>
                  <a:pt x="548865" y="115610"/>
                </a:lnTo>
                <a:lnTo>
                  <a:pt x="549620" y="115254"/>
                </a:lnTo>
                <a:lnTo>
                  <a:pt x="550363" y="114878"/>
                </a:lnTo>
                <a:lnTo>
                  <a:pt x="551094" y="114485"/>
                </a:lnTo>
                <a:lnTo>
                  <a:pt x="551814" y="114073"/>
                </a:lnTo>
                <a:lnTo>
                  <a:pt x="552521" y="113643"/>
                </a:lnTo>
                <a:lnTo>
                  <a:pt x="553216" y="113196"/>
                </a:lnTo>
                <a:lnTo>
                  <a:pt x="553898" y="112732"/>
                </a:lnTo>
                <a:lnTo>
                  <a:pt x="554565" y="112253"/>
                </a:lnTo>
                <a:lnTo>
                  <a:pt x="555219" y="111758"/>
                </a:lnTo>
                <a:lnTo>
                  <a:pt x="555859" y="111247"/>
                </a:lnTo>
                <a:lnTo>
                  <a:pt x="556486" y="110719"/>
                </a:lnTo>
                <a:lnTo>
                  <a:pt x="557098" y="110176"/>
                </a:lnTo>
                <a:lnTo>
                  <a:pt x="557697" y="109617"/>
                </a:lnTo>
                <a:lnTo>
                  <a:pt x="558282" y="109041"/>
                </a:lnTo>
                <a:lnTo>
                  <a:pt x="558854" y="108450"/>
                </a:lnTo>
                <a:lnTo>
                  <a:pt x="559411" y="107842"/>
                </a:lnTo>
                <a:lnTo>
                  <a:pt x="559955" y="107219"/>
                </a:lnTo>
                <a:lnTo>
                  <a:pt x="560485" y="106580"/>
                </a:lnTo>
                <a:lnTo>
                  <a:pt x="561002" y="105924"/>
                </a:lnTo>
                <a:lnTo>
                  <a:pt x="561504" y="105253"/>
                </a:lnTo>
                <a:lnTo>
                  <a:pt x="561993" y="104565"/>
                </a:lnTo>
                <a:lnTo>
                  <a:pt x="562469" y="103862"/>
                </a:lnTo>
                <a:lnTo>
                  <a:pt x="562930" y="103142"/>
                </a:lnTo>
                <a:lnTo>
                  <a:pt x="563378" y="102407"/>
                </a:lnTo>
                <a:lnTo>
                  <a:pt x="563812" y="101655"/>
                </a:lnTo>
                <a:lnTo>
                  <a:pt x="564232" y="100888"/>
                </a:lnTo>
                <a:lnTo>
                  <a:pt x="564638" y="100104"/>
                </a:lnTo>
                <a:lnTo>
                  <a:pt x="565031" y="99304"/>
                </a:lnTo>
                <a:lnTo>
                  <a:pt x="565410" y="98489"/>
                </a:lnTo>
                <a:lnTo>
                  <a:pt x="565774" y="97659"/>
                </a:lnTo>
                <a:lnTo>
                  <a:pt x="566123" y="96815"/>
                </a:lnTo>
                <a:lnTo>
                  <a:pt x="566456" y="95958"/>
                </a:lnTo>
                <a:lnTo>
                  <a:pt x="566774" y="95088"/>
                </a:lnTo>
                <a:lnTo>
                  <a:pt x="567076" y="94205"/>
                </a:lnTo>
                <a:lnTo>
                  <a:pt x="567363" y="93308"/>
                </a:lnTo>
                <a:lnTo>
                  <a:pt x="567634" y="92399"/>
                </a:lnTo>
                <a:lnTo>
                  <a:pt x="567890" y="91475"/>
                </a:lnTo>
                <a:lnTo>
                  <a:pt x="568130" y="90539"/>
                </a:lnTo>
                <a:lnTo>
                  <a:pt x="568355" y="89589"/>
                </a:lnTo>
                <a:lnTo>
                  <a:pt x="568564" y="88626"/>
                </a:lnTo>
                <a:lnTo>
                  <a:pt x="568758" y="87650"/>
                </a:lnTo>
                <a:lnTo>
                  <a:pt x="568936" y="86661"/>
                </a:lnTo>
                <a:lnTo>
                  <a:pt x="569099" y="85658"/>
                </a:lnTo>
                <a:lnTo>
                  <a:pt x="569246" y="84642"/>
                </a:lnTo>
                <a:lnTo>
                  <a:pt x="569378" y="83613"/>
                </a:lnTo>
                <a:lnTo>
                  <a:pt x="569494" y="82570"/>
                </a:lnTo>
                <a:lnTo>
                  <a:pt x="569595" y="81515"/>
                </a:lnTo>
                <a:lnTo>
                  <a:pt x="569681" y="80445"/>
                </a:lnTo>
                <a:lnTo>
                  <a:pt x="569750" y="79363"/>
                </a:lnTo>
                <a:lnTo>
                  <a:pt x="569805" y="78267"/>
                </a:lnTo>
                <a:lnTo>
                  <a:pt x="569843" y="77159"/>
                </a:lnTo>
                <a:lnTo>
                  <a:pt x="569867" y="76036"/>
                </a:lnTo>
                <a:lnTo>
                  <a:pt x="569874" y="74901"/>
                </a:lnTo>
                <a:lnTo>
                  <a:pt x="569867" y="73751"/>
                </a:lnTo>
                <a:lnTo>
                  <a:pt x="569843" y="72615"/>
                </a:lnTo>
                <a:lnTo>
                  <a:pt x="569805" y="71492"/>
                </a:lnTo>
                <a:lnTo>
                  <a:pt x="569750" y="70383"/>
                </a:lnTo>
                <a:lnTo>
                  <a:pt x="569681" y="69287"/>
                </a:lnTo>
                <a:lnTo>
                  <a:pt x="569595" y="68205"/>
                </a:lnTo>
                <a:lnTo>
                  <a:pt x="569494" y="67136"/>
                </a:lnTo>
                <a:lnTo>
                  <a:pt x="569378" y="66081"/>
                </a:lnTo>
                <a:lnTo>
                  <a:pt x="569246" y="65040"/>
                </a:lnTo>
                <a:lnTo>
                  <a:pt x="569099" y="64012"/>
                </a:lnTo>
                <a:lnTo>
                  <a:pt x="568936" y="62998"/>
                </a:lnTo>
                <a:lnTo>
                  <a:pt x="568758" y="61998"/>
                </a:lnTo>
                <a:lnTo>
                  <a:pt x="568564" y="61011"/>
                </a:lnTo>
                <a:lnTo>
                  <a:pt x="568355" y="60037"/>
                </a:lnTo>
                <a:lnTo>
                  <a:pt x="568130" y="59077"/>
                </a:lnTo>
                <a:lnTo>
                  <a:pt x="567890" y="58131"/>
                </a:lnTo>
                <a:lnTo>
                  <a:pt x="567634" y="57198"/>
                </a:lnTo>
                <a:lnTo>
                  <a:pt x="567363" y="56279"/>
                </a:lnTo>
                <a:lnTo>
                  <a:pt x="567076" y="55374"/>
                </a:lnTo>
                <a:lnTo>
                  <a:pt x="566774" y="54482"/>
                </a:lnTo>
                <a:lnTo>
                  <a:pt x="566456" y="53603"/>
                </a:lnTo>
                <a:lnTo>
                  <a:pt x="566123" y="52739"/>
                </a:lnTo>
                <a:lnTo>
                  <a:pt x="565774" y="51887"/>
                </a:lnTo>
                <a:lnTo>
                  <a:pt x="565410" y="51050"/>
                </a:lnTo>
                <a:lnTo>
                  <a:pt x="565031" y="50227"/>
                </a:lnTo>
                <a:lnTo>
                  <a:pt x="564638" y="49420"/>
                </a:lnTo>
                <a:lnTo>
                  <a:pt x="564232" y="48629"/>
                </a:lnTo>
                <a:lnTo>
                  <a:pt x="563812" y="47854"/>
                </a:lnTo>
                <a:lnTo>
                  <a:pt x="563378" y="47096"/>
                </a:lnTo>
                <a:lnTo>
                  <a:pt x="562930" y="46353"/>
                </a:lnTo>
                <a:lnTo>
                  <a:pt x="562469" y="45626"/>
                </a:lnTo>
                <a:lnTo>
                  <a:pt x="561993" y="44915"/>
                </a:lnTo>
                <a:lnTo>
                  <a:pt x="561504" y="44221"/>
                </a:lnTo>
                <a:lnTo>
                  <a:pt x="561002" y="43542"/>
                </a:lnTo>
                <a:lnTo>
                  <a:pt x="560485" y="42879"/>
                </a:lnTo>
                <a:lnTo>
                  <a:pt x="559955" y="42233"/>
                </a:lnTo>
                <a:lnTo>
                  <a:pt x="559411" y="41602"/>
                </a:lnTo>
                <a:lnTo>
                  <a:pt x="558854" y="40987"/>
                </a:lnTo>
                <a:lnTo>
                  <a:pt x="558282" y="40389"/>
                </a:lnTo>
                <a:lnTo>
                  <a:pt x="557697" y="39806"/>
                </a:lnTo>
                <a:lnTo>
                  <a:pt x="557098" y="39239"/>
                </a:lnTo>
                <a:lnTo>
                  <a:pt x="556486" y="38689"/>
                </a:lnTo>
                <a:lnTo>
                  <a:pt x="555859" y="38154"/>
                </a:lnTo>
                <a:lnTo>
                  <a:pt x="555219" y="37636"/>
                </a:lnTo>
                <a:lnTo>
                  <a:pt x="554565" y="37133"/>
                </a:lnTo>
                <a:lnTo>
                  <a:pt x="553898" y="36647"/>
                </a:lnTo>
                <a:lnTo>
                  <a:pt x="553216" y="36176"/>
                </a:lnTo>
                <a:lnTo>
                  <a:pt x="552521" y="35722"/>
                </a:lnTo>
                <a:lnTo>
                  <a:pt x="551814" y="35284"/>
                </a:lnTo>
                <a:lnTo>
                  <a:pt x="551094" y="34865"/>
                </a:lnTo>
                <a:lnTo>
                  <a:pt x="550363" y="34465"/>
                </a:lnTo>
                <a:lnTo>
                  <a:pt x="549620" y="34084"/>
                </a:lnTo>
                <a:lnTo>
                  <a:pt x="548865" y="33721"/>
                </a:lnTo>
                <a:lnTo>
                  <a:pt x="548099" y="33376"/>
                </a:lnTo>
                <a:lnTo>
                  <a:pt x="547321" y="33051"/>
                </a:lnTo>
                <a:lnTo>
                  <a:pt x="546531" y="32744"/>
                </a:lnTo>
                <a:lnTo>
                  <a:pt x="545730" y="32455"/>
                </a:lnTo>
                <a:lnTo>
                  <a:pt x="544917" y="32185"/>
                </a:lnTo>
                <a:lnTo>
                  <a:pt x="544092" y="31934"/>
                </a:lnTo>
                <a:lnTo>
                  <a:pt x="543255" y="31701"/>
                </a:lnTo>
                <a:lnTo>
                  <a:pt x="542407" y="31487"/>
                </a:lnTo>
                <a:lnTo>
                  <a:pt x="541547" y="31292"/>
                </a:lnTo>
                <a:lnTo>
                  <a:pt x="540675" y="31115"/>
                </a:lnTo>
                <a:lnTo>
                  <a:pt x="539792" y="30957"/>
                </a:lnTo>
                <a:lnTo>
                  <a:pt x="538897" y="30817"/>
                </a:lnTo>
                <a:lnTo>
                  <a:pt x="537990" y="30696"/>
                </a:lnTo>
                <a:lnTo>
                  <a:pt x="537072" y="30594"/>
                </a:lnTo>
                <a:lnTo>
                  <a:pt x="536142" y="30510"/>
                </a:lnTo>
                <a:lnTo>
                  <a:pt x="535200" y="30445"/>
                </a:lnTo>
                <a:lnTo>
                  <a:pt x="534246" y="30398"/>
                </a:lnTo>
                <a:lnTo>
                  <a:pt x="533281" y="30370"/>
                </a:lnTo>
                <a:lnTo>
                  <a:pt x="532304" y="30361"/>
                </a:lnTo>
                <a:lnTo>
                  <a:pt x="531348" y="30370"/>
                </a:lnTo>
                <a:lnTo>
                  <a:pt x="530404" y="30398"/>
                </a:lnTo>
                <a:lnTo>
                  <a:pt x="529472" y="30445"/>
                </a:lnTo>
                <a:lnTo>
                  <a:pt x="528551" y="30510"/>
                </a:lnTo>
                <a:lnTo>
                  <a:pt x="527642" y="30594"/>
                </a:lnTo>
                <a:lnTo>
                  <a:pt x="526745" y="30696"/>
                </a:lnTo>
                <a:lnTo>
                  <a:pt x="525859" y="30817"/>
                </a:lnTo>
                <a:lnTo>
                  <a:pt x="524985" y="30957"/>
                </a:lnTo>
                <a:lnTo>
                  <a:pt x="524123" y="31115"/>
                </a:lnTo>
                <a:lnTo>
                  <a:pt x="523272" y="31292"/>
                </a:lnTo>
                <a:lnTo>
                  <a:pt x="522433" y="31487"/>
                </a:lnTo>
                <a:lnTo>
                  <a:pt x="521606" y="31701"/>
                </a:lnTo>
                <a:lnTo>
                  <a:pt x="520791" y="31934"/>
                </a:lnTo>
                <a:lnTo>
                  <a:pt x="519987" y="32185"/>
                </a:lnTo>
                <a:lnTo>
                  <a:pt x="519195" y="32455"/>
                </a:lnTo>
                <a:lnTo>
                  <a:pt x="518414" y="32744"/>
                </a:lnTo>
                <a:lnTo>
                  <a:pt x="517646" y="33051"/>
                </a:lnTo>
                <a:lnTo>
                  <a:pt x="516889" y="33376"/>
                </a:lnTo>
                <a:lnTo>
                  <a:pt x="516144" y="33721"/>
                </a:lnTo>
                <a:lnTo>
                  <a:pt x="515410" y="34084"/>
                </a:lnTo>
                <a:lnTo>
                  <a:pt x="514688" y="34465"/>
                </a:lnTo>
                <a:lnTo>
                  <a:pt x="513978" y="34865"/>
                </a:lnTo>
                <a:lnTo>
                  <a:pt x="513279" y="35284"/>
                </a:lnTo>
                <a:lnTo>
                  <a:pt x="512593" y="35722"/>
                </a:lnTo>
                <a:lnTo>
                  <a:pt x="511918" y="36176"/>
                </a:lnTo>
                <a:lnTo>
                  <a:pt x="511257" y="36647"/>
                </a:lnTo>
                <a:lnTo>
                  <a:pt x="510610" y="37133"/>
                </a:lnTo>
                <a:lnTo>
                  <a:pt x="509975" y="37636"/>
                </a:lnTo>
                <a:lnTo>
                  <a:pt x="509354" y="38154"/>
                </a:lnTo>
                <a:lnTo>
                  <a:pt x="508747" y="38689"/>
                </a:lnTo>
                <a:lnTo>
                  <a:pt x="508152" y="39239"/>
                </a:lnTo>
                <a:lnTo>
                  <a:pt x="507571" y="39806"/>
                </a:lnTo>
                <a:lnTo>
                  <a:pt x="507003" y="40389"/>
                </a:lnTo>
                <a:lnTo>
                  <a:pt x="506449" y="40987"/>
                </a:lnTo>
                <a:lnTo>
                  <a:pt x="505908" y="41602"/>
                </a:lnTo>
                <a:lnTo>
                  <a:pt x="505380" y="42233"/>
                </a:lnTo>
                <a:lnTo>
                  <a:pt x="504865" y="42879"/>
                </a:lnTo>
                <a:lnTo>
                  <a:pt x="504364" y="43542"/>
                </a:lnTo>
                <a:lnTo>
                  <a:pt x="503876" y="44221"/>
                </a:lnTo>
                <a:lnTo>
                  <a:pt x="503401" y="44915"/>
                </a:lnTo>
                <a:lnTo>
                  <a:pt x="502940" y="45626"/>
                </a:lnTo>
                <a:lnTo>
                  <a:pt x="502492" y="46353"/>
                </a:lnTo>
                <a:lnTo>
                  <a:pt x="502057" y="47096"/>
                </a:lnTo>
                <a:lnTo>
                  <a:pt x="501636" y="47854"/>
                </a:lnTo>
                <a:lnTo>
                  <a:pt x="501228" y="48629"/>
                </a:lnTo>
                <a:lnTo>
                  <a:pt x="500833" y="49420"/>
                </a:lnTo>
                <a:lnTo>
                  <a:pt x="500452" y="50227"/>
                </a:lnTo>
                <a:lnTo>
                  <a:pt x="500083" y="51050"/>
                </a:lnTo>
                <a:lnTo>
                  <a:pt x="499729" y="51887"/>
                </a:lnTo>
                <a:lnTo>
                  <a:pt x="499390" y="52739"/>
                </a:lnTo>
                <a:lnTo>
                  <a:pt x="499067" y="53603"/>
                </a:lnTo>
                <a:lnTo>
                  <a:pt x="498758" y="54482"/>
                </a:lnTo>
                <a:lnTo>
                  <a:pt x="498464" y="55374"/>
                </a:lnTo>
                <a:lnTo>
                  <a:pt x="498185" y="56279"/>
                </a:lnTo>
                <a:lnTo>
                  <a:pt x="497922" y="57198"/>
                </a:lnTo>
                <a:lnTo>
                  <a:pt x="497673" y="58131"/>
                </a:lnTo>
                <a:lnTo>
                  <a:pt x="497440" y="59077"/>
                </a:lnTo>
                <a:lnTo>
                  <a:pt x="497221" y="60037"/>
                </a:lnTo>
                <a:lnTo>
                  <a:pt x="497018" y="61011"/>
                </a:lnTo>
                <a:lnTo>
                  <a:pt x="496830" y="61998"/>
                </a:lnTo>
                <a:lnTo>
                  <a:pt x="496657" y="62998"/>
                </a:lnTo>
                <a:lnTo>
                  <a:pt x="496498" y="64012"/>
                </a:lnTo>
                <a:lnTo>
                  <a:pt x="496355" y="65040"/>
                </a:lnTo>
                <a:lnTo>
                  <a:pt x="496227" y="66081"/>
                </a:lnTo>
                <a:lnTo>
                  <a:pt x="496114" y="67136"/>
                </a:lnTo>
                <a:lnTo>
                  <a:pt x="496016" y="68205"/>
                </a:lnTo>
                <a:lnTo>
                  <a:pt x="495933" y="69287"/>
                </a:lnTo>
                <a:lnTo>
                  <a:pt x="495866" y="70383"/>
                </a:lnTo>
                <a:lnTo>
                  <a:pt x="495813" y="71492"/>
                </a:lnTo>
                <a:lnTo>
                  <a:pt x="495775" y="72615"/>
                </a:lnTo>
                <a:lnTo>
                  <a:pt x="495753" y="73751"/>
                </a:lnTo>
                <a:lnTo>
                  <a:pt x="495745" y="74901"/>
                </a:lnTo>
                <a:lnTo>
                  <a:pt x="495753" y="76036"/>
                </a:lnTo>
                <a:lnTo>
                  <a:pt x="495775" y="77159"/>
                </a:lnTo>
                <a:lnTo>
                  <a:pt x="495813" y="78267"/>
                </a:lnTo>
                <a:lnTo>
                  <a:pt x="495866" y="79363"/>
                </a:lnTo>
                <a:lnTo>
                  <a:pt x="495933" y="80445"/>
                </a:lnTo>
                <a:lnTo>
                  <a:pt x="496016" y="81515"/>
                </a:lnTo>
                <a:lnTo>
                  <a:pt x="496114" y="82570"/>
                </a:lnTo>
                <a:lnTo>
                  <a:pt x="496227" y="83613"/>
                </a:lnTo>
                <a:lnTo>
                  <a:pt x="496355" y="84642"/>
                </a:lnTo>
                <a:lnTo>
                  <a:pt x="496498" y="85658"/>
                </a:lnTo>
                <a:lnTo>
                  <a:pt x="496657" y="86661"/>
                </a:lnTo>
                <a:lnTo>
                  <a:pt x="496830" y="87650"/>
                </a:lnTo>
                <a:lnTo>
                  <a:pt x="497018" y="88626"/>
                </a:lnTo>
                <a:lnTo>
                  <a:pt x="497221" y="89589"/>
                </a:lnTo>
                <a:lnTo>
                  <a:pt x="497440" y="90539"/>
                </a:lnTo>
                <a:lnTo>
                  <a:pt x="497673" y="91475"/>
                </a:lnTo>
                <a:lnTo>
                  <a:pt x="497922" y="92399"/>
                </a:lnTo>
                <a:lnTo>
                  <a:pt x="498185" y="93308"/>
                </a:lnTo>
                <a:lnTo>
                  <a:pt x="498464" y="94205"/>
                </a:lnTo>
                <a:lnTo>
                  <a:pt x="498758" y="95088"/>
                </a:lnTo>
                <a:lnTo>
                  <a:pt x="499067" y="95958"/>
                </a:lnTo>
                <a:lnTo>
                  <a:pt x="499390" y="96815"/>
                </a:lnTo>
                <a:lnTo>
                  <a:pt x="499729" y="97659"/>
                </a:lnTo>
                <a:lnTo>
                  <a:pt x="500083" y="98489"/>
                </a:lnTo>
                <a:lnTo>
                  <a:pt x="500452" y="99304"/>
                </a:lnTo>
                <a:lnTo>
                  <a:pt x="500833" y="100104"/>
                </a:lnTo>
                <a:lnTo>
                  <a:pt x="501228" y="100888"/>
                </a:lnTo>
                <a:lnTo>
                  <a:pt x="501636" y="101655"/>
                </a:lnTo>
                <a:lnTo>
                  <a:pt x="502057" y="102407"/>
                </a:lnTo>
                <a:lnTo>
                  <a:pt x="502492" y="103142"/>
                </a:lnTo>
                <a:lnTo>
                  <a:pt x="502940" y="103862"/>
                </a:lnTo>
                <a:lnTo>
                  <a:pt x="503401" y="104565"/>
                </a:lnTo>
                <a:lnTo>
                  <a:pt x="503876" y="105253"/>
                </a:lnTo>
                <a:lnTo>
                  <a:pt x="504364" y="105924"/>
                </a:lnTo>
                <a:lnTo>
                  <a:pt x="504865" y="106580"/>
                </a:lnTo>
                <a:lnTo>
                  <a:pt x="505380" y="107219"/>
                </a:lnTo>
                <a:lnTo>
                  <a:pt x="505908" y="107842"/>
                </a:lnTo>
                <a:lnTo>
                  <a:pt x="506449" y="108450"/>
                </a:lnTo>
                <a:lnTo>
                  <a:pt x="507003" y="109041"/>
                </a:lnTo>
                <a:lnTo>
                  <a:pt x="507571" y="109617"/>
                </a:lnTo>
                <a:lnTo>
                  <a:pt x="508152" y="110176"/>
                </a:lnTo>
                <a:lnTo>
                  <a:pt x="508747" y="110719"/>
                </a:lnTo>
                <a:lnTo>
                  <a:pt x="509354" y="111247"/>
                </a:lnTo>
                <a:lnTo>
                  <a:pt x="509975" y="111758"/>
                </a:lnTo>
                <a:lnTo>
                  <a:pt x="510610" y="112253"/>
                </a:lnTo>
                <a:lnTo>
                  <a:pt x="511257" y="112732"/>
                </a:lnTo>
                <a:lnTo>
                  <a:pt x="511918" y="113196"/>
                </a:lnTo>
                <a:lnTo>
                  <a:pt x="512593" y="113643"/>
                </a:lnTo>
                <a:lnTo>
                  <a:pt x="513279" y="114073"/>
                </a:lnTo>
                <a:lnTo>
                  <a:pt x="513978" y="114485"/>
                </a:lnTo>
                <a:lnTo>
                  <a:pt x="514688" y="114878"/>
                </a:lnTo>
                <a:lnTo>
                  <a:pt x="515410" y="115254"/>
                </a:lnTo>
                <a:lnTo>
                  <a:pt x="516144" y="115610"/>
                </a:lnTo>
                <a:lnTo>
                  <a:pt x="516889" y="115949"/>
                </a:lnTo>
                <a:lnTo>
                  <a:pt x="517646" y="116269"/>
                </a:lnTo>
                <a:lnTo>
                  <a:pt x="518414" y="116571"/>
                </a:lnTo>
                <a:lnTo>
                  <a:pt x="519195" y="116855"/>
                </a:lnTo>
                <a:lnTo>
                  <a:pt x="519987" y="117120"/>
                </a:lnTo>
                <a:lnTo>
                  <a:pt x="520791" y="117367"/>
                </a:lnTo>
                <a:lnTo>
                  <a:pt x="521606" y="117596"/>
                </a:lnTo>
                <a:lnTo>
                  <a:pt x="522433" y="117807"/>
                </a:lnTo>
                <a:lnTo>
                  <a:pt x="523272" y="117999"/>
                </a:lnTo>
                <a:lnTo>
                  <a:pt x="524123" y="118173"/>
                </a:lnTo>
                <a:lnTo>
                  <a:pt x="524985" y="118328"/>
                </a:lnTo>
                <a:lnTo>
                  <a:pt x="525859" y="118466"/>
                </a:lnTo>
                <a:lnTo>
                  <a:pt x="526745" y="118585"/>
                </a:lnTo>
                <a:lnTo>
                  <a:pt x="527642" y="118685"/>
                </a:lnTo>
                <a:lnTo>
                  <a:pt x="528551" y="118768"/>
                </a:lnTo>
                <a:lnTo>
                  <a:pt x="529472" y="118832"/>
                </a:lnTo>
                <a:lnTo>
                  <a:pt x="530404" y="118877"/>
                </a:lnTo>
                <a:lnTo>
                  <a:pt x="531348" y="118905"/>
                </a:lnTo>
                <a:lnTo>
                  <a:pt x="532304" y="118914"/>
                </a:lnTo>
                <a:lnTo>
                  <a:pt x="533281" y="118905"/>
                </a:lnTo>
                <a:lnTo>
                  <a:pt x="534246" y="118877"/>
                </a:lnTo>
                <a:lnTo>
                  <a:pt x="535200" y="118832"/>
                </a:lnTo>
                <a:lnTo>
                  <a:pt x="536142" y="118768"/>
                </a:lnTo>
                <a:close/>
                <a:moveTo>
                  <a:pt x="529723" y="107663"/>
                </a:moveTo>
                <a:lnTo>
                  <a:pt x="529105" y="107596"/>
                </a:lnTo>
                <a:lnTo>
                  <a:pt x="528498" y="107514"/>
                </a:lnTo>
                <a:lnTo>
                  <a:pt x="527901" y="107418"/>
                </a:lnTo>
                <a:lnTo>
                  <a:pt x="527316" y="107306"/>
                </a:lnTo>
                <a:lnTo>
                  <a:pt x="526741" y="107180"/>
                </a:lnTo>
                <a:lnTo>
                  <a:pt x="526177" y="107039"/>
                </a:lnTo>
                <a:lnTo>
                  <a:pt x="525623" y="106883"/>
                </a:lnTo>
                <a:lnTo>
                  <a:pt x="525081" y="106712"/>
                </a:lnTo>
                <a:lnTo>
                  <a:pt x="524549" y="106527"/>
                </a:lnTo>
                <a:lnTo>
                  <a:pt x="524029" y="106326"/>
                </a:lnTo>
                <a:lnTo>
                  <a:pt x="523519" y="106111"/>
                </a:lnTo>
                <a:lnTo>
                  <a:pt x="523019" y="105881"/>
                </a:lnTo>
                <a:lnTo>
                  <a:pt x="522531" y="105635"/>
                </a:lnTo>
                <a:lnTo>
                  <a:pt x="522054" y="105376"/>
                </a:lnTo>
                <a:lnTo>
                  <a:pt x="521587" y="105101"/>
                </a:lnTo>
                <a:lnTo>
                  <a:pt x="521131" y="104811"/>
                </a:lnTo>
                <a:lnTo>
                  <a:pt x="520686" y="104507"/>
                </a:lnTo>
                <a:lnTo>
                  <a:pt x="520252" y="104187"/>
                </a:lnTo>
                <a:lnTo>
                  <a:pt x="519829" y="103853"/>
                </a:lnTo>
                <a:lnTo>
                  <a:pt x="519416" y="103504"/>
                </a:lnTo>
                <a:lnTo>
                  <a:pt x="519014" y="103142"/>
                </a:lnTo>
                <a:lnTo>
                  <a:pt x="518621" y="102770"/>
                </a:lnTo>
                <a:lnTo>
                  <a:pt x="518237" y="102386"/>
                </a:lnTo>
                <a:lnTo>
                  <a:pt x="517863" y="101992"/>
                </a:lnTo>
                <a:lnTo>
                  <a:pt x="517499" y="101587"/>
                </a:lnTo>
                <a:lnTo>
                  <a:pt x="517144" y="101171"/>
                </a:lnTo>
                <a:lnTo>
                  <a:pt x="516799" y="100744"/>
                </a:lnTo>
                <a:lnTo>
                  <a:pt x="516463" y="100306"/>
                </a:lnTo>
                <a:lnTo>
                  <a:pt x="516137" y="99858"/>
                </a:lnTo>
                <a:lnTo>
                  <a:pt x="515820" y="99398"/>
                </a:lnTo>
                <a:lnTo>
                  <a:pt x="515512" y="98928"/>
                </a:lnTo>
                <a:lnTo>
                  <a:pt x="515215" y="98447"/>
                </a:lnTo>
                <a:lnTo>
                  <a:pt x="514926" y="97956"/>
                </a:lnTo>
                <a:lnTo>
                  <a:pt x="514647" y="97453"/>
                </a:lnTo>
                <a:lnTo>
                  <a:pt x="514378" y="96940"/>
                </a:lnTo>
                <a:lnTo>
                  <a:pt x="514118" y="96415"/>
                </a:lnTo>
                <a:lnTo>
                  <a:pt x="513868" y="95880"/>
                </a:lnTo>
                <a:lnTo>
                  <a:pt x="513627" y="95334"/>
                </a:lnTo>
                <a:lnTo>
                  <a:pt x="513396" y="94778"/>
                </a:lnTo>
                <a:lnTo>
                  <a:pt x="513174" y="94210"/>
                </a:lnTo>
                <a:lnTo>
                  <a:pt x="512962" y="93632"/>
                </a:lnTo>
                <a:lnTo>
                  <a:pt x="512759" y="93042"/>
                </a:lnTo>
                <a:lnTo>
                  <a:pt x="512566" y="92442"/>
                </a:lnTo>
                <a:lnTo>
                  <a:pt x="512382" y="91832"/>
                </a:lnTo>
                <a:lnTo>
                  <a:pt x="512207" y="91211"/>
                </a:lnTo>
                <a:lnTo>
                  <a:pt x="512039" y="90584"/>
                </a:lnTo>
                <a:lnTo>
                  <a:pt x="511879" y="89950"/>
                </a:lnTo>
                <a:lnTo>
                  <a:pt x="511726" y="89309"/>
                </a:lnTo>
                <a:lnTo>
                  <a:pt x="511580" y="88660"/>
                </a:lnTo>
                <a:lnTo>
                  <a:pt x="511442" y="88005"/>
                </a:lnTo>
                <a:lnTo>
                  <a:pt x="511312" y="87342"/>
                </a:lnTo>
                <a:lnTo>
                  <a:pt x="511189" y="86672"/>
                </a:lnTo>
                <a:lnTo>
                  <a:pt x="511073" y="85995"/>
                </a:lnTo>
                <a:lnTo>
                  <a:pt x="510965" y="85311"/>
                </a:lnTo>
                <a:lnTo>
                  <a:pt x="510864" y="84620"/>
                </a:lnTo>
                <a:lnTo>
                  <a:pt x="510771" y="83922"/>
                </a:lnTo>
                <a:lnTo>
                  <a:pt x="510685" y="83216"/>
                </a:lnTo>
                <a:lnTo>
                  <a:pt x="510607" y="82504"/>
                </a:lnTo>
                <a:lnTo>
                  <a:pt x="510536" y="81784"/>
                </a:lnTo>
                <a:lnTo>
                  <a:pt x="510473" y="81058"/>
                </a:lnTo>
                <a:lnTo>
                  <a:pt x="510417" y="80324"/>
                </a:lnTo>
                <a:lnTo>
                  <a:pt x="510368" y="79583"/>
                </a:lnTo>
                <a:lnTo>
                  <a:pt x="510327" y="78835"/>
                </a:lnTo>
                <a:lnTo>
                  <a:pt x="510294" y="78080"/>
                </a:lnTo>
                <a:lnTo>
                  <a:pt x="510268" y="77317"/>
                </a:lnTo>
                <a:lnTo>
                  <a:pt x="510249" y="76548"/>
                </a:lnTo>
                <a:lnTo>
                  <a:pt x="510238" y="75772"/>
                </a:lnTo>
                <a:lnTo>
                  <a:pt x="510234" y="74988"/>
                </a:lnTo>
                <a:lnTo>
                  <a:pt x="510238" y="74190"/>
                </a:lnTo>
                <a:lnTo>
                  <a:pt x="510249" y="73399"/>
                </a:lnTo>
                <a:lnTo>
                  <a:pt x="510268" y="72615"/>
                </a:lnTo>
                <a:lnTo>
                  <a:pt x="510294" y="71839"/>
                </a:lnTo>
                <a:lnTo>
                  <a:pt x="510327" y="71071"/>
                </a:lnTo>
                <a:lnTo>
                  <a:pt x="510368" y="70309"/>
                </a:lnTo>
                <a:lnTo>
                  <a:pt x="510417" y="69556"/>
                </a:lnTo>
                <a:lnTo>
                  <a:pt x="510473" y="68809"/>
                </a:lnTo>
                <a:lnTo>
                  <a:pt x="510536" y="68070"/>
                </a:lnTo>
                <a:lnTo>
                  <a:pt x="510607" y="67339"/>
                </a:lnTo>
                <a:lnTo>
                  <a:pt x="510685" y="66615"/>
                </a:lnTo>
                <a:lnTo>
                  <a:pt x="510771" y="65898"/>
                </a:lnTo>
                <a:lnTo>
                  <a:pt x="510864" y="65189"/>
                </a:lnTo>
                <a:lnTo>
                  <a:pt x="510965" y="64487"/>
                </a:lnTo>
                <a:lnTo>
                  <a:pt x="511073" y="63793"/>
                </a:lnTo>
                <a:lnTo>
                  <a:pt x="511189" y="63106"/>
                </a:lnTo>
                <a:lnTo>
                  <a:pt x="511312" y="62427"/>
                </a:lnTo>
                <a:lnTo>
                  <a:pt x="511442" y="61754"/>
                </a:lnTo>
                <a:lnTo>
                  <a:pt x="511580" y="61090"/>
                </a:lnTo>
                <a:lnTo>
                  <a:pt x="511726" y="60433"/>
                </a:lnTo>
                <a:lnTo>
                  <a:pt x="511879" y="59783"/>
                </a:lnTo>
                <a:lnTo>
                  <a:pt x="512039" y="59141"/>
                </a:lnTo>
                <a:lnTo>
                  <a:pt x="512207" y="58506"/>
                </a:lnTo>
                <a:lnTo>
                  <a:pt x="512382" y="57878"/>
                </a:lnTo>
                <a:lnTo>
                  <a:pt x="512566" y="57260"/>
                </a:lnTo>
                <a:lnTo>
                  <a:pt x="512759" y="56652"/>
                </a:lnTo>
                <a:lnTo>
                  <a:pt x="512962" y="56056"/>
                </a:lnTo>
                <a:lnTo>
                  <a:pt x="513174" y="55470"/>
                </a:lnTo>
                <a:lnTo>
                  <a:pt x="513396" y="54896"/>
                </a:lnTo>
                <a:lnTo>
                  <a:pt x="513627" y="54332"/>
                </a:lnTo>
                <a:lnTo>
                  <a:pt x="513868" y="53780"/>
                </a:lnTo>
                <a:lnTo>
                  <a:pt x="514118" y="53238"/>
                </a:lnTo>
                <a:lnTo>
                  <a:pt x="514378" y="52708"/>
                </a:lnTo>
                <a:lnTo>
                  <a:pt x="514647" y="52188"/>
                </a:lnTo>
                <a:lnTo>
                  <a:pt x="514926" y="51680"/>
                </a:lnTo>
                <a:lnTo>
                  <a:pt x="515215" y="51182"/>
                </a:lnTo>
                <a:lnTo>
                  <a:pt x="515512" y="50696"/>
                </a:lnTo>
                <a:lnTo>
                  <a:pt x="515820" y="50220"/>
                </a:lnTo>
                <a:lnTo>
                  <a:pt x="516137" y="49755"/>
                </a:lnTo>
                <a:lnTo>
                  <a:pt x="516463" y="49302"/>
                </a:lnTo>
                <a:lnTo>
                  <a:pt x="516799" y="48859"/>
                </a:lnTo>
                <a:lnTo>
                  <a:pt x="517144" y="48428"/>
                </a:lnTo>
                <a:lnTo>
                  <a:pt x="517499" y="48007"/>
                </a:lnTo>
                <a:lnTo>
                  <a:pt x="517863" y="47597"/>
                </a:lnTo>
                <a:lnTo>
                  <a:pt x="518237" y="47199"/>
                </a:lnTo>
                <a:lnTo>
                  <a:pt x="518621" y="46811"/>
                </a:lnTo>
                <a:lnTo>
                  <a:pt x="519014" y="46434"/>
                </a:lnTo>
                <a:lnTo>
                  <a:pt x="519416" y="46069"/>
                </a:lnTo>
                <a:lnTo>
                  <a:pt x="519829" y="45716"/>
                </a:lnTo>
                <a:lnTo>
                  <a:pt x="520252" y="45378"/>
                </a:lnTo>
                <a:lnTo>
                  <a:pt x="520686" y="45056"/>
                </a:lnTo>
                <a:lnTo>
                  <a:pt x="521131" y="44748"/>
                </a:lnTo>
                <a:lnTo>
                  <a:pt x="521587" y="44455"/>
                </a:lnTo>
                <a:lnTo>
                  <a:pt x="522054" y="44178"/>
                </a:lnTo>
                <a:lnTo>
                  <a:pt x="522531" y="43915"/>
                </a:lnTo>
                <a:lnTo>
                  <a:pt x="523019" y="43667"/>
                </a:lnTo>
                <a:lnTo>
                  <a:pt x="523519" y="43435"/>
                </a:lnTo>
                <a:lnTo>
                  <a:pt x="524029" y="43217"/>
                </a:lnTo>
                <a:lnTo>
                  <a:pt x="524549" y="43015"/>
                </a:lnTo>
                <a:lnTo>
                  <a:pt x="525081" y="42827"/>
                </a:lnTo>
                <a:lnTo>
                  <a:pt x="525623" y="42654"/>
                </a:lnTo>
                <a:lnTo>
                  <a:pt x="526177" y="42497"/>
                </a:lnTo>
                <a:lnTo>
                  <a:pt x="526741" y="42354"/>
                </a:lnTo>
                <a:lnTo>
                  <a:pt x="527316" y="42227"/>
                </a:lnTo>
                <a:lnTo>
                  <a:pt x="527901" y="42114"/>
                </a:lnTo>
                <a:lnTo>
                  <a:pt x="528498" y="42017"/>
                </a:lnTo>
                <a:lnTo>
                  <a:pt x="529105" y="41934"/>
                </a:lnTo>
                <a:lnTo>
                  <a:pt x="529723" y="41866"/>
                </a:lnTo>
                <a:lnTo>
                  <a:pt x="530352" y="41814"/>
                </a:lnTo>
                <a:lnTo>
                  <a:pt x="530992" y="41776"/>
                </a:lnTo>
                <a:lnTo>
                  <a:pt x="531643" y="41754"/>
                </a:lnTo>
                <a:lnTo>
                  <a:pt x="532304" y="41746"/>
                </a:lnTo>
                <a:lnTo>
                  <a:pt x="533007" y="41754"/>
                </a:lnTo>
                <a:lnTo>
                  <a:pt x="533698" y="41776"/>
                </a:lnTo>
                <a:lnTo>
                  <a:pt x="534377" y="41814"/>
                </a:lnTo>
                <a:lnTo>
                  <a:pt x="535043" y="41866"/>
                </a:lnTo>
                <a:lnTo>
                  <a:pt x="535698" y="41934"/>
                </a:lnTo>
                <a:lnTo>
                  <a:pt x="536340" y="42017"/>
                </a:lnTo>
                <a:lnTo>
                  <a:pt x="536970" y="42114"/>
                </a:lnTo>
                <a:lnTo>
                  <a:pt x="537588" y="42227"/>
                </a:lnTo>
                <a:lnTo>
                  <a:pt x="538194" y="42354"/>
                </a:lnTo>
                <a:lnTo>
                  <a:pt x="538787" y="42497"/>
                </a:lnTo>
                <a:lnTo>
                  <a:pt x="539369" y="42654"/>
                </a:lnTo>
                <a:lnTo>
                  <a:pt x="539938" y="42827"/>
                </a:lnTo>
                <a:lnTo>
                  <a:pt x="540496" y="43015"/>
                </a:lnTo>
                <a:lnTo>
                  <a:pt x="541041" y="43217"/>
                </a:lnTo>
                <a:lnTo>
                  <a:pt x="541574" y="43435"/>
                </a:lnTo>
                <a:lnTo>
                  <a:pt x="542095" y="43667"/>
                </a:lnTo>
                <a:lnTo>
                  <a:pt x="542603" y="43915"/>
                </a:lnTo>
                <a:lnTo>
                  <a:pt x="543100" y="44178"/>
                </a:lnTo>
                <a:lnTo>
                  <a:pt x="543584" y="44455"/>
                </a:lnTo>
                <a:lnTo>
                  <a:pt x="544057" y="44748"/>
                </a:lnTo>
                <a:lnTo>
                  <a:pt x="544517" y="45056"/>
                </a:lnTo>
                <a:lnTo>
                  <a:pt x="544965" y="45378"/>
                </a:lnTo>
                <a:lnTo>
                  <a:pt x="545401" y="45716"/>
                </a:lnTo>
                <a:lnTo>
                  <a:pt x="545824" y="46069"/>
                </a:lnTo>
                <a:lnTo>
                  <a:pt x="546237" y="46434"/>
                </a:lnTo>
                <a:lnTo>
                  <a:pt x="546640" y="46811"/>
                </a:lnTo>
                <a:lnTo>
                  <a:pt x="547034" y="47199"/>
                </a:lnTo>
                <a:lnTo>
                  <a:pt x="547418" y="47597"/>
                </a:lnTo>
                <a:lnTo>
                  <a:pt x="547792" y="48007"/>
                </a:lnTo>
                <a:lnTo>
                  <a:pt x="548157" y="48428"/>
                </a:lnTo>
                <a:lnTo>
                  <a:pt x="548512" y="48859"/>
                </a:lnTo>
                <a:lnTo>
                  <a:pt x="548857" y="49302"/>
                </a:lnTo>
                <a:lnTo>
                  <a:pt x="549193" y="49755"/>
                </a:lnTo>
                <a:lnTo>
                  <a:pt x="549519" y="50220"/>
                </a:lnTo>
                <a:lnTo>
                  <a:pt x="549835" y="50696"/>
                </a:lnTo>
                <a:lnTo>
                  <a:pt x="550142" y="51182"/>
                </a:lnTo>
                <a:lnTo>
                  <a:pt x="550439" y="51680"/>
                </a:lnTo>
                <a:lnTo>
                  <a:pt x="550726" y="52188"/>
                </a:lnTo>
                <a:lnTo>
                  <a:pt x="551004" y="52708"/>
                </a:lnTo>
                <a:lnTo>
                  <a:pt x="551272" y="53238"/>
                </a:lnTo>
                <a:lnTo>
                  <a:pt x="551530" y="53780"/>
                </a:lnTo>
                <a:lnTo>
                  <a:pt x="551779" y="54332"/>
                </a:lnTo>
                <a:lnTo>
                  <a:pt x="552018" y="54896"/>
                </a:lnTo>
                <a:lnTo>
                  <a:pt x="552248" y="55470"/>
                </a:lnTo>
                <a:lnTo>
                  <a:pt x="552467" y="56056"/>
                </a:lnTo>
                <a:lnTo>
                  <a:pt x="552678" y="56652"/>
                </a:lnTo>
                <a:lnTo>
                  <a:pt x="552878" y="57260"/>
                </a:lnTo>
                <a:lnTo>
                  <a:pt x="553069" y="57878"/>
                </a:lnTo>
                <a:lnTo>
                  <a:pt x="553251" y="58506"/>
                </a:lnTo>
                <a:lnTo>
                  <a:pt x="553425" y="59140"/>
                </a:lnTo>
                <a:lnTo>
                  <a:pt x="553592" y="59782"/>
                </a:lnTo>
                <a:lnTo>
                  <a:pt x="553751" y="60430"/>
                </a:lnTo>
                <a:lnTo>
                  <a:pt x="553902" y="61086"/>
                </a:lnTo>
                <a:lnTo>
                  <a:pt x="554046" y="61749"/>
                </a:lnTo>
                <a:lnTo>
                  <a:pt x="554181" y="62419"/>
                </a:lnTo>
                <a:lnTo>
                  <a:pt x="554309" y="63096"/>
                </a:lnTo>
                <a:lnTo>
                  <a:pt x="554429" y="63780"/>
                </a:lnTo>
                <a:lnTo>
                  <a:pt x="554542" y="64472"/>
                </a:lnTo>
                <a:lnTo>
                  <a:pt x="554646" y="65170"/>
                </a:lnTo>
                <a:lnTo>
                  <a:pt x="554743" y="65876"/>
                </a:lnTo>
                <a:lnTo>
                  <a:pt x="554832" y="66588"/>
                </a:lnTo>
                <a:lnTo>
                  <a:pt x="554914" y="67308"/>
                </a:lnTo>
                <a:lnTo>
                  <a:pt x="554987" y="68035"/>
                </a:lnTo>
                <a:lnTo>
                  <a:pt x="555053" y="68769"/>
                </a:lnTo>
                <a:lnTo>
                  <a:pt x="555111" y="69511"/>
                </a:lnTo>
                <a:lnTo>
                  <a:pt x="555162" y="70259"/>
                </a:lnTo>
                <a:lnTo>
                  <a:pt x="555204" y="71014"/>
                </a:lnTo>
                <a:lnTo>
                  <a:pt x="555239" y="71777"/>
                </a:lnTo>
                <a:lnTo>
                  <a:pt x="555266" y="72547"/>
                </a:lnTo>
                <a:lnTo>
                  <a:pt x="555286" y="73323"/>
                </a:lnTo>
                <a:lnTo>
                  <a:pt x="555297" y="74107"/>
                </a:lnTo>
                <a:lnTo>
                  <a:pt x="555301" y="74898"/>
                </a:lnTo>
                <a:lnTo>
                  <a:pt x="555297" y="75689"/>
                </a:lnTo>
                <a:lnTo>
                  <a:pt x="555286" y="76473"/>
                </a:lnTo>
                <a:lnTo>
                  <a:pt x="555266" y="77249"/>
                </a:lnTo>
                <a:lnTo>
                  <a:pt x="555239" y="78017"/>
                </a:lnTo>
                <a:lnTo>
                  <a:pt x="555204" y="78779"/>
                </a:lnTo>
                <a:lnTo>
                  <a:pt x="555162" y="79532"/>
                </a:lnTo>
                <a:lnTo>
                  <a:pt x="555111" y="80279"/>
                </a:lnTo>
                <a:lnTo>
                  <a:pt x="555053" y="81018"/>
                </a:lnTo>
                <a:lnTo>
                  <a:pt x="554987" y="81749"/>
                </a:lnTo>
                <a:lnTo>
                  <a:pt x="554914" y="82473"/>
                </a:lnTo>
                <a:lnTo>
                  <a:pt x="554832" y="83190"/>
                </a:lnTo>
                <a:lnTo>
                  <a:pt x="554743" y="83899"/>
                </a:lnTo>
                <a:lnTo>
                  <a:pt x="554646" y="84601"/>
                </a:lnTo>
                <a:lnTo>
                  <a:pt x="554542" y="85296"/>
                </a:lnTo>
                <a:lnTo>
                  <a:pt x="554429" y="85983"/>
                </a:lnTo>
                <a:lnTo>
                  <a:pt x="554309" y="86662"/>
                </a:lnTo>
                <a:lnTo>
                  <a:pt x="554181" y="87334"/>
                </a:lnTo>
                <a:lnTo>
                  <a:pt x="554046" y="87999"/>
                </a:lnTo>
                <a:lnTo>
                  <a:pt x="553902" y="88656"/>
                </a:lnTo>
                <a:lnTo>
                  <a:pt x="553751" y="89306"/>
                </a:lnTo>
                <a:lnTo>
                  <a:pt x="553592" y="89949"/>
                </a:lnTo>
                <a:lnTo>
                  <a:pt x="553425" y="90584"/>
                </a:lnTo>
                <a:lnTo>
                  <a:pt x="553251" y="91211"/>
                </a:lnTo>
                <a:lnTo>
                  <a:pt x="553069" y="91832"/>
                </a:lnTo>
                <a:lnTo>
                  <a:pt x="552878" y="92442"/>
                </a:lnTo>
                <a:lnTo>
                  <a:pt x="552678" y="93042"/>
                </a:lnTo>
                <a:lnTo>
                  <a:pt x="552467" y="93632"/>
                </a:lnTo>
                <a:lnTo>
                  <a:pt x="552248" y="94210"/>
                </a:lnTo>
                <a:lnTo>
                  <a:pt x="552018" y="94778"/>
                </a:lnTo>
                <a:lnTo>
                  <a:pt x="551779" y="95334"/>
                </a:lnTo>
                <a:lnTo>
                  <a:pt x="551530" y="95880"/>
                </a:lnTo>
                <a:lnTo>
                  <a:pt x="551272" y="96415"/>
                </a:lnTo>
                <a:lnTo>
                  <a:pt x="551004" y="96940"/>
                </a:lnTo>
                <a:lnTo>
                  <a:pt x="550726" y="97453"/>
                </a:lnTo>
                <a:lnTo>
                  <a:pt x="550439" y="97956"/>
                </a:lnTo>
                <a:lnTo>
                  <a:pt x="550142" y="98447"/>
                </a:lnTo>
                <a:lnTo>
                  <a:pt x="549835" y="98928"/>
                </a:lnTo>
                <a:lnTo>
                  <a:pt x="549519" y="99398"/>
                </a:lnTo>
                <a:lnTo>
                  <a:pt x="549193" y="99858"/>
                </a:lnTo>
                <a:lnTo>
                  <a:pt x="548857" y="100306"/>
                </a:lnTo>
                <a:lnTo>
                  <a:pt x="548512" y="100744"/>
                </a:lnTo>
                <a:lnTo>
                  <a:pt x="548157" y="101171"/>
                </a:lnTo>
                <a:lnTo>
                  <a:pt x="547792" y="101587"/>
                </a:lnTo>
                <a:lnTo>
                  <a:pt x="547418" y="101992"/>
                </a:lnTo>
                <a:lnTo>
                  <a:pt x="547034" y="102386"/>
                </a:lnTo>
                <a:lnTo>
                  <a:pt x="546640" y="102770"/>
                </a:lnTo>
                <a:lnTo>
                  <a:pt x="546237" y="103142"/>
                </a:lnTo>
                <a:lnTo>
                  <a:pt x="545824" y="103504"/>
                </a:lnTo>
                <a:lnTo>
                  <a:pt x="545401" y="103853"/>
                </a:lnTo>
                <a:lnTo>
                  <a:pt x="544965" y="104187"/>
                </a:lnTo>
                <a:lnTo>
                  <a:pt x="544517" y="104507"/>
                </a:lnTo>
                <a:lnTo>
                  <a:pt x="544057" y="104811"/>
                </a:lnTo>
                <a:lnTo>
                  <a:pt x="543584" y="105101"/>
                </a:lnTo>
                <a:lnTo>
                  <a:pt x="543100" y="105376"/>
                </a:lnTo>
                <a:lnTo>
                  <a:pt x="542603" y="105635"/>
                </a:lnTo>
                <a:lnTo>
                  <a:pt x="542095" y="105881"/>
                </a:lnTo>
                <a:lnTo>
                  <a:pt x="541574" y="106111"/>
                </a:lnTo>
                <a:lnTo>
                  <a:pt x="541041" y="106326"/>
                </a:lnTo>
                <a:lnTo>
                  <a:pt x="540496" y="106527"/>
                </a:lnTo>
                <a:lnTo>
                  <a:pt x="539938" y="106712"/>
                </a:lnTo>
                <a:lnTo>
                  <a:pt x="539369" y="106883"/>
                </a:lnTo>
                <a:lnTo>
                  <a:pt x="538787" y="107039"/>
                </a:lnTo>
                <a:lnTo>
                  <a:pt x="538194" y="107180"/>
                </a:lnTo>
                <a:lnTo>
                  <a:pt x="537588" y="107306"/>
                </a:lnTo>
                <a:lnTo>
                  <a:pt x="536970" y="107418"/>
                </a:lnTo>
                <a:lnTo>
                  <a:pt x="536340" y="107514"/>
                </a:lnTo>
                <a:lnTo>
                  <a:pt x="535698" y="107596"/>
                </a:lnTo>
                <a:lnTo>
                  <a:pt x="535043" y="107663"/>
                </a:lnTo>
                <a:lnTo>
                  <a:pt x="534377" y="107715"/>
                </a:lnTo>
                <a:lnTo>
                  <a:pt x="533698" y="107752"/>
                </a:lnTo>
                <a:lnTo>
                  <a:pt x="533007" y="107774"/>
                </a:lnTo>
                <a:lnTo>
                  <a:pt x="532304" y="107782"/>
                </a:lnTo>
                <a:lnTo>
                  <a:pt x="531643" y="107774"/>
                </a:lnTo>
                <a:lnTo>
                  <a:pt x="530992" y="107752"/>
                </a:lnTo>
                <a:lnTo>
                  <a:pt x="530352" y="107715"/>
                </a:lnTo>
                <a:lnTo>
                  <a:pt x="529723" y="107663"/>
                </a:lnTo>
                <a:close/>
                <a:moveTo>
                  <a:pt x="465615" y="117396"/>
                </a:moveTo>
                <a:lnTo>
                  <a:pt x="479682" y="117396"/>
                </a:lnTo>
                <a:lnTo>
                  <a:pt x="479682" y="31879"/>
                </a:lnTo>
                <a:lnTo>
                  <a:pt x="465615" y="31879"/>
                </a:lnTo>
                <a:lnTo>
                  <a:pt x="465615" y="11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E3314-6BAD-4E26-A553-3D1FE745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90" y="3984762"/>
            <a:ext cx="273596" cy="643660"/>
          </a:xfrm>
          <a:custGeom xmlns:a="http://schemas.openxmlformats.org/drawingml/2006/main">
            <a:pathLst>
              <a:path w="273596" h="643660">
                <a:moveTo>
                  <a:pt x="191649" y="82043"/>
                </a:moveTo>
                <a:lnTo>
                  <a:pt x="273596" y="41021"/>
                </a:lnTo>
                <a:lnTo>
                  <a:pt x="191649" y="0"/>
                </a:lnTo>
                <a:lnTo>
                  <a:pt x="191649" y="34185"/>
                </a:lnTo>
                <a:lnTo>
                  <a:pt x="129970" y="34185"/>
                </a:lnTo>
                <a:lnTo>
                  <a:pt x="129970" y="629987"/>
                </a:lnTo>
                <a:lnTo>
                  <a:pt x="0" y="629987"/>
                </a:lnTo>
                <a:lnTo>
                  <a:pt x="0" y="643660"/>
                </a:lnTo>
                <a:lnTo>
                  <a:pt x="143627" y="643660"/>
                </a:lnTo>
                <a:lnTo>
                  <a:pt x="143627" y="47858"/>
                </a:lnTo>
                <a:lnTo>
                  <a:pt x="191649" y="47858"/>
                </a:lnTo>
                <a:lnTo>
                  <a:pt x="191649" y="820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14170-AC93-40C0-9DCE-FDE2D73B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963" y="2465978"/>
            <a:ext cx="777559" cy="374010"/>
          </a:xfrm>
          <a:custGeom xmlns:a="http://schemas.openxmlformats.org/drawingml/2006/main">
            <a:pathLst>
              <a:path w="777559" h="374010" fill="none">
                <a:moveTo>
                  <a:pt x="0" y="0"/>
                </a:moveTo>
                <a:lnTo>
                  <a:pt x="777559" y="0"/>
                </a:lnTo>
                <a:lnTo>
                  <a:pt x="777559" y="374010"/>
                </a:lnTo>
                <a:lnTo>
                  <a:pt x="0" y="3740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66" name="Text Indexing">
            <a:extLst xmlns:a="http://schemas.openxmlformats.org/drawingml/2006/main">
              <a:ext uri="{FF2B5EF4-FFF2-40B4-BE49-F238E27FC236}">
                <a16:creationId xmlns:a16="http://schemas.microsoft.com/office/drawing/2014/main" id="{228C7863-EC31-4833-9272-A6757E52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830" y="2596845"/>
            <a:ext cx="537912" cy="149191"/>
          </a:xfrm>
          <a:custGeom xmlns:a="http://schemas.openxmlformats.org/drawingml/2006/main">
            <a:pathLst>
              <a:path w="537912" h="149191">
                <a:moveTo>
                  <a:pt x="291492" y="31879"/>
                </a:moveTo>
                <a:lnTo>
                  <a:pt x="276414" y="31879"/>
                </a:lnTo>
                <a:lnTo>
                  <a:pt x="302577" y="72452"/>
                </a:lnTo>
                <a:lnTo>
                  <a:pt x="273802" y="117396"/>
                </a:lnTo>
                <a:lnTo>
                  <a:pt x="288712" y="117396"/>
                </a:lnTo>
                <a:lnTo>
                  <a:pt x="311003" y="81762"/>
                </a:lnTo>
                <a:lnTo>
                  <a:pt x="333611" y="117396"/>
                </a:lnTo>
                <a:lnTo>
                  <a:pt x="348605" y="117396"/>
                </a:lnTo>
                <a:lnTo>
                  <a:pt x="319747" y="72362"/>
                </a:lnTo>
                <a:lnTo>
                  <a:pt x="345826" y="31879"/>
                </a:lnTo>
                <a:lnTo>
                  <a:pt x="330747" y="31879"/>
                </a:lnTo>
                <a:lnTo>
                  <a:pt x="311159" y="64116"/>
                </a:lnTo>
                <a:lnTo>
                  <a:pt x="291492" y="31879"/>
                </a:lnTo>
                <a:close/>
                <a:moveTo>
                  <a:pt x="0" y="117396"/>
                </a:moveTo>
                <a:lnTo>
                  <a:pt x="15163" y="117396"/>
                </a:lnTo>
                <a:lnTo>
                  <a:pt x="15163" y="3879"/>
                </a:lnTo>
                <a:lnTo>
                  <a:pt x="0" y="3879"/>
                </a:lnTo>
                <a:lnTo>
                  <a:pt x="0" y="117396"/>
                </a:lnTo>
                <a:close/>
                <a:moveTo>
                  <a:pt x="151745" y="118807"/>
                </a:moveTo>
                <a:lnTo>
                  <a:pt x="152455" y="118747"/>
                </a:lnTo>
                <a:lnTo>
                  <a:pt x="153157" y="118674"/>
                </a:lnTo>
                <a:lnTo>
                  <a:pt x="153849" y="118588"/>
                </a:lnTo>
                <a:lnTo>
                  <a:pt x="154532" y="118488"/>
                </a:lnTo>
                <a:lnTo>
                  <a:pt x="155206" y="118374"/>
                </a:lnTo>
                <a:lnTo>
                  <a:pt x="155871" y="118248"/>
                </a:lnTo>
                <a:lnTo>
                  <a:pt x="156527" y="118108"/>
                </a:lnTo>
                <a:lnTo>
                  <a:pt x="157174" y="117955"/>
                </a:lnTo>
                <a:lnTo>
                  <a:pt x="157811" y="117788"/>
                </a:lnTo>
                <a:lnTo>
                  <a:pt x="158440" y="117608"/>
                </a:lnTo>
                <a:lnTo>
                  <a:pt x="159060" y="117415"/>
                </a:lnTo>
                <a:lnTo>
                  <a:pt x="159670" y="117209"/>
                </a:lnTo>
                <a:lnTo>
                  <a:pt x="160272" y="116989"/>
                </a:lnTo>
                <a:lnTo>
                  <a:pt x="160864" y="116756"/>
                </a:lnTo>
                <a:lnTo>
                  <a:pt x="161448" y="116509"/>
                </a:lnTo>
                <a:lnTo>
                  <a:pt x="162022" y="116249"/>
                </a:lnTo>
                <a:lnTo>
                  <a:pt x="162587" y="115976"/>
                </a:lnTo>
                <a:lnTo>
                  <a:pt x="163143" y="115690"/>
                </a:lnTo>
                <a:lnTo>
                  <a:pt x="163691" y="115390"/>
                </a:lnTo>
                <a:lnTo>
                  <a:pt x="164229" y="115077"/>
                </a:lnTo>
                <a:lnTo>
                  <a:pt x="164758" y="114753"/>
                </a:lnTo>
                <a:lnTo>
                  <a:pt x="165279" y="114420"/>
                </a:lnTo>
                <a:lnTo>
                  <a:pt x="165791" y="114080"/>
                </a:lnTo>
                <a:lnTo>
                  <a:pt x="166295" y="113731"/>
                </a:lnTo>
                <a:lnTo>
                  <a:pt x="166790" y="113373"/>
                </a:lnTo>
                <a:lnTo>
                  <a:pt x="167277" y="113008"/>
                </a:lnTo>
                <a:lnTo>
                  <a:pt x="167755" y="112634"/>
                </a:lnTo>
                <a:lnTo>
                  <a:pt x="168225" y="112251"/>
                </a:lnTo>
                <a:lnTo>
                  <a:pt x="168687" y="111861"/>
                </a:lnTo>
                <a:lnTo>
                  <a:pt x="169139" y="111462"/>
                </a:lnTo>
                <a:lnTo>
                  <a:pt x="169584" y="111054"/>
                </a:lnTo>
                <a:lnTo>
                  <a:pt x="170020" y="110639"/>
                </a:lnTo>
                <a:lnTo>
                  <a:pt x="170447" y="110214"/>
                </a:lnTo>
                <a:lnTo>
                  <a:pt x="170866" y="109782"/>
                </a:lnTo>
                <a:lnTo>
                  <a:pt x="171277" y="109341"/>
                </a:lnTo>
                <a:lnTo>
                  <a:pt x="171679" y="108892"/>
                </a:lnTo>
                <a:lnTo>
                  <a:pt x="172072" y="108435"/>
                </a:lnTo>
                <a:lnTo>
                  <a:pt x="172458" y="107969"/>
                </a:lnTo>
                <a:lnTo>
                  <a:pt x="172834" y="107495"/>
                </a:lnTo>
                <a:lnTo>
                  <a:pt x="173202" y="107012"/>
                </a:lnTo>
                <a:lnTo>
                  <a:pt x="173562" y="106521"/>
                </a:lnTo>
                <a:lnTo>
                  <a:pt x="173913" y="106022"/>
                </a:lnTo>
                <a:lnTo>
                  <a:pt x="174256" y="105514"/>
                </a:lnTo>
                <a:lnTo>
                  <a:pt x="174590" y="104999"/>
                </a:lnTo>
                <a:lnTo>
                  <a:pt x="175516" y="117396"/>
                </a:lnTo>
                <a:lnTo>
                  <a:pt x="188489" y="117396"/>
                </a:lnTo>
                <a:lnTo>
                  <a:pt x="188489" y="3879"/>
                </a:lnTo>
                <a:lnTo>
                  <a:pt x="174758" y="3879"/>
                </a:lnTo>
                <a:lnTo>
                  <a:pt x="174758" y="44445"/>
                </a:lnTo>
                <a:lnTo>
                  <a:pt x="174438" y="43909"/>
                </a:lnTo>
                <a:lnTo>
                  <a:pt x="174110" y="43382"/>
                </a:lnTo>
                <a:lnTo>
                  <a:pt x="173774" y="42864"/>
                </a:lnTo>
                <a:lnTo>
                  <a:pt x="173430" y="42355"/>
                </a:lnTo>
                <a:lnTo>
                  <a:pt x="173078" y="41857"/>
                </a:lnTo>
                <a:lnTo>
                  <a:pt x="172718" y="41367"/>
                </a:lnTo>
                <a:lnTo>
                  <a:pt x="172350" y="40887"/>
                </a:lnTo>
                <a:lnTo>
                  <a:pt x="171974" y="40416"/>
                </a:lnTo>
                <a:lnTo>
                  <a:pt x="171589" y="39954"/>
                </a:lnTo>
                <a:lnTo>
                  <a:pt x="171197" y="39502"/>
                </a:lnTo>
                <a:lnTo>
                  <a:pt x="170797" y="39059"/>
                </a:lnTo>
                <a:lnTo>
                  <a:pt x="170388" y="38626"/>
                </a:lnTo>
                <a:lnTo>
                  <a:pt x="169972" y="38202"/>
                </a:lnTo>
                <a:lnTo>
                  <a:pt x="169548" y="37787"/>
                </a:lnTo>
                <a:lnTo>
                  <a:pt x="169115" y="37382"/>
                </a:lnTo>
                <a:lnTo>
                  <a:pt x="168674" y="36986"/>
                </a:lnTo>
                <a:lnTo>
                  <a:pt x="168226" y="36600"/>
                </a:lnTo>
                <a:lnTo>
                  <a:pt x="167769" y="36222"/>
                </a:lnTo>
                <a:lnTo>
                  <a:pt x="167304" y="35855"/>
                </a:lnTo>
                <a:lnTo>
                  <a:pt x="166832" y="35496"/>
                </a:lnTo>
                <a:lnTo>
                  <a:pt x="166351" y="35147"/>
                </a:lnTo>
                <a:lnTo>
                  <a:pt x="165862" y="34807"/>
                </a:lnTo>
                <a:lnTo>
                  <a:pt x="165365" y="34477"/>
                </a:lnTo>
                <a:lnTo>
                  <a:pt x="164860" y="34156"/>
                </a:lnTo>
                <a:lnTo>
                  <a:pt x="164346" y="33846"/>
                </a:lnTo>
                <a:lnTo>
                  <a:pt x="163823" y="33550"/>
                </a:lnTo>
                <a:lnTo>
                  <a:pt x="163289" y="33267"/>
                </a:lnTo>
                <a:lnTo>
                  <a:pt x="162746" y="32997"/>
                </a:lnTo>
                <a:lnTo>
                  <a:pt x="162193" y="32740"/>
                </a:lnTo>
                <a:lnTo>
                  <a:pt x="161630" y="32496"/>
                </a:lnTo>
                <a:lnTo>
                  <a:pt x="161058" y="32265"/>
                </a:lnTo>
                <a:lnTo>
                  <a:pt x="160475" y="32048"/>
                </a:lnTo>
                <a:lnTo>
                  <a:pt x="159883" y="31843"/>
                </a:lnTo>
                <a:lnTo>
                  <a:pt x="159281" y="31652"/>
                </a:lnTo>
                <a:lnTo>
                  <a:pt x="158669" y="31475"/>
                </a:lnTo>
                <a:lnTo>
                  <a:pt x="158048" y="31310"/>
                </a:lnTo>
                <a:lnTo>
                  <a:pt x="157416" y="31158"/>
                </a:lnTo>
                <a:lnTo>
                  <a:pt x="156775" y="31020"/>
                </a:lnTo>
                <a:lnTo>
                  <a:pt x="156124" y="30895"/>
                </a:lnTo>
                <a:lnTo>
                  <a:pt x="155463" y="30783"/>
                </a:lnTo>
                <a:lnTo>
                  <a:pt x="154793" y="30684"/>
                </a:lnTo>
                <a:lnTo>
                  <a:pt x="154112" y="30598"/>
                </a:lnTo>
                <a:lnTo>
                  <a:pt x="153422" y="30526"/>
                </a:lnTo>
                <a:lnTo>
                  <a:pt x="152722" y="30466"/>
                </a:lnTo>
                <a:lnTo>
                  <a:pt x="152012" y="30420"/>
                </a:lnTo>
                <a:lnTo>
                  <a:pt x="151293" y="30387"/>
                </a:lnTo>
                <a:lnTo>
                  <a:pt x="150563" y="30368"/>
                </a:lnTo>
                <a:lnTo>
                  <a:pt x="149824" y="30361"/>
                </a:lnTo>
                <a:lnTo>
                  <a:pt x="149000" y="30370"/>
                </a:lnTo>
                <a:lnTo>
                  <a:pt x="148185" y="30396"/>
                </a:lnTo>
                <a:lnTo>
                  <a:pt x="147380" y="30440"/>
                </a:lnTo>
                <a:lnTo>
                  <a:pt x="146583" y="30501"/>
                </a:lnTo>
                <a:lnTo>
                  <a:pt x="145796" y="30580"/>
                </a:lnTo>
                <a:lnTo>
                  <a:pt x="145017" y="30676"/>
                </a:lnTo>
                <a:lnTo>
                  <a:pt x="144248" y="30790"/>
                </a:lnTo>
                <a:lnTo>
                  <a:pt x="143487" y="30921"/>
                </a:lnTo>
                <a:lnTo>
                  <a:pt x="142736" y="31070"/>
                </a:lnTo>
                <a:lnTo>
                  <a:pt x="141994" y="31236"/>
                </a:lnTo>
                <a:lnTo>
                  <a:pt x="141261" y="31420"/>
                </a:lnTo>
                <a:lnTo>
                  <a:pt x="140537" y="31621"/>
                </a:lnTo>
                <a:lnTo>
                  <a:pt x="139822" y="31840"/>
                </a:lnTo>
                <a:lnTo>
                  <a:pt x="139116" y="32077"/>
                </a:lnTo>
                <a:lnTo>
                  <a:pt x="138419" y="32330"/>
                </a:lnTo>
                <a:lnTo>
                  <a:pt x="137731" y="32602"/>
                </a:lnTo>
                <a:lnTo>
                  <a:pt x="137052" y="32891"/>
                </a:lnTo>
                <a:lnTo>
                  <a:pt x="136383" y="33197"/>
                </a:lnTo>
                <a:lnTo>
                  <a:pt x="135722" y="33521"/>
                </a:lnTo>
                <a:lnTo>
                  <a:pt x="135071" y="33862"/>
                </a:lnTo>
                <a:lnTo>
                  <a:pt x="134428" y="34221"/>
                </a:lnTo>
                <a:lnTo>
                  <a:pt x="133795" y="34597"/>
                </a:lnTo>
                <a:lnTo>
                  <a:pt x="133170" y="34991"/>
                </a:lnTo>
                <a:lnTo>
                  <a:pt x="132555" y="35403"/>
                </a:lnTo>
                <a:lnTo>
                  <a:pt x="131950" y="35831"/>
                </a:lnTo>
                <a:lnTo>
                  <a:pt x="131357" y="36277"/>
                </a:lnTo>
                <a:lnTo>
                  <a:pt x="130776" y="36740"/>
                </a:lnTo>
                <a:lnTo>
                  <a:pt x="130206" y="37220"/>
                </a:lnTo>
                <a:lnTo>
                  <a:pt x="129648" y="37717"/>
                </a:lnTo>
                <a:lnTo>
                  <a:pt x="129101" y="38230"/>
                </a:lnTo>
                <a:lnTo>
                  <a:pt x="128567" y="38761"/>
                </a:lnTo>
                <a:lnTo>
                  <a:pt x="128044" y="39309"/>
                </a:lnTo>
                <a:lnTo>
                  <a:pt x="127533" y="39874"/>
                </a:lnTo>
                <a:lnTo>
                  <a:pt x="127033" y="40457"/>
                </a:lnTo>
                <a:lnTo>
                  <a:pt x="126545" y="41056"/>
                </a:lnTo>
                <a:lnTo>
                  <a:pt x="126069" y="41672"/>
                </a:lnTo>
                <a:lnTo>
                  <a:pt x="125604" y="42305"/>
                </a:lnTo>
                <a:lnTo>
                  <a:pt x="125152" y="42955"/>
                </a:lnTo>
                <a:lnTo>
                  <a:pt x="124711" y="43623"/>
                </a:lnTo>
                <a:lnTo>
                  <a:pt x="124281" y="44307"/>
                </a:lnTo>
                <a:lnTo>
                  <a:pt x="123864" y="45009"/>
                </a:lnTo>
                <a:lnTo>
                  <a:pt x="123458" y="45727"/>
                </a:lnTo>
                <a:lnTo>
                  <a:pt x="123063" y="46463"/>
                </a:lnTo>
                <a:lnTo>
                  <a:pt x="122681" y="47215"/>
                </a:lnTo>
                <a:lnTo>
                  <a:pt x="122310" y="47985"/>
                </a:lnTo>
                <a:lnTo>
                  <a:pt x="121951" y="48772"/>
                </a:lnTo>
                <a:lnTo>
                  <a:pt x="121603" y="49575"/>
                </a:lnTo>
                <a:lnTo>
                  <a:pt x="121267" y="50396"/>
                </a:lnTo>
                <a:lnTo>
                  <a:pt x="120944" y="51234"/>
                </a:lnTo>
                <a:lnTo>
                  <a:pt x="120635" y="52088"/>
                </a:lnTo>
                <a:lnTo>
                  <a:pt x="120339" y="52959"/>
                </a:lnTo>
                <a:lnTo>
                  <a:pt x="120058" y="53848"/>
                </a:lnTo>
                <a:lnTo>
                  <a:pt x="119790" y="54753"/>
                </a:lnTo>
                <a:lnTo>
                  <a:pt x="119535" y="55675"/>
                </a:lnTo>
                <a:lnTo>
                  <a:pt x="119295" y="56614"/>
                </a:lnTo>
                <a:lnTo>
                  <a:pt x="119068" y="57570"/>
                </a:lnTo>
                <a:lnTo>
                  <a:pt x="118855" y="58543"/>
                </a:lnTo>
                <a:lnTo>
                  <a:pt x="118655" y="59533"/>
                </a:lnTo>
                <a:lnTo>
                  <a:pt x="118470" y="60539"/>
                </a:lnTo>
                <a:lnTo>
                  <a:pt x="118298" y="61563"/>
                </a:lnTo>
                <a:lnTo>
                  <a:pt x="118140" y="62603"/>
                </a:lnTo>
                <a:lnTo>
                  <a:pt x="117996" y="63661"/>
                </a:lnTo>
                <a:lnTo>
                  <a:pt x="117865" y="64735"/>
                </a:lnTo>
                <a:lnTo>
                  <a:pt x="117748" y="65826"/>
                </a:lnTo>
                <a:lnTo>
                  <a:pt x="117645" y="66934"/>
                </a:lnTo>
                <a:lnTo>
                  <a:pt x="117556" y="68059"/>
                </a:lnTo>
                <a:lnTo>
                  <a:pt x="117480" y="69201"/>
                </a:lnTo>
                <a:lnTo>
                  <a:pt x="117418" y="70360"/>
                </a:lnTo>
                <a:lnTo>
                  <a:pt x="117370" y="71536"/>
                </a:lnTo>
                <a:lnTo>
                  <a:pt x="117336" y="72729"/>
                </a:lnTo>
                <a:lnTo>
                  <a:pt x="117315" y="73938"/>
                </a:lnTo>
                <a:lnTo>
                  <a:pt x="117308" y="75165"/>
                </a:lnTo>
                <a:lnTo>
                  <a:pt x="117315" y="76355"/>
                </a:lnTo>
                <a:lnTo>
                  <a:pt x="117335" y="77528"/>
                </a:lnTo>
                <a:lnTo>
                  <a:pt x="117369" y="78686"/>
                </a:lnTo>
                <a:lnTo>
                  <a:pt x="117416" y="79828"/>
                </a:lnTo>
                <a:lnTo>
                  <a:pt x="117476" y="80953"/>
                </a:lnTo>
                <a:lnTo>
                  <a:pt x="117550" y="82063"/>
                </a:lnTo>
                <a:lnTo>
                  <a:pt x="117638" y="83156"/>
                </a:lnTo>
                <a:lnTo>
                  <a:pt x="117739" y="84233"/>
                </a:lnTo>
                <a:lnTo>
                  <a:pt x="117853" y="85294"/>
                </a:lnTo>
                <a:lnTo>
                  <a:pt x="117981" y="86339"/>
                </a:lnTo>
                <a:lnTo>
                  <a:pt x="118122" y="87368"/>
                </a:lnTo>
                <a:lnTo>
                  <a:pt x="118277" y="88380"/>
                </a:lnTo>
                <a:lnTo>
                  <a:pt x="118445" y="89377"/>
                </a:lnTo>
                <a:lnTo>
                  <a:pt x="118627" y="90357"/>
                </a:lnTo>
                <a:lnTo>
                  <a:pt x="118822" y="91321"/>
                </a:lnTo>
                <a:lnTo>
                  <a:pt x="119030" y="92270"/>
                </a:lnTo>
                <a:lnTo>
                  <a:pt x="119252" y="93202"/>
                </a:lnTo>
                <a:lnTo>
                  <a:pt x="119488" y="94118"/>
                </a:lnTo>
                <a:lnTo>
                  <a:pt x="119737" y="95017"/>
                </a:lnTo>
                <a:lnTo>
                  <a:pt x="119999" y="95901"/>
                </a:lnTo>
                <a:lnTo>
                  <a:pt x="120275" y="96768"/>
                </a:lnTo>
                <a:lnTo>
                  <a:pt x="120564" y="97620"/>
                </a:lnTo>
                <a:lnTo>
                  <a:pt x="120867" y="98455"/>
                </a:lnTo>
                <a:lnTo>
                  <a:pt x="121183" y="99274"/>
                </a:lnTo>
                <a:lnTo>
                  <a:pt x="121512" y="100077"/>
                </a:lnTo>
                <a:lnTo>
                  <a:pt x="121851" y="100863"/>
                </a:lnTo>
                <a:lnTo>
                  <a:pt x="122202" y="101633"/>
                </a:lnTo>
                <a:lnTo>
                  <a:pt x="122564" y="102386"/>
                </a:lnTo>
                <a:lnTo>
                  <a:pt x="122937" y="103122"/>
                </a:lnTo>
                <a:lnTo>
                  <a:pt x="123321" y="103842"/>
                </a:lnTo>
                <a:lnTo>
                  <a:pt x="123716" y="104545"/>
                </a:lnTo>
                <a:lnTo>
                  <a:pt x="124122" y="105232"/>
                </a:lnTo>
                <a:lnTo>
                  <a:pt x="124539" y="105902"/>
                </a:lnTo>
                <a:lnTo>
                  <a:pt x="124968" y="106555"/>
                </a:lnTo>
                <a:lnTo>
                  <a:pt x="125408" y="107192"/>
                </a:lnTo>
                <a:lnTo>
                  <a:pt x="125858" y="107813"/>
                </a:lnTo>
                <a:lnTo>
                  <a:pt x="126320" y="108416"/>
                </a:lnTo>
                <a:lnTo>
                  <a:pt x="126793" y="109003"/>
                </a:lnTo>
                <a:lnTo>
                  <a:pt x="127277" y="109574"/>
                </a:lnTo>
                <a:lnTo>
                  <a:pt x="127772" y="110128"/>
                </a:lnTo>
                <a:lnTo>
                  <a:pt x="128279" y="110665"/>
                </a:lnTo>
                <a:lnTo>
                  <a:pt x="128796" y="111186"/>
                </a:lnTo>
                <a:lnTo>
                  <a:pt x="129325" y="111690"/>
                </a:lnTo>
                <a:lnTo>
                  <a:pt x="129864" y="112178"/>
                </a:lnTo>
                <a:lnTo>
                  <a:pt x="130415" y="112649"/>
                </a:lnTo>
                <a:lnTo>
                  <a:pt x="130977" y="113103"/>
                </a:lnTo>
                <a:lnTo>
                  <a:pt x="131550" y="113541"/>
                </a:lnTo>
                <a:lnTo>
                  <a:pt x="132134" y="113962"/>
                </a:lnTo>
                <a:lnTo>
                  <a:pt x="132728" y="114366"/>
                </a:lnTo>
                <a:lnTo>
                  <a:pt x="133331" y="114753"/>
                </a:lnTo>
                <a:lnTo>
                  <a:pt x="133942" y="115123"/>
                </a:lnTo>
                <a:lnTo>
                  <a:pt x="134563" y="115475"/>
                </a:lnTo>
                <a:lnTo>
                  <a:pt x="135192" y="115810"/>
                </a:lnTo>
                <a:lnTo>
                  <a:pt x="135830" y="116128"/>
                </a:lnTo>
                <a:lnTo>
                  <a:pt x="136477" y="116429"/>
                </a:lnTo>
                <a:lnTo>
                  <a:pt x="137132" y="116713"/>
                </a:lnTo>
                <a:lnTo>
                  <a:pt x="137796" y="116980"/>
                </a:lnTo>
                <a:lnTo>
                  <a:pt x="138469" y="117229"/>
                </a:lnTo>
                <a:lnTo>
                  <a:pt x="139151" y="117461"/>
                </a:lnTo>
                <a:lnTo>
                  <a:pt x="139842" y="117676"/>
                </a:lnTo>
                <a:lnTo>
                  <a:pt x="140541" y="117874"/>
                </a:lnTo>
                <a:lnTo>
                  <a:pt x="141249" y="118054"/>
                </a:lnTo>
                <a:lnTo>
                  <a:pt x="141966" y="118218"/>
                </a:lnTo>
                <a:lnTo>
                  <a:pt x="142692" y="118364"/>
                </a:lnTo>
                <a:lnTo>
                  <a:pt x="143426" y="118493"/>
                </a:lnTo>
                <a:lnTo>
                  <a:pt x="144169" y="118604"/>
                </a:lnTo>
                <a:lnTo>
                  <a:pt x="144921" y="118699"/>
                </a:lnTo>
                <a:lnTo>
                  <a:pt x="145682" y="118776"/>
                </a:lnTo>
                <a:lnTo>
                  <a:pt x="146452" y="118837"/>
                </a:lnTo>
                <a:lnTo>
                  <a:pt x="147230" y="118880"/>
                </a:lnTo>
                <a:lnTo>
                  <a:pt x="148017" y="118905"/>
                </a:lnTo>
                <a:lnTo>
                  <a:pt x="148813" y="118914"/>
                </a:lnTo>
                <a:lnTo>
                  <a:pt x="149560" y="118907"/>
                </a:lnTo>
                <a:lnTo>
                  <a:pt x="150297" y="118887"/>
                </a:lnTo>
                <a:lnTo>
                  <a:pt x="151026" y="118854"/>
                </a:lnTo>
                <a:lnTo>
                  <a:pt x="151745" y="118807"/>
                </a:lnTo>
                <a:close/>
                <a:moveTo>
                  <a:pt x="148185" y="107129"/>
                </a:moveTo>
                <a:lnTo>
                  <a:pt x="147458" y="106999"/>
                </a:lnTo>
                <a:lnTo>
                  <a:pt x="146747" y="106840"/>
                </a:lnTo>
                <a:lnTo>
                  <a:pt x="146052" y="106653"/>
                </a:lnTo>
                <a:lnTo>
                  <a:pt x="145373" y="106436"/>
                </a:lnTo>
                <a:lnTo>
                  <a:pt x="144711" y="106191"/>
                </a:lnTo>
                <a:lnTo>
                  <a:pt x="144065" y="105917"/>
                </a:lnTo>
                <a:lnTo>
                  <a:pt x="143435" y="105614"/>
                </a:lnTo>
                <a:lnTo>
                  <a:pt x="142822" y="105282"/>
                </a:lnTo>
                <a:lnTo>
                  <a:pt x="142224" y="104921"/>
                </a:lnTo>
                <a:lnTo>
                  <a:pt x="141643" y="104531"/>
                </a:lnTo>
                <a:lnTo>
                  <a:pt x="141078" y="104113"/>
                </a:lnTo>
                <a:lnTo>
                  <a:pt x="140530" y="103666"/>
                </a:lnTo>
                <a:lnTo>
                  <a:pt x="139997" y="103189"/>
                </a:lnTo>
                <a:lnTo>
                  <a:pt x="139481" y="102684"/>
                </a:lnTo>
                <a:lnTo>
                  <a:pt x="138981" y="102150"/>
                </a:lnTo>
                <a:lnTo>
                  <a:pt x="138497" y="101587"/>
                </a:lnTo>
                <a:lnTo>
                  <a:pt x="138030" y="100996"/>
                </a:lnTo>
                <a:lnTo>
                  <a:pt x="137579" y="100375"/>
                </a:lnTo>
                <a:lnTo>
                  <a:pt x="137144" y="99726"/>
                </a:lnTo>
                <a:lnTo>
                  <a:pt x="136725" y="99048"/>
                </a:lnTo>
                <a:lnTo>
                  <a:pt x="136323" y="98342"/>
                </a:lnTo>
                <a:lnTo>
                  <a:pt x="135938" y="97611"/>
                </a:lnTo>
                <a:lnTo>
                  <a:pt x="135570" y="96854"/>
                </a:lnTo>
                <a:lnTo>
                  <a:pt x="135219" y="96072"/>
                </a:lnTo>
                <a:lnTo>
                  <a:pt x="134886" y="95265"/>
                </a:lnTo>
                <a:lnTo>
                  <a:pt x="134569" y="94432"/>
                </a:lnTo>
                <a:lnTo>
                  <a:pt x="134270" y="93573"/>
                </a:lnTo>
                <a:lnTo>
                  <a:pt x="133987" y="92689"/>
                </a:lnTo>
                <a:lnTo>
                  <a:pt x="133722" y="91780"/>
                </a:lnTo>
                <a:lnTo>
                  <a:pt x="133474" y="90845"/>
                </a:lnTo>
                <a:lnTo>
                  <a:pt x="133243" y="89885"/>
                </a:lnTo>
                <a:lnTo>
                  <a:pt x="133029" y="88899"/>
                </a:lnTo>
                <a:lnTo>
                  <a:pt x="132832" y="87888"/>
                </a:lnTo>
                <a:lnTo>
                  <a:pt x="132653" y="86851"/>
                </a:lnTo>
                <a:lnTo>
                  <a:pt x="132490" y="85789"/>
                </a:lnTo>
                <a:lnTo>
                  <a:pt x="132345" y="84701"/>
                </a:lnTo>
                <a:lnTo>
                  <a:pt x="132216" y="83588"/>
                </a:lnTo>
                <a:lnTo>
                  <a:pt x="132105" y="82449"/>
                </a:lnTo>
                <a:lnTo>
                  <a:pt x="132011" y="81285"/>
                </a:lnTo>
                <a:lnTo>
                  <a:pt x="131934" y="80096"/>
                </a:lnTo>
                <a:lnTo>
                  <a:pt x="131874" y="78881"/>
                </a:lnTo>
                <a:lnTo>
                  <a:pt x="131831" y="77640"/>
                </a:lnTo>
                <a:lnTo>
                  <a:pt x="131806" y="76374"/>
                </a:lnTo>
                <a:lnTo>
                  <a:pt x="131797" y="75083"/>
                </a:lnTo>
                <a:lnTo>
                  <a:pt x="131806" y="73762"/>
                </a:lnTo>
                <a:lnTo>
                  <a:pt x="131833" y="72467"/>
                </a:lnTo>
                <a:lnTo>
                  <a:pt x="131877" y="71198"/>
                </a:lnTo>
                <a:lnTo>
                  <a:pt x="131940" y="69954"/>
                </a:lnTo>
                <a:lnTo>
                  <a:pt x="132020" y="68736"/>
                </a:lnTo>
                <a:lnTo>
                  <a:pt x="132118" y="67544"/>
                </a:lnTo>
                <a:lnTo>
                  <a:pt x="132234" y="66378"/>
                </a:lnTo>
                <a:lnTo>
                  <a:pt x="132368" y="65238"/>
                </a:lnTo>
                <a:lnTo>
                  <a:pt x="132520" y="64123"/>
                </a:lnTo>
                <a:lnTo>
                  <a:pt x="132689" y="63034"/>
                </a:lnTo>
                <a:lnTo>
                  <a:pt x="132877" y="61971"/>
                </a:lnTo>
                <a:lnTo>
                  <a:pt x="133082" y="60934"/>
                </a:lnTo>
                <a:lnTo>
                  <a:pt x="133305" y="59922"/>
                </a:lnTo>
                <a:lnTo>
                  <a:pt x="133546" y="58936"/>
                </a:lnTo>
                <a:lnTo>
                  <a:pt x="133804" y="57976"/>
                </a:lnTo>
                <a:lnTo>
                  <a:pt x="134081" y="57042"/>
                </a:lnTo>
                <a:lnTo>
                  <a:pt x="134375" y="56134"/>
                </a:lnTo>
                <a:lnTo>
                  <a:pt x="134687" y="55251"/>
                </a:lnTo>
                <a:lnTo>
                  <a:pt x="135018" y="54394"/>
                </a:lnTo>
                <a:lnTo>
                  <a:pt x="135365" y="53563"/>
                </a:lnTo>
                <a:lnTo>
                  <a:pt x="135731" y="52758"/>
                </a:lnTo>
                <a:lnTo>
                  <a:pt x="136115" y="51978"/>
                </a:lnTo>
                <a:lnTo>
                  <a:pt x="136516" y="51224"/>
                </a:lnTo>
                <a:lnTo>
                  <a:pt x="136936" y="50496"/>
                </a:lnTo>
                <a:lnTo>
                  <a:pt x="137373" y="49796"/>
                </a:lnTo>
                <a:lnTo>
                  <a:pt x="137828" y="49126"/>
                </a:lnTo>
                <a:lnTo>
                  <a:pt x="138300" y="48485"/>
                </a:lnTo>
                <a:lnTo>
                  <a:pt x="138791" y="47874"/>
                </a:lnTo>
                <a:lnTo>
                  <a:pt x="139300" y="47293"/>
                </a:lnTo>
                <a:lnTo>
                  <a:pt x="139826" y="46742"/>
                </a:lnTo>
                <a:lnTo>
                  <a:pt x="140370" y="46221"/>
                </a:lnTo>
                <a:lnTo>
                  <a:pt x="140932" y="45729"/>
                </a:lnTo>
                <a:lnTo>
                  <a:pt x="141512" y="45267"/>
                </a:lnTo>
                <a:lnTo>
                  <a:pt x="142110" y="44835"/>
                </a:lnTo>
                <a:lnTo>
                  <a:pt x="142725" y="44433"/>
                </a:lnTo>
                <a:lnTo>
                  <a:pt x="143359" y="44060"/>
                </a:lnTo>
                <a:lnTo>
                  <a:pt x="144010" y="43718"/>
                </a:lnTo>
                <a:lnTo>
                  <a:pt x="144679" y="43405"/>
                </a:lnTo>
                <a:lnTo>
                  <a:pt x="145366" y="43122"/>
                </a:lnTo>
                <a:lnTo>
                  <a:pt x="146071" y="42869"/>
                </a:lnTo>
                <a:lnTo>
                  <a:pt x="146793" y="42645"/>
                </a:lnTo>
                <a:lnTo>
                  <a:pt x="147534" y="42451"/>
                </a:lnTo>
                <a:lnTo>
                  <a:pt x="148292" y="42288"/>
                </a:lnTo>
                <a:lnTo>
                  <a:pt x="149068" y="42153"/>
                </a:lnTo>
                <a:lnTo>
                  <a:pt x="149862" y="42049"/>
                </a:lnTo>
                <a:lnTo>
                  <a:pt x="150674" y="41975"/>
                </a:lnTo>
                <a:lnTo>
                  <a:pt x="151504" y="41930"/>
                </a:lnTo>
                <a:lnTo>
                  <a:pt x="152351" y="41915"/>
                </a:lnTo>
                <a:lnTo>
                  <a:pt x="153013" y="41923"/>
                </a:lnTo>
                <a:lnTo>
                  <a:pt x="153667" y="41946"/>
                </a:lnTo>
                <a:lnTo>
                  <a:pt x="154312" y="41985"/>
                </a:lnTo>
                <a:lnTo>
                  <a:pt x="154947" y="42040"/>
                </a:lnTo>
                <a:lnTo>
                  <a:pt x="155574" y="42110"/>
                </a:lnTo>
                <a:lnTo>
                  <a:pt x="156192" y="42196"/>
                </a:lnTo>
                <a:lnTo>
                  <a:pt x="156801" y="42297"/>
                </a:lnTo>
                <a:lnTo>
                  <a:pt x="157401" y="42414"/>
                </a:lnTo>
                <a:lnTo>
                  <a:pt x="157992" y="42547"/>
                </a:lnTo>
                <a:lnTo>
                  <a:pt x="158574" y="42695"/>
                </a:lnTo>
                <a:lnTo>
                  <a:pt x="159147" y="42858"/>
                </a:lnTo>
                <a:lnTo>
                  <a:pt x="159711" y="43038"/>
                </a:lnTo>
                <a:lnTo>
                  <a:pt x="160267" y="43233"/>
                </a:lnTo>
                <a:lnTo>
                  <a:pt x="160813" y="43443"/>
                </a:lnTo>
                <a:lnTo>
                  <a:pt x="161351" y="43669"/>
                </a:lnTo>
                <a:lnTo>
                  <a:pt x="161879" y="43911"/>
                </a:lnTo>
                <a:lnTo>
                  <a:pt x="162399" y="44168"/>
                </a:lnTo>
                <a:lnTo>
                  <a:pt x="162910" y="44441"/>
                </a:lnTo>
                <a:lnTo>
                  <a:pt x="163412" y="44730"/>
                </a:lnTo>
                <a:lnTo>
                  <a:pt x="163904" y="45034"/>
                </a:lnTo>
                <a:lnTo>
                  <a:pt x="164388" y="45353"/>
                </a:lnTo>
                <a:lnTo>
                  <a:pt x="164864" y="45689"/>
                </a:lnTo>
                <a:lnTo>
                  <a:pt x="165330" y="46040"/>
                </a:lnTo>
                <a:lnTo>
                  <a:pt x="165787" y="46406"/>
                </a:lnTo>
                <a:lnTo>
                  <a:pt x="166236" y="46785"/>
                </a:lnTo>
                <a:lnTo>
                  <a:pt x="166676" y="47173"/>
                </a:lnTo>
                <a:lnTo>
                  <a:pt x="167109" y="47571"/>
                </a:lnTo>
                <a:lnTo>
                  <a:pt x="167534" y="47978"/>
                </a:lnTo>
                <a:lnTo>
                  <a:pt x="167950" y="48395"/>
                </a:lnTo>
                <a:lnTo>
                  <a:pt x="168359" y="48821"/>
                </a:lnTo>
                <a:lnTo>
                  <a:pt x="168759" y="49256"/>
                </a:lnTo>
                <a:lnTo>
                  <a:pt x="169152" y="49701"/>
                </a:lnTo>
                <a:lnTo>
                  <a:pt x="169536" y="50156"/>
                </a:lnTo>
                <a:lnTo>
                  <a:pt x="169913" y="50619"/>
                </a:lnTo>
                <a:lnTo>
                  <a:pt x="170281" y="51092"/>
                </a:lnTo>
                <a:lnTo>
                  <a:pt x="170641" y="51575"/>
                </a:lnTo>
                <a:lnTo>
                  <a:pt x="170993" y="52067"/>
                </a:lnTo>
                <a:lnTo>
                  <a:pt x="171338" y="52568"/>
                </a:lnTo>
                <a:lnTo>
                  <a:pt x="171674" y="53079"/>
                </a:lnTo>
                <a:lnTo>
                  <a:pt x="172002" y="53599"/>
                </a:lnTo>
                <a:lnTo>
                  <a:pt x="172322" y="54129"/>
                </a:lnTo>
                <a:lnTo>
                  <a:pt x="172634" y="54668"/>
                </a:lnTo>
                <a:lnTo>
                  <a:pt x="172938" y="55216"/>
                </a:lnTo>
                <a:lnTo>
                  <a:pt x="173234" y="55774"/>
                </a:lnTo>
                <a:lnTo>
                  <a:pt x="173522" y="56341"/>
                </a:lnTo>
                <a:lnTo>
                  <a:pt x="173802" y="56918"/>
                </a:lnTo>
                <a:lnTo>
                  <a:pt x="174073" y="57504"/>
                </a:lnTo>
                <a:lnTo>
                  <a:pt x="174337" y="58100"/>
                </a:lnTo>
                <a:lnTo>
                  <a:pt x="174337" y="91710"/>
                </a:lnTo>
                <a:lnTo>
                  <a:pt x="174066" y="92241"/>
                </a:lnTo>
                <a:lnTo>
                  <a:pt x="173786" y="92765"/>
                </a:lnTo>
                <a:lnTo>
                  <a:pt x="173498" y="93283"/>
                </a:lnTo>
                <a:lnTo>
                  <a:pt x="173201" y="93795"/>
                </a:lnTo>
                <a:lnTo>
                  <a:pt x="172895" y="94301"/>
                </a:lnTo>
                <a:lnTo>
                  <a:pt x="172581" y="94800"/>
                </a:lnTo>
                <a:lnTo>
                  <a:pt x="172258" y="95293"/>
                </a:lnTo>
                <a:lnTo>
                  <a:pt x="171927" y="95781"/>
                </a:lnTo>
                <a:lnTo>
                  <a:pt x="171587" y="96262"/>
                </a:lnTo>
                <a:lnTo>
                  <a:pt x="171238" y="96737"/>
                </a:lnTo>
                <a:lnTo>
                  <a:pt x="170881" y="97205"/>
                </a:lnTo>
                <a:lnTo>
                  <a:pt x="170515" y="97668"/>
                </a:lnTo>
                <a:lnTo>
                  <a:pt x="170140" y="98124"/>
                </a:lnTo>
                <a:lnTo>
                  <a:pt x="169757" y="98574"/>
                </a:lnTo>
                <a:lnTo>
                  <a:pt x="169365" y="99018"/>
                </a:lnTo>
                <a:lnTo>
                  <a:pt x="168965" y="99456"/>
                </a:lnTo>
                <a:lnTo>
                  <a:pt x="168555" y="99888"/>
                </a:lnTo>
                <a:lnTo>
                  <a:pt x="168138" y="100314"/>
                </a:lnTo>
                <a:lnTo>
                  <a:pt x="167711" y="100733"/>
                </a:lnTo>
                <a:lnTo>
                  <a:pt x="167276" y="101146"/>
                </a:lnTo>
                <a:lnTo>
                  <a:pt x="166833" y="101553"/>
                </a:lnTo>
                <a:lnTo>
                  <a:pt x="166380" y="101954"/>
                </a:lnTo>
                <a:lnTo>
                  <a:pt x="165920" y="102349"/>
                </a:lnTo>
                <a:lnTo>
                  <a:pt x="165450" y="102737"/>
                </a:lnTo>
                <a:lnTo>
                  <a:pt x="164971" y="103114"/>
                </a:lnTo>
                <a:lnTo>
                  <a:pt x="164483" y="103476"/>
                </a:lnTo>
                <a:lnTo>
                  <a:pt x="163984" y="103821"/>
                </a:lnTo>
                <a:lnTo>
                  <a:pt x="163476" y="104150"/>
                </a:lnTo>
                <a:lnTo>
                  <a:pt x="162958" y="104463"/>
                </a:lnTo>
                <a:lnTo>
                  <a:pt x="162431" y="104760"/>
                </a:lnTo>
                <a:lnTo>
                  <a:pt x="161893" y="105041"/>
                </a:lnTo>
                <a:lnTo>
                  <a:pt x="161346" y="105305"/>
                </a:lnTo>
                <a:lnTo>
                  <a:pt x="160789" y="105554"/>
                </a:lnTo>
                <a:lnTo>
                  <a:pt x="160222" y="105787"/>
                </a:lnTo>
                <a:lnTo>
                  <a:pt x="159645" y="106004"/>
                </a:lnTo>
                <a:lnTo>
                  <a:pt x="159058" y="106204"/>
                </a:lnTo>
                <a:lnTo>
                  <a:pt x="158462" y="106389"/>
                </a:lnTo>
                <a:lnTo>
                  <a:pt x="157856" y="106557"/>
                </a:lnTo>
                <a:lnTo>
                  <a:pt x="157240" y="106710"/>
                </a:lnTo>
                <a:lnTo>
                  <a:pt x="156614" y="106846"/>
                </a:lnTo>
                <a:lnTo>
                  <a:pt x="155979" y="106967"/>
                </a:lnTo>
                <a:lnTo>
                  <a:pt x="155334" y="107071"/>
                </a:lnTo>
                <a:lnTo>
                  <a:pt x="154678" y="107159"/>
                </a:lnTo>
                <a:lnTo>
                  <a:pt x="154014" y="107232"/>
                </a:lnTo>
                <a:lnTo>
                  <a:pt x="153339" y="107288"/>
                </a:lnTo>
                <a:lnTo>
                  <a:pt x="152654" y="107328"/>
                </a:lnTo>
                <a:lnTo>
                  <a:pt x="151960" y="107352"/>
                </a:lnTo>
                <a:lnTo>
                  <a:pt x="151256" y="107360"/>
                </a:lnTo>
                <a:lnTo>
                  <a:pt x="150464" y="107346"/>
                </a:lnTo>
                <a:lnTo>
                  <a:pt x="149688" y="107302"/>
                </a:lnTo>
                <a:lnTo>
                  <a:pt x="148928" y="107230"/>
                </a:lnTo>
                <a:lnTo>
                  <a:pt x="148185" y="107129"/>
                </a:lnTo>
                <a:close/>
                <a:moveTo>
                  <a:pt x="52338" y="54994"/>
                </a:moveTo>
                <a:lnTo>
                  <a:pt x="52653" y="54583"/>
                </a:lnTo>
                <a:lnTo>
                  <a:pt x="52976" y="54175"/>
                </a:lnTo>
                <a:lnTo>
                  <a:pt x="53307" y="53769"/>
                </a:lnTo>
                <a:lnTo>
                  <a:pt x="53646" y="53365"/>
                </a:lnTo>
                <a:lnTo>
                  <a:pt x="53993" y="52963"/>
                </a:lnTo>
                <a:lnTo>
                  <a:pt x="54349" y="52564"/>
                </a:lnTo>
                <a:lnTo>
                  <a:pt x="54712" y="52167"/>
                </a:lnTo>
                <a:lnTo>
                  <a:pt x="55083" y="51773"/>
                </a:lnTo>
                <a:lnTo>
                  <a:pt x="55462" y="51381"/>
                </a:lnTo>
                <a:lnTo>
                  <a:pt x="55850" y="50991"/>
                </a:lnTo>
                <a:lnTo>
                  <a:pt x="56245" y="50604"/>
                </a:lnTo>
                <a:lnTo>
                  <a:pt x="56649" y="50219"/>
                </a:lnTo>
                <a:lnTo>
                  <a:pt x="57060" y="49836"/>
                </a:lnTo>
                <a:lnTo>
                  <a:pt x="57479" y="49455"/>
                </a:lnTo>
                <a:lnTo>
                  <a:pt x="57907" y="49077"/>
                </a:lnTo>
                <a:lnTo>
                  <a:pt x="58343" y="48701"/>
                </a:lnTo>
                <a:lnTo>
                  <a:pt x="58786" y="48328"/>
                </a:lnTo>
                <a:lnTo>
                  <a:pt x="59238" y="47957"/>
                </a:lnTo>
                <a:lnTo>
                  <a:pt x="59698" y="47588"/>
                </a:lnTo>
                <a:lnTo>
                  <a:pt x="60165" y="47221"/>
                </a:lnTo>
                <a:lnTo>
                  <a:pt x="60641" y="46857"/>
                </a:lnTo>
                <a:lnTo>
                  <a:pt x="61125" y="46496"/>
                </a:lnTo>
                <a:lnTo>
                  <a:pt x="61618" y="46142"/>
                </a:lnTo>
                <a:lnTo>
                  <a:pt x="62119" y="45804"/>
                </a:lnTo>
                <a:lnTo>
                  <a:pt x="62630" y="45481"/>
                </a:lnTo>
                <a:lnTo>
                  <a:pt x="63150" y="45173"/>
                </a:lnTo>
                <a:lnTo>
                  <a:pt x="63680" y="44880"/>
                </a:lnTo>
                <a:lnTo>
                  <a:pt x="64218" y="44602"/>
                </a:lnTo>
                <a:lnTo>
                  <a:pt x="64766" y="44339"/>
                </a:lnTo>
                <a:lnTo>
                  <a:pt x="65323" y="44091"/>
                </a:lnTo>
                <a:lnTo>
                  <a:pt x="65889" y="43859"/>
                </a:lnTo>
                <a:lnTo>
                  <a:pt x="66465" y="43641"/>
                </a:lnTo>
                <a:lnTo>
                  <a:pt x="67049" y="43438"/>
                </a:lnTo>
                <a:lnTo>
                  <a:pt x="67643" y="43250"/>
                </a:lnTo>
                <a:lnTo>
                  <a:pt x="68246" y="43077"/>
                </a:lnTo>
                <a:lnTo>
                  <a:pt x="68858" y="42919"/>
                </a:lnTo>
                <a:lnTo>
                  <a:pt x="69480" y="42777"/>
                </a:lnTo>
                <a:lnTo>
                  <a:pt x="70110" y="42649"/>
                </a:lnTo>
                <a:lnTo>
                  <a:pt x="70750" y="42536"/>
                </a:lnTo>
                <a:lnTo>
                  <a:pt x="71399" y="42439"/>
                </a:lnTo>
                <a:lnTo>
                  <a:pt x="72058" y="42356"/>
                </a:lnTo>
                <a:lnTo>
                  <a:pt x="72725" y="42288"/>
                </a:lnTo>
                <a:lnTo>
                  <a:pt x="73402" y="42236"/>
                </a:lnTo>
                <a:lnTo>
                  <a:pt x="74088" y="42198"/>
                </a:lnTo>
                <a:lnTo>
                  <a:pt x="74783" y="42176"/>
                </a:lnTo>
                <a:lnTo>
                  <a:pt x="75488" y="42168"/>
                </a:lnTo>
                <a:lnTo>
                  <a:pt x="75946" y="42173"/>
                </a:lnTo>
                <a:lnTo>
                  <a:pt x="76396" y="42187"/>
                </a:lnTo>
                <a:lnTo>
                  <a:pt x="76837" y="42211"/>
                </a:lnTo>
                <a:lnTo>
                  <a:pt x="77269" y="42244"/>
                </a:lnTo>
                <a:lnTo>
                  <a:pt x="77693" y="42286"/>
                </a:lnTo>
                <a:lnTo>
                  <a:pt x="78107" y="42338"/>
                </a:lnTo>
                <a:lnTo>
                  <a:pt x="78512" y="42400"/>
                </a:lnTo>
                <a:lnTo>
                  <a:pt x="78909" y="42471"/>
                </a:lnTo>
                <a:lnTo>
                  <a:pt x="79296" y="42551"/>
                </a:lnTo>
                <a:lnTo>
                  <a:pt x="79675" y="42641"/>
                </a:lnTo>
                <a:lnTo>
                  <a:pt x="80044" y="42740"/>
                </a:lnTo>
                <a:lnTo>
                  <a:pt x="80405" y="42849"/>
                </a:lnTo>
                <a:lnTo>
                  <a:pt x="80757" y="42967"/>
                </a:lnTo>
                <a:lnTo>
                  <a:pt x="81100" y="43094"/>
                </a:lnTo>
                <a:lnTo>
                  <a:pt x="81434" y="43232"/>
                </a:lnTo>
                <a:lnTo>
                  <a:pt x="81759" y="43378"/>
                </a:lnTo>
                <a:lnTo>
                  <a:pt x="82075" y="43534"/>
                </a:lnTo>
                <a:lnTo>
                  <a:pt x="82382" y="43699"/>
                </a:lnTo>
                <a:lnTo>
                  <a:pt x="82680" y="43874"/>
                </a:lnTo>
                <a:lnTo>
                  <a:pt x="82970" y="44059"/>
                </a:lnTo>
                <a:lnTo>
                  <a:pt x="83250" y="44252"/>
                </a:lnTo>
                <a:lnTo>
                  <a:pt x="83521" y="44456"/>
                </a:lnTo>
                <a:lnTo>
                  <a:pt x="83784" y="44668"/>
                </a:lnTo>
                <a:lnTo>
                  <a:pt x="84038" y="44891"/>
                </a:lnTo>
                <a:lnTo>
                  <a:pt x="84284" y="45121"/>
                </a:lnTo>
                <a:lnTo>
                  <a:pt x="84523" y="45358"/>
                </a:lnTo>
                <a:lnTo>
                  <a:pt x="84756" y="45603"/>
                </a:lnTo>
                <a:lnTo>
                  <a:pt x="84983" y="45856"/>
                </a:lnTo>
                <a:lnTo>
                  <a:pt x="85203" y="46115"/>
                </a:lnTo>
                <a:lnTo>
                  <a:pt x="85417" y="46382"/>
                </a:lnTo>
                <a:lnTo>
                  <a:pt x="85624" y="46656"/>
                </a:lnTo>
                <a:lnTo>
                  <a:pt x="85825" y="46937"/>
                </a:lnTo>
                <a:lnTo>
                  <a:pt x="86020" y="47226"/>
                </a:lnTo>
                <a:lnTo>
                  <a:pt x="86208" y="47522"/>
                </a:lnTo>
                <a:lnTo>
                  <a:pt x="86390" y="47825"/>
                </a:lnTo>
                <a:lnTo>
                  <a:pt x="86565" y="48136"/>
                </a:lnTo>
                <a:lnTo>
                  <a:pt x="86734" y="48453"/>
                </a:lnTo>
                <a:lnTo>
                  <a:pt x="86896" y="48778"/>
                </a:lnTo>
                <a:lnTo>
                  <a:pt x="87052" y="49111"/>
                </a:lnTo>
                <a:lnTo>
                  <a:pt x="87201" y="49451"/>
                </a:lnTo>
                <a:lnTo>
                  <a:pt x="87344" y="49798"/>
                </a:lnTo>
                <a:lnTo>
                  <a:pt x="87481" y="50152"/>
                </a:lnTo>
                <a:lnTo>
                  <a:pt x="87611" y="50513"/>
                </a:lnTo>
                <a:lnTo>
                  <a:pt x="87735" y="50882"/>
                </a:lnTo>
                <a:lnTo>
                  <a:pt x="87852" y="51258"/>
                </a:lnTo>
                <a:lnTo>
                  <a:pt x="87963" y="51642"/>
                </a:lnTo>
                <a:lnTo>
                  <a:pt x="88067" y="52033"/>
                </a:lnTo>
                <a:lnTo>
                  <a:pt x="88165" y="52431"/>
                </a:lnTo>
                <a:lnTo>
                  <a:pt x="88258" y="52835"/>
                </a:lnTo>
                <a:lnTo>
                  <a:pt x="88347" y="53243"/>
                </a:lnTo>
                <a:lnTo>
                  <a:pt x="88432" y="53656"/>
                </a:lnTo>
                <a:lnTo>
                  <a:pt x="88513" y="54074"/>
                </a:lnTo>
                <a:lnTo>
                  <a:pt x="88590" y="54496"/>
                </a:lnTo>
                <a:lnTo>
                  <a:pt x="88663" y="54923"/>
                </a:lnTo>
                <a:lnTo>
                  <a:pt x="88732" y="55355"/>
                </a:lnTo>
                <a:lnTo>
                  <a:pt x="88797" y="55792"/>
                </a:lnTo>
                <a:lnTo>
                  <a:pt x="88858" y="56233"/>
                </a:lnTo>
                <a:lnTo>
                  <a:pt x="88916" y="56678"/>
                </a:lnTo>
                <a:lnTo>
                  <a:pt x="88969" y="57129"/>
                </a:lnTo>
                <a:lnTo>
                  <a:pt x="89018" y="57584"/>
                </a:lnTo>
                <a:lnTo>
                  <a:pt x="89064" y="58044"/>
                </a:lnTo>
                <a:lnTo>
                  <a:pt x="89105" y="58508"/>
                </a:lnTo>
                <a:lnTo>
                  <a:pt x="89143" y="58977"/>
                </a:lnTo>
                <a:lnTo>
                  <a:pt x="89176" y="59451"/>
                </a:lnTo>
                <a:lnTo>
                  <a:pt x="89206" y="59929"/>
                </a:lnTo>
                <a:lnTo>
                  <a:pt x="89232" y="60412"/>
                </a:lnTo>
                <a:lnTo>
                  <a:pt x="89253" y="60900"/>
                </a:lnTo>
                <a:lnTo>
                  <a:pt x="89271" y="61392"/>
                </a:lnTo>
                <a:lnTo>
                  <a:pt x="89285" y="61889"/>
                </a:lnTo>
                <a:lnTo>
                  <a:pt x="89295" y="62390"/>
                </a:lnTo>
                <a:lnTo>
                  <a:pt x="89301" y="62897"/>
                </a:lnTo>
                <a:lnTo>
                  <a:pt x="89303" y="63408"/>
                </a:lnTo>
                <a:lnTo>
                  <a:pt x="89303" y="117396"/>
                </a:lnTo>
                <a:lnTo>
                  <a:pt x="103286" y="117396"/>
                </a:lnTo>
                <a:lnTo>
                  <a:pt x="103286" y="61792"/>
                </a:lnTo>
                <a:lnTo>
                  <a:pt x="103276" y="60557"/>
                </a:lnTo>
                <a:lnTo>
                  <a:pt x="103247" y="59345"/>
                </a:lnTo>
                <a:lnTo>
                  <a:pt x="103198" y="58157"/>
                </a:lnTo>
                <a:lnTo>
                  <a:pt x="103129" y="56992"/>
                </a:lnTo>
                <a:lnTo>
                  <a:pt x="103041" y="55850"/>
                </a:lnTo>
                <a:lnTo>
                  <a:pt x="102933" y="54732"/>
                </a:lnTo>
                <a:lnTo>
                  <a:pt x="102806" y="53637"/>
                </a:lnTo>
                <a:lnTo>
                  <a:pt x="102659" y="52565"/>
                </a:lnTo>
                <a:lnTo>
                  <a:pt x="102492" y="51517"/>
                </a:lnTo>
                <a:lnTo>
                  <a:pt x="102306" y="50492"/>
                </a:lnTo>
                <a:lnTo>
                  <a:pt x="102100" y="49491"/>
                </a:lnTo>
                <a:lnTo>
                  <a:pt x="101875" y="48512"/>
                </a:lnTo>
                <a:lnTo>
                  <a:pt x="101630" y="47558"/>
                </a:lnTo>
                <a:lnTo>
                  <a:pt x="101366" y="46626"/>
                </a:lnTo>
                <a:lnTo>
                  <a:pt x="101081" y="45718"/>
                </a:lnTo>
                <a:lnTo>
                  <a:pt x="100778" y="44833"/>
                </a:lnTo>
                <a:lnTo>
                  <a:pt x="100454" y="43972"/>
                </a:lnTo>
                <a:lnTo>
                  <a:pt x="100111" y="43134"/>
                </a:lnTo>
                <a:lnTo>
                  <a:pt x="99749" y="42320"/>
                </a:lnTo>
                <a:lnTo>
                  <a:pt x="99367" y="41528"/>
                </a:lnTo>
                <a:lnTo>
                  <a:pt x="98965" y="40760"/>
                </a:lnTo>
                <a:lnTo>
                  <a:pt x="98544" y="40016"/>
                </a:lnTo>
                <a:lnTo>
                  <a:pt x="98103" y="39295"/>
                </a:lnTo>
                <a:lnTo>
                  <a:pt x="97642" y="38597"/>
                </a:lnTo>
                <a:lnTo>
                  <a:pt x="97159" y="37925"/>
                </a:lnTo>
                <a:lnTo>
                  <a:pt x="96649" y="37282"/>
                </a:lnTo>
                <a:lnTo>
                  <a:pt x="96114" y="36667"/>
                </a:lnTo>
                <a:lnTo>
                  <a:pt x="95553" y="36080"/>
                </a:lnTo>
                <a:lnTo>
                  <a:pt x="94965" y="35523"/>
                </a:lnTo>
                <a:lnTo>
                  <a:pt x="94352" y="34994"/>
                </a:lnTo>
                <a:lnTo>
                  <a:pt x="93712" y="34493"/>
                </a:lnTo>
                <a:lnTo>
                  <a:pt x="93046" y="34021"/>
                </a:lnTo>
                <a:lnTo>
                  <a:pt x="92355" y="33578"/>
                </a:lnTo>
                <a:lnTo>
                  <a:pt x="91637" y="33164"/>
                </a:lnTo>
                <a:lnTo>
                  <a:pt x="90894" y="32777"/>
                </a:lnTo>
                <a:lnTo>
                  <a:pt x="90124" y="32420"/>
                </a:lnTo>
                <a:lnTo>
                  <a:pt x="89328" y="32091"/>
                </a:lnTo>
                <a:lnTo>
                  <a:pt x="88506" y="31791"/>
                </a:lnTo>
                <a:lnTo>
                  <a:pt x="87659" y="31519"/>
                </a:lnTo>
                <a:lnTo>
                  <a:pt x="86785" y="31276"/>
                </a:lnTo>
                <a:lnTo>
                  <a:pt x="85885" y="31062"/>
                </a:lnTo>
                <a:lnTo>
                  <a:pt x="84959" y="30876"/>
                </a:lnTo>
                <a:lnTo>
                  <a:pt x="84007" y="30718"/>
                </a:lnTo>
                <a:lnTo>
                  <a:pt x="83029" y="30590"/>
                </a:lnTo>
                <a:lnTo>
                  <a:pt x="82025" y="30490"/>
                </a:lnTo>
                <a:lnTo>
                  <a:pt x="80995" y="30418"/>
                </a:lnTo>
                <a:lnTo>
                  <a:pt x="79939" y="30375"/>
                </a:lnTo>
                <a:lnTo>
                  <a:pt x="78857" y="30361"/>
                </a:lnTo>
                <a:lnTo>
                  <a:pt x="78021" y="30368"/>
                </a:lnTo>
                <a:lnTo>
                  <a:pt x="77196" y="30391"/>
                </a:lnTo>
                <a:lnTo>
                  <a:pt x="76383" y="30428"/>
                </a:lnTo>
                <a:lnTo>
                  <a:pt x="75581" y="30479"/>
                </a:lnTo>
                <a:lnTo>
                  <a:pt x="74791" y="30546"/>
                </a:lnTo>
                <a:lnTo>
                  <a:pt x="74013" y="30627"/>
                </a:lnTo>
                <a:lnTo>
                  <a:pt x="73247" y="30723"/>
                </a:lnTo>
                <a:lnTo>
                  <a:pt x="72492" y="30834"/>
                </a:lnTo>
                <a:lnTo>
                  <a:pt x="71750" y="30960"/>
                </a:lnTo>
                <a:lnTo>
                  <a:pt x="71018" y="31100"/>
                </a:lnTo>
                <a:lnTo>
                  <a:pt x="70299" y="31256"/>
                </a:lnTo>
                <a:lnTo>
                  <a:pt x="69591" y="31426"/>
                </a:lnTo>
                <a:lnTo>
                  <a:pt x="68895" y="31611"/>
                </a:lnTo>
                <a:lnTo>
                  <a:pt x="68210" y="31810"/>
                </a:lnTo>
                <a:lnTo>
                  <a:pt x="67538" y="32025"/>
                </a:lnTo>
                <a:lnTo>
                  <a:pt x="66877" y="32254"/>
                </a:lnTo>
                <a:lnTo>
                  <a:pt x="66227" y="32498"/>
                </a:lnTo>
                <a:lnTo>
                  <a:pt x="65590" y="32757"/>
                </a:lnTo>
                <a:lnTo>
                  <a:pt x="64964" y="33030"/>
                </a:lnTo>
                <a:lnTo>
                  <a:pt x="64350" y="33319"/>
                </a:lnTo>
                <a:lnTo>
                  <a:pt x="63747" y="33622"/>
                </a:lnTo>
                <a:lnTo>
                  <a:pt x="63156" y="33940"/>
                </a:lnTo>
                <a:lnTo>
                  <a:pt x="62577" y="34272"/>
                </a:lnTo>
                <a:lnTo>
                  <a:pt x="62010" y="34620"/>
                </a:lnTo>
                <a:lnTo>
                  <a:pt x="61453" y="34976"/>
                </a:lnTo>
                <a:lnTo>
                  <a:pt x="60908" y="35334"/>
                </a:lnTo>
                <a:lnTo>
                  <a:pt x="60374" y="35695"/>
                </a:lnTo>
                <a:lnTo>
                  <a:pt x="59850" y="36057"/>
                </a:lnTo>
                <a:lnTo>
                  <a:pt x="59337" y="36422"/>
                </a:lnTo>
                <a:lnTo>
                  <a:pt x="58835" y="36789"/>
                </a:lnTo>
                <a:lnTo>
                  <a:pt x="58344" y="37158"/>
                </a:lnTo>
                <a:lnTo>
                  <a:pt x="57863" y="37530"/>
                </a:lnTo>
                <a:lnTo>
                  <a:pt x="57394" y="37903"/>
                </a:lnTo>
                <a:lnTo>
                  <a:pt x="56935" y="38279"/>
                </a:lnTo>
                <a:lnTo>
                  <a:pt x="56487" y="38657"/>
                </a:lnTo>
                <a:lnTo>
                  <a:pt x="56050" y="39037"/>
                </a:lnTo>
                <a:lnTo>
                  <a:pt x="55623" y="39419"/>
                </a:lnTo>
                <a:lnTo>
                  <a:pt x="55208" y="39804"/>
                </a:lnTo>
                <a:lnTo>
                  <a:pt x="54803" y="40191"/>
                </a:lnTo>
                <a:lnTo>
                  <a:pt x="54409" y="40580"/>
                </a:lnTo>
                <a:lnTo>
                  <a:pt x="54026" y="40971"/>
                </a:lnTo>
                <a:lnTo>
                  <a:pt x="53654" y="41364"/>
                </a:lnTo>
                <a:lnTo>
                  <a:pt x="53293" y="41760"/>
                </a:lnTo>
                <a:lnTo>
                  <a:pt x="52942" y="42158"/>
                </a:lnTo>
                <a:lnTo>
                  <a:pt x="52603" y="42557"/>
                </a:lnTo>
                <a:lnTo>
                  <a:pt x="52274" y="42960"/>
                </a:lnTo>
                <a:lnTo>
                  <a:pt x="51956" y="43364"/>
                </a:lnTo>
                <a:lnTo>
                  <a:pt x="51648" y="43770"/>
                </a:lnTo>
                <a:lnTo>
                  <a:pt x="51311" y="31879"/>
                </a:lnTo>
                <a:lnTo>
                  <a:pt x="37665" y="31879"/>
                </a:lnTo>
                <a:lnTo>
                  <a:pt x="37665" y="117396"/>
                </a:lnTo>
                <a:lnTo>
                  <a:pt x="51733" y="117396"/>
                </a:lnTo>
                <a:lnTo>
                  <a:pt x="51733" y="55823"/>
                </a:lnTo>
                <a:lnTo>
                  <a:pt x="52031" y="55407"/>
                </a:lnTo>
                <a:lnTo>
                  <a:pt x="52338" y="54994"/>
                </a:lnTo>
                <a:close/>
                <a:moveTo>
                  <a:pt x="243582" y="118815"/>
                </a:moveTo>
                <a:lnTo>
                  <a:pt x="244381" y="118760"/>
                </a:lnTo>
                <a:lnTo>
                  <a:pt x="245171" y="118692"/>
                </a:lnTo>
                <a:lnTo>
                  <a:pt x="245950" y="118612"/>
                </a:lnTo>
                <a:lnTo>
                  <a:pt x="246720" y="118520"/>
                </a:lnTo>
                <a:lnTo>
                  <a:pt x="247481" y="118415"/>
                </a:lnTo>
                <a:lnTo>
                  <a:pt x="248231" y="118298"/>
                </a:lnTo>
                <a:lnTo>
                  <a:pt x="248972" y="118168"/>
                </a:lnTo>
                <a:lnTo>
                  <a:pt x="249704" y="118026"/>
                </a:lnTo>
                <a:lnTo>
                  <a:pt x="250425" y="117872"/>
                </a:lnTo>
                <a:lnTo>
                  <a:pt x="251138" y="117706"/>
                </a:lnTo>
                <a:lnTo>
                  <a:pt x="251840" y="117527"/>
                </a:lnTo>
                <a:lnTo>
                  <a:pt x="252533" y="117336"/>
                </a:lnTo>
                <a:lnTo>
                  <a:pt x="253216" y="117133"/>
                </a:lnTo>
                <a:lnTo>
                  <a:pt x="253889" y="116917"/>
                </a:lnTo>
                <a:lnTo>
                  <a:pt x="254553" y="116689"/>
                </a:lnTo>
                <a:lnTo>
                  <a:pt x="255207" y="116449"/>
                </a:lnTo>
                <a:lnTo>
                  <a:pt x="255852" y="116196"/>
                </a:lnTo>
                <a:lnTo>
                  <a:pt x="256487" y="115931"/>
                </a:lnTo>
                <a:lnTo>
                  <a:pt x="257112" y="115654"/>
                </a:lnTo>
                <a:lnTo>
                  <a:pt x="257727" y="115364"/>
                </a:lnTo>
                <a:lnTo>
                  <a:pt x="258332" y="115063"/>
                </a:lnTo>
                <a:lnTo>
                  <a:pt x="258926" y="114751"/>
                </a:lnTo>
                <a:lnTo>
                  <a:pt x="259509" y="114429"/>
                </a:lnTo>
                <a:lnTo>
                  <a:pt x="260080" y="114097"/>
                </a:lnTo>
                <a:lnTo>
                  <a:pt x="260640" y="113754"/>
                </a:lnTo>
                <a:lnTo>
                  <a:pt x="261189" y="113401"/>
                </a:lnTo>
                <a:lnTo>
                  <a:pt x="261727" y="113038"/>
                </a:lnTo>
                <a:lnTo>
                  <a:pt x="262253" y="112665"/>
                </a:lnTo>
                <a:lnTo>
                  <a:pt x="262768" y="112281"/>
                </a:lnTo>
                <a:lnTo>
                  <a:pt x="263272" y="111886"/>
                </a:lnTo>
                <a:lnTo>
                  <a:pt x="263764" y="111482"/>
                </a:lnTo>
                <a:lnTo>
                  <a:pt x="264245" y="111067"/>
                </a:lnTo>
                <a:lnTo>
                  <a:pt x="264715" y="110641"/>
                </a:lnTo>
                <a:lnTo>
                  <a:pt x="265174" y="110206"/>
                </a:lnTo>
                <a:lnTo>
                  <a:pt x="265621" y="109760"/>
                </a:lnTo>
                <a:lnTo>
                  <a:pt x="266058" y="109303"/>
                </a:lnTo>
                <a:lnTo>
                  <a:pt x="266482" y="108837"/>
                </a:lnTo>
                <a:lnTo>
                  <a:pt x="266896" y="108360"/>
                </a:lnTo>
                <a:lnTo>
                  <a:pt x="267299" y="107872"/>
                </a:lnTo>
                <a:lnTo>
                  <a:pt x="267690" y="107375"/>
                </a:lnTo>
                <a:lnTo>
                  <a:pt x="268070" y="106867"/>
                </a:lnTo>
                <a:lnTo>
                  <a:pt x="268438" y="106348"/>
                </a:lnTo>
                <a:lnTo>
                  <a:pt x="268795" y="105820"/>
                </a:lnTo>
                <a:lnTo>
                  <a:pt x="269142" y="105281"/>
                </a:lnTo>
                <a:lnTo>
                  <a:pt x="269475" y="104732"/>
                </a:lnTo>
                <a:lnTo>
                  <a:pt x="269796" y="104174"/>
                </a:lnTo>
                <a:lnTo>
                  <a:pt x="270103" y="103608"/>
                </a:lnTo>
                <a:lnTo>
                  <a:pt x="270397" y="103033"/>
                </a:lnTo>
                <a:lnTo>
                  <a:pt x="270678" y="102450"/>
                </a:lnTo>
                <a:lnTo>
                  <a:pt x="270945" y="101858"/>
                </a:lnTo>
                <a:lnTo>
                  <a:pt x="271199" y="101257"/>
                </a:lnTo>
                <a:lnTo>
                  <a:pt x="271439" y="100647"/>
                </a:lnTo>
                <a:lnTo>
                  <a:pt x="271667" y="100029"/>
                </a:lnTo>
                <a:lnTo>
                  <a:pt x="271881" y="99402"/>
                </a:lnTo>
                <a:lnTo>
                  <a:pt x="272081" y="98767"/>
                </a:lnTo>
                <a:lnTo>
                  <a:pt x="272269" y="98122"/>
                </a:lnTo>
                <a:lnTo>
                  <a:pt x="272443" y="97470"/>
                </a:lnTo>
                <a:lnTo>
                  <a:pt x="272604" y="96808"/>
                </a:lnTo>
                <a:lnTo>
                  <a:pt x="272751" y="96138"/>
                </a:lnTo>
                <a:lnTo>
                  <a:pt x="272885" y="95459"/>
                </a:lnTo>
                <a:lnTo>
                  <a:pt x="273006" y="94771"/>
                </a:lnTo>
                <a:lnTo>
                  <a:pt x="273114" y="94075"/>
                </a:lnTo>
                <a:lnTo>
                  <a:pt x="273208" y="93370"/>
                </a:lnTo>
                <a:lnTo>
                  <a:pt x="273289" y="92656"/>
                </a:lnTo>
                <a:lnTo>
                  <a:pt x="273357" y="91934"/>
                </a:lnTo>
                <a:lnTo>
                  <a:pt x="273411" y="91203"/>
                </a:lnTo>
                <a:lnTo>
                  <a:pt x="273452" y="90464"/>
                </a:lnTo>
                <a:lnTo>
                  <a:pt x="273480" y="89715"/>
                </a:lnTo>
                <a:lnTo>
                  <a:pt x="259581" y="89715"/>
                </a:lnTo>
                <a:lnTo>
                  <a:pt x="259551" y="90449"/>
                </a:lnTo>
                <a:lnTo>
                  <a:pt x="259505" y="91168"/>
                </a:lnTo>
                <a:lnTo>
                  <a:pt x="259443" y="91872"/>
                </a:lnTo>
                <a:lnTo>
                  <a:pt x="259364" y="92562"/>
                </a:lnTo>
                <a:lnTo>
                  <a:pt x="259269" y="93238"/>
                </a:lnTo>
                <a:lnTo>
                  <a:pt x="259157" y="93899"/>
                </a:lnTo>
                <a:lnTo>
                  <a:pt x="259028" y="94546"/>
                </a:lnTo>
                <a:lnTo>
                  <a:pt x="258883" y="95178"/>
                </a:lnTo>
                <a:lnTo>
                  <a:pt x="258722" y="95795"/>
                </a:lnTo>
                <a:lnTo>
                  <a:pt x="258544" y="96398"/>
                </a:lnTo>
                <a:lnTo>
                  <a:pt x="258349" y="96987"/>
                </a:lnTo>
                <a:lnTo>
                  <a:pt x="258138" y="97561"/>
                </a:lnTo>
                <a:lnTo>
                  <a:pt x="257910" y="98121"/>
                </a:lnTo>
                <a:lnTo>
                  <a:pt x="257666" y="98666"/>
                </a:lnTo>
                <a:lnTo>
                  <a:pt x="257406" y="99196"/>
                </a:lnTo>
                <a:lnTo>
                  <a:pt x="257128" y="99713"/>
                </a:lnTo>
                <a:lnTo>
                  <a:pt x="256835" y="100214"/>
                </a:lnTo>
                <a:lnTo>
                  <a:pt x="256524" y="100701"/>
                </a:lnTo>
                <a:lnTo>
                  <a:pt x="256198" y="101174"/>
                </a:lnTo>
                <a:lnTo>
                  <a:pt x="255854" y="101632"/>
                </a:lnTo>
                <a:lnTo>
                  <a:pt x="255494" y="102076"/>
                </a:lnTo>
                <a:lnTo>
                  <a:pt x="255118" y="102505"/>
                </a:lnTo>
                <a:lnTo>
                  <a:pt x="254725" y="102920"/>
                </a:lnTo>
                <a:lnTo>
                  <a:pt x="254316" y="103320"/>
                </a:lnTo>
                <a:lnTo>
                  <a:pt x="253891" y="103704"/>
                </a:lnTo>
                <a:lnTo>
                  <a:pt x="253453" y="104073"/>
                </a:lnTo>
                <a:lnTo>
                  <a:pt x="253000" y="104425"/>
                </a:lnTo>
                <a:lnTo>
                  <a:pt x="252534" y="104760"/>
                </a:lnTo>
                <a:lnTo>
                  <a:pt x="252054" y="105080"/>
                </a:lnTo>
                <a:lnTo>
                  <a:pt x="251560" y="105382"/>
                </a:lnTo>
                <a:lnTo>
                  <a:pt x="251052" y="105669"/>
                </a:lnTo>
                <a:lnTo>
                  <a:pt x="250530" y="105939"/>
                </a:lnTo>
                <a:lnTo>
                  <a:pt x="249994" y="106193"/>
                </a:lnTo>
                <a:lnTo>
                  <a:pt x="249444" y="106430"/>
                </a:lnTo>
                <a:lnTo>
                  <a:pt x="248881" y="106651"/>
                </a:lnTo>
                <a:lnTo>
                  <a:pt x="248303" y="106856"/>
                </a:lnTo>
                <a:lnTo>
                  <a:pt x="247712" y="107044"/>
                </a:lnTo>
                <a:lnTo>
                  <a:pt x="247107" y="107216"/>
                </a:lnTo>
                <a:lnTo>
                  <a:pt x="246488" y="107372"/>
                </a:lnTo>
                <a:lnTo>
                  <a:pt x="245855" y="107511"/>
                </a:lnTo>
                <a:lnTo>
                  <a:pt x="245208" y="107634"/>
                </a:lnTo>
                <a:lnTo>
                  <a:pt x="244547" y="107740"/>
                </a:lnTo>
                <a:lnTo>
                  <a:pt x="243872" y="107830"/>
                </a:lnTo>
                <a:lnTo>
                  <a:pt x="243184" y="107904"/>
                </a:lnTo>
                <a:lnTo>
                  <a:pt x="242481" y="107961"/>
                </a:lnTo>
                <a:lnTo>
                  <a:pt x="241765" y="108002"/>
                </a:lnTo>
                <a:lnTo>
                  <a:pt x="241034" y="108026"/>
                </a:lnTo>
                <a:lnTo>
                  <a:pt x="240290" y="108035"/>
                </a:lnTo>
                <a:lnTo>
                  <a:pt x="239601" y="108027"/>
                </a:lnTo>
                <a:lnTo>
                  <a:pt x="238922" y="108005"/>
                </a:lnTo>
                <a:lnTo>
                  <a:pt x="238255" y="107968"/>
                </a:lnTo>
                <a:lnTo>
                  <a:pt x="237598" y="107916"/>
                </a:lnTo>
                <a:lnTo>
                  <a:pt x="236952" y="107849"/>
                </a:lnTo>
                <a:lnTo>
                  <a:pt x="236318" y="107768"/>
                </a:lnTo>
                <a:lnTo>
                  <a:pt x="235694" y="107672"/>
                </a:lnTo>
                <a:lnTo>
                  <a:pt x="235081" y="107561"/>
                </a:lnTo>
                <a:lnTo>
                  <a:pt x="234480" y="107435"/>
                </a:lnTo>
                <a:lnTo>
                  <a:pt x="233889" y="107294"/>
                </a:lnTo>
                <a:lnTo>
                  <a:pt x="233309" y="107138"/>
                </a:lnTo>
                <a:lnTo>
                  <a:pt x="232740" y="106968"/>
                </a:lnTo>
                <a:lnTo>
                  <a:pt x="232183" y="106783"/>
                </a:lnTo>
                <a:lnTo>
                  <a:pt x="231636" y="106583"/>
                </a:lnTo>
                <a:lnTo>
                  <a:pt x="231100" y="106368"/>
                </a:lnTo>
                <a:lnTo>
                  <a:pt x="230575" y="106138"/>
                </a:lnTo>
                <a:lnTo>
                  <a:pt x="230061" y="105894"/>
                </a:lnTo>
                <a:lnTo>
                  <a:pt x="229558" y="105635"/>
                </a:lnTo>
                <a:lnTo>
                  <a:pt x="229066" y="105360"/>
                </a:lnTo>
                <a:lnTo>
                  <a:pt x="228585" y="105072"/>
                </a:lnTo>
                <a:lnTo>
                  <a:pt x="228115" y="104768"/>
                </a:lnTo>
                <a:lnTo>
                  <a:pt x="227655" y="104449"/>
                </a:lnTo>
                <a:lnTo>
                  <a:pt x="227207" y="104116"/>
                </a:lnTo>
                <a:lnTo>
                  <a:pt x="226770" y="103768"/>
                </a:lnTo>
                <a:lnTo>
                  <a:pt x="226343" y="103407"/>
                </a:lnTo>
                <a:lnTo>
                  <a:pt x="225926" y="103037"/>
                </a:lnTo>
                <a:lnTo>
                  <a:pt x="225519" y="102657"/>
                </a:lnTo>
                <a:lnTo>
                  <a:pt x="225122" y="102267"/>
                </a:lnTo>
                <a:lnTo>
                  <a:pt x="224734" y="101867"/>
                </a:lnTo>
                <a:lnTo>
                  <a:pt x="224356" y="101458"/>
                </a:lnTo>
                <a:lnTo>
                  <a:pt x="223988" y="101039"/>
                </a:lnTo>
                <a:lnTo>
                  <a:pt x="223630" y="100610"/>
                </a:lnTo>
                <a:lnTo>
                  <a:pt x="223281" y="100172"/>
                </a:lnTo>
                <a:lnTo>
                  <a:pt x="222943" y="99724"/>
                </a:lnTo>
                <a:lnTo>
                  <a:pt x="222614" y="99266"/>
                </a:lnTo>
                <a:lnTo>
                  <a:pt x="222295" y="98798"/>
                </a:lnTo>
                <a:lnTo>
                  <a:pt x="221986" y="98321"/>
                </a:lnTo>
                <a:lnTo>
                  <a:pt x="221686" y="97834"/>
                </a:lnTo>
                <a:lnTo>
                  <a:pt x="221397" y="97338"/>
                </a:lnTo>
                <a:lnTo>
                  <a:pt x="221117" y="96831"/>
                </a:lnTo>
                <a:lnTo>
                  <a:pt x="220847" y="96315"/>
                </a:lnTo>
                <a:lnTo>
                  <a:pt x="220586" y="95789"/>
                </a:lnTo>
                <a:lnTo>
                  <a:pt x="220336" y="95253"/>
                </a:lnTo>
                <a:lnTo>
                  <a:pt x="220095" y="94708"/>
                </a:lnTo>
                <a:lnTo>
                  <a:pt x="219865" y="94153"/>
                </a:lnTo>
                <a:lnTo>
                  <a:pt x="219643" y="93588"/>
                </a:lnTo>
                <a:lnTo>
                  <a:pt x="219432" y="93014"/>
                </a:lnTo>
                <a:lnTo>
                  <a:pt x="219231" y="92430"/>
                </a:lnTo>
                <a:lnTo>
                  <a:pt x="219038" y="91838"/>
                </a:lnTo>
                <a:lnTo>
                  <a:pt x="218853" y="91242"/>
                </a:lnTo>
                <a:lnTo>
                  <a:pt x="218677" y="90641"/>
                </a:lnTo>
                <a:lnTo>
                  <a:pt x="218508" y="90035"/>
                </a:lnTo>
                <a:lnTo>
                  <a:pt x="218347" y="89425"/>
                </a:lnTo>
                <a:lnTo>
                  <a:pt x="218194" y="88809"/>
                </a:lnTo>
                <a:lnTo>
                  <a:pt x="218048" y="88189"/>
                </a:lnTo>
                <a:lnTo>
                  <a:pt x="217911" y="87564"/>
                </a:lnTo>
                <a:lnTo>
                  <a:pt x="217782" y="86935"/>
                </a:lnTo>
                <a:lnTo>
                  <a:pt x="217660" y="86300"/>
                </a:lnTo>
                <a:lnTo>
                  <a:pt x="217546" y="85661"/>
                </a:lnTo>
                <a:lnTo>
                  <a:pt x="217441" y="85017"/>
                </a:lnTo>
                <a:lnTo>
                  <a:pt x="217343" y="84368"/>
                </a:lnTo>
                <a:lnTo>
                  <a:pt x="217253" y="83714"/>
                </a:lnTo>
                <a:lnTo>
                  <a:pt x="217171" y="83056"/>
                </a:lnTo>
                <a:lnTo>
                  <a:pt x="217097" y="82393"/>
                </a:lnTo>
                <a:lnTo>
                  <a:pt x="217031" y="81725"/>
                </a:lnTo>
                <a:lnTo>
                  <a:pt x="216972" y="81052"/>
                </a:lnTo>
                <a:lnTo>
                  <a:pt x="216922" y="80374"/>
                </a:lnTo>
                <a:lnTo>
                  <a:pt x="216879" y="79692"/>
                </a:lnTo>
                <a:lnTo>
                  <a:pt x="216844" y="79005"/>
                </a:lnTo>
                <a:lnTo>
                  <a:pt x="216818" y="78313"/>
                </a:lnTo>
                <a:lnTo>
                  <a:pt x="216799" y="77616"/>
                </a:lnTo>
                <a:lnTo>
                  <a:pt x="216788" y="76915"/>
                </a:lnTo>
                <a:lnTo>
                  <a:pt x="273143" y="76915"/>
                </a:lnTo>
                <a:lnTo>
                  <a:pt x="273157" y="76847"/>
                </a:lnTo>
                <a:lnTo>
                  <a:pt x="273170" y="76776"/>
                </a:lnTo>
                <a:lnTo>
                  <a:pt x="273183" y="76701"/>
                </a:lnTo>
                <a:lnTo>
                  <a:pt x="273196" y="76623"/>
                </a:lnTo>
                <a:lnTo>
                  <a:pt x="273208" y="76541"/>
                </a:lnTo>
                <a:lnTo>
                  <a:pt x="273219" y="76456"/>
                </a:lnTo>
                <a:lnTo>
                  <a:pt x="273230" y="76367"/>
                </a:lnTo>
                <a:lnTo>
                  <a:pt x="273241" y="76275"/>
                </a:lnTo>
                <a:lnTo>
                  <a:pt x="273251" y="76180"/>
                </a:lnTo>
                <a:lnTo>
                  <a:pt x="273261" y="76080"/>
                </a:lnTo>
                <a:lnTo>
                  <a:pt x="273271" y="75978"/>
                </a:lnTo>
                <a:lnTo>
                  <a:pt x="273280" y="75872"/>
                </a:lnTo>
                <a:lnTo>
                  <a:pt x="273288" y="75762"/>
                </a:lnTo>
                <a:lnTo>
                  <a:pt x="273296" y="75649"/>
                </a:lnTo>
                <a:lnTo>
                  <a:pt x="273304" y="75532"/>
                </a:lnTo>
                <a:lnTo>
                  <a:pt x="273311" y="75412"/>
                </a:lnTo>
                <a:lnTo>
                  <a:pt x="273318" y="75288"/>
                </a:lnTo>
                <a:lnTo>
                  <a:pt x="273325" y="75161"/>
                </a:lnTo>
                <a:lnTo>
                  <a:pt x="273330" y="75030"/>
                </a:lnTo>
                <a:lnTo>
                  <a:pt x="273336" y="74896"/>
                </a:lnTo>
                <a:lnTo>
                  <a:pt x="273341" y="74758"/>
                </a:lnTo>
                <a:lnTo>
                  <a:pt x="273346" y="74617"/>
                </a:lnTo>
                <a:lnTo>
                  <a:pt x="273350" y="74472"/>
                </a:lnTo>
                <a:lnTo>
                  <a:pt x="273353" y="74324"/>
                </a:lnTo>
                <a:lnTo>
                  <a:pt x="273357" y="74175"/>
                </a:lnTo>
                <a:lnTo>
                  <a:pt x="273360" y="74027"/>
                </a:lnTo>
                <a:lnTo>
                  <a:pt x="273363" y="73881"/>
                </a:lnTo>
                <a:lnTo>
                  <a:pt x="273366" y="73737"/>
                </a:lnTo>
                <a:lnTo>
                  <a:pt x="273369" y="73595"/>
                </a:lnTo>
                <a:lnTo>
                  <a:pt x="273372" y="73454"/>
                </a:lnTo>
                <a:lnTo>
                  <a:pt x="273374" y="73315"/>
                </a:lnTo>
                <a:lnTo>
                  <a:pt x="273377" y="73177"/>
                </a:lnTo>
                <a:lnTo>
                  <a:pt x="273379" y="73042"/>
                </a:lnTo>
                <a:lnTo>
                  <a:pt x="273381" y="72908"/>
                </a:lnTo>
                <a:lnTo>
                  <a:pt x="273383" y="72775"/>
                </a:lnTo>
                <a:lnTo>
                  <a:pt x="273385" y="72644"/>
                </a:lnTo>
                <a:lnTo>
                  <a:pt x="273387" y="72515"/>
                </a:lnTo>
                <a:lnTo>
                  <a:pt x="273388" y="72388"/>
                </a:lnTo>
                <a:lnTo>
                  <a:pt x="273390" y="72262"/>
                </a:lnTo>
                <a:lnTo>
                  <a:pt x="273391" y="72138"/>
                </a:lnTo>
                <a:lnTo>
                  <a:pt x="273392" y="72016"/>
                </a:lnTo>
                <a:lnTo>
                  <a:pt x="273393" y="71895"/>
                </a:lnTo>
                <a:lnTo>
                  <a:pt x="273394" y="71776"/>
                </a:lnTo>
                <a:lnTo>
                  <a:pt x="273394" y="71659"/>
                </a:lnTo>
                <a:lnTo>
                  <a:pt x="273395" y="71543"/>
                </a:lnTo>
                <a:lnTo>
                  <a:pt x="273395" y="71429"/>
                </a:lnTo>
                <a:lnTo>
                  <a:pt x="273396" y="71317"/>
                </a:lnTo>
                <a:lnTo>
                  <a:pt x="273396" y="71206"/>
                </a:lnTo>
                <a:lnTo>
                  <a:pt x="273380" y="69575"/>
                </a:lnTo>
                <a:lnTo>
                  <a:pt x="273332" y="67976"/>
                </a:lnTo>
                <a:lnTo>
                  <a:pt x="273252" y="66409"/>
                </a:lnTo>
                <a:lnTo>
                  <a:pt x="273141" y="64874"/>
                </a:lnTo>
                <a:lnTo>
                  <a:pt x="272997" y="63372"/>
                </a:lnTo>
                <a:lnTo>
                  <a:pt x="272822" y="61901"/>
                </a:lnTo>
                <a:lnTo>
                  <a:pt x="272614" y="60462"/>
                </a:lnTo>
                <a:lnTo>
                  <a:pt x="272375" y="59055"/>
                </a:lnTo>
                <a:lnTo>
                  <a:pt x="272104" y="57680"/>
                </a:lnTo>
                <a:lnTo>
                  <a:pt x="271802" y="56338"/>
                </a:lnTo>
                <a:lnTo>
                  <a:pt x="271467" y="55027"/>
                </a:lnTo>
                <a:lnTo>
                  <a:pt x="271100" y="53748"/>
                </a:lnTo>
                <a:lnTo>
                  <a:pt x="270702" y="52502"/>
                </a:lnTo>
                <a:lnTo>
                  <a:pt x="270271" y="51287"/>
                </a:lnTo>
                <a:lnTo>
                  <a:pt x="269809" y="50105"/>
                </a:lnTo>
                <a:lnTo>
                  <a:pt x="269315" y="48954"/>
                </a:lnTo>
                <a:lnTo>
                  <a:pt x="268789" y="47836"/>
                </a:lnTo>
                <a:lnTo>
                  <a:pt x="268231" y="46749"/>
                </a:lnTo>
                <a:lnTo>
                  <a:pt x="267641" y="45695"/>
                </a:lnTo>
                <a:lnTo>
                  <a:pt x="267019" y="44672"/>
                </a:lnTo>
                <a:lnTo>
                  <a:pt x="266366" y="43682"/>
                </a:lnTo>
                <a:lnTo>
                  <a:pt x="265680" y="42724"/>
                </a:lnTo>
                <a:lnTo>
                  <a:pt x="264963" y="41797"/>
                </a:lnTo>
                <a:lnTo>
                  <a:pt x="264214" y="40903"/>
                </a:lnTo>
                <a:lnTo>
                  <a:pt x="263436" y="40043"/>
                </a:lnTo>
                <a:lnTo>
                  <a:pt x="262634" y="39219"/>
                </a:lnTo>
                <a:lnTo>
                  <a:pt x="261808" y="38432"/>
                </a:lnTo>
                <a:lnTo>
                  <a:pt x="260956" y="37682"/>
                </a:lnTo>
                <a:lnTo>
                  <a:pt x="260081" y="36968"/>
                </a:lnTo>
                <a:lnTo>
                  <a:pt x="259180" y="36291"/>
                </a:lnTo>
                <a:lnTo>
                  <a:pt x="258256" y="35650"/>
                </a:lnTo>
                <a:lnTo>
                  <a:pt x="257306" y="35046"/>
                </a:lnTo>
                <a:lnTo>
                  <a:pt x="256332" y="34479"/>
                </a:lnTo>
                <a:lnTo>
                  <a:pt x="255334" y="33948"/>
                </a:lnTo>
                <a:lnTo>
                  <a:pt x="254310" y="33454"/>
                </a:lnTo>
                <a:lnTo>
                  <a:pt x="253263" y="32997"/>
                </a:lnTo>
                <a:lnTo>
                  <a:pt x="252191" y="32576"/>
                </a:lnTo>
                <a:lnTo>
                  <a:pt x="251094" y="32191"/>
                </a:lnTo>
                <a:lnTo>
                  <a:pt x="249972" y="31843"/>
                </a:lnTo>
                <a:lnTo>
                  <a:pt x="248826" y="31532"/>
                </a:lnTo>
                <a:lnTo>
                  <a:pt x="247656" y="31258"/>
                </a:lnTo>
                <a:lnTo>
                  <a:pt x="246461" y="31020"/>
                </a:lnTo>
                <a:lnTo>
                  <a:pt x="245241" y="30819"/>
                </a:lnTo>
                <a:lnTo>
                  <a:pt x="243997" y="30654"/>
                </a:lnTo>
                <a:lnTo>
                  <a:pt x="242728" y="30526"/>
                </a:lnTo>
                <a:lnTo>
                  <a:pt x="241434" y="30434"/>
                </a:lnTo>
                <a:lnTo>
                  <a:pt x="240116" y="30379"/>
                </a:lnTo>
                <a:lnTo>
                  <a:pt x="238774" y="30361"/>
                </a:lnTo>
                <a:lnTo>
                  <a:pt x="237770" y="30371"/>
                </a:lnTo>
                <a:lnTo>
                  <a:pt x="236781" y="30400"/>
                </a:lnTo>
                <a:lnTo>
                  <a:pt x="235805" y="30449"/>
                </a:lnTo>
                <a:lnTo>
                  <a:pt x="234844" y="30517"/>
                </a:lnTo>
                <a:lnTo>
                  <a:pt x="233897" y="30605"/>
                </a:lnTo>
                <a:lnTo>
                  <a:pt x="232964" y="30712"/>
                </a:lnTo>
                <a:lnTo>
                  <a:pt x="232046" y="30839"/>
                </a:lnTo>
                <a:lnTo>
                  <a:pt x="231141" y="30985"/>
                </a:lnTo>
                <a:lnTo>
                  <a:pt x="230251" y="31151"/>
                </a:lnTo>
                <a:lnTo>
                  <a:pt x="229375" y="31336"/>
                </a:lnTo>
                <a:lnTo>
                  <a:pt x="228513" y="31541"/>
                </a:lnTo>
                <a:lnTo>
                  <a:pt x="227665" y="31765"/>
                </a:lnTo>
                <a:lnTo>
                  <a:pt x="226832" y="32009"/>
                </a:lnTo>
                <a:lnTo>
                  <a:pt x="226012" y="32272"/>
                </a:lnTo>
                <a:lnTo>
                  <a:pt x="225207" y="32555"/>
                </a:lnTo>
                <a:lnTo>
                  <a:pt x="224416" y="32857"/>
                </a:lnTo>
                <a:lnTo>
                  <a:pt x="223639" y="33179"/>
                </a:lnTo>
                <a:lnTo>
                  <a:pt x="222877" y="33520"/>
                </a:lnTo>
                <a:lnTo>
                  <a:pt x="222128" y="33881"/>
                </a:lnTo>
                <a:lnTo>
                  <a:pt x="221394" y="34261"/>
                </a:lnTo>
                <a:lnTo>
                  <a:pt x="220674" y="34661"/>
                </a:lnTo>
                <a:lnTo>
                  <a:pt x="219968" y="35080"/>
                </a:lnTo>
                <a:lnTo>
                  <a:pt x="219276" y="35519"/>
                </a:lnTo>
                <a:lnTo>
                  <a:pt x="218599" y="35977"/>
                </a:lnTo>
                <a:lnTo>
                  <a:pt x="217936" y="36453"/>
                </a:lnTo>
                <a:lnTo>
                  <a:pt x="217287" y="36944"/>
                </a:lnTo>
                <a:lnTo>
                  <a:pt x="216652" y="37449"/>
                </a:lnTo>
                <a:lnTo>
                  <a:pt x="216031" y="37970"/>
                </a:lnTo>
                <a:lnTo>
                  <a:pt x="215424" y="38506"/>
                </a:lnTo>
                <a:lnTo>
                  <a:pt x="214832" y="39057"/>
                </a:lnTo>
                <a:lnTo>
                  <a:pt x="214254" y="39623"/>
                </a:lnTo>
                <a:lnTo>
                  <a:pt x="213690" y="40204"/>
                </a:lnTo>
                <a:lnTo>
                  <a:pt x="213140" y="40801"/>
                </a:lnTo>
                <a:lnTo>
                  <a:pt x="212604" y="41412"/>
                </a:lnTo>
                <a:lnTo>
                  <a:pt x="212083" y="42038"/>
                </a:lnTo>
                <a:lnTo>
                  <a:pt x="211576" y="42680"/>
                </a:lnTo>
                <a:lnTo>
                  <a:pt x="211083" y="43337"/>
                </a:lnTo>
                <a:lnTo>
                  <a:pt x="210604" y="44008"/>
                </a:lnTo>
                <a:lnTo>
                  <a:pt x="210139" y="44695"/>
                </a:lnTo>
                <a:lnTo>
                  <a:pt x="209689" y="45397"/>
                </a:lnTo>
                <a:lnTo>
                  <a:pt x="209252" y="46114"/>
                </a:lnTo>
                <a:lnTo>
                  <a:pt x="208830" y="46846"/>
                </a:lnTo>
                <a:lnTo>
                  <a:pt x="208422" y="47593"/>
                </a:lnTo>
                <a:lnTo>
                  <a:pt x="208028" y="48356"/>
                </a:lnTo>
                <a:lnTo>
                  <a:pt x="207649" y="49133"/>
                </a:lnTo>
                <a:lnTo>
                  <a:pt x="207283" y="49926"/>
                </a:lnTo>
                <a:lnTo>
                  <a:pt x="206932" y="50733"/>
                </a:lnTo>
                <a:lnTo>
                  <a:pt x="206595" y="51556"/>
                </a:lnTo>
                <a:lnTo>
                  <a:pt x="206272" y="52391"/>
                </a:lnTo>
                <a:lnTo>
                  <a:pt x="205963" y="53238"/>
                </a:lnTo>
                <a:lnTo>
                  <a:pt x="205667" y="54095"/>
                </a:lnTo>
                <a:lnTo>
                  <a:pt x="205385" y="54963"/>
                </a:lnTo>
                <a:lnTo>
                  <a:pt x="205117" y="55842"/>
                </a:lnTo>
                <a:lnTo>
                  <a:pt x="204863" y="56731"/>
                </a:lnTo>
                <a:lnTo>
                  <a:pt x="204622" y="57632"/>
                </a:lnTo>
                <a:lnTo>
                  <a:pt x="204396" y="58543"/>
                </a:lnTo>
                <a:lnTo>
                  <a:pt x="204183" y="59465"/>
                </a:lnTo>
                <a:lnTo>
                  <a:pt x="203983" y="60398"/>
                </a:lnTo>
                <a:lnTo>
                  <a:pt x="203798" y="61342"/>
                </a:lnTo>
                <a:lnTo>
                  <a:pt x="203626" y="62296"/>
                </a:lnTo>
                <a:lnTo>
                  <a:pt x="203468" y="63261"/>
                </a:lnTo>
                <a:lnTo>
                  <a:pt x="203323" y="64237"/>
                </a:lnTo>
                <a:lnTo>
                  <a:pt x="203193" y="65224"/>
                </a:lnTo>
                <a:lnTo>
                  <a:pt x="203076" y="66222"/>
                </a:lnTo>
                <a:lnTo>
                  <a:pt x="202973" y="67231"/>
                </a:lnTo>
                <a:lnTo>
                  <a:pt x="202883" y="68250"/>
                </a:lnTo>
                <a:lnTo>
                  <a:pt x="202808" y="69280"/>
                </a:lnTo>
                <a:lnTo>
                  <a:pt x="202746" y="70321"/>
                </a:lnTo>
                <a:lnTo>
                  <a:pt x="202698" y="71373"/>
                </a:lnTo>
                <a:lnTo>
                  <a:pt x="202663" y="72435"/>
                </a:lnTo>
                <a:lnTo>
                  <a:pt x="202643" y="73509"/>
                </a:lnTo>
                <a:lnTo>
                  <a:pt x="202636" y="74593"/>
                </a:lnTo>
                <a:lnTo>
                  <a:pt x="202643" y="75634"/>
                </a:lnTo>
                <a:lnTo>
                  <a:pt x="202664" y="76667"/>
                </a:lnTo>
                <a:lnTo>
                  <a:pt x="202700" y="77691"/>
                </a:lnTo>
                <a:lnTo>
                  <a:pt x="202749" y="78707"/>
                </a:lnTo>
                <a:lnTo>
                  <a:pt x="202813" y="79713"/>
                </a:lnTo>
                <a:lnTo>
                  <a:pt x="202891" y="80712"/>
                </a:lnTo>
                <a:lnTo>
                  <a:pt x="202984" y="81701"/>
                </a:lnTo>
                <a:lnTo>
                  <a:pt x="203090" y="82682"/>
                </a:lnTo>
                <a:lnTo>
                  <a:pt x="203210" y="83654"/>
                </a:lnTo>
                <a:lnTo>
                  <a:pt x="203345" y="84617"/>
                </a:lnTo>
                <a:lnTo>
                  <a:pt x="203494" y="85572"/>
                </a:lnTo>
                <a:lnTo>
                  <a:pt x="203657" y="86518"/>
                </a:lnTo>
                <a:lnTo>
                  <a:pt x="203835" y="87455"/>
                </a:lnTo>
                <a:lnTo>
                  <a:pt x="204026" y="88384"/>
                </a:lnTo>
                <a:lnTo>
                  <a:pt x="204232" y="89304"/>
                </a:lnTo>
                <a:lnTo>
                  <a:pt x="204452" y="90215"/>
                </a:lnTo>
                <a:lnTo>
                  <a:pt x="204686" y="91117"/>
                </a:lnTo>
                <a:lnTo>
                  <a:pt x="204934" y="92011"/>
                </a:lnTo>
                <a:lnTo>
                  <a:pt x="205197" y="92896"/>
                </a:lnTo>
                <a:lnTo>
                  <a:pt x="205473" y="93773"/>
                </a:lnTo>
                <a:lnTo>
                  <a:pt x="205764" y="94641"/>
                </a:lnTo>
                <a:lnTo>
                  <a:pt x="206069" y="95500"/>
                </a:lnTo>
                <a:lnTo>
                  <a:pt x="206388" y="96350"/>
                </a:lnTo>
                <a:lnTo>
                  <a:pt x="206721" y="97192"/>
                </a:lnTo>
                <a:lnTo>
                  <a:pt x="207069" y="98022"/>
                </a:lnTo>
                <a:lnTo>
                  <a:pt x="207432" y="98838"/>
                </a:lnTo>
                <a:lnTo>
                  <a:pt x="207809" y="99639"/>
                </a:lnTo>
                <a:lnTo>
                  <a:pt x="208201" y="100425"/>
                </a:lnTo>
                <a:lnTo>
                  <a:pt x="208608" y="101197"/>
                </a:lnTo>
                <a:lnTo>
                  <a:pt x="209030" y="101954"/>
                </a:lnTo>
                <a:lnTo>
                  <a:pt x="209467" y="102696"/>
                </a:lnTo>
                <a:lnTo>
                  <a:pt x="209918" y="103424"/>
                </a:lnTo>
                <a:lnTo>
                  <a:pt x="210384" y="104137"/>
                </a:lnTo>
                <a:lnTo>
                  <a:pt x="210865" y="104835"/>
                </a:lnTo>
                <a:lnTo>
                  <a:pt x="211360" y="105519"/>
                </a:lnTo>
                <a:lnTo>
                  <a:pt x="211871" y="106188"/>
                </a:lnTo>
                <a:lnTo>
                  <a:pt x="212396" y="106843"/>
                </a:lnTo>
                <a:lnTo>
                  <a:pt x="212935" y="107483"/>
                </a:lnTo>
                <a:lnTo>
                  <a:pt x="213490" y="108108"/>
                </a:lnTo>
                <a:lnTo>
                  <a:pt x="214060" y="108719"/>
                </a:lnTo>
                <a:lnTo>
                  <a:pt x="214644" y="109315"/>
                </a:lnTo>
                <a:lnTo>
                  <a:pt x="215243" y="109897"/>
                </a:lnTo>
                <a:lnTo>
                  <a:pt x="215856" y="110464"/>
                </a:lnTo>
                <a:lnTo>
                  <a:pt x="216485" y="111016"/>
                </a:lnTo>
                <a:lnTo>
                  <a:pt x="217128" y="111554"/>
                </a:lnTo>
                <a:lnTo>
                  <a:pt x="217786" y="112077"/>
                </a:lnTo>
                <a:lnTo>
                  <a:pt x="218459" y="112585"/>
                </a:lnTo>
                <a:lnTo>
                  <a:pt x="219147" y="113079"/>
                </a:lnTo>
                <a:lnTo>
                  <a:pt x="219849" y="113555"/>
                </a:lnTo>
                <a:lnTo>
                  <a:pt x="220567" y="114011"/>
                </a:lnTo>
                <a:lnTo>
                  <a:pt x="221301" y="114447"/>
                </a:lnTo>
                <a:lnTo>
                  <a:pt x="222050" y="114862"/>
                </a:lnTo>
                <a:lnTo>
                  <a:pt x="222815" y="115257"/>
                </a:lnTo>
                <a:lnTo>
                  <a:pt x="223595" y="115632"/>
                </a:lnTo>
                <a:lnTo>
                  <a:pt x="224391" y="115986"/>
                </a:lnTo>
                <a:lnTo>
                  <a:pt x="225202" y="116321"/>
                </a:lnTo>
                <a:lnTo>
                  <a:pt x="226029" y="116635"/>
                </a:lnTo>
                <a:lnTo>
                  <a:pt x="226871" y="116928"/>
                </a:lnTo>
                <a:lnTo>
                  <a:pt x="227729" y="117202"/>
                </a:lnTo>
                <a:lnTo>
                  <a:pt x="228602" y="117455"/>
                </a:lnTo>
                <a:lnTo>
                  <a:pt x="229491" y="117688"/>
                </a:lnTo>
                <a:lnTo>
                  <a:pt x="230395" y="117901"/>
                </a:lnTo>
                <a:lnTo>
                  <a:pt x="231315" y="118093"/>
                </a:lnTo>
                <a:lnTo>
                  <a:pt x="232250" y="118266"/>
                </a:lnTo>
                <a:lnTo>
                  <a:pt x="233201" y="118418"/>
                </a:lnTo>
                <a:lnTo>
                  <a:pt x="234167" y="118549"/>
                </a:lnTo>
                <a:lnTo>
                  <a:pt x="235149" y="118661"/>
                </a:lnTo>
                <a:lnTo>
                  <a:pt x="236146" y="118752"/>
                </a:lnTo>
                <a:lnTo>
                  <a:pt x="237159" y="118823"/>
                </a:lnTo>
                <a:lnTo>
                  <a:pt x="238187" y="118873"/>
                </a:lnTo>
                <a:lnTo>
                  <a:pt x="239231" y="118904"/>
                </a:lnTo>
                <a:lnTo>
                  <a:pt x="240290" y="118914"/>
                </a:lnTo>
                <a:lnTo>
                  <a:pt x="241128" y="118908"/>
                </a:lnTo>
                <a:lnTo>
                  <a:pt x="241956" y="118889"/>
                </a:lnTo>
                <a:lnTo>
                  <a:pt x="242774" y="118859"/>
                </a:lnTo>
                <a:lnTo>
                  <a:pt x="243582" y="118815"/>
                </a:lnTo>
                <a:close/>
                <a:moveTo>
                  <a:pt x="217334" y="62637"/>
                </a:moveTo>
                <a:lnTo>
                  <a:pt x="217489" y="61692"/>
                </a:lnTo>
                <a:lnTo>
                  <a:pt x="217659" y="60767"/>
                </a:lnTo>
                <a:lnTo>
                  <a:pt x="217845" y="59864"/>
                </a:lnTo>
                <a:lnTo>
                  <a:pt x="218047" y="58980"/>
                </a:lnTo>
                <a:lnTo>
                  <a:pt x="218264" y="58118"/>
                </a:lnTo>
                <a:lnTo>
                  <a:pt x="218497" y="57276"/>
                </a:lnTo>
                <a:lnTo>
                  <a:pt x="218745" y="56455"/>
                </a:lnTo>
                <a:lnTo>
                  <a:pt x="219010" y="55654"/>
                </a:lnTo>
                <a:lnTo>
                  <a:pt x="219289" y="54874"/>
                </a:lnTo>
                <a:lnTo>
                  <a:pt x="219585" y="54115"/>
                </a:lnTo>
                <a:lnTo>
                  <a:pt x="219896" y="53376"/>
                </a:lnTo>
                <a:lnTo>
                  <a:pt x="220223" y="52659"/>
                </a:lnTo>
                <a:lnTo>
                  <a:pt x="220565" y="51961"/>
                </a:lnTo>
                <a:lnTo>
                  <a:pt x="220923" y="51285"/>
                </a:lnTo>
                <a:lnTo>
                  <a:pt x="221297" y="50629"/>
                </a:lnTo>
                <a:lnTo>
                  <a:pt x="221687" y="49994"/>
                </a:lnTo>
                <a:lnTo>
                  <a:pt x="222092" y="49380"/>
                </a:lnTo>
                <a:lnTo>
                  <a:pt x="222512" y="48786"/>
                </a:lnTo>
                <a:lnTo>
                  <a:pt x="222949" y="48213"/>
                </a:lnTo>
                <a:lnTo>
                  <a:pt x="223401" y="47660"/>
                </a:lnTo>
                <a:lnTo>
                  <a:pt x="223868" y="47130"/>
                </a:lnTo>
                <a:lnTo>
                  <a:pt x="224350" y="46622"/>
                </a:lnTo>
                <a:lnTo>
                  <a:pt x="224848" y="46136"/>
                </a:lnTo>
                <a:lnTo>
                  <a:pt x="225360" y="45673"/>
                </a:lnTo>
                <a:lnTo>
                  <a:pt x="225888" y="45233"/>
                </a:lnTo>
                <a:lnTo>
                  <a:pt x="226430" y="44815"/>
                </a:lnTo>
                <a:lnTo>
                  <a:pt x="226988" y="44420"/>
                </a:lnTo>
                <a:lnTo>
                  <a:pt x="227561" y="44047"/>
                </a:lnTo>
                <a:lnTo>
                  <a:pt x="228149" y="43697"/>
                </a:lnTo>
                <a:lnTo>
                  <a:pt x="228752" y="43369"/>
                </a:lnTo>
                <a:lnTo>
                  <a:pt x="229370" y="43064"/>
                </a:lnTo>
                <a:lnTo>
                  <a:pt x="230003" y="42782"/>
                </a:lnTo>
                <a:lnTo>
                  <a:pt x="230651" y="42522"/>
                </a:lnTo>
                <a:lnTo>
                  <a:pt x="231314" y="42285"/>
                </a:lnTo>
                <a:lnTo>
                  <a:pt x="231992" y="42071"/>
                </a:lnTo>
                <a:lnTo>
                  <a:pt x="232685" y="41879"/>
                </a:lnTo>
                <a:lnTo>
                  <a:pt x="233394" y="41709"/>
                </a:lnTo>
                <a:lnTo>
                  <a:pt x="234117" y="41563"/>
                </a:lnTo>
                <a:lnTo>
                  <a:pt x="234856" y="41438"/>
                </a:lnTo>
                <a:lnTo>
                  <a:pt x="235609" y="41337"/>
                </a:lnTo>
                <a:lnTo>
                  <a:pt x="236378" y="41258"/>
                </a:lnTo>
                <a:lnTo>
                  <a:pt x="237161" y="41201"/>
                </a:lnTo>
                <a:lnTo>
                  <a:pt x="237960" y="41167"/>
                </a:lnTo>
                <a:lnTo>
                  <a:pt x="238774" y="41156"/>
                </a:lnTo>
                <a:lnTo>
                  <a:pt x="239574" y="41167"/>
                </a:lnTo>
                <a:lnTo>
                  <a:pt x="240359" y="41202"/>
                </a:lnTo>
                <a:lnTo>
                  <a:pt x="241129" y="41258"/>
                </a:lnTo>
                <a:lnTo>
                  <a:pt x="241884" y="41338"/>
                </a:lnTo>
                <a:lnTo>
                  <a:pt x="242624" y="41440"/>
                </a:lnTo>
                <a:lnTo>
                  <a:pt x="243349" y="41565"/>
                </a:lnTo>
                <a:lnTo>
                  <a:pt x="244059" y="41713"/>
                </a:lnTo>
                <a:lnTo>
                  <a:pt x="244755" y="41884"/>
                </a:lnTo>
                <a:lnTo>
                  <a:pt x="245435" y="42077"/>
                </a:lnTo>
                <a:lnTo>
                  <a:pt x="246101" y="42293"/>
                </a:lnTo>
                <a:lnTo>
                  <a:pt x="246751" y="42532"/>
                </a:lnTo>
                <a:lnTo>
                  <a:pt x="247387" y="42793"/>
                </a:lnTo>
                <a:lnTo>
                  <a:pt x="248008" y="43078"/>
                </a:lnTo>
                <a:lnTo>
                  <a:pt x="248614" y="43385"/>
                </a:lnTo>
                <a:lnTo>
                  <a:pt x="249205" y="43714"/>
                </a:lnTo>
                <a:lnTo>
                  <a:pt x="249781" y="44067"/>
                </a:lnTo>
                <a:lnTo>
                  <a:pt x="250342" y="44442"/>
                </a:lnTo>
                <a:lnTo>
                  <a:pt x="250888" y="44840"/>
                </a:lnTo>
                <a:lnTo>
                  <a:pt x="251420" y="45261"/>
                </a:lnTo>
                <a:lnTo>
                  <a:pt x="251936" y="45704"/>
                </a:lnTo>
                <a:lnTo>
                  <a:pt x="252438" y="46170"/>
                </a:lnTo>
                <a:lnTo>
                  <a:pt x="252924" y="46659"/>
                </a:lnTo>
                <a:lnTo>
                  <a:pt x="253396" y="47171"/>
                </a:lnTo>
                <a:lnTo>
                  <a:pt x="253852" y="47705"/>
                </a:lnTo>
                <a:lnTo>
                  <a:pt x="254293" y="48261"/>
                </a:lnTo>
                <a:lnTo>
                  <a:pt x="254715" y="48837"/>
                </a:lnTo>
                <a:lnTo>
                  <a:pt x="255120" y="49434"/>
                </a:lnTo>
                <a:lnTo>
                  <a:pt x="255507" y="50050"/>
                </a:lnTo>
                <a:lnTo>
                  <a:pt x="255876" y="50687"/>
                </a:lnTo>
                <a:lnTo>
                  <a:pt x="256227" y="51344"/>
                </a:lnTo>
                <a:lnTo>
                  <a:pt x="256560" y="52021"/>
                </a:lnTo>
                <a:lnTo>
                  <a:pt x="256876" y="52718"/>
                </a:lnTo>
                <a:lnTo>
                  <a:pt x="257173" y="53436"/>
                </a:lnTo>
                <a:lnTo>
                  <a:pt x="257453" y="54174"/>
                </a:lnTo>
                <a:lnTo>
                  <a:pt x="257715" y="54932"/>
                </a:lnTo>
                <a:lnTo>
                  <a:pt x="257959" y="55710"/>
                </a:lnTo>
                <a:lnTo>
                  <a:pt x="258185" y="56508"/>
                </a:lnTo>
                <a:lnTo>
                  <a:pt x="258394" y="57327"/>
                </a:lnTo>
                <a:lnTo>
                  <a:pt x="258584" y="58166"/>
                </a:lnTo>
                <a:lnTo>
                  <a:pt x="258757" y="59025"/>
                </a:lnTo>
                <a:lnTo>
                  <a:pt x="258912" y="59904"/>
                </a:lnTo>
                <a:lnTo>
                  <a:pt x="259049" y="60804"/>
                </a:lnTo>
                <a:lnTo>
                  <a:pt x="259168" y="61724"/>
                </a:lnTo>
                <a:lnTo>
                  <a:pt x="259269" y="62664"/>
                </a:lnTo>
                <a:lnTo>
                  <a:pt x="259353" y="63624"/>
                </a:lnTo>
                <a:lnTo>
                  <a:pt x="259419" y="64604"/>
                </a:lnTo>
                <a:lnTo>
                  <a:pt x="259466" y="65605"/>
                </a:lnTo>
                <a:lnTo>
                  <a:pt x="259496" y="66626"/>
                </a:lnTo>
                <a:lnTo>
                  <a:pt x="216872" y="66626"/>
                </a:lnTo>
                <a:lnTo>
                  <a:pt x="216964" y="65598"/>
                </a:lnTo>
                <a:lnTo>
                  <a:pt x="217072" y="64590"/>
                </a:lnTo>
                <a:lnTo>
                  <a:pt x="217195" y="63603"/>
                </a:lnTo>
                <a:lnTo>
                  <a:pt x="217334" y="62637"/>
                </a:lnTo>
                <a:close/>
                <a:moveTo>
                  <a:pt x="370098" y="117396"/>
                </a:moveTo>
                <a:lnTo>
                  <a:pt x="370098" y="31879"/>
                </a:lnTo>
                <a:lnTo>
                  <a:pt x="356031" y="31879"/>
                </a:lnTo>
                <a:lnTo>
                  <a:pt x="356031" y="117396"/>
                </a:lnTo>
                <a:lnTo>
                  <a:pt x="370098" y="117396"/>
                </a:lnTo>
                <a:close/>
                <a:moveTo>
                  <a:pt x="364384" y="16297"/>
                </a:moveTo>
                <a:lnTo>
                  <a:pt x="364691" y="16261"/>
                </a:lnTo>
                <a:lnTo>
                  <a:pt x="364992" y="16216"/>
                </a:lnTo>
                <a:lnTo>
                  <a:pt x="365287" y="16164"/>
                </a:lnTo>
                <a:lnTo>
                  <a:pt x="365578" y="16104"/>
                </a:lnTo>
                <a:lnTo>
                  <a:pt x="365863" y="16035"/>
                </a:lnTo>
                <a:lnTo>
                  <a:pt x="366143" y="15959"/>
                </a:lnTo>
                <a:lnTo>
                  <a:pt x="366417" y="15874"/>
                </a:lnTo>
                <a:lnTo>
                  <a:pt x="366687" y="15781"/>
                </a:lnTo>
                <a:lnTo>
                  <a:pt x="366951" y="15681"/>
                </a:lnTo>
                <a:lnTo>
                  <a:pt x="367210" y="15572"/>
                </a:lnTo>
                <a:lnTo>
                  <a:pt x="367463" y="15455"/>
                </a:lnTo>
                <a:lnTo>
                  <a:pt x="367712" y="15330"/>
                </a:lnTo>
                <a:lnTo>
                  <a:pt x="367955" y="15198"/>
                </a:lnTo>
                <a:lnTo>
                  <a:pt x="368193" y="15057"/>
                </a:lnTo>
                <a:lnTo>
                  <a:pt x="368425" y="14908"/>
                </a:lnTo>
                <a:lnTo>
                  <a:pt x="368652" y="14751"/>
                </a:lnTo>
                <a:lnTo>
                  <a:pt x="368874" y="14586"/>
                </a:lnTo>
                <a:lnTo>
                  <a:pt x="369091" y="14412"/>
                </a:lnTo>
                <a:lnTo>
                  <a:pt x="369303" y="14231"/>
                </a:lnTo>
                <a:lnTo>
                  <a:pt x="369509" y="14042"/>
                </a:lnTo>
                <a:lnTo>
                  <a:pt x="369708" y="13847"/>
                </a:lnTo>
                <a:lnTo>
                  <a:pt x="369899" y="13647"/>
                </a:lnTo>
                <a:lnTo>
                  <a:pt x="370081" y="13443"/>
                </a:lnTo>
                <a:lnTo>
                  <a:pt x="370255" y="13235"/>
                </a:lnTo>
                <a:lnTo>
                  <a:pt x="370421" y="13023"/>
                </a:lnTo>
                <a:lnTo>
                  <a:pt x="370578" y="12806"/>
                </a:lnTo>
                <a:lnTo>
                  <a:pt x="370726" y="12585"/>
                </a:lnTo>
                <a:lnTo>
                  <a:pt x="370866" y="12360"/>
                </a:lnTo>
                <a:lnTo>
                  <a:pt x="370997" y="12131"/>
                </a:lnTo>
                <a:lnTo>
                  <a:pt x="371120" y="11897"/>
                </a:lnTo>
                <a:lnTo>
                  <a:pt x="371235" y="11659"/>
                </a:lnTo>
                <a:lnTo>
                  <a:pt x="371341" y="11417"/>
                </a:lnTo>
                <a:lnTo>
                  <a:pt x="371438" y="11171"/>
                </a:lnTo>
                <a:lnTo>
                  <a:pt x="371528" y="10920"/>
                </a:lnTo>
                <a:lnTo>
                  <a:pt x="371608" y="10665"/>
                </a:lnTo>
                <a:lnTo>
                  <a:pt x="371680" y="10406"/>
                </a:lnTo>
                <a:lnTo>
                  <a:pt x="371744" y="10143"/>
                </a:lnTo>
                <a:lnTo>
                  <a:pt x="371799" y="9875"/>
                </a:lnTo>
                <a:lnTo>
                  <a:pt x="371846" y="9603"/>
                </a:lnTo>
                <a:lnTo>
                  <a:pt x="371884" y="9327"/>
                </a:lnTo>
                <a:lnTo>
                  <a:pt x="371913" y="9047"/>
                </a:lnTo>
                <a:lnTo>
                  <a:pt x="371935" y="8762"/>
                </a:lnTo>
                <a:lnTo>
                  <a:pt x="371947" y="8474"/>
                </a:lnTo>
                <a:lnTo>
                  <a:pt x="371952" y="8181"/>
                </a:lnTo>
                <a:lnTo>
                  <a:pt x="371947" y="7888"/>
                </a:lnTo>
                <a:lnTo>
                  <a:pt x="371935" y="7599"/>
                </a:lnTo>
                <a:lnTo>
                  <a:pt x="371913" y="7314"/>
                </a:lnTo>
                <a:lnTo>
                  <a:pt x="371884" y="7034"/>
                </a:lnTo>
                <a:lnTo>
                  <a:pt x="371846" y="6758"/>
                </a:lnTo>
                <a:lnTo>
                  <a:pt x="371799" y="6486"/>
                </a:lnTo>
                <a:lnTo>
                  <a:pt x="371744" y="6218"/>
                </a:lnTo>
                <a:lnTo>
                  <a:pt x="371680" y="5955"/>
                </a:lnTo>
                <a:lnTo>
                  <a:pt x="371608" y="5696"/>
                </a:lnTo>
                <a:lnTo>
                  <a:pt x="371528" y="5441"/>
                </a:lnTo>
                <a:lnTo>
                  <a:pt x="371438" y="5191"/>
                </a:lnTo>
                <a:lnTo>
                  <a:pt x="371341" y="4944"/>
                </a:lnTo>
                <a:lnTo>
                  <a:pt x="371235" y="4702"/>
                </a:lnTo>
                <a:lnTo>
                  <a:pt x="371120" y="4464"/>
                </a:lnTo>
                <a:lnTo>
                  <a:pt x="370997" y="4231"/>
                </a:lnTo>
                <a:lnTo>
                  <a:pt x="370866" y="4001"/>
                </a:lnTo>
                <a:lnTo>
                  <a:pt x="370726" y="3776"/>
                </a:lnTo>
                <a:lnTo>
                  <a:pt x="370578" y="3555"/>
                </a:lnTo>
                <a:lnTo>
                  <a:pt x="370421" y="3339"/>
                </a:lnTo>
                <a:lnTo>
                  <a:pt x="370255" y="3126"/>
                </a:lnTo>
                <a:lnTo>
                  <a:pt x="370081" y="2918"/>
                </a:lnTo>
                <a:lnTo>
                  <a:pt x="369899" y="2714"/>
                </a:lnTo>
                <a:lnTo>
                  <a:pt x="369708" y="2515"/>
                </a:lnTo>
                <a:lnTo>
                  <a:pt x="369509" y="2319"/>
                </a:lnTo>
                <a:lnTo>
                  <a:pt x="369303" y="2130"/>
                </a:lnTo>
                <a:lnTo>
                  <a:pt x="369091" y="1949"/>
                </a:lnTo>
                <a:lnTo>
                  <a:pt x="368874" y="1776"/>
                </a:lnTo>
                <a:lnTo>
                  <a:pt x="368652" y="1611"/>
                </a:lnTo>
                <a:lnTo>
                  <a:pt x="368425" y="1454"/>
                </a:lnTo>
                <a:lnTo>
                  <a:pt x="368193" y="1305"/>
                </a:lnTo>
                <a:lnTo>
                  <a:pt x="367955" y="1164"/>
                </a:lnTo>
                <a:lnTo>
                  <a:pt x="367712" y="1031"/>
                </a:lnTo>
                <a:lnTo>
                  <a:pt x="367463" y="906"/>
                </a:lnTo>
                <a:lnTo>
                  <a:pt x="367210" y="789"/>
                </a:lnTo>
                <a:lnTo>
                  <a:pt x="366951" y="680"/>
                </a:lnTo>
                <a:lnTo>
                  <a:pt x="366687" y="580"/>
                </a:lnTo>
                <a:lnTo>
                  <a:pt x="366417" y="487"/>
                </a:lnTo>
                <a:lnTo>
                  <a:pt x="366143" y="403"/>
                </a:lnTo>
                <a:lnTo>
                  <a:pt x="365863" y="326"/>
                </a:lnTo>
                <a:lnTo>
                  <a:pt x="365578" y="258"/>
                </a:lnTo>
                <a:lnTo>
                  <a:pt x="365287" y="197"/>
                </a:lnTo>
                <a:lnTo>
                  <a:pt x="364992" y="145"/>
                </a:lnTo>
                <a:lnTo>
                  <a:pt x="364691" y="101"/>
                </a:lnTo>
                <a:lnTo>
                  <a:pt x="364384" y="64"/>
                </a:lnTo>
                <a:lnTo>
                  <a:pt x="364073" y="36"/>
                </a:lnTo>
                <a:lnTo>
                  <a:pt x="363756" y="16"/>
                </a:lnTo>
                <a:lnTo>
                  <a:pt x="363434" y="4"/>
                </a:lnTo>
                <a:lnTo>
                  <a:pt x="363107" y="0"/>
                </a:lnTo>
                <a:lnTo>
                  <a:pt x="362773" y="4"/>
                </a:lnTo>
                <a:lnTo>
                  <a:pt x="362444" y="16"/>
                </a:lnTo>
                <a:lnTo>
                  <a:pt x="362122" y="36"/>
                </a:lnTo>
                <a:lnTo>
                  <a:pt x="361806" y="64"/>
                </a:lnTo>
                <a:lnTo>
                  <a:pt x="361495" y="101"/>
                </a:lnTo>
                <a:lnTo>
                  <a:pt x="361190" y="145"/>
                </a:lnTo>
                <a:lnTo>
                  <a:pt x="360891" y="197"/>
                </a:lnTo>
                <a:lnTo>
                  <a:pt x="360598" y="258"/>
                </a:lnTo>
                <a:lnTo>
                  <a:pt x="360311" y="326"/>
                </a:lnTo>
                <a:lnTo>
                  <a:pt x="360030" y="403"/>
                </a:lnTo>
                <a:lnTo>
                  <a:pt x="359754" y="487"/>
                </a:lnTo>
                <a:lnTo>
                  <a:pt x="359484" y="580"/>
                </a:lnTo>
                <a:lnTo>
                  <a:pt x="359221" y="680"/>
                </a:lnTo>
                <a:lnTo>
                  <a:pt x="358963" y="789"/>
                </a:lnTo>
                <a:lnTo>
                  <a:pt x="358711" y="906"/>
                </a:lnTo>
                <a:lnTo>
                  <a:pt x="358464" y="1031"/>
                </a:lnTo>
                <a:lnTo>
                  <a:pt x="358224" y="1164"/>
                </a:lnTo>
                <a:lnTo>
                  <a:pt x="357989" y="1305"/>
                </a:lnTo>
                <a:lnTo>
                  <a:pt x="357761" y="1454"/>
                </a:lnTo>
                <a:lnTo>
                  <a:pt x="357538" y="1611"/>
                </a:lnTo>
                <a:lnTo>
                  <a:pt x="357321" y="1776"/>
                </a:lnTo>
                <a:lnTo>
                  <a:pt x="357109" y="1949"/>
                </a:lnTo>
                <a:lnTo>
                  <a:pt x="356904" y="2130"/>
                </a:lnTo>
                <a:lnTo>
                  <a:pt x="356705" y="2319"/>
                </a:lnTo>
                <a:lnTo>
                  <a:pt x="356512" y="2515"/>
                </a:lnTo>
                <a:lnTo>
                  <a:pt x="356328" y="2714"/>
                </a:lnTo>
                <a:lnTo>
                  <a:pt x="356152" y="2918"/>
                </a:lnTo>
                <a:lnTo>
                  <a:pt x="355984" y="3126"/>
                </a:lnTo>
                <a:lnTo>
                  <a:pt x="355824" y="3339"/>
                </a:lnTo>
                <a:lnTo>
                  <a:pt x="355673" y="3555"/>
                </a:lnTo>
                <a:lnTo>
                  <a:pt x="355529" y="3776"/>
                </a:lnTo>
                <a:lnTo>
                  <a:pt x="355394" y="4001"/>
                </a:lnTo>
                <a:lnTo>
                  <a:pt x="355267" y="4231"/>
                </a:lnTo>
                <a:lnTo>
                  <a:pt x="355149" y="4464"/>
                </a:lnTo>
                <a:lnTo>
                  <a:pt x="355038" y="4702"/>
                </a:lnTo>
                <a:lnTo>
                  <a:pt x="354936" y="4944"/>
                </a:lnTo>
                <a:lnTo>
                  <a:pt x="354841" y="5191"/>
                </a:lnTo>
                <a:lnTo>
                  <a:pt x="354755" y="5441"/>
                </a:lnTo>
                <a:lnTo>
                  <a:pt x="354678" y="5696"/>
                </a:lnTo>
                <a:lnTo>
                  <a:pt x="354608" y="5955"/>
                </a:lnTo>
                <a:lnTo>
                  <a:pt x="354547" y="6218"/>
                </a:lnTo>
                <a:lnTo>
                  <a:pt x="354493" y="6486"/>
                </a:lnTo>
                <a:lnTo>
                  <a:pt x="354448" y="6758"/>
                </a:lnTo>
                <a:lnTo>
                  <a:pt x="354411" y="7034"/>
                </a:lnTo>
                <a:lnTo>
                  <a:pt x="354383" y="7314"/>
                </a:lnTo>
                <a:lnTo>
                  <a:pt x="354362" y="7599"/>
                </a:lnTo>
                <a:lnTo>
                  <a:pt x="354350" y="7888"/>
                </a:lnTo>
                <a:lnTo>
                  <a:pt x="354346" y="8181"/>
                </a:lnTo>
                <a:lnTo>
                  <a:pt x="354350" y="8474"/>
                </a:lnTo>
                <a:lnTo>
                  <a:pt x="354362" y="8762"/>
                </a:lnTo>
                <a:lnTo>
                  <a:pt x="354383" y="9047"/>
                </a:lnTo>
                <a:lnTo>
                  <a:pt x="354411" y="9327"/>
                </a:lnTo>
                <a:lnTo>
                  <a:pt x="354448" y="9603"/>
                </a:lnTo>
                <a:lnTo>
                  <a:pt x="354493" y="9875"/>
                </a:lnTo>
                <a:lnTo>
                  <a:pt x="354547" y="10143"/>
                </a:lnTo>
                <a:lnTo>
                  <a:pt x="354608" y="10406"/>
                </a:lnTo>
                <a:lnTo>
                  <a:pt x="354678" y="10665"/>
                </a:lnTo>
                <a:lnTo>
                  <a:pt x="354755" y="10920"/>
                </a:lnTo>
                <a:lnTo>
                  <a:pt x="354841" y="11171"/>
                </a:lnTo>
                <a:lnTo>
                  <a:pt x="354936" y="11417"/>
                </a:lnTo>
                <a:lnTo>
                  <a:pt x="355038" y="11659"/>
                </a:lnTo>
                <a:lnTo>
                  <a:pt x="355149" y="11897"/>
                </a:lnTo>
                <a:lnTo>
                  <a:pt x="355267" y="12131"/>
                </a:lnTo>
                <a:lnTo>
                  <a:pt x="355394" y="12360"/>
                </a:lnTo>
                <a:lnTo>
                  <a:pt x="355529" y="12585"/>
                </a:lnTo>
                <a:lnTo>
                  <a:pt x="355673" y="12806"/>
                </a:lnTo>
                <a:lnTo>
                  <a:pt x="355824" y="13023"/>
                </a:lnTo>
                <a:lnTo>
                  <a:pt x="355984" y="13235"/>
                </a:lnTo>
                <a:lnTo>
                  <a:pt x="356152" y="13443"/>
                </a:lnTo>
                <a:lnTo>
                  <a:pt x="356328" y="13647"/>
                </a:lnTo>
                <a:lnTo>
                  <a:pt x="356512" y="13847"/>
                </a:lnTo>
                <a:lnTo>
                  <a:pt x="356705" y="14042"/>
                </a:lnTo>
                <a:lnTo>
                  <a:pt x="356904" y="14231"/>
                </a:lnTo>
                <a:lnTo>
                  <a:pt x="357109" y="14412"/>
                </a:lnTo>
                <a:lnTo>
                  <a:pt x="357321" y="14586"/>
                </a:lnTo>
                <a:lnTo>
                  <a:pt x="357538" y="14751"/>
                </a:lnTo>
                <a:lnTo>
                  <a:pt x="357761" y="14908"/>
                </a:lnTo>
                <a:lnTo>
                  <a:pt x="357989" y="15057"/>
                </a:lnTo>
                <a:lnTo>
                  <a:pt x="358224" y="15198"/>
                </a:lnTo>
                <a:lnTo>
                  <a:pt x="358464" y="15330"/>
                </a:lnTo>
                <a:lnTo>
                  <a:pt x="358711" y="15455"/>
                </a:lnTo>
                <a:lnTo>
                  <a:pt x="358963" y="15572"/>
                </a:lnTo>
                <a:lnTo>
                  <a:pt x="359221" y="15681"/>
                </a:lnTo>
                <a:lnTo>
                  <a:pt x="359484" y="15781"/>
                </a:lnTo>
                <a:lnTo>
                  <a:pt x="359754" y="15874"/>
                </a:lnTo>
                <a:lnTo>
                  <a:pt x="360030" y="15959"/>
                </a:lnTo>
                <a:lnTo>
                  <a:pt x="360311" y="16035"/>
                </a:lnTo>
                <a:lnTo>
                  <a:pt x="360598" y="16104"/>
                </a:lnTo>
                <a:lnTo>
                  <a:pt x="360891" y="16164"/>
                </a:lnTo>
                <a:lnTo>
                  <a:pt x="361190" y="16216"/>
                </a:lnTo>
                <a:lnTo>
                  <a:pt x="361495" y="16261"/>
                </a:lnTo>
                <a:lnTo>
                  <a:pt x="361806" y="16297"/>
                </a:lnTo>
                <a:lnTo>
                  <a:pt x="362122" y="16325"/>
                </a:lnTo>
                <a:lnTo>
                  <a:pt x="362444" y="16345"/>
                </a:lnTo>
                <a:lnTo>
                  <a:pt x="362773" y="16357"/>
                </a:lnTo>
                <a:lnTo>
                  <a:pt x="363107" y="16361"/>
                </a:lnTo>
                <a:lnTo>
                  <a:pt x="363434" y="16357"/>
                </a:lnTo>
                <a:lnTo>
                  <a:pt x="363756" y="16345"/>
                </a:lnTo>
                <a:lnTo>
                  <a:pt x="364073" y="16325"/>
                </a:lnTo>
                <a:lnTo>
                  <a:pt x="364384" y="16297"/>
                </a:lnTo>
                <a:close/>
                <a:moveTo>
                  <a:pt x="521959" y="38362"/>
                </a:moveTo>
                <a:lnTo>
                  <a:pt x="522253" y="38050"/>
                </a:lnTo>
                <a:lnTo>
                  <a:pt x="522553" y="37750"/>
                </a:lnTo>
                <a:lnTo>
                  <a:pt x="522859" y="37464"/>
                </a:lnTo>
                <a:lnTo>
                  <a:pt x="523170" y="37190"/>
                </a:lnTo>
                <a:lnTo>
                  <a:pt x="523486" y="36929"/>
                </a:lnTo>
                <a:lnTo>
                  <a:pt x="523808" y="36680"/>
                </a:lnTo>
                <a:lnTo>
                  <a:pt x="524136" y="36445"/>
                </a:lnTo>
                <a:lnTo>
                  <a:pt x="524469" y="36222"/>
                </a:lnTo>
                <a:lnTo>
                  <a:pt x="524808" y="36012"/>
                </a:lnTo>
                <a:lnTo>
                  <a:pt x="525153" y="35814"/>
                </a:lnTo>
                <a:lnTo>
                  <a:pt x="525503" y="35629"/>
                </a:lnTo>
                <a:lnTo>
                  <a:pt x="525858" y="35457"/>
                </a:lnTo>
                <a:lnTo>
                  <a:pt x="526219" y="35298"/>
                </a:lnTo>
                <a:lnTo>
                  <a:pt x="526586" y="35152"/>
                </a:lnTo>
                <a:lnTo>
                  <a:pt x="526958" y="35018"/>
                </a:lnTo>
                <a:lnTo>
                  <a:pt x="527336" y="34897"/>
                </a:lnTo>
                <a:lnTo>
                  <a:pt x="527719" y="34789"/>
                </a:lnTo>
                <a:lnTo>
                  <a:pt x="528107" y="34689"/>
                </a:lnTo>
                <a:lnTo>
                  <a:pt x="528498" y="34593"/>
                </a:lnTo>
                <a:lnTo>
                  <a:pt x="528892" y="34502"/>
                </a:lnTo>
                <a:lnTo>
                  <a:pt x="529289" y="34415"/>
                </a:lnTo>
                <a:lnTo>
                  <a:pt x="529690" y="34332"/>
                </a:lnTo>
                <a:lnTo>
                  <a:pt x="530094" y="34254"/>
                </a:lnTo>
                <a:lnTo>
                  <a:pt x="530501" y="34179"/>
                </a:lnTo>
                <a:lnTo>
                  <a:pt x="530911" y="34109"/>
                </a:lnTo>
                <a:lnTo>
                  <a:pt x="531324" y="34043"/>
                </a:lnTo>
                <a:lnTo>
                  <a:pt x="531741" y="33982"/>
                </a:lnTo>
                <a:lnTo>
                  <a:pt x="532161" y="33925"/>
                </a:lnTo>
                <a:lnTo>
                  <a:pt x="532584" y="33872"/>
                </a:lnTo>
                <a:lnTo>
                  <a:pt x="533010" y="33823"/>
                </a:lnTo>
                <a:lnTo>
                  <a:pt x="533440" y="33778"/>
                </a:lnTo>
                <a:lnTo>
                  <a:pt x="533873" y="33738"/>
                </a:lnTo>
                <a:lnTo>
                  <a:pt x="534308" y="33702"/>
                </a:lnTo>
                <a:lnTo>
                  <a:pt x="534748" y="33670"/>
                </a:lnTo>
                <a:lnTo>
                  <a:pt x="535190" y="33642"/>
                </a:lnTo>
                <a:lnTo>
                  <a:pt x="535636" y="33619"/>
                </a:lnTo>
                <a:lnTo>
                  <a:pt x="536084" y="33600"/>
                </a:lnTo>
                <a:lnTo>
                  <a:pt x="536537" y="33585"/>
                </a:lnTo>
                <a:lnTo>
                  <a:pt x="536992" y="33574"/>
                </a:lnTo>
                <a:lnTo>
                  <a:pt x="537450" y="33568"/>
                </a:lnTo>
                <a:lnTo>
                  <a:pt x="537912" y="33566"/>
                </a:lnTo>
                <a:lnTo>
                  <a:pt x="537912" y="21674"/>
                </a:lnTo>
                <a:lnTo>
                  <a:pt x="537180" y="21700"/>
                </a:lnTo>
                <a:lnTo>
                  <a:pt x="536459" y="21735"/>
                </a:lnTo>
                <a:lnTo>
                  <a:pt x="535749" y="21778"/>
                </a:lnTo>
                <a:lnTo>
                  <a:pt x="535049" y="21831"/>
                </a:lnTo>
                <a:lnTo>
                  <a:pt x="534360" y="21893"/>
                </a:lnTo>
                <a:lnTo>
                  <a:pt x="533682" y="21964"/>
                </a:lnTo>
                <a:lnTo>
                  <a:pt x="533014" y="22044"/>
                </a:lnTo>
                <a:lnTo>
                  <a:pt x="532357" y="22134"/>
                </a:lnTo>
                <a:lnTo>
                  <a:pt x="531711" y="22232"/>
                </a:lnTo>
                <a:lnTo>
                  <a:pt x="531075" y="22339"/>
                </a:lnTo>
                <a:lnTo>
                  <a:pt x="530450" y="22456"/>
                </a:lnTo>
                <a:lnTo>
                  <a:pt x="529836" y="22581"/>
                </a:lnTo>
                <a:lnTo>
                  <a:pt x="529232" y="22716"/>
                </a:lnTo>
                <a:lnTo>
                  <a:pt x="528639" y="22859"/>
                </a:lnTo>
                <a:lnTo>
                  <a:pt x="528057" y="23012"/>
                </a:lnTo>
                <a:lnTo>
                  <a:pt x="527485" y="23174"/>
                </a:lnTo>
                <a:lnTo>
                  <a:pt x="526924" y="23345"/>
                </a:lnTo>
                <a:lnTo>
                  <a:pt x="526374" y="23525"/>
                </a:lnTo>
                <a:lnTo>
                  <a:pt x="525834" y="23714"/>
                </a:lnTo>
                <a:lnTo>
                  <a:pt x="525306" y="23912"/>
                </a:lnTo>
                <a:lnTo>
                  <a:pt x="524787" y="24119"/>
                </a:lnTo>
                <a:lnTo>
                  <a:pt x="524280" y="24335"/>
                </a:lnTo>
                <a:lnTo>
                  <a:pt x="523783" y="24560"/>
                </a:lnTo>
                <a:lnTo>
                  <a:pt x="523297" y="24795"/>
                </a:lnTo>
                <a:lnTo>
                  <a:pt x="522820" y="25043"/>
                </a:lnTo>
                <a:lnTo>
                  <a:pt x="522353" y="25308"/>
                </a:lnTo>
                <a:lnTo>
                  <a:pt x="521896" y="25591"/>
                </a:lnTo>
                <a:lnTo>
                  <a:pt x="521447" y="25891"/>
                </a:lnTo>
                <a:lnTo>
                  <a:pt x="521008" y="26209"/>
                </a:lnTo>
                <a:lnTo>
                  <a:pt x="520577" y="26545"/>
                </a:lnTo>
                <a:lnTo>
                  <a:pt x="520156" y="26898"/>
                </a:lnTo>
                <a:lnTo>
                  <a:pt x="519745" y="27269"/>
                </a:lnTo>
                <a:lnTo>
                  <a:pt x="519342" y="27657"/>
                </a:lnTo>
                <a:lnTo>
                  <a:pt x="518949" y="28063"/>
                </a:lnTo>
                <a:lnTo>
                  <a:pt x="518565" y="28486"/>
                </a:lnTo>
                <a:lnTo>
                  <a:pt x="518190" y="28927"/>
                </a:lnTo>
                <a:lnTo>
                  <a:pt x="517824" y="29386"/>
                </a:lnTo>
                <a:lnTo>
                  <a:pt x="517468" y="29862"/>
                </a:lnTo>
                <a:lnTo>
                  <a:pt x="517120" y="30356"/>
                </a:lnTo>
                <a:lnTo>
                  <a:pt x="516782" y="30867"/>
                </a:lnTo>
                <a:lnTo>
                  <a:pt x="516454" y="31396"/>
                </a:lnTo>
                <a:lnTo>
                  <a:pt x="516134" y="31942"/>
                </a:lnTo>
                <a:lnTo>
                  <a:pt x="515824" y="32506"/>
                </a:lnTo>
                <a:lnTo>
                  <a:pt x="515522" y="33088"/>
                </a:lnTo>
                <a:lnTo>
                  <a:pt x="515230" y="33687"/>
                </a:lnTo>
                <a:lnTo>
                  <a:pt x="514948" y="34304"/>
                </a:lnTo>
                <a:lnTo>
                  <a:pt x="514674" y="34938"/>
                </a:lnTo>
                <a:lnTo>
                  <a:pt x="514648" y="35002"/>
                </a:lnTo>
                <a:lnTo>
                  <a:pt x="514346" y="34851"/>
                </a:lnTo>
                <a:lnTo>
                  <a:pt x="513753" y="34575"/>
                </a:lnTo>
                <a:lnTo>
                  <a:pt x="513149" y="34312"/>
                </a:lnTo>
                <a:lnTo>
                  <a:pt x="512533" y="34063"/>
                </a:lnTo>
                <a:lnTo>
                  <a:pt x="511905" y="33827"/>
                </a:lnTo>
                <a:lnTo>
                  <a:pt x="511265" y="33604"/>
                </a:lnTo>
                <a:lnTo>
                  <a:pt x="510613" y="33396"/>
                </a:lnTo>
                <a:lnTo>
                  <a:pt x="509949" y="33200"/>
                </a:lnTo>
                <a:lnTo>
                  <a:pt x="509274" y="33018"/>
                </a:lnTo>
                <a:lnTo>
                  <a:pt x="508587" y="32850"/>
                </a:lnTo>
                <a:lnTo>
                  <a:pt x="507888" y="32695"/>
                </a:lnTo>
                <a:lnTo>
                  <a:pt x="507177" y="32553"/>
                </a:lnTo>
                <a:lnTo>
                  <a:pt x="506454" y="32425"/>
                </a:lnTo>
                <a:lnTo>
                  <a:pt x="505719" y="32310"/>
                </a:lnTo>
                <a:lnTo>
                  <a:pt x="504973" y="32209"/>
                </a:lnTo>
                <a:lnTo>
                  <a:pt x="504214" y="32122"/>
                </a:lnTo>
                <a:lnTo>
                  <a:pt x="503444" y="32048"/>
                </a:lnTo>
                <a:lnTo>
                  <a:pt x="502662" y="31987"/>
                </a:lnTo>
                <a:lnTo>
                  <a:pt x="501868" y="31940"/>
                </a:lnTo>
                <a:lnTo>
                  <a:pt x="501062" y="31906"/>
                </a:lnTo>
                <a:lnTo>
                  <a:pt x="500245" y="31886"/>
                </a:lnTo>
                <a:lnTo>
                  <a:pt x="499415" y="31879"/>
                </a:lnTo>
                <a:lnTo>
                  <a:pt x="498606" y="31886"/>
                </a:lnTo>
                <a:lnTo>
                  <a:pt x="497808" y="31906"/>
                </a:lnTo>
                <a:lnTo>
                  <a:pt x="497021" y="31940"/>
                </a:lnTo>
                <a:lnTo>
                  <a:pt x="496244" y="31987"/>
                </a:lnTo>
                <a:lnTo>
                  <a:pt x="495477" y="32048"/>
                </a:lnTo>
                <a:lnTo>
                  <a:pt x="494722" y="32122"/>
                </a:lnTo>
                <a:lnTo>
                  <a:pt x="493977" y="32209"/>
                </a:lnTo>
                <a:lnTo>
                  <a:pt x="493243" y="32310"/>
                </a:lnTo>
                <a:lnTo>
                  <a:pt x="492519" y="32425"/>
                </a:lnTo>
                <a:lnTo>
                  <a:pt x="491806" y="32553"/>
                </a:lnTo>
                <a:lnTo>
                  <a:pt x="491104" y="32695"/>
                </a:lnTo>
                <a:lnTo>
                  <a:pt x="490412" y="32850"/>
                </a:lnTo>
                <a:lnTo>
                  <a:pt x="489732" y="33018"/>
                </a:lnTo>
                <a:lnTo>
                  <a:pt x="489061" y="33200"/>
                </a:lnTo>
                <a:lnTo>
                  <a:pt x="488402" y="33396"/>
                </a:lnTo>
                <a:lnTo>
                  <a:pt x="487753" y="33604"/>
                </a:lnTo>
                <a:lnTo>
                  <a:pt x="487115" y="33827"/>
                </a:lnTo>
                <a:lnTo>
                  <a:pt x="486488" y="34063"/>
                </a:lnTo>
                <a:lnTo>
                  <a:pt x="485871" y="34312"/>
                </a:lnTo>
                <a:lnTo>
                  <a:pt x="485265" y="34575"/>
                </a:lnTo>
                <a:lnTo>
                  <a:pt x="484669" y="34851"/>
                </a:lnTo>
                <a:lnTo>
                  <a:pt x="484084" y="35141"/>
                </a:lnTo>
                <a:lnTo>
                  <a:pt x="483510" y="35444"/>
                </a:lnTo>
                <a:lnTo>
                  <a:pt x="482947" y="35761"/>
                </a:lnTo>
                <a:lnTo>
                  <a:pt x="482394" y="36089"/>
                </a:lnTo>
                <a:lnTo>
                  <a:pt x="481853" y="36426"/>
                </a:lnTo>
                <a:lnTo>
                  <a:pt x="481323" y="36773"/>
                </a:lnTo>
                <a:lnTo>
                  <a:pt x="480804" y="37129"/>
                </a:lnTo>
                <a:lnTo>
                  <a:pt x="480295" y="37494"/>
                </a:lnTo>
                <a:lnTo>
                  <a:pt x="479799" y="37868"/>
                </a:lnTo>
                <a:lnTo>
                  <a:pt x="479313" y="38252"/>
                </a:lnTo>
                <a:lnTo>
                  <a:pt x="478838" y="38645"/>
                </a:lnTo>
                <a:lnTo>
                  <a:pt x="478374" y="39047"/>
                </a:lnTo>
                <a:lnTo>
                  <a:pt x="477922" y="39458"/>
                </a:lnTo>
                <a:lnTo>
                  <a:pt x="477481" y="39879"/>
                </a:lnTo>
                <a:lnTo>
                  <a:pt x="477050" y="40309"/>
                </a:lnTo>
                <a:lnTo>
                  <a:pt x="476631" y="40749"/>
                </a:lnTo>
                <a:lnTo>
                  <a:pt x="476223" y="41197"/>
                </a:lnTo>
                <a:lnTo>
                  <a:pt x="475826" y="41655"/>
                </a:lnTo>
                <a:lnTo>
                  <a:pt x="475440" y="42123"/>
                </a:lnTo>
                <a:lnTo>
                  <a:pt x="475066" y="42599"/>
                </a:lnTo>
                <a:lnTo>
                  <a:pt x="474702" y="43085"/>
                </a:lnTo>
                <a:lnTo>
                  <a:pt x="474350" y="43580"/>
                </a:lnTo>
                <a:lnTo>
                  <a:pt x="474008" y="44085"/>
                </a:lnTo>
                <a:lnTo>
                  <a:pt x="473678" y="44598"/>
                </a:lnTo>
                <a:lnTo>
                  <a:pt x="473359" y="45121"/>
                </a:lnTo>
                <a:lnTo>
                  <a:pt x="473051" y="45654"/>
                </a:lnTo>
                <a:lnTo>
                  <a:pt x="472754" y="46195"/>
                </a:lnTo>
                <a:lnTo>
                  <a:pt x="472469" y="46744"/>
                </a:lnTo>
                <a:lnTo>
                  <a:pt x="472196" y="47297"/>
                </a:lnTo>
                <a:lnTo>
                  <a:pt x="471935" y="47856"/>
                </a:lnTo>
                <a:lnTo>
                  <a:pt x="471686" y="48420"/>
                </a:lnTo>
                <a:lnTo>
                  <a:pt x="471449" y="48989"/>
                </a:lnTo>
                <a:lnTo>
                  <a:pt x="471225" y="49563"/>
                </a:lnTo>
                <a:lnTo>
                  <a:pt x="471012" y="50142"/>
                </a:lnTo>
                <a:lnTo>
                  <a:pt x="470812" y="50726"/>
                </a:lnTo>
                <a:lnTo>
                  <a:pt x="470624" y="51315"/>
                </a:lnTo>
                <a:lnTo>
                  <a:pt x="470448" y="51910"/>
                </a:lnTo>
                <a:lnTo>
                  <a:pt x="470284" y="52509"/>
                </a:lnTo>
                <a:lnTo>
                  <a:pt x="470132" y="53114"/>
                </a:lnTo>
                <a:lnTo>
                  <a:pt x="469993" y="53724"/>
                </a:lnTo>
                <a:lnTo>
                  <a:pt x="469865" y="54338"/>
                </a:lnTo>
                <a:lnTo>
                  <a:pt x="469750" y="54958"/>
                </a:lnTo>
                <a:lnTo>
                  <a:pt x="469647" y="55583"/>
                </a:lnTo>
                <a:lnTo>
                  <a:pt x="469556" y="56213"/>
                </a:lnTo>
                <a:lnTo>
                  <a:pt x="469477" y="56849"/>
                </a:lnTo>
                <a:lnTo>
                  <a:pt x="469410" y="57489"/>
                </a:lnTo>
                <a:lnTo>
                  <a:pt x="469355" y="58134"/>
                </a:lnTo>
                <a:lnTo>
                  <a:pt x="469313" y="58785"/>
                </a:lnTo>
                <a:lnTo>
                  <a:pt x="469283" y="59440"/>
                </a:lnTo>
                <a:lnTo>
                  <a:pt x="469264" y="60101"/>
                </a:lnTo>
                <a:lnTo>
                  <a:pt x="469258" y="60767"/>
                </a:lnTo>
                <a:lnTo>
                  <a:pt x="469264" y="61397"/>
                </a:lnTo>
                <a:lnTo>
                  <a:pt x="469282" y="62024"/>
                </a:lnTo>
                <a:lnTo>
                  <a:pt x="469312" y="62648"/>
                </a:lnTo>
                <a:lnTo>
                  <a:pt x="469354" y="63267"/>
                </a:lnTo>
                <a:lnTo>
                  <a:pt x="469408" y="63884"/>
                </a:lnTo>
                <a:lnTo>
                  <a:pt x="469474" y="64496"/>
                </a:lnTo>
                <a:lnTo>
                  <a:pt x="469552" y="65105"/>
                </a:lnTo>
                <a:lnTo>
                  <a:pt x="469642" y="65710"/>
                </a:lnTo>
                <a:lnTo>
                  <a:pt x="469744" y="66312"/>
                </a:lnTo>
                <a:lnTo>
                  <a:pt x="469858" y="66910"/>
                </a:lnTo>
                <a:lnTo>
                  <a:pt x="469984" y="67505"/>
                </a:lnTo>
                <a:lnTo>
                  <a:pt x="470122" y="68096"/>
                </a:lnTo>
                <a:lnTo>
                  <a:pt x="470272" y="68684"/>
                </a:lnTo>
                <a:lnTo>
                  <a:pt x="470434" y="69268"/>
                </a:lnTo>
                <a:lnTo>
                  <a:pt x="470607" y="69848"/>
                </a:lnTo>
                <a:lnTo>
                  <a:pt x="470793" y="70425"/>
                </a:lnTo>
                <a:lnTo>
                  <a:pt x="470991" y="70998"/>
                </a:lnTo>
                <a:lnTo>
                  <a:pt x="471201" y="71567"/>
                </a:lnTo>
                <a:lnTo>
                  <a:pt x="471423" y="72133"/>
                </a:lnTo>
                <a:lnTo>
                  <a:pt x="471657" y="72695"/>
                </a:lnTo>
                <a:lnTo>
                  <a:pt x="471903" y="73254"/>
                </a:lnTo>
                <a:lnTo>
                  <a:pt x="472160" y="73809"/>
                </a:lnTo>
                <a:lnTo>
                  <a:pt x="472430" y="74361"/>
                </a:lnTo>
                <a:lnTo>
                  <a:pt x="472712" y="74909"/>
                </a:lnTo>
                <a:lnTo>
                  <a:pt x="473006" y="75451"/>
                </a:lnTo>
                <a:lnTo>
                  <a:pt x="473310" y="75983"/>
                </a:lnTo>
                <a:lnTo>
                  <a:pt x="473627" y="76507"/>
                </a:lnTo>
                <a:lnTo>
                  <a:pt x="473955" y="77022"/>
                </a:lnTo>
                <a:lnTo>
                  <a:pt x="474294" y="77528"/>
                </a:lnTo>
                <a:lnTo>
                  <a:pt x="474644" y="78024"/>
                </a:lnTo>
                <a:lnTo>
                  <a:pt x="475006" y="78512"/>
                </a:lnTo>
                <a:lnTo>
                  <a:pt x="475380" y="78991"/>
                </a:lnTo>
                <a:lnTo>
                  <a:pt x="475764" y="79461"/>
                </a:lnTo>
                <a:lnTo>
                  <a:pt x="476161" y="79922"/>
                </a:lnTo>
                <a:lnTo>
                  <a:pt x="476568" y="80374"/>
                </a:lnTo>
                <a:lnTo>
                  <a:pt x="476987" y="80816"/>
                </a:lnTo>
                <a:lnTo>
                  <a:pt x="477418" y="81250"/>
                </a:lnTo>
                <a:lnTo>
                  <a:pt x="477859" y="81675"/>
                </a:lnTo>
                <a:lnTo>
                  <a:pt x="478313" y="82091"/>
                </a:lnTo>
                <a:lnTo>
                  <a:pt x="478777" y="82498"/>
                </a:lnTo>
                <a:lnTo>
                  <a:pt x="479253" y="82896"/>
                </a:lnTo>
                <a:lnTo>
                  <a:pt x="479741" y="83285"/>
                </a:lnTo>
                <a:lnTo>
                  <a:pt x="480211" y="83643"/>
                </a:lnTo>
                <a:lnTo>
                  <a:pt x="479878" y="83782"/>
                </a:lnTo>
                <a:lnTo>
                  <a:pt x="479339" y="84018"/>
                </a:lnTo>
                <a:lnTo>
                  <a:pt x="478815" y="84259"/>
                </a:lnTo>
                <a:lnTo>
                  <a:pt x="478305" y="84505"/>
                </a:lnTo>
                <a:lnTo>
                  <a:pt x="477809" y="84757"/>
                </a:lnTo>
                <a:lnTo>
                  <a:pt x="477328" y="85014"/>
                </a:lnTo>
                <a:lnTo>
                  <a:pt x="476861" y="85277"/>
                </a:lnTo>
                <a:lnTo>
                  <a:pt x="476408" y="85545"/>
                </a:lnTo>
                <a:lnTo>
                  <a:pt x="475970" y="85818"/>
                </a:lnTo>
                <a:lnTo>
                  <a:pt x="475546" y="86097"/>
                </a:lnTo>
                <a:lnTo>
                  <a:pt x="475136" y="86381"/>
                </a:lnTo>
                <a:lnTo>
                  <a:pt x="474741" y="86671"/>
                </a:lnTo>
                <a:lnTo>
                  <a:pt x="474360" y="86966"/>
                </a:lnTo>
                <a:lnTo>
                  <a:pt x="473993" y="87266"/>
                </a:lnTo>
                <a:lnTo>
                  <a:pt x="473641" y="87572"/>
                </a:lnTo>
                <a:lnTo>
                  <a:pt x="473303" y="87883"/>
                </a:lnTo>
                <a:lnTo>
                  <a:pt x="472979" y="88199"/>
                </a:lnTo>
                <a:lnTo>
                  <a:pt x="472670" y="88521"/>
                </a:lnTo>
                <a:lnTo>
                  <a:pt x="472375" y="88848"/>
                </a:lnTo>
                <a:lnTo>
                  <a:pt x="472093" y="89178"/>
                </a:lnTo>
                <a:lnTo>
                  <a:pt x="471823" y="89507"/>
                </a:lnTo>
                <a:lnTo>
                  <a:pt x="471566" y="89837"/>
                </a:lnTo>
                <a:lnTo>
                  <a:pt x="471320" y="90167"/>
                </a:lnTo>
                <a:lnTo>
                  <a:pt x="471086" y="90496"/>
                </a:lnTo>
                <a:lnTo>
                  <a:pt x="470864" y="90826"/>
                </a:lnTo>
                <a:lnTo>
                  <a:pt x="470654" y="91156"/>
                </a:lnTo>
                <a:lnTo>
                  <a:pt x="470456" y="91485"/>
                </a:lnTo>
                <a:lnTo>
                  <a:pt x="470270" y="91815"/>
                </a:lnTo>
                <a:lnTo>
                  <a:pt x="470097" y="92145"/>
                </a:lnTo>
                <a:lnTo>
                  <a:pt x="469935" y="92474"/>
                </a:lnTo>
                <a:lnTo>
                  <a:pt x="469785" y="92804"/>
                </a:lnTo>
                <a:lnTo>
                  <a:pt x="469647" y="93134"/>
                </a:lnTo>
                <a:lnTo>
                  <a:pt x="469521" y="93463"/>
                </a:lnTo>
                <a:lnTo>
                  <a:pt x="469407" y="93793"/>
                </a:lnTo>
                <a:lnTo>
                  <a:pt x="469305" y="94123"/>
                </a:lnTo>
                <a:lnTo>
                  <a:pt x="469215" y="94452"/>
                </a:lnTo>
                <a:lnTo>
                  <a:pt x="469137" y="94782"/>
                </a:lnTo>
                <a:lnTo>
                  <a:pt x="469071" y="95112"/>
                </a:lnTo>
                <a:lnTo>
                  <a:pt x="469017" y="95441"/>
                </a:lnTo>
                <a:lnTo>
                  <a:pt x="468975" y="95771"/>
                </a:lnTo>
                <a:lnTo>
                  <a:pt x="468945" y="96101"/>
                </a:lnTo>
                <a:lnTo>
                  <a:pt x="468927" y="96430"/>
                </a:lnTo>
                <a:lnTo>
                  <a:pt x="468921" y="96760"/>
                </a:lnTo>
                <a:lnTo>
                  <a:pt x="468925" y="96983"/>
                </a:lnTo>
                <a:lnTo>
                  <a:pt x="468935" y="97208"/>
                </a:lnTo>
                <a:lnTo>
                  <a:pt x="468952" y="97434"/>
                </a:lnTo>
                <a:lnTo>
                  <a:pt x="468975" y="97662"/>
                </a:lnTo>
                <a:lnTo>
                  <a:pt x="469005" y="97892"/>
                </a:lnTo>
                <a:lnTo>
                  <a:pt x="469042" y="98123"/>
                </a:lnTo>
                <a:lnTo>
                  <a:pt x="469086" y="98356"/>
                </a:lnTo>
                <a:lnTo>
                  <a:pt x="469137" y="98591"/>
                </a:lnTo>
                <a:lnTo>
                  <a:pt x="469194" y="98827"/>
                </a:lnTo>
                <a:lnTo>
                  <a:pt x="469258" y="99065"/>
                </a:lnTo>
                <a:lnTo>
                  <a:pt x="469328" y="99304"/>
                </a:lnTo>
                <a:lnTo>
                  <a:pt x="469406" y="99546"/>
                </a:lnTo>
                <a:lnTo>
                  <a:pt x="469490" y="99789"/>
                </a:lnTo>
                <a:lnTo>
                  <a:pt x="469581" y="100033"/>
                </a:lnTo>
                <a:lnTo>
                  <a:pt x="469678" y="100279"/>
                </a:lnTo>
                <a:lnTo>
                  <a:pt x="469782" y="100527"/>
                </a:lnTo>
                <a:lnTo>
                  <a:pt x="469893" y="100776"/>
                </a:lnTo>
                <a:lnTo>
                  <a:pt x="470011" y="101027"/>
                </a:lnTo>
                <a:lnTo>
                  <a:pt x="470136" y="101280"/>
                </a:lnTo>
                <a:lnTo>
                  <a:pt x="470267" y="101535"/>
                </a:lnTo>
                <a:lnTo>
                  <a:pt x="470405" y="101791"/>
                </a:lnTo>
                <a:lnTo>
                  <a:pt x="470549" y="102048"/>
                </a:lnTo>
                <a:lnTo>
                  <a:pt x="470701" y="102308"/>
                </a:lnTo>
                <a:lnTo>
                  <a:pt x="470859" y="102569"/>
                </a:lnTo>
                <a:lnTo>
                  <a:pt x="471025" y="102829"/>
                </a:lnTo>
                <a:lnTo>
                  <a:pt x="471200" y="103086"/>
                </a:lnTo>
                <a:lnTo>
                  <a:pt x="471385" y="103341"/>
                </a:lnTo>
                <a:lnTo>
                  <a:pt x="471580" y="103592"/>
                </a:lnTo>
                <a:lnTo>
                  <a:pt x="471783" y="103841"/>
                </a:lnTo>
                <a:lnTo>
                  <a:pt x="471996" y="104087"/>
                </a:lnTo>
                <a:lnTo>
                  <a:pt x="472218" y="104330"/>
                </a:lnTo>
                <a:lnTo>
                  <a:pt x="472450" y="104570"/>
                </a:lnTo>
                <a:lnTo>
                  <a:pt x="472691" y="104808"/>
                </a:lnTo>
                <a:lnTo>
                  <a:pt x="472941" y="105042"/>
                </a:lnTo>
                <a:lnTo>
                  <a:pt x="473201" y="105274"/>
                </a:lnTo>
                <a:lnTo>
                  <a:pt x="473470" y="105503"/>
                </a:lnTo>
                <a:lnTo>
                  <a:pt x="473749" y="105729"/>
                </a:lnTo>
                <a:lnTo>
                  <a:pt x="474036" y="105953"/>
                </a:lnTo>
                <a:lnTo>
                  <a:pt x="474334" y="106173"/>
                </a:lnTo>
                <a:lnTo>
                  <a:pt x="474640" y="106391"/>
                </a:lnTo>
                <a:lnTo>
                  <a:pt x="474956" y="106605"/>
                </a:lnTo>
                <a:lnTo>
                  <a:pt x="475281" y="106817"/>
                </a:lnTo>
                <a:lnTo>
                  <a:pt x="475616" y="107026"/>
                </a:lnTo>
                <a:lnTo>
                  <a:pt x="475960" y="107233"/>
                </a:lnTo>
                <a:lnTo>
                  <a:pt x="476313" y="107436"/>
                </a:lnTo>
                <a:lnTo>
                  <a:pt x="476676" y="107637"/>
                </a:lnTo>
                <a:lnTo>
                  <a:pt x="477048" y="107834"/>
                </a:lnTo>
                <a:lnTo>
                  <a:pt x="477429" y="108029"/>
                </a:lnTo>
                <a:lnTo>
                  <a:pt x="477822" y="108219"/>
                </a:lnTo>
                <a:lnTo>
                  <a:pt x="478226" y="108403"/>
                </a:lnTo>
                <a:lnTo>
                  <a:pt x="478643" y="108579"/>
                </a:lnTo>
                <a:lnTo>
                  <a:pt x="478865" y="108667"/>
                </a:lnTo>
                <a:lnTo>
                  <a:pt x="478496" y="108829"/>
                </a:lnTo>
                <a:lnTo>
                  <a:pt x="477743" y="109183"/>
                </a:lnTo>
                <a:lnTo>
                  <a:pt x="477013" y="109549"/>
                </a:lnTo>
                <a:lnTo>
                  <a:pt x="476306" y="109926"/>
                </a:lnTo>
                <a:lnTo>
                  <a:pt x="475623" y="110315"/>
                </a:lnTo>
                <a:lnTo>
                  <a:pt x="474963" y="110715"/>
                </a:lnTo>
                <a:lnTo>
                  <a:pt x="474326" y="111128"/>
                </a:lnTo>
                <a:lnTo>
                  <a:pt x="473712" y="111552"/>
                </a:lnTo>
                <a:lnTo>
                  <a:pt x="473122" y="111988"/>
                </a:lnTo>
                <a:lnTo>
                  <a:pt x="472555" y="112436"/>
                </a:lnTo>
                <a:lnTo>
                  <a:pt x="472011" y="112895"/>
                </a:lnTo>
                <a:lnTo>
                  <a:pt x="471491" y="113366"/>
                </a:lnTo>
                <a:lnTo>
                  <a:pt x="470992" y="113846"/>
                </a:lnTo>
                <a:lnTo>
                  <a:pt x="470515" y="114332"/>
                </a:lnTo>
                <a:lnTo>
                  <a:pt x="470059" y="114823"/>
                </a:lnTo>
                <a:lnTo>
                  <a:pt x="469624" y="115320"/>
                </a:lnTo>
                <a:lnTo>
                  <a:pt x="469211" y="115823"/>
                </a:lnTo>
                <a:lnTo>
                  <a:pt x="468819" y="116332"/>
                </a:lnTo>
                <a:lnTo>
                  <a:pt x="468448" y="116846"/>
                </a:lnTo>
                <a:lnTo>
                  <a:pt x="468098" y="117366"/>
                </a:lnTo>
                <a:lnTo>
                  <a:pt x="467769" y="117891"/>
                </a:lnTo>
                <a:lnTo>
                  <a:pt x="467462" y="118423"/>
                </a:lnTo>
                <a:lnTo>
                  <a:pt x="467175" y="118960"/>
                </a:lnTo>
                <a:lnTo>
                  <a:pt x="466910" y="119503"/>
                </a:lnTo>
                <a:lnTo>
                  <a:pt x="466666" y="120052"/>
                </a:lnTo>
                <a:lnTo>
                  <a:pt x="466444" y="120606"/>
                </a:lnTo>
                <a:lnTo>
                  <a:pt x="466242" y="121166"/>
                </a:lnTo>
                <a:lnTo>
                  <a:pt x="466062" y="121732"/>
                </a:lnTo>
                <a:lnTo>
                  <a:pt x="465903" y="122303"/>
                </a:lnTo>
                <a:lnTo>
                  <a:pt x="465765" y="122881"/>
                </a:lnTo>
                <a:lnTo>
                  <a:pt x="465648" y="123464"/>
                </a:lnTo>
                <a:lnTo>
                  <a:pt x="465553" y="124052"/>
                </a:lnTo>
                <a:lnTo>
                  <a:pt x="465479" y="124647"/>
                </a:lnTo>
                <a:lnTo>
                  <a:pt x="465426" y="125247"/>
                </a:lnTo>
                <a:lnTo>
                  <a:pt x="465394" y="125853"/>
                </a:lnTo>
                <a:lnTo>
                  <a:pt x="465383" y="126465"/>
                </a:lnTo>
                <a:lnTo>
                  <a:pt x="465389" y="126969"/>
                </a:lnTo>
                <a:lnTo>
                  <a:pt x="465407" y="127471"/>
                </a:lnTo>
                <a:lnTo>
                  <a:pt x="465437" y="127969"/>
                </a:lnTo>
                <a:lnTo>
                  <a:pt x="465478" y="128465"/>
                </a:lnTo>
                <a:lnTo>
                  <a:pt x="465531" y="128957"/>
                </a:lnTo>
                <a:lnTo>
                  <a:pt x="465597" y="129446"/>
                </a:lnTo>
                <a:lnTo>
                  <a:pt x="465674" y="129933"/>
                </a:lnTo>
                <a:lnTo>
                  <a:pt x="465762" y="130416"/>
                </a:lnTo>
                <a:lnTo>
                  <a:pt x="465863" y="130897"/>
                </a:lnTo>
                <a:lnTo>
                  <a:pt x="465976" y="131374"/>
                </a:lnTo>
                <a:lnTo>
                  <a:pt x="466100" y="131848"/>
                </a:lnTo>
                <a:lnTo>
                  <a:pt x="466236" y="132319"/>
                </a:lnTo>
                <a:lnTo>
                  <a:pt x="466384" y="132788"/>
                </a:lnTo>
                <a:lnTo>
                  <a:pt x="466544" y="133253"/>
                </a:lnTo>
                <a:lnTo>
                  <a:pt x="466716" y="133715"/>
                </a:lnTo>
                <a:lnTo>
                  <a:pt x="466900" y="134174"/>
                </a:lnTo>
                <a:lnTo>
                  <a:pt x="467095" y="134631"/>
                </a:lnTo>
                <a:lnTo>
                  <a:pt x="467302" y="135084"/>
                </a:lnTo>
                <a:lnTo>
                  <a:pt x="467522" y="135534"/>
                </a:lnTo>
                <a:lnTo>
                  <a:pt x="467753" y="135981"/>
                </a:lnTo>
                <a:lnTo>
                  <a:pt x="467995" y="136425"/>
                </a:lnTo>
                <a:lnTo>
                  <a:pt x="468250" y="136866"/>
                </a:lnTo>
                <a:lnTo>
                  <a:pt x="468517" y="137304"/>
                </a:lnTo>
                <a:lnTo>
                  <a:pt x="468795" y="137739"/>
                </a:lnTo>
                <a:lnTo>
                  <a:pt x="469087" y="138170"/>
                </a:lnTo>
                <a:lnTo>
                  <a:pt x="469393" y="138592"/>
                </a:lnTo>
                <a:lnTo>
                  <a:pt x="469714" y="139008"/>
                </a:lnTo>
                <a:lnTo>
                  <a:pt x="470050" y="139417"/>
                </a:lnTo>
                <a:lnTo>
                  <a:pt x="470401" y="139818"/>
                </a:lnTo>
                <a:lnTo>
                  <a:pt x="470767" y="140212"/>
                </a:lnTo>
                <a:lnTo>
                  <a:pt x="471147" y="140599"/>
                </a:lnTo>
                <a:lnTo>
                  <a:pt x="471542" y="140978"/>
                </a:lnTo>
                <a:lnTo>
                  <a:pt x="471952" y="141350"/>
                </a:lnTo>
                <a:lnTo>
                  <a:pt x="472377" y="141716"/>
                </a:lnTo>
                <a:lnTo>
                  <a:pt x="472816" y="142073"/>
                </a:lnTo>
                <a:lnTo>
                  <a:pt x="473270" y="142424"/>
                </a:lnTo>
                <a:lnTo>
                  <a:pt x="473739" y="142767"/>
                </a:lnTo>
                <a:lnTo>
                  <a:pt x="474223" y="143104"/>
                </a:lnTo>
                <a:lnTo>
                  <a:pt x="474721" y="143433"/>
                </a:lnTo>
                <a:lnTo>
                  <a:pt x="475234" y="143754"/>
                </a:lnTo>
                <a:lnTo>
                  <a:pt x="475763" y="144069"/>
                </a:lnTo>
                <a:lnTo>
                  <a:pt x="476305" y="144376"/>
                </a:lnTo>
                <a:lnTo>
                  <a:pt x="476863" y="144676"/>
                </a:lnTo>
                <a:lnTo>
                  <a:pt x="477435" y="144969"/>
                </a:lnTo>
                <a:lnTo>
                  <a:pt x="478022" y="145254"/>
                </a:lnTo>
                <a:lnTo>
                  <a:pt x="478624" y="145533"/>
                </a:lnTo>
                <a:lnTo>
                  <a:pt x="479241" y="145804"/>
                </a:lnTo>
                <a:lnTo>
                  <a:pt x="479872" y="146068"/>
                </a:lnTo>
                <a:lnTo>
                  <a:pt x="480520" y="146322"/>
                </a:lnTo>
                <a:lnTo>
                  <a:pt x="481185" y="146566"/>
                </a:lnTo>
                <a:lnTo>
                  <a:pt x="481868" y="146800"/>
                </a:lnTo>
                <a:lnTo>
                  <a:pt x="482568" y="147022"/>
                </a:lnTo>
                <a:lnTo>
                  <a:pt x="483286" y="147233"/>
                </a:lnTo>
                <a:lnTo>
                  <a:pt x="484021" y="147434"/>
                </a:lnTo>
                <a:lnTo>
                  <a:pt x="484774" y="147624"/>
                </a:lnTo>
                <a:lnTo>
                  <a:pt x="485544" y="147803"/>
                </a:lnTo>
                <a:lnTo>
                  <a:pt x="486332" y="147971"/>
                </a:lnTo>
                <a:lnTo>
                  <a:pt x="487138" y="148128"/>
                </a:lnTo>
                <a:lnTo>
                  <a:pt x="487961" y="148274"/>
                </a:lnTo>
                <a:lnTo>
                  <a:pt x="488801" y="148410"/>
                </a:lnTo>
                <a:lnTo>
                  <a:pt x="489660" y="148535"/>
                </a:lnTo>
                <a:lnTo>
                  <a:pt x="490535" y="148648"/>
                </a:lnTo>
                <a:lnTo>
                  <a:pt x="491429" y="148751"/>
                </a:lnTo>
                <a:lnTo>
                  <a:pt x="492339" y="148844"/>
                </a:lnTo>
                <a:lnTo>
                  <a:pt x="493268" y="148925"/>
                </a:lnTo>
                <a:lnTo>
                  <a:pt x="494214" y="148995"/>
                </a:lnTo>
                <a:lnTo>
                  <a:pt x="495177" y="149055"/>
                </a:lnTo>
                <a:lnTo>
                  <a:pt x="496158" y="149104"/>
                </a:lnTo>
                <a:lnTo>
                  <a:pt x="497157" y="149142"/>
                </a:lnTo>
                <a:lnTo>
                  <a:pt x="498173" y="149169"/>
                </a:lnTo>
                <a:lnTo>
                  <a:pt x="499207" y="149185"/>
                </a:lnTo>
                <a:lnTo>
                  <a:pt x="500258" y="149191"/>
                </a:lnTo>
                <a:lnTo>
                  <a:pt x="501780" y="149178"/>
                </a:lnTo>
                <a:lnTo>
                  <a:pt x="503271" y="149140"/>
                </a:lnTo>
                <a:lnTo>
                  <a:pt x="504732" y="149076"/>
                </a:lnTo>
                <a:lnTo>
                  <a:pt x="506161" y="148987"/>
                </a:lnTo>
                <a:lnTo>
                  <a:pt x="507561" y="148873"/>
                </a:lnTo>
                <a:lnTo>
                  <a:pt x="508929" y="148733"/>
                </a:lnTo>
                <a:lnTo>
                  <a:pt x="510267" y="148567"/>
                </a:lnTo>
                <a:lnTo>
                  <a:pt x="511574" y="148376"/>
                </a:lnTo>
                <a:lnTo>
                  <a:pt x="512850" y="148160"/>
                </a:lnTo>
                <a:lnTo>
                  <a:pt x="514096" y="147918"/>
                </a:lnTo>
                <a:lnTo>
                  <a:pt x="515310" y="147651"/>
                </a:lnTo>
                <a:lnTo>
                  <a:pt x="516495" y="147358"/>
                </a:lnTo>
                <a:lnTo>
                  <a:pt x="517648" y="147040"/>
                </a:lnTo>
                <a:lnTo>
                  <a:pt x="518771" y="146697"/>
                </a:lnTo>
                <a:lnTo>
                  <a:pt x="519863" y="146328"/>
                </a:lnTo>
                <a:lnTo>
                  <a:pt x="520924" y="145933"/>
                </a:lnTo>
                <a:lnTo>
                  <a:pt x="521955" y="145513"/>
                </a:lnTo>
                <a:lnTo>
                  <a:pt x="522955" y="145068"/>
                </a:lnTo>
                <a:lnTo>
                  <a:pt x="523924" y="144597"/>
                </a:lnTo>
                <a:lnTo>
                  <a:pt x="524862" y="144101"/>
                </a:lnTo>
                <a:lnTo>
                  <a:pt x="525770" y="143579"/>
                </a:lnTo>
                <a:lnTo>
                  <a:pt x="526647" y="143032"/>
                </a:lnTo>
                <a:lnTo>
                  <a:pt x="527493" y="142459"/>
                </a:lnTo>
                <a:lnTo>
                  <a:pt x="528309" y="141861"/>
                </a:lnTo>
                <a:lnTo>
                  <a:pt x="529092" y="141243"/>
                </a:lnTo>
                <a:lnTo>
                  <a:pt x="529843" y="140611"/>
                </a:lnTo>
                <a:lnTo>
                  <a:pt x="530560" y="139965"/>
                </a:lnTo>
                <a:lnTo>
                  <a:pt x="531243" y="139304"/>
                </a:lnTo>
                <a:lnTo>
                  <a:pt x="531893" y="138629"/>
                </a:lnTo>
                <a:lnTo>
                  <a:pt x="532510" y="137939"/>
                </a:lnTo>
                <a:lnTo>
                  <a:pt x="533094" y="137235"/>
                </a:lnTo>
                <a:lnTo>
                  <a:pt x="533644" y="136517"/>
                </a:lnTo>
                <a:lnTo>
                  <a:pt x="534161" y="135785"/>
                </a:lnTo>
                <a:lnTo>
                  <a:pt x="534644" y="135038"/>
                </a:lnTo>
                <a:lnTo>
                  <a:pt x="535094" y="134277"/>
                </a:lnTo>
                <a:lnTo>
                  <a:pt x="535511" y="133502"/>
                </a:lnTo>
                <a:lnTo>
                  <a:pt x="535895" y="132712"/>
                </a:lnTo>
                <a:lnTo>
                  <a:pt x="536245" y="131908"/>
                </a:lnTo>
                <a:lnTo>
                  <a:pt x="536562" y="131090"/>
                </a:lnTo>
                <a:lnTo>
                  <a:pt x="536845" y="130257"/>
                </a:lnTo>
                <a:lnTo>
                  <a:pt x="537095" y="129410"/>
                </a:lnTo>
                <a:lnTo>
                  <a:pt x="537312" y="128549"/>
                </a:lnTo>
                <a:lnTo>
                  <a:pt x="537495" y="127673"/>
                </a:lnTo>
                <a:lnTo>
                  <a:pt x="537645" y="126783"/>
                </a:lnTo>
                <a:lnTo>
                  <a:pt x="537762" y="125879"/>
                </a:lnTo>
                <a:lnTo>
                  <a:pt x="537845" y="124961"/>
                </a:lnTo>
                <a:lnTo>
                  <a:pt x="537895" y="124028"/>
                </a:lnTo>
                <a:lnTo>
                  <a:pt x="537912" y="123081"/>
                </a:lnTo>
                <a:lnTo>
                  <a:pt x="537898" y="122130"/>
                </a:lnTo>
                <a:lnTo>
                  <a:pt x="537855" y="121200"/>
                </a:lnTo>
                <a:lnTo>
                  <a:pt x="537784" y="120291"/>
                </a:lnTo>
                <a:lnTo>
                  <a:pt x="537684" y="119403"/>
                </a:lnTo>
                <a:lnTo>
                  <a:pt x="537555" y="118536"/>
                </a:lnTo>
                <a:lnTo>
                  <a:pt x="537399" y="117690"/>
                </a:lnTo>
                <a:lnTo>
                  <a:pt x="537213" y="116864"/>
                </a:lnTo>
                <a:lnTo>
                  <a:pt x="536999" y="116060"/>
                </a:lnTo>
                <a:lnTo>
                  <a:pt x="536757" y="115277"/>
                </a:lnTo>
                <a:lnTo>
                  <a:pt x="536486" y="114514"/>
                </a:lnTo>
                <a:lnTo>
                  <a:pt x="536187" y="113773"/>
                </a:lnTo>
                <a:lnTo>
                  <a:pt x="535859" y="113052"/>
                </a:lnTo>
                <a:lnTo>
                  <a:pt x="535502" y="112352"/>
                </a:lnTo>
                <a:lnTo>
                  <a:pt x="535117" y="111674"/>
                </a:lnTo>
                <a:lnTo>
                  <a:pt x="534704" y="111016"/>
                </a:lnTo>
                <a:lnTo>
                  <a:pt x="534262" y="110379"/>
                </a:lnTo>
                <a:lnTo>
                  <a:pt x="533791" y="109763"/>
                </a:lnTo>
                <a:lnTo>
                  <a:pt x="533292" y="109168"/>
                </a:lnTo>
                <a:lnTo>
                  <a:pt x="532764" y="108594"/>
                </a:lnTo>
                <a:lnTo>
                  <a:pt x="532208" y="108040"/>
                </a:lnTo>
                <a:lnTo>
                  <a:pt x="531624" y="107508"/>
                </a:lnTo>
                <a:lnTo>
                  <a:pt x="531011" y="106997"/>
                </a:lnTo>
                <a:lnTo>
                  <a:pt x="530369" y="106506"/>
                </a:lnTo>
                <a:lnTo>
                  <a:pt x="529699" y="106037"/>
                </a:lnTo>
                <a:lnTo>
                  <a:pt x="528995" y="105587"/>
                </a:lnTo>
                <a:lnTo>
                  <a:pt x="528254" y="105157"/>
                </a:lnTo>
                <a:lnTo>
                  <a:pt x="527475" y="104746"/>
                </a:lnTo>
                <a:lnTo>
                  <a:pt x="526658" y="104354"/>
                </a:lnTo>
                <a:lnTo>
                  <a:pt x="525803" y="103981"/>
                </a:lnTo>
                <a:lnTo>
                  <a:pt x="524910" y="103627"/>
                </a:lnTo>
                <a:lnTo>
                  <a:pt x="523980" y="103292"/>
                </a:lnTo>
                <a:lnTo>
                  <a:pt x="523011" y="102977"/>
                </a:lnTo>
                <a:lnTo>
                  <a:pt x="522005" y="102680"/>
                </a:lnTo>
                <a:lnTo>
                  <a:pt x="520961" y="102403"/>
                </a:lnTo>
                <a:lnTo>
                  <a:pt x="519878" y="102145"/>
                </a:lnTo>
                <a:lnTo>
                  <a:pt x="518758" y="101906"/>
                </a:lnTo>
                <a:lnTo>
                  <a:pt x="517601" y="101686"/>
                </a:lnTo>
                <a:lnTo>
                  <a:pt x="516405" y="101485"/>
                </a:lnTo>
                <a:lnTo>
                  <a:pt x="515171" y="101303"/>
                </a:lnTo>
                <a:lnTo>
                  <a:pt x="513900" y="101141"/>
                </a:lnTo>
                <a:lnTo>
                  <a:pt x="512590" y="100997"/>
                </a:lnTo>
                <a:lnTo>
                  <a:pt x="511243" y="100873"/>
                </a:lnTo>
                <a:lnTo>
                  <a:pt x="509858" y="100768"/>
                </a:lnTo>
                <a:lnTo>
                  <a:pt x="508435" y="100682"/>
                </a:lnTo>
                <a:lnTo>
                  <a:pt x="506974" y="100615"/>
                </a:lnTo>
                <a:lnTo>
                  <a:pt x="505475" y="100567"/>
                </a:lnTo>
                <a:lnTo>
                  <a:pt x="503938" y="100538"/>
                </a:lnTo>
                <a:lnTo>
                  <a:pt x="502364" y="100529"/>
                </a:lnTo>
                <a:lnTo>
                  <a:pt x="497731" y="100529"/>
                </a:lnTo>
                <a:lnTo>
                  <a:pt x="497202" y="100520"/>
                </a:lnTo>
                <a:lnTo>
                  <a:pt x="496682" y="100510"/>
                </a:lnTo>
                <a:lnTo>
                  <a:pt x="496172" y="100497"/>
                </a:lnTo>
                <a:lnTo>
                  <a:pt x="495671" y="100482"/>
                </a:lnTo>
                <a:lnTo>
                  <a:pt x="495180" y="100464"/>
                </a:lnTo>
                <a:lnTo>
                  <a:pt x="494698" y="100444"/>
                </a:lnTo>
                <a:lnTo>
                  <a:pt x="494225" y="100422"/>
                </a:lnTo>
                <a:lnTo>
                  <a:pt x="493762" y="100397"/>
                </a:lnTo>
                <a:lnTo>
                  <a:pt x="493308" y="100370"/>
                </a:lnTo>
                <a:lnTo>
                  <a:pt x="492864" y="100340"/>
                </a:lnTo>
                <a:lnTo>
                  <a:pt x="492428" y="100309"/>
                </a:lnTo>
                <a:lnTo>
                  <a:pt x="492002" y="100274"/>
                </a:lnTo>
                <a:lnTo>
                  <a:pt x="491586" y="100238"/>
                </a:lnTo>
                <a:lnTo>
                  <a:pt x="491179" y="100199"/>
                </a:lnTo>
                <a:lnTo>
                  <a:pt x="490781" y="100158"/>
                </a:lnTo>
                <a:lnTo>
                  <a:pt x="490393" y="100114"/>
                </a:lnTo>
                <a:lnTo>
                  <a:pt x="490014" y="100068"/>
                </a:lnTo>
                <a:lnTo>
                  <a:pt x="489644" y="100020"/>
                </a:lnTo>
                <a:lnTo>
                  <a:pt x="489283" y="99969"/>
                </a:lnTo>
                <a:lnTo>
                  <a:pt x="488932" y="99916"/>
                </a:lnTo>
                <a:lnTo>
                  <a:pt x="488591" y="99861"/>
                </a:lnTo>
                <a:lnTo>
                  <a:pt x="488259" y="99803"/>
                </a:lnTo>
                <a:lnTo>
                  <a:pt x="487936" y="99743"/>
                </a:lnTo>
                <a:lnTo>
                  <a:pt x="487622" y="99680"/>
                </a:lnTo>
                <a:lnTo>
                  <a:pt x="487317" y="99615"/>
                </a:lnTo>
                <a:lnTo>
                  <a:pt x="487020" y="99549"/>
                </a:lnTo>
                <a:lnTo>
                  <a:pt x="486730" y="99480"/>
                </a:lnTo>
                <a:lnTo>
                  <a:pt x="486447" y="99410"/>
                </a:lnTo>
                <a:lnTo>
                  <a:pt x="486173" y="99338"/>
                </a:lnTo>
                <a:lnTo>
                  <a:pt x="485906" y="99263"/>
                </a:lnTo>
                <a:lnTo>
                  <a:pt x="485646" y="99187"/>
                </a:lnTo>
                <a:lnTo>
                  <a:pt x="485394" y="99109"/>
                </a:lnTo>
                <a:lnTo>
                  <a:pt x="485150" y="99029"/>
                </a:lnTo>
                <a:lnTo>
                  <a:pt x="484914" y="98948"/>
                </a:lnTo>
                <a:lnTo>
                  <a:pt x="484685" y="98864"/>
                </a:lnTo>
                <a:lnTo>
                  <a:pt x="484463" y="98778"/>
                </a:lnTo>
                <a:lnTo>
                  <a:pt x="484249" y="98690"/>
                </a:lnTo>
                <a:lnTo>
                  <a:pt x="484043" y="98601"/>
                </a:lnTo>
                <a:lnTo>
                  <a:pt x="483845" y="98510"/>
                </a:lnTo>
                <a:lnTo>
                  <a:pt x="483654" y="98416"/>
                </a:lnTo>
                <a:lnTo>
                  <a:pt x="483470" y="98321"/>
                </a:lnTo>
                <a:lnTo>
                  <a:pt x="483294" y="98224"/>
                </a:lnTo>
                <a:lnTo>
                  <a:pt x="483126" y="98125"/>
                </a:lnTo>
                <a:lnTo>
                  <a:pt x="482966" y="98024"/>
                </a:lnTo>
                <a:lnTo>
                  <a:pt x="482813" y="97921"/>
                </a:lnTo>
                <a:lnTo>
                  <a:pt x="482667" y="97816"/>
                </a:lnTo>
                <a:lnTo>
                  <a:pt x="482530" y="97709"/>
                </a:lnTo>
                <a:lnTo>
                  <a:pt x="482399" y="97601"/>
                </a:lnTo>
                <a:lnTo>
                  <a:pt x="482276" y="97491"/>
                </a:lnTo>
                <a:lnTo>
                  <a:pt x="482157" y="97379"/>
                </a:lnTo>
                <a:lnTo>
                  <a:pt x="482044" y="97267"/>
                </a:lnTo>
                <a:lnTo>
                  <a:pt x="481936" y="97154"/>
                </a:lnTo>
                <a:lnTo>
                  <a:pt x="481833" y="97040"/>
                </a:lnTo>
                <a:lnTo>
                  <a:pt x="481736" y="96924"/>
                </a:lnTo>
                <a:lnTo>
                  <a:pt x="481644" y="96808"/>
                </a:lnTo>
                <a:lnTo>
                  <a:pt x="481557" y="96691"/>
                </a:lnTo>
                <a:lnTo>
                  <a:pt x="481475" y="96572"/>
                </a:lnTo>
                <a:lnTo>
                  <a:pt x="481399" y="96453"/>
                </a:lnTo>
                <a:lnTo>
                  <a:pt x="481328" y="96333"/>
                </a:lnTo>
                <a:lnTo>
                  <a:pt x="481262" y="96211"/>
                </a:lnTo>
                <a:lnTo>
                  <a:pt x="481202" y="96089"/>
                </a:lnTo>
                <a:lnTo>
                  <a:pt x="481146" y="95965"/>
                </a:lnTo>
                <a:lnTo>
                  <a:pt x="481096" y="95840"/>
                </a:lnTo>
                <a:lnTo>
                  <a:pt x="481052" y="95715"/>
                </a:lnTo>
                <a:lnTo>
                  <a:pt x="481012" y="95588"/>
                </a:lnTo>
                <a:lnTo>
                  <a:pt x="480978" y="95460"/>
                </a:lnTo>
                <a:lnTo>
                  <a:pt x="480949" y="95332"/>
                </a:lnTo>
                <a:lnTo>
                  <a:pt x="480925" y="95202"/>
                </a:lnTo>
                <a:lnTo>
                  <a:pt x="480907" y="95071"/>
                </a:lnTo>
                <a:lnTo>
                  <a:pt x="480894" y="94939"/>
                </a:lnTo>
                <a:lnTo>
                  <a:pt x="480886" y="94807"/>
                </a:lnTo>
                <a:lnTo>
                  <a:pt x="480883" y="94673"/>
                </a:lnTo>
                <a:lnTo>
                  <a:pt x="480887" y="94482"/>
                </a:lnTo>
                <a:lnTo>
                  <a:pt x="480901" y="94292"/>
                </a:lnTo>
                <a:lnTo>
                  <a:pt x="480923" y="94103"/>
                </a:lnTo>
                <a:lnTo>
                  <a:pt x="480953" y="93914"/>
                </a:lnTo>
                <a:lnTo>
                  <a:pt x="480993" y="93726"/>
                </a:lnTo>
                <a:lnTo>
                  <a:pt x="481041" y="93538"/>
                </a:lnTo>
                <a:lnTo>
                  <a:pt x="481098" y="93351"/>
                </a:lnTo>
                <a:lnTo>
                  <a:pt x="481164" y="93165"/>
                </a:lnTo>
                <a:lnTo>
                  <a:pt x="481238" y="92979"/>
                </a:lnTo>
                <a:lnTo>
                  <a:pt x="481322" y="92793"/>
                </a:lnTo>
                <a:lnTo>
                  <a:pt x="481414" y="92609"/>
                </a:lnTo>
                <a:lnTo>
                  <a:pt x="481515" y="92425"/>
                </a:lnTo>
                <a:lnTo>
                  <a:pt x="481625" y="92241"/>
                </a:lnTo>
                <a:lnTo>
                  <a:pt x="481743" y="92058"/>
                </a:lnTo>
                <a:lnTo>
                  <a:pt x="481870" y="91876"/>
                </a:lnTo>
                <a:lnTo>
                  <a:pt x="482006" y="91694"/>
                </a:lnTo>
                <a:lnTo>
                  <a:pt x="482151" y="91513"/>
                </a:lnTo>
                <a:lnTo>
                  <a:pt x="482305" y="91332"/>
                </a:lnTo>
                <a:lnTo>
                  <a:pt x="482467" y="91152"/>
                </a:lnTo>
                <a:lnTo>
                  <a:pt x="482638" y="90973"/>
                </a:lnTo>
                <a:lnTo>
                  <a:pt x="482818" y="90794"/>
                </a:lnTo>
                <a:lnTo>
                  <a:pt x="483007" y="90616"/>
                </a:lnTo>
                <a:lnTo>
                  <a:pt x="483204" y="90438"/>
                </a:lnTo>
                <a:lnTo>
                  <a:pt x="483410" y="90261"/>
                </a:lnTo>
                <a:lnTo>
                  <a:pt x="483624" y="90086"/>
                </a:lnTo>
                <a:lnTo>
                  <a:pt x="483846" y="89914"/>
                </a:lnTo>
                <a:lnTo>
                  <a:pt x="484075" y="89747"/>
                </a:lnTo>
                <a:lnTo>
                  <a:pt x="484311" y="89583"/>
                </a:lnTo>
                <a:lnTo>
                  <a:pt x="484555" y="89424"/>
                </a:lnTo>
                <a:lnTo>
                  <a:pt x="484805" y="89268"/>
                </a:lnTo>
                <a:lnTo>
                  <a:pt x="485064" y="89116"/>
                </a:lnTo>
                <a:lnTo>
                  <a:pt x="485329" y="88968"/>
                </a:lnTo>
                <a:lnTo>
                  <a:pt x="485602" y="88823"/>
                </a:lnTo>
                <a:lnTo>
                  <a:pt x="485882" y="88683"/>
                </a:lnTo>
                <a:lnTo>
                  <a:pt x="486169" y="88546"/>
                </a:lnTo>
                <a:lnTo>
                  <a:pt x="486464" y="88413"/>
                </a:lnTo>
                <a:lnTo>
                  <a:pt x="486766" y="88284"/>
                </a:lnTo>
                <a:lnTo>
                  <a:pt x="487075" y="88159"/>
                </a:lnTo>
                <a:lnTo>
                  <a:pt x="487392" y="88038"/>
                </a:lnTo>
                <a:lnTo>
                  <a:pt x="487716" y="87920"/>
                </a:lnTo>
                <a:lnTo>
                  <a:pt x="488047" y="87807"/>
                </a:lnTo>
                <a:lnTo>
                  <a:pt x="488150" y="87773"/>
                </a:lnTo>
                <a:lnTo>
                  <a:pt x="488374" y="87847"/>
                </a:lnTo>
                <a:lnTo>
                  <a:pt x="489032" y="88047"/>
                </a:lnTo>
                <a:lnTo>
                  <a:pt x="489702" y="88233"/>
                </a:lnTo>
                <a:lnTo>
                  <a:pt x="490381" y="88405"/>
                </a:lnTo>
                <a:lnTo>
                  <a:pt x="491070" y="88563"/>
                </a:lnTo>
                <a:lnTo>
                  <a:pt x="491770" y="88708"/>
                </a:lnTo>
                <a:lnTo>
                  <a:pt x="492480" y="88839"/>
                </a:lnTo>
                <a:lnTo>
                  <a:pt x="493201" y="88956"/>
                </a:lnTo>
                <a:lnTo>
                  <a:pt x="493931" y="89059"/>
                </a:lnTo>
                <a:lnTo>
                  <a:pt x="494672" y="89148"/>
                </a:lnTo>
                <a:lnTo>
                  <a:pt x="495423" y="89224"/>
                </a:lnTo>
                <a:lnTo>
                  <a:pt x="496184" y="89286"/>
                </a:lnTo>
                <a:lnTo>
                  <a:pt x="496955" y="89334"/>
                </a:lnTo>
                <a:lnTo>
                  <a:pt x="497737" y="89369"/>
                </a:lnTo>
                <a:lnTo>
                  <a:pt x="498529" y="89389"/>
                </a:lnTo>
                <a:lnTo>
                  <a:pt x="499331" y="89396"/>
                </a:lnTo>
                <a:lnTo>
                  <a:pt x="500161" y="89390"/>
                </a:lnTo>
                <a:lnTo>
                  <a:pt x="500978" y="89369"/>
                </a:lnTo>
                <a:lnTo>
                  <a:pt x="501784" y="89335"/>
                </a:lnTo>
                <a:lnTo>
                  <a:pt x="502578" y="89287"/>
                </a:lnTo>
                <a:lnTo>
                  <a:pt x="503360" y="89226"/>
                </a:lnTo>
                <a:lnTo>
                  <a:pt x="504130" y="89151"/>
                </a:lnTo>
                <a:lnTo>
                  <a:pt x="504888" y="89063"/>
                </a:lnTo>
                <a:lnTo>
                  <a:pt x="505635" y="88961"/>
                </a:lnTo>
                <a:lnTo>
                  <a:pt x="506370" y="88845"/>
                </a:lnTo>
                <a:lnTo>
                  <a:pt x="507092" y="88715"/>
                </a:lnTo>
                <a:lnTo>
                  <a:pt x="507803" y="88573"/>
                </a:lnTo>
                <a:lnTo>
                  <a:pt x="508503" y="88416"/>
                </a:lnTo>
                <a:lnTo>
                  <a:pt x="509190" y="88246"/>
                </a:lnTo>
                <a:lnTo>
                  <a:pt x="509865" y="88062"/>
                </a:lnTo>
                <a:lnTo>
                  <a:pt x="510529" y="87864"/>
                </a:lnTo>
                <a:lnTo>
                  <a:pt x="511181" y="87653"/>
                </a:lnTo>
                <a:lnTo>
                  <a:pt x="511820" y="87429"/>
                </a:lnTo>
                <a:lnTo>
                  <a:pt x="512449" y="87190"/>
                </a:lnTo>
                <a:lnTo>
                  <a:pt x="513065" y="86939"/>
                </a:lnTo>
                <a:lnTo>
                  <a:pt x="513669" y="86673"/>
                </a:lnTo>
                <a:lnTo>
                  <a:pt x="514262" y="86394"/>
                </a:lnTo>
                <a:lnTo>
                  <a:pt x="514842" y="86101"/>
                </a:lnTo>
                <a:lnTo>
                  <a:pt x="515411" y="85795"/>
                </a:lnTo>
                <a:lnTo>
                  <a:pt x="515968" y="85475"/>
                </a:lnTo>
                <a:lnTo>
                  <a:pt x="516513" y="85143"/>
                </a:lnTo>
                <a:lnTo>
                  <a:pt x="517048" y="84803"/>
                </a:lnTo>
                <a:lnTo>
                  <a:pt x="517571" y="84453"/>
                </a:lnTo>
                <a:lnTo>
                  <a:pt x="518082" y="84095"/>
                </a:lnTo>
                <a:lnTo>
                  <a:pt x="518583" y="83727"/>
                </a:lnTo>
                <a:lnTo>
                  <a:pt x="519072" y="83351"/>
                </a:lnTo>
                <a:lnTo>
                  <a:pt x="519550" y="82966"/>
                </a:lnTo>
                <a:lnTo>
                  <a:pt x="520016" y="82571"/>
                </a:lnTo>
                <a:lnTo>
                  <a:pt x="520471" y="82168"/>
                </a:lnTo>
                <a:lnTo>
                  <a:pt x="520916" y="81756"/>
                </a:lnTo>
                <a:lnTo>
                  <a:pt x="521348" y="81334"/>
                </a:lnTo>
                <a:lnTo>
                  <a:pt x="521770" y="80904"/>
                </a:lnTo>
                <a:lnTo>
                  <a:pt x="522180" y="80465"/>
                </a:lnTo>
                <a:lnTo>
                  <a:pt x="522579" y="80017"/>
                </a:lnTo>
                <a:lnTo>
                  <a:pt x="522967" y="79559"/>
                </a:lnTo>
                <a:lnTo>
                  <a:pt x="523344" y="79093"/>
                </a:lnTo>
                <a:lnTo>
                  <a:pt x="523709" y="78618"/>
                </a:lnTo>
                <a:lnTo>
                  <a:pt x="524063" y="78134"/>
                </a:lnTo>
                <a:lnTo>
                  <a:pt x="524406" y="77641"/>
                </a:lnTo>
                <a:lnTo>
                  <a:pt x="524737" y="77139"/>
                </a:lnTo>
                <a:lnTo>
                  <a:pt x="525057" y="76628"/>
                </a:lnTo>
                <a:lnTo>
                  <a:pt x="525366" y="76108"/>
                </a:lnTo>
                <a:lnTo>
                  <a:pt x="525664" y="75579"/>
                </a:lnTo>
                <a:lnTo>
                  <a:pt x="525950" y="75041"/>
                </a:lnTo>
                <a:lnTo>
                  <a:pt x="526225" y="74496"/>
                </a:lnTo>
                <a:lnTo>
                  <a:pt x="526488" y="73947"/>
                </a:lnTo>
                <a:lnTo>
                  <a:pt x="526740" y="73393"/>
                </a:lnTo>
                <a:lnTo>
                  <a:pt x="526980" y="72835"/>
                </a:lnTo>
                <a:lnTo>
                  <a:pt x="527208" y="72273"/>
                </a:lnTo>
                <a:lnTo>
                  <a:pt x="527424" y="71706"/>
                </a:lnTo>
                <a:lnTo>
                  <a:pt x="527629" y="71136"/>
                </a:lnTo>
                <a:lnTo>
                  <a:pt x="527822" y="70560"/>
                </a:lnTo>
                <a:lnTo>
                  <a:pt x="528004" y="69981"/>
                </a:lnTo>
                <a:lnTo>
                  <a:pt x="528173" y="69397"/>
                </a:lnTo>
                <a:lnTo>
                  <a:pt x="528331" y="68809"/>
                </a:lnTo>
                <a:lnTo>
                  <a:pt x="528477" y="68216"/>
                </a:lnTo>
                <a:lnTo>
                  <a:pt x="528612" y="67619"/>
                </a:lnTo>
                <a:lnTo>
                  <a:pt x="528735" y="67018"/>
                </a:lnTo>
                <a:lnTo>
                  <a:pt x="528846" y="66412"/>
                </a:lnTo>
                <a:lnTo>
                  <a:pt x="528945" y="65802"/>
                </a:lnTo>
                <a:lnTo>
                  <a:pt x="529033" y="65188"/>
                </a:lnTo>
                <a:lnTo>
                  <a:pt x="529109" y="64570"/>
                </a:lnTo>
                <a:lnTo>
                  <a:pt x="529173" y="63947"/>
                </a:lnTo>
                <a:lnTo>
                  <a:pt x="529226" y="63319"/>
                </a:lnTo>
                <a:lnTo>
                  <a:pt x="529267" y="62688"/>
                </a:lnTo>
                <a:lnTo>
                  <a:pt x="529296" y="62052"/>
                </a:lnTo>
                <a:lnTo>
                  <a:pt x="529314" y="61411"/>
                </a:lnTo>
                <a:lnTo>
                  <a:pt x="529320" y="60767"/>
                </a:lnTo>
                <a:lnTo>
                  <a:pt x="529314" y="60101"/>
                </a:lnTo>
                <a:lnTo>
                  <a:pt x="529297" y="59440"/>
                </a:lnTo>
                <a:lnTo>
                  <a:pt x="529268" y="58785"/>
                </a:lnTo>
                <a:lnTo>
                  <a:pt x="529227" y="58134"/>
                </a:lnTo>
                <a:lnTo>
                  <a:pt x="529175" y="57489"/>
                </a:lnTo>
                <a:lnTo>
                  <a:pt x="529112" y="56849"/>
                </a:lnTo>
                <a:lnTo>
                  <a:pt x="529037" y="56213"/>
                </a:lnTo>
                <a:lnTo>
                  <a:pt x="528950" y="55583"/>
                </a:lnTo>
                <a:lnTo>
                  <a:pt x="528852" y="54958"/>
                </a:lnTo>
                <a:lnTo>
                  <a:pt x="528742" y="54338"/>
                </a:lnTo>
                <a:lnTo>
                  <a:pt x="528621" y="53724"/>
                </a:lnTo>
                <a:lnTo>
                  <a:pt x="528488" y="53114"/>
                </a:lnTo>
                <a:lnTo>
                  <a:pt x="528343" y="52509"/>
                </a:lnTo>
                <a:lnTo>
                  <a:pt x="528187" y="51910"/>
                </a:lnTo>
                <a:lnTo>
                  <a:pt x="528020" y="51315"/>
                </a:lnTo>
                <a:lnTo>
                  <a:pt x="527841" y="50726"/>
                </a:lnTo>
                <a:lnTo>
                  <a:pt x="527650" y="50142"/>
                </a:lnTo>
                <a:lnTo>
                  <a:pt x="527448" y="49563"/>
                </a:lnTo>
                <a:lnTo>
                  <a:pt x="527234" y="48989"/>
                </a:lnTo>
                <a:lnTo>
                  <a:pt x="527009" y="48420"/>
                </a:lnTo>
                <a:lnTo>
                  <a:pt x="526772" y="47856"/>
                </a:lnTo>
                <a:lnTo>
                  <a:pt x="526524" y="47297"/>
                </a:lnTo>
                <a:lnTo>
                  <a:pt x="526264" y="46744"/>
                </a:lnTo>
                <a:lnTo>
                  <a:pt x="525992" y="46195"/>
                </a:lnTo>
                <a:lnTo>
                  <a:pt x="525709" y="45654"/>
                </a:lnTo>
                <a:lnTo>
                  <a:pt x="525415" y="45121"/>
                </a:lnTo>
                <a:lnTo>
                  <a:pt x="525109" y="44598"/>
                </a:lnTo>
                <a:lnTo>
                  <a:pt x="524792" y="44085"/>
                </a:lnTo>
                <a:lnTo>
                  <a:pt x="524463" y="43580"/>
                </a:lnTo>
                <a:lnTo>
                  <a:pt x="524123" y="43085"/>
                </a:lnTo>
                <a:lnTo>
                  <a:pt x="523772" y="42599"/>
                </a:lnTo>
                <a:lnTo>
                  <a:pt x="523409" y="42123"/>
                </a:lnTo>
                <a:lnTo>
                  <a:pt x="523035" y="41655"/>
                </a:lnTo>
                <a:lnTo>
                  <a:pt x="522649" y="41197"/>
                </a:lnTo>
                <a:lnTo>
                  <a:pt x="522252" y="40749"/>
                </a:lnTo>
                <a:lnTo>
                  <a:pt x="521844" y="40309"/>
                </a:lnTo>
                <a:lnTo>
                  <a:pt x="521424" y="39879"/>
                </a:lnTo>
                <a:lnTo>
                  <a:pt x="521023" y="39489"/>
                </a:lnTo>
                <a:lnTo>
                  <a:pt x="521109" y="39374"/>
                </a:lnTo>
                <a:lnTo>
                  <a:pt x="521387" y="39024"/>
                </a:lnTo>
                <a:lnTo>
                  <a:pt x="521670" y="38687"/>
                </a:lnTo>
                <a:lnTo>
                  <a:pt x="521959" y="38362"/>
                </a:lnTo>
                <a:close/>
                <a:moveTo>
                  <a:pt x="496712" y="79576"/>
                </a:moveTo>
                <a:lnTo>
                  <a:pt x="496188" y="79485"/>
                </a:lnTo>
                <a:lnTo>
                  <a:pt x="495670" y="79378"/>
                </a:lnTo>
                <a:lnTo>
                  <a:pt x="495157" y="79254"/>
                </a:lnTo>
                <a:lnTo>
                  <a:pt x="494649" y="79114"/>
                </a:lnTo>
                <a:lnTo>
                  <a:pt x="494148" y="78957"/>
                </a:lnTo>
                <a:lnTo>
                  <a:pt x="493651" y="78784"/>
                </a:lnTo>
                <a:lnTo>
                  <a:pt x="493161" y="78594"/>
                </a:lnTo>
                <a:lnTo>
                  <a:pt x="492676" y="78388"/>
                </a:lnTo>
                <a:lnTo>
                  <a:pt x="492196" y="78165"/>
                </a:lnTo>
                <a:lnTo>
                  <a:pt x="491722" y="77926"/>
                </a:lnTo>
                <a:lnTo>
                  <a:pt x="491254" y="77670"/>
                </a:lnTo>
                <a:lnTo>
                  <a:pt x="490791" y="77398"/>
                </a:lnTo>
                <a:lnTo>
                  <a:pt x="490334" y="77109"/>
                </a:lnTo>
                <a:lnTo>
                  <a:pt x="489882" y="76804"/>
                </a:lnTo>
                <a:lnTo>
                  <a:pt x="489436" y="76482"/>
                </a:lnTo>
                <a:lnTo>
                  <a:pt x="488995" y="76144"/>
                </a:lnTo>
                <a:lnTo>
                  <a:pt x="488560" y="75789"/>
                </a:lnTo>
                <a:lnTo>
                  <a:pt x="488130" y="75418"/>
                </a:lnTo>
                <a:lnTo>
                  <a:pt x="487706" y="75030"/>
                </a:lnTo>
                <a:lnTo>
                  <a:pt x="487294" y="74626"/>
                </a:lnTo>
                <a:lnTo>
                  <a:pt x="486899" y="74204"/>
                </a:lnTo>
                <a:lnTo>
                  <a:pt x="486522" y="73766"/>
                </a:lnTo>
                <a:lnTo>
                  <a:pt x="486162" y="73311"/>
                </a:lnTo>
                <a:lnTo>
                  <a:pt x="485820" y="72839"/>
                </a:lnTo>
                <a:lnTo>
                  <a:pt x="485495" y="72351"/>
                </a:lnTo>
                <a:lnTo>
                  <a:pt x="485188" y="71845"/>
                </a:lnTo>
                <a:lnTo>
                  <a:pt x="484898" y="71323"/>
                </a:lnTo>
                <a:lnTo>
                  <a:pt x="484626" y="70784"/>
                </a:lnTo>
                <a:lnTo>
                  <a:pt x="484372" y="70228"/>
                </a:lnTo>
                <a:lnTo>
                  <a:pt x="484135" y="69655"/>
                </a:lnTo>
                <a:lnTo>
                  <a:pt x="483916" y="69066"/>
                </a:lnTo>
                <a:lnTo>
                  <a:pt x="483714" y="68460"/>
                </a:lnTo>
                <a:lnTo>
                  <a:pt x="483530" y="67837"/>
                </a:lnTo>
                <a:lnTo>
                  <a:pt x="483363" y="67197"/>
                </a:lnTo>
                <a:lnTo>
                  <a:pt x="483214" y="66540"/>
                </a:lnTo>
                <a:lnTo>
                  <a:pt x="483082" y="65867"/>
                </a:lnTo>
                <a:lnTo>
                  <a:pt x="482968" y="65177"/>
                </a:lnTo>
                <a:lnTo>
                  <a:pt x="482871" y="64470"/>
                </a:lnTo>
                <a:lnTo>
                  <a:pt x="482792" y="63746"/>
                </a:lnTo>
                <a:lnTo>
                  <a:pt x="482731" y="63005"/>
                </a:lnTo>
                <a:lnTo>
                  <a:pt x="482687" y="62248"/>
                </a:lnTo>
                <a:lnTo>
                  <a:pt x="482661" y="61474"/>
                </a:lnTo>
                <a:lnTo>
                  <a:pt x="482652" y="60683"/>
                </a:lnTo>
                <a:lnTo>
                  <a:pt x="482660" y="59898"/>
                </a:lnTo>
                <a:lnTo>
                  <a:pt x="482685" y="59130"/>
                </a:lnTo>
                <a:lnTo>
                  <a:pt x="482726" y="58378"/>
                </a:lnTo>
                <a:lnTo>
                  <a:pt x="482783" y="57642"/>
                </a:lnTo>
                <a:lnTo>
                  <a:pt x="482857" y="56922"/>
                </a:lnTo>
                <a:lnTo>
                  <a:pt x="482947" y="56218"/>
                </a:lnTo>
                <a:lnTo>
                  <a:pt x="483053" y="55530"/>
                </a:lnTo>
                <a:lnTo>
                  <a:pt x="483176" y="54859"/>
                </a:lnTo>
                <a:lnTo>
                  <a:pt x="483315" y="54203"/>
                </a:lnTo>
                <a:lnTo>
                  <a:pt x="483471" y="53563"/>
                </a:lnTo>
                <a:lnTo>
                  <a:pt x="483643" y="52940"/>
                </a:lnTo>
                <a:lnTo>
                  <a:pt x="483831" y="52332"/>
                </a:lnTo>
                <a:lnTo>
                  <a:pt x="484036" y="51740"/>
                </a:lnTo>
                <a:lnTo>
                  <a:pt x="484257" y="51165"/>
                </a:lnTo>
                <a:lnTo>
                  <a:pt x="484495" y="50605"/>
                </a:lnTo>
                <a:lnTo>
                  <a:pt x="484749" y="50062"/>
                </a:lnTo>
                <a:lnTo>
                  <a:pt x="485019" y="49535"/>
                </a:lnTo>
                <a:lnTo>
                  <a:pt x="485306" y="49023"/>
                </a:lnTo>
                <a:lnTo>
                  <a:pt x="485609" y="48528"/>
                </a:lnTo>
                <a:lnTo>
                  <a:pt x="485928" y="48049"/>
                </a:lnTo>
                <a:lnTo>
                  <a:pt x="486264" y="47586"/>
                </a:lnTo>
                <a:lnTo>
                  <a:pt x="486616" y="47139"/>
                </a:lnTo>
                <a:lnTo>
                  <a:pt x="486984" y="46708"/>
                </a:lnTo>
                <a:lnTo>
                  <a:pt x="487369" y="46293"/>
                </a:lnTo>
                <a:lnTo>
                  <a:pt x="487767" y="45894"/>
                </a:lnTo>
                <a:lnTo>
                  <a:pt x="488175" y="45513"/>
                </a:lnTo>
                <a:lnTo>
                  <a:pt x="488592" y="45148"/>
                </a:lnTo>
                <a:lnTo>
                  <a:pt x="489019" y="44800"/>
                </a:lnTo>
                <a:lnTo>
                  <a:pt x="489456" y="44470"/>
                </a:lnTo>
                <a:lnTo>
                  <a:pt x="489902" y="44156"/>
                </a:lnTo>
                <a:lnTo>
                  <a:pt x="490358" y="43859"/>
                </a:lnTo>
                <a:lnTo>
                  <a:pt x="490823" y="43580"/>
                </a:lnTo>
                <a:lnTo>
                  <a:pt x="491298" y="43317"/>
                </a:lnTo>
                <a:lnTo>
                  <a:pt x="491783" y="43071"/>
                </a:lnTo>
                <a:lnTo>
                  <a:pt x="492278" y="42842"/>
                </a:lnTo>
                <a:lnTo>
                  <a:pt x="492782" y="42630"/>
                </a:lnTo>
                <a:lnTo>
                  <a:pt x="493295" y="42435"/>
                </a:lnTo>
                <a:lnTo>
                  <a:pt x="493819" y="42257"/>
                </a:lnTo>
                <a:lnTo>
                  <a:pt x="494352" y="42096"/>
                </a:lnTo>
                <a:lnTo>
                  <a:pt x="494895" y="41952"/>
                </a:lnTo>
                <a:lnTo>
                  <a:pt x="495447" y="41824"/>
                </a:lnTo>
                <a:lnTo>
                  <a:pt x="496009" y="41714"/>
                </a:lnTo>
                <a:lnTo>
                  <a:pt x="496581" y="41621"/>
                </a:lnTo>
                <a:lnTo>
                  <a:pt x="497162" y="41545"/>
                </a:lnTo>
                <a:lnTo>
                  <a:pt x="497753" y="41485"/>
                </a:lnTo>
                <a:lnTo>
                  <a:pt x="498354" y="41443"/>
                </a:lnTo>
                <a:lnTo>
                  <a:pt x="498964" y="41418"/>
                </a:lnTo>
                <a:lnTo>
                  <a:pt x="499584" y="41409"/>
                </a:lnTo>
                <a:lnTo>
                  <a:pt x="500203" y="41417"/>
                </a:lnTo>
                <a:lnTo>
                  <a:pt x="500813" y="41442"/>
                </a:lnTo>
                <a:lnTo>
                  <a:pt x="501411" y="41483"/>
                </a:lnTo>
                <a:lnTo>
                  <a:pt x="502000" y="41541"/>
                </a:lnTo>
                <a:lnTo>
                  <a:pt x="502578" y="41615"/>
                </a:lnTo>
                <a:lnTo>
                  <a:pt x="503146" y="41706"/>
                </a:lnTo>
                <a:lnTo>
                  <a:pt x="503703" y="41814"/>
                </a:lnTo>
                <a:lnTo>
                  <a:pt x="504250" y="41937"/>
                </a:lnTo>
                <a:lnTo>
                  <a:pt x="504786" y="42078"/>
                </a:lnTo>
                <a:lnTo>
                  <a:pt x="505312" y="42234"/>
                </a:lnTo>
                <a:lnTo>
                  <a:pt x="505828" y="42408"/>
                </a:lnTo>
                <a:lnTo>
                  <a:pt x="506333" y="42598"/>
                </a:lnTo>
                <a:lnTo>
                  <a:pt x="506828" y="42804"/>
                </a:lnTo>
                <a:lnTo>
                  <a:pt x="507313" y="43027"/>
                </a:lnTo>
                <a:lnTo>
                  <a:pt x="507787" y="43266"/>
                </a:lnTo>
                <a:lnTo>
                  <a:pt x="508251" y="43522"/>
                </a:lnTo>
                <a:lnTo>
                  <a:pt x="508704" y="43795"/>
                </a:lnTo>
                <a:lnTo>
                  <a:pt x="509147" y="44083"/>
                </a:lnTo>
                <a:lnTo>
                  <a:pt x="509580" y="44389"/>
                </a:lnTo>
                <a:lnTo>
                  <a:pt x="510002" y="44711"/>
                </a:lnTo>
                <a:lnTo>
                  <a:pt x="510414" y="45049"/>
                </a:lnTo>
                <a:lnTo>
                  <a:pt x="510816" y="45404"/>
                </a:lnTo>
                <a:lnTo>
                  <a:pt x="511207" y="45776"/>
                </a:lnTo>
                <a:lnTo>
                  <a:pt x="511588" y="46164"/>
                </a:lnTo>
                <a:lnTo>
                  <a:pt x="511955" y="46568"/>
                </a:lnTo>
                <a:lnTo>
                  <a:pt x="512308" y="46991"/>
                </a:lnTo>
                <a:lnTo>
                  <a:pt x="512644" y="47431"/>
                </a:lnTo>
                <a:lnTo>
                  <a:pt x="512965" y="47889"/>
                </a:lnTo>
                <a:lnTo>
                  <a:pt x="513270" y="48365"/>
                </a:lnTo>
                <a:lnTo>
                  <a:pt x="513559" y="48858"/>
                </a:lnTo>
                <a:lnTo>
                  <a:pt x="513833" y="49369"/>
                </a:lnTo>
                <a:lnTo>
                  <a:pt x="514091" y="49898"/>
                </a:lnTo>
                <a:lnTo>
                  <a:pt x="514334" y="50445"/>
                </a:lnTo>
                <a:lnTo>
                  <a:pt x="514561" y="51009"/>
                </a:lnTo>
                <a:lnTo>
                  <a:pt x="514772" y="51591"/>
                </a:lnTo>
                <a:lnTo>
                  <a:pt x="514968" y="52191"/>
                </a:lnTo>
                <a:lnTo>
                  <a:pt x="515148" y="52808"/>
                </a:lnTo>
                <a:lnTo>
                  <a:pt x="515312" y="53444"/>
                </a:lnTo>
                <a:lnTo>
                  <a:pt x="515461" y="54096"/>
                </a:lnTo>
                <a:lnTo>
                  <a:pt x="515594" y="54767"/>
                </a:lnTo>
                <a:lnTo>
                  <a:pt x="515711" y="55455"/>
                </a:lnTo>
                <a:lnTo>
                  <a:pt x="515813" y="56161"/>
                </a:lnTo>
                <a:lnTo>
                  <a:pt x="515899" y="56885"/>
                </a:lnTo>
                <a:lnTo>
                  <a:pt x="515969" y="57626"/>
                </a:lnTo>
                <a:lnTo>
                  <a:pt x="516024" y="58386"/>
                </a:lnTo>
                <a:lnTo>
                  <a:pt x="516063" y="59163"/>
                </a:lnTo>
                <a:lnTo>
                  <a:pt x="516087" y="59957"/>
                </a:lnTo>
                <a:lnTo>
                  <a:pt x="516094" y="60769"/>
                </a:lnTo>
                <a:lnTo>
                  <a:pt x="516086" y="61546"/>
                </a:lnTo>
                <a:lnTo>
                  <a:pt x="516062" y="62307"/>
                </a:lnTo>
                <a:lnTo>
                  <a:pt x="516022" y="63052"/>
                </a:lnTo>
                <a:lnTo>
                  <a:pt x="515966" y="63781"/>
                </a:lnTo>
                <a:lnTo>
                  <a:pt x="515893" y="64494"/>
                </a:lnTo>
                <a:lnTo>
                  <a:pt x="515805" y="65190"/>
                </a:lnTo>
                <a:lnTo>
                  <a:pt x="515700" y="65871"/>
                </a:lnTo>
                <a:lnTo>
                  <a:pt x="515580" y="66535"/>
                </a:lnTo>
                <a:lnTo>
                  <a:pt x="515443" y="67184"/>
                </a:lnTo>
                <a:lnTo>
                  <a:pt x="515290" y="67816"/>
                </a:lnTo>
                <a:lnTo>
                  <a:pt x="515121" y="68433"/>
                </a:lnTo>
                <a:lnTo>
                  <a:pt x="514936" y="69033"/>
                </a:lnTo>
                <a:lnTo>
                  <a:pt x="514735" y="69617"/>
                </a:lnTo>
                <a:lnTo>
                  <a:pt x="514518" y="70186"/>
                </a:lnTo>
                <a:lnTo>
                  <a:pt x="514285" y="70738"/>
                </a:lnTo>
                <a:lnTo>
                  <a:pt x="514035" y="71274"/>
                </a:lnTo>
                <a:lnTo>
                  <a:pt x="513770" y="71794"/>
                </a:lnTo>
                <a:lnTo>
                  <a:pt x="513488" y="72298"/>
                </a:lnTo>
                <a:lnTo>
                  <a:pt x="513191" y="72786"/>
                </a:lnTo>
                <a:lnTo>
                  <a:pt x="512877" y="73258"/>
                </a:lnTo>
                <a:lnTo>
                  <a:pt x="512547" y="73714"/>
                </a:lnTo>
                <a:lnTo>
                  <a:pt x="512201" y="74154"/>
                </a:lnTo>
                <a:lnTo>
                  <a:pt x="511839" y="74578"/>
                </a:lnTo>
                <a:lnTo>
                  <a:pt x="511461" y="74985"/>
                </a:lnTo>
                <a:lnTo>
                  <a:pt x="511070" y="75377"/>
                </a:lnTo>
                <a:lnTo>
                  <a:pt x="510670" y="75752"/>
                </a:lnTo>
                <a:lnTo>
                  <a:pt x="510260" y="76110"/>
                </a:lnTo>
                <a:lnTo>
                  <a:pt x="509840" y="76451"/>
                </a:lnTo>
                <a:lnTo>
                  <a:pt x="509410" y="76776"/>
                </a:lnTo>
                <a:lnTo>
                  <a:pt x="508971" y="77084"/>
                </a:lnTo>
                <a:lnTo>
                  <a:pt x="508522" y="77375"/>
                </a:lnTo>
                <a:lnTo>
                  <a:pt x="508064" y="77650"/>
                </a:lnTo>
                <a:lnTo>
                  <a:pt x="507596" y="77908"/>
                </a:lnTo>
                <a:lnTo>
                  <a:pt x="507118" y="78150"/>
                </a:lnTo>
                <a:lnTo>
                  <a:pt x="506630" y="78375"/>
                </a:lnTo>
                <a:lnTo>
                  <a:pt x="506133" y="78583"/>
                </a:lnTo>
                <a:lnTo>
                  <a:pt x="505627" y="78774"/>
                </a:lnTo>
                <a:lnTo>
                  <a:pt x="505110" y="78949"/>
                </a:lnTo>
                <a:lnTo>
                  <a:pt x="504584" y="79107"/>
                </a:lnTo>
                <a:lnTo>
                  <a:pt x="504048" y="79249"/>
                </a:lnTo>
                <a:lnTo>
                  <a:pt x="503503" y="79374"/>
                </a:lnTo>
                <a:lnTo>
                  <a:pt x="502948" y="79482"/>
                </a:lnTo>
                <a:lnTo>
                  <a:pt x="502383" y="79574"/>
                </a:lnTo>
                <a:lnTo>
                  <a:pt x="501809" y="79649"/>
                </a:lnTo>
                <a:lnTo>
                  <a:pt x="501225" y="79707"/>
                </a:lnTo>
                <a:lnTo>
                  <a:pt x="500632" y="79749"/>
                </a:lnTo>
                <a:lnTo>
                  <a:pt x="500028" y="79774"/>
                </a:lnTo>
                <a:lnTo>
                  <a:pt x="499415" y="79782"/>
                </a:lnTo>
                <a:lnTo>
                  <a:pt x="498864" y="79774"/>
                </a:lnTo>
                <a:lnTo>
                  <a:pt x="498317" y="79749"/>
                </a:lnTo>
                <a:lnTo>
                  <a:pt x="497777" y="79708"/>
                </a:lnTo>
                <a:lnTo>
                  <a:pt x="497242" y="79650"/>
                </a:lnTo>
                <a:lnTo>
                  <a:pt x="496712" y="79576"/>
                </a:lnTo>
                <a:close/>
                <a:moveTo>
                  <a:pt x="495433" y="138814"/>
                </a:moveTo>
                <a:lnTo>
                  <a:pt x="494603" y="138738"/>
                </a:lnTo>
                <a:lnTo>
                  <a:pt x="493797" y="138648"/>
                </a:lnTo>
                <a:lnTo>
                  <a:pt x="493013" y="138545"/>
                </a:lnTo>
                <a:lnTo>
                  <a:pt x="492253" y="138428"/>
                </a:lnTo>
                <a:lnTo>
                  <a:pt x="491515" y="138297"/>
                </a:lnTo>
                <a:lnTo>
                  <a:pt x="490799" y="138152"/>
                </a:lnTo>
                <a:lnTo>
                  <a:pt x="490107" y="137994"/>
                </a:lnTo>
                <a:lnTo>
                  <a:pt x="489438" y="137821"/>
                </a:lnTo>
                <a:lnTo>
                  <a:pt x="488791" y="137635"/>
                </a:lnTo>
                <a:lnTo>
                  <a:pt x="488167" y="137436"/>
                </a:lnTo>
                <a:lnTo>
                  <a:pt x="487566" y="137222"/>
                </a:lnTo>
                <a:lnTo>
                  <a:pt x="486988" y="136995"/>
                </a:lnTo>
                <a:lnTo>
                  <a:pt x="486432" y="136753"/>
                </a:lnTo>
                <a:lnTo>
                  <a:pt x="485900" y="136498"/>
                </a:lnTo>
                <a:lnTo>
                  <a:pt x="485390" y="136230"/>
                </a:lnTo>
                <a:lnTo>
                  <a:pt x="484903" y="135947"/>
                </a:lnTo>
                <a:lnTo>
                  <a:pt x="484439" y="135651"/>
                </a:lnTo>
                <a:lnTo>
                  <a:pt x="483997" y="135341"/>
                </a:lnTo>
                <a:lnTo>
                  <a:pt x="483579" y="135017"/>
                </a:lnTo>
                <a:lnTo>
                  <a:pt x="483180" y="134684"/>
                </a:lnTo>
                <a:lnTo>
                  <a:pt x="482798" y="134347"/>
                </a:lnTo>
                <a:lnTo>
                  <a:pt x="482434" y="134005"/>
                </a:lnTo>
                <a:lnTo>
                  <a:pt x="482086" y="133659"/>
                </a:lnTo>
                <a:lnTo>
                  <a:pt x="481755" y="133308"/>
                </a:lnTo>
                <a:lnTo>
                  <a:pt x="481441" y="132953"/>
                </a:lnTo>
                <a:lnTo>
                  <a:pt x="481144" y="132594"/>
                </a:lnTo>
                <a:lnTo>
                  <a:pt x="480864" y="132230"/>
                </a:lnTo>
                <a:lnTo>
                  <a:pt x="480601" y="131862"/>
                </a:lnTo>
                <a:lnTo>
                  <a:pt x="480355" y="131490"/>
                </a:lnTo>
                <a:lnTo>
                  <a:pt x="480126" y="131113"/>
                </a:lnTo>
                <a:lnTo>
                  <a:pt x="479914" y="130732"/>
                </a:lnTo>
                <a:lnTo>
                  <a:pt x="479719" y="130346"/>
                </a:lnTo>
                <a:lnTo>
                  <a:pt x="479541" y="129956"/>
                </a:lnTo>
                <a:lnTo>
                  <a:pt x="479380" y="129561"/>
                </a:lnTo>
                <a:lnTo>
                  <a:pt x="479236" y="129163"/>
                </a:lnTo>
                <a:lnTo>
                  <a:pt x="479109" y="128759"/>
                </a:lnTo>
                <a:lnTo>
                  <a:pt x="478998" y="128352"/>
                </a:lnTo>
                <a:lnTo>
                  <a:pt x="478905" y="127940"/>
                </a:lnTo>
                <a:lnTo>
                  <a:pt x="478829" y="127523"/>
                </a:lnTo>
                <a:lnTo>
                  <a:pt x="478769" y="127103"/>
                </a:lnTo>
                <a:lnTo>
                  <a:pt x="478727" y="126677"/>
                </a:lnTo>
                <a:lnTo>
                  <a:pt x="478701" y="126248"/>
                </a:lnTo>
                <a:lnTo>
                  <a:pt x="478693" y="125814"/>
                </a:lnTo>
                <a:lnTo>
                  <a:pt x="478698" y="125423"/>
                </a:lnTo>
                <a:lnTo>
                  <a:pt x="478714" y="125037"/>
                </a:lnTo>
                <a:lnTo>
                  <a:pt x="478740" y="124654"/>
                </a:lnTo>
                <a:lnTo>
                  <a:pt x="478776" y="124275"/>
                </a:lnTo>
                <a:lnTo>
                  <a:pt x="478823" y="123901"/>
                </a:lnTo>
                <a:lnTo>
                  <a:pt x="478880" y="123530"/>
                </a:lnTo>
                <a:lnTo>
                  <a:pt x="478947" y="123163"/>
                </a:lnTo>
                <a:lnTo>
                  <a:pt x="479025" y="122800"/>
                </a:lnTo>
                <a:lnTo>
                  <a:pt x="479113" y="122441"/>
                </a:lnTo>
                <a:lnTo>
                  <a:pt x="479212" y="122086"/>
                </a:lnTo>
                <a:lnTo>
                  <a:pt x="479321" y="121735"/>
                </a:lnTo>
                <a:lnTo>
                  <a:pt x="479441" y="121387"/>
                </a:lnTo>
                <a:lnTo>
                  <a:pt x="479570" y="121044"/>
                </a:lnTo>
                <a:lnTo>
                  <a:pt x="479710" y="120705"/>
                </a:lnTo>
                <a:lnTo>
                  <a:pt x="479861" y="120369"/>
                </a:lnTo>
                <a:lnTo>
                  <a:pt x="480022" y="120038"/>
                </a:lnTo>
                <a:lnTo>
                  <a:pt x="480193" y="119710"/>
                </a:lnTo>
                <a:lnTo>
                  <a:pt x="480375" y="119387"/>
                </a:lnTo>
                <a:lnTo>
                  <a:pt x="480567" y="119067"/>
                </a:lnTo>
                <a:lnTo>
                  <a:pt x="480770" y="118751"/>
                </a:lnTo>
                <a:lnTo>
                  <a:pt x="480982" y="118440"/>
                </a:lnTo>
                <a:lnTo>
                  <a:pt x="481206" y="118132"/>
                </a:lnTo>
                <a:lnTo>
                  <a:pt x="481439" y="117828"/>
                </a:lnTo>
                <a:lnTo>
                  <a:pt x="481683" y="117528"/>
                </a:lnTo>
                <a:lnTo>
                  <a:pt x="481937" y="117233"/>
                </a:lnTo>
                <a:lnTo>
                  <a:pt x="482201" y="116946"/>
                </a:lnTo>
                <a:lnTo>
                  <a:pt x="482475" y="116666"/>
                </a:lnTo>
                <a:lnTo>
                  <a:pt x="482759" y="116394"/>
                </a:lnTo>
                <a:lnTo>
                  <a:pt x="483052" y="116128"/>
                </a:lnTo>
                <a:lnTo>
                  <a:pt x="483355" y="115870"/>
                </a:lnTo>
                <a:lnTo>
                  <a:pt x="483668" y="115620"/>
                </a:lnTo>
                <a:lnTo>
                  <a:pt x="483991" y="115376"/>
                </a:lnTo>
                <a:lnTo>
                  <a:pt x="484323" y="115140"/>
                </a:lnTo>
                <a:lnTo>
                  <a:pt x="484665" y="114911"/>
                </a:lnTo>
                <a:lnTo>
                  <a:pt x="485017" y="114689"/>
                </a:lnTo>
                <a:lnTo>
                  <a:pt x="485379" y="114474"/>
                </a:lnTo>
                <a:lnTo>
                  <a:pt x="485751" y="114267"/>
                </a:lnTo>
                <a:lnTo>
                  <a:pt x="486132" y="114067"/>
                </a:lnTo>
                <a:lnTo>
                  <a:pt x="486524" y="113875"/>
                </a:lnTo>
                <a:lnTo>
                  <a:pt x="486925" y="113689"/>
                </a:lnTo>
                <a:lnTo>
                  <a:pt x="487336" y="113511"/>
                </a:lnTo>
                <a:lnTo>
                  <a:pt x="487756" y="113340"/>
                </a:lnTo>
                <a:lnTo>
                  <a:pt x="488187" y="113177"/>
                </a:lnTo>
                <a:lnTo>
                  <a:pt x="488627" y="113020"/>
                </a:lnTo>
                <a:lnTo>
                  <a:pt x="489077" y="112871"/>
                </a:lnTo>
                <a:lnTo>
                  <a:pt x="489537" y="112729"/>
                </a:lnTo>
                <a:lnTo>
                  <a:pt x="490007" y="112595"/>
                </a:lnTo>
                <a:lnTo>
                  <a:pt x="490486" y="112468"/>
                </a:lnTo>
                <a:lnTo>
                  <a:pt x="501858" y="112468"/>
                </a:lnTo>
                <a:lnTo>
                  <a:pt x="502609" y="112470"/>
                </a:lnTo>
                <a:lnTo>
                  <a:pt x="503345" y="112478"/>
                </a:lnTo>
                <a:lnTo>
                  <a:pt x="504067" y="112491"/>
                </a:lnTo>
                <a:lnTo>
                  <a:pt x="504774" y="112509"/>
                </a:lnTo>
                <a:lnTo>
                  <a:pt x="505466" y="112532"/>
                </a:lnTo>
                <a:lnTo>
                  <a:pt x="506144" y="112560"/>
                </a:lnTo>
                <a:lnTo>
                  <a:pt x="506807" y="112594"/>
                </a:lnTo>
                <a:lnTo>
                  <a:pt x="507455" y="112632"/>
                </a:lnTo>
                <a:lnTo>
                  <a:pt x="508089" y="112676"/>
                </a:lnTo>
                <a:lnTo>
                  <a:pt x="508708" y="112725"/>
                </a:lnTo>
                <a:lnTo>
                  <a:pt x="509313" y="112779"/>
                </a:lnTo>
                <a:lnTo>
                  <a:pt x="509903" y="112838"/>
                </a:lnTo>
                <a:lnTo>
                  <a:pt x="510478" y="112903"/>
                </a:lnTo>
                <a:lnTo>
                  <a:pt x="511039" y="112972"/>
                </a:lnTo>
                <a:lnTo>
                  <a:pt x="511585" y="113047"/>
                </a:lnTo>
                <a:lnTo>
                  <a:pt x="512117" y="113127"/>
                </a:lnTo>
                <a:lnTo>
                  <a:pt x="512633" y="113212"/>
                </a:lnTo>
                <a:lnTo>
                  <a:pt x="513136" y="113302"/>
                </a:lnTo>
                <a:lnTo>
                  <a:pt x="513623" y="113397"/>
                </a:lnTo>
                <a:lnTo>
                  <a:pt x="514096" y="113498"/>
                </a:lnTo>
                <a:lnTo>
                  <a:pt x="514554" y="113604"/>
                </a:lnTo>
                <a:lnTo>
                  <a:pt x="514998" y="113714"/>
                </a:lnTo>
                <a:lnTo>
                  <a:pt x="515427" y="113830"/>
                </a:lnTo>
                <a:lnTo>
                  <a:pt x="515842" y="113951"/>
                </a:lnTo>
                <a:lnTo>
                  <a:pt x="516244" y="114077"/>
                </a:lnTo>
                <a:lnTo>
                  <a:pt x="516635" y="114206"/>
                </a:lnTo>
                <a:lnTo>
                  <a:pt x="517016" y="114340"/>
                </a:lnTo>
                <a:lnTo>
                  <a:pt x="517386" y="114478"/>
                </a:lnTo>
                <a:lnTo>
                  <a:pt x="517746" y="114620"/>
                </a:lnTo>
                <a:lnTo>
                  <a:pt x="518095" y="114766"/>
                </a:lnTo>
                <a:lnTo>
                  <a:pt x="518434" y="114916"/>
                </a:lnTo>
                <a:lnTo>
                  <a:pt x="518762" y="115070"/>
                </a:lnTo>
                <a:lnTo>
                  <a:pt x="519080" y="115228"/>
                </a:lnTo>
                <a:lnTo>
                  <a:pt x="519387" y="115390"/>
                </a:lnTo>
                <a:lnTo>
                  <a:pt x="519683" y="115557"/>
                </a:lnTo>
                <a:lnTo>
                  <a:pt x="519969" y="115727"/>
                </a:lnTo>
                <a:lnTo>
                  <a:pt x="520245" y="115902"/>
                </a:lnTo>
                <a:lnTo>
                  <a:pt x="520510" y="116080"/>
                </a:lnTo>
                <a:lnTo>
                  <a:pt x="520764" y="116263"/>
                </a:lnTo>
                <a:lnTo>
                  <a:pt x="521008" y="116450"/>
                </a:lnTo>
                <a:lnTo>
                  <a:pt x="521242" y="116641"/>
                </a:lnTo>
                <a:lnTo>
                  <a:pt x="521465" y="116836"/>
                </a:lnTo>
                <a:lnTo>
                  <a:pt x="521677" y="117035"/>
                </a:lnTo>
                <a:lnTo>
                  <a:pt x="521879" y="117238"/>
                </a:lnTo>
                <a:lnTo>
                  <a:pt x="522070" y="117445"/>
                </a:lnTo>
                <a:lnTo>
                  <a:pt x="522251" y="117657"/>
                </a:lnTo>
                <a:lnTo>
                  <a:pt x="522421" y="117872"/>
                </a:lnTo>
                <a:lnTo>
                  <a:pt x="522581" y="118092"/>
                </a:lnTo>
                <a:lnTo>
                  <a:pt x="522732" y="118315"/>
                </a:lnTo>
                <a:lnTo>
                  <a:pt x="522877" y="118542"/>
                </a:lnTo>
                <a:lnTo>
                  <a:pt x="523015" y="118773"/>
                </a:lnTo>
                <a:lnTo>
                  <a:pt x="523147" y="119007"/>
                </a:lnTo>
                <a:lnTo>
                  <a:pt x="523272" y="119244"/>
                </a:lnTo>
                <a:lnTo>
                  <a:pt x="523392" y="119485"/>
                </a:lnTo>
                <a:lnTo>
                  <a:pt x="523504" y="119730"/>
                </a:lnTo>
                <a:lnTo>
                  <a:pt x="523610" y="119978"/>
                </a:lnTo>
                <a:lnTo>
                  <a:pt x="523710" y="120229"/>
                </a:lnTo>
                <a:lnTo>
                  <a:pt x="523803" y="120484"/>
                </a:lnTo>
                <a:lnTo>
                  <a:pt x="523890" y="120743"/>
                </a:lnTo>
                <a:lnTo>
                  <a:pt x="523971" y="121005"/>
                </a:lnTo>
                <a:lnTo>
                  <a:pt x="524045" y="121270"/>
                </a:lnTo>
                <a:lnTo>
                  <a:pt x="524112" y="121539"/>
                </a:lnTo>
                <a:lnTo>
                  <a:pt x="524173" y="121811"/>
                </a:lnTo>
                <a:lnTo>
                  <a:pt x="524228" y="122087"/>
                </a:lnTo>
                <a:lnTo>
                  <a:pt x="524276" y="122366"/>
                </a:lnTo>
                <a:lnTo>
                  <a:pt x="524318" y="122649"/>
                </a:lnTo>
                <a:lnTo>
                  <a:pt x="524354" y="122936"/>
                </a:lnTo>
                <a:lnTo>
                  <a:pt x="524382" y="123225"/>
                </a:lnTo>
                <a:lnTo>
                  <a:pt x="524405" y="123519"/>
                </a:lnTo>
                <a:lnTo>
                  <a:pt x="524421" y="123816"/>
                </a:lnTo>
                <a:lnTo>
                  <a:pt x="524431" y="124116"/>
                </a:lnTo>
                <a:lnTo>
                  <a:pt x="524434" y="124420"/>
                </a:lnTo>
                <a:lnTo>
                  <a:pt x="524424" y="124932"/>
                </a:lnTo>
                <a:lnTo>
                  <a:pt x="524395" y="125438"/>
                </a:lnTo>
                <a:lnTo>
                  <a:pt x="524346" y="125937"/>
                </a:lnTo>
                <a:lnTo>
                  <a:pt x="524278" y="126428"/>
                </a:lnTo>
                <a:lnTo>
                  <a:pt x="524191" y="126913"/>
                </a:lnTo>
                <a:lnTo>
                  <a:pt x="524084" y="127391"/>
                </a:lnTo>
                <a:lnTo>
                  <a:pt x="523957" y="127862"/>
                </a:lnTo>
                <a:lnTo>
                  <a:pt x="523812" y="128325"/>
                </a:lnTo>
                <a:lnTo>
                  <a:pt x="523646" y="128782"/>
                </a:lnTo>
                <a:lnTo>
                  <a:pt x="523461" y="129232"/>
                </a:lnTo>
                <a:lnTo>
                  <a:pt x="523257" y="129675"/>
                </a:lnTo>
                <a:lnTo>
                  <a:pt x="523033" y="130111"/>
                </a:lnTo>
                <a:lnTo>
                  <a:pt x="522790" y="130540"/>
                </a:lnTo>
                <a:lnTo>
                  <a:pt x="522528" y="130962"/>
                </a:lnTo>
                <a:lnTo>
                  <a:pt x="522246" y="131377"/>
                </a:lnTo>
                <a:lnTo>
                  <a:pt x="521944" y="131785"/>
                </a:lnTo>
                <a:lnTo>
                  <a:pt x="521623" y="132186"/>
                </a:lnTo>
                <a:lnTo>
                  <a:pt x="521283" y="132580"/>
                </a:lnTo>
                <a:lnTo>
                  <a:pt x="520923" y="132967"/>
                </a:lnTo>
                <a:lnTo>
                  <a:pt x="520544" y="133347"/>
                </a:lnTo>
                <a:lnTo>
                  <a:pt x="520145" y="133721"/>
                </a:lnTo>
                <a:lnTo>
                  <a:pt x="519727" y="134087"/>
                </a:lnTo>
                <a:lnTo>
                  <a:pt x="519289" y="134446"/>
                </a:lnTo>
                <a:lnTo>
                  <a:pt x="518832" y="134798"/>
                </a:lnTo>
                <a:lnTo>
                  <a:pt x="518352" y="135140"/>
                </a:lnTo>
                <a:lnTo>
                  <a:pt x="517845" y="135467"/>
                </a:lnTo>
                <a:lnTo>
                  <a:pt x="517311" y="135780"/>
                </a:lnTo>
                <a:lnTo>
                  <a:pt x="516751" y="136078"/>
                </a:lnTo>
                <a:lnTo>
                  <a:pt x="516164" y="136361"/>
                </a:lnTo>
                <a:lnTo>
                  <a:pt x="515550" y="136630"/>
                </a:lnTo>
                <a:lnTo>
                  <a:pt x="514909" y="136885"/>
                </a:lnTo>
                <a:lnTo>
                  <a:pt x="514241" y="137125"/>
                </a:lnTo>
                <a:lnTo>
                  <a:pt x="513547" y="137350"/>
                </a:lnTo>
                <a:lnTo>
                  <a:pt x="512826" y="137561"/>
                </a:lnTo>
                <a:lnTo>
                  <a:pt x="512078" y="137757"/>
                </a:lnTo>
                <a:lnTo>
                  <a:pt x="511303" y="137939"/>
                </a:lnTo>
                <a:lnTo>
                  <a:pt x="510502" y="138106"/>
                </a:lnTo>
                <a:lnTo>
                  <a:pt x="509674" y="138259"/>
                </a:lnTo>
                <a:lnTo>
                  <a:pt x="508819" y="138397"/>
                </a:lnTo>
                <a:lnTo>
                  <a:pt x="507937" y="138521"/>
                </a:lnTo>
                <a:lnTo>
                  <a:pt x="507029" y="138630"/>
                </a:lnTo>
                <a:lnTo>
                  <a:pt x="506094" y="138724"/>
                </a:lnTo>
                <a:lnTo>
                  <a:pt x="505132" y="138804"/>
                </a:lnTo>
                <a:lnTo>
                  <a:pt x="504143" y="138870"/>
                </a:lnTo>
                <a:lnTo>
                  <a:pt x="503128" y="138921"/>
                </a:lnTo>
                <a:lnTo>
                  <a:pt x="502086" y="138957"/>
                </a:lnTo>
                <a:lnTo>
                  <a:pt x="501017" y="138979"/>
                </a:lnTo>
                <a:lnTo>
                  <a:pt x="499921" y="138986"/>
                </a:lnTo>
                <a:lnTo>
                  <a:pt x="498978" y="138979"/>
                </a:lnTo>
                <a:lnTo>
                  <a:pt x="498057" y="138958"/>
                </a:lnTo>
                <a:lnTo>
                  <a:pt x="497159" y="138924"/>
                </a:lnTo>
                <a:lnTo>
                  <a:pt x="496285" y="138876"/>
                </a:lnTo>
                <a:lnTo>
                  <a:pt x="495433" y="138814"/>
                </a:lnTo>
                <a:close/>
                <a:moveTo>
                  <a:pt x="404794" y="54994"/>
                </a:moveTo>
                <a:lnTo>
                  <a:pt x="405109" y="54583"/>
                </a:lnTo>
                <a:lnTo>
                  <a:pt x="405432" y="54175"/>
                </a:lnTo>
                <a:lnTo>
                  <a:pt x="405763" y="53769"/>
                </a:lnTo>
                <a:lnTo>
                  <a:pt x="406102" y="53365"/>
                </a:lnTo>
                <a:lnTo>
                  <a:pt x="406449" y="52963"/>
                </a:lnTo>
                <a:lnTo>
                  <a:pt x="406804" y="52564"/>
                </a:lnTo>
                <a:lnTo>
                  <a:pt x="407167" y="52167"/>
                </a:lnTo>
                <a:lnTo>
                  <a:pt x="407539" y="51773"/>
                </a:lnTo>
                <a:lnTo>
                  <a:pt x="407918" y="51381"/>
                </a:lnTo>
                <a:lnTo>
                  <a:pt x="408305" y="50991"/>
                </a:lnTo>
                <a:lnTo>
                  <a:pt x="408701" y="50604"/>
                </a:lnTo>
                <a:lnTo>
                  <a:pt x="409104" y="50219"/>
                </a:lnTo>
                <a:lnTo>
                  <a:pt x="409516" y="49836"/>
                </a:lnTo>
                <a:lnTo>
                  <a:pt x="409935" y="49455"/>
                </a:lnTo>
                <a:lnTo>
                  <a:pt x="410363" y="49077"/>
                </a:lnTo>
                <a:lnTo>
                  <a:pt x="410798" y="48701"/>
                </a:lnTo>
                <a:lnTo>
                  <a:pt x="411242" y="48328"/>
                </a:lnTo>
                <a:lnTo>
                  <a:pt x="411693" y="47957"/>
                </a:lnTo>
                <a:lnTo>
                  <a:pt x="412153" y="47588"/>
                </a:lnTo>
                <a:lnTo>
                  <a:pt x="412621" y="47221"/>
                </a:lnTo>
                <a:lnTo>
                  <a:pt x="413097" y="46857"/>
                </a:lnTo>
                <a:lnTo>
                  <a:pt x="413581" y="46496"/>
                </a:lnTo>
                <a:lnTo>
                  <a:pt x="414073" y="46142"/>
                </a:lnTo>
                <a:lnTo>
                  <a:pt x="414575" y="45804"/>
                </a:lnTo>
                <a:lnTo>
                  <a:pt x="415086" y="45481"/>
                </a:lnTo>
                <a:lnTo>
                  <a:pt x="415606" y="45173"/>
                </a:lnTo>
                <a:lnTo>
                  <a:pt x="416135" y="44880"/>
                </a:lnTo>
                <a:lnTo>
                  <a:pt x="416674" y="44602"/>
                </a:lnTo>
                <a:lnTo>
                  <a:pt x="417221" y="44339"/>
                </a:lnTo>
                <a:lnTo>
                  <a:pt x="417778" y="44091"/>
                </a:lnTo>
                <a:lnTo>
                  <a:pt x="418345" y="43859"/>
                </a:lnTo>
                <a:lnTo>
                  <a:pt x="418920" y="43641"/>
                </a:lnTo>
                <a:lnTo>
                  <a:pt x="419505" y="43438"/>
                </a:lnTo>
                <a:lnTo>
                  <a:pt x="420099" y="43250"/>
                </a:lnTo>
                <a:lnTo>
                  <a:pt x="420702" y="43077"/>
                </a:lnTo>
                <a:lnTo>
                  <a:pt x="421314" y="42919"/>
                </a:lnTo>
                <a:lnTo>
                  <a:pt x="421935" y="42777"/>
                </a:lnTo>
                <a:lnTo>
                  <a:pt x="422566" y="42649"/>
                </a:lnTo>
                <a:lnTo>
                  <a:pt x="423206" y="42536"/>
                </a:lnTo>
                <a:lnTo>
                  <a:pt x="423855" y="42439"/>
                </a:lnTo>
                <a:lnTo>
                  <a:pt x="424513" y="42356"/>
                </a:lnTo>
                <a:lnTo>
                  <a:pt x="425181" y="42288"/>
                </a:lnTo>
                <a:lnTo>
                  <a:pt x="425858" y="42236"/>
                </a:lnTo>
                <a:lnTo>
                  <a:pt x="426544" y="42198"/>
                </a:lnTo>
                <a:lnTo>
                  <a:pt x="427239" y="42176"/>
                </a:lnTo>
                <a:lnTo>
                  <a:pt x="427943" y="42168"/>
                </a:lnTo>
                <a:lnTo>
                  <a:pt x="428402" y="42173"/>
                </a:lnTo>
                <a:lnTo>
                  <a:pt x="428852" y="42187"/>
                </a:lnTo>
                <a:lnTo>
                  <a:pt x="429293" y="42211"/>
                </a:lnTo>
                <a:lnTo>
                  <a:pt x="429725" y="42244"/>
                </a:lnTo>
                <a:lnTo>
                  <a:pt x="430148" y="42286"/>
                </a:lnTo>
                <a:lnTo>
                  <a:pt x="430562" y="42338"/>
                </a:lnTo>
                <a:lnTo>
                  <a:pt x="430968" y="42400"/>
                </a:lnTo>
                <a:lnTo>
                  <a:pt x="431364" y="42471"/>
                </a:lnTo>
                <a:lnTo>
                  <a:pt x="431752" y="42551"/>
                </a:lnTo>
                <a:lnTo>
                  <a:pt x="432130" y="42641"/>
                </a:lnTo>
                <a:lnTo>
                  <a:pt x="432500" y="42740"/>
                </a:lnTo>
                <a:lnTo>
                  <a:pt x="432861" y="42849"/>
                </a:lnTo>
                <a:lnTo>
                  <a:pt x="433212" y="42967"/>
                </a:lnTo>
                <a:lnTo>
                  <a:pt x="433555" y="43094"/>
                </a:lnTo>
                <a:lnTo>
                  <a:pt x="433889" y="43232"/>
                </a:lnTo>
                <a:lnTo>
                  <a:pt x="434214" y="43378"/>
                </a:lnTo>
                <a:lnTo>
                  <a:pt x="434530" y="43534"/>
                </a:lnTo>
                <a:lnTo>
                  <a:pt x="434837" y="43699"/>
                </a:lnTo>
                <a:lnTo>
                  <a:pt x="435136" y="43874"/>
                </a:lnTo>
                <a:lnTo>
                  <a:pt x="435425" y="44059"/>
                </a:lnTo>
                <a:lnTo>
                  <a:pt x="435706" y="44252"/>
                </a:lnTo>
                <a:lnTo>
                  <a:pt x="435977" y="44456"/>
                </a:lnTo>
                <a:lnTo>
                  <a:pt x="436240" y="44668"/>
                </a:lnTo>
                <a:lnTo>
                  <a:pt x="436493" y="44891"/>
                </a:lnTo>
                <a:lnTo>
                  <a:pt x="436739" y="45121"/>
                </a:lnTo>
                <a:lnTo>
                  <a:pt x="436979" y="45358"/>
                </a:lnTo>
                <a:lnTo>
                  <a:pt x="437212" y="45603"/>
                </a:lnTo>
                <a:lnTo>
                  <a:pt x="437439" y="45856"/>
                </a:lnTo>
                <a:lnTo>
                  <a:pt x="437659" y="46115"/>
                </a:lnTo>
                <a:lnTo>
                  <a:pt x="437873" y="46382"/>
                </a:lnTo>
                <a:lnTo>
                  <a:pt x="438080" y="46656"/>
                </a:lnTo>
                <a:lnTo>
                  <a:pt x="438281" y="46937"/>
                </a:lnTo>
                <a:lnTo>
                  <a:pt x="438475" y="47226"/>
                </a:lnTo>
                <a:lnTo>
                  <a:pt x="438664" y="47522"/>
                </a:lnTo>
                <a:lnTo>
                  <a:pt x="438845" y="47825"/>
                </a:lnTo>
                <a:lnTo>
                  <a:pt x="439020" y="48136"/>
                </a:lnTo>
                <a:lnTo>
                  <a:pt x="439189" y="48453"/>
                </a:lnTo>
                <a:lnTo>
                  <a:pt x="439351" y="48778"/>
                </a:lnTo>
                <a:lnTo>
                  <a:pt x="439507" y="49111"/>
                </a:lnTo>
                <a:lnTo>
                  <a:pt x="439657" y="49451"/>
                </a:lnTo>
                <a:lnTo>
                  <a:pt x="439800" y="49798"/>
                </a:lnTo>
                <a:lnTo>
                  <a:pt x="439936" y="50152"/>
                </a:lnTo>
                <a:lnTo>
                  <a:pt x="440067" y="50513"/>
                </a:lnTo>
                <a:lnTo>
                  <a:pt x="440190" y="50882"/>
                </a:lnTo>
                <a:lnTo>
                  <a:pt x="440308" y="51258"/>
                </a:lnTo>
                <a:lnTo>
                  <a:pt x="440419" y="51642"/>
                </a:lnTo>
                <a:lnTo>
                  <a:pt x="440523" y="52033"/>
                </a:lnTo>
                <a:lnTo>
                  <a:pt x="440621" y="52431"/>
                </a:lnTo>
                <a:lnTo>
                  <a:pt x="440714" y="52835"/>
                </a:lnTo>
                <a:lnTo>
                  <a:pt x="440803" y="53243"/>
                </a:lnTo>
                <a:lnTo>
                  <a:pt x="440887" y="53656"/>
                </a:lnTo>
                <a:lnTo>
                  <a:pt x="440968" y="54074"/>
                </a:lnTo>
                <a:lnTo>
                  <a:pt x="441045" y="54496"/>
                </a:lnTo>
                <a:lnTo>
                  <a:pt x="441118" y="54923"/>
                </a:lnTo>
                <a:lnTo>
                  <a:pt x="441188" y="55355"/>
                </a:lnTo>
                <a:lnTo>
                  <a:pt x="441253" y="55792"/>
                </a:lnTo>
                <a:lnTo>
                  <a:pt x="441314" y="56233"/>
                </a:lnTo>
                <a:lnTo>
                  <a:pt x="441371" y="56678"/>
                </a:lnTo>
                <a:lnTo>
                  <a:pt x="441424" y="57129"/>
                </a:lnTo>
                <a:lnTo>
                  <a:pt x="441474" y="57584"/>
                </a:lnTo>
                <a:lnTo>
                  <a:pt x="441519" y="58044"/>
                </a:lnTo>
                <a:lnTo>
                  <a:pt x="441561" y="58508"/>
                </a:lnTo>
                <a:lnTo>
                  <a:pt x="441598" y="58977"/>
                </a:lnTo>
                <a:lnTo>
                  <a:pt x="441632" y="59451"/>
                </a:lnTo>
                <a:lnTo>
                  <a:pt x="441661" y="59929"/>
                </a:lnTo>
                <a:lnTo>
                  <a:pt x="441687" y="60412"/>
                </a:lnTo>
                <a:lnTo>
                  <a:pt x="441709" y="60900"/>
                </a:lnTo>
                <a:lnTo>
                  <a:pt x="441727" y="61392"/>
                </a:lnTo>
                <a:lnTo>
                  <a:pt x="441740" y="61889"/>
                </a:lnTo>
                <a:lnTo>
                  <a:pt x="441750" y="62390"/>
                </a:lnTo>
                <a:lnTo>
                  <a:pt x="441756" y="62897"/>
                </a:lnTo>
                <a:lnTo>
                  <a:pt x="441758" y="63408"/>
                </a:lnTo>
                <a:lnTo>
                  <a:pt x="441758" y="117396"/>
                </a:lnTo>
                <a:lnTo>
                  <a:pt x="455742" y="117396"/>
                </a:lnTo>
                <a:lnTo>
                  <a:pt x="455742" y="61792"/>
                </a:lnTo>
                <a:lnTo>
                  <a:pt x="455732" y="60557"/>
                </a:lnTo>
                <a:lnTo>
                  <a:pt x="455702" y="59345"/>
                </a:lnTo>
                <a:lnTo>
                  <a:pt x="455653" y="58157"/>
                </a:lnTo>
                <a:lnTo>
                  <a:pt x="455585" y="56992"/>
                </a:lnTo>
                <a:lnTo>
                  <a:pt x="455497" y="55850"/>
                </a:lnTo>
                <a:lnTo>
                  <a:pt x="455389" y="54732"/>
                </a:lnTo>
                <a:lnTo>
                  <a:pt x="455261" y="53637"/>
                </a:lnTo>
                <a:lnTo>
                  <a:pt x="455114" y="52565"/>
                </a:lnTo>
                <a:lnTo>
                  <a:pt x="454948" y="51517"/>
                </a:lnTo>
                <a:lnTo>
                  <a:pt x="454762" y="50492"/>
                </a:lnTo>
                <a:lnTo>
                  <a:pt x="454556" y="49491"/>
                </a:lnTo>
                <a:lnTo>
                  <a:pt x="454331" y="48512"/>
                </a:lnTo>
                <a:lnTo>
                  <a:pt x="454086" y="47558"/>
                </a:lnTo>
                <a:lnTo>
                  <a:pt x="453821" y="46626"/>
                </a:lnTo>
                <a:lnTo>
                  <a:pt x="453537" y="45718"/>
                </a:lnTo>
                <a:lnTo>
                  <a:pt x="453233" y="44833"/>
                </a:lnTo>
                <a:lnTo>
                  <a:pt x="452910" y="43972"/>
                </a:lnTo>
                <a:lnTo>
                  <a:pt x="452567" y="43134"/>
                </a:lnTo>
                <a:lnTo>
                  <a:pt x="452204" y="42320"/>
                </a:lnTo>
                <a:lnTo>
                  <a:pt x="451822" y="41528"/>
                </a:lnTo>
                <a:lnTo>
                  <a:pt x="451420" y="40760"/>
                </a:lnTo>
                <a:lnTo>
                  <a:pt x="450999" y="40016"/>
                </a:lnTo>
                <a:lnTo>
                  <a:pt x="450558" y="39295"/>
                </a:lnTo>
                <a:lnTo>
                  <a:pt x="450098" y="38597"/>
                </a:lnTo>
                <a:lnTo>
                  <a:pt x="449614" y="37925"/>
                </a:lnTo>
                <a:lnTo>
                  <a:pt x="449105" y="37282"/>
                </a:lnTo>
                <a:lnTo>
                  <a:pt x="448570" y="36667"/>
                </a:lnTo>
                <a:lnTo>
                  <a:pt x="448008" y="36080"/>
                </a:lnTo>
                <a:lnTo>
                  <a:pt x="447421" y="35523"/>
                </a:lnTo>
                <a:lnTo>
                  <a:pt x="446807" y="34994"/>
                </a:lnTo>
                <a:lnTo>
                  <a:pt x="446168" y="34493"/>
                </a:lnTo>
                <a:lnTo>
                  <a:pt x="445502" y="34021"/>
                </a:lnTo>
                <a:lnTo>
                  <a:pt x="444810" y="33578"/>
                </a:lnTo>
                <a:lnTo>
                  <a:pt x="444093" y="33164"/>
                </a:lnTo>
                <a:lnTo>
                  <a:pt x="443349" y="32777"/>
                </a:lnTo>
                <a:lnTo>
                  <a:pt x="442579" y="32420"/>
                </a:lnTo>
                <a:lnTo>
                  <a:pt x="441784" y="32091"/>
                </a:lnTo>
                <a:lnTo>
                  <a:pt x="440962" y="31791"/>
                </a:lnTo>
                <a:lnTo>
                  <a:pt x="440114" y="31519"/>
                </a:lnTo>
                <a:lnTo>
                  <a:pt x="439240" y="31276"/>
                </a:lnTo>
                <a:lnTo>
                  <a:pt x="438340" y="31062"/>
                </a:lnTo>
                <a:lnTo>
                  <a:pt x="437415" y="30876"/>
                </a:lnTo>
                <a:lnTo>
                  <a:pt x="436463" y="30718"/>
                </a:lnTo>
                <a:lnTo>
                  <a:pt x="435485" y="30590"/>
                </a:lnTo>
                <a:lnTo>
                  <a:pt x="434481" y="30490"/>
                </a:lnTo>
                <a:lnTo>
                  <a:pt x="433451" y="30418"/>
                </a:lnTo>
                <a:lnTo>
                  <a:pt x="432395" y="30375"/>
                </a:lnTo>
                <a:lnTo>
                  <a:pt x="431313" y="30361"/>
                </a:lnTo>
                <a:lnTo>
                  <a:pt x="430476" y="30368"/>
                </a:lnTo>
                <a:lnTo>
                  <a:pt x="429651" y="30391"/>
                </a:lnTo>
                <a:lnTo>
                  <a:pt x="428838" y="30428"/>
                </a:lnTo>
                <a:lnTo>
                  <a:pt x="428037" y="30479"/>
                </a:lnTo>
                <a:lnTo>
                  <a:pt x="427247" y="30546"/>
                </a:lnTo>
                <a:lnTo>
                  <a:pt x="426469" y="30627"/>
                </a:lnTo>
                <a:lnTo>
                  <a:pt x="425703" y="30723"/>
                </a:lnTo>
                <a:lnTo>
                  <a:pt x="424948" y="30834"/>
                </a:lnTo>
                <a:lnTo>
                  <a:pt x="424205" y="30960"/>
                </a:lnTo>
                <a:lnTo>
                  <a:pt x="423474" y="31100"/>
                </a:lnTo>
                <a:lnTo>
                  <a:pt x="422754" y="31256"/>
                </a:lnTo>
                <a:lnTo>
                  <a:pt x="422047" y="31426"/>
                </a:lnTo>
                <a:lnTo>
                  <a:pt x="421350" y="31611"/>
                </a:lnTo>
                <a:lnTo>
                  <a:pt x="420666" y="31810"/>
                </a:lnTo>
                <a:lnTo>
                  <a:pt x="419993" y="32025"/>
                </a:lnTo>
                <a:lnTo>
                  <a:pt x="419332" y="32254"/>
                </a:lnTo>
                <a:lnTo>
                  <a:pt x="418683" y="32498"/>
                </a:lnTo>
                <a:lnTo>
                  <a:pt x="418045" y="32757"/>
                </a:lnTo>
                <a:lnTo>
                  <a:pt x="417419" y="33030"/>
                </a:lnTo>
                <a:lnTo>
                  <a:pt x="416805" y="33319"/>
                </a:lnTo>
                <a:lnTo>
                  <a:pt x="416203" y="33622"/>
                </a:lnTo>
                <a:lnTo>
                  <a:pt x="415612" y="33940"/>
                </a:lnTo>
                <a:lnTo>
                  <a:pt x="415033" y="34272"/>
                </a:lnTo>
                <a:lnTo>
                  <a:pt x="414465" y="34620"/>
                </a:lnTo>
                <a:lnTo>
                  <a:pt x="413909" y="34976"/>
                </a:lnTo>
                <a:lnTo>
                  <a:pt x="413364" y="35334"/>
                </a:lnTo>
                <a:lnTo>
                  <a:pt x="412829" y="35695"/>
                </a:lnTo>
                <a:lnTo>
                  <a:pt x="412305" y="36057"/>
                </a:lnTo>
                <a:lnTo>
                  <a:pt x="411792" y="36422"/>
                </a:lnTo>
                <a:lnTo>
                  <a:pt x="411290" y="36789"/>
                </a:lnTo>
                <a:lnTo>
                  <a:pt x="410799" y="37158"/>
                </a:lnTo>
                <a:lnTo>
                  <a:pt x="410319" y="37530"/>
                </a:lnTo>
                <a:lnTo>
                  <a:pt x="409849" y="37903"/>
                </a:lnTo>
                <a:lnTo>
                  <a:pt x="409390" y="38279"/>
                </a:lnTo>
                <a:lnTo>
                  <a:pt x="408942" y="38657"/>
                </a:lnTo>
                <a:lnTo>
                  <a:pt x="408505" y="39037"/>
                </a:lnTo>
                <a:lnTo>
                  <a:pt x="408079" y="39419"/>
                </a:lnTo>
                <a:lnTo>
                  <a:pt x="407664" y="39804"/>
                </a:lnTo>
                <a:lnTo>
                  <a:pt x="407259" y="40191"/>
                </a:lnTo>
                <a:lnTo>
                  <a:pt x="406865" y="40580"/>
                </a:lnTo>
                <a:lnTo>
                  <a:pt x="406482" y="40971"/>
                </a:lnTo>
                <a:lnTo>
                  <a:pt x="406110" y="41364"/>
                </a:lnTo>
                <a:lnTo>
                  <a:pt x="405748" y="41760"/>
                </a:lnTo>
                <a:lnTo>
                  <a:pt x="405398" y="42158"/>
                </a:lnTo>
                <a:lnTo>
                  <a:pt x="405058" y="42557"/>
                </a:lnTo>
                <a:lnTo>
                  <a:pt x="404729" y="42960"/>
                </a:lnTo>
                <a:lnTo>
                  <a:pt x="404411" y="43364"/>
                </a:lnTo>
                <a:lnTo>
                  <a:pt x="404104" y="43770"/>
                </a:lnTo>
                <a:lnTo>
                  <a:pt x="403767" y="31879"/>
                </a:lnTo>
                <a:lnTo>
                  <a:pt x="390120" y="31879"/>
                </a:lnTo>
                <a:lnTo>
                  <a:pt x="390120" y="117396"/>
                </a:lnTo>
                <a:lnTo>
                  <a:pt x="404188" y="117396"/>
                </a:lnTo>
                <a:lnTo>
                  <a:pt x="404188" y="55823"/>
                </a:lnTo>
                <a:lnTo>
                  <a:pt x="404487" y="55407"/>
                </a:lnTo>
                <a:lnTo>
                  <a:pt x="404794" y="54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3599D-BC53-4CDB-819E-695BE69E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125" y="2470510"/>
            <a:ext cx="777559" cy="374010"/>
          </a:xfrm>
          <a:custGeom xmlns:a="http://schemas.openxmlformats.org/drawingml/2006/main">
            <a:pathLst>
              <a:path w="777559" h="374010" fill="none">
                <a:moveTo>
                  <a:pt x="0" y="0"/>
                </a:moveTo>
                <a:lnTo>
                  <a:pt x="777559" y="0"/>
                </a:lnTo>
                <a:lnTo>
                  <a:pt x="777559" y="374010"/>
                </a:lnTo>
                <a:lnTo>
                  <a:pt x="0" y="3740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68" name="Text Structural">
            <a:extLst xmlns:a="http://schemas.openxmlformats.org/drawingml/2006/main">
              <a:ext uri="{FF2B5EF4-FFF2-40B4-BE49-F238E27FC236}">
                <a16:creationId xmlns:a16="http://schemas.microsoft.com/office/drawing/2014/main" id="{1E7E7EDD-DB5B-4EA6-8216-D74EC02E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846" y="2503977"/>
            <a:ext cx="649106" cy="116553"/>
          </a:xfrm>
          <a:custGeom xmlns:a="http://schemas.openxmlformats.org/drawingml/2006/main">
            <a:pathLst>
              <a:path w="649106" h="116553">
                <a:moveTo>
                  <a:pt x="43298" y="116553"/>
                </a:moveTo>
                <a:cubicBezTo>
                  <a:pt x="35211" y="116553"/>
                  <a:pt x="27883" y="115316"/>
                  <a:pt x="21312" y="112842"/>
                </a:cubicBezTo>
                <a:cubicBezTo>
                  <a:pt x="14742" y="110368"/>
                  <a:pt x="9547" y="106488"/>
                  <a:pt x="5728" y="101203"/>
                </a:cubicBezTo>
                <a:cubicBezTo>
                  <a:pt x="1909" y="95918"/>
                  <a:pt x="0" y="89059"/>
                  <a:pt x="0" y="80625"/>
                </a:cubicBezTo>
                <a:lnTo>
                  <a:pt x="15163" y="80625"/>
                </a:lnTo>
                <a:cubicBezTo>
                  <a:pt x="15219" y="86641"/>
                  <a:pt x="16553" y="91364"/>
                  <a:pt x="19164" y="94794"/>
                </a:cubicBezTo>
                <a:cubicBezTo>
                  <a:pt x="21775" y="98224"/>
                  <a:pt x="25229" y="100641"/>
                  <a:pt x="29525" y="102047"/>
                </a:cubicBezTo>
                <a:cubicBezTo>
                  <a:pt x="33821" y="103452"/>
                  <a:pt x="38553" y="104155"/>
                  <a:pt x="43719" y="104155"/>
                </a:cubicBezTo>
                <a:cubicBezTo>
                  <a:pt x="48549" y="104155"/>
                  <a:pt x="52943" y="103438"/>
                  <a:pt x="56903" y="102005"/>
                </a:cubicBezTo>
                <a:cubicBezTo>
                  <a:pt x="60862" y="100571"/>
                  <a:pt x="64021" y="98406"/>
                  <a:pt x="66379" y="95511"/>
                </a:cubicBezTo>
                <a:cubicBezTo>
                  <a:pt x="68738" y="92615"/>
                  <a:pt x="69917" y="88918"/>
                  <a:pt x="69917" y="84420"/>
                </a:cubicBezTo>
                <a:cubicBezTo>
                  <a:pt x="69917" y="80429"/>
                  <a:pt x="68991" y="77168"/>
                  <a:pt x="67137" y="74637"/>
                </a:cubicBezTo>
                <a:cubicBezTo>
                  <a:pt x="65284" y="72107"/>
                  <a:pt x="62224" y="69901"/>
                  <a:pt x="57955" y="68017"/>
                </a:cubicBezTo>
                <a:cubicBezTo>
                  <a:pt x="53687" y="66134"/>
                  <a:pt x="47903" y="64264"/>
                  <a:pt x="40603" y="62409"/>
                </a:cubicBezTo>
                <a:cubicBezTo>
                  <a:pt x="32066" y="60160"/>
                  <a:pt x="25047" y="57700"/>
                  <a:pt x="19543" y="55029"/>
                </a:cubicBezTo>
                <a:cubicBezTo>
                  <a:pt x="14040" y="52359"/>
                  <a:pt x="9954" y="49027"/>
                  <a:pt x="7287" y="45036"/>
                </a:cubicBezTo>
                <a:cubicBezTo>
                  <a:pt x="4619" y="41044"/>
                  <a:pt x="3285" y="35983"/>
                  <a:pt x="3285" y="29855"/>
                </a:cubicBezTo>
                <a:cubicBezTo>
                  <a:pt x="3285" y="23389"/>
                  <a:pt x="4802" y="17950"/>
                  <a:pt x="7834" y="13536"/>
                </a:cubicBezTo>
                <a:cubicBezTo>
                  <a:pt x="10867" y="9122"/>
                  <a:pt x="15205" y="5763"/>
                  <a:pt x="20849" y="3458"/>
                </a:cubicBezTo>
                <a:cubicBezTo>
                  <a:pt x="26493" y="1153"/>
                  <a:pt x="33246" y="0"/>
                  <a:pt x="41108" y="0"/>
                </a:cubicBezTo>
                <a:cubicBezTo>
                  <a:pt x="48409" y="0"/>
                  <a:pt x="55091" y="1181"/>
                  <a:pt x="61157" y="3542"/>
                </a:cubicBezTo>
                <a:cubicBezTo>
                  <a:pt x="67222" y="5904"/>
                  <a:pt x="72065" y="9446"/>
                  <a:pt x="75688" y="14168"/>
                </a:cubicBezTo>
                <a:cubicBezTo>
                  <a:pt x="79310" y="18891"/>
                  <a:pt x="81121" y="24767"/>
                  <a:pt x="81121" y="31795"/>
                </a:cubicBezTo>
                <a:lnTo>
                  <a:pt x="65874" y="31795"/>
                </a:lnTo>
                <a:cubicBezTo>
                  <a:pt x="65986" y="25385"/>
                  <a:pt x="63656" y="20536"/>
                  <a:pt x="58882" y="17247"/>
                </a:cubicBezTo>
                <a:cubicBezTo>
                  <a:pt x="54109" y="13958"/>
                  <a:pt x="48212" y="12313"/>
                  <a:pt x="41192" y="12313"/>
                </a:cubicBezTo>
                <a:cubicBezTo>
                  <a:pt x="34004" y="12313"/>
                  <a:pt x="28374" y="13761"/>
                  <a:pt x="24303" y="16656"/>
                </a:cubicBezTo>
                <a:cubicBezTo>
                  <a:pt x="20231" y="19552"/>
                  <a:pt x="18195" y="23783"/>
                  <a:pt x="18195" y="29349"/>
                </a:cubicBezTo>
                <a:cubicBezTo>
                  <a:pt x="18195" y="32666"/>
                  <a:pt x="19066" y="35435"/>
                  <a:pt x="20807" y="37656"/>
                </a:cubicBezTo>
                <a:cubicBezTo>
                  <a:pt x="22548" y="39877"/>
                  <a:pt x="25566" y="41887"/>
                  <a:pt x="29862" y="43686"/>
                </a:cubicBezTo>
                <a:cubicBezTo>
                  <a:pt x="34158" y="45485"/>
                  <a:pt x="40097" y="47369"/>
                  <a:pt x="47679" y="49337"/>
                </a:cubicBezTo>
                <a:cubicBezTo>
                  <a:pt x="56439" y="51698"/>
                  <a:pt x="63543" y="54228"/>
                  <a:pt x="68991" y="56927"/>
                </a:cubicBezTo>
                <a:cubicBezTo>
                  <a:pt x="74438" y="59626"/>
                  <a:pt x="78453" y="63083"/>
                  <a:pt x="81037" y="67300"/>
                </a:cubicBezTo>
                <a:cubicBezTo>
                  <a:pt x="83620" y="71517"/>
                  <a:pt x="84912" y="77055"/>
                  <a:pt x="84912" y="83914"/>
                </a:cubicBezTo>
                <a:cubicBezTo>
                  <a:pt x="84912" y="91224"/>
                  <a:pt x="83072" y="97282"/>
                  <a:pt x="79394" y="102089"/>
                </a:cubicBezTo>
                <a:cubicBezTo>
                  <a:pt x="75716" y="106896"/>
                  <a:pt x="70746" y="110508"/>
                  <a:pt x="64484" y="112926"/>
                </a:cubicBezTo>
                <a:cubicBezTo>
                  <a:pt x="58222" y="115344"/>
                  <a:pt x="51160" y="116553"/>
                  <a:pt x="43298" y="116553"/>
                </a:cubicBezTo>
                <a:close/>
                <a:moveTo>
                  <a:pt x="123653" y="115035"/>
                </a:moveTo>
                <a:cubicBezTo>
                  <a:pt x="117082" y="115035"/>
                  <a:pt x="112014" y="113930"/>
                  <a:pt x="108448" y="111722"/>
                </a:cubicBezTo>
                <a:cubicBezTo>
                  <a:pt x="104882" y="109513"/>
                  <a:pt x="102439" y="106332"/>
                  <a:pt x="101119" y="102179"/>
                </a:cubicBezTo>
                <a:cubicBezTo>
                  <a:pt x="99799" y="98025"/>
                  <a:pt x="99139" y="93032"/>
                  <a:pt x="99139" y="87201"/>
                </a:cubicBezTo>
                <a:lnTo>
                  <a:pt x="99139" y="40903"/>
                </a:lnTo>
                <a:lnTo>
                  <a:pt x="85493" y="40903"/>
                </a:lnTo>
                <a:lnTo>
                  <a:pt x="85493" y="29518"/>
                </a:lnTo>
                <a:lnTo>
                  <a:pt x="99139" y="29518"/>
                </a:lnTo>
                <a:lnTo>
                  <a:pt x="99139" y="10711"/>
                </a:lnTo>
                <a:lnTo>
                  <a:pt x="113207" y="10711"/>
                </a:lnTo>
                <a:lnTo>
                  <a:pt x="113207" y="29518"/>
                </a:lnTo>
                <a:lnTo>
                  <a:pt x="133508" y="29518"/>
                </a:lnTo>
                <a:lnTo>
                  <a:pt x="133508" y="40903"/>
                </a:lnTo>
                <a:lnTo>
                  <a:pt x="113207" y="40903"/>
                </a:lnTo>
                <a:lnTo>
                  <a:pt x="113207" y="86898"/>
                </a:lnTo>
                <a:cubicBezTo>
                  <a:pt x="113207" y="92304"/>
                  <a:pt x="113867" y="96434"/>
                  <a:pt x="115187" y="99287"/>
                </a:cubicBezTo>
                <a:cubicBezTo>
                  <a:pt x="116506" y="102139"/>
                  <a:pt x="119637" y="103565"/>
                  <a:pt x="124579" y="103565"/>
                </a:cubicBezTo>
                <a:lnTo>
                  <a:pt x="133508" y="103565"/>
                </a:lnTo>
                <a:lnTo>
                  <a:pt x="133508" y="115035"/>
                </a:lnTo>
                <a:lnTo>
                  <a:pt x="123653" y="115035"/>
                </a:lnTo>
                <a:close/>
                <a:moveTo>
                  <a:pt x="144708" y="115035"/>
                </a:moveTo>
                <a:lnTo>
                  <a:pt x="144708" y="29518"/>
                </a:lnTo>
                <a:lnTo>
                  <a:pt x="157933" y="29518"/>
                </a:lnTo>
                <a:lnTo>
                  <a:pt x="158439" y="42927"/>
                </a:lnTo>
                <a:cubicBezTo>
                  <a:pt x="160798" y="38710"/>
                  <a:pt x="164027" y="35168"/>
                  <a:pt x="168126" y="32301"/>
                </a:cubicBezTo>
                <a:cubicBezTo>
                  <a:pt x="172226" y="29433"/>
                  <a:pt x="177533" y="28000"/>
                  <a:pt x="184047" y="28000"/>
                </a:cubicBezTo>
                <a:lnTo>
                  <a:pt x="185732" y="28000"/>
                </a:lnTo>
                <a:lnTo>
                  <a:pt x="185732" y="40903"/>
                </a:lnTo>
                <a:lnTo>
                  <a:pt x="183794" y="40903"/>
                </a:lnTo>
                <a:cubicBezTo>
                  <a:pt x="179695" y="40903"/>
                  <a:pt x="176101" y="41467"/>
                  <a:pt x="173012" y="42595"/>
                </a:cubicBezTo>
                <a:cubicBezTo>
                  <a:pt x="169923" y="43721"/>
                  <a:pt x="167242" y="45279"/>
                  <a:pt x="164967" y="47268"/>
                </a:cubicBezTo>
                <a:cubicBezTo>
                  <a:pt x="162693" y="49255"/>
                  <a:pt x="160629" y="51553"/>
                  <a:pt x="158776" y="54162"/>
                </a:cubicBezTo>
                <a:lnTo>
                  <a:pt x="158776" y="115035"/>
                </a:lnTo>
                <a:lnTo>
                  <a:pt x="144708" y="115035"/>
                </a:lnTo>
                <a:close/>
                <a:moveTo>
                  <a:pt x="220222" y="116553"/>
                </a:moveTo>
                <a:cubicBezTo>
                  <a:pt x="211349" y="116553"/>
                  <a:pt x="204961" y="113767"/>
                  <a:pt x="201058" y="108195"/>
                </a:cubicBezTo>
                <a:cubicBezTo>
                  <a:pt x="197155" y="102622"/>
                  <a:pt x="195203" y="94941"/>
                  <a:pt x="195203" y="85153"/>
                </a:cubicBezTo>
                <a:lnTo>
                  <a:pt x="195203" y="29518"/>
                </a:lnTo>
                <a:lnTo>
                  <a:pt x="209355" y="29518"/>
                </a:lnTo>
                <a:lnTo>
                  <a:pt x="209355" y="83556"/>
                </a:lnTo>
                <a:cubicBezTo>
                  <a:pt x="209355" y="87599"/>
                  <a:pt x="209734" y="91167"/>
                  <a:pt x="210493" y="94259"/>
                </a:cubicBezTo>
                <a:cubicBezTo>
                  <a:pt x="211251" y="97349"/>
                  <a:pt x="212669" y="99771"/>
                  <a:pt x="214747" y="101525"/>
                </a:cubicBezTo>
                <a:cubicBezTo>
                  <a:pt x="216824" y="103278"/>
                  <a:pt x="219801" y="104155"/>
                  <a:pt x="223676" y="104155"/>
                </a:cubicBezTo>
                <a:cubicBezTo>
                  <a:pt x="229292" y="104155"/>
                  <a:pt x="233981" y="102818"/>
                  <a:pt x="237743" y="100144"/>
                </a:cubicBezTo>
                <a:cubicBezTo>
                  <a:pt x="241506" y="97468"/>
                  <a:pt x="244539" y="94435"/>
                  <a:pt x="246841" y="91046"/>
                </a:cubicBezTo>
                <a:lnTo>
                  <a:pt x="246841" y="29518"/>
                </a:lnTo>
                <a:lnTo>
                  <a:pt x="260909" y="29518"/>
                </a:lnTo>
                <a:lnTo>
                  <a:pt x="260909" y="115035"/>
                </a:lnTo>
                <a:lnTo>
                  <a:pt x="247347" y="115035"/>
                </a:lnTo>
                <a:lnTo>
                  <a:pt x="247010" y="103059"/>
                </a:lnTo>
                <a:cubicBezTo>
                  <a:pt x="244595" y="106264"/>
                  <a:pt x="241183" y="109314"/>
                  <a:pt x="236775" y="112209"/>
                </a:cubicBezTo>
                <a:cubicBezTo>
                  <a:pt x="232366" y="115105"/>
                  <a:pt x="226849" y="116553"/>
                  <a:pt x="220222" y="116553"/>
                </a:cubicBezTo>
                <a:close/>
                <a:moveTo>
                  <a:pt x="312417" y="116553"/>
                </a:moveTo>
                <a:cubicBezTo>
                  <a:pt x="305228" y="116553"/>
                  <a:pt x="298855" y="114912"/>
                  <a:pt x="293295" y="111629"/>
                </a:cubicBezTo>
                <a:cubicBezTo>
                  <a:pt x="287735" y="108346"/>
                  <a:pt x="283383" y="103436"/>
                  <a:pt x="280238" y="96900"/>
                </a:cubicBezTo>
                <a:cubicBezTo>
                  <a:pt x="277093" y="90362"/>
                  <a:pt x="275521" y="82227"/>
                  <a:pt x="275521" y="72495"/>
                </a:cubicBezTo>
                <a:cubicBezTo>
                  <a:pt x="275521" y="62765"/>
                  <a:pt x="277065" y="54587"/>
                  <a:pt x="280154" y="47964"/>
                </a:cubicBezTo>
                <a:cubicBezTo>
                  <a:pt x="283242" y="41338"/>
                  <a:pt x="287553" y="36354"/>
                  <a:pt x="293084" y="33012"/>
                </a:cubicBezTo>
                <a:cubicBezTo>
                  <a:pt x="298616" y="29671"/>
                  <a:pt x="305060" y="28000"/>
                  <a:pt x="312417" y="28000"/>
                </a:cubicBezTo>
                <a:cubicBezTo>
                  <a:pt x="318594" y="28000"/>
                  <a:pt x="324140" y="29086"/>
                  <a:pt x="329054" y="31260"/>
                </a:cubicBezTo>
                <a:cubicBezTo>
                  <a:pt x="333968" y="33431"/>
                  <a:pt x="337899" y="36706"/>
                  <a:pt x="340847" y="41082"/>
                </a:cubicBezTo>
                <a:cubicBezTo>
                  <a:pt x="343795" y="45457"/>
                  <a:pt x="345382" y="50992"/>
                  <a:pt x="345606" y="57686"/>
                </a:cubicBezTo>
                <a:lnTo>
                  <a:pt x="331707" y="57686"/>
                </a:lnTo>
                <a:cubicBezTo>
                  <a:pt x="331314" y="52009"/>
                  <a:pt x="329419" y="47540"/>
                  <a:pt x="326021" y="44279"/>
                </a:cubicBezTo>
                <a:cubicBezTo>
                  <a:pt x="322624" y="41016"/>
                  <a:pt x="318173" y="39385"/>
                  <a:pt x="312669" y="39385"/>
                </a:cubicBezTo>
                <a:cubicBezTo>
                  <a:pt x="305200" y="39385"/>
                  <a:pt x="299556" y="42286"/>
                  <a:pt x="295738" y="48087"/>
                </a:cubicBezTo>
                <a:cubicBezTo>
                  <a:pt x="291919" y="53889"/>
                  <a:pt x="290010" y="62027"/>
                  <a:pt x="290010" y="72500"/>
                </a:cubicBezTo>
                <a:cubicBezTo>
                  <a:pt x="290010" y="79402"/>
                  <a:pt x="290852" y="85292"/>
                  <a:pt x="292537" y="90171"/>
                </a:cubicBezTo>
                <a:cubicBezTo>
                  <a:pt x="294221" y="95050"/>
                  <a:pt x="296749" y="98770"/>
                  <a:pt x="300118" y="101330"/>
                </a:cubicBezTo>
                <a:cubicBezTo>
                  <a:pt x="303488" y="103888"/>
                  <a:pt x="307671" y="105167"/>
                  <a:pt x="312669" y="105167"/>
                </a:cubicBezTo>
                <a:cubicBezTo>
                  <a:pt x="318285" y="105167"/>
                  <a:pt x="322918" y="103507"/>
                  <a:pt x="326569" y="100186"/>
                </a:cubicBezTo>
                <a:cubicBezTo>
                  <a:pt x="330219" y="96865"/>
                  <a:pt x="332128" y="91976"/>
                  <a:pt x="332297" y="85517"/>
                </a:cubicBezTo>
                <a:lnTo>
                  <a:pt x="346112" y="85517"/>
                </a:lnTo>
                <a:cubicBezTo>
                  <a:pt x="346000" y="92394"/>
                  <a:pt x="344441" y="98140"/>
                  <a:pt x="341437" y="102756"/>
                </a:cubicBezTo>
                <a:cubicBezTo>
                  <a:pt x="338432" y="107370"/>
                  <a:pt x="334417" y="110823"/>
                  <a:pt x="329391" y="113116"/>
                </a:cubicBezTo>
                <a:cubicBezTo>
                  <a:pt x="324364" y="115407"/>
                  <a:pt x="318707" y="116553"/>
                  <a:pt x="312417" y="116553"/>
                </a:cubicBezTo>
                <a:close/>
                <a:moveTo>
                  <a:pt x="388193" y="115035"/>
                </a:moveTo>
                <a:cubicBezTo>
                  <a:pt x="381622" y="115035"/>
                  <a:pt x="376554" y="113930"/>
                  <a:pt x="372988" y="111722"/>
                </a:cubicBezTo>
                <a:cubicBezTo>
                  <a:pt x="369422" y="109513"/>
                  <a:pt x="366979" y="106332"/>
                  <a:pt x="365659" y="102179"/>
                </a:cubicBezTo>
                <a:cubicBezTo>
                  <a:pt x="364339" y="98025"/>
                  <a:pt x="363680" y="93032"/>
                  <a:pt x="363680" y="87201"/>
                </a:cubicBezTo>
                <a:lnTo>
                  <a:pt x="363680" y="40903"/>
                </a:lnTo>
                <a:lnTo>
                  <a:pt x="350033" y="40903"/>
                </a:lnTo>
                <a:lnTo>
                  <a:pt x="350033" y="29518"/>
                </a:lnTo>
                <a:lnTo>
                  <a:pt x="363680" y="29518"/>
                </a:lnTo>
                <a:lnTo>
                  <a:pt x="363680" y="10711"/>
                </a:lnTo>
                <a:lnTo>
                  <a:pt x="377747" y="10711"/>
                </a:lnTo>
                <a:lnTo>
                  <a:pt x="377747" y="29518"/>
                </a:lnTo>
                <a:lnTo>
                  <a:pt x="398048" y="29518"/>
                </a:lnTo>
                <a:lnTo>
                  <a:pt x="398048" y="40903"/>
                </a:lnTo>
                <a:lnTo>
                  <a:pt x="377747" y="40903"/>
                </a:lnTo>
                <a:lnTo>
                  <a:pt x="377747" y="86898"/>
                </a:lnTo>
                <a:cubicBezTo>
                  <a:pt x="377747" y="92304"/>
                  <a:pt x="378407" y="96434"/>
                  <a:pt x="379727" y="99287"/>
                </a:cubicBezTo>
                <a:cubicBezTo>
                  <a:pt x="381046" y="102139"/>
                  <a:pt x="384177" y="103565"/>
                  <a:pt x="389119" y="103565"/>
                </a:cubicBezTo>
                <a:lnTo>
                  <a:pt x="398048" y="103565"/>
                </a:lnTo>
                <a:lnTo>
                  <a:pt x="398048" y="115035"/>
                </a:lnTo>
                <a:lnTo>
                  <a:pt x="388193" y="115035"/>
                </a:lnTo>
                <a:close/>
                <a:moveTo>
                  <a:pt x="433593" y="116553"/>
                </a:moveTo>
                <a:cubicBezTo>
                  <a:pt x="424720" y="116553"/>
                  <a:pt x="418332" y="113767"/>
                  <a:pt x="414429" y="108195"/>
                </a:cubicBezTo>
                <a:cubicBezTo>
                  <a:pt x="410526" y="102622"/>
                  <a:pt x="408575" y="94941"/>
                  <a:pt x="408575" y="85153"/>
                </a:cubicBezTo>
                <a:lnTo>
                  <a:pt x="408575" y="29518"/>
                </a:lnTo>
                <a:lnTo>
                  <a:pt x="422726" y="29518"/>
                </a:lnTo>
                <a:lnTo>
                  <a:pt x="422726" y="83556"/>
                </a:lnTo>
                <a:cubicBezTo>
                  <a:pt x="422726" y="87599"/>
                  <a:pt x="423106" y="91167"/>
                  <a:pt x="423864" y="94259"/>
                </a:cubicBezTo>
                <a:cubicBezTo>
                  <a:pt x="424622" y="97349"/>
                  <a:pt x="426040" y="99771"/>
                  <a:pt x="428118" y="101525"/>
                </a:cubicBezTo>
                <a:cubicBezTo>
                  <a:pt x="430196" y="103278"/>
                  <a:pt x="433172" y="104155"/>
                  <a:pt x="437047" y="104155"/>
                </a:cubicBezTo>
                <a:cubicBezTo>
                  <a:pt x="442663" y="104155"/>
                  <a:pt x="447352" y="102818"/>
                  <a:pt x="451115" y="100144"/>
                </a:cubicBezTo>
                <a:cubicBezTo>
                  <a:pt x="454877" y="97468"/>
                  <a:pt x="457910" y="94435"/>
                  <a:pt x="460212" y="91046"/>
                </a:cubicBezTo>
                <a:lnTo>
                  <a:pt x="460212" y="29518"/>
                </a:lnTo>
                <a:lnTo>
                  <a:pt x="474280" y="29518"/>
                </a:lnTo>
                <a:lnTo>
                  <a:pt x="474280" y="115035"/>
                </a:lnTo>
                <a:lnTo>
                  <a:pt x="460718" y="115035"/>
                </a:lnTo>
                <a:lnTo>
                  <a:pt x="460381" y="103059"/>
                </a:lnTo>
                <a:cubicBezTo>
                  <a:pt x="457966" y="106264"/>
                  <a:pt x="454554" y="109314"/>
                  <a:pt x="450146" y="112209"/>
                </a:cubicBezTo>
                <a:cubicBezTo>
                  <a:pt x="445737" y="115105"/>
                  <a:pt x="440220" y="116553"/>
                  <a:pt x="433593" y="116553"/>
                </a:cubicBezTo>
                <a:close/>
                <a:moveTo>
                  <a:pt x="492851" y="115035"/>
                </a:moveTo>
                <a:lnTo>
                  <a:pt x="492851" y="29518"/>
                </a:lnTo>
                <a:lnTo>
                  <a:pt x="506076" y="29518"/>
                </a:lnTo>
                <a:lnTo>
                  <a:pt x="506582" y="42927"/>
                </a:lnTo>
                <a:cubicBezTo>
                  <a:pt x="508940" y="38710"/>
                  <a:pt x="512169" y="35168"/>
                  <a:pt x="516269" y="32301"/>
                </a:cubicBezTo>
                <a:cubicBezTo>
                  <a:pt x="520369" y="29433"/>
                  <a:pt x="525676" y="28000"/>
                  <a:pt x="532190" y="28000"/>
                </a:cubicBezTo>
                <a:lnTo>
                  <a:pt x="533875" y="28000"/>
                </a:lnTo>
                <a:lnTo>
                  <a:pt x="533875" y="40903"/>
                </a:lnTo>
                <a:lnTo>
                  <a:pt x="531937" y="40903"/>
                </a:lnTo>
                <a:cubicBezTo>
                  <a:pt x="527838" y="40903"/>
                  <a:pt x="524243" y="41467"/>
                  <a:pt x="521155" y="42595"/>
                </a:cubicBezTo>
                <a:cubicBezTo>
                  <a:pt x="518066" y="43721"/>
                  <a:pt x="515384" y="45279"/>
                  <a:pt x="513110" y="47268"/>
                </a:cubicBezTo>
                <a:cubicBezTo>
                  <a:pt x="510836" y="49255"/>
                  <a:pt x="508772" y="51553"/>
                  <a:pt x="506919" y="54162"/>
                </a:cubicBezTo>
                <a:lnTo>
                  <a:pt x="506919" y="115035"/>
                </a:lnTo>
                <a:lnTo>
                  <a:pt x="492851" y="115035"/>
                </a:lnTo>
                <a:close/>
                <a:moveTo>
                  <a:pt x="560442" y="116553"/>
                </a:moveTo>
                <a:cubicBezTo>
                  <a:pt x="556005" y="116553"/>
                  <a:pt x="551962" y="115652"/>
                  <a:pt x="548311" y="113851"/>
                </a:cubicBezTo>
                <a:cubicBezTo>
                  <a:pt x="544661" y="112048"/>
                  <a:pt x="541741" y="109346"/>
                  <a:pt x="539551" y="105744"/>
                </a:cubicBezTo>
                <a:cubicBezTo>
                  <a:pt x="537360" y="102141"/>
                  <a:pt x="536265" y="97666"/>
                  <a:pt x="536265" y="92319"/>
                </a:cubicBezTo>
                <a:cubicBezTo>
                  <a:pt x="536265" y="84650"/>
                  <a:pt x="538442" y="78839"/>
                  <a:pt x="542794" y="74888"/>
                </a:cubicBezTo>
                <a:cubicBezTo>
                  <a:pt x="547146" y="70936"/>
                  <a:pt x="553309" y="68263"/>
                  <a:pt x="561284" y="66868"/>
                </a:cubicBezTo>
                <a:cubicBezTo>
                  <a:pt x="569258" y="65473"/>
                  <a:pt x="578581" y="64717"/>
                  <a:pt x="589251" y="64601"/>
                </a:cubicBezTo>
                <a:lnTo>
                  <a:pt x="589251" y="58179"/>
                </a:lnTo>
                <a:cubicBezTo>
                  <a:pt x="589251" y="50639"/>
                  <a:pt x="587650" y="45468"/>
                  <a:pt x="584449" y="42664"/>
                </a:cubicBezTo>
                <a:cubicBezTo>
                  <a:pt x="581248" y="39859"/>
                  <a:pt x="577233" y="38457"/>
                  <a:pt x="572403" y="38457"/>
                </a:cubicBezTo>
                <a:cubicBezTo>
                  <a:pt x="567124" y="38457"/>
                  <a:pt x="562688" y="39939"/>
                  <a:pt x="559094" y="42903"/>
                </a:cubicBezTo>
                <a:cubicBezTo>
                  <a:pt x="555500" y="45867"/>
                  <a:pt x="553703" y="50612"/>
                  <a:pt x="553703" y="57138"/>
                </a:cubicBezTo>
                <a:lnTo>
                  <a:pt x="540056" y="57138"/>
                </a:lnTo>
                <a:cubicBezTo>
                  <a:pt x="540056" y="50233"/>
                  <a:pt x="541446" y="44631"/>
                  <a:pt x="544226" y="40331"/>
                </a:cubicBezTo>
                <a:cubicBezTo>
                  <a:pt x="547006" y="36030"/>
                  <a:pt x="550839" y="32900"/>
                  <a:pt x="555724" y="30941"/>
                </a:cubicBezTo>
                <a:cubicBezTo>
                  <a:pt x="560610" y="28980"/>
                  <a:pt x="566170" y="28000"/>
                  <a:pt x="572403" y="28000"/>
                </a:cubicBezTo>
                <a:cubicBezTo>
                  <a:pt x="576334" y="28000"/>
                  <a:pt x="580125" y="28410"/>
                  <a:pt x="583775" y="29230"/>
                </a:cubicBezTo>
                <a:cubicBezTo>
                  <a:pt x="587426" y="30049"/>
                  <a:pt x="590711" y="31542"/>
                  <a:pt x="593631" y="33708"/>
                </a:cubicBezTo>
                <a:cubicBezTo>
                  <a:pt x="596551" y="35874"/>
                  <a:pt x="598854" y="38904"/>
                  <a:pt x="600539" y="42798"/>
                </a:cubicBezTo>
                <a:cubicBezTo>
                  <a:pt x="602223" y="46691"/>
                  <a:pt x="603066" y="51712"/>
                  <a:pt x="603066" y="57860"/>
                </a:cubicBezTo>
                <a:lnTo>
                  <a:pt x="603066" y="115035"/>
                </a:lnTo>
                <a:lnTo>
                  <a:pt x="590093" y="115035"/>
                </a:lnTo>
                <a:lnTo>
                  <a:pt x="589588" y="103059"/>
                </a:lnTo>
                <a:cubicBezTo>
                  <a:pt x="585994" y="107219"/>
                  <a:pt x="581810" y="110508"/>
                  <a:pt x="577036" y="112926"/>
                </a:cubicBezTo>
                <a:cubicBezTo>
                  <a:pt x="572263" y="115344"/>
                  <a:pt x="566731" y="116553"/>
                  <a:pt x="560442" y="116553"/>
                </a:cubicBezTo>
                <a:moveTo>
                  <a:pt x="564148" y="105758"/>
                </a:moveTo>
                <a:cubicBezTo>
                  <a:pt x="569483" y="105758"/>
                  <a:pt x="574257" y="104438"/>
                  <a:pt x="578468" y="101799"/>
                </a:cubicBezTo>
                <a:cubicBezTo>
                  <a:pt x="582680" y="99160"/>
                  <a:pt x="586246" y="95705"/>
                  <a:pt x="589167" y="91434"/>
                </a:cubicBezTo>
                <a:lnTo>
                  <a:pt x="589167" y="73372"/>
                </a:lnTo>
                <a:cubicBezTo>
                  <a:pt x="575296" y="73550"/>
                  <a:pt x="565355" y="75048"/>
                  <a:pt x="559347" y="77866"/>
                </a:cubicBezTo>
                <a:cubicBezTo>
                  <a:pt x="553338" y="80682"/>
                  <a:pt x="550333" y="85324"/>
                  <a:pt x="550333" y="91789"/>
                </a:cubicBezTo>
                <a:cubicBezTo>
                  <a:pt x="550333" y="96061"/>
                  <a:pt x="551484" y="99457"/>
                  <a:pt x="553787" y="101978"/>
                </a:cubicBezTo>
                <a:cubicBezTo>
                  <a:pt x="556089" y="104498"/>
                  <a:pt x="559543" y="105758"/>
                  <a:pt x="564148" y="105758"/>
                </a:cubicBezTo>
                <a:close/>
                <a:moveTo>
                  <a:pt x="644388" y="115035"/>
                </a:moveTo>
                <a:cubicBezTo>
                  <a:pt x="637762" y="115035"/>
                  <a:pt x="632679" y="113980"/>
                  <a:pt x="629141" y="111872"/>
                </a:cubicBezTo>
                <a:cubicBezTo>
                  <a:pt x="625604" y="109764"/>
                  <a:pt x="623175" y="106727"/>
                  <a:pt x="621855" y="102764"/>
                </a:cubicBezTo>
                <a:cubicBezTo>
                  <a:pt x="620535" y="98800"/>
                  <a:pt x="619875" y="94035"/>
                  <a:pt x="619875" y="88469"/>
                </a:cubicBezTo>
                <a:lnTo>
                  <a:pt x="619875" y="1518"/>
                </a:lnTo>
                <a:lnTo>
                  <a:pt x="633943" y="1518"/>
                </a:lnTo>
                <a:lnTo>
                  <a:pt x="633943" y="87794"/>
                </a:lnTo>
                <a:cubicBezTo>
                  <a:pt x="633943" y="92910"/>
                  <a:pt x="634603" y="96818"/>
                  <a:pt x="635923" y="99517"/>
                </a:cubicBezTo>
                <a:cubicBezTo>
                  <a:pt x="637242" y="102215"/>
                  <a:pt x="640373" y="103565"/>
                  <a:pt x="645315" y="103565"/>
                </a:cubicBezTo>
                <a:lnTo>
                  <a:pt x="649106" y="103565"/>
                </a:lnTo>
                <a:lnTo>
                  <a:pt x="649106" y="115035"/>
                </a:lnTo>
                <a:lnTo>
                  <a:pt x="644388" y="1150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Processing">
            <a:extLst xmlns:a="http://schemas.openxmlformats.org/drawingml/2006/main">
              <a:ext uri="{FF2B5EF4-FFF2-40B4-BE49-F238E27FC236}">
                <a16:creationId xmlns:a16="http://schemas.microsoft.com/office/drawing/2014/main" id="{4839A233-9E04-46AF-BF4C-20AC615E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52" y="2692076"/>
            <a:ext cx="713260" cy="149191"/>
          </a:xfrm>
          <a:custGeom xmlns:a="http://schemas.openxmlformats.org/drawingml/2006/main">
            <a:pathLst>
              <a:path w="713260" h="149191">
                <a:moveTo>
                  <a:pt x="539456" y="16297"/>
                </a:moveTo>
                <a:lnTo>
                  <a:pt x="539763" y="16261"/>
                </a:lnTo>
                <a:lnTo>
                  <a:pt x="540064" y="16216"/>
                </a:lnTo>
                <a:lnTo>
                  <a:pt x="540359" y="16164"/>
                </a:lnTo>
                <a:lnTo>
                  <a:pt x="540650" y="16104"/>
                </a:lnTo>
                <a:lnTo>
                  <a:pt x="540935" y="16035"/>
                </a:lnTo>
                <a:lnTo>
                  <a:pt x="541215" y="15959"/>
                </a:lnTo>
                <a:lnTo>
                  <a:pt x="541489" y="15874"/>
                </a:lnTo>
                <a:lnTo>
                  <a:pt x="541759" y="15781"/>
                </a:lnTo>
                <a:lnTo>
                  <a:pt x="542023" y="15681"/>
                </a:lnTo>
                <a:lnTo>
                  <a:pt x="542282" y="15572"/>
                </a:lnTo>
                <a:lnTo>
                  <a:pt x="542535" y="15455"/>
                </a:lnTo>
                <a:lnTo>
                  <a:pt x="542784" y="15330"/>
                </a:lnTo>
                <a:lnTo>
                  <a:pt x="543027" y="15198"/>
                </a:lnTo>
                <a:lnTo>
                  <a:pt x="543265" y="15057"/>
                </a:lnTo>
                <a:lnTo>
                  <a:pt x="543497" y="14908"/>
                </a:lnTo>
                <a:lnTo>
                  <a:pt x="543724" y="14751"/>
                </a:lnTo>
                <a:lnTo>
                  <a:pt x="543946" y="14586"/>
                </a:lnTo>
                <a:lnTo>
                  <a:pt x="544163" y="14412"/>
                </a:lnTo>
                <a:lnTo>
                  <a:pt x="544375" y="14231"/>
                </a:lnTo>
                <a:lnTo>
                  <a:pt x="544581" y="14042"/>
                </a:lnTo>
                <a:lnTo>
                  <a:pt x="544780" y="13847"/>
                </a:lnTo>
                <a:lnTo>
                  <a:pt x="544971" y="13647"/>
                </a:lnTo>
                <a:lnTo>
                  <a:pt x="545153" y="13443"/>
                </a:lnTo>
                <a:lnTo>
                  <a:pt x="545327" y="13235"/>
                </a:lnTo>
                <a:lnTo>
                  <a:pt x="545493" y="13023"/>
                </a:lnTo>
                <a:lnTo>
                  <a:pt x="545650" y="12806"/>
                </a:lnTo>
                <a:lnTo>
                  <a:pt x="545798" y="12585"/>
                </a:lnTo>
                <a:lnTo>
                  <a:pt x="545938" y="12360"/>
                </a:lnTo>
                <a:lnTo>
                  <a:pt x="546069" y="12131"/>
                </a:lnTo>
                <a:lnTo>
                  <a:pt x="546192" y="11897"/>
                </a:lnTo>
                <a:lnTo>
                  <a:pt x="546307" y="11659"/>
                </a:lnTo>
                <a:lnTo>
                  <a:pt x="546413" y="11417"/>
                </a:lnTo>
                <a:lnTo>
                  <a:pt x="546510" y="11171"/>
                </a:lnTo>
                <a:lnTo>
                  <a:pt x="546600" y="10920"/>
                </a:lnTo>
                <a:lnTo>
                  <a:pt x="546680" y="10665"/>
                </a:lnTo>
                <a:lnTo>
                  <a:pt x="546752" y="10406"/>
                </a:lnTo>
                <a:lnTo>
                  <a:pt x="546816" y="10143"/>
                </a:lnTo>
                <a:lnTo>
                  <a:pt x="546871" y="9875"/>
                </a:lnTo>
                <a:lnTo>
                  <a:pt x="546918" y="9603"/>
                </a:lnTo>
                <a:lnTo>
                  <a:pt x="546956" y="9327"/>
                </a:lnTo>
                <a:lnTo>
                  <a:pt x="546985" y="9047"/>
                </a:lnTo>
                <a:lnTo>
                  <a:pt x="547007" y="8762"/>
                </a:lnTo>
                <a:lnTo>
                  <a:pt x="547019" y="8474"/>
                </a:lnTo>
                <a:lnTo>
                  <a:pt x="547024" y="8181"/>
                </a:lnTo>
                <a:lnTo>
                  <a:pt x="547019" y="7888"/>
                </a:lnTo>
                <a:lnTo>
                  <a:pt x="547007" y="7599"/>
                </a:lnTo>
                <a:lnTo>
                  <a:pt x="546985" y="7314"/>
                </a:lnTo>
                <a:lnTo>
                  <a:pt x="546956" y="7034"/>
                </a:lnTo>
                <a:lnTo>
                  <a:pt x="546918" y="6758"/>
                </a:lnTo>
                <a:lnTo>
                  <a:pt x="546871" y="6486"/>
                </a:lnTo>
                <a:lnTo>
                  <a:pt x="546816" y="6218"/>
                </a:lnTo>
                <a:lnTo>
                  <a:pt x="546752" y="5955"/>
                </a:lnTo>
                <a:lnTo>
                  <a:pt x="546680" y="5696"/>
                </a:lnTo>
                <a:lnTo>
                  <a:pt x="546600" y="5441"/>
                </a:lnTo>
                <a:lnTo>
                  <a:pt x="546510" y="5191"/>
                </a:lnTo>
                <a:lnTo>
                  <a:pt x="546413" y="4944"/>
                </a:lnTo>
                <a:lnTo>
                  <a:pt x="546307" y="4702"/>
                </a:lnTo>
                <a:lnTo>
                  <a:pt x="546192" y="4464"/>
                </a:lnTo>
                <a:lnTo>
                  <a:pt x="546069" y="4231"/>
                </a:lnTo>
                <a:lnTo>
                  <a:pt x="545938" y="4001"/>
                </a:lnTo>
                <a:lnTo>
                  <a:pt x="545798" y="3776"/>
                </a:lnTo>
                <a:lnTo>
                  <a:pt x="545650" y="3555"/>
                </a:lnTo>
                <a:lnTo>
                  <a:pt x="545493" y="3339"/>
                </a:lnTo>
                <a:lnTo>
                  <a:pt x="545327" y="3126"/>
                </a:lnTo>
                <a:lnTo>
                  <a:pt x="545153" y="2918"/>
                </a:lnTo>
                <a:lnTo>
                  <a:pt x="544971" y="2714"/>
                </a:lnTo>
                <a:lnTo>
                  <a:pt x="544780" y="2515"/>
                </a:lnTo>
                <a:lnTo>
                  <a:pt x="544581" y="2319"/>
                </a:lnTo>
                <a:lnTo>
                  <a:pt x="544375" y="2130"/>
                </a:lnTo>
                <a:lnTo>
                  <a:pt x="544163" y="1949"/>
                </a:lnTo>
                <a:lnTo>
                  <a:pt x="543946" y="1776"/>
                </a:lnTo>
                <a:lnTo>
                  <a:pt x="543724" y="1611"/>
                </a:lnTo>
                <a:lnTo>
                  <a:pt x="543497" y="1454"/>
                </a:lnTo>
                <a:lnTo>
                  <a:pt x="543265" y="1305"/>
                </a:lnTo>
                <a:lnTo>
                  <a:pt x="543027" y="1164"/>
                </a:lnTo>
                <a:lnTo>
                  <a:pt x="542784" y="1031"/>
                </a:lnTo>
                <a:lnTo>
                  <a:pt x="542535" y="906"/>
                </a:lnTo>
                <a:lnTo>
                  <a:pt x="542282" y="789"/>
                </a:lnTo>
                <a:lnTo>
                  <a:pt x="542023" y="680"/>
                </a:lnTo>
                <a:lnTo>
                  <a:pt x="541759" y="580"/>
                </a:lnTo>
                <a:lnTo>
                  <a:pt x="541489" y="487"/>
                </a:lnTo>
                <a:lnTo>
                  <a:pt x="541215" y="403"/>
                </a:lnTo>
                <a:lnTo>
                  <a:pt x="540935" y="326"/>
                </a:lnTo>
                <a:lnTo>
                  <a:pt x="540650" y="258"/>
                </a:lnTo>
                <a:lnTo>
                  <a:pt x="540359" y="197"/>
                </a:lnTo>
                <a:lnTo>
                  <a:pt x="540064" y="145"/>
                </a:lnTo>
                <a:lnTo>
                  <a:pt x="539763" y="101"/>
                </a:lnTo>
                <a:lnTo>
                  <a:pt x="539456" y="64"/>
                </a:lnTo>
                <a:lnTo>
                  <a:pt x="539145" y="36"/>
                </a:lnTo>
                <a:lnTo>
                  <a:pt x="538828" y="16"/>
                </a:lnTo>
                <a:lnTo>
                  <a:pt x="538506" y="4"/>
                </a:lnTo>
                <a:lnTo>
                  <a:pt x="538179" y="0"/>
                </a:lnTo>
                <a:lnTo>
                  <a:pt x="537845" y="4"/>
                </a:lnTo>
                <a:lnTo>
                  <a:pt x="537517" y="16"/>
                </a:lnTo>
                <a:lnTo>
                  <a:pt x="537194" y="36"/>
                </a:lnTo>
                <a:lnTo>
                  <a:pt x="536878" y="64"/>
                </a:lnTo>
                <a:lnTo>
                  <a:pt x="536567" y="101"/>
                </a:lnTo>
                <a:lnTo>
                  <a:pt x="536262" y="145"/>
                </a:lnTo>
                <a:lnTo>
                  <a:pt x="535963" y="197"/>
                </a:lnTo>
                <a:lnTo>
                  <a:pt x="535670" y="258"/>
                </a:lnTo>
                <a:lnTo>
                  <a:pt x="535383" y="326"/>
                </a:lnTo>
                <a:lnTo>
                  <a:pt x="535102" y="403"/>
                </a:lnTo>
                <a:lnTo>
                  <a:pt x="534826" y="487"/>
                </a:lnTo>
                <a:lnTo>
                  <a:pt x="534556" y="580"/>
                </a:lnTo>
                <a:lnTo>
                  <a:pt x="534293" y="680"/>
                </a:lnTo>
                <a:lnTo>
                  <a:pt x="534035" y="789"/>
                </a:lnTo>
                <a:lnTo>
                  <a:pt x="533783" y="906"/>
                </a:lnTo>
                <a:lnTo>
                  <a:pt x="533536" y="1031"/>
                </a:lnTo>
                <a:lnTo>
                  <a:pt x="533296" y="1164"/>
                </a:lnTo>
                <a:lnTo>
                  <a:pt x="533061" y="1305"/>
                </a:lnTo>
                <a:lnTo>
                  <a:pt x="532833" y="1454"/>
                </a:lnTo>
                <a:lnTo>
                  <a:pt x="532610" y="1611"/>
                </a:lnTo>
                <a:lnTo>
                  <a:pt x="532393" y="1776"/>
                </a:lnTo>
                <a:lnTo>
                  <a:pt x="532181" y="1949"/>
                </a:lnTo>
                <a:lnTo>
                  <a:pt x="531976" y="2130"/>
                </a:lnTo>
                <a:lnTo>
                  <a:pt x="531777" y="2319"/>
                </a:lnTo>
                <a:lnTo>
                  <a:pt x="531584" y="2515"/>
                </a:lnTo>
                <a:lnTo>
                  <a:pt x="531400" y="2714"/>
                </a:lnTo>
                <a:lnTo>
                  <a:pt x="531224" y="2918"/>
                </a:lnTo>
                <a:lnTo>
                  <a:pt x="531056" y="3126"/>
                </a:lnTo>
                <a:lnTo>
                  <a:pt x="530896" y="3339"/>
                </a:lnTo>
                <a:lnTo>
                  <a:pt x="530745" y="3555"/>
                </a:lnTo>
                <a:lnTo>
                  <a:pt x="530601" y="3776"/>
                </a:lnTo>
                <a:lnTo>
                  <a:pt x="530466" y="4001"/>
                </a:lnTo>
                <a:lnTo>
                  <a:pt x="530339" y="4231"/>
                </a:lnTo>
                <a:lnTo>
                  <a:pt x="530221" y="4464"/>
                </a:lnTo>
                <a:lnTo>
                  <a:pt x="530110" y="4702"/>
                </a:lnTo>
                <a:lnTo>
                  <a:pt x="530008" y="4944"/>
                </a:lnTo>
                <a:lnTo>
                  <a:pt x="529913" y="5191"/>
                </a:lnTo>
                <a:lnTo>
                  <a:pt x="529827" y="5441"/>
                </a:lnTo>
                <a:lnTo>
                  <a:pt x="529750" y="5696"/>
                </a:lnTo>
                <a:lnTo>
                  <a:pt x="529680" y="5955"/>
                </a:lnTo>
                <a:lnTo>
                  <a:pt x="529619" y="6218"/>
                </a:lnTo>
                <a:lnTo>
                  <a:pt x="529565" y="6486"/>
                </a:lnTo>
                <a:lnTo>
                  <a:pt x="529520" y="6758"/>
                </a:lnTo>
                <a:lnTo>
                  <a:pt x="529484" y="7034"/>
                </a:lnTo>
                <a:lnTo>
                  <a:pt x="529455" y="7314"/>
                </a:lnTo>
                <a:lnTo>
                  <a:pt x="529434" y="7599"/>
                </a:lnTo>
                <a:lnTo>
                  <a:pt x="529422" y="7888"/>
                </a:lnTo>
                <a:lnTo>
                  <a:pt x="529418" y="8181"/>
                </a:lnTo>
                <a:lnTo>
                  <a:pt x="529422" y="8474"/>
                </a:lnTo>
                <a:lnTo>
                  <a:pt x="529434" y="8762"/>
                </a:lnTo>
                <a:lnTo>
                  <a:pt x="529455" y="9047"/>
                </a:lnTo>
                <a:lnTo>
                  <a:pt x="529484" y="9327"/>
                </a:lnTo>
                <a:lnTo>
                  <a:pt x="529520" y="9603"/>
                </a:lnTo>
                <a:lnTo>
                  <a:pt x="529565" y="9875"/>
                </a:lnTo>
                <a:lnTo>
                  <a:pt x="529619" y="10143"/>
                </a:lnTo>
                <a:lnTo>
                  <a:pt x="529680" y="10406"/>
                </a:lnTo>
                <a:lnTo>
                  <a:pt x="529750" y="10665"/>
                </a:lnTo>
                <a:lnTo>
                  <a:pt x="529827" y="10920"/>
                </a:lnTo>
                <a:lnTo>
                  <a:pt x="529913" y="11171"/>
                </a:lnTo>
                <a:lnTo>
                  <a:pt x="530008" y="11417"/>
                </a:lnTo>
                <a:lnTo>
                  <a:pt x="530110" y="11659"/>
                </a:lnTo>
                <a:lnTo>
                  <a:pt x="530221" y="11897"/>
                </a:lnTo>
                <a:lnTo>
                  <a:pt x="530339" y="12131"/>
                </a:lnTo>
                <a:lnTo>
                  <a:pt x="530466" y="12360"/>
                </a:lnTo>
                <a:lnTo>
                  <a:pt x="530601" y="12585"/>
                </a:lnTo>
                <a:lnTo>
                  <a:pt x="530745" y="12806"/>
                </a:lnTo>
                <a:lnTo>
                  <a:pt x="530896" y="13023"/>
                </a:lnTo>
                <a:lnTo>
                  <a:pt x="531056" y="13235"/>
                </a:lnTo>
                <a:lnTo>
                  <a:pt x="531224" y="13443"/>
                </a:lnTo>
                <a:lnTo>
                  <a:pt x="531400" y="13647"/>
                </a:lnTo>
                <a:lnTo>
                  <a:pt x="531584" y="13847"/>
                </a:lnTo>
                <a:lnTo>
                  <a:pt x="531777" y="14042"/>
                </a:lnTo>
                <a:lnTo>
                  <a:pt x="531976" y="14231"/>
                </a:lnTo>
                <a:lnTo>
                  <a:pt x="532181" y="14412"/>
                </a:lnTo>
                <a:lnTo>
                  <a:pt x="532393" y="14586"/>
                </a:lnTo>
                <a:lnTo>
                  <a:pt x="532610" y="14751"/>
                </a:lnTo>
                <a:lnTo>
                  <a:pt x="532833" y="14908"/>
                </a:lnTo>
                <a:lnTo>
                  <a:pt x="533061" y="15057"/>
                </a:lnTo>
                <a:lnTo>
                  <a:pt x="533296" y="15198"/>
                </a:lnTo>
                <a:lnTo>
                  <a:pt x="533536" y="15330"/>
                </a:lnTo>
                <a:lnTo>
                  <a:pt x="533783" y="15455"/>
                </a:lnTo>
                <a:lnTo>
                  <a:pt x="534035" y="15572"/>
                </a:lnTo>
                <a:lnTo>
                  <a:pt x="534293" y="15681"/>
                </a:lnTo>
                <a:lnTo>
                  <a:pt x="534556" y="15781"/>
                </a:lnTo>
                <a:lnTo>
                  <a:pt x="534826" y="15874"/>
                </a:lnTo>
                <a:lnTo>
                  <a:pt x="535102" y="15959"/>
                </a:lnTo>
                <a:lnTo>
                  <a:pt x="535383" y="16035"/>
                </a:lnTo>
                <a:lnTo>
                  <a:pt x="535670" y="16104"/>
                </a:lnTo>
                <a:lnTo>
                  <a:pt x="535963" y="16164"/>
                </a:lnTo>
                <a:lnTo>
                  <a:pt x="536262" y="16216"/>
                </a:lnTo>
                <a:lnTo>
                  <a:pt x="536567" y="16261"/>
                </a:lnTo>
                <a:lnTo>
                  <a:pt x="536878" y="16297"/>
                </a:lnTo>
                <a:lnTo>
                  <a:pt x="537194" y="16325"/>
                </a:lnTo>
                <a:lnTo>
                  <a:pt x="537517" y="16345"/>
                </a:lnTo>
                <a:lnTo>
                  <a:pt x="537845" y="16357"/>
                </a:lnTo>
                <a:lnTo>
                  <a:pt x="538179" y="16361"/>
                </a:lnTo>
                <a:lnTo>
                  <a:pt x="538506" y="16357"/>
                </a:lnTo>
                <a:lnTo>
                  <a:pt x="538828" y="16345"/>
                </a:lnTo>
                <a:lnTo>
                  <a:pt x="539145" y="16325"/>
                </a:lnTo>
                <a:lnTo>
                  <a:pt x="539456" y="16297"/>
                </a:lnTo>
                <a:close/>
                <a:moveTo>
                  <a:pt x="41813" y="72522"/>
                </a:moveTo>
                <a:lnTo>
                  <a:pt x="42680" y="72502"/>
                </a:lnTo>
                <a:lnTo>
                  <a:pt x="43538" y="72469"/>
                </a:lnTo>
                <a:lnTo>
                  <a:pt x="44390" y="72421"/>
                </a:lnTo>
                <a:lnTo>
                  <a:pt x="45234" y="72361"/>
                </a:lnTo>
                <a:lnTo>
                  <a:pt x="46070" y="72287"/>
                </a:lnTo>
                <a:lnTo>
                  <a:pt x="46899" y="72200"/>
                </a:lnTo>
                <a:lnTo>
                  <a:pt x="47721" y="72099"/>
                </a:lnTo>
                <a:lnTo>
                  <a:pt x="48535" y="71984"/>
                </a:lnTo>
                <a:lnTo>
                  <a:pt x="49341" y="71856"/>
                </a:lnTo>
                <a:lnTo>
                  <a:pt x="50140" y="71715"/>
                </a:lnTo>
                <a:lnTo>
                  <a:pt x="50932" y="71561"/>
                </a:lnTo>
                <a:lnTo>
                  <a:pt x="51716" y="71392"/>
                </a:lnTo>
                <a:lnTo>
                  <a:pt x="52493" y="71211"/>
                </a:lnTo>
                <a:lnTo>
                  <a:pt x="53263" y="71016"/>
                </a:lnTo>
                <a:lnTo>
                  <a:pt x="54024" y="70807"/>
                </a:lnTo>
                <a:lnTo>
                  <a:pt x="54779" y="70585"/>
                </a:lnTo>
                <a:lnTo>
                  <a:pt x="55526" y="70350"/>
                </a:lnTo>
                <a:lnTo>
                  <a:pt x="56265" y="70101"/>
                </a:lnTo>
                <a:lnTo>
                  <a:pt x="56997" y="69839"/>
                </a:lnTo>
                <a:lnTo>
                  <a:pt x="57722" y="69563"/>
                </a:lnTo>
                <a:lnTo>
                  <a:pt x="58439" y="69274"/>
                </a:lnTo>
                <a:lnTo>
                  <a:pt x="59149" y="68971"/>
                </a:lnTo>
                <a:lnTo>
                  <a:pt x="59851" y="68655"/>
                </a:lnTo>
                <a:lnTo>
                  <a:pt x="60543" y="68326"/>
                </a:lnTo>
                <a:lnTo>
                  <a:pt x="61224" y="67984"/>
                </a:lnTo>
                <a:lnTo>
                  <a:pt x="61892" y="67630"/>
                </a:lnTo>
                <a:lnTo>
                  <a:pt x="62548" y="67263"/>
                </a:lnTo>
                <a:lnTo>
                  <a:pt x="63191" y="66883"/>
                </a:lnTo>
                <a:lnTo>
                  <a:pt x="63823" y="66491"/>
                </a:lnTo>
                <a:lnTo>
                  <a:pt x="64443" y="66087"/>
                </a:lnTo>
                <a:lnTo>
                  <a:pt x="65050" y="65670"/>
                </a:lnTo>
                <a:lnTo>
                  <a:pt x="65645" y="65240"/>
                </a:lnTo>
                <a:lnTo>
                  <a:pt x="66229" y="64798"/>
                </a:lnTo>
                <a:lnTo>
                  <a:pt x="66800" y="64343"/>
                </a:lnTo>
                <a:lnTo>
                  <a:pt x="67359" y="63875"/>
                </a:lnTo>
                <a:lnTo>
                  <a:pt x="67905" y="63395"/>
                </a:lnTo>
                <a:lnTo>
                  <a:pt x="68440" y="62903"/>
                </a:lnTo>
                <a:lnTo>
                  <a:pt x="68962" y="62398"/>
                </a:lnTo>
                <a:lnTo>
                  <a:pt x="69473" y="61880"/>
                </a:lnTo>
                <a:lnTo>
                  <a:pt x="69971" y="61350"/>
                </a:lnTo>
                <a:lnTo>
                  <a:pt x="70457" y="60807"/>
                </a:lnTo>
                <a:lnTo>
                  <a:pt x="70931" y="60251"/>
                </a:lnTo>
                <a:lnTo>
                  <a:pt x="71393" y="59683"/>
                </a:lnTo>
                <a:lnTo>
                  <a:pt x="71842" y="59103"/>
                </a:lnTo>
                <a:lnTo>
                  <a:pt x="72280" y="58509"/>
                </a:lnTo>
                <a:lnTo>
                  <a:pt x="72705" y="57904"/>
                </a:lnTo>
                <a:lnTo>
                  <a:pt x="73118" y="57285"/>
                </a:lnTo>
                <a:lnTo>
                  <a:pt x="73517" y="56654"/>
                </a:lnTo>
                <a:lnTo>
                  <a:pt x="73899" y="56011"/>
                </a:lnTo>
                <a:lnTo>
                  <a:pt x="74263" y="55356"/>
                </a:lnTo>
                <a:lnTo>
                  <a:pt x="74611" y="54688"/>
                </a:lnTo>
                <a:lnTo>
                  <a:pt x="74942" y="54008"/>
                </a:lnTo>
                <a:lnTo>
                  <a:pt x="75256" y="53315"/>
                </a:lnTo>
                <a:lnTo>
                  <a:pt x="75553" y="52611"/>
                </a:lnTo>
                <a:lnTo>
                  <a:pt x="75833" y="51894"/>
                </a:lnTo>
                <a:lnTo>
                  <a:pt x="76096" y="51164"/>
                </a:lnTo>
                <a:lnTo>
                  <a:pt x="76342" y="50423"/>
                </a:lnTo>
                <a:lnTo>
                  <a:pt x="76571" y="49669"/>
                </a:lnTo>
                <a:lnTo>
                  <a:pt x="76783" y="48903"/>
                </a:lnTo>
                <a:lnTo>
                  <a:pt x="76978" y="48125"/>
                </a:lnTo>
                <a:lnTo>
                  <a:pt x="77156" y="47334"/>
                </a:lnTo>
                <a:lnTo>
                  <a:pt x="77317" y="46531"/>
                </a:lnTo>
                <a:lnTo>
                  <a:pt x="77461" y="45716"/>
                </a:lnTo>
                <a:lnTo>
                  <a:pt x="77588" y="44889"/>
                </a:lnTo>
                <a:lnTo>
                  <a:pt x="77699" y="44049"/>
                </a:lnTo>
                <a:lnTo>
                  <a:pt x="77792" y="43197"/>
                </a:lnTo>
                <a:lnTo>
                  <a:pt x="77868" y="42333"/>
                </a:lnTo>
                <a:lnTo>
                  <a:pt x="77928" y="41456"/>
                </a:lnTo>
                <a:lnTo>
                  <a:pt x="77970" y="40567"/>
                </a:lnTo>
                <a:lnTo>
                  <a:pt x="77996" y="39666"/>
                </a:lnTo>
                <a:lnTo>
                  <a:pt x="78004" y="38752"/>
                </a:lnTo>
                <a:lnTo>
                  <a:pt x="77996" y="37818"/>
                </a:lnTo>
                <a:lnTo>
                  <a:pt x="77970" y="36895"/>
                </a:lnTo>
                <a:lnTo>
                  <a:pt x="77928" y="35985"/>
                </a:lnTo>
                <a:lnTo>
                  <a:pt x="77868" y="35087"/>
                </a:lnTo>
                <a:lnTo>
                  <a:pt x="77792" y="34201"/>
                </a:lnTo>
                <a:lnTo>
                  <a:pt x="77699" y="33327"/>
                </a:lnTo>
                <a:lnTo>
                  <a:pt x="77588" y="32465"/>
                </a:lnTo>
                <a:lnTo>
                  <a:pt x="77461" y="31616"/>
                </a:lnTo>
                <a:lnTo>
                  <a:pt x="77317" y="30778"/>
                </a:lnTo>
                <a:lnTo>
                  <a:pt x="77156" y="29953"/>
                </a:lnTo>
                <a:lnTo>
                  <a:pt x="76978" y="29140"/>
                </a:lnTo>
                <a:lnTo>
                  <a:pt x="76783" y="28339"/>
                </a:lnTo>
                <a:lnTo>
                  <a:pt x="76571" y="27550"/>
                </a:lnTo>
                <a:lnTo>
                  <a:pt x="76342" y="26773"/>
                </a:lnTo>
                <a:lnTo>
                  <a:pt x="76096" y="26009"/>
                </a:lnTo>
                <a:lnTo>
                  <a:pt x="75833" y="25256"/>
                </a:lnTo>
                <a:lnTo>
                  <a:pt x="75553" y="24516"/>
                </a:lnTo>
                <a:lnTo>
                  <a:pt x="75256" y="23788"/>
                </a:lnTo>
                <a:lnTo>
                  <a:pt x="74942" y="23072"/>
                </a:lnTo>
                <a:lnTo>
                  <a:pt x="74611" y="22368"/>
                </a:lnTo>
                <a:lnTo>
                  <a:pt x="74263" y="21676"/>
                </a:lnTo>
                <a:lnTo>
                  <a:pt x="73899" y="20997"/>
                </a:lnTo>
                <a:lnTo>
                  <a:pt x="73517" y="20329"/>
                </a:lnTo>
                <a:lnTo>
                  <a:pt x="73118" y="19674"/>
                </a:lnTo>
                <a:lnTo>
                  <a:pt x="72705" y="19031"/>
                </a:lnTo>
                <a:lnTo>
                  <a:pt x="72280" y="18402"/>
                </a:lnTo>
                <a:lnTo>
                  <a:pt x="71842" y="17785"/>
                </a:lnTo>
                <a:lnTo>
                  <a:pt x="71393" y="17182"/>
                </a:lnTo>
                <a:lnTo>
                  <a:pt x="70931" y="16591"/>
                </a:lnTo>
                <a:lnTo>
                  <a:pt x="70457" y="16014"/>
                </a:lnTo>
                <a:lnTo>
                  <a:pt x="69971" y="15451"/>
                </a:lnTo>
                <a:lnTo>
                  <a:pt x="69473" y="14900"/>
                </a:lnTo>
                <a:lnTo>
                  <a:pt x="68962" y="14362"/>
                </a:lnTo>
                <a:lnTo>
                  <a:pt x="68440" y="13838"/>
                </a:lnTo>
                <a:lnTo>
                  <a:pt x="67905" y="13327"/>
                </a:lnTo>
                <a:lnTo>
                  <a:pt x="67359" y="12829"/>
                </a:lnTo>
                <a:lnTo>
                  <a:pt x="66800" y="12344"/>
                </a:lnTo>
                <a:lnTo>
                  <a:pt x="66229" y="11872"/>
                </a:lnTo>
                <a:lnTo>
                  <a:pt x="65645" y="11414"/>
                </a:lnTo>
                <a:lnTo>
                  <a:pt x="65050" y="10969"/>
                </a:lnTo>
                <a:lnTo>
                  <a:pt x="64443" y="10537"/>
                </a:lnTo>
                <a:lnTo>
                  <a:pt x="63823" y="10118"/>
                </a:lnTo>
                <a:lnTo>
                  <a:pt x="63191" y="9712"/>
                </a:lnTo>
                <a:lnTo>
                  <a:pt x="62548" y="9319"/>
                </a:lnTo>
                <a:lnTo>
                  <a:pt x="61892" y="8940"/>
                </a:lnTo>
                <a:lnTo>
                  <a:pt x="61224" y="8573"/>
                </a:lnTo>
                <a:lnTo>
                  <a:pt x="60543" y="8220"/>
                </a:lnTo>
                <a:lnTo>
                  <a:pt x="59851" y="7880"/>
                </a:lnTo>
                <a:lnTo>
                  <a:pt x="59149" y="7554"/>
                </a:lnTo>
                <a:lnTo>
                  <a:pt x="58439" y="7241"/>
                </a:lnTo>
                <a:lnTo>
                  <a:pt x="57722" y="6942"/>
                </a:lnTo>
                <a:lnTo>
                  <a:pt x="56997" y="6658"/>
                </a:lnTo>
                <a:lnTo>
                  <a:pt x="56265" y="6387"/>
                </a:lnTo>
                <a:lnTo>
                  <a:pt x="55526" y="6130"/>
                </a:lnTo>
                <a:lnTo>
                  <a:pt x="54779" y="5887"/>
                </a:lnTo>
                <a:lnTo>
                  <a:pt x="54024" y="5658"/>
                </a:lnTo>
                <a:lnTo>
                  <a:pt x="53263" y="5442"/>
                </a:lnTo>
                <a:lnTo>
                  <a:pt x="52493" y="5241"/>
                </a:lnTo>
                <a:lnTo>
                  <a:pt x="51716" y="5053"/>
                </a:lnTo>
                <a:lnTo>
                  <a:pt x="50932" y="4880"/>
                </a:lnTo>
                <a:lnTo>
                  <a:pt x="50140" y="4720"/>
                </a:lnTo>
                <a:lnTo>
                  <a:pt x="49341" y="4574"/>
                </a:lnTo>
                <a:lnTo>
                  <a:pt x="48535" y="4442"/>
                </a:lnTo>
                <a:lnTo>
                  <a:pt x="47721" y="4324"/>
                </a:lnTo>
                <a:lnTo>
                  <a:pt x="46899" y="4220"/>
                </a:lnTo>
                <a:lnTo>
                  <a:pt x="46070" y="4130"/>
                </a:lnTo>
                <a:lnTo>
                  <a:pt x="45234" y="4053"/>
                </a:lnTo>
                <a:lnTo>
                  <a:pt x="44390" y="3991"/>
                </a:lnTo>
                <a:lnTo>
                  <a:pt x="43538" y="3942"/>
                </a:lnTo>
                <a:lnTo>
                  <a:pt x="42680" y="3907"/>
                </a:lnTo>
                <a:lnTo>
                  <a:pt x="41813" y="3886"/>
                </a:lnTo>
                <a:lnTo>
                  <a:pt x="40939" y="3879"/>
                </a:lnTo>
                <a:lnTo>
                  <a:pt x="0" y="3879"/>
                </a:lnTo>
                <a:lnTo>
                  <a:pt x="0" y="117396"/>
                </a:lnTo>
                <a:lnTo>
                  <a:pt x="15163" y="117396"/>
                </a:lnTo>
                <a:lnTo>
                  <a:pt x="15163" y="72529"/>
                </a:lnTo>
                <a:lnTo>
                  <a:pt x="40939" y="72529"/>
                </a:lnTo>
                <a:lnTo>
                  <a:pt x="41813" y="72522"/>
                </a:lnTo>
                <a:close/>
                <a:moveTo>
                  <a:pt x="41433" y="16399"/>
                </a:moveTo>
                <a:lnTo>
                  <a:pt x="42249" y="16447"/>
                </a:lnTo>
                <a:lnTo>
                  <a:pt x="43052" y="16513"/>
                </a:lnTo>
                <a:lnTo>
                  <a:pt x="43843" y="16599"/>
                </a:lnTo>
                <a:lnTo>
                  <a:pt x="44620" y="16703"/>
                </a:lnTo>
                <a:lnTo>
                  <a:pt x="45383" y="16827"/>
                </a:lnTo>
                <a:lnTo>
                  <a:pt x="46134" y="16969"/>
                </a:lnTo>
                <a:lnTo>
                  <a:pt x="46872" y="17131"/>
                </a:lnTo>
                <a:lnTo>
                  <a:pt x="47596" y="17311"/>
                </a:lnTo>
                <a:lnTo>
                  <a:pt x="48307" y="17511"/>
                </a:lnTo>
                <a:lnTo>
                  <a:pt x="49005" y="17729"/>
                </a:lnTo>
                <a:lnTo>
                  <a:pt x="49690" y="17967"/>
                </a:lnTo>
                <a:lnTo>
                  <a:pt x="50362" y="18223"/>
                </a:lnTo>
                <a:lnTo>
                  <a:pt x="51020" y="18498"/>
                </a:lnTo>
                <a:lnTo>
                  <a:pt x="51666" y="18793"/>
                </a:lnTo>
                <a:lnTo>
                  <a:pt x="52298" y="19106"/>
                </a:lnTo>
                <a:lnTo>
                  <a:pt x="52917" y="19439"/>
                </a:lnTo>
                <a:lnTo>
                  <a:pt x="53523" y="19790"/>
                </a:lnTo>
                <a:lnTo>
                  <a:pt x="54116" y="20161"/>
                </a:lnTo>
                <a:lnTo>
                  <a:pt x="54695" y="20550"/>
                </a:lnTo>
                <a:lnTo>
                  <a:pt x="55262" y="20959"/>
                </a:lnTo>
                <a:lnTo>
                  <a:pt x="55815" y="21386"/>
                </a:lnTo>
                <a:lnTo>
                  <a:pt x="56355" y="21833"/>
                </a:lnTo>
                <a:lnTo>
                  <a:pt x="56877" y="22299"/>
                </a:lnTo>
                <a:lnTo>
                  <a:pt x="57378" y="22786"/>
                </a:lnTo>
                <a:lnTo>
                  <a:pt x="57855" y="23294"/>
                </a:lnTo>
                <a:lnTo>
                  <a:pt x="58311" y="23822"/>
                </a:lnTo>
                <a:lnTo>
                  <a:pt x="58745" y="24372"/>
                </a:lnTo>
                <a:lnTo>
                  <a:pt x="59156" y="24942"/>
                </a:lnTo>
                <a:lnTo>
                  <a:pt x="59545" y="25533"/>
                </a:lnTo>
                <a:lnTo>
                  <a:pt x="59912" y="26144"/>
                </a:lnTo>
                <a:lnTo>
                  <a:pt x="60256" y="26777"/>
                </a:lnTo>
                <a:lnTo>
                  <a:pt x="60579" y="27430"/>
                </a:lnTo>
                <a:lnTo>
                  <a:pt x="60879" y="28104"/>
                </a:lnTo>
                <a:lnTo>
                  <a:pt x="61157" y="28798"/>
                </a:lnTo>
                <a:lnTo>
                  <a:pt x="61412" y="29514"/>
                </a:lnTo>
                <a:lnTo>
                  <a:pt x="61646" y="30250"/>
                </a:lnTo>
                <a:lnTo>
                  <a:pt x="61857" y="31007"/>
                </a:lnTo>
                <a:lnTo>
                  <a:pt x="62046" y="31784"/>
                </a:lnTo>
                <a:lnTo>
                  <a:pt x="62212" y="32583"/>
                </a:lnTo>
                <a:lnTo>
                  <a:pt x="62357" y="33402"/>
                </a:lnTo>
                <a:lnTo>
                  <a:pt x="62479" y="34242"/>
                </a:lnTo>
                <a:lnTo>
                  <a:pt x="62579" y="35102"/>
                </a:lnTo>
                <a:lnTo>
                  <a:pt x="62657" y="35984"/>
                </a:lnTo>
                <a:lnTo>
                  <a:pt x="62713" y="36886"/>
                </a:lnTo>
                <a:lnTo>
                  <a:pt x="62746" y="37809"/>
                </a:lnTo>
                <a:lnTo>
                  <a:pt x="62757" y="38752"/>
                </a:lnTo>
                <a:lnTo>
                  <a:pt x="62746" y="39634"/>
                </a:lnTo>
                <a:lnTo>
                  <a:pt x="62713" y="40496"/>
                </a:lnTo>
                <a:lnTo>
                  <a:pt x="62657" y="41340"/>
                </a:lnTo>
                <a:lnTo>
                  <a:pt x="62579" y="42165"/>
                </a:lnTo>
                <a:lnTo>
                  <a:pt x="62479" y="42971"/>
                </a:lnTo>
                <a:lnTo>
                  <a:pt x="62357" y="43758"/>
                </a:lnTo>
                <a:lnTo>
                  <a:pt x="62212" y="44526"/>
                </a:lnTo>
                <a:lnTo>
                  <a:pt x="62046" y="45276"/>
                </a:lnTo>
                <a:lnTo>
                  <a:pt x="61857" y="46006"/>
                </a:lnTo>
                <a:lnTo>
                  <a:pt x="61646" y="46718"/>
                </a:lnTo>
                <a:lnTo>
                  <a:pt x="61412" y="47411"/>
                </a:lnTo>
                <a:lnTo>
                  <a:pt x="61157" y="48085"/>
                </a:lnTo>
                <a:lnTo>
                  <a:pt x="60879" y="48740"/>
                </a:lnTo>
                <a:lnTo>
                  <a:pt x="60579" y="49376"/>
                </a:lnTo>
                <a:lnTo>
                  <a:pt x="60256" y="49994"/>
                </a:lnTo>
                <a:lnTo>
                  <a:pt x="59912" y="50592"/>
                </a:lnTo>
                <a:lnTo>
                  <a:pt x="59545" y="51172"/>
                </a:lnTo>
                <a:lnTo>
                  <a:pt x="59156" y="51733"/>
                </a:lnTo>
                <a:lnTo>
                  <a:pt x="58745" y="52275"/>
                </a:lnTo>
                <a:lnTo>
                  <a:pt x="58311" y="52798"/>
                </a:lnTo>
                <a:lnTo>
                  <a:pt x="57855" y="53303"/>
                </a:lnTo>
                <a:lnTo>
                  <a:pt x="57378" y="53788"/>
                </a:lnTo>
                <a:lnTo>
                  <a:pt x="56877" y="54255"/>
                </a:lnTo>
                <a:lnTo>
                  <a:pt x="56355" y="54703"/>
                </a:lnTo>
                <a:lnTo>
                  <a:pt x="55815" y="55132"/>
                </a:lnTo>
                <a:lnTo>
                  <a:pt x="55262" y="55543"/>
                </a:lnTo>
                <a:lnTo>
                  <a:pt x="54695" y="55935"/>
                </a:lnTo>
                <a:lnTo>
                  <a:pt x="54116" y="56310"/>
                </a:lnTo>
                <a:lnTo>
                  <a:pt x="53523" y="56666"/>
                </a:lnTo>
                <a:lnTo>
                  <a:pt x="52917" y="57004"/>
                </a:lnTo>
                <a:lnTo>
                  <a:pt x="52298" y="57324"/>
                </a:lnTo>
                <a:lnTo>
                  <a:pt x="51666" y="57625"/>
                </a:lnTo>
                <a:lnTo>
                  <a:pt x="51020" y="57908"/>
                </a:lnTo>
                <a:lnTo>
                  <a:pt x="50362" y="58173"/>
                </a:lnTo>
                <a:lnTo>
                  <a:pt x="49690" y="58420"/>
                </a:lnTo>
                <a:lnTo>
                  <a:pt x="49005" y="58648"/>
                </a:lnTo>
                <a:lnTo>
                  <a:pt x="48307" y="58858"/>
                </a:lnTo>
                <a:lnTo>
                  <a:pt x="47596" y="59050"/>
                </a:lnTo>
                <a:lnTo>
                  <a:pt x="46872" y="59223"/>
                </a:lnTo>
                <a:lnTo>
                  <a:pt x="46134" y="59379"/>
                </a:lnTo>
                <a:lnTo>
                  <a:pt x="45383" y="59516"/>
                </a:lnTo>
                <a:lnTo>
                  <a:pt x="44620" y="59634"/>
                </a:lnTo>
                <a:lnTo>
                  <a:pt x="43843" y="59735"/>
                </a:lnTo>
                <a:lnTo>
                  <a:pt x="43052" y="59817"/>
                </a:lnTo>
                <a:lnTo>
                  <a:pt x="42249" y="59881"/>
                </a:lnTo>
                <a:lnTo>
                  <a:pt x="41433" y="59926"/>
                </a:lnTo>
                <a:lnTo>
                  <a:pt x="40603" y="59954"/>
                </a:lnTo>
                <a:lnTo>
                  <a:pt x="39760" y="59963"/>
                </a:lnTo>
                <a:lnTo>
                  <a:pt x="15163" y="59963"/>
                </a:lnTo>
                <a:lnTo>
                  <a:pt x="15163" y="16361"/>
                </a:lnTo>
                <a:lnTo>
                  <a:pt x="39760" y="16361"/>
                </a:lnTo>
                <a:lnTo>
                  <a:pt x="40603" y="16371"/>
                </a:lnTo>
                <a:lnTo>
                  <a:pt x="41433" y="16399"/>
                </a:lnTo>
                <a:close/>
                <a:moveTo>
                  <a:pt x="101851" y="55878"/>
                </a:moveTo>
                <a:lnTo>
                  <a:pt x="102088" y="55560"/>
                </a:lnTo>
                <a:lnTo>
                  <a:pt x="102327" y="55245"/>
                </a:lnTo>
                <a:lnTo>
                  <a:pt x="102569" y="54933"/>
                </a:lnTo>
                <a:lnTo>
                  <a:pt x="102813" y="54625"/>
                </a:lnTo>
                <a:lnTo>
                  <a:pt x="103059" y="54320"/>
                </a:lnTo>
                <a:lnTo>
                  <a:pt x="103307" y="54018"/>
                </a:lnTo>
                <a:lnTo>
                  <a:pt x="103557" y="53720"/>
                </a:lnTo>
                <a:lnTo>
                  <a:pt x="103809" y="53424"/>
                </a:lnTo>
                <a:lnTo>
                  <a:pt x="104064" y="53132"/>
                </a:lnTo>
                <a:lnTo>
                  <a:pt x="104321" y="52843"/>
                </a:lnTo>
                <a:lnTo>
                  <a:pt x="104580" y="52558"/>
                </a:lnTo>
                <a:lnTo>
                  <a:pt x="104841" y="52275"/>
                </a:lnTo>
                <a:lnTo>
                  <a:pt x="105105" y="51996"/>
                </a:lnTo>
                <a:lnTo>
                  <a:pt x="105371" y="51720"/>
                </a:lnTo>
                <a:lnTo>
                  <a:pt x="105638" y="51447"/>
                </a:lnTo>
                <a:lnTo>
                  <a:pt x="105908" y="51178"/>
                </a:lnTo>
                <a:lnTo>
                  <a:pt x="106181" y="50912"/>
                </a:lnTo>
                <a:lnTo>
                  <a:pt x="106455" y="50649"/>
                </a:lnTo>
                <a:lnTo>
                  <a:pt x="106732" y="50389"/>
                </a:lnTo>
                <a:lnTo>
                  <a:pt x="107011" y="50132"/>
                </a:lnTo>
                <a:lnTo>
                  <a:pt x="107292" y="49879"/>
                </a:lnTo>
                <a:lnTo>
                  <a:pt x="107575" y="49629"/>
                </a:lnTo>
                <a:lnTo>
                  <a:pt x="107861" y="49383"/>
                </a:lnTo>
                <a:lnTo>
                  <a:pt x="108152" y="49141"/>
                </a:lnTo>
                <a:lnTo>
                  <a:pt x="108447" y="48904"/>
                </a:lnTo>
                <a:lnTo>
                  <a:pt x="108746" y="48671"/>
                </a:lnTo>
                <a:lnTo>
                  <a:pt x="109049" y="48442"/>
                </a:lnTo>
                <a:lnTo>
                  <a:pt x="109357" y="48218"/>
                </a:lnTo>
                <a:lnTo>
                  <a:pt x="109669" y="47999"/>
                </a:lnTo>
                <a:lnTo>
                  <a:pt x="109985" y="47784"/>
                </a:lnTo>
                <a:lnTo>
                  <a:pt x="110305" y="47574"/>
                </a:lnTo>
                <a:lnTo>
                  <a:pt x="110630" y="47368"/>
                </a:lnTo>
                <a:lnTo>
                  <a:pt x="110959" y="47166"/>
                </a:lnTo>
                <a:lnTo>
                  <a:pt x="111292" y="46969"/>
                </a:lnTo>
                <a:lnTo>
                  <a:pt x="111629" y="46777"/>
                </a:lnTo>
                <a:lnTo>
                  <a:pt x="111971" y="46589"/>
                </a:lnTo>
                <a:lnTo>
                  <a:pt x="112316" y="46405"/>
                </a:lnTo>
                <a:lnTo>
                  <a:pt x="112666" y="46226"/>
                </a:lnTo>
                <a:lnTo>
                  <a:pt x="113021" y="46052"/>
                </a:lnTo>
                <a:lnTo>
                  <a:pt x="113379" y="45882"/>
                </a:lnTo>
                <a:lnTo>
                  <a:pt x="113742" y="45717"/>
                </a:lnTo>
                <a:lnTo>
                  <a:pt x="114109" y="45556"/>
                </a:lnTo>
                <a:lnTo>
                  <a:pt x="114480" y="45399"/>
                </a:lnTo>
                <a:lnTo>
                  <a:pt x="114856" y="45247"/>
                </a:lnTo>
                <a:lnTo>
                  <a:pt x="115235" y="45099"/>
                </a:lnTo>
                <a:lnTo>
                  <a:pt x="115619" y="44956"/>
                </a:lnTo>
                <a:lnTo>
                  <a:pt x="116008" y="44818"/>
                </a:lnTo>
                <a:lnTo>
                  <a:pt x="116402" y="44686"/>
                </a:lnTo>
                <a:lnTo>
                  <a:pt x="116801" y="44560"/>
                </a:lnTo>
                <a:lnTo>
                  <a:pt x="117206" y="44439"/>
                </a:lnTo>
                <a:lnTo>
                  <a:pt x="117616" y="44325"/>
                </a:lnTo>
                <a:lnTo>
                  <a:pt x="118031" y="44216"/>
                </a:lnTo>
                <a:lnTo>
                  <a:pt x="118451" y="44113"/>
                </a:lnTo>
                <a:lnTo>
                  <a:pt x="118877" y="44016"/>
                </a:lnTo>
                <a:lnTo>
                  <a:pt x="119307" y="43925"/>
                </a:lnTo>
                <a:lnTo>
                  <a:pt x="119744" y="43840"/>
                </a:lnTo>
                <a:lnTo>
                  <a:pt x="120185" y="43761"/>
                </a:lnTo>
                <a:lnTo>
                  <a:pt x="120632" y="43687"/>
                </a:lnTo>
                <a:lnTo>
                  <a:pt x="121083" y="43620"/>
                </a:lnTo>
                <a:lnTo>
                  <a:pt x="121541" y="43558"/>
                </a:lnTo>
                <a:lnTo>
                  <a:pt x="122003" y="43502"/>
                </a:lnTo>
                <a:lnTo>
                  <a:pt x="122471" y="43452"/>
                </a:lnTo>
                <a:lnTo>
                  <a:pt x="122944" y="43408"/>
                </a:lnTo>
                <a:lnTo>
                  <a:pt x="123422" y="43370"/>
                </a:lnTo>
                <a:lnTo>
                  <a:pt x="123905" y="43338"/>
                </a:lnTo>
                <a:lnTo>
                  <a:pt x="124394" y="43311"/>
                </a:lnTo>
                <a:lnTo>
                  <a:pt x="124888" y="43291"/>
                </a:lnTo>
                <a:lnTo>
                  <a:pt x="125387" y="43276"/>
                </a:lnTo>
                <a:lnTo>
                  <a:pt x="125892" y="43267"/>
                </a:lnTo>
                <a:lnTo>
                  <a:pt x="126402" y="43264"/>
                </a:lnTo>
                <a:lnTo>
                  <a:pt x="128339" y="43264"/>
                </a:lnTo>
                <a:lnTo>
                  <a:pt x="128339" y="30361"/>
                </a:lnTo>
                <a:lnTo>
                  <a:pt x="126655" y="30361"/>
                </a:lnTo>
                <a:lnTo>
                  <a:pt x="125847" y="30368"/>
                </a:lnTo>
                <a:lnTo>
                  <a:pt x="125051" y="30391"/>
                </a:lnTo>
                <a:lnTo>
                  <a:pt x="124268" y="30428"/>
                </a:lnTo>
                <a:lnTo>
                  <a:pt x="123498" y="30480"/>
                </a:lnTo>
                <a:lnTo>
                  <a:pt x="122740" y="30548"/>
                </a:lnTo>
                <a:lnTo>
                  <a:pt x="121995" y="30630"/>
                </a:lnTo>
                <a:lnTo>
                  <a:pt x="121263" y="30727"/>
                </a:lnTo>
                <a:lnTo>
                  <a:pt x="120543" y="30839"/>
                </a:lnTo>
                <a:lnTo>
                  <a:pt x="119835" y="30966"/>
                </a:lnTo>
                <a:lnTo>
                  <a:pt x="119140" y="31108"/>
                </a:lnTo>
                <a:lnTo>
                  <a:pt x="118458" y="31265"/>
                </a:lnTo>
                <a:lnTo>
                  <a:pt x="117789" y="31436"/>
                </a:lnTo>
                <a:lnTo>
                  <a:pt x="117131" y="31623"/>
                </a:lnTo>
                <a:lnTo>
                  <a:pt x="116487" y="31825"/>
                </a:lnTo>
                <a:lnTo>
                  <a:pt x="115855" y="32041"/>
                </a:lnTo>
                <a:lnTo>
                  <a:pt x="115236" y="32273"/>
                </a:lnTo>
                <a:lnTo>
                  <a:pt x="114629" y="32519"/>
                </a:lnTo>
                <a:lnTo>
                  <a:pt x="114035" y="32780"/>
                </a:lnTo>
                <a:lnTo>
                  <a:pt x="113453" y="33057"/>
                </a:lnTo>
                <a:lnTo>
                  <a:pt x="112884" y="33348"/>
                </a:lnTo>
                <a:lnTo>
                  <a:pt x="112328" y="33654"/>
                </a:lnTo>
                <a:lnTo>
                  <a:pt x="111784" y="33975"/>
                </a:lnTo>
                <a:lnTo>
                  <a:pt x="111252" y="34311"/>
                </a:lnTo>
                <a:lnTo>
                  <a:pt x="110734" y="34662"/>
                </a:lnTo>
                <a:lnTo>
                  <a:pt x="110226" y="35024"/>
                </a:lnTo>
                <a:lnTo>
                  <a:pt x="109727" y="35393"/>
                </a:lnTo>
                <a:lnTo>
                  <a:pt x="109237" y="35769"/>
                </a:lnTo>
                <a:lnTo>
                  <a:pt x="108756" y="36152"/>
                </a:lnTo>
                <a:lnTo>
                  <a:pt x="108285" y="36542"/>
                </a:lnTo>
                <a:lnTo>
                  <a:pt x="107822" y="36939"/>
                </a:lnTo>
                <a:lnTo>
                  <a:pt x="107369" y="37343"/>
                </a:lnTo>
                <a:lnTo>
                  <a:pt x="106924" y="37754"/>
                </a:lnTo>
                <a:lnTo>
                  <a:pt x="106489" y="38173"/>
                </a:lnTo>
                <a:lnTo>
                  <a:pt x="106063" y="38598"/>
                </a:lnTo>
                <a:lnTo>
                  <a:pt x="105645" y="39030"/>
                </a:lnTo>
                <a:lnTo>
                  <a:pt x="105237" y="39469"/>
                </a:lnTo>
                <a:lnTo>
                  <a:pt x="104838" y="39916"/>
                </a:lnTo>
                <a:lnTo>
                  <a:pt x="104448" y="40369"/>
                </a:lnTo>
                <a:lnTo>
                  <a:pt x="104067" y="40829"/>
                </a:lnTo>
                <a:lnTo>
                  <a:pt x="103695" y="41297"/>
                </a:lnTo>
                <a:lnTo>
                  <a:pt x="103332" y="41771"/>
                </a:lnTo>
                <a:lnTo>
                  <a:pt x="102979" y="42252"/>
                </a:lnTo>
                <a:lnTo>
                  <a:pt x="102634" y="42741"/>
                </a:lnTo>
                <a:lnTo>
                  <a:pt x="102298" y="43236"/>
                </a:lnTo>
                <a:lnTo>
                  <a:pt x="101972" y="43739"/>
                </a:lnTo>
                <a:lnTo>
                  <a:pt x="101654" y="44248"/>
                </a:lnTo>
                <a:lnTo>
                  <a:pt x="101346" y="44765"/>
                </a:lnTo>
                <a:lnTo>
                  <a:pt x="101046" y="45289"/>
                </a:lnTo>
                <a:lnTo>
                  <a:pt x="100541" y="31879"/>
                </a:lnTo>
                <a:lnTo>
                  <a:pt x="87316" y="31879"/>
                </a:lnTo>
                <a:lnTo>
                  <a:pt x="87316" y="117396"/>
                </a:lnTo>
                <a:lnTo>
                  <a:pt x="101383" y="117396"/>
                </a:lnTo>
                <a:lnTo>
                  <a:pt x="101383" y="56524"/>
                </a:lnTo>
                <a:lnTo>
                  <a:pt x="101616" y="56199"/>
                </a:lnTo>
                <a:lnTo>
                  <a:pt x="101851" y="55878"/>
                </a:lnTo>
                <a:close/>
                <a:moveTo>
                  <a:pt x="172990" y="118768"/>
                </a:moveTo>
                <a:lnTo>
                  <a:pt x="173920" y="118685"/>
                </a:lnTo>
                <a:lnTo>
                  <a:pt x="174839" y="118585"/>
                </a:lnTo>
                <a:lnTo>
                  <a:pt x="175745" y="118466"/>
                </a:lnTo>
                <a:lnTo>
                  <a:pt x="176640" y="118328"/>
                </a:lnTo>
                <a:lnTo>
                  <a:pt x="177524" y="118173"/>
                </a:lnTo>
                <a:lnTo>
                  <a:pt x="178395" y="117999"/>
                </a:lnTo>
                <a:lnTo>
                  <a:pt x="179255" y="117807"/>
                </a:lnTo>
                <a:lnTo>
                  <a:pt x="180103" y="117596"/>
                </a:lnTo>
                <a:lnTo>
                  <a:pt x="180940" y="117367"/>
                </a:lnTo>
                <a:lnTo>
                  <a:pt x="181765" y="117120"/>
                </a:lnTo>
                <a:lnTo>
                  <a:pt x="182578" y="116855"/>
                </a:lnTo>
                <a:lnTo>
                  <a:pt x="183379" y="116571"/>
                </a:lnTo>
                <a:lnTo>
                  <a:pt x="184169" y="116269"/>
                </a:lnTo>
                <a:lnTo>
                  <a:pt x="184947" y="115949"/>
                </a:lnTo>
                <a:lnTo>
                  <a:pt x="185713" y="115610"/>
                </a:lnTo>
                <a:lnTo>
                  <a:pt x="186468" y="115254"/>
                </a:lnTo>
                <a:lnTo>
                  <a:pt x="187211" y="114878"/>
                </a:lnTo>
                <a:lnTo>
                  <a:pt x="187942" y="114485"/>
                </a:lnTo>
                <a:lnTo>
                  <a:pt x="188662" y="114073"/>
                </a:lnTo>
                <a:lnTo>
                  <a:pt x="189369" y="113643"/>
                </a:lnTo>
                <a:lnTo>
                  <a:pt x="190065" y="113196"/>
                </a:lnTo>
                <a:lnTo>
                  <a:pt x="190746" y="112732"/>
                </a:lnTo>
                <a:lnTo>
                  <a:pt x="191414" y="112253"/>
                </a:lnTo>
                <a:lnTo>
                  <a:pt x="192067" y="111758"/>
                </a:lnTo>
                <a:lnTo>
                  <a:pt x="192708" y="111247"/>
                </a:lnTo>
                <a:lnTo>
                  <a:pt x="193334" y="110719"/>
                </a:lnTo>
                <a:lnTo>
                  <a:pt x="193947" y="110176"/>
                </a:lnTo>
                <a:lnTo>
                  <a:pt x="194545" y="109617"/>
                </a:lnTo>
                <a:lnTo>
                  <a:pt x="195131" y="109041"/>
                </a:lnTo>
                <a:lnTo>
                  <a:pt x="195702" y="108450"/>
                </a:lnTo>
                <a:lnTo>
                  <a:pt x="196260" y="107842"/>
                </a:lnTo>
                <a:lnTo>
                  <a:pt x="196803" y="107219"/>
                </a:lnTo>
                <a:lnTo>
                  <a:pt x="197334" y="106580"/>
                </a:lnTo>
                <a:lnTo>
                  <a:pt x="197850" y="105924"/>
                </a:lnTo>
                <a:lnTo>
                  <a:pt x="198353" y="105253"/>
                </a:lnTo>
                <a:lnTo>
                  <a:pt x="198842" y="104565"/>
                </a:lnTo>
                <a:lnTo>
                  <a:pt x="199317" y="103862"/>
                </a:lnTo>
                <a:lnTo>
                  <a:pt x="199778" y="103142"/>
                </a:lnTo>
                <a:lnTo>
                  <a:pt x="200226" y="102407"/>
                </a:lnTo>
                <a:lnTo>
                  <a:pt x="200660" y="101655"/>
                </a:lnTo>
                <a:lnTo>
                  <a:pt x="201080" y="100888"/>
                </a:lnTo>
                <a:lnTo>
                  <a:pt x="201486" y="100104"/>
                </a:lnTo>
                <a:lnTo>
                  <a:pt x="201879" y="99304"/>
                </a:lnTo>
                <a:lnTo>
                  <a:pt x="202258" y="98489"/>
                </a:lnTo>
                <a:lnTo>
                  <a:pt x="202622" y="97659"/>
                </a:lnTo>
                <a:lnTo>
                  <a:pt x="202971" y="96815"/>
                </a:lnTo>
                <a:lnTo>
                  <a:pt x="203304" y="95958"/>
                </a:lnTo>
                <a:lnTo>
                  <a:pt x="203622" y="95088"/>
                </a:lnTo>
                <a:lnTo>
                  <a:pt x="203924" y="94205"/>
                </a:lnTo>
                <a:lnTo>
                  <a:pt x="204211" y="93308"/>
                </a:lnTo>
                <a:lnTo>
                  <a:pt x="204482" y="92399"/>
                </a:lnTo>
                <a:lnTo>
                  <a:pt x="204738" y="91475"/>
                </a:lnTo>
                <a:lnTo>
                  <a:pt x="204978" y="90539"/>
                </a:lnTo>
                <a:lnTo>
                  <a:pt x="205203" y="89589"/>
                </a:lnTo>
                <a:lnTo>
                  <a:pt x="205413" y="88626"/>
                </a:lnTo>
                <a:lnTo>
                  <a:pt x="205606" y="87650"/>
                </a:lnTo>
                <a:lnTo>
                  <a:pt x="205785" y="86661"/>
                </a:lnTo>
                <a:lnTo>
                  <a:pt x="205947" y="85658"/>
                </a:lnTo>
                <a:lnTo>
                  <a:pt x="206095" y="84642"/>
                </a:lnTo>
                <a:lnTo>
                  <a:pt x="206226" y="83613"/>
                </a:lnTo>
                <a:lnTo>
                  <a:pt x="206343" y="82570"/>
                </a:lnTo>
                <a:lnTo>
                  <a:pt x="206443" y="81515"/>
                </a:lnTo>
                <a:lnTo>
                  <a:pt x="206529" y="80445"/>
                </a:lnTo>
                <a:lnTo>
                  <a:pt x="206598" y="79363"/>
                </a:lnTo>
                <a:lnTo>
                  <a:pt x="206653" y="78267"/>
                </a:lnTo>
                <a:lnTo>
                  <a:pt x="206691" y="77159"/>
                </a:lnTo>
                <a:lnTo>
                  <a:pt x="206715" y="76036"/>
                </a:lnTo>
                <a:lnTo>
                  <a:pt x="206722" y="74901"/>
                </a:lnTo>
                <a:lnTo>
                  <a:pt x="206715" y="73751"/>
                </a:lnTo>
                <a:lnTo>
                  <a:pt x="206691" y="72615"/>
                </a:lnTo>
                <a:lnTo>
                  <a:pt x="206653" y="71492"/>
                </a:lnTo>
                <a:lnTo>
                  <a:pt x="206598" y="70383"/>
                </a:lnTo>
                <a:lnTo>
                  <a:pt x="206529" y="69287"/>
                </a:lnTo>
                <a:lnTo>
                  <a:pt x="206443" y="68205"/>
                </a:lnTo>
                <a:lnTo>
                  <a:pt x="206343" y="67136"/>
                </a:lnTo>
                <a:lnTo>
                  <a:pt x="206226" y="66081"/>
                </a:lnTo>
                <a:lnTo>
                  <a:pt x="206095" y="65040"/>
                </a:lnTo>
                <a:lnTo>
                  <a:pt x="205947" y="64012"/>
                </a:lnTo>
                <a:lnTo>
                  <a:pt x="205785" y="62998"/>
                </a:lnTo>
                <a:lnTo>
                  <a:pt x="205606" y="61998"/>
                </a:lnTo>
                <a:lnTo>
                  <a:pt x="205413" y="61011"/>
                </a:lnTo>
                <a:lnTo>
                  <a:pt x="205203" y="60037"/>
                </a:lnTo>
                <a:lnTo>
                  <a:pt x="204978" y="59077"/>
                </a:lnTo>
                <a:lnTo>
                  <a:pt x="204738" y="58131"/>
                </a:lnTo>
                <a:lnTo>
                  <a:pt x="204482" y="57198"/>
                </a:lnTo>
                <a:lnTo>
                  <a:pt x="204211" y="56279"/>
                </a:lnTo>
                <a:lnTo>
                  <a:pt x="203924" y="55374"/>
                </a:lnTo>
                <a:lnTo>
                  <a:pt x="203622" y="54482"/>
                </a:lnTo>
                <a:lnTo>
                  <a:pt x="203304" y="53603"/>
                </a:lnTo>
                <a:lnTo>
                  <a:pt x="202971" y="52739"/>
                </a:lnTo>
                <a:lnTo>
                  <a:pt x="202622" y="51887"/>
                </a:lnTo>
                <a:lnTo>
                  <a:pt x="202258" y="51050"/>
                </a:lnTo>
                <a:lnTo>
                  <a:pt x="201879" y="50227"/>
                </a:lnTo>
                <a:lnTo>
                  <a:pt x="201486" y="49420"/>
                </a:lnTo>
                <a:lnTo>
                  <a:pt x="201080" y="48629"/>
                </a:lnTo>
                <a:lnTo>
                  <a:pt x="200660" y="47854"/>
                </a:lnTo>
                <a:lnTo>
                  <a:pt x="200226" y="47096"/>
                </a:lnTo>
                <a:lnTo>
                  <a:pt x="199778" y="46353"/>
                </a:lnTo>
                <a:lnTo>
                  <a:pt x="199317" y="45626"/>
                </a:lnTo>
                <a:lnTo>
                  <a:pt x="198842" y="44915"/>
                </a:lnTo>
                <a:lnTo>
                  <a:pt x="198353" y="44221"/>
                </a:lnTo>
                <a:lnTo>
                  <a:pt x="197850" y="43542"/>
                </a:lnTo>
                <a:lnTo>
                  <a:pt x="197334" y="42879"/>
                </a:lnTo>
                <a:lnTo>
                  <a:pt x="196803" y="42233"/>
                </a:lnTo>
                <a:lnTo>
                  <a:pt x="196260" y="41602"/>
                </a:lnTo>
                <a:lnTo>
                  <a:pt x="195702" y="40987"/>
                </a:lnTo>
                <a:lnTo>
                  <a:pt x="195131" y="40389"/>
                </a:lnTo>
                <a:lnTo>
                  <a:pt x="194545" y="39806"/>
                </a:lnTo>
                <a:lnTo>
                  <a:pt x="193947" y="39239"/>
                </a:lnTo>
                <a:lnTo>
                  <a:pt x="193334" y="38689"/>
                </a:lnTo>
                <a:lnTo>
                  <a:pt x="192708" y="38154"/>
                </a:lnTo>
                <a:lnTo>
                  <a:pt x="192067" y="37636"/>
                </a:lnTo>
                <a:lnTo>
                  <a:pt x="191414" y="37133"/>
                </a:lnTo>
                <a:lnTo>
                  <a:pt x="190746" y="36647"/>
                </a:lnTo>
                <a:lnTo>
                  <a:pt x="190065" y="36176"/>
                </a:lnTo>
                <a:lnTo>
                  <a:pt x="189369" y="35722"/>
                </a:lnTo>
                <a:lnTo>
                  <a:pt x="188662" y="35284"/>
                </a:lnTo>
                <a:lnTo>
                  <a:pt x="187942" y="34865"/>
                </a:lnTo>
                <a:lnTo>
                  <a:pt x="187211" y="34465"/>
                </a:lnTo>
                <a:lnTo>
                  <a:pt x="186468" y="34084"/>
                </a:lnTo>
                <a:lnTo>
                  <a:pt x="185713" y="33721"/>
                </a:lnTo>
                <a:lnTo>
                  <a:pt x="184947" y="33376"/>
                </a:lnTo>
                <a:lnTo>
                  <a:pt x="184169" y="33051"/>
                </a:lnTo>
                <a:lnTo>
                  <a:pt x="183379" y="32744"/>
                </a:lnTo>
                <a:lnTo>
                  <a:pt x="182578" y="32455"/>
                </a:lnTo>
                <a:lnTo>
                  <a:pt x="181765" y="32185"/>
                </a:lnTo>
                <a:lnTo>
                  <a:pt x="180940" y="31934"/>
                </a:lnTo>
                <a:lnTo>
                  <a:pt x="180103" y="31701"/>
                </a:lnTo>
                <a:lnTo>
                  <a:pt x="179255" y="31487"/>
                </a:lnTo>
                <a:lnTo>
                  <a:pt x="178395" y="31292"/>
                </a:lnTo>
                <a:lnTo>
                  <a:pt x="177524" y="31115"/>
                </a:lnTo>
                <a:lnTo>
                  <a:pt x="176640" y="30957"/>
                </a:lnTo>
                <a:lnTo>
                  <a:pt x="175745" y="30817"/>
                </a:lnTo>
                <a:lnTo>
                  <a:pt x="174839" y="30696"/>
                </a:lnTo>
                <a:lnTo>
                  <a:pt x="173920" y="30594"/>
                </a:lnTo>
                <a:lnTo>
                  <a:pt x="172990" y="30510"/>
                </a:lnTo>
                <a:lnTo>
                  <a:pt x="172048" y="30445"/>
                </a:lnTo>
                <a:lnTo>
                  <a:pt x="171095" y="30398"/>
                </a:lnTo>
                <a:lnTo>
                  <a:pt x="170129" y="30370"/>
                </a:lnTo>
                <a:lnTo>
                  <a:pt x="169152" y="30361"/>
                </a:lnTo>
                <a:lnTo>
                  <a:pt x="168197" y="30370"/>
                </a:lnTo>
                <a:lnTo>
                  <a:pt x="167252" y="30398"/>
                </a:lnTo>
                <a:lnTo>
                  <a:pt x="166320" y="30445"/>
                </a:lnTo>
                <a:lnTo>
                  <a:pt x="165399" y="30510"/>
                </a:lnTo>
                <a:lnTo>
                  <a:pt x="164490" y="30594"/>
                </a:lnTo>
                <a:lnTo>
                  <a:pt x="163593" y="30696"/>
                </a:lnTo>
                <a:lnTo>
                  <a:pt x="162707" y="30817"/>
                </a:lnTo>
                <a:lnTo>
                  <a:pt x="161833" y="30957"/>
                </a:lnTo>
                <a:lnTo>
                  <a:pt x="160971" y="31115"/>
                </a:lnTo>
                <a:lnTo>
                  <a:pt x="160120" y="31292"/>
                </a:lnTo>
                <a:lnTo>
                  <a:pt x="159281" y="31487"/>
                </a:lnTo>
                <a:lnTo>
                  <a:pt x="158454" y="31701"/>
                </a:lnTo>
                <a:lnTo>
                  <a:pt x="157639" y="31934"/>
                </a:lnTo>
                <a:lnTo>
                  <a:pt x="156835" y="32185"/>
                </a:lnTo>
                <a:lnTo>
                  <a:pt x="156043" y="32455"/>
                </a:lnTo>
                <a:lnTo>
                  <a:pt x="155263" y="32744"/>
                </a:lnTo>
                <a:lnTo>
                  <a:pt x="154494" y="33051"/>
                </a:lnTo>
                <a:lnTo>
                  <a:pt x="153737" y="33376"/>
                </a:lnTo>
                <a:lnTo>
                  <a:pt x="152992" y="33721"/>
                </a:lnTo>
                <a:lnTo>
                  <a:pt x="152258" y="34084"/>
                </a:lnTo>
                <a:lnTo>
                  <a:pt x="151536" y="34465"/>
                </a:lnTo>
                <a:lnTo>
                  <a:pt x="150826" y="34865"/>
                </a:lnTo>
                <a:lnTo>
                  <a:pt x="150128" y="35284"/>
                </a:lnTo>
                <a:lnTo>
                  <a:pt x="149441" y="35722"/>
                </a:lnTo>
                <a:lnTo>
                  <a:pt x="148767" y="36176"/>
                </a:lnTo>
                <a:lnTo>
                  <a:pt x="148106" y="36647"/>
                </a:lnTo>
                <a:lnTo>
                  <a:pt x="147458" y="37133"/>
                </a:lnTo>
                <a:lnTo>
                  <a:pt x="146824" y="37636"/>
                </a:lnTo>
                <a:lnTo>
                  <a:pt x="146203" y="38154"/>
                </a:lnTo>
                <a:lnTo>
                  <a:pt x="145595" y="38689"/>
                </a:lnTo>
                <a:lnTo>
                  <a:pt x="145000" y="39239"/>
                </a:lnTo>
                <a:lnTo>
                  <a:pt x="144419" y="39806"/>
                </a:lnTo>
                <a:lnTo>
                  <a:pt x="143852" y="40389"/>
                </a:lnTo>
                <a:lnTo>
                  <a:pt x="143297" y="40987"/>
                </a:lnTo>
                <a:lnTo>
                  <a:pt x="142756" y="41602"/>
                </a:lnTo>
                <a:lnTo>
                  <a:pt x="142228" y="42233"/>
                </a:lnTo>
                <a:lnTo>
                  <a:pt x="141713" y="42879"/>
                </a:lnTo>
                <a:lnTo>
                  <a:pt x="141212" y="43542"/>
                </a:lnTo>
                <a:lnTo>
                  <a:pt x="140724" y="44221"/>
                </a:lnTo>
                <a:lnTo>
                  <a:pt x="140250" y="44915"/>
                </a:lnTo>
                <a:lnTo>
                  <a:pt x="139788" y="45626"/>
                </a:lnTo>
                <a:lnTo>
                  <a:pt x="139340" y="46353"/>
                </a:lnTo>
                <a:lnTo>
                  <a:pt x="138906" y="47096"/>
                </a:lnTo>
                <a:lnTo>
                  <a:pt x="138484" y="47854"/>
                </a:lnTo>
                <a:lnTo>
                  <a:pt x="138076" y="48629"/>
                </a:lnTo>
                <a:lnTo>
                  <a:pt x="137681" y="49420"/>
                </a:lnTo>
                <a:lnTo>
                  <a:pt x="137300" y="50227"/>
                </a:lnTo>
                <a:lnTo>
                  <a:pt x="136932" y="51050"/>
                </a:lnTo>
                <a:lnTo>
                  <a:pt x="136578" y="51887"/>
                </a:lnTo>
                <a:lnTo>
                  <a:pt x="136239" y="52739"/>
                </a:lnTo>
                <a:lnTo>
                  <a:pt x="135915" y="53603"/>
                </a:lnTo>
                <a:lnTo>
                  <a:pt x="135606" y="54482"/>
                </a:lnTo>
                <a:lnTo>
                  <a:pt x="135312" y="55374"/>
                </a:lnTo>
                <a:lnTo>
                  <a:pt x="135034" y="56279"/>
                </a:lnTo>
                <a:lnTo>
                  <a:pt x="134770" y="57198"/>
                </a:lnTo>
                <a:lnTo>
                  <a:pt x="134521" y="58131"/>
                </a:lnTo>
                <a:lnTo>
                  <a:pt x="134288" y="59077"/>
                </a:lnTo>
                <a:lnTo>
                  <a:pt x="134070" y="60037"/>
                </a:lnTo>
                <a:lnTo>
                  <a:pt x="133866" y="61011"/>
                </a:lnTo>
                <a:lnTo>
                  <a:pt x="133678" y="61998"/>
                </a:lnTo>
                <a:lnTo>
                  <a:pt x="133505" y="62998"/>
                </a:lnTo>
                <a:lnTo>
                  <a:pt x="133346" y="64012"/>
                </a:lnTo>
                <a:lnTo>
                  <a:pt x="133203" y="65040"/>
                </a:lnTo>
                <a:lnTo>
                  <a:pt x="133075" y="66081"/>
                </a:lnTo>
                <a:lnTo>
                  <a:pt x="132962" y="67136"/>
                </a:lnTo>
                <a:lnTo>
                  <a:pt x="132864" y="68205"/>
                </a:lnTo>
                <a:lnTo>
                  <a:pt x="132782" y="69287"/>
                </a:lnTo>
                <a:lnTo>
                  <a:pt x="132714" y="70383"/>
                </a:lnTo>
                <a:lnTo>
                  <a:pt x="132661" y="71492"/>
                </a:lnTo>
                <a:lnTo>
                  <a:pt x="132623" y="72615"/>
                </a:lnTo>
                <a:lnTo>
                  <a:pt x="132601" y="73751"/>
                </a:lnTo>
                <a:lnTo>
                  <a:pt x="132593" y="74901"/>
                </a:lnTo>
                <a:lnTo>
                  <a:pt x="132601" y="76036"/>
                </a:lnTo>
                <a:lnTo>
                  <a:pt x="132623" y="77159"/>
                </a:lnTo>
                <a:lnTo>
                  <a:pt x="132661" y="78267"/>
                </a:lnTo>
                <a:lnTo>
                  <a:pt x="132714" y="79363"/>
                </a:lnTo>
                <a:lnTo>
                  <a:pt x="132782" y="80445"/>
                </a:lnTo>
                <a:lnTo>
                  <a:pt x="132864" y="81515"/>
                </a:lnTo>
                <a:lnTo>
                  <a:pt x="132962" y="82570"/>
                </a:lnTo>
                <a:lnTo>
                  <a:pt x="133075" y="83613"/>
                </a:lnTo>
                <a:lnTo>
                  <a:pt x="133203" y="84642"/>
                </a:lnTo>
                <a:lnTo>
                  <a:pt x="133346" y="85658"/>
                </a:lnTo>
                <a:lnTo>
                  <a:pt x="133505" y="86661"/>
                </a:lnTo>
                <a:lnTo>
                  <a:pt x="133678" y="87650"/>
                </a:lnTo>
                <a:lnTo>
                  <a:pt x="133866" y="88626"/>
                </a:lnTo>
                <a:lnTo>
                  <a:pt x="134070" y="89589"/>
                </a:lnTo>
                <a:lnTo>
                  <a:pt x="134288" y="90539"/>
                </a:lnTo>
                <a:lnTo>
                  <a:pt x="134521" y="91475"/>
                </a:lnTo>
                <a:lnTo>
                  <a:pt x="134770" y="92399"/>
                </a:lnTo>
                <a:lnTo>
                  <a:pt x="135034" y="93308"/>
                </a:lnTo>
                <a:lnTo>
                  <a:pt x="135312" y="94205"/>
                </a:lnTo>
                <a:lnTo>
                  <a:pt x="135606" y="95088"/>
                </a:lnTo>
                <a:lnTo>
                  <a:pt x="135915" y="95958"/>
                </a:lnTo>
                <a:lnTo>
                  <a:pt x="136239" y="96815"/>
                </a:lnTo>
                <a:lnTo>
                  <a:pt x="136578" y="97659"/>
                </a:lnTo>
                <a:lnTo>
                  <a:pt x="136932" y="98489"/>
                </a:lnTo>
                <a:lnTo>
                  <a:pt x="137300" y="99304"/>
                </a:lnTo>
                <a:lnTo>
                  <a:pt x="137681" y="100104"/>
                </a:lnTo>
                <a:lnTo>
                  <a:pt x="138076" y="100888"/>
                </a:lnTo>
                <a:lnTo>
                  <a:pt x="138484" y="101655"/>
                </a:lnTo>
                <a:lnTo>
                  <a:pt x="138906" y="102407"/>
                </a:lnTo>
                <a:lnTo>
                  <a:pt x="139340" y="103142"/>
                </a:lnTo>
                <a:lnTo>
                  <a:pt x="139788" y="103862"/>
                </a:lnTo>
                <a:lnTo>
                  <a:pt x="140250" y="104565"/>
                </a:lnTo>
                <a:lnTo>
                  <a:pt x="140724" y="105253"/>
                </a:lnTo>
                <a:lnTo>
                  <a:pt x="141212" y="105924"/>
                </a:lnTo>
                <a:lnTo>
                  <a:pt x="141713" y="106580"/>
                </a:lnTo>
                <a:lnTo>
                  <a:pt x="142228" y="107219"/>
                </a:lnTo>
                <a:lnTo>
                  <a:pt x="142756" y="107842"/>
                </a:lnTo>
                <a:lnTo>
                  <a:pt x="143297" y="108450"/>
                </a:lnTo>
                <a:lnTo>
                  <a:pt x="143852" y="109041"/>
                </a:lnTo>
                <a:lnTo>
                  <a:pt x="144419" y="109617"/>
                </a:lnTo>
                <a:lnTo>
                  <a:pt x="145000" y="110176"/>
                </a:lnTo>
                <a:lnTo>
                  <a:pt x="145595" y="110719"/>
                </a:lnTo>
                <a:lnTo>
                  <a:pt x="146203" y="111247"/>
                </a:lnTo>
                <a:lnTo>
                  <a:pt x="146824" y="111758"/>
                </a:lnTo>
                <a:lnTo>
                  <a:pt x="147458" y="112253"/>
                </a:lnTo>
                <a:lnTo>
                  <a:pt x="148106" y="112732"/>
                </a:lnTo>
                <a:lnTo>
                  <a:pt x="148767" y="113196"/>
                </a:lnTo>
                <a:lnTo>
                  <a:pt x="149441" y="113643"/>
                </a:lnTo>
                <a:lnTo>
                  <a:pt x="150128" y="114073"/>
                </a:lnTo>
                <a:lnTo>
                  <a:pt x="150826" y="114485"/>
                </a:lnTo>
                <a:lnTo>
                  <a:pt x="151536" y="114878"/>
                </a:lnTo>
                <a:lnTo>
                  <a:pt x="152258" y="115254"/>
                </a:lnTo>
                <a:lnTo>
                  <a:pt x="152992" y="115610"/>
                </a:lnTo>
                <a:lnTo>
                  <a:pt x="153737" y="115949"/>
                </a:lnTo>
                <a:lnTo>
                  <a:pt x="154494" y="116269"/>
                </a:lnTo>
                <a:lnTo>
                  <a:pt x="155263" y="116571"/>
                </a:lnTo>
                <a:lnTo>
                  <a:pt x="156043" y="116855"/>
                </a:lnTo>
                <a:lnTo>
                  <a:pt x="156835" y="117120"/>
                </a:lnTo>
                <a:lnTo>
                  <a:pt x="157639" y="117367"/>
                </a:lnTo>
                <a:lnTo>
                  <a:pt x="158454" y="117596"/>
                </a:lnTo>
                <a:lnTo>
                  <a:pt x="159281" y="117807"/>
                </a:lnTo>
                <a:lnTo>
                  <a:pt x="160120" y="117999"/>
                </a:lnTo>
                <a:lnTo>
                  <a:pt x="160971" y="118173"/>
                </a:lnTo>
                <a:lnTo>
                  <a:pt x="161833" y="118328"/>
                </a:lnTo>
                <a:lnTo>
                  <a:pt x="162707" y="118466"/>
                </a:lnTo>
                <a:lnTo>
                  <a:pt x="163593" y="118585"/>
                </a:lnTo>
                <a:lnTo>
                  <a:pt x="164490" y="118685"/>
                </a:lnTo>
                <a:lnTo>
                  <a:pt x="165399" y="118768"/>
                </a:lnTo>
                <a:lnTo>
                  <a:pt x="166320" y="118832"/>
                </a:lnTo>
                <a:lnTo>
                  <a:pt x="167252" y="118877"/>
                </a:lnTo>
                <a:lnTo>
                  <a:pt x="168197" y="118905"/>
                </a:lnTo>
                <a:lnTo>
                  <a:pt x="169152" y="118914"/>
                </a:lnTo>
                <a:lnTo>
                  <a:pt x="170129" y="118905"/>
                </a:lnTo>
                <a:lnTo>
                  <a:pt x="171095" y="118877"/>
                </a:lnTo>
                <a:lnTo>
                  <a:pt x="172048" y="118832"/>
                </a:lnTo>
                <a:lnTo>
                  <a:pt x="172990" y="118768"/>
                </a:lnTo>
                <a:close/>
                <a:moveTo>
                  <a:pt x="166572" y="107663"/>
                </a:moveTo>
                <a:lnTo>
                  <a:pt x="165953" y="107596"/>
                </a:lnTo>
                <a:lnTo>
                  <a:pt x="165346" y="107514"/>
                </a:lnTo>
                <a:lnTo>
                  <a:pt x="164749" y="107418"/>
                </a:lnTo>
                <a:lnTo>
                  <a:pt x="164164" y="107306"/>
                </a:lnTo>
                <a:lnTo>
                  <a:pt x="163589" y="107180"/>
                </a:lnTo>
                <a:lnTo>
                  <a:pt x="163025" y="107039"/>
                </a:lnTo>
                <a:lnTo>
                  <a:pt x="162472" y="106883"/>
                </a:lnTo>
                <a:lnTo>
                  <a:pt x="161929" y="106712"/>
                </a:lnTo>
                <a:lnTo>
                  <a:pt x="161397" y="106527"/>
                </a:lnTo>
                <a:lnTo>
                  <a:pt x="160877" y="106326"/>
                </a:lnTo>
                <a:lnTo>
                  <a:pt x="160367" y="106111"/>
                </a:lnTo>
                <a:lnTo>
                  <a:pt x="159868" y="105881"/>
                </a:lnTo>
                <a:lnTo>
                  <a:pt x="159379" y="105635"/>
                </a:lnTo>
                <a:lnTo>
                  <a:pt x="158902" y="105376"/>
                </a:lnTo>
                <a:lnTo>
                  <a:pt x="158435" y="105101"/>
                </a:lnTo>
                <a:lnTo>
                  <a:pt x="157979" y="104811"/>
                </a:lnTo>
                <a:lnTo>
                  <a:pt x="157534" y="104507"/>
                </a:lnTo>
                <a:lnTo>
                  <a:pt x="157100" y="104187"/>
                </a:lnTo>
                <a:lnTo>
                  <a:pt x="156677" y="103853"/>
                </a:lnTo>
                <a:lnTo>
                  <a:pt x="156264" y="103504"/>
                </a:lnTo>
                <a:lnTo>
                  <a:pt x="155862" y="103142"/>
                </a:lnTo>
                <a:lnTo>
                  <a:pt x="155469" y="102770"/>
                </a:lnTo>
                <a:lnTo>
                  <a:pt x="155085" y="102386"/>
                </a:lnTo>
                <a:lnTo>
                  <a:pt x="154712" y="101992"/>
                </a:lnTo>
                <a:lnTo>
                  <a:pt x="154347" y="101587"/>
                </a:lnTo>
                <a:lnTo>
                  <a:pt x="153992" y="101171"/>
                </a:lnTo>
                <a:lnTo>
                  <a:pt x="153647" y="100744"/>
                </a:lnTo>
                <a:lnTo>
                  <a:pt x="153311" y="100306"/>
                </a:lnTo>
                <a:lnTo>
                  <a:pt x="152985" y="99858"/>
                </a:lnTo>
                <a:lnTo>
                  <a:pt x="152668" y="99398"/>
                </a:lnTo>
                <a:lnTo>
                  <a:pt x="152361" y="98928"/>
                </a:lnTo>
                <a:lnTo>
                  <a:pt x="152063" y="98447"/>
                </a:lnTo>
                <a:lnTo>
                  <a:pt x="151774" y="97956"/>
                </a:lnTo>
                <a:lnTo>
                  <a:pt x="151496" y="97453"/>
                </a:lnTo>
                <a:lnTo>
                  <a:pt x="151226" y="96940"/>
                </a:lnTo>
                <a:lnTo>
                  <a:pt x="150966" y="96415"/>
                </a:lnTo>
                <a:lnTo>
                  <a:pt x="150716" y="95880"/>
                </a:lnTo>
                <a:lnTo>
                  <a:pt x="150475" y="95334"/>
                </a:lnTo>
                <a:lnTo>
                  <a:pt x="150244" y="94778"/>
                </a:lnTo>
                <a:lnTo>
                  <a:pt x="150022" y="94210"/>
                </a:lnTo>
                <a:lnTo>
                  <a:pt x="149810" y="93632"/>
                </a:lnTo>
                <a:lnTo>
                  <a:pt x="149607" y="93042"/>
                </a:lnTo>
                <a:lnTo>
                  <a:pt x="149414" y="92442"/>
                </a:lnTo>
                <a:lnTo>
                  <a:pt x="149230" y="91832"/>
                </a:lnTo>
                <a:lnTo>
                  <a:pt x="149055" y="91211"/>
                </a:lnTo>
                <a:lnTo>
                  <a:pt x="148887" y="90584"/>
                </a:lnTo>
                <a:lnTo>
                  <a:pt x="148727" y="89950"/>
                </a:lnTo>
                <a:lnTo>
                  <a:pt x="148574" y="89309"/>
                </a:lnTo>
                <a:lnTo>
                  <a:pt x="148428" y="88660"/>
                </a:lnTo>
                <a:lnTo>
                  <a:pt x="148290" y="88005"/>
                </a:lnTo>
                <a:lnTo>
                  <a:pt x="148160" y="87342"/>
                </a:lnTo>
                <a:lnTo>
                  <a:pt x="148037" y="86672"/>
                </a:lnTo>
                <a:lnTo>
                  <a:pt x="147921" y="85995"/>
                </a:lnTo>
                <a:lnTo>
                  <a:pt x="147813" y="85311"/>
                </a:lnTo>
                <a:lnTo>
                  <a:pt x="147712" y="84620"/>
                </a:lnTo>
                <a:lnTo>
                  <a:pt x="147619" y="83922"/>
                </a:lnTo>
                <a:lnTo>
                  <a:pt x="147533" y="83216"/>
                </a:lnTo>
                <a:lnTo>
                  <a:pt x="147455" y="82504"/>
                </a:lnTo>
                <a:lnTo>
                  <a:pt x="147384" y="81784"/>
                </a:lnTo>
                <a:lnTo>
                  <a:pt x="147321" y="81058"/>
                </a:lnTo>
                <a:lnTo>
                  <a:pt x="147265" y="80324"/>
                </a:lnTo>
                <a:lnTo>
                  <a:pt x="147216" y="79583"/>
                </a:lnTo>
                <a:lnTo>
                  <a:pt x="147175" y="78835"/>
                </a:lnTo>
                <a:lnTo>
                  <a:pt x="147142" y="78080"/>
                </a:lnTo>
                <a:lnTo>
                  <a:pt x="147116" y="77317"/>
                </a:lnTo>
                <a:lnTo>
                  <a:pt x="147097" y="76548"/>
                </a:lnTo>
                <a:lnTo>
                  <a:pt x="147086" y="75772"/>
                </a:lnTo>
                <a:lnTo>
                  <a:pt x="147082" y="74988"/>
                </a:lnTo>
                <a:lnTo>
                  <a:pt x="147086" y="74190"/>
                </a:lnTo>
                <a:lnTo>
                  <a:pt x="147097" y="73399"/>
                </a:lnTo>
                <a:lnTo>
                  <a:pt x="147116" y="72615"/>
                </a:lnTo>
                <a:lnTo>
                  <a:pt x="147142" y="71839"/>
                </a:lnTo>
                <a:lnTo>
                  <a:pt x="147175" y="71071"/>
                </a:lnTo>
                <a:lnTo>
                  <a:pt x="147216" y="70309"/>
                </a:lnTo>
                <a:lnTo>
                  <a:pt x="147265" y="69556"/>
                </a:lnTo>
                <a:lnTo>
                  <a:pt x="147321" y="68809"/>
                </a:lnTo>
                <a:lnTo>
                  <a:pt x="147384" y="68070"/>
                </a:lnTo>
                <a:lnTo>
                  <a:pt x="147455" y="67339"/>
                </a:lnTo>
                <a:lnTo>
                  <a:pt x="147533" y="66615"/>
                </a:lnTo>
                <a:lnTo>
                  <a:pt x="147619" y="65898"/>
                </a:lnTo>
                <a:lnTo>
                  <a:pt x="147712" y="65189"/>
                </a:lnTo>
                <a:lnTo>
                  <a:pt x="147813" y="64487"/>
                </a:lnTo>
                <a:lnTo>
                  <a:pt x="147921" y="63793"/>
                </a:lnTo>
                <a:lnTo>
                  <a:pt x="148037" y="63106"/>
                </a:lnTo>
                <a:lnTo>
                  <a:pt x="148160" y="62427"/>
                </a:lnTo>
                <a:lnTo>
                  <a:pt x="148290" y="61754"/>
                </a:lnTo>
                <a:lnTo>
                  <a:pt x="148428" y="61090"/>
                </a:lnTo>
                <a:lnTo>
                  <a:pt x="148574" y="60433"/>
                </a:lnTo>
                <a:lnTo>
                  <a:pt x="148727" y="59783"/>
                </a:lnTo>
                <a:lnTo>
                  <a:pt x="148887" y="59141"/>
                </a:lnTo>
                <a:lnTo>
                  <a:pt x="149055" y="58506"/>
                </a:lnTo>
                <a:lnTo>
                  <a:pt x="149230" y="57878"/>
                </a:lnTo>
                <a:lnTo>
                  <a:pt x="149414" y="57260"/>
                </a:lnTo>
                <a:lnTo>
                  <a:pt x="149607" y="56652"/>
                </a:lnTo>
                <a:lnTo>
                  <a:pt x="149810" y="56056"/>
                </a:lnTo>
                <a:lnTo>
                  <a:pt x="150022" y="55470"/>
                </a:lnTo>
                <a:lnTo>
                  <a:pt x="150244" y="54896"/>
                </a:lnTo>
                <a:lnTo>
                  <a:pt x="150475" y="54332"/>
                </a:lnTo>
                <a:lnTo>
                  <a:pt x="150716" y="53780"/>
                </a:lnTo>
                <a:lnTo>
                  <a:pt x="150966" y="53238"/>
                </a:lnTo>
                <a:lnTo>
                  <a:pt x="151226" y="52708"/>
                </a:lnTo>
                <a:lnTo>
                  <a:pt x="151496" y="52188"/>
                </a:lnTo>
                <a:lnTo>
                  <a:pt x="151774" y="51680"/>
                </a:lnTo>
                <a:lnTo>
                  <a:pt x="152063" y="51182"/>
                </a:lnTo>
                <a:lnTo>
                  <a:pt x="152361" y="50696"/>
                </a:lnTo>
                <a:lnTo>
                  <a:pt x="152668" y="50220"/>
                </a:lnTo>
                <a:lnTo>
                  <a:pt x="152985" y="49755"/>
                </a:lnTo>
                <a:lnTo>
                  <a:pt x="153311" y="49302"/>
                </a:lnTo>
                <a:lnTo>
                  <a:pt x="153647" y="48859"/>
                </a:lnTo>
                <a:lnTo>
                  <a:pt x="153992" y="48428"/>
                </a:lnTo>
                <a:lnTo>
                  <a:pt x="154347" y="48007"/>
                </a:lnTo>
                <a:lnTo>
                  <a:pt x="154712" y="47597"/>
                </a:lnTo>
                <a:lnTo>
                  <a:pt x="155085" y="47199"/>
                </a:lnTo>
                <a:lnTo>
                  <a:pt x="155469" y="46811"/>
                </a:lnTo>
                <a:lnTo>
                  <a:pt x="155862" y="46434"/>
                </a:lnTo>
                <a:lnTo>
                  <a:pt x="156264" y="46069"/>
                </a:lnTo>
                <a:lnTo>
                  <a:pt x="156677" y="45716"/>
                </a:lnTo>
                <a:lnTo>
                  <a:pt x="157100" y="45378"/>
                </a:lnTo>
                <a:lnTo>
                  <a:pt x="157534" y="45056"/>
                </a:lnTo>
                <a:lnTo>
                  <a:pt x="157979" y="44748"/>
                </a:lnTo>
                <a:lnTo>
                  <a:pt x="158435" y="44455"/>
                </a:lnTo>
                <a:lnTo>
                  <a:pt x="158902" y="44178"/>
                </a:lnTo>
                <a:lnTo>
                  <a:pt x="159379" y="43915"/>
                </a:lnTo>
                <a:lnTo>
                  <a:pt x="159868" y="43667"/>
                </a:lnTo>
                <a:lnTo>
                  <a:pt x="160367" y="43435"/>
                </a:lnTo>
                <a:lnTo>
                  <a:pt x="160877" y="43217"/>
                </a:lnTo>
                <a:lnTo>
                  <a:pt x="161397" y="43015"/>
                </a:lnTo>
                <a:lnTo>
                  <a:pt x="161929" y="42827"/>
                </a:lnTo>
                <a:lnTo>
                  <a:pt x="162472" y="42654"/>
                </a:lnTo>
                <a:lnTo>
                  <a:pt x="163025" y="42497"/>
                </a:lnTo>
                <a:lnTo>
                  <a:pt x="163589" y="42354"/>
                </a:lnTo>
                <a:lnTo>
                  <a:pt x="164164" y="42227"/>
                </a:lnTo>
                <a:lnTo>
                  <a:pt x="164749" y="42114"/>
                </a:lnTo>
                <a:lnTo>
                  <a:pt x="165346" y="42017"/>
                </a:lnTo>
                <a:lnTo>
                  <a:pt x="165953" y="41934"/>
                </a:lnTo>
                <a:lnTo>
                  <a:pt x="166572" y="41866"/>
                </a:lnTo>
                <a:lnTo>
                  <a:pt x="167201" y="41814"/>
                </a:lnTo>
                <a:lnTo>
                  <a:pt x="167840" y="41776"/>
                </a:lnTo>
                <a:lnTo>
                  <a:pt x="168491" y="41754"/>
                </a:lnTo>
                <a:lnTo>
                  <a:pt x="169152" y="41746"/>
                </a:lnTo>
                <a:lnTo>
                  <a:pt x="169855" y="41754"/>
                </a:lnTo>
                <a:lnTo>
                  <a:pt x="170546" y="41776"/>
                </a:lnTo>
                <a:lnTo>
                  <a:pt x="171225" y="41814"/>
                </a:lnTo>
                <a:lnTo>
                  <a:pt x="171891" y="41866"/>
                </a:lnTo>
                <a:lnTo>
                  <a:pt x="172546" y="41934"/>
                </a:lnTo>
                <a:lnTo>
                  <a:pt x="173188" y="42017"/>
                </a:lnTo>
                <a:lnTo>
                  <a:pt x="173818" y="42114"/>
                </a:lnTo>
                <a:lnTo>
                  <a:pt x="174436" y="42227"/>
                </a:lnTo>
                <a:lnTo>
                  <a:pt x="175042" y="42354"/>
                </a:lnTo>
                <a:lnTo>
                  <a:pt x="175636" y="42497"/>
                </a:lnTo>
                <a:lnTo>
                  <a:pt x="176217" y="42654"/>
                </a:lnTo>
                <a:lnTo>
                  <a:pt x="176786" y="42827"/>
                </a:lnTo>
                <a:lnTo>
                  <a:pt x="177344" y="43015"/>
                </a:lnTo>
                <a:lnTo>
                  <a:pt x="177889" y="43217"/>
                </a:lnTo>
                <a:lnTo>
                  <a:pt x="178422" y="43435"/>
                </a:lnTo>
                <a:lnTo>
                  <a:pt x="178943" y="43667"/>
                </a:lnTo>
                <a:lnTo>
                  <a:pt x="179451" y="43915"/>
                </a:lnTo>
                <a:lnTo>
                  <a:pt x="179948" y="44178"/>
                </a:lnTo>
                <a:lnTo>
                  <a:pt x="180432" y="44455"/>
                </a:lnTo>
                <a:lnTo>
                  <a:pt x="180905" y="44748"/>
                </a:lnTo>
                <a:lnTo>
                  <a:pt x="181365" y="45056"/>
                </a:lnTo>
                <a:lnTo>
                  <a:pt x="181813" y="45378"/>
                </a:lnTo>
                <a:lnTo>
                  <a:pt x="182249" y="45716"/>
                </a:lnTo>
                <a:lnTo>
                  <a:pt x="182673" y="46069"/>
                </a:lnTo>
                <a:lnTo>
                  <a:pt x="183085" y="46434"/>
                </a:lnTo>
                <a:lnTo>
                  <a:pt x="183489" y="46811"/>
                </a:lnTo>
                <a:lnTo>
                  <a:pt x="183882" y="47199"/>
                </a:lnTo>
                <a:lnTo>
                  <a:pt x="184266" y="47597"/>
                </a:lnTo>
                <a:lnTo>
                  <a:pt x="184640" y="48007"/>
                </a:lnTo>
                <a:lnTo>
                  <a:pt x="185005" y="48428"/>
                </a:lnTo>
                <a:lnTo>
                  <a:pt x="185360" y="48859"/>
                </a:lnTo>
                <a:lnTo>
                  <a:pt x="185705" y="49302"/>
                </a:lnTo>
                <a:lnTo>
                  <a:pt x="186041" y="49755"/>
                </a:lnTo>
                <a:lnTo>
                  <a:pt x="186367" y="50220"/>
                </a:lnTo>
                <a:lnTo>
                  <a:pt x="186683" y="50696"/>
                </a:lnTo>
                <a:lnTo>
                  <a:pt x="186990" y="51182"/>
                </a:lnTo>
                <a:lnTo>
                  <a:pt x="187287" y="51680"/>
                </a:lnTo>
                <a:lnTo>
                  <a:pt x="187574" y="52188"/>
                </a:lnTo>
                <a:lnTo>
                  <a:pt x="187852" y="52708"/>
                </a:lnTo>
                <a:lnTo>
                  <a:pt x="188120" y="53238"/>
                </a:lnTo>
                <a:lnTo>
                  <a:pt x="188378" y="53780"/>
                </a:lnTo>
                <a:lnTo>
                  <a:pt x="188627" y="54332"/>
                </a:lnTo>
                <a:lnTo>
                  <a:pt x="188866" y="54896"/>
                </a:lnTo>
                <a:lnTo>
                  <a:pt x="189096" y="55470"/>
                </a:lnTo>
                <a:lnTo>
                  <a:pt x="189316" y="56056"/>
                </a:lnTo>
                <a:lnTo>
                  <a:pt x="189526" y="56652"/>
                </a:lnTo>
                <a:lnTo>
                  <a:pt x="189726" y="57260"/>
                </a:lnTo>
                <a:lnTo>
                  <a:pt x="189917" y="57878"/>
                </a:lnTo>
                <a:lnTo>
                  <a:pt x="190099" y="58506"/>
                </a:lnTo>
                <a:lnTo>
                  <a:pt x="190274" y="59140"/>
                </a:lnTo>
                <a:lnTo>
                  <a:pt x="190440" y="59782"/>
                </a:lnTo>
                <a:lnTo>
                  <a:pt x="190599" y="60430"/>
                </a:lnTo>
                <a:lnTo>
                  <a:pt x="190750" y="61086"/>
                </a:lnTo>
                <a:lnTo>
                  <a:pt x="190894" y="61749"/>
                </a:lnTo>
                <a:lnTo>
                  <a:pt x="191029" y="62419"/>
                </a:lnTo>
                <a:lnTo>
                  <a:pt x="191157" y="63096"/>
                </a:lnTo>
                <a:lnTo>
                  <a:pt x="191277" y="63780"/>
                </a:lnTo>
                <a:lnTo>
                  <a:pt x="191390" y="64472"/>
                </a:lnTo>
                <a:lnTo>
                  <a:pt x="191494" y="65170"/>
                </a:lnTo>
                <a:lnTo>
                  <a:pt x="191591" y="65876"/>
                </a:lnTo>
                <a:lnTo>
                  <a:pt x="191680" y="66588"/>
                </a:lnTo>
                <a:lnTo>
                  <a:pt x="191762" y="67308"/>
                </a:lnTo>
                <a:lnTo>
                  <a:pt x="191835" y="68035"/>
                </a:lnTo>
                <a:lnTo>
                  <a:pt x="191901" y="68769"/>
                </a:lnTo>
                <a:lnTo>
                  <a:pt x="191959" y="69511"/>
                </a:lnTo>
                <a:lnTo>
                  <a:pt x="192010" y="70259"/>
                </a:lnTo>
                <a:lnTo>
                  <a:pt x="192052" y="71014"/>
                </a:lnTo>
                <a:lnTo>
                  <a:pt x="192087" y="71777"/>
                </a:lnTo>
                <a:lnTo>
                  <a:pt x="192114" y="72547"/>
                </a:lnTo>
                <a:lnTo>
                  <a:pt x="192134" y="73323"/>
                </a:lnTo>
                <a:lnTo>
                  <a:pt x="192145" y="74107"/>
                </a:lnTo>
                <a:lnTo>
                  <a:pt x="192149" y="74898"/>
                </a:lnTo>
                <a:lnTo>
                  <a:pt x="192145" y="75689"/>
                </a:lnTo>
                <a:lnTo>
                  <a:pt x="192134" y="76473"/>
                </a:lnTo>
                <a:lnTo>
                  <a:pt x="192114" y="77249"/>
                </a:lnTo>
                <a:lnTo>
                  <a:pt x="192087" y="78017"/>
                </a:lnTo>
                <a:lnTo>
                  <a:pt x="192052" y="78779"/>
                </a:lnTo>
                <a:lnTo>
                  <a:pt x="192010" y="79532"/>
                </a:lnTo>
                <a:lnTo>
                  <a:pt x="191959" y="80279"/>
                </a:lnTo>
                <a:lnTo>
                  <a:pt x="191901" y="81018"/>
                </a:lnTo>
                <a:lnTo>
                  <a:pt x="191835" y="81749"/>
                </a:lnTo>
                <a:lnTo>
                  <a:pt x="191762" y="82473"/>
                </a:lnTo>
                <a:lnTo>
                  <a:pt x="191680" y="83190"/>
                </a:lnTo>
                <a:lnTo>
                  <a:pt x="191591" y="83899"/>
                </a:lnTo>
                <a:lnTo>
                  <a:pt x="191494" y="84601"/>
                </a:lnTo>
                <a:lnTo>
                  <a:pt x="191390" y="85296"/>
                </a:lnTo>
                <a:lnTo>
                  <a:pt x="191277" y="85983"/>
                </a:lnTo>
                <a:lnTo>
                  <a:pt x="191157" y="86662"/>
                </a:lnTo>
                <a:lnTo>
                  <a:pt x="191029" y="87334"/>
                </a:lnTo>
                <a:lnTo>
                  <a:pt x="190894" y="87999"/>
                </a:lnTo>
                <a:lnTo>
                  <a:pt x="190750" y="88656"/>
                </a:lnTo>
                <a:lnTo>
                  <a:pt x="190599" y="89306"/>
                </a:lnTo>
                <a:lnTo>
                  <a:pt x="190440" y="89949"/>
                </a:lnTo>
                <a:lnTo>
                  <a:pt x="190274" y="90584"/>
                </a:lnTo>
                <a:lnTo>
                  <a:pt x="190099" y="91211"/>
                </a:lnTo>
                <a:lnTo>
                  <a:pt x="189917" y="91832"/>
                </a:lnTo>
                <a:lnTo>
                  <a:pt x="189726" y="92442"/>
                </a:lnTo>
                <a:lnTo>
                  <a:pt x="189526" y="93042"/>
                </a:lnTo>
                <a:lnTo>
                  <a:pt x="189316" y="93632"/>
                </a:lnTo>
                <a:lnTo>
                  <a:pt x="189096" y="94210"/>
                </a:lnTo>
                <a:lnTo>
                  <a:pt x="188866" y="94778"/>
                </a:lnTo>
                <a:lnTo>
                  <a:pt x="188627" y="95334"/>
                </a:lnTo>
                <a:lnTo>
                  <a:pt x="188378" y="95880"/>
                </a:lnTo>
                <a:lnTo>
                  <a:pt x="188120" y="96415"/>
                </a:lnTo>
                <a:lnTo>
                  <a:pt x="187852" y="96940"/>
                </a:lnTo>
                <a:lnTo>
                  <a:pt x="187574" y="97453"/>
                </a:lnTo>
                <a:lnTo>
                  <a:pt x="187287" y="97956"/>
                </a:lnTo>
                <a:lnTo>
                  <a:pt x="186990" y="98447"/>
                </a:lnTo>
                <a:lnTo>
                  <a:pt x="186683" y="98928"/>
                </a:lnTo>
                <a:lnTo>
                  <a:pt x="186367" y="99398"/>
                </a:lnTo>
                <a:lnTo>
                  <a:pt x="186041" y="99858"/>
                </a:lnTo>
                <a:lnTo>
                  <a:pt x="185705" y="100306"/>
                </a:lnTo>
                <a:lnTo>
                  <a:pt x="185360" y="100744"/>
                </a:lnTo>
                <a:lnTo>
                  <a:pt x="185005" y="101171"/>
                </a:lnTo>
                <a:lnTo>
                  <a:pt x="184640" y="101587"/>
                </a:lnTo>
                <a:lnTo>
                  <a:pt x="184266" y="101992"/>
                </a:lnTo>
                <a:lnTo>
                  <a:pt x="183882" y="102386"/>
                </a:lnTo>
                <a:lnTo>
                  <a:pt x="183489" y="102770"/>
                </a:lnTo>
                <a:lnTo>
                  <a:pt x="183085" y="103142"/>
                </a:lnTo>
                <a:lnTo>
                  <a:pt x="182673" y="103504"/>
                </a:lnTo>
                <a:lnTo>
                  <a:pt x="182249" y="103853"/>
                </a:lnTo>
                <a:lnTo>
                  <a:pt x="181813" y="104187"/>
                </a:lnTo>
                <a:lnTo>
                  <a:pt x="181365" y="104507"/>
                </a:lnTo>
                <a:lnTo>
                  <a:pt x="180905" y="104811"/>
                </a:lnTo>
                <a:lnTo>
                  <a:pt x="180432" y="105101"/>
                </a:lnTo>
                <a:lnTo>
                  <a:pt x="179948" y="105376"/>
                </a:lnTo>
                <a:lnTo>
                  <a:pt x="179451" y="105635"/>
                </a:lnTo>
                <a:lnTo>
                  <a:pt x="178943" y="105881"/>
                </a:lnTo>
                <a:lnTo>
                  <a:pt x="178422" y="106111"/>
                </a:lnTo>
                <a:lnTo>
                  <a:pt x="177889" y="106326"/>
                </a:lnTo>
                <a:lnTo>
                  <a:pt x="177344" y="106527"/>
                </a:lnTo>
                <a:lnTo>
                  <a:pt x="176786" y="106712"/>
                </a:lnTo>
                <a:lnTo>
                  <a:pt x="176217" y="106883"/>
                </a:lnTo>
                <a:lnTo>
                  <a:pt x="175636" y="107039"/>
                </a:lnTo>
                <a:lnTo>
                  <a:pt x="175042" y="107180"/>
                </a:lnTo>
                <a:lnTo>
                  <a:pt x="174436" y="107306"/>
                </a:lnTo>
                <a:lnTo>
                  <a:pt x="173818" y="107418"/>
                </a:lnTo>
                <a:lnTo>
                  <a:pt x="173188" y="107514"/>
                </a:lnTo>
                <a:lnTo>
                  <a:pt x="172546" y="107596"/>
                </a:lnTo>
                <a:lnTo>
                  <a:pt x="171891" y="107663"/>
                </a:lnTo>
                <a:lnTo>
                  <a:pt x="171225" y="107715"/>
                </a:lnTo>
                <a:lnTo>
                  <a:pt x="170546" y="107752"/>
                </a:lnTo>
                <a:lnTo>
                  <a:pt x="169855" y="107774"/>
                </a:lnTo>
                <a:lnTo>
                  <a:pt x="169152" y="107782"/>
                </a:lnTo>
                <a:lnTo>
                  <a:pt x="168491" y="107774"/>
                </a:lnTo>
                <a:lnTo>
                  <a:pt x="167840" y="107752"/>
                </a:lnTo>
                <a:lnTo>
                  <a:pt x="167201" y="107715"/>
                </a:lnTo>
                <a:lnTo>
                  <a:pt x="166572" y="107663"/>
                </a:lnTo>
                <a:close/>
                <a:moveTo>
                  <a:pt x="256322" y="118819"/>
                </a:moveTo>
                <a:lnTo>
                  <a:pt x="257079" y="118765"/>
                </a:lnTo>
                <a:lnTo>
                  <a:pt x="257829" y="118699"/>
                </a:lnTo>
                <a:lnTo>
                  <a:pt x="258572" y="118622"/>
                </a:lnTo>
                <a:lnTo>
                  <a:pt x="259309" y="118532"/>
                </a:lnTo>
                <a:lnTo>
                  <a:pt x="260039" y="118431"/>
                </a:lnTo>
                <a:lnTo>
                  <a:pt x="260763" y="118317"/>
                </a:lnTo>
                <a:lnTo>
                  <a:pt x="261480" y="118192"/>
                </a:lnTo>
                <a:lnTo>
                  <a:pt x="262191" y="118055"/>
                </a:lnTo>
                <a:lnTo>
                  <a:pt x="262895" y="117906"/>
                </a:lnTo>
                <a:lnTo>
                  <a:pt x="263592" y="117745"/>
                </a:lnTo>
                <a:lnTo>
                  <a:pt x="264283" y="117572"/>
                </a:lnTo>
                <a:lnTo>
                  <a:pt x="264967" y="117387"/>
                </a:lnTo>
                <a:lnTo>
                  <a:pt x="265645" y="117190"/>
                </a:lnTo>
                <a:lnTo>
                  <a:pt x="266316" y="116981"/>
                </a:lnTo>
                <a:lnTo>
                  <a:pt x="266980" y="116760"/>
                </a:lnTo>
                <a:lnTo>
                  <a:pt x="267638" y="116527"/>
                </a:lnTo>
                <a:lnTo>
                  <a:pt x="268289" y="116283"/>
                </a:lnTo>
                <a:lnTo>
                  <a:pt x="268934" y="116026"/>
                </a:lnTo>
                <a:lnTo>
                  <a:pt x="269572" y="115758"/>
                </a:lnTo>
                <a:lnTo>
                  <a:pt x="270204" y="115477"/>
                </a:lnTo>
                <a:lnTo>
                  <a:pt x="270827" y="115185"/>
                </a:lnTo>
                <a:lnTo>
                  <a:pt x="271439" y="114880"/>
                </a:lnTo>
                <a:lnTo>
                  <a:pt x="272041" y="114563"/>
                </a:lnTo>
                <a:lnTo>
                  <a:pt x="272633" y="114234"/>
                </a:lnTo>
                <a:lnTo>
                  <a:pt x="273214" y="113893"/>
                </a:lnTo>
                <a:lnTo>
                  <a:pt x="273784" y="113540"/>
                </a:lnTo>
                <a:lnTo>
                  <a:pt x="274344" y="113175"/>
                </a:lnTo>
                <a:lnTo>
                  <a:pt x="274893" y="112798"/>
                </a:lnTo>
                <a:lnTo>
                  <a:pt x="275432" y="112408"/>
                </a:lnTo>
                <a:lnTo>
                  <a:pt x="275960" y="112007"/>
                </a:lnTo>
                <a:lnTo>
                  <a:pt x="276478" y="111593"/>
                </a:lnTo>
                <a:lnTo>
                  <a:pt x="276985" y="111168"/>
                </a:lnTo>
                <a:lnTo>
                  <a:pt x="277482" y="110730"/>
                </a:lnTo>
                <a:lnTo>
                  <a:pt x="277968" y="110280"/>
                </a:lnTo>
                <a:lnTo>
                  <a:pt x="278443" y="109818"/>
                </a:lnTo>
                <a:lnTo>
                  <a:pt x="278908" y="109344"/>
                </a:lnTo>
                <a:lnTo>
                  <a:pt x="279363" y="108858"/>
                </a:lnTo>
                <a:lnTo>
                  <a:pt x="279807" y="108360"/>
                </a:lnTo>
                <a:lnTo>
                  <a:pt x="280240" y="107850"/>
                </a:lnTo>
                <a:lnTo>
                  <a:pt x="280663" y="107327"/>
                </a:lnTo>
                <a:lnTo>
                  <a:pt x="281076" y="106793"/>
                </a:lnTo>
                <a:lnTo>
                  <a:pt x="281478" y="106246"/>
                </a:lnTo>
                <a:lnTo>
                  <a:pt x="281869" y="105688"/>
                </a:lnTo>
                <a:lnTo>
                  <a:pt x="282250" y="105117"/>
                </a:lnTo>
                <a:lnTo>
                  <a:pt x="282618" y="104534"/>
                </a:lnTo>
                <a:lnTo>
                  <a:pt x="282971" y="103940"/>
                </a:lnTo>
                <a:lnTo>
                  <a:pt x="283309" y="103333"/>
                </a:lnTo>
                <a:lnTo>
                  <a:pt x="283632" y="102715"/>
                </a:lnTo>
                <a:lnTo>
                  <a:pt x="283939" y="102085"/>
                </a:lnTo>
                <a:lnTo>
                  <a:pt x="284232" y="101443"/>
                </a:lnTo>
                <a:lnTo>
                  <a:pt x="284510" y="100790"/>
                </a:lnTo>
                <a:lnTo>
                  <a:pt x="284772" y="100125"/>
                </a:lnTo>
                <a:lnTo>
                  <a:pt x="285020" y="99448"/>
                </a:lnTo>
                <a:lnTo>
                  <a:pt x="285252" y="98759"/>
                </a:lnTo>
                <a:lnTo>
                  <a:pt x="285470" y="98058"/>
                </a:lnTo>
                <a:lnTo>
                  <a:pt x="285672" y="97346"/>
                </a:lnTo>
                <a:lnTo>
                  <a:pt x="285859" y="96621"/>
                </a:lnTo>
                <a:lnTo>
                  <a:pt x="286031" y="95886"/>
                </a:lnTo>
                <a:lnTo>
                  <a:pt x="286189" y="95138"/>
                </a:lnTo>
                <a:lnTo>
                  <a:pt x="286331" y="94378"/>
                </a:lnTo>
                <a:lnTo>
                  <a:pt x="286458" y="93607"/>
                </a:lnTo>
                <a:lnTo>
                  <a:pt x="286570" y="92824"/>
                </a:lnTo>
                <a:lnTo>
                  <a:pt x="286667" y="92029"/>
                </a:lnTo>
                <a:lnTo>
                  <a:pt x="286748" y="91223"/>
                </a:lnTo>
                <a:lnTo>
                  <a:pt x="286815" y="90404"/>
                </a:lnTo>
                <a:lnTo>
                  <a:pt x="286867" y="89574"/>
                </a:lnTo>
                <a:lnTo>
                  <a:pt x="286903" y="88732"/>
                </a:lnTo>
                <a:lnTo>
                  <a:pt x="286925" y="87878"/>
                </a:lnTo>
                <a:lnTo>
                  <a:pt x="273110" y="87878"/>
                </a:lnTo>
                <a:lnTo>
                  <a:pt x="273080" y="88677"/>
                </a:lnTo>
                <a:lnTo>
                  <a:pt x="273032" y="89460"/>
                </a:lnTo>
                <a:lnTo>
                  <a:pt x="272965" y="90227"/>
                </a:lnTo>
                <a:lnTo>
                  <a:pt x="272881" y="90977"/>
                </a:lnTo>
                <a:lnTo>
                  <a:pt x="272778" y="91711"/>
                </a:lnTo>
                <a:lnTo>
                  <a:pt x="272657" y="92428"/>
                </a:lnTo>
                <a:lnTo>
                  <a:pt x="272518" y="93129"/>
                </a:lnTo>
                <a:lnTo>
                  <a:pt x="272361" y="93814"/>
                </a:lnTo>
                <a:lnTo>
                  <a:pt x="272186" y="94482"/>
                </a:lnTo>
                <a:lnTo>
                  <a:pt x="271993" y="95135"/>
                </a:lnTo>
                <a:lnTo>
                  <a:pt x="271781" y="95770"/>
                </a:lnTo>
                <a:lnTo>
                  <a:pt x="271552" y="96390"/>
                </a:lnTo>
                <a:lnTo>
                  <a:pt x="271304" y="96993"/>
                </a:lnTo>
                <a:lnTo>
                  <a:pt x="271038" y="97579"/>
                </a:lnTo>
                <a:lnTo>
                  <a:pt x="270754" y="98150"/>
                </a:lnTo>
                <a:lnTo>
                  <a:pt x="270452" y="98704"/>
                </a:lnTo>
                <a:lnTo>
                  <a:pt x="270132" y="99241"/>
                </a:lnTo>
                <a:lnTo>
                  <a:pt x="269793" y="99763"/>
                </a:lnTo>
                <a:lnTo>
                  <a:pt x="269437" y="100268"/>
                </a:lnTo>
                <a:lnTo>
                  <a:pt x="269062" y="100756"/>
                </a:lnTo>
                <a:lnTo>
                  <a:pt x="268669" y="101229"/>
                </a:lnTo>
                <a:lnTo>
                  <a:pt x="268258" y="101685"/>
                </a:lnTo>
                <a:lnTo>
                  <a:pt x="267829" y="102124"/>
                </a:lnTo>
                <a:lnTo>
                  <a:pt x="267382" y="102548"/>
                </a:lnTo>
                <a:lnTo>
                  <a:pt x="266920" y="102954"/>
                </a:lnTo>
                <a:lnTo>
                  <a:pt x="266449" y="103343"/>
                </a:lnTo>
                <a:lnTo>
                  <a:pt x="265967" y="103715"/>
                </a:lnTo>
                <a:lnTo>
                  <a:pt x="265475" y="104070"/>
                </a:lnTo>
                <a:lnTo>
                  <a:pt x="264972" y="104407"/>
                </a:lnTo>
                <a:lnTo>
                  <a:pt x="264460" y="104727"/>
                </a:lnTo>
                <a:lnTo>
                  <a:pt x="263937" y="105029"/>
                </a:lnTo>
                <a:lnTo>
                  <a:pt x="263404" y="105315"/>
                </a:lnTo>
                <a:lnTo>
                  <a:pt x="262861" y="105583"/>
                </a:lnTo>
                <a:lnTo>
                  <a:pt x="262307" y="105834"/>
                </a:lnTo>
                <a:lnTo>
                  <a:pt x="261743" y="106067"/>
                </a:lnTo>
                <a:lnTo>
                  <a:pt x="261169" y="106283"/>
                </a:lnTo>
                <a:lnTo>
                  <a:pt x="260585" y="106482"/>
                </a:lnTo>
                <a:lnTo>
                  <a:pt x="259991" y="106664"/>
                </a:lnTo>
                <a:lnTo>
                  <a:pt x="259386" y="106828"/>
                </a:lnTo>
                <a:lnTo>
                  <a:pt x="258771" y="106975"/>
                </a:lnTo>
                <a:lnTo>
                  <a:pt x="258146" y="107105"/>
                </a:lnTo>
                <a:lnTo>
                  <a:pt x="257510" y="107217"/>
                </a:lnTo>
                <a:lnTo>
                  <a:pt x="256865" y="107312"/>
                </a:lnTo>
                <a:lnTo>
                  <a:pt x="256209" y="107390"/>
                </a:lnTo>
                <a:lnTo>
                  <a:pt x="255543" y="107451"/>
                </a:lnTo>
                <a:lnTo>
                  <a:pt x="254866" y="107494"/>
                </a:lnTo>
                <a:lnTo>
                  <a:pt x="254180" y="107520"/>
                </a:lnTo>
                <a:lnTo>
                  <a:pt x="253483" y="107529"/>
                </a:lnTo>
                <a:lnTo>
                  <a:pt x="252862" y="107522"/>
                </a:lnTo>
                <a:lnTo>
                  <a:pt x="252250" y="107502"/>
                </a:lnTo>
                <a:lnTo>
                  <a:pt x="251647" y="107469"/>
                </a:lnTo>
                <a:lnTo>
                  <a:pt x="251051" y="107422"/>
                </a:lnTo>
                <a:lnTo>
                  <a:pt x="250465" y="107362"/>
                </a:lnTo>
                <a:lnTo>
                  <a:pt x="249887" y="107289"/>
                </a:lnTo>
                <a:lnTo>
                  <a:pt x="249317" y="107202"/>
                </a:lnTo>
                <a:lnTo>
                  <a:pt x="248756" y="107102"/>
                </a:lnTo>
                <a:lnTo>
                  <a:pt x="248203" y="106989"/>
                </a:lnTo>
                <a:lnTo>
                  <a:pt x="247659" y="106862"/>
                </a:lnTo>
                <a:lnTo>
                  <a:pt x="247123" y="106723"/>
                </a:lnTo>
                <a:lnTo>
                  <a:pt x="246596" y="106569"/>
                </a:lnTo>
                <a:lnTo>
                  <a:pt x="246078" y="106403"/>
                </a:lnTo>
                <a:lnTo>
                  <a:pt x="245567" y="106223"/>
                </a:lnTo>
                <a:lnTo>
                  <a:pt x="245065" y="106030"/>
                </a:lnTo>
                <a:lnTo>
                  <a:pt x="244572" y="105823"/>
                </a:lnTo>
                <a:lnTo>
                  <a:pt x="244087" y="105603"/>
                </a:lnTo>
                <a:lnTo>
                  <a:pt x="243611" y="105370"/>
                </a:lnTo>
                <a:lnTo>
                  <a:pt x="243143" y="105124"/>
                </a:lnTo>
                <a:lnTo>
                  <a:pt x="242684" y="104864"/>
                </a:lnTo>
                <a:lnTo>
                  <a:pt x="242233" y="104591"/>
                </a:lnTo>
                <a:lnTo>
                  <a:pt x="241791" y="104304"/>
                </a:lnTo>
                <a:lnTo>
                  <a:pt x="241357" y="104004"/>
                </a:lnTo>
                <a:lnTo>
                  <a:pt x="240931" y="103691"/>
                </a:lnTo>
                <a:lnTo>
                  <a:pt x="240514" y="103365"/>
                </a:lnTo>
                <a:lnTo>
                  <a:pt x="240106" y="103027"/>
                </a:lnTo>
                <a:lnTo>
                  <a:pt x="239707" y="102677"/>
                </a:lnTo>
                <a:lnTo>
                  <a:pt x="239317" y="102315"/>
                </a:lnTo>
                <a:lnTo>
                  <a:pt x="238935" y="101940"/>
                </a:lnTo>
                <a:lnTo>
                  <a:pt x="238562" y="101554"/>
                </a:lnTo>
                <a:lnTo>
                  <a:pt x="238198" y="101155"/>
                </a:lnTo>
                <a:lnTo>
                  <a:pt x="237843" y="100745"/>
                </a:lnTo>
                <a:lnTo>
                  <a:pt x="237496" y="100322"/>
                </a:lnTo>
                <a:lnTo>
                  <a:pt x="237158" y="99887"/>
                </a:lnTo>
                <a:lnTo>
                  <a:pt x="236829" y="99441"/>
                </a:lnTo>
                <a:lnTo>
                  <a:pt x="236509" y="98982"/>
                </a:lnTo>
                <a:lnTo>
                  <a:pt x="236197" y="98511"/>
                </a:lnTo>
                <a:lnTo>
                  <a:pt x="235895" y="98028"/>
                </a:lnTo>
                <a:lnTo>
                  <a:pt x="235601" y="97532"/>
                </a:lnTo>
                <a:lnTo>
                  <a:pt x="235315" y="97025"/>
                </a:lnTo>
                <a:lnTo>
                  <a:pt x="235039" y="96506"/>
                </a:lnTo>
                <a:lnTo>
                  <a:pt x="234771" y="95975"/>
                </a:lnTo>
                <a:lnTo>
                  <a:pt x="234513" y="95431"/>
                </a:lnTo>
                <a:lnTo>
                  <a:pt x="234262" y="94876"/>
                </a:lnTo>
                <a:lnTo>
                  <a:pt x="234021" y="94308"/>
                </a:lnTo>
                <a:lnTo>
                  <a:pt x="233789" y="93728"/>
                </a:lnTo>
                <a:lnTo>
                  <a:pt x="233565" y="93136"/>
                </a:lnTo>
                <a:lnTo>
                  <a:pt x="233350" y="92533"/>
                </a:lnTo>
                <a:lnTo>
                  <a:pt x="233144" y="91917"/>
                </a:lnTo>
                <a:lnTo>
                  <a:pt x="232946" y="91292"/>
                </a:lnTo>
                <a:lnTo>
                  <a:pt x="232758" y="90655"/>
                </a:lnTo>
                <a:lnTo>
                  <a:pt x="232578" y="90009"/>
                </a:lnTo>
                <a:lnTo>
                  <a:pt x="232407" y="89351"/>
                </a:lnTo>
                <a:lnTo>
                  <a:pt x="232244" y="88684"/>
                </a:lnTo>
                <a:lnTo>
                  <a:pt x="232091" y="88005"/>
                </a:lnTo>
                <a:lnTo>
                  <a:pt x="231946" y="87316"/>
                </a:lnTo>
                <a:lnTo>
                  <a:pt x="231810" y="86617"/>
                </a:lnTo>
                <a:lnTo>
                  <a:pt x="231683" y="85907"/>
                </a:lnTo>
                <a:lnTo>
                  <a:pt x="231564" y="85186"/>
                </a:lnTo>
                <a:lnTo>
                  <a:pt x="231455" y="84455"/>
                </a:lnTo>
                <a:lnTo>
                  <a:pt x="231354" y="83714"/>
                </a:lnTo>
                <a:lnTo>
                  <a:pt x="231261" y="82962"/>
                </a:lnTo>
                <a:lnTo>
                  <a:pt x="231178" y="82199"/>
                </a:lnTo>
                <a:lnTo>
                  <a:pt x="231104" y="81426"/>
                </a:lnTo>
                <a:lnTo>
                  <a:pt x="231038" y="80642"/>
                </a:lnTo>
                <a:lnTo>
                  <a:pt x="230981" y="79848"/>
                </a:lnTo>
                <a:lnTo>
                  <a:pt x="230932" y="79043"/>
                </a:lnTo>
                <a:lnTo>
                  <a:pt x="230893" y="78228"/>
                </a:lnTo>
                <a:lnTo>
                  <a:pt x="230862" y="77402"/>
                </a:lnTo>
                <a:lnTo>
                  <a:pt x="230840" y="76566"/>
                </a:lnTo>
                <a:lnTo>
                  <a:pt x="230827" y="75719"/>
                </a:lnTo>
                <a:lnTo>
                  <a:pt x="230823" y="74862"/>
                </a:lnTo>
                <a:lnTo>
                  <a:pt x="230833" y="73564"/>
                </a:lnTo>
                <a:lnTo>
                  <a:pt x="230863" y="72292"/>
                </a:lnTo>
                <a:lnTo>
                  <a:pt x="230912" y="71043"/>
                </a:lnTo>
                <a:lnTo>
                  <a:pt x="230982" y="69819"/>
                </a:lnTo>
                <a:lnTo>
                  <a:pt x="231071" y="68620"/>
                </a:lnTo>
                <a:lnTo>
                  <a:pt x="231181" y="67444"/>
                </a:lnTo>
                <a:lnTo>
                  <a:pt x="231310" y="66293"/>
                </a:lnTo>
                <a:lnTo>
                  <a:pt x="231459" y="65167"/>
                </a:lnTo>
                <a:lnTo>
                  <a:pt x="231628" y="64064"/>
                </a:lnTo>
                <a:lnTo>
                  <a:pt x="231817" y="62986"/>
                </a:lnTo>
                <a:lnTo>
                  <a:pt x="232026" y="61933"/>
                </a:lnTo>
                <a:lnTo>
                  <a:pt x="232255" y="60903"/>
                </a:lnTo>
                <a:lnTo>
                  <a:pt x="232503" y="59898"/>
                </a:lnTo>
                <a:lnTo>
                  <a:pt x="232772" y="58918"/>
                </a:lnTo>
                <a:lnTo>
                  <a:pt x="233060" y="57961"/>
                </a:lnTo>
                <a:lnTo>
                  <a:pt x="233369" y="57029"/>
                </a:lnTo>
                <a:lnTo>
                  <a:pt x="233697" y="56121"/>
                </a:lnTo>
                <a:lnTo>
                  <a:pt x="234045" y="55238"/>
                </a:lnTo>
                <a:lnTo>
                  <a:pt x="234413" y="54379"/>
                </a:lnTo>
                <a:lnTo>
                  <a:pt x="234801" y="53544"/>
                </a:lnTo>
                <a:lnTo>
                  <a:pt x="235208" y="52734"/>
                </a:lnTo>
                <a:lnTo>
                  <a:pt x="235636" y="51948"/>
                </a:lnTo>
                <a:lnTo>
                  <a:pt x="236084" y="51186"/>
                </a:lnTo>
                <a:lnTo>
                  <a:pt x="236551" y="50449"/>
                </a:lnTo>
                <a:lnTo>
                  <a:pt x="237038" y="49739"/>
                </a:lnTo>
                <a:lnTo>
                  <a:pt x="237544" y="49059"/>
                </a:lnTo>
                <a:lnTo>
                  <a:pt x="238069" y="48409"/>
                </a:lnTo>
                <a:lnTo>
                  <a:pt x="238612" y="47790"/>
                </a:lnTo>
                <a:lnTo>
                  <a:pt x="239175" y="47201"/>
                </a:lnTo>
                <a:lnTo>
                  <a:pt x="239757" y="46642"/>
                </a:lnTo>
                <a:lnTo>
                  <a:pt x="240358" y="46113"/>
                </a:lnTo>
                <a:lnTo>
                  <a:pt x="240978" y="45614"/>
                </a:lnTo>
                <a:lnTo>
                  <a:pt x="241617" y="45146"/>
                </a:lnTo>
                <a:lnTo>
                  <a:pt x="242275" y="44708"/>
                </a:lnTo>
                <a:lnTo>
                  <a:pt x="242952" y="44300"/>
                </a:lnTo>
                <a:lnTo>
                  <a:pt x="243648" y="43922"/>
                </a:lnTo>
                <a:lnTo>
                  <a:pt x="244363" y="43575"/>
                </a:lnTo>
                <a:lnTo>
                  <a:pt x="245097" y="43257"/>
                </a:lnTo>
                <a:lnTo>
                  <a:pt x="245850" y="42970"/>
                </a:lnTo>
                <a:lnTo>
                  <a:pt x="246622" y="42713"/>
                </a:lnTo>
                <a:lnTo>
                  <a:pt x="247413" y="42487"/>
                </a:lnTo>
                <a:lnTo>
                  <a:pt x="248223" y="42290"/>
                </a:lnTo>
                <a:lnTo>
                  <a:pt x="249052" y="42124"/>
                </a:lnTo>
                <a:lnTo>
                  <a:pt x="249900" y="41988"/>
                </a:lnTo>
                <a:lnTo>
                  <a:pt x="250767" y="41882"/>
                </a:lnTo>
                <a:lnTo>
                  <a:pt x="251653" y="41807"/>
                </a:lnTo>
                <a:lnTo>
                  <a:pt x="252559" y="41762"/>
                </a:lnTo>
                <a:lnTo>
                  <a:pt x="253483" y="41746"/>
                </a:lnTo>
                <a:lnTo>
                  <a:pt x="254165" y="41755"/>
                </a:lnTo>
                <a:lnTo>
                  <a:pt x="254837" y="41780"/>
                </a:lnTo>
                <a:lnTo>
                  <a:pt x="255497" y="41823"/>
                </a:lnTo>
                <a:lnTo>
                  <a:pt x="256147" y="41882"/>
                </a:lnTo>
                <a:lnTo>
                  <a:pt x="256785" y="41959"/>
                </a:lnTo>
                <a:lnTo>
                  <a:pt x="257413" y="42052"/>
                </a:lnTo>
                <a:lnTo>
                  <a:pt x="258030" y="42163"/>
                </a:lnTo>
                <a:lnTo>
                  <a:pt x="258635" y="42290"/>
                </a:lnTo>
                <a:lnTo>
                  <a:pt x="259230" y="42435"/>
                </a:lnTo>
                <a:lnTo>
                  <a:pt x="259814" y="42596"/>
                </a:lnTo>
                <a:lnTo>
                  <a:pt x="260386" y="42775"/>
                </a:lnTo>
                <a:lnTo>
                  <a:pt x="260948" y="42970"/>
                </a:lnTo>
                <a:lnTo>
                  <a:pt x="261499" y="43182"/>
                </a:lnTo>
                <a:lnTo>
                  <a:pt x="262039" y="43412"/>
                </a:lnTo>
                <a:lnTo>
                  <a:pt x="262568" y="43658"/>
                </a:lnTo>
                <a:lnTo>
                  <a:pt x="263086" y="43922"/>
                </a:lnTo>
                <a:lnTo>
                  <a:pt x="263593" y="44202"/>
                </a:lnTo>
                <a:lnTo>
                  <a:pt x="264089" y="44499"/>
                </a:lnTo>
                <a:lnTo>
                  <a:pt x="264574" y="44814"/>
                </a:lnTo>
                <a:lnTo>
                  <a:pt x="265048" y="45145"/>
                </a:lnTo>
                <a:lnTo>
                  <a:pt x="265511" y="45493"/>
                </a:lnTo>
                <a:lnTo>
                  <a:pt x="265963" y="45859"/>
                </a:lnTo>
                <a:lnTo>
                  <a:pt x="266404" y="46241"/>
                </a:lnTo>
                <a:lnTo>
                  <a:pt x="266834" y="46641"/>
                </a:lnTo>
                <a:lnTo>
                  <a:pt x="267251" y="47054"/>
                </a:lnTo>
                <a:lnTo>
                  <a:pt x="267652" y="47481"/>
                </a:lnTo>
                <a:lnTo>
                  <a:pt x="268038" y="47920"/>
                </a:lnTo>
                <a:lnTo>
                  <a:pt x="268408" y="48372"/>
                </a:lnTo>
                <a:lnTo>
                  <a:pt x="268762" y="48836"/>
                </a:lnTo>
                <a:lnTo>
                  <a:pt x="269101" y="49313"/>
                </a:lnTo>
                <a:lnTo>
                  <a:pt x="269424" y="49802"/>
                </a:lnTo>
                <a:lnTo>
                  <a:pt x="269731" y="50304"/>
                </a:lnTo>
                <a:lnTo>
                  <a:pt x="270023" y="50819"/>
                </a:lnTo>
                <a:lnTo>
                  <a:pt x="270299" y="51346"/>
                </a:lnTo>
                <a:lnTo>
                  <a:pt x="270559" y="51886"/>
                </a:lnTo>
                <a:lnTo>
                  <a:pt x="270804" y="52438"/>
                </a:lnTo>
                <a:lnTo>
                  <a:pt x="271033" y="53003"/>
                </a:lnTo>
                <a:lnTo>
                  <a:pt x="271247" y="53580"/>
                </a:lnTo>
                <a:lnTo>
                  <a:pt x="271444" y="54170"/>
                </a:lnTo>
                <a:lnTo>
                  <a:pt x="271627" y="54773"/>
                </a:lnTo>
                <a:lnTo>
                  <a:pt x="271793" y="55388"/>
                </a:lnTo>
                <a:lnTo>
                  <a:pt x="271944" y="56016"/>
                </a:lnTo>
                <a:lnTo>
                  <a:pt x="272079" y="56657"/>
                </a:lnTo>
                <a:lnTo>
                  <a:pt x="272199" y="57310"/>
                </a:lnTo>
                <a:lnTo>
                  <a:pt x="272303" y="57975"/>
                </a:lnTo>
                <a:lnTo>
                  <a:pt x="272391" y="58653"/>
                </a:lnTo>
                <a:lnTo>
                  <a:pt x="272463" y="59344"/>
                </a:lnTo>
                <a:lnTo>
                  <a:pt x="272520" y="60047"/>
                </a:lnTo>
                <a:lnTo>
                  <a:pt x="286420" y="60047"/>
                </a:lnTo>
                <a:lnTo>
                  <a:pt x="286384" y="59217"/>
                </a:lnTo>
                <a:lnTo>
                  <a:pt x="286335" y="58398"/>
                </a:lnTo>
                <a:lnTo>
                  <a:pt x="286272" y="57591"/>
                </a:lnTo>
                <a:lnTo>
                  <a:pt x="286194" y="56797"/>
                </a:lnTo>
                <a:lnTo>
                  <a:pt x="286102" y="56014"/>
                </a:lnTo>
                <a:lnTo>
                  <a:pt x="285996" y="55244"/>
                </a:lnTo>
                <a:lnTo>
                  <a:pt x="285875" y="54486"/>
                </a:lnTo>
                <a:lnTo>
                  <a:pt x="285741" y="53740"/>
                </a:lnTo>
                <a:lnTo>
                  <a:pt x="285592" y="53006"/>
                </a:lnTo>
                <a:lnTo>
                  <a:pt x="285430" y="52284"/>
                </a:lnTo>
                <a:lnTo>
                  <a:pt x="285252" y="51574"/>
                </a:lnTo>
                <a:lnTo>
                  <a:pt x="285061" y="50876"/>
                </a:lnTo>
                <a:lnTo>
                  <a:pt x="284856" y="50190"/>
                </a:lnTo>
                <a:lnTo>
                  <a:pt x="284636" y="49516"/>
                </a:lnTo>
                <a:lnTo>
                  <a:pt x="284402" y="48855"/>
                </a:lnTo>
                <a:lnTo>
                  <a:pt x="284155" y="48205"/>
                </a:lnTo>
                <a:lnTo>
                  <a:pt x="283892" y="47568"/>
                </a:lnTo>
                <a:lnTo>
                  <a:pt x="283616" y="46942"/>
                </a:lnTo>
                <a:lnTo>
                  <a:pt x="283326" y="46329"/>
                </a:lnTo>
                <a:lnTo>
                  <a:pt x="283021" y="45728"/>
                </a:lnTo>
                <a:lnTo>
                  <a:pt x="282702" y="45139"/>
                </a:lnTo>
                <a:lnTo>
                  <a:pt x="282369" y="44562"/>
                </a:lnTo>
                <a:lnTo>
                  <a:pt x="282022" y="43997"/>
                </a:lnTo>
                <a:lnTo>
                  <a:pt x="281660" y="43444"/>
                </a:lnTo>
                <a:lnTo>
                  <a:pt x="281287" y="42902"/>
                </a:lnTo>
                <a:lnTo>
                  <a:pt x="280903" y="42372"/>
                </a:lnTo>
                <a:lnTo>
                  <a:pt x="280508" y="41854"/>
                </a:lnTo>
                <a:lnTo>
                  <a:pt x="280104" y="41347"/>
                </a:lnTo>
                <a:lnTo>
                  <a:pt x="279690" y="40852"/>
                </a:lnTo>
                <a:lnTo>
                  <a:pt x="279265" y="40368"/>
                </a:lnTo>
                <a:lnTo>
                  <a:pt x="278830" y="39895"/>
                </a:lnTo>
                <a:lnTo>
                  <a:pt x="278384" y="39434"/>
                </a:lnTo>
                <a:lnTo>
                  <a:pt x="277929" y="38985"/>
                </a:lnTo>
                <a:lnTo>
                  <a:pt x="277463" y="38547"/>
                </a:lnTo>
                <a:lnTo>
                  <a:pt x="276987" y="38121"/>
                </a:lnTo>
                <a:lnTo>
                  <a:pt x="276501" y="37706"/>
                </a:lnTo>
                <a:lnTo>
                  <a:pt x="276004" y="37302"/>
                </a:lnTo>
                <a:lnTo>
                  <a:pt x="275497" y="36910"/>
                </a:lnTo>
                <a:lnTo>
                  <a:pt x="274980" y="36529"/>
                </a:lnTo>
                <a:lnTo>
                  <a:pt x="274453" y="36160"/>
                </a:lnTo>
                <a:lnTo>
                  <a:pt x="273916" y="35803"/>
                </a:lnTo>
                <a:lnTo>
                  <a:pt x="273368" y="35457"/>
                </a:lnTo>
                <a:lnTo>
                  <a:pt x="272810" y="35122"/>
                </a:lnTo>
                <a:lnTo>
                  <a:pt x="272242" y="34799"/>
                </a:lnTo>
                <a:lnTo>
                  <a:pt x="271664" y="34487"/>
                </a:lnTo>
                <a:lnTo>
                  <a:pt x="271075" y="34187"/>
                </a:lnTo>
                <a:lnTo>
                  <a:pt x="270476" y="33898"/>
                </a:lnTo>
                <a:lnTo>
                  <a:pt x="269867" y="33621"/>
                </a:lnTo>
                <a:lnTo>
                  <a:pt x="269249" y="33355"/>
                </a:lnTo>
                <a:lnTo>
                  <a:pt x="268625" y="33100"/>
                </a:lnTo>
                <a:lnTo>
                  <a:pt x="267995" y="32857"/>
                </a:lnTo>
                <a:lnTo>
                  <a:pt x="267357" y="32625"/>
                </a:lnTo>
                <a:lnTo>
                  <a:pt x="266713" y="32404"/>
                </a:lnTo>
                <a:lnTo>
                  <a:pt x="266063" y="32195"/>
                </a:lnTo>
                <a:lnTo>
                  <a:pt x="265406" y="31997"/>
                </a:lnTo>
                <a:lnTo>
                  <a:pt x="264742" y="31810"/>
                </a:lnTo>
                <a:lnTo>
                  <a:pt x="264072" y="31635"/>
                </a:lnTo>
                <a:lnTo>
                  <a:pt x="263396" y="31470"/>
                </a:lnTo>
                <a:lnTo>
                  <a:pt x="262712" y="31318"/>
                </a:lnTo>
                <a:lnTo>
                  <a:pt x="262022" y="31176"/>
                </a:lnTo>
                <a:lnTo>
                  <a:pt x="261326" y="31046"/>
                </a:lnTo>
                <a:lnTo>
                  <a:pt x="260623" y="30927"/>
                </a:lnTo>
                <a:lnTo>
                  <a:pt x="259913" y="30819"/>
                </a:lnTo>
                <a:lnTo>
                  <a:pt x="259197" y="30723"/>
                </a:lnTo>
                <a:lnTo>
                  <a:pt x="258474" y="30638"/>
                </a:lnTo>
                <a:lnTo>
                  <a:pt x="257745" y="30565"/>
                </a:lnTo>
                <a:lnTo>
                  <a:pt x="257009" y="30503"/>
                </a:lnTo>
                <a:lnTo>
                  <a:pt x="256266" y="30452"/>
                </a:lnTo>
                <a:lnTo>
                  <a:pt x="255517" y="30412"/>
                </a:lnTo>
                <a:lnTo>
                  <a:pt x="254761" y="30384"/>
                </a:lnTo>
                <a:lnTo>
                  <a:pt x="253999" y="30367"/>
                </a:lnTo>
                <a:lnTo>
                  <a:pt x="253230" y="30361"/>
                </a:lnTo>
                <a:lnTo>
                  <a:pt x="252315" y="30370"/>
                </a:lnTo>
                <a:lnTo>
                  <a:pt x="251410" y="30396"/>
                </a:lnTo>
                <a:lnTo>
                  <a:pt x="250514" y="30439"/>
                </a:lnTo>
                <a:lnTo>
                  <a:pt x="249628" y="30500"/>
                </a:lnTo>
                <a:lnTo>
                  <a:pt x="248751" y="30579"/>
                </a:lnTo>
                <a:lnTo>
                  <a:pt x="247884" y="30674"/>
                </a:lnTo>
                <a:lnTo>
                  <a:pt x="247026" y="30787"/>
                </a:lnTo>
                <a:lnTo>
                  <a:pt x="246177" y="30918"/>
                </a:lnTo>
                <a:lnTo>
                  <a:pt x="245339" y="31066"/>
                </a:lnTo>
                <a:lnTo>
                  <a:pt x="244509" y="31231"/>
                </a:lnTo>
                <a:lnTo>
                  <a:pt x="243690" y="31414"/>
                </a:lnTo>
                <a:lnTo>
                  <a:pt x="242879" y="31614"/>
                </a:lnTo>
                <a:lnTo>
                  <a:pt x="242078" y="31832"/>
                </a:lnTo>
                <a:lnTo>
                  <a:pt x="241287" y="32067"/>
                </a:lnTo>
                <a:lnTo>
                  <a:pt x="240505" y="32319"/>
                </a:lnTo>
                <a:lnTo>
                  <a:pt x="239733" y="32589"/>
                </a:lnTo>
                <a:lnTo>
                  <a:pt x="238970" y="32876"/>
                </a:lnTo>
                <a:lnTo>
                  <a:pt x="238217" y="33181"/>
                </a:lnTo>
                <a:lnTo>
                  <a:pt x="237474" y="33503"/>
                </a:lnTo>
                <a:lnTo>
                  <a:pt x="236739" y="33842"/>
                </a:lnTo>
                <a:lnTo>
                  <a:pt x="236015" y="34199"/>
                </a:lnTo>
                <a:lnTo>
                  <a:pt x="235299" y="34573"/>
                </a:lnTo>
                <a:lnTo>
                  <a:pt x="234594" y="34965"/>
                </a:lnTo>
                <a:lnTo>
                  <a:pt x="233897" y="35374"/>
                </a:lnTo>
                <a:lnTo>
                  <a:pt x="233212" y="35800"/>
                </a:lnTo>
                <a:lnTo>
                  <a:pt x="232540" y="36243"/>
                </a:lnTo>
                <a:lnTo>
                  <a:pt x="231880" y="36704"/>
                </a:lnTo>
                <a:lnTo>
                  <a:pt x="231233" y="37181"/>
                </a:lnTo>
                <a:lnTo>
                  <a:pt x="230599" y="37676"/>
                </a:lnTo>
                <a:lnTo>
                  <a:pt x="229978" y="38188"/>
                </a:lnTo>
                <a:lnTo>
                  <a:pt x="229369" y="38717"/>
                </a:lnTo>
                <a:lnTo>
                  <a:pt x="228773" y="39263"/>
                </a:lnTo>
                <a:lnTo>
                  <a:pt x="228190" y="39826"/>
                </a:lnTo>
                <a:lnTo>
                  <a:pt x="227619" y="40406"/>
                </a:lnTo>
                <a:lnTo>
                  <a:pt x="227061" y="41004"/>
                </a:lnTo>
                <a:lnTo>
                  <a:pt x="226516" y="41618"/>
                </a:lnTo>
                <a:lnTo>
                  <a:pt x="225984" y="42249"/>
                </a:lnTo>
                <a:lnTo>
                  <a:pt x="225464" y="42898"/>
                </a:lnTo>
                <a:lnTo>
                  <a:pt x="224957" y="43564"/>
                </a:lnTo>
                <a:lnTo>
                  <a:pt x="224463" y="44247"/>
                </a:lnTo>
                <a:lnTo>
                  <a:pt x="223981" y="44947"/>
                </a:lnTo>
                <a:lnTo>
                  <a:pt x="223513" y="45664"/>
                </a:lnTo>
                <a:lnTo>
                  <a:pt x="223056" y="46398"/>
                </a:lnTo>
                <a:lnTo>
                  <a:pt x="222613" y="47149"/>
                </a:lnTo>
                <a:lnTo>
                  <a:pt x="222182" y="47917"/>
                </a:lnTo>
                <a:lnTo>
                  <a:pt x="221765" y="48703"/>
                </a:lnTo>
                <a:lnTo>
                  <a:pt x="221359" y="49505"/>
                </a:lnTo>
                <a:lnTo>
                  <a:pt x="220967" y="50325"/>
                </a:lnTo>
                <a:lnTo>
                  <a:pt x="220589" y="51161"/>
                </a:lnTo>
                <a:lnTo>
                  <a:pt x="220227" y="52013"/>
                </a:lnTo>
                <a:lnTo>
                  <a:pt x="219881" y="52882"/>
                </a:lnTo>
                <a:lnTo>
                  <a:pt x="219551" y="53766"/>
                </a:lnTo>
                <a:lnTo>
                  <a:pt x="219238" y="54667"/>
                </a:lnTo>
                <a:lnTo>
                  <a:pt x="218940" y="55584"/>
                </a:lnTo>
                <a:lnTo>
                  <a:pt x="218658" y="56517"/>
                </a:lnTo>
                <a:lnTo>
                  <a:pt x="218393" y="57467"/>
                </a:lnTo>
                <a:lnTo>
                  <a:pt x="218144" y="58432"/>
                </a:lnTo>
                <a:lnTo>
                  <a:pt x="217910" y="59414"/>
                </a:lnTo>
                <a:lnTo>
                  <a:pt x="217693" y="60412"/>
                </a:lnTo>
                <a:lnTo>
                  <a:pt x="217492" y="61426"/>
                </a:lnTo>
                <a:lnTo>
                  <a:pt x="217307" y="62456"/>
                </a:lnTo>
                <a:lnTo>
                  <a:pt x="217138" y="63502"/>
                </a:lnTo>
                <a:lnTo>
                  <a:pt x="216985" y="64565"/>
                </a:lnTo>
                <a:lnTo>
                  <a:pt x="216849" y="65644"/>
                </a:lnTo>
                <a:lnTo>
                  <a:pt x="216728" y="66739"/>
                </a:lnTo>
                <a:lnTo>
                  <a:pt x="216623" y="67850"/>
                </a:lnTo>
                <a:lnTo>
                  <a:pt x="216535" y="68977"/>
                </a:lnTo>
                <a:lnTo>
                  <a:pt x="216463" y="70121"/>
                </a:lnTo>
                <a:lnTo>
                  <a:pt x="216406" y="71280"/>
                </a:lnTo>
                <a:lnTo>
                  <a:pt x="216366" y="72456"/>
                </a:lnTo>
                <a:lnTo>
                  <a:pt x="216342" y="73648"/>
                </a:lnTo>
                <a:lnTo>
                  <a:pt x="216334" y="74856"/>
                </a:lnTo>
                <a:lnTo>
                  <a:pt x="216342" y="76064"/>
                </a:lnTo>
                <a:lnTo>
                  <a:pt x="216367" y="77256"/>
                </a:lnTo>
                <a:lnTo>
                  <a:pt x="216408" y="78431"/>
                </a:lnTo>
                <a:lnTo>
                  <a:pt x="216465" y="79589"/>
                </a:lnTo>
                <a:lnTo>
                  <a:pt x="216539" y="80731"/>
                </a:lnTo>
                <a:lnTo>
                  <a:pt x="216629" y="81856"/>
                </a:lnTo>
                <a:lnTo>
                  <a:pt x="216735" y="82964"/>
                </a:lnTo>
                <a:lnTo>
                  <a:pt x="216858" y="84056"/>
                </a:lnTo>
                <a:lnTo>
                  <a:pt x="216997" y="85131"/>
                </a:lnTo>
                <a:lnTo>
                  <a:pt x="217153" y="86189"/>
                </a:lnTo>
                <a:lnTo>
                  <a:pt x="217325" y="87231"/>
                </a:lnTo>
                <a:lnTo>
                  <a:pt x="217513" y="88256"/>
                </a:lnTo>
                <a:lnTo>
                  <a:pt x="217718" y="89265"/>
                </a:lnTo>
                <a:lnTo>
                  <a:pt x="217939" y="90257"/>
                </a:lnTo>
                <a:lnTo>
                  <a:pt x="218177" y="91232"/>
                </a:lnTo>
                <a:lnTo>
                  <a:pt x="218430" y="92191"/>
                </a:lnTo>
                <a:lnTo>
                  <a:pt x="218701" y="93133"/>
                </a:lnTo>
                <a:lnTo>
                  <a:pt x="218987" y="94058"/>
                </a:lnTo>
                <a:lnTo>
                  <a:pt x="219290" y="94967"/>
                </a:lnTo>
                <a:lnTo>
                  <a:pt x="219610" y="95859"/>
                </a:lnTo>
                <a:lnTo>
                  <a:pt x="219946" y="96734"/>
                </a:lnTo>
                <a:lnTo>
                  <a:pt x="220298" y="97593"/>
                </a:lnTo>
                <a:lnTo>
                  <a:pt x="220666" y="98435"/>
                </a:lnTo>
                <a:lnTo>
                  <a:pt x="221051" y="99261"/>
                </a:lnTo>
                <a:lnTo>
                  <a:pt x="221451" y="100070"/>
                </a:lnTo>
                <a:lnTo>
                  <a:pt x="221863" y="100861"/>
                </a:lnTo>
                <a:lnTo>
                  <a:pt x="222287" y="101636"/>
                </a:lnTo>
                <a:lnTo>
                  <a:pt x="222724" y="102394"/>
                </a:lnTo>
                <a:lnTo>
                  <a:pt x="223174" y="103134"/>
                </a:lnTo>
                <a:lnTo>
                  <a:pt x="223636" y="103858"/>
                </a:lnTo>
                <a:lnTo>
                  <a:pt x="224111" y="104565"/>
                </a:lnTo>
                <a:lnTo>
                  <a:pt x="224599" y="105255"/>
                </a:lnTo>
                <a:lnTo>
                  <a:pt x="225099" y="105928"/>
                </a:lnTo>
                <a:lnTo>
                  <a:pt x="225611" y="106584"/>
                </a:lnTo>
                <a:lnTo>
                  <a:pt x="226136" y="107223"/>
                </a:lnTo>
                <a:lnTo>
                  <a:pt x="226674" y="107846"/>
                </a:lnTo>
                <a:lnTo>
                  <a:pt x="227224" y="108451"/>
                </a:lnTo>
                <a:lnTo>
                  <a:pt x="227787" y="109039"/>
                </a:lnTo>
                <a:lnTo>
                  <a:pt x="228363" y="109611"/>
                </a:lnTo>
                <a:lnTo>
                  <a:pt x="228951" y="110165"/>
                </a:lnTo>
                <a:lnTo>
                  <a:pt x="229551" y="110703"/>
                </a:lnTo>
                <a:lnTo>
                  <a:pt x="230165" y="111223"/>
                </a:lnTo>
                <a:lnTo>
                  <a:pt x="230790" y="111727"/>
                </a:lnTo>
                <a:lnTo>
                  <a:pt x="231429" y="112213"/>
                </a:lnTo>
                <a:lnTo>
                  <a:pt x="232080" y="112683"/>
                </a:lnTo>
                <a:lnTo>
                  <a:pt x="232743" y="113136"/>
                </a:lnTo>
                <a:lnTo>
                  <a:pt x="233419" y="113572"/>
                </a:lnTo>
                <a:lnTo>
                  <a:pt x="234108" y="113991"/>
                </a:lnTo>
                <a:lnTo>
                  <a:pt x="234807" y="114393"/>
                </a:lnTo>
                <a:lnTo>
                  <a:pt x="235515" y="114777"/>
                </a:lnTo>
                <a:lnTo>
                  <a:pt x="236231" y="115145"/>
                </a:lnTo>
                <a:lnTo>
                  <a:pt x="236956" y="115495"/>
                </a:lnTo>
                <a:lnTo>
                  <a:pt x="237689" y="115828"/>
                </a:lnTo>
                <a:lnTo>
                  <a:pt x="238430" y="116145"/>
                </a:lnTo>
                <a:lnTo>
                  <a:pt x="239181" y="116444"/>
                </a:lnTo>
                <a:lnTo>
                  <a:pt x="239939" y="116726"/>
                </a:lnTo>
                <a:lnTo>
                  <a:pt x="240706" y="116991"/>
                </a:lnTo>
                <a:lnTo>
                  <a:pt x="241482" y="117239"/>
                </a:lnTo>
                <a:lnTo>
                  <a:pt x="242266" y="117470"/>
                </a:lnTo>
                <a:lnTo>
                  <a:pt x="243058" y="117683"/>
                </a:lnTo>
                <a:lnTo>
                  <a:pt x="243859" y="117880"/>
                </a:lnTo>
                <a:lnTo>
                  <a:pt x="244669" y="118059"/>
                </a:lnTo>
                <a:lnTo>
                  <a:pt x="245487" y="118222"/>
                </a:lnTo>
                <a:lnTo>
                  <a:pt x="246313" y="118367"/>
                </a:lnTo>
                <a:lnTo>
                  <a:pt x="247148" y="118495"/>
                </a:lnTo>
                <a:lnTo>
                  <a:pt x="247991" y="118606"/>
                </a:lnTo>
                <a:lnTo>
                  <a:pt x="248843" y="118700"/>
                </a:lnTo>
                <a:lnTo>
                  <a:pt x="249704" y="118777"/>
                </a:lnTo>
                <a:lnTo>
                  <a:pt x="250573" y="118837"/>
                </a:lnTo>
                <a:lnTo>
                  <a:pt x="251450" y="118880"/>
                </a:lnTo>
                <a:lnTo>
                  <a:pt x="252336" y="118905"/>
                </a:lnTo>
                <a:lnTo>
                  <a:pt x="253230" y="118914"/>
                </a:lnTo>
                <a:lnTo>
                  <a:pt x="254013" y="118908"/>
                </a:lnTo>
                <a:lnTo>
                  <a:pt x="254789" y="118890"/>
                </a:lnTo>
                <a:lnTo>
                  <a:pt x="255559" y="118860"/>
                </a:lnTo>
                <a:lnTo>
                  <a:pt x="256322" y="118819"/>
                </a:lnTo>
                <a:close/>
                <a:moveTo>
                  <a:pt x="337571" y="118815"/>
                </a:moveTo>
                <a:lnTo>
                  <a:pt x="338369" y="118760"/>
                </a:lnTo>
                <a:lnTo>
                  <a:pt x="339159" y="118692"/>
                </a:lnTo>
                <a:lnTo>
                  <a:pt x="339938" y="118612"/>
                </a:lnTo>
                <a:lnTo>
                  <a:pt x="340708" y="118520"/>
                </a:lnTo>
                <a:lnTo>
                  <a:pt x="341469" y="118415"/>
                </a:lnTo>
                <a:lnTo>
                  <a:pt x="342219" y="118298"/>
                </a:lnTo>
                <a:lnTo>
                  <a:pt x="342960" y="118168"/>
                </a:lnTo>
                <a:lnTo>
                  <a:pt x="343692" y="118026"/>
                </a:lnTo>
                <a:lnTo>
                  <a:pt x="344414" y="117872"/>
                </a:lnTo>
                <a:lnTo>
                  <a:pt x="345126" y="117706"/>
                </a:lnTo>
                <a:lnTo>
                  <a:pt x="345828" y="117527"/>
                </a:lnTo>
                <a:lnTo>
                  <a:pt x="346521" y="117336"/>
                </a:lnTo>
                <a:lnTo>
                  <a:pt x="347204" y="117133"/>
                </a:lnTo>
                <a:lnTo>
                  <a:pt x="347877" y="116917"/>
                </a:lnTo>
                <a:lnTo>
                  <a:pt x="348541" y="116689"/>
                </a:lnTo>
                <a:lnTo>
                  <a:pt x="349195" y="116449"/>
                </a:lnTo>
                <a:lnTo>
                  <a:pt x="349840" y="116196"/>
                </a:lnTo>
                <a:lnTo>
                  <a:pt x="350475" y="115931"/>
                </a:lnTo>
                <a:lnTo>
                  <a:pt x="351100" y="115654"/>
                </a:lnTo>
                <a:lnTo>
                  <a:pt x="351715" y="115364"/>
                </a:lnTo>
                <a:lnTo>
                  <a:pt x="352321" y="115063"/>
                </a:lnTo>
                <a:lnTo>
                  <a:pt x="352914" y="114751"/>
                </a:lnTo>
                <a:lnTo>
                  <a:pt x="353497" y="114429"/>
                </a:lnTo>
                <a:lnTo>
                  <a:pt x="354068" y="114097"/>
                </a:lnTo>
                <a:lnTo>
                  <a:pt x="354628" y="113754"/>
                </a:lnTo>
                <a:lnTo>
                  <a:pt x="355177" y="113401"/>
                </a:lnTo>
                <a:lnTo>
                  <a:pt x="355715" y="113038"/>
                </a:lnTo>
                <a:lnTo>
                  <a:pt x="356241" y="112665"/>
                </a:lnTo>
                <a:lnTo>
                  <a:pt x="356756" y="112281"/>
                </a:lnTo>
                <a:lnTo>
                  <a:pt x="357260" y="111886"/>
                </a:lnTo>
                <a:lnTo>
                  <a:pt x="357752" y="111482"/>
                </a:lnTo>
                <a:lnTo>
                  <a:pt x="358233" y="111067"/>
                </a:lnTo>
                <a:lnTo>
                  <a:pt x="358703" y="110641"/>
                </a:lnTo>
                <a:lnTo>
                  <a:pt x="359162" y="110206"/>
                </a:lnTo>
                <a:lnTo>
                  <a:pt x="359609" y="109760"/>
                </a:lnTo>
                <a:lnTo>
                  <a:pt x="360046" y="109303"/>
                </a:lnTo>
                <a:lnTo>
                  <a:pt x="360471" y="108837"/>
                </a:lnTo>
                <a:lnTo>
                  <a:pt x="360884" y="108360"/>
                </a:lnTo>
                <a:lnTo>
                  <a:pt x="361287" y="107872"/>
                </a:lnTo>
                <a:lnTo>
                  <a:pt x="361678" y="107375"/>
                </a:lnTo>
                <a:lnTo>
                  <a:pt x="362058" y="106867"/>
                </a:lnTo>
                <a:lnTo>
                  <a:pt x="362426" y="106348"/>
                </a:lnTo>
                <a:lnTo>
                  <a:pt x="362784" y="105820"/>
                </a:lnTo>
                <a:lnTo>
                  <a:pt x="363130" y="105281"/>
                </a:lnTo>
                <a:lnTo>
                  <a:pt x="363463" y="104732"/>
                </a:lnTo>
                <a:lnTo>
                  <a:pt x="363784" y="104174"/>
                </a:lnTo>
                <a:lnTo>
                  <a:pt x="364091" y="103608"/>
                </a:lnTo>
                <a:lnTo>
                  <a:pt x="364385" y="103033"/>
                </a:lnTo>
                <a:lnTo>
                  <a:pt x="364666" y="102450"/>
                </a:lnTo>
                <a:lnTo>
                  <a:pt x="364933" y="101858"/>
                </a:lnTo>
                <a:lnTo>
                  <a:pt x="365187" y="101257"/>
                </a:lnTo>
                <a:lnTo>
                  <a:pt x="365427" y="100647"/>
                </a:lnTo>
                <a:lnTo>
                  <a:pt x="365655" y="100029"/>
                </a:lnTo>
                <a:lnTo>
                  <a:pt x="365869" y="99402"/>
                </a:lnTo>
                <a:lnTo>
                  <a:pt x="366070" y="98767"/>
                </a:lnTo>
                <a:lnTo>
                  <a:pt x="366257" y="98122"/>
                </a:lnTo>
                <a:lnTo>
                  <a:pt x="366431" y="97470"/>
                </a:lnTo>
                <a:lnTo>
                  <a:pt x="366592" y="96808"/>
                </a:lnTo>
                <a:lnTo>
                  <a:pt x="366739" y="96138"/>
                </a:lnTo>
                <a:lnTo>
                  <a:pt x="366874" y="95459"/>
                </a:lnTo>
                <a:lnTo>
                  <a:pt x="366994" y="94771"/>
                </a:lnTo>
                <a:lnTo>
                  <a:pt x="367102" y="94075"/>
                </a:lnTo>
                <a:lnTo>
                  <a:pt x="367196" y="93370"/>
                </a:lnTo>
                <a:lnTo>
                  <a:pt x="367277" y="92656"/>
                </a:lnTo>
                <a:lnTo>
                  <a:pt x="367345" y="91934"/>
                </a:lnTo>
                <a:lnTo>
                  <a:pt x="367399" y="91203"/>
                </a:lnTo>
                <a:lnTo>
                  <a:pt x="367440" y="90464"/>
                </a:lnTo>
                <a:lnTo>
                  <a:pt x="367468" y="89715"/>
                </a:lnTo>
                <a:lnTo>
                  <a:pt x="353569" y="89715"/>
                </a:lnTo>
                <a:lnTo>
                  <a:pt x="353539" y="90449"/>
                </a:lnTo>
                <a:lnTo>
                  <a:pt x="353493" y="91168"/>
                </a:lnTo>
                <a:lnTo>
                  <a:pt x="353431" y="91872"/>
                </a:lnTo>
                <a:lnTo>
                  <a:pt x="353352" y="92562"/>
                </a:lnTo>
                <a:lnTo>
                  <a:pt x="353257" y="93238"/>
                </a:lnTo>
                <a:lnTo>
                  <a:pt x="353145" y="93899"/>
                </a:lnTo>
                <a:lnTo>
                  <a:pt x="353016" y="94546"/>
                </a:lnTo>
                <a:lnTo>
                  <a:pt x="352871" y="95178"/>
                </a:lnTo>
                <a:lnTo>
                  <a:pt x="352710" y="95795"/>
                </a:lnTo>
                <a:lnTo>
                  <a:pt x="352532" y="96398"/>
                </a:lnTo>
                <a:lnTo>
                  <a:pt x="352337" y="96987"/>
                </a:lnTo>
                <a:lnTo>
                  <a:pt x="352126" y="97561"/>
                </a:lnTo>
                <a:lnTo>
                  <a:pt x="351898" y="98121"/>
                </a:lnTo>
                <a:lnTo>
                  <a:pt x="351654" y="98666"/>
                </a:lnTo>
                <a:lnTo>
                  <a:pt x="351394" y="99196"/>
                </a:lnTo>
                <a:lnTo>
                  <a:pt x="351116" y="99713"/>
                </a:lnTo>
                <a:lnTo>
                  <a:pt x="350823" y="100214"/>
                </a:lnTo>
                <a:lnTo>
                  <a:pt x="350512" y="100701"/>
                </a:lnTo>
                <a:lnTo>
                  <a:pt x="350186" y="101174"/>
                </a:lnTo>
                <a:lnTo>
                  <a:pt x="349842" y="101632"/>
                </a:lnTo>
                <a:lnTo>
                  <a:pt x="349482" y="102076"/>
                </a:lnTo>
                <a:lnTo>
                  <a:pt x="349106" y="102505"/>
                </a:lnTo>
                <a:lnTo>
                  <a:pt x="348713" y="102920"/>
                </a:lnTo>
                <a:lnTo>
                  <a:pt x="348304" y="103320"/>
                </a:lnTo>
                <a:lnTo>
                  <a:pt x="347879" y="103704"/>
                </a:lnTo>
                <a:lnTo>
                  <a:pt x="347441" y="104073"/>
                </a:lnTo>
                <a:lnTo>
                  <a:pt x="346988" y="104425"/>
                </a:lnTo>
                <a:lnTo>
                  <a:pt x="346522" y="104760"/>
                </a:lnTo>
                <a:lnTo>
                  <a:pt x="346042" y="105080"/>
                </a:lnTo>
                <a:lnTo>
                  <a:pt x="345548" y="105382"/>
                </a:lnTo>
                <a:lnTo>
                  <a:pt x="345040" y="105669"/>
                </a:lnTo>
                <a:lnTo>
                  <a:pt x="344518" y="105939"/>
                </a:lnTo>
                <a:lnTo>
                  <a:pt x="343982" y="106193"/>
                </a:lnTo>
                <a:lnTo>
                  <a:pt x="343432" y="106430"/>
                </a:lnTo>
                <a:lnTo>
                  <a:pt x="342869" y="106651"/>
                </a:lnTo>
                <a:lnTo>
                  <a:pt x="342291" y="106856"/>
                </a:lnTo>
                <a:lnTo>
                  <a:pt x="341700" y="107044"/>
                </a:lnTo>
                <a:lnTo>
                  <a:pt x="341095" y="107216"/>
                </a:lnTo>
                <a:lnTo>
                  <a:pt x="340476" y="107372"/>
                </a:lnTo>
                <a:lnTo>
                  <a:pt x="339843" y="107511"/>
                </a:lnTo>
                <a:lnTo>
                  <a:pt x="339196" y="107634"/>
                </a:lnTo>
                <a:lnTo>
                  <a:pt x="338535" y="107740"/>
                </a:lnTo>
                <a:lnTo>
                  <a:pt x="337860" y="107830"/>
                </a:lnTo>
                <a:lnTo>
                  <a:pt x="337172" y="107904"/>
                </a:lnTo>
                <a:lnTo>
                  <a:pt x="336469" y="107961"/>
                </a:lnTo>
                <a:lnTo>
                  <a:pt x="335753" y="108002"/>
                </a:lnTo>
                <a:lnTo>
                  <a:pt x="335022" y="108026"/>
                </a:lnTo>
                <a:lnTo>
                  <a:pt x="334278" y="108035"/>
                </a:lnTo>
                <a:lnTo>
                  <a:pt x="333589" y="108027"/>
                </a:lnTo>
                <a:lnTo>
                  <a:pt x="332910" y="108005"/>
                </a:lnTo>
                <a:lnTo>
                  <a:pt x="332243" y="107968"/>
                </a:lnTo>
                <a:lnTo>
                  <a:pt x="331586" y="107916"/>
                </a:lnTo>
                <a:lnTo>
                  <a:pt x="330941" y="107849"/>
                </a:lnTo>
                <a:lnTo>
                  <a:pt x="330306" y="107768"/>
                </a:lnTo>
                <a:lnTo>
                  <a:pt x="329682" y="107672"/>
                </a:lnTo>
                <a:lnTo>
                  <a:pt x="329070" y="107561"/>
                </a:lnTo>
                <a:lnTo>
                  <a:pt x="328468" y="107435"/>
                </a:lnTo>
                <a:lnTo>
                  <a:pt x="327877" y="107294"/>
                </a:lnTo>
                <a:lnTo>
                  <a:pt x="327297" y="107138"/>
                </a:lnTo>
                <a:lnTo>
                  <a:pt x="326728" y="106968"/>
                </a:lnTo>
                <a:lnTo>
                  <a:pt x="326171" y="106783"/>
                </a:lnTo>
                <a:lnTo>
                  <a:pt x="325624" y="106583"/>
                </a:lnTo>
                <a:lnTo>
                  <a:pt x="325088" y="106368"/>
                </a:lnTo>
                <a:lnTo>
                  <a:pt x="324563" y="106138"/>
                </a:lnTo>
                <a:lnTo>
                  <a:pt x="324049" y="105894"/>
                </a:lnTo>
                <a:lnTo>
                  <a:pt x="323546" y="105635"/>
                </a:lnTo>
                <a:lnTo>
                  <a:pt x="323054" y="105360"/>
                </a:lnTo>
                <a:lnTo>
                  <a:pt x="322573" y="105072"/>
                </a:lnTo>
                <a:lnTo>
                  <a:pt x="322103" y="104768"/>
                </a:lnTo>
                <a:lnTo>
                  <a:pt x="321643" y="104449"/>
                </a:lnTo>
                <a:lnTo>
                  <a:pt x="321195" y="104116"/>
                </a:lnTo>
                <a:lnTo>
                  <a:pt x="320758" y="103768"/>
                </a:lnTo>
                <a:lnTo>
                  <a:pt x="320331" y="103407"/>
                </a:lnTo>
                <a:lnTo>
                  <a:pt x="319914" y="103037"/>
                </a:lnTo>
                <a:lnTo>
                  <a:pt x="319507" y="102657"/>
                </a:lnTo>
                <a:lnTo>
                  <a:pt x="319110" y="102267"/>
                </a:lnTo>
                <a:lnTo>
                  <a:pt x="318722" y="101867"/>
                </a:lnTo>
                <a:lnTo>
                  <a:pt x="318344" y="101458"/>
                </a:lnTo>
                <a:lnTo>
                  <a:pt x="317976" y="101039"/>
                </a:lnTo>
                <a:lnTo>
                  <a:pt x="317618" y="100610"/>
                </a:lnTo>
                <a:lnTo>
                  <a:pt x="317269" y="100172"/>
                </a:lnTo>
                <a:lnTo>
                  <a:pt x="316931" y="99724"/>
                </a:lnTo>
                <a:lnTo>
                  <a:pt x="316602" y="99266"/>
                </a:lnTo>
                <a:lnTo>
                  <a:pt x="316283" y="98798"/>
                </a:lnTo>
                <a:lnTo>
                  <a:pt x="315974" y="98321"/>
                </a:lnTo>
                <a:lnTo>
                  <a:pt x="315674" y="97834"/>
                </a:lnTo>
                <a:lnTo>
                  <a:pt x="315385" y="97338"/>
                </a:lnTo>
                <a:lnTo>
                  <a:pt x="315105" y="96831"/>
                </a:lnTo>
                <a:lnTo>
                  <a:pt x="314835" y="96315"/>
                </a:lnTo>
                <a:lnTo>
                  <a:pt x="314575" y="95789"/>
                </a:lnTo>
                <a:lnTo>
                  <a:pt x="314324" y="95253"/>
                </a:lnTo>
                <a:lnTo>
                  <a:pt x="314083" y="94708"/>
                </a:lnTo>
                <a:lnTo>
                  <a:pt x="313853" y="94153"/>
                </a:lnTo>
                <a:lnTo>
                  <a:pt x="313632" y="93588"/>
                </a:lnTo>
                <a:lnTo>
                  <a:pt x="313420" y="93014"/>
                </a:lnTo>
                <a:lnTo>
                  <a:pt x="313219" y="92430"/>
                </a:lnTo>
                <a:lnTo>
                  <a:pt x="313026" y="91838"/>
                </a:lnTo>
                <a:lnTo>
                  <a:pt x="312842" y="91242"/>
                </a:lnTo>
                <a:lnTo>
                  <a:pt x="312665" y="90641"/>
                </a:lnTo>
                <a:lnTo>
                  <a:pt x="312496" y="90035"/>
                </a:lnTo>
                <a:lnTo>
                  <a:pt x="312335" y="89425"/>
                </a:lnTo>
                <a:lnTo>
                  <a:pt x="312182" y="88809"/>
                </a:lnTo>
                <a:lnTo>
                  <a:pt x="312036" y="88189"/>
                </a:lnTo>
                <a:lnTo>
                  <a:pt x="311899" y="87564"/>
                </a:lnTo>
                <a:lnTo>
                  <a:pt x="311770" y="86935"/>
                </a:lnTo>
                <a:lnTo>
                  <a:pt x="311648" y="86300"/>
                </a:lnTo>
                <a:lnTo>
                  <a:pt x="311535" y="85661"/>
                </a:lnTo>
                <a:lnTo>
                  <a:pt x="311429" y="85017"/>
                </a:lnTo>
                <a:lnTo>
                  <a:pt x="311331" y="84368"/>
                </a:lnTo>
                <a:lnTo>
                  <a:pt x="311241" y="83714"/>
                </a:lnTo>
                <a:lnTo>
                  <a:pt x="311159" y="83056"/>
                </a:lnTo>
                <a:lnTo>
                  <a:pt x="311085" y="82393"/>
                </a:lnTo>
                <a:lnTo>
                  <a:pt x="311019" y="81725"/>
                </a:lnTo>
                <a:lnTo>
                  <a:pt x="310960" y="81052"/>
                </a:lnTo>
                <a:lnTo>
                  <a:pt x="310910" y="80374"/>
                </a:lnTo>
                <a:lnTo>
                  <a:pt x="310867" y="79692"/>
                </a:lnTo>
                <a:lnTo>
                  <a:pt x="310833" y="79005"/>
                </a:lnTo>
                <a:lnTo>
                  <a:pt x="310806" y="78313"/>
                </a:lnTo>
                <a:lnTo>
                  <a:pt x="310787" y="77616"/>
                </a:lnTo>
                <a:lnTo>
                  <a:pt x="310776" y="76915"/>
                </a:lnTo>
                <a:lnTo>
                  <a:pt x="367131" y="76915"/>
                </a:lnTo>
                <a:lnTo>
                  <a:pt x="367145" y="76847"/>
                </a:lnTo>
                <a:lnTo>
                  <a:pt x="367158" y="76776"/>
                </a:lnTo>
                <a:lnTo>
                  <a:pt x="367171" y="76701"/>
                </a:lnTo>
                <a:lnTo>
                  <a:pt x="367184" y="76623"/>
                </a:lnTo>
                <a:lnTo>
                  <a:pt x="367196" y="76541"/>
                </a:lnTo>
                <a:lnTo>
                  <a:pt x="367207" y="76456"/>
                </a:lnTo>
                <a:lnTo>
                  <a:pt x="367218" y="76367"/>
                </a:lnTo>
                <a:lnTo>
                  <a:pt x="367229" y="76275"/>
                </a:lnTo>
                <a:lnTo>
                  <a:pt x="367240" y="76180"/>
                </a:lnTo>
                <a:lnTo>
                  <a:pt x="367249" y="76080"/>
                </a:lnTo>
                <a:lnTo>
                  <a:pt x="367259" y="75978"/>
                </a:lnTo>
                <a:lnTo>
                  <a:pt x="367268" y="75872"/>
                </a:lnTo>
                <a:lnTo>
                  <a:pt x="367276" y="75762"/>
                </a:lnTo>
                <a:lnTo>
                  <a:pt x="367284" y="75649"/>
                </a:lnTo>
                <a:lnTo>
                  <a:pt x="367292" y="75532"/>
                </a:lnTo>
                <a:lnTo>
                  <a:pt x="367299" y="75412"/>
                </a:lnTo>
                <a:lnTo>
                  <a:pt x="367306" y="75288"/>
                </a:lnTo>
                <a:lnTo>
                  <a:pt x="367313" y="75161"/>
                </a:lnTo>
                <a:lnTo>
                  <a:pt x="367318" y="75030"/>
                </a:lnTo>
                <a:lnTo>
                  <a:pt x="367324" y="74896"/>
                </a:lnTo>
                <a:lnTo>
                  <a:pt x="367329" y="74758"/>
                </a:lnTo>
                <a:lnTo>
                  <a:pt x="367334" y="74617"/>
                </a:lnTo>
                <a:lnTo>
                  <a:pt x="367338" y="74472"/>
                </a:lnTo>
                <a:lnTo>
                  <a:pt x="367342" y="74324"/>
                </a:lnTo>
                <a:lnTo>
                  <a:pt x="367345" y="74175"/>
                </a:lnTo>
                <a:lnTo>
                  <a:pt x="367348" y="74027"/>
                </a:lnTo>
                <a:lnTo>
                  <a:pt x="367351" y="73881"/>
                </a:lnTo>
                <a:lnTo>
                  <a:pt x="367354" y="73737"/>
                </a:lnTo>
                <a:lnTo>
                  <a:pt x="367357" y="73595"/>
                </a:lnTo>
                <a:lnTo>
                  <a:pt x="367360" y="73454"/>
                </a:lnTo>
                <a:lnTo>
                  <a:pt x="367363" y="73315"/>
                </a:lnTo>
                <a:lnTo>
                  <a:pt x="367365" y="73177"/>
                </a:lnTo>
                <a:lnTo>
                  <a:pt x="367367" y="73042"/>
                </a:lnTo>
                <a:lnTo>
                  <a:pt x="367369" y="72908"/>
                </a:lnTo>
                <a:lnTo>
                  <a:pt x="367371" y="72775"/>
                </a:lnTo>
                <a:lnTo>
                  <a:pt x="367373" y="72644"/>
                </a:lnTo>
                <a:lnTo>
                  <a:pt x="367375" y="72515"/>
                </a:lnTo>
                <a:lnTo>
                  <a:pt x="367376" y="72388"/>
                </a:lnTo>
                <a:lnTo>
                  <a:pt x="367378" y="72262"/>
                </a:lnTo>
                <a:lnTo>
                  <a:pt x="367379" y="72138"/>
                </a:lnTo>
                <a:lnTo>
                  <a:pt x="367380" y="72016"/>
                </a:lnTo>
                <a:lnTo>
                  <a:pt x="367381" y="71895"/>
                </a:lnTo>
                <a:lnTo>
                  <a:pt x="367382" y="71776"/>
                </a:lnTo>
                <a:lnTo>
                  <a:pt x="367382" y="71659"/>
                </a:lnTo>
                <a:lnTo>
                  <a:pt x="367383" y="71543"/>
                </a:lnTo>
                <a:lnTo>
                  <a:pt x="367383" y="71429"/>
                </a:lnTo>
                <a:lnTo>
                  <a:pt x="367384" y="71317"/>
                </a:lnTo>
                <a:lnTo>
                  <a:pt x="367384" y="71206"/>
                </a:lnTo>
                <a:lnTo>
                  <a:pt x="367368" y="69575"/>
                </a:lnTo>
                <a:lnTo>
                  <a:pt x="367320" y="67976"/>
                </a:lnTo>
                <a:lnTo>
                  <a:pt x="367240" y="66409"/>
                </a:lnTo>
                <a:lnTo>
                  <a:pt x="367129" y="64874"/>
                </a:lnTo>
                <a:lnTo>
                  <a:pt x="366985" y="63372"/>
                </a:lnTo>
                <a:lnTo>
                  <a:pt x="366810" y="61901"/>
                </a:lnTo>
                <a:lnTo>
                  <a:pt x="366603" y="60462"/>
                </a:lnTo>
                <a:lnTo>
                  <a:pt x="366363" y="59055"/>
                </a:lnTo>
                <a:lnTo>
                  <a:pt x="366092" y="57680"/>
                </a:lnTo>
                <a:lnTo>
                  <a:pt x="365790" y="56338"/>
                </a:lnTo>
                <a:lnTo>
                  <a:pt x="365455" y="55027"/>
                </a:lnTo>
                <a:lnTo>
                  <a:pt x="365088" y="53748"/>
                </a:lnTo>
                <a:lnTo>
                  <a:pt x="364690" y="52502"/>
                </a:lnTo>
                <a:lnTo>
                  <a:pt x="364259" y="51287"/>
                </a:lnTo>
                <a:lnTo>
                  <a:pt x="363797" y="50105"/>
                </a:lnTo>
                <a:lnTo>
                  <a:pt x="363303" y="48954"/>
                </a:lnTo>
                <a:lnTo>
                  <a:pt x="362777" y="47836"/>
                </a:lnTo>
                <a:lnTo>
                  <a:pt x="362219" y="46749"/>
                </a:lnTo>
                <a:lnTo>
                  <a:pt x="361629" y="45695"/>
                </a:lnTo>
                <a:lnTo>
                  <a:pt x="361007" y="44672"/>
                </a:lnTo>
                <a:lnTo>
                  <a:pt x="360354" y="43682"/>
                </a:lnTo>
                <a:lnTo>
                  <a:pt x="359668" y="42724"/>
                </a:lnTo>
                <a:lnTo>
                  <a:pt x="358951" y="41797"/>
                </a:lnTo>
                <a:lnTo>
                  <a:pt x="358202" y="40903"/>
                </a:lnTo>
                <a:lnTo>
                  <a:pt x="357424" y="40043"/>
                </a:lnTo>
                <a:lnTo>
                  <a:pt x="356622" y="39219"/>
                </a:lnTo>
                <a:lnTo>
                  <a:pt x="355796" y="38432"/>
                </a:lnTo>
                <a:lnTo>
                  <a:pt x="354945" y="37682"/>
                </a:lnTo>
                <a:lnTo>
                  <a:pt x="354069" y="36968"/>
                </a:lnTo>
                <a:lnTo>
                  <a:pt x="353169" y="36291"/>
                </a:lnTo>
                <a:lnTo>
                  <a:pt x="352244" y="35650"/>
                </a:lnTo>
                <a:lnTo>
                  <a:pt x="351294" y="35046"/>
                </a:lnTo>
                <a:lnTo>
                  <a:pt x="350320" y="34479"/>
                </a:lnTo>
                <a:lnTo>
                  <a:pt x="349322" y="33948"/>
                </a:lnTo>
                <a:lnTo>
                  <a:pt x="348299" y="33454"/>
                </a:lnTo>
                <a:lnTo>
                  <a:pt x="347251" y="32997"/>
                </a:lnTo>
                <a:lnTo>
                  <a:pt x="346179" y="32576"/>
                </a:lnTo>
                <a:lnTo>
                  <a:pt x="345082" y="32191"/>
                </a:lnTo>
                <a:lnTo>
                  <a:pt x="343960" y="31843"/>
                </a:lnTo>
                <a:lnTo>
                  <a:pt x="342814" y="31532"/>
                </a:lnTo>
                <a:lnTo>
                  <a:pt x="341644" y="31258"/>
                </a:lnTo>
                <a:lnTo>
                  <a:pt x="340449" y="31020"/>
                </a:lnTo>
                <a:lnTo>
                  <a:pt x="339229" y="30819"/>
                </a:lnTo>
                <a:lnTo>
                  <a:pt x="337985" y="30654"/>
                </a:lnTo>
                <a:lnTo>
                  <a:pt x="336716" y="30526"/>
                </a:lnTo>
                <a:lnTo>
                  <a:pt x="335422" y="30434"/>
                </a:lnTo>
                <a:lnTo>
                  <a:pt x="334105" y="30379"/>
                </a:lnTo>
                <a:lnTo>
                  <a:pt x="332762" y="30361"/>
                </a:lnTo>
                <a:lnTo>
                  <a:pt x="331758" y="30371"/>
                </a:lnTo>
                <a:lnTo>
                  <a:pt x="330769" y="30400"/>
                </a:lnTo>
                <a:lnTo>
                  <a:pt x="329793" y="30449"/>
                </a:lnTo>
                <a:lnTo>
                  <a:pt x="328832" y="30517"/>
                </a:lnTo>
                <a:lnTo>
                  <a:pt x="327885" y="30605"/>
                </a:lnTo>
                <a:lnTo>
                  <a:pt x="326952" y="30712"/>
                </a:lnTo>
                <a:lnTo>
                  <a:pt x="326034" y="30839"/>
                </a:lnTo>
                <a:lnTo>
                  <a:pt x="325129" y="30985"/>
                </a:lnTo>
                <a:lnTo>
                  <a:pt x="324239" y="31151"/>
                </a:lnTo>
                <a:lnTo>
                  <a:pt x="323363" y="31336"/>
                </a:lnTo>
                <a:lnTo>
                  <a:pt x="322501" y="31541"/>
                </a:lnTo>
                <a:lnTo>
                  <a:pt x="321653" y="31765"/>
                </a:lnTo>
                <a:lnTo>
                  <a:pt x="320820" y="32009"/>
                </a:lnTo>
                <a:lnTo>
                  <a:pt x="320000" y="32272"/>
                </a:lnTo>
                <a:lnTo>
                  <a:pt x="319195" y="32555"/>
                </a:lnTo>
                <a:lnTo>
                  <a:pt x="318404" y="32857"/>
                </a:lnTo>
                <a:lnTo>
                  <a:pt x="317627" y="33179"/>
                </a:lnTo>
                <a:lnTo>
                  <a:pt x="316865" y="33520"/>
                </a:lnTo>
                <a:lnTo>
                  <a:pt x="316116" y="33881"/>
                </a:lnTo>
                <a:lnTo>
                  <a:pt x="315382" y="34261"/>
                </a:lnTo>
                <a:lnTo>
                  <a:pt x="314662" y="34661"/>
                </a:lnTo>
                <a:lnTo>
                  <a:pt x="313956" y="35080"/>
                </a:lnTo>
                <a:lnTo>
                  <a:pt x="313265" y="35519"/>
                </a:lnTo>
                <a:lnTo>
                  <a:pt x="312587" y="35977"/>
                </a:lnTo>
                <a:lnTo>
                  <a:pt x="311924" y="36453"/>
                </a:lnTo>
                <a:lnTo>
                  <a:pt x="311275" y="36944"/>
                </a:lnTo>
                <a:lnTo>
                  <a:pt x="310640" y="37449"/>
                </a:lnTo>
                <a:lnTo>
                  <a:pt x="310019" y="37970"/>
                </a:lnTo>
                <a:lnTo>
                  <a:pt x="309412" y="38506"/>
                </a:lnTo>
                <a:lnTo>
                  <a:pt x="308820" y="39057"/>
                </a:lnTo>
                <a:lnTo>
                  <a:pt x="308242" y="39623"/>
                </a:lnTo>
                <a:lnTo>
                  <a:pt x="307678" y="40204"/>
                </a:lnTo>
                <a:lnTo>
                  <a:pt x="307128" y="40801"/>
                </a:lnTo>
                <a:lnTo>
                  <a:pt x="306592" y="41412"/>
                </a:lnTo>
                <a:lnTo>
                  <a:pt x="306071" y="42038"/>
                </a:lnTo>
                <a:lnTo>
                  <a:pt x="305564" y="42680"/>
                </a:lnTo>
                <a:lnTo>
                  <a:pt x="305071" y="43337"/>
                </a:lnTo>
                <a:lnTo>
                  <a:pt x="304592" y="44008"/>
                </a:lnTo>
                <a:lnTo>
                  <a:pt x="304127" y="44695"/>
                </a:lnTo>
                <a:lnTo>
                  <a:pt x="303677" y="45397"/>
                </a:lnTo>
                <a:lnTo>
                  <a:pt x="303240" y="46114"/>
                </a:lnTo>
                <a:lnTo>
                  <a:pt x="302818" y="46846"/>
                </a:lnTo>
                <a:lnTo>
                  <a:pt x="302410" y="47593"/>
                </a:lnTo>
                <a:lnTo>
                  <a:pt x="302016" y="48356"/>
                </a:lnTo>
                <a:lnTo>
                  <a:pt x="301637" y="49133"/>
                </a:lnTo>
                <a:lnTo>
                  <a:pt x="301271" y="49926"/>
                </a:lnTo>
                <a:lnTo>
                  <a:pt x="300920" y="50733"/>
                </a:lnTo>
                <a:lnTo>
                  <a:pt x="300583" y="51556"/>
                </a:lnTo>
                <a:lnTo>
                  <a:pt x="300260" y="52391"/>
                </a:lnTo>
                <a:lnTo>
                  <a:pt x="299951" y="53238"/>
                </a:lnTo>
                <a:lnTo>
                  <a:pt x="299655" y="54095"/>
                </a:lnTo>
                <a:lnTo>
                  <a:pt x="299373" y="54963"/>
                </a:lnTo>
                <a:lnTo>
                  <a:pt x="299105" y="55842"/>
                </a:lnTo>
                <a:lnTo>
                  <a:pt x="298851" y="56731"/>
                </a:lnTo>
                <a:lnTo>
                  <a:pt x="298610" y="57632"/>
                </a:lnTo>
                <a:lnTo>
                  <a:pt x="298384" y="58543"/>
                </a:lnTo>
                <a:lnTo>
                  <a:pt x="298171" y="59465"/>
                </a:lnTo>
                <a:lnTo>
                  <a:pt x="297971" y="60398"/>
                </a:lnTo>
                <a:lnTo>
                  <a:pt x="297786" y="61342"/>
                </a:lnTo>
                <a:lnTo>
                  <a:pt x="297614" y="62296"/>
                </a:lnTo>
                <a:lnTo>
                  <a:pt x="297456" y="63261"/>
                </a:lnTo>
                <a:lnTo>
                  <a:pt x="297311" y="64237"/>
                </a:lnTo>
                <a:lnTo>
                  <a:pt x="297181" y="65224"/>
                </a:lnTo>
                <a:lnTo>
                  <a:pt x="297064" y="66222"/>
                </a:lnTo>
                <a:lnTo>
                  <a:pt x="296961" y="67231"/>
                </a:lnTo>
                <a:lnTo>
                  <a:pt x="296871" y="68250"/>
                </a:lnTo>
                <a:lnTo>
                  <a:pt x="296796" y="69280"/>
                </a:lnTo>
                <a:lnTo>
                  <a:pt x="296734" y="70321"/>
                </a:lnTo>
                <a:lnTo>
                  <a:pt x="296686" y="71373"/>
                </a:lnTo>
                <a:lnTo>
                  <a:pt x="296652" y="72435"/>
                </a:lnTo>
                <a:lnTo>
                  <a:pt x="296631" y="73509"/>
                </a:lnTo>
                <a:lnTo>
                  <a:pt x="296624" y="74593"/>
                </a:lnTo>
                <a:lnTo>
                  <a:pt x="296631" y="75634"/>
                </a:lnTo>
                <a:lnTo>
                  <a:pt x="296652" y="76667"/>
                </a:lnTo>
                <a:lnTo>
                  <a:pt x="296688" y="77691"/>
                </a:lnTo>
                <a:lnTo>
                  <a:pt x="296738" y="78707"/>
                </a:lnTo>
                <a:lnTo>
                  <a:pt x="296801" y="79713"/>
                </a:lnTo>
                <a:lnTo>
                  <a:pt x="296879" y="80712"/>
                </a:lnTo>
                <a:lnTo>
                  <a:pt x="296972" y="81701"/>
                </a:lnTo>
                <a:lnTo>
                  <a:pt x="297078" y="82682"/>
                </a:lnTo>
                <a:lnTo>
                  <a:pt x="297199" y="83654"/>
                </a:lnTo>
                <a:lnTo>
                  <a:pt x="297333" y="84617"/>
                </a:lnTo>
                <a:lnTo>
                  <a:pt x="297482" y="85572"/>
                </a:lnTo>
                <a:lnTo>
                  <a:pt x="297645" y="86518"/>
                </a:lnTo>
                <a:lnTo>
                  <a:pt x="297823" y="87455"/>
                </a:lnTo>
                <a:lnTo>
                  <a:pt x="298014" y="88384"/>
                </a:lnTo>
                <a:lnTo>
                  <a:pt x="298220" y="89304"/>
                </a:lnTo>
                <a:lnTo>
                  <a:pt x="298440" y="90215"/>
                </a:lnTo>
                <a:lnTo>
                  <a:pt x="298674" y="91117"/>
                </a:lnTo>
                <a:lnTo>
                  <a:pt x="298922" y="92011"/>
                </a:lnTo>
                <a:lnTo>
                  <a:pt x="299185" y="92896"/>
                </a:lnTo>
                <a:lnTo>
                  <a:pt x="299461" y="93773"/>
                </a:lnTo>
                <a:lnTo>
                  <a:pt x="299752" y="94641"/>
                </a:lnTo>
                <a:lnTo>
                  <a:pt x="300057" y="95500"/>
                </a:lnTo>
                <a:lnTo>
                  <a:pt x="300376" y="96350"/>
                </a:lnTo>
                <a:lnTo>
                  <a:pt x="300710" y="97192"/>
                </a:lnTo>
                <a:lnTo>
                  <a:pt x="301057" y="98022"/>
                </a:lnTo>
                <a:lnTo>
                  <a:pt x="301420" y="98838"/>
                </a:lnTo>
                <a:lnTo>
                  <a:pt x="301797" y="99639"/>
                </a:lnTo>
                <a:lnTo>
                  <a:pt x="302190" y="100425"/>
                </a:lnTo>
                <a:lnTo>
                  <a:pt x="302596" y="101197"/>
                </a:lnTo>
                <a:lnTo>
                  <a:pt x="303018" y="101954"/>
                </a:lnTo>
                <a:lnTo>
                  <a:pt x="303455" y="102696"/>
                </a:lnTo>
                <a:lnTo>
                  <a:pt x="303906" y="103424"/>
                </a:lnTo>
                <a:lnTo>
                  <a:pt x="304372" y="104137"/>
                </a:lnTo>
                <a:lnTo>
                  <a:pt x="304853" y="104835"/>
                </a:lnTo>
                <a:lnTo>
                  <a:pt x="305348" y="105519"/>
                </a:lnTo>
                <a:lnTo>
                  <a:pt x="305859" y="106188"/>
                </a:lnTo>
                <a:lnTo>
                  <a:pt x="306384" y="106843"/>
                </a:lnTo>
                <a:lnTo>
                  <a:pt x="306924" y="107483"/>
                </a:lnTo>
                <a:lnTo>
                  <a:pt x="307478" y="108108"/>
                </a:lnTo>
                <a:lnTo>
                  <a:pt x="308048" y="108719"/>
                </a:lnTo>
                <a:lnTo>
                  <a:pt x="308632" y="109315"/>
                </a:lnTo>
                <a:lnTo>
                  <a:pt x="309231" y="109897"/>
                </a:lnTo>
                <a:lnTo>
                  <a:pt x="309844" y="110464"/>
                </a:lnTo>
                <a:lnTo>
                  <a:pt x="310473" y="111016"/>
                </a:lnTo>
                <a:lnTo>
                  <a:pt x="311116" y="111554"/>
                </a:lnTo>
                <a:lnTo>
                  <a:pt x="311774" y="112077"/>
                </a:lnTo>
                <a:lnTo>
                  <a:pt x="312447" y="112585"/>
                </a:lnTo>
                <a:lnTo>
                  <a:pt x="313135" y="113079"/>
                </a:lnTo>
                <a:lnTo>
                  <a:pt x="313837" y="113555"/>
                </a:lnTo>
                <a:lnTo>
                  <a:pt x="314556" y="114011"/>
                </a:lnTo>
                <a:lnTo>
                  <a:pt x="315289" y="114447"/>
                </a:lnTo>
                <a:lnTo>
                  <a:pt x="316038" y="114862"/>
                </a:lnTo>
                <a:lnTo>
                  <a:pt x="316803" y="115257"/>
                </a:lnTo>
                <a:lnTo>
                  <a:pt x="317583" y="115632"/>
                </a:lnTo>
                <a:lnTo>
                  <a:pt x="318379" y="115986"/>
                </a:lnTo>
                <a:lnTo>
                  <a:pt x="319190" y="116321"/>
                </a:lnTo>
                <a:lnTo>
                  <a:pt x="320017" y="116635"/>
                </a:lnTo>
                <a:lnTo>
                  <a:pt x="320859" y="116928"/>
                </a:lnTo>
                <a:lnTo>
                  <a:pt x="321717" y="117202"/>
                </a:lnTo>
                <a:lnTo>
                  <a:pt x="322590" y="117455"/>
                </a:lnTo>
                <a:lnTo>
                  <a:pt x="323479" y="117688"/>
                </a:lnTo>
                <a:lnTo>
                  <a:pt x="324383" y="117901"/>
                </a:lnTo>
                <a:lnTo>
                  <a:pt x="325303" y="118093"/>
                </a:lnTo>
                <a:lnTo>
                  <a:pt x="326238" y="118266"/>
                </a:lnTo>
                <a:lnTo>
                  <a:pt x="327189" y="118418"/>
                </a:lnTo>
                <a:lnTo>
                  <a:pt x="328155" y="118549"/>
                </a:lnTo>
                <a:lnTo>
                  <a:pt x="329137" y="118661"/>
                </a:lnTo>
                <a:lnTo>
                  <a:pt x="330134" y="118752"/>
                </a:lnTo>
                <a:lnTo>
                  <a:pt x="331147" y="118823"/>
                </a:lnTo>
                <a:lnTo>
                  <a:pt x="332175" y="118873"/>
                </a:lnTo>
                <a:lnTo>
                  <a:pt x="333219" y="118904"/>
                </a:lnTo>
                <a:lnTo>
                  <a:pt x="334278" y="118914"/>
                </a:lnTo>
                <a:lnTo>
                  <a:pt x="335116" y="118908"/>
                </a:lnTo>
                <a:lnTo>
                  <a:pt x="335944" y="118889"/>
                </a:lnTo>
                <a:lnTo>
                  <a:pt x="336762" y="118859"/>
                </a:lnTo>
                <a:lnTo>
                  <a:pt x="337571" y="118815"/>
                </a:lnTo>
                <a:close/>
                <a:moveTo>
                  <a:pt x="311322" y="62637"/>
                </a:moveTo>
                <a:lnTo>
                  <a:pt x="311477" y="61692"/>
                </a:lnTo>
                <a:lnTo>
                  <a:pt x="311647" y="60767"/>
                </a:lnTo>
                <a:lnTo>
                  <a:pt x="311833" y="59864"/>
                </a:lnTo>
                <a:lnTo>
                  <a:pt x="312035" y="58980"/>
                </a:lnTo>
                <a:lnTo>
                  <a:pt x="312252" y="58118"/>
                </a:lnTo>
                <a:lnTo>
                  <a:pt x="312485" y="57276"/>
                </a:lnTo>
                <a:lnTo>
                  <a:pt x="312734" y="56455"/>
                </a:lnTo>
                <a:lnTo>
                  <a:pt x="312998" y="55654"/>
                </a:lnTo>
                <a:lnTo>
                  <a:pt x="313278" y="54874"/>
                </a:lnTo>
                <a:lnTo>
                  <a:pt x="313573" y="54115"/>
                </a:lnTo>
                <a:lnTo>
                  <a:pt x="313884" y="53376"/>
                </a:lnTo>
                <a:lnTo>
                  <a:pt x="314211" y="52659"/>
                </a:lnTo>
                <a:lnTo>
                  <a:pt x="314553" y="51961"/>
                </a:lnTo>
                <a:lnTo>
                  <a:pt x="314911" y="51285"/>
                </a:lnTo>
                <a:lnTo>
                  <a:pt x="315285" y="50629"/>
                </a:lnTo>
                <a:lnTo>
                  <a:pt x="315675" y="49994"/>
                </a:lnTo>
                <a:lnTo>
                  <a:pt x="316080" y="49380"/>
                </a:lnTo>
                <a:lnTo>
                  <a:pt x="316500" y="48786"/>
                </a:lnTo>
                <a:lnTo>
                  <a:pt x="316937" y="48213"/>
                </a:lnTo>
                <a:lnTo>
                  <a:pt x="317389" y="47660"/>
                </a:lnTo>
                <a:lnTo>
                  <a:pt x="317856" y="47130"/>
                </a:lnTo>
                <a:lnTo>
                  <a:pt x="318338" y="46622"/>
                </a:lnTo>
                <a:lnTo>
                  <a:pt x="318836" y="46136"/>
                </a:lnTo>
                <a:lnTo>
                  <a:pt x="319348" y="45673"/>
                </a:lnTo>
                <a:lnTo>
                  <a:pt x="319876" y="45233"/>
                </a:lnTo>
                <a:lnTo>
                  <a:pt x="320419" y="44815"/>
                </a:lnTo>
                <a:lnTo>
                  <a:pt x="320976" y="44420"/>
                </a:lnTo>
                <a:lnTo>
                  <a:pt x="321549" y="44047"/>
                </a:lnTo>
                <a:lnTo>
                  <a:pt x="322137" y="43697"/>
                </a:lnTo>
                <a:lnTo>
                  <a:pt x="322740" y="43369"/>
                </a:lnTo>
                <a:lnTo>
                  <a:pt x="323358" y="43064"/>
                </a:lnTo>
                <a:lnTo>
                  <a:pt x="323991" y="42782"/>
                </a:lnTo>
                <a:lnTo>
                  <a:pt x="324639" y="42522"/>
                </a:lnTo>
                <a:lnTo>
                  <a:pt x="325302" y="42285"/>
                </a:lnTo>
                <a:lnTo>
                  <a:pt x="325980" y="42071"/>
                </a:lnTo>
                <a:lnTo>
                  <a:pt x="326673" y="41879"/>
                </a:lnTo>
                <a:lnTo>
                  <a:pt x="327382" y="41709"/>
                </a:lnTo>
                <a:lnTo>
                  <a:pt x="328105" y="41563"/>
                </a:lnTo>
                <a:lnTo>
                  <a:pt x="328844" y="41438"/>
                </a:lnTo>
                <a:lnTo>
                  <a:pt x="329597" y="41337"/>
                </a:lnTo>
                <a:lnTo>
                  <a:pt x="330366" y="41258"/>
                </a:lnTo>
                <a:lnTo>
                  <a:pt x="331149" y="41201"/>
                </a:lnTo>
                <a:lnTo>
                  <a:pt x="331948" y="41167"/>
                </a:lnTo>
                <a:lnTo>
                  <a:pt x="332762" y="41156"/>
                </a:lnTo>
                <a:lnTo>
                  <a:pt x="333562" y="41167"/>
                </a:lnTo>
                <a:lnTo>
                  <a:pt x="334347" y="41202"/>
                </a:lnTo>
                <a:lnTo>
                  <a:pt x="335117" y="41258"/>
                </a:lnTo>
                <a:lnTo>
                  <a:pt x="335872" y="41338"/>
                </a:lnTo>
                <a:lnTo>
                  <a:pt x="336612" y="41440"/>
                </a:lnTo>
                <a:lnTo>
                  <a:pt x="337337" y="41565"/>
                </a:lnTo>
                <a:lnTo>
                  <a:pt x="338047" y="41713"/>
                </a:lnTo>
                <a:lnTo>
                  <a:pt x="338743" y="41884"/>
                </a:lnTo>
                <a:lnTo>
                  <a:pt x="339423" y="42077"/>
                </a:lnTo>
                <a:lnTo>
                  <a:pt x="340089" y="42293"/>
                </a:lnTo>
                <a:lnTo>
                  <a:pt x="340740" y="42532"/>
                </a:lnTo>
                <a:lnTo>
                  <a:pt x="341375" y="42793"/>
                </a:lnTo>
                <a:lnTo>
                  <a:pt x="341996" y="43078"/>
                </a:lnTo>
                <a:lnTo>
                  <a:pt x="342602" y="43385"/>
                </a:lnTo>
                <a:lnTo>
                  <a:pt x="343193" y="43714"/>
                </a:lnTo>
                <a:lnTo>
                  <a:pt x="343769" y="44067"/>
                </a:lnTo>
                <a:lnTo>
                  <a:pt x="344330" y="44442"/>
                </a:lnTo>
                <a:lnTo>
                  <a:pt x="344876" y="44840"/>
                </a:lnTo>
                <a:lnTo>
                  <a:pt x="345408" y="45261"/>
                </a:lnTo>
                <a:lnTo>
                  <a:pt x="345924" y="45704"/>
                </a:lnTo>
                <a:lnTo>
                  <a:pt x="346426" y="46170"/>
                </a:lnTo>
                <a:lnTo>
                  <a:pt x="346912" y="46659"/>
                </a:lnTo>
                <a:lnTo>
                  <a:pt x="347384" y="47171"/>
                </a:lnTo>
                <a:lnTo>
                  <a:pt x="347841" y="47705"/>
                </a:lnTo>
                <a:lnTo>
                  <a:pt x="348281" y="48261"/>
                </a:lnTo>
                <a:lnTo>
                  <a:pt x="348703" y="48837"/>
                </a:lnTo>
                <a:lnTo>
                  <a:pt x="349108" y="49434"/>
                </a:lnTo>
                <a:lnTo>
                  <a:pt x="349495" y="50050"/>
                </a:lnTo>
                <a:lnTo>
                  <a:pt x="349864" y="50687"/>
                </a:lnTo>
                <a:lnTo>
                  <a:pt x="350215" y="51344"/>
                </a:lnTo>
                <a:lnTo>
                  <a:pt x="350548" y="52021"/>
                </a:lnTo>
                <a:lnTo>
                  <a:pt x="350864" y="52718"/>
                </a:lnTo>
                <a:lnTo>
                  <a:pt x="351161" y="53436"/>
                </a:lnTo>
                <a:lnTo>
                  <a:pt x="351441" y="54174"/>
                </a:lnTo>
                <a:lnTo>
                  <a:pt x="351703" y="54932"/>
                </a:lnTo>
                <a:lnTo>
                  <a:pt x="351947" y="55710"/>
                </a:lnTo>
                <a:lnTo>
                  <a:pt x="352173" y="56508"/>
                </a:lnTo>
                <a:lnTo>
                  <a:pt x="352382" y="57327"/>
                </a:lnTo>
                <a:lnTo>
                  <a:pt x="352572" y="58166"/>
                </a:lnTo>
                <a:lnTo>
                  <a:pt x="352745" y="59025"/>
                </a:lnTo>
                <a:lnTo>
                  <a:pt x="352900" y="59904"/>
                </a:lnTo>
                <a:lnTo>
                  <a:pt x="353037" y="60804"/>
                </a:lnTo>
                <a:lnTo>
                  <a:pt x="353156" y="61724"/>
                </a:lnTo>
                <a:lnTo>
                  <a:pt x="353257" y="62664"/>
                </a:lnTo>
                <a:lnTo>
                  <a:pt x="353341" y="63624"/>
                </a:lnTo>
                <a:lnTo>
                  <a:pt x="353407" y="64604"/>
                </a:lnTo>
                <a:lnTo>
                  <a:pt x="353454" y="65605"/>
                </a:lnTo>
                <a:lnTo>
                  <a:pt x="353484" y="66626"/>
                </a:lnTo>
                <a:lnTo>
                  <a:pt x="310860" y="66626"/>
                </a:lnTo>
                <a:lnTo>
                  <a:pt x="310952" y="65598"/>
                </a:lnTo>
                <a:lnTo>
                  <a:pt x="311060" y="64590"/>
                </a:lnTo>
                <a:lnTo>
                  <a:pt x="311183" y="63603"/>
                </a:lnTo>
                <a:lnTo>
                  <a:pt x="311322" y="62637"/>
                </a:lnTo>
                <a:close/>
                <a:moveTo>
                  <a:pt x="412632" y="118873"/>
                </a:moveTo>
                <a:lnTo>
                  <a:pt x="413193" y="118851"/>
                </a:lnTo>
                <a:lnTo>
                  <a:pt x="413750" y="118823"/>
                </a:lnTo>
                <a:lnTo>
                  <a:pt x="414304" y="118790"/>
                </a:lnTo>
                <a:lnTo>
                  <a:pt x="414854" y="118751"/>
                </a:lnTo>
                <a:lnTo>
                  <a:pt x="415401" y="118708"/>
                </a:lnTo>
                <a:lnTo>
                  <a:pt x="415945" y="118660"/>
                </a:lnTo>
                <a:lnTo>
                  <a:pt x="416485" y="118607"/>
                </a:lnTo>
                <a:lnTo>
                  <a:pt x="417022" y="118548"/>
                </a:lnTo>
                <a:lnTo>
                  <a:pt x="417555" y="118485"/>
                </a:lnTo>
                <a:lnTo>
                  <a:pt x="418086" y="118416"/>
                </a:lnTo>
                <a:lnTo>
                  <a:pt x="418613" y="118343"/>
                </a:lnTo>
                <a:lnTo>
                  <a:pt x="419136" y="118264"/>
                </a:lnTo>
                <a:lnTo>
                  <a:pt x="419656" y="118180"/>
                </a:lnTo>
                <a:lnTo>
                  <a:pt x="420173" y="118091"/>
                </a:lnTo>
                <a:lnTo>
                  <a:pt x="420686" y="117997"/>
                </a:lnTo>
                <a:lnTo>
                  <a:pt x="421196" y="117898"/>
                </a:lnTo>
                <a:lnTo>
                  <a:pt x="421703" y="117794"/>
                </a:lnTo>
                <a:lnTo>
                  <a:pt x="422206" y="117685"/>
                </a:lnTo>
                <a:lnTo>
                  <a:pt x="422706" y="117571"/>
                </a:lnTo>
                <a:lnTo>
                  <a:pt x="423203" y="117451"/>
                </a:lnTo>
                <a:lnTo>
                  <a:pt x="423695" y="117327"/>
                </a:lnTo>
                <a:lnTo>
                  <a:pt x="424182" y="117197"/>
                </a:lnTo>
                <a:lnTo>
                  <a:pt x="424664" y="117061"/>
                </a:lnTo>
                <a:lnTo>
                  <a:pt x="425140" y="116920"/>
                </a:lnTo>
                <a:lnTo>
                  <a:pt x="425611" y="116774"/>
                </a:lnTo>
                <a:lnTo>
                  <a:pt x="426077" y="116622"/>
                </a:lnTo>
                <a:lnTo>
                  <a:pt x="426538" y="116464"/>
                </a:lnTo>
                <a:lnTo>
                  <a:pt x="426994" y="116301"/>
                </a:lnTo>
                <a:lnTo>
                  <a:pt x="427444" y="116132"/>
                </a:lnTo>
                <a:lnTo>
                  <a:pt x="427889" y="115958"/>
                </a:lnTo>
                <a:lnTo>
                  <a:pt x="428328" y="115778"/>
                </a:lnTo>
                <a:lnTo>
                  <a:pt x="428762" y="115593"/>
                </a:lnTo>
                <a:lnTo>
                  <a:pt x="429192" y="115402"/>
                </a:lnTo>
                <a:lnTo>
                  <a:pt x="429615" y="115205"/>
                </a:lnTo>
                <a:lnTo>
                  <a:pt x="430034" y="115003"/>
                </a:lnTo>
                <a:lnTo>
                  <a:pt x="430447" y="114796"/>
                </a:lnTo>
                <a:lnTo>
                  <a:pt x="430855" y="114583"/>
                </a:lnTo>
                <a:lnTo>
                  <a:pt x="431258" y="114364"/>
                </a:lnTo>
                <a:lnTo>
                  <a:pt x="431656" y="114140"/>
                </a:lnTo>
                <a:lnTo>
                  <a:pt x="432048" y="113911"/>
                </a:lnTo>
                <a:lnTo>
                  <a:pt x="432435" y="113675"/>
                </a:lnTo>
                <a:lnTo>
                  <a:pt x="432816" y="113435"/>
                </a:lnTo>
                <a:lnTo>
                  <a:pt x="433193" y="113188"/>
                </a:lnTo>
                <a:lnTo>
                  <a:pt x="433564" y="112937"/>
                </a:lnTo>
                <a:lnTo>
                  <a:pt x="433929" y="112679"/>
                </a:lnTo>
                <a:lnTo>
                  <a:pt x="434287" y="112416"/>
                </a:lnTo>
                <a:lnTo>
                  <a:pt x="434639" y="112146"/>
                </a:lnTo>
                <a:lnTo>
                  <a:pt x="434983" y="111871"/>
                </a:lnTo>
                <a:lnTo>
                  <a:pt x="435321" y="111589"/>
                </a:lnTo>
                <a:lnTo>
                  <a:pt x="435652" y="111301"/>
                </a:lnTo>
                <a:lnTo>
                  <a:pt x="435975" y="111008"/>
                </a:lnTo>
                <a:lnTo>
                  <a:pt x="436292" y="110708"/>
                </a:lnTo>
                <a:lnTo>
                  <a:pt x="436603" y="110403"/>
                </a:lnTo>
                <a:lnTo>
                  <a:pt x="436906" y="110092"/>
                </a:lnTo>
                <a:lnTo>
                  <a:pt x="437202" y="109774"/>
                </a:lnTo>
                <a:lnTo>
                  <a:pt x="437492" y="109451"/>
                </a:lnTo>
                <a:lnTo>
                  <a:pt x="437774" y="109121"/>
                </a:lnTo>
                <a:lnTo>
                  <a:pt x="438050" y="108786"/>
                </a:lnTo>
                <a:lnTo>
                  <a:pt x="438319" y="108444"/>
                </a:lnTo>
                <a:lnTo>
                  <a:pt x="438581" y="108097"/>
                </a:lnTo>
                <a:lnTo>
                  <a:pt x="438836" y="107743"/>
                </a:lnTo>
                <a:lnTo>
                  <a:pt x="439084" y="107384"/>
                </a:lnTo>
                <a:lnTo>
                  <a:pt x="439326" y="107018"/>
                </a:lnTo>
                <a:lnTo>
                  <a:pt x="439560" y="106647"/>
                </a:lnTo>
                <a:lnTo>
                  <a:pt x="439788" y="106270"/>
                </a:lnTo>
                <a:lnTo>
                  <a:pt x="440009" y="105886"/>
                </a:lnTo>
                <a:lnTo>
                  <a:pt x="440222" y="105497"/>
                </a:lnTo>
                <a:lnTo>
                  <a:pt x="440429" y="105101"/>
                </a:lnTo>
                <a:lnTo>
                  <a:pt x="440629" y="104700"/>
                </a:lnTo>
                <a:lnTo>
                  <a:pt x="440820" y="104292"/>
                </a:lnTo>
                <a:lnTo>
                  <a:pt x="441002" y="103878"/>
                </a:lnTo>
                <a:lnTo>
                  <a:pt x="441176" y="103458"/>
                </a:lnTo>
                <a:lnTo>
                  <a:pt x="441341" y="103031"/>
                </a:lnTo>
                <a:lnTo>
                  <a:pt x="441498" y="102599"/>
                </a:lnTo>
                <a:lnTo>
                  <a:pt x="441647" y="102161"/>
                </a:lnTo>
                <a:lnTo>
                  <a:pt x="441787" y="101716"/>
                </a:lnTo>
                <a:lnTo>
                  <a:pt x="441918" y="101265"/>
                </a:lnTo>
                <a:lnTo>
                  <a:pt x="442041" y="100808"/>
                </a:lnTo>
                <a:lnTo>
                  <a:pt x="442156" y="100345"/>
                </a:lnTo>
                <a:lnTo>
                  <a:pt x="442262" y="99876"/>
                </a:lnTo>
                <a:lnTo>
                  <a:pt x="442359" y="99400"/>
                </a:lnTo>
                <a:lnTo>
                  <a:pt x="442448" y="98919"/>
                </a:lnTo>
                <a:lnTo>
                  <a:pt x="442529" y="98431"/>
                </a:lnTo>
                <a:lnTo>
                  <a:pt x="442601" y="97937"/>
                </a:lnTo>
                <a:lnTo>
                  <a:pt x="442664" y="97437"/>
                </a:lnTo>
                <a:lnTo>
                  <a:pt x="442720" y="96931"/>
                </a:lnTo>
                <a:lnTo>
                  <a:pt x="442766" y="96419"/>
                </a:lnTo>
                <a:lnTo>
                  <a:pt x="442804" y="95901"/>
                </a:lnTo>
                <a:lnTo>
                  <a:pt x="442834" y="95376"/>
                </a:lnTo>
                <a:lnTo>
                  <a:pt x="442855" y="94846"/>
                </a:lnTo>
                <a:lnTo>
                  <a:pt x="442868" y="94309"/>
                </a:lnTo>
                <a:lnTo>
                  <a:pt x="442872" y="93766"/>
                </a:lnTo>
                <a:lnTo>
                  <a:pt x="442867" y="93107"/>
                </a:lnTo>
                <a:lnTo>
                  <a:pt x="442850" y="92458"/>
                </a:lnTo>
                <a:lnTo>
                  <a:pt x="442823" y="91819"/>
                </a:lnTo>
                <a:lnTo>
                  <a:pt x="442785" y="91191"/>
                </a:lnTo>
                <a:lnTo>
                  <a:pt x="442735" y="90572"/>
                </a:lnTo>
                <a:lnTo>
                  <a:pt x="442675" y="89964"/>
                </a:lnTo>
                <a:lnTo>
                  <a:pt x="442604" y="89366"/>
                </a:lnTo>
                <a:lnTo>
                  <a:pt x="442521" y="88778"/>
                </a:lnTo>
                <a:lnTo>
                  <a:pt x="442428" y="88200"/>
                </a:lnTo>
                <a:lnTo>
                  <a:pt x="442324" y="87632"/>
                </a:lnTo>
                <a:lnTo>
                  <a:pt x="442209" y="87074"/>
                </a:lnTo>
                <a:lnTo>
                  <a:pt x="442083" y="86527"/>
                </a:lnTo>
                <a:lnTo>
                  <a:pt x="441945" y="85990"/>
                </a:lnTo>
                <a:lnTo>
                  <a:pt x="441797" y="85462"/>
                </a:lnTo>
                <a:lnTo>
                  <a:pt x="441638" y="84945"/>
                </a:lnTo>
                <a:lnTo>
                  <a:pt x="441468" y="84439"/>
                </a:lnTo>
                <a:lnTo>
                  <a:pt x="441287" y="83942"/>
                </a:lnTo>
                <a:lnTo>
                  <a:pt x="441095" y="83455"/>
                </a:lnTo>
                <a:lnTo>
                  <a:pt x="440892" y="82979"/>
                </a:lnTo>
                <a:lnTo>
                  <a:pt x="440679" y="82513"/>
                </a:lnTo>
                <a:lnTo>
                  <a:pt x="440454" y="82057"/>
                </a:lnTo>
                <a:lnTo>
                  <a:pt x="440218" y="81611"/>
                </a:lnTo>
                <a:lnTo>
                  <a:pt x="439971" y="81175"/>
                </a:lnTo>
                <a:lnTo>
                  <a:pt x="439713" y="80749"/>
                </a:lnTo>
                <a:lnTo>
                  <a:pt x="439445" y="80332"/>
                </a:lnTo>
                <a:lnTo>
                  <a:pt x="439166" y="79921"/>
                </a:lnTo>
                <a:lnTo>
                  <a:pt x="438876" y="79516"/>
                </a:lnTo>
                <a:lnTo>
                  <a:pt x="438576" y="79118"/>
                </a:lnTo>
                <a:lnTo>
                  <a:pt x="438266" y="78726"/>
                </a:lnTo>
                <a:lnTo>
                  <a:pt x="437944" y="78341"/>
                </a:lnTo>
                <a:lnTo>
                  <a:pt x="437613" y="77962"/>
                </a:lnTo>
                <a:lnTo>
                  <a:pt x="437271" y="77590"/>
                </a:lnTo>
                <a:lnTo>
                  <a:pt x="436918" y="77224"/>
                </a:lnTo>
                <a:lnTo>
                  <a:pt x="436554" y="76865"/>
                </a:lnTo>
                <a:lnTo>
                  <a:pt x="436181" y="76512"/>
                </a:lnTo>
                <a:lnTo>
                  <a:pt x="435796" y="76165"/>
                </a:lnTo>
                <a:lnTo>
                  <a:pt x="435401" y="75826"/>
                </a:lnTo>
                <a:lnTo>
                  <a:pt x="434996" y="75492"/>
                </a:lnTo>
                <a:lnTo>
                  <a:pt x="434580" y="75165"/>
                </a:lnTo>
                <a:lnTo>
                  <a:pt x="434154" y="74845"/>
                </a:lnTo>
                <a:lnTo>
                  <a:pt x="433717" y="74530"/>
                </a:lnTo>
                <a:lnTo>
                  <a:pt x="433269" y="74223"/>
                </a:lnTo>
                <a:lnTo>
                  <a:pt x="432811" y="73922"/>
                </a:lnTo>
                <a:lnTo>
                  <a:pt x="432343" y="73627"/>
                </a:lnTo>
                <a:lnTo>
                  <a:pt x="431863" y="73339"/>
                </a:lnTo>
                <a:lnTo>
                  <a:pt x="431374" y="73057"/>
                </a:lnTo>
                <a:lnTo>
                  <a:pt x="430874" y="72782"/>
                </a:lnTo>
                <a:lnTo>
                  <a:pt x="430363" y="72513"/>
                </a:lnTo>
                <a:lnTo>
                  <a:pt x="429842" y="72249"/>
                </a:lnTo>
                <a:lnTo>
                  <a:pt x="429310" y="71988"/>
                </a:lnTo>
                <a:lnTo>
                  <a:pt x="428767" y="71730"/>
                </a:lnTo>
                <a:lnTo>
                  <a:pt x="428214" y="71475"/>
                </a:lnTo>
                <a:lnTo>
                  <a:pt x="427650" y="71223"/>
                </a:lnTo>
                <a:lnTo>
                  <a:pt x="427075" y="70974"/>
                </a:lnTo>
                <a:lnTo>
                  <a:pt x="426490" y="70728"/>
                </a:lnTo>
                <a:lnTo>
                  <a:pt x="425894" y="70486"/>
                </a:lnTo>
                <a:lnTo>
                  <a:pt x="425287" y="70246"/>
                </a:lnTo>
                <a:lnTo>
                  <a:pt x="424670" y="70010"/>
                </a:lnTo>
                <a:lnTo>
                  <a:pt x="424042" y="69776"/>
                </a:lnTo>
                <a:lnTo>
                  <a:pt x="423403" y="69546"/>
                </a:lnTo>
                <a:lnTo>
                  <a:pt x="422753" y="69318"/>
                </a:lnTo>
                <a:lnTo>
                  <a:pt x="422093" y="69094"/>
                </a:lnTo>
                <a:lnTo>
                  <a:pt x="421423" y="68873"/>
                </a:lnTo>
                <a:lnTo>
                  <a:pt x="420741" y="68655"/>
                </a:lnTo>
                <a:lnTo>
                  <a:pt x="420049" y="68440"/>
                </a:lnTo>
                <a:lnTo>
                  <a:pt x="419346" y="68228"/>
                </a:lnTo>
                <a:lnTo>
                  <a:pt x="418633" y="68019"/>
                </a:lnTo>
                <a:lnTo>
                  <a:pt x="417909" y="67813"/>
                </a:lnTo>
                <a:lnTo>
                  <a:pt x="417174" y="67611"/>
                </a:lnTo>
                <a:lnTo>
                  <a:pt x="416428" y="67411"/>
                </a:lnTo>
                <a:lnTo>
                  <a:pt x="415672" y="67214"/>
                </a:lnTo>
                <a:lnTo>
                  <a:pt x="414905" y="67021"/>
                </a:lnTo>
                <a:lnTo>
                  <a:pt x="414216" y="66844"/>
                </a:lnTo>
                <a:lnTo>
                  <a:pt x="413539" y="66668"/>
                </a:lnTo>
                <a:lnTo>
                  <a:pt x="412873" y="66493"/>
                </a:lnTo>
                <a:lnTo>
                  <a:pt x="412219" y="66319"/>
                </a:lnTo>
                <a:lnTo>
                  <a:pt x="411577" y="66145"/>
                </a:lnTo>
                <a:lnTo>
                  <a:pt x="410946" y="65973"/>
                </a:lnTo>
                <a:lnTo>
                  <a:pt x="410327" y="65801"/>
                </a:lnTo>
                <a:lnTo>
                  <a:pt x="409720" y="65629"/>
                </a:lnTo>
                <a:lnTo>
                  <a:pt x="409125" y="65459"/>
                </a:lnTo>
                <a:lnTo>
                  <a:pt x="408541" y="65289"/>
                </a:lnTo>
                <a:lnTo>
                  <a:pt x="407969" y="65120"/>
                </a:lnTo>
                <a:lnTo>
                  <a:pt x="407408" y="64952"/>
                </a:lnTo>
                <a:lnTo>
                  <a:pt x="406860" y="64785"/>
                </a:lnTo>
                <a:lnTo>
                  <a:pt x="406323" y="64618"/>
                </a:lnTo>
                <a:lnTo>
                  <a:pt x="405797" y="64452"/>
                </a:lnTo>
                <a:lnTo>
                  <a:pt x="405284" y="64287"/>
                </a:lnTo>
                <a:lnTo>
                  <a:pt x="404782" y="64123"/>
                </a:lnTo>
                <a:lnTo>
                  <a:pt x="404291" y="63959"/>
                </a:lnTo>
                <a:lnTo>
                  <a:pt x="403813" y="63796"/>
                </a:lnTo>
                <a:lnTo>
                  <a:pt x="403346" y="63634"/>
                </a:lnTo>
                <a:lnTo>
                  <a:pt x="402891" y="63473"/>
                </a:lnTo>
                <a:lnTo>
                  <a:pt x="402448" y="63313"/>
                </a:lnTo>
                <a:lnTo>
                  <a:pt x="402016" y="63153"/>
                </a:lnTo>
                <a:lnTo>
                  <a:pt x="401596" y="62994"/>
                </a:lnTo>
                <a:lnTo>
                  <a:pt x="401187" y="62834"/>
                </a:lnTo>
                <a:lnTo>
                  <a:pt x="400787" y="62673"/>
                </a:lnTo>
                <a:lnTo>
                  <a:pt x="400398" y="62510"/>
                </a:lnTo>
                <a:lnTo>
                  <a:pt x="400019" y="62345"/>
                </a:lnTo>
                <a:lnTo>
                  <a:pt x="399649" y="62179"/>
                </a:lnTo>
                <a:lnTo>
                  <a:pt x="399290" y="62011"/>
                </a:lnTo>
                <a:lnTo>
                  <a:pt x="398940" y="61841"/>
                </a:lnTo>
                <a:lnTo>
                  <a:pt x="398601" y="61670"/>
                </a:lnTo>
                <a:lnTo>
                  <a:pt x="398271" y="61497"/>
                </a:lnTo>
                <a:lnTo>
                  <a:pt x="397951" y="61322"/>
                </a:lnTo>
                <a:lnTo>
                  <a:pt x="397642" y="61145"/>
                </a:lnTo>
                <a:lnTo>
                  <a:pt x="397342" y="60967"/>
                </a:lnTo>
                <a:lnTo>
                  <a:pt x="397052" y="60787"/>
                </a:lnTo>
                <a:lnTo>
                  <a:pt x="396772" y="60606"/>
                </a:lnTo>
                <a:lnTo>
                  <a:pt x="396502" y="60423"/>
                </a:lnTo>
                <a:lnTo>
                  <a:pt x="396242" y="60238"/>
                </a:lnTo>
                <a:lnTo>
                  <a:pt x="395992" y="60051"/>
                </a:lnTo>
                <a:lnTo>
                  <a:pt x="395752" y="59863"/>
                </a:lnTo>
                <a:lnTo>
                  <a:pt x="395522" y="59673"/>
                </a:lnTo>
                <a:lnTo>
                  <a:pt x="395301" y="59481"/>
                </a:lnTo>
                <a:lnTo>
                  <a:pt x="395091" y="59288"/>
                </a:lnTo>
                <a:lnTo>
                  <a:pt x="394891" y="59093"/>
                </a:lnTo>
                <a:lnTo>
                  <a:pt x="394700" y="58896"/>
                </a:lnTo>
                <a:lnTo>
                  <a:pt x="394520" y="58698"/>
                </a:lnTo>
                <a:lnTo>
                  <a:pt x="394348" y="58497"/>
                </a:lnTo>
                <a:lnTo>
                  <a:pt x="394184" y="58292"/>
                </a:lnTo>
                <a:lnTo>
                  <a:pt x="394026" y="58083"/>
                </a:lnTo>
                <a:lnTo>
                  <a:pt x="393876" y="57871"/>
                </a:lnTo>
                <a:lnTo>
                  <a:pt x="393734" y="57655"/>
                </a:lnTo>
                <a:lnTo>
                  <a:pt x="393599" y="57435"/>
                </a:lnTo>
                <a:lnTo>
                  <a:pt x="393471" y="57212"/>
                </a:lnTo>
                <a:lnTo>
                  <a:pt x="393350" y="56985"/>
                </a:lnTo>
                <a:lnTo>
                  <a:pt x="393237" y="56754"/>
                </a:lnTo>
                <a:lnTo>
                  <a:pt x="393131" y="56520"/>
                </a:lnTo>
                <a:lnTo>
                  <a:pt x="393032" y="56282"/>
                </a:lnTo>
                <a:lnTo>
                  <a:pt x="392940" y="56040"/>
                </a:lnTo>
                <a:lnTo>
                  <a:pt x="392856" y="55795"/>
                </a:lnTo>
                <a:lnTo>
                  <a:pt x="392780" y="55546"/>
                </a:lnTo>
                <a:lnTo>
                  <a:pt x="392710" y="55293"/>
                </a:lnTo>
                <a:lnTo>
                  <a:pt x="392648" y="55036"/>
                </a:lnTo>
                <a:lnTo>
                  <a:pt x="392593" y="54776"/>
                </a:lnTo>
                <a:lnTo>
                  <a:pt x="392546" y="54512"/>
                </a:lnTo>
                <a:lnTo>
                  <a:pt x="392505" y="54245"/>
                </a:lnTo>
                <a:lnTo>
                  <a:pt x="392472" y="53974"/>
                </a:lnTo>
                <a:lnTo>
                  <a:pt x="392447" y="53699"/>
                </a:lnTo>
                <a:lnTo>
                  <a:pt x="392429" y="53420"/>
                </a:lnTo>
                <a:lnTo>
                  <a:pt x="392418" y="53138"/>
                </a:lnTo>
                <a:lnTo>
                  <a:pt x="392414" y="52852"/>
                </a:lnTo>
                <a:lnTo>
                  <a:pt x="392422" y="52348"/>
                </a:lnTo>
                <a:lnTo>
                  <a:pt x="392447" y="51855"/>
                </a:lnTo>
                <a:lnTo>
                  <a:pt x="392488" y="51374"/>
                </a:lnTo>
                <a:lnTo>
                  <a:pt x="392545" y="50904"/>
                </a:lnTo>
                <a:lnTo>
                  <a:pt x="392619" y="50444"/>
                </a:lnTo>
                <a:lnTo>
                  <a:pt x="392709" y="49997"/>
                </a:lnTo>
                <a:lnTo>
                  <a:pt x="392815" y="49560"/>
                </a:lnTo>
                <a:lnTo>
                  <a:pt x="392938" y="49135"/>
                </a:lnTo>
                <a:lnTo>
                  <a:pt x="393077" y="48721"/>
                </a:lnTo>
                <a:lnTo>
                  <a:pt x="393233" y="48318"/>
                </a:lnTo>
                <a:lnTo>
                  <a:pt x="393405" y="47927"/>
                </a:lnTo>
                <a:lnTo>
                  <a:pt x="393593" y="47546"/>
                </a:lnTo>
                <a:lnTo>
                  <a:pt x="393798" y="47178"/>
                </a:lnTo>
                <a:lnTo>
                  <a:pt x="394019" y="46820"/>
                </a:lnTo>
                <a:lnTo>
                  <a:pt x="394257" y="46473"/>
                </a:lnTo>
                <a:lnTo>
                  <a:pt x="394511" y="46138"/>
                </a:lnTo>
                <a:lnTo>
                  <a:pt x="394781" y="45814"/>
                </a:lnTo>
                <a:lnTo>
                  <a:pt x="395067" y="45502"/>
                </a:lnTo>
                <a:lnTo>
                  <a:pt x="395370" y="45200"/>
                </a:lnTo>
                <a:lnTo>
                  <a:pt x="395690" y="44910"/>
                </a:lnTo>
                <a:lnTo>
                  <a:pt x="396026" y="44632"/>
                </a:lnTo>
                <a:lnTo>
                  <a:pt x="396378" y="44364"/>
                </a:lnTo>
                <a:lnTo>
                  <a:pt x="396746" y="44108"/>
                </a:lnTo>
                <a:lnTo>
                  <a:pt x="397131" y="43863"/>
                </a:lnTo>
                <a:lnTo>
                  <a:pt x="397529" y="43628"/>
                </a:lnTo>
                <a:lnTo>
                  <a:pt x="397937" y="43403"/>
                </a:lnTo>
                <a:lnTo>
                  <a:pt x="398355" y="43189"/>
                </a:lnTo>
                <a:lnTo>
                  <a:pt x="398783" y="42984"/>
                </a:lnTo>
                <a:lnTo>
                  <a:pt x="399221" y="42789"/>
                </a:lnTo>
                <a:lnTo>
                  <a:pt x="399669" y="42605"/>
                </a:lnTo>
                <a:lnTo>
                  <a:pt x="400127" y="42430"/>
                </a:lnTo>
                <a:lnTo>
                  <a:pt x="400594" y="42265"/>
                </a:lnTo>
                <a:lnTo>
                  <a:pt x="401072" y="42111"/>
                </a:lnTo>
                <a:lnTo>
                  <a:pt x="401560" y="41966"/>
                </a:lnTo>
                <a:lnTo>
                  <a:pt x="402057" y="41831"/>
                </a:lnTo>
                <a:lnTo>
                  <a:pt x="402565" y="41706"/>
                </a:lnTo>
                <a:lnTo>
                  <a:pt x="403082" y="41591"/>
                </a:lnTo>
                <a:lnTo>
                  <a:pt x="403609" y="41487"/>
                </a:lnTo>
                <a:lnTo>
                  <a:pt x="404147" y="41392"/>
                </a:lnTo>
                <a:lnTo>
                  <a:pt x="404694" y="41307"/>
                </a:lnTo>
                <a:lnTo>
                  <a:pt x="405251" y="41232"/>
                </a:lnTo>
                <a:lnTo>
                  <a:pt x="405818" y="41167"/>
                </a:lnTo>
                <a:lnTo>
                  <a:pt x="406395" y="41112"/>
                </a:lnTo>
                <a:lnTo>
                  <a:pt x="406982" y="41067"/>
                </a:lnTo>
                <a:lnTo>
                  <a:pt x="407579" y="41032"/>
                </a:lnTo>
                <a:lnTo>
                  <a:pt x="408186" y="41007"/>
                </a:lnTo>
                <a:lnTo>
                  <a:pt x="408803" y="40992"/>
                </a:lnTo>
                <a:lnTo>
                  <a:pt x="409430" y="40987"/>
                </a:lnTo>
                <a:lnTo>
                  <a:pt x="410058" y="40994"/>
                </a:lnTo>
                <a:lnTo>
                  <a:pt x="410677" y="41014"/>
                </a:lnTo>
                <a:lnTo>
                  <a:pt x="411288" y="41048"/>
                </a:lnTo>
                <a:lnTo>
                  <a:pt x="411890" y="41095"/>
                </a:lnTo>
                <a:lnTo>
                  <a:pt x="412485" y="41156"/>
                </a:lnTo>
                <a:lnTo>
                  <a:pt x="413071" y="41230"/>
                </a:lnTo>
                <a:lnTo>
                  <a:pt x="413648" y="41318"/>
                </a:lnTo>
                <a:lnTo>
                  <a:pt x="414217" y="41419"/>
                </a:lnTo>
                <a:lnTo>
                  <a:pt x="414778" y="41534"/>
                </a:lnTo>
                <a:lnTo>
                  <a:pt x="415331" y="41662"/>
                </a:lnTo>
                <a:lnTo>
                  <a:pt x="415875" y="41803"/>
                </a:lnTo>
                <a:lnTo>
                  <a:pt x="416411" y="41959"/>
                </a:lnTo>
                <a:lnTo>
                  <a:pt x="416939" y="42127"/>
                </a:lnTo>
                <a:lnTo>
                  <a:pt x="417458" y="42309"/>
                </a:lnTo>
                <a:lnTo>
                  <a:pt x="417969" y="42505"/>
                </a:lnTo>
                <a:lnTo>
                  <a:pt x="418471" y="42714"/>
                </a:lnTo>
                <a:lnTo>
                  <a:pt x="418966" y="42936"/>
                </a:lnTo>
                <a:lnTo>
                  <a:pt x="419452" y="43173"/>
                </a:lnTo>
                <a:lnTo>
                  <a:pt x="419929" y="43422"/>
                </a:lnTo>
                <a:lnTo>
                  <a:pt x="420398" y="43685"/>
                </a:lnTo>
                <a:lnTo>
                  <a:pt x="420859" y="43962"/>
                </a:lnTo>
                <a:lnTo>
                  <a:pt x="421312" y="44252"/>
                </a:lnTo>
                <a:lnTo>
                  <a:pt x="421756" y="44555"/>
                </a:lnTo>
                <a:lnTo>
                  <a:pt x="422192" y="44872"/>
                </a:lnTo>
                <a:lnTo>
                  <a:pt x="422615" y="45205"/>
                </a:lnTo>
                <a:lnTo>
                  <a:pt x="423019" y="45557"/>
                </a:lnTo>
                <a:lnTo>
                  <a:pt x="423406" y="45927"/>
                </a:lnTo>
                <a:lnTo>
                  <a:pt x="423775" y="46316"/>
                </a:lnTo>
                <a:lnTo>
                  <a:pt x="424126" y="46723"/>
                </a:lnTo>
                <a:lnTo>
                  <a:pt x="424458" y="47149"/>
                </a:lnTo>
                <a:lnTo>
                  <a:pt x="424773" y="47593"/>
                </a:lnTo>
                <a:lnTo>
                  <a:pt x="425070" y="48056"/>
                </a:lnTo>
                <a:lnTo>
                  <a:pt x="425349" y="48538"/>
                </a:lnTo>
                <a:lnTo>
                  <a:pt x="425610" y="49038"/>
                </a:lnTo>
                <a:lnTo>
                  <a:pt x="425853" y="49556"/>
                </a:lnTo>
                <a:lnTo>
                  <a:pt x="426077" y="50094"/>
                </a:lnTo>
                <a:lnTo>
                  <a:pt x="426284" y="50650"/>
                </a:lnTo>
                <a:lnTo>
                  <a:pt x="426473" y="51224"/>
                </a:lnTo>
                <a:lnTo>
                  <a:pt x="426644" y="51817"/>
                </a:lnTo>
                <a:lnTo>
                  <a:pt x="426797" y="52428"/>
                </a:lnTo>
                <a:lnTo>
                  <a:pt x="426932" y="53058"/>
                </a:lnTo>
                <a:lnTo>
                  <a:pt x="427049" y="53707"/>
                </a:lnTo>
                <a:lnTo>
                  <a:pt x="427148" y="54374"/>
                </a:lnTo>
                <a:lnTo>
                  <a:pt x="427229" y="55060"/>
                </a:lnTo>
                <a:lnTo>
                  <a:pt x="427292" y="55765"/>
                </a:lnTo>
                <a:lnTo>
                  <a:pt x="427337" y="56487"/>
                </a:lnTo>
                <a:lnTo>
                  <a:pt x="427364" y="57229"/>
                </a:lnTo>
                <a:lnTo>
                  <a:pt x="427373" y="57989"/>
                </a:lnTo>
                <a:lnTo>
                  <a:pt x="441019" y="57989"/>
                </a:lnTo>
                <a:lnTo>
                  <a:pt x="441015" y="57387"/>
                </a:lnTo>
                <a:lnTo>
                  <a:pt x="441002" y="56793"/>
                </a:lnTo>
                <a:lnTo>
                  <a:pt x="440980" y="56205"/>
                </a:lnTo>
                <a:lnTo>
                  <a:pt x="440950" y="55624"/>
                </a:lnTo>
                <a:lnTo>
                  <a:pt x="440911" y="55050"/>
                </a:lnTo>
                <a:lnTo>
                  <a:pt x="440864" y="54483"/>
                </a:lnTo>
                <a:lnTo>
                  <a:pt x="440808" y="53923"/>
                </a:lnTo>
                <a:lnTo>
                  <a:pt x="440743" y="53370"/>
                </a:lnTo>
                <a:lnTo>
                  <a:pt x="440670" y="52824"/>
                </a:lnTo>
                <a:lnTo>
                  <a:pt x="440588" y="52284"/>
                </a:lnTo>
                <a:lnTo>
                  <a:pt x="440497" y="51752"/>
                </a:lnTo>
                <a:lnTo>
                  <a:pt x="440398" y="51226"/>
                </a:lnTo>
                <a:lnTo>
                  <a:pt x="440290" y="50708"/>
                </a:lnTo>
                <a:lnTo>
                  <a:pt x="440173" y="50196"/>
                </a:lnTo>
                <a:lnTo>
                  <a:pt x="440048" y="49691"/>
                </a:lnTo>
                <a:lnTo>
                  <a:pt x="439915" y="49193"/>
                </a:lnTo>
                <a:lnTo>
                  <a:pt x="439772" y="48703"/>
                </a:lnTo>
                <a:lnTo>
                  <a:pt x="439621" y="48219"/>
                </a:lnTo>
                <a:lnTo>
                  <a:pt x="439462" y="47741"/>
                </a:lnTo>
                <a:lnTo>
                  <a:pt x="439293" y="47271"/>
                </a:lnTo>
                <a:lnTo>
                  <a:pt x="439116" y="46808"/>
                </a:lnTo>
                <a:lnTo>
                  <a:pt x="438931" y="46352"/>
                </a:lnTo>
                <a:lnTo>
                  <a:pt x="438737" y="45902"/>
                </a:lnTo>
                <a:lnTo>
                  <a:pt x="438534" y="45460"/>
                </a:lnTo>
                <a:lnTo>
                  <a:pt x="438324" y="45024"/>
                </a:lnTo>
                <a:lnTo>
                  <a:pt x="438107" y="44595"/>
                </a:lnTo>
                <a:lnTo>
                  <a:pt x="437883" y="44173"/>
                </a:lnTo>
                <a:lnTo>
                  <a:pt x="437653" y="43758"/>
                </a:lnTo>
                <a:lnTo>
                  <a:pt x="437416" y="43349"/>
                </a:lnTo>
                <a:lnTo>
                  <a:pt x="437173" y="42947"/>
                </a:lnTo>
                <a:lnTo>
                  <a:pt x="436923" y="42552"/>
                </a:lnTo>
                <a:lnTo>
                  <a:pt x="436667" y="42164"/>
                </a:lnTo>
                <a:lnTo>
                  <a:pt x="436404" y="41782"/>
                </a:lnTo>
                <a:lnTo>
                  <a:pt x="436134" y="41408"/>
                </a:lnTo>
                <a:lnTo>
                  <a:pt x="435858" y="41040"/>
                </a:lnTo>
                <a:lnTo>
                  <a:pt x="435575" y="40678"/>
                </a:lnTo>
                <a:lnTo>
                  <a:pt x="435286" y="40324"/>
                </a:lnTo>
                <a:lnTo>
                  <a:pt x="434990" y="39976"/>
                </a:lnTo>
                <a:lnTo>
                  <a:pt x="434687" y="39635"/>
                </a:lnTo>
                <a:lnTo>
                  <a:pt x="434378" y="39301"/>
                </a:lnTo>
                <a:lnTo>
                  <a:pt x="434063" y="38973"/>
                </a:lnTo>
                <a:lnTo>
                  <a:pt x="433740" y="38653"/>
                </a:lnTo>
                <a:lnTo>
                  <a:pt x="433412" y="38339"/>
                </a:lnTo>
                <a:lnTo>
                  <a:pt x="433076" y="38032"/>
                </a:lnTo>
                <a:lnTo>
                  <a:pt x="432734" y="37731"/>
                </a:lnTo>
                <a:lnTo>
                  <a:pt x="432386" y="37438"/>
                </a:lnTo>
                <a:lnTo>
                  <a:pt x="432030" y="37151"/>
                </a:lnTo>
                <a:lnTo>
                  <a:pt x="431669" y="36871"/>
                </a:lnTo>
                <a:lnTo>
                  <a:pt x="431301" y="36597"/>
                </a:lnTo>
                <a:lnTo>
                  <a:pt x="430930" y="36329"/>
                </a:lnTo>
                <a:lnTo>
                  <a:pt x="430553" y="36068"/>
                </a:lnTo>
                <a:lnTo>
                  <a:pt x="430172" y="35812"/>
                </a:lnTo>
                <a:lnTo>
                  <a:pt x="429787" y="35562"/>
                </a:lnTo>
                <a:lnTo>
                  <a:pt x="429397" y="35318"/>
                </a:lnTo>
                <a:lnTo>
                  <a:pt x="429002" y="35080"/>
                </a:lnTo>
                <a:lnTo>
                  <a:pt x="428603" y="34849"/>
                </a:lnTo>
                <a:lnTo>
                  <a:pt x="428200" y="34623"/>
                </a:lnTo>
                <a:lnTo>
                  <a:pt x="427792" y="34403"/>
                </a:lnTo>
                <a:lnTo>
                  <a:pt x="427379" y="34189"/>
                </a:lnTo>
                <a:lnTo>
                  <a:pt x="426962" y="33982"/>
                </a:lnTo>
                <a:lnTo>
                  <a:pt x="426540" y="33780"/>
                </a:lnTo>
                <a:lnTo>
                  <a:pt x="426114" y="33584"/>
                </a:lnTo>
                <a:lnTo>
                  <a:pt x="425683" y="33394"/>
                </a:lnTo>
                <a:lnTo>
                  <a:pt x="425248" y="33210"/>
                </a:lnTo>
                <a:lnTo>
                  <a:pt x="424808" y="33032"/>
                </a:lnTo>
                <a:lnTo>
                  <a:pt x="424364" y="32861"/>
                </a:lnTo>
                <a:lnTo>
                  <a:pt x="423915" y="32695"/>
                </a:lnTo>
                <a:lnTo>
                  <a:pt x="423461" y="32535"/>
                </a:lnTo>
                <a:lnTo>
                  <a:pt x="423003" y="32381"/>
                </a:lnTo>
                <a:lnTo>
                  <a:pt x="422541" y="32233"/>
                </a:lnTo>
                <a:lnTo>
                  <a:pt x="422074" y="32091"/>
                </a:lnTo>
                <a:lnTo>
                  <a:pt x="421602" y="31955"/>
                </a:lnTo>
                <a:lnTo>
                  <a:pt x="421127" y="31825"/>
                </a:lnTo>
                <a:lnTo>
                  <a:pt x="420649" y="31701"/>
                </a:lnTo>
                <a:lnTo>
                  <a:pt x="420168" y="31582"/>
                </a:lnTo>
                <a:lnTo>
                  <a:pt x="419685" y="31468"/>
                </a:lnTo>
                <a:lnTo>
                  <a:pt x="419198" y="31360"/>
                </a:lnTo>
                <a:lnTo>
                  <a:pt x="418709" y="31258"/>
                </a:lnTo>
                <a:lnTo>
                  <a:pt x="418217" y="31161"/>
                </a:lnTo>
                <a:lnTo>
                  <a:pt x="417723" y="31070"/>
                </a:lnTo>
                <a:lnTo>
                  <a:pt x="417225" y="30984"/>
                </a:lnTo>
                <a:lnTo>
                  <a:pt x="416725" y="30904"/>
                </a:lnTo>
                <a:lnTo>
                  <a:pt x="416222" y="30829"/>
                </a:lnTo>
                <a:lnTo>
                  <a:pt x="415716" y="30760"/>
                </a:lnTo>
                <a:lnTo>
                  <a:pt x="415208" y="30696"/>
                </a:lnTo>
                <a:lnTo>
                  <a:pt x="414696" y="30638"/>
                </a:lnTo>
                <a:lnTo>
                  <a:pt x="414182" y="30585"/>
                </a:lnTo>
                <a:lnTo>
                  <a:pt x="413665" y="30538"/>
                </a:lnTo>
                <a:lnTo>
                  <a:pt x="413146" y="30497"/>
                </a:lnTo>
                <a:lnTo>
                  <a:pt x="412623" y="30461"/>
                </a:lnTo>
                <a:lnTo>
                  <a:pt x="412098" y="30430"/>
                </a:lnTo>
                <a:lnTo>
                  <a:pt x="411570" y="30405"/>
                </a:lnTo>
                <a:lnTo>
                  <a:pt x="411039" y="30386"/>
                </a:lnTo>
                <a:lnTo>
                  <a:pt x="410505" y="30372"/>
                </a:lnTo>
                <a:lnTo>
                  <a:pt x="409969" y="30364"/>
                </a:lnTo>
                <a:lnTo>
                  <a:pt x="409430" y="30361"/>
                </a:lnTo>
                <a:lnTo>
                  <a:pt x="408884" y="30364"/>
                </a:lnTo>
                <a:lnTo>
                  <a:pt x="408342" y="30371"/>
                </a:lnTo>
                <a:lnTo>
                  <a:pt x="407802" y="30384"/>
                </a:lnTo>
                <a:lnTo>
                  <a:pt x="407267" y="30402"/>
                </a:lnTo>
                <a:lnTo>
                  <a:pt x="406734" y="30425"/>
                </a:lnTo>
                <a:lnTo>
                  <a:pt x="406205" y="30452"/>
                </a:lnTo>
                <a:lnTo>
                  <a:pt x="405680" y="30485"/>
                </a:lnTo>
                <a:lnTo>
                  <a:pt x="405157" y="30524"/>
                </a:lnTo>
                <a:lnTo>
                  <a:pt x="404638" y="30567"/>
                </a:lnTo>
                <a:lnTo>
                  <a:pt x="404123" y="30615"/>
                </a:lnTo>
                <a:lnTo>
                  <a:pt x="403610" y="30668"/>
                </a:lnTo>
                <a:lnTo>
                  <a:pt x="403102" y="30727"/>
                </a:lnTo>
                <a:lnTo>
                  <a:pt x="402596" y="30790"/>
                </a:lnTo>
                <a:lnTo>
                  <a:pt x="402094" y="30859"/>
                </a:lnTo>
                <a:lnTo>
                  <a:pt x="401595" y="30932"/>
                </a:lnTo>
                <a:lnTo>
                  <a:pt x="401100" y="31011"/>
                </a:lnTo>
                <a:lnTo>
                  <a:pt x="400608" y="31095"/>
                </a:lnTo>
                <a:lnTo>
                  <a:pt x="400119" y="31184"/>
                </a:lnTo>
                <a:lnTo>
                  <a:pt x="399634" y="31278"/>
                </a:lnTo>
                <a:lnTo>
                  <a:pt x="399152" y="31377"/>
                </a:lnTo>
                <a:lnTo>
                  <a:pt x="398673" y="31481"/>
                </a:lnTo>
                <a:lnTo>
                  <a:pt x="398198" y="31590"/>
                </a:lnTo>
                <a:lnTo>
                  <a:pt x="397726" y="31704"/>
                </a:lnTo>
                <a:lnTo>
                  <a:pt x="397258" y="31824"/>
                </a:lnTo>
                <a:lnTo>
                  <a:pt x="396793" y="31948"/>
                </a:lnTo>
                <a:lnTo>
                  <a:pt x="396334" y="32077"/>
                </a:lnTo>
                <a:lnTo>
                  <a:pt x="395880" y="32211"/>
                </a:lnTo>
                <a:lnTo>
                  <a:pt x="395430" y="32350"/>
                </a:lnTo>
                <a:lnTo>
                  <a:pt x="394986" y="32494"/>
                </a:lnTo>
                <a:lnTo>
                  <a:pt x="394546" y="32642"/>
                </a:lnTo>
                <a:lnTo>
                  <a:pt x="394112" y="32796"/>
                </a:lnTo>
                <a:lnTo>
                  <a:pt x="393682" y="32955"/>
                </a:lnTo>
                <a:lnTo>
                  <a:pt x="393258" y="33118"/>
                </a:lnTo>
                <a:lnTo>
                  <a:pt x="392838" y="33287"/>
                </a:lnTo>
                <a:lnTo>
                  <a:pt x="392423" y="33460"/>
                </a:lnTo>
                <a:lnTo>
                  <a:pt x="392014" y="33638"/>
                </a:lnTo>
                <a:lnTo>
                  <a:pt x="391609" y="33821"/>
                </a:lnTo>
                <a:lnTo>
                  <a:pt x="391209" y="34010"/>
                </a:lnTo>
                <a:lnTo>
                  <a:pt x="390815" y="34203"/>
                </a:lnTo>
                <a:lnTo>
                  <a:pt x="390425" y="34401"/>
                </a:lnTo>
                <a:lnTo>
                  <a:pt x="390040" y="34604"/>
                </a:lnTo>
                <a:lnTo>
                  <a:pt x="389660" y="34811"/>
                </a:lnTo>
                <a:lnTo>
                  <a:pt x="389286" y="35024"/>
                </a:lnTo>
                <a:lnTo>
                  <a:pt x="388916" y="35242"/>
                </a:lnTo>
                <a:lnTo>
                  <a:pt x="388551" y="35464"/>
                </a:lnTo>
                <a:lnTo>
                  <a:pt x="388191" y="35692"/>
                </a:lnTo>
                <a:lnTo>
                  <a:pt x="387836" y="35924"/>
                </a:lnTo>
                <a:lnTo>
                  <a:pt x="387486" y="36162"/>
                </a:lnTo>
                <a:lnTo>
                  <a:pt x="387142" y="36404"/>
                </a:lnTo>
                <a:lnTo>
                  <a:pt x="386804" y="36651"/>
                </a:lnTo>
                <a:lnTo>
                  <a:pt x="386473" y="36903"/>
                </a:lnTo>
                <a:lnTo>
                  <a:pt x="386148" y="37160"/>
                </a:lnTo>
                <a:lnTo>
                  <a:pt x="385829" y="37422"/>
                </a:lnTo>
                <a:lnTo>
                  <a:pt x="385517" y="37689"/>
                </a:lnTo>
                <a:lnTo>
                  <a:pt x="385211" y="37961"/>
                </a:lnTo>
                <a:lnTo>
                  <a:pt x="384912" y="38238"/>
                </a:lnTo>
                <a:lnTo>
                  <a:pt x="384619" y="38520"/>
                </a:lnTo>
                <a:lnTo>
                  <a:pt x="384333" y="38806"/>
                </a:lnTo>
                <a:lnTo>
                  <a:pt x="384053" y="39098"/>
                </a:lnTo>
                <a:lnTo>
                  <a:pt x="383780" y="39394"/>
                </a:lnTo>
                <a:lnTo>
                  <a:pt x="383513" y="39696"/>
                </a:lnTo>
                <a:lnTo>
                  <a:pt x="383252" y="40002"/>
                </a:lnTo>
                <a:lnTo>
                  <a:pt x="382998" y="40313"/>
                </a:lnTo>
                <a:lnTo>
                  <a:pt x="382750" y="40629"/>
                </a:lnTo>
                <a:lnTo>
                  <a:pt x="382509" y="40950"/>
                </a:lnTo>
                <a:lnTo>
                  <a:pt x="382274" y="41276"/>
                </a:lnTo>
                <a:lnTo>
                  <a:pt x="382045" y="41607"/>
                </a:lnTo>
                <a:lnTo>
                  <a:pt x="381823" y="41943"/>
                </a:lnTo>
                <a:lnTo>
                  <a:pt x="381608" y="42284"/>
                </a:lnTo>
                <a:lnTo>
                  <a:pt x="381399" y="42629"/>
                </a:lnTo>
                <a:lnTo>
                  <a:pt x="381196" y="42980"/>
                </a:lnTo>
                <a:lnTo>
                  <a:pt x="381000" y="43336"/>
                </a:lnTo>
                <a:lnTo>
                  <a:pt x="380811" y="43696"/>
                </a:lnTo>
                <a:lnTo>
                  <a:pt x="380630" y="44061"/>
                </a:lnTo>
                <a:lnTo>
                  <a:pt x="380457" y="44430"/>
                </a:lnTo>
                <a:lnTo>
                  <a:pt x="380292" y="44805"/>
                </a:lnTo>
                <a:lnTo>
                  <a:pt x="380135" y="45184"/>
                </a:lnTo>
                <a:lnTo>
                  <a:pt x="379986" y="45568"/>
                </a:lnTo>
                <a:lnTo>
                  <a:pt x="379846" y="45957"/>
                </a:lnTo>
                <a:lnTo>
                  <a:pt x="379713" y="46350"/>
                </a:lnTo>
                <a:lnTo>
                  <a:pt x="379588" y="46749"/>
                </a:lnTo>
                <a:lnTo>
                  <a:pt x="379471" y="47152"/>
                </a:lnTo>
                <a:lnTo>
                  <a:pt x="379363" y="47560"/>
                </a:lnTo>
                <a:lnTo>
                  <a:pt x="379262" y="47972"/>
                </a:lnTo>
                <a:lnTo>
                  <a:pt x="379170" y="48389"/>
                </a:lnTo>
                <a:lnTo>
                  <a:pt x="379085" y="48812"/>
                </a:lnTo>
                <a:lnTo>
                  <a:pt x="379009" y="49239"/>
                </a:lnTo>
                <a:lnTo>
                  <a:pt x="378941" y="49670"/>
                </a:lnTo>
                <a:lnTo>
                  <a:pt x="378880" y="50107"/>
                </a:lnTo>
                <a:lnTo>
                  <a:pt x="378828" y="50548"/>
                </a:lnTo>
                <a:lnTo>
                  <a:pt x="378784" y="50994"/>
                </a:lnTo>
                <a:lnTo>
                  <a:pt x="378748" y="51445"/>
                </a:lnTo>
                <a:lnTo>
                  <a:pt x="378719" y="51900"/>
                </a:lnTo>
                <a:lnTo>
                  <a:pt x="378699" y="52360"/>
                </a:lnTo>
                <a:lnTo>
                  <a:pt x="378687" y="52825"/>
                </a:lnTo>
                <a:lnTo>
                  <a:pt x="378683" y="53295"/>
                </a:lnTo>
                <a:lnTo>
                  <a:pt x="378689" y="53903"/>
                </a:lnTo>
                <a:lnTo>
                  <a:pt x="378706" y="54503"/>
                </a:lnTo>
                <a:lnTo>
                  <a:pt x="378735" y="55093"/>
                </a:lnTo>
                <a:lnTo>
                  <a:pt x="378774" y="55675"/>
                </a:lnTo>
                <a:lnTo>
                  <a:pt x="378826" y="56248"/>
                </a:lnTo>
                <a:lnTo>
                  <a:pt x="378889" y="56813"/>
                </a:lnTo>
                <a:lnTo>
                  <a:pt x="378963" y="57368"/>
                </a:lnTo>
                <a:lnTo>
                  <a:pt x="379048" y="57915"/>
                </a:lnTo>
                <a:lnTo>
                  <a:pt x="379145" y="58453"/>
                </a:lnTo>
                <a:lnTo>
                  <a:pt x="379254" y="58982"/>
                </a:lnTo>
                <a:lnTo>
                  <a:pt x="379373" y="59503"/>
                </a:lnTo>
                <a:lnTo>
                  <a:pt x="379505" y="60014"/>
                </a:lnTo>
                <a:lnTo>
                  <a:pt x="379647" y="60517"/>
                </a:lnTo>
                <a:lnTo>
                  <a:pt x="379801" y="61012"/>
                </a:lnTo>
                <a:lnTo>
                  <a:pt x="379967" y="61497"/>
                </a:lnTo>
                <a:lnTo>
                  <a:pt x="380143" y="61974"/>
                </a:lnTo>
                <a:lnTo>
                  <a:pt x="380332" y="62441"/>
                </a:lnTo>
                <a:lnTo>
                  <a:pt x="380531" y="62901"/>
                </a:lnTo>
                <a:lnTo>
                  <a:pt x="380742" y="63351"/>
                </a:lnTo>
                <a:lnTo>
                  <a:pt x="380965" y="63793"/>
                </a:lnTo>
                <a:lnTo>
                  <a:pt x="381199" y="64225"/>
                </a:lnTo>
                <a:lnTo>
                  <a:pt x="381444" y="64649"/>
                </a:lnTo>
                <a:lnTo>
                  <a:pt x="381700" y="65065"/>
                </a:lnTo>
                <a:lnTo>
                  <a:pt x="381968" y="65471"/>
                </a:lnTo>
                <a:lnTo>
                  <a:pt x="382248" y="65870"/>
                </a:lnTo>
                <a:lnTo>
                  <a:pt x="382538" y="66264"/>
                </a:lnTo>
                <a:lnTo>
                  <a:pt x="382840" y="66651"/>
                </a:lnTo>
                <a:lnTo>
                  <a:pt x="383152" y="67033"/>
                </a:lnTo>
                <a:lnTo>
                  <a:pt x="383476" y="67409"/>
                </a:lnTo>
                <a:lnTo>
                  <a:pt x="383811" y="67779"/>
                </a:lnTo>
                <a:lnTo>
                  <a:pt x="384157" y="68143"/>
                </a:lnTo>
                <a:lnTo>
                  <a:pt x="384514" y="68501"/>
                </a:lnTo>
                <a:lnTo>
                  <a:pt x="384883" y="68854"/>
                </a:lnTo>
                <a:lnTo>
                  <a:pt x="385262" y="69201"/>
                </a:lnTo>
                <a:lnTo>
                  <a:pt x="385652" y="69541"/>
                </a:lnTo>
                <a:lnTo>
                  <a:pt x="386054" y="69876"/>
                </a:lnTo>
                <a:lnTo>
                  <a:pt x="386467" y="70206"/>
                </a:lnTo>
                <a:lnTo>
                  <a:pt x="386891" y="70529"/>
                </a:lnTo>
                <a:lnTo>
                  <a:pt x="387325" y="70846"/>
                </a:lnTo>
                <a:lnTo>
                  <a:pt x="387772" y="71158"/>
                </a:lnTo>
                <a:lnTo>
                  <a:pt x="388229" y="71464"/>
                </a:lnTo>
                <a:lnTo>
                  <a:pt x="388697" y="71764"/>
                </a:lnTo>
                <a:lnTo>
                  <a:pt x="389176" y="72058"/>
                </a:lnTo>
                <a:lnTo>
                  <a:pt x="389667" y="72346"/>
                </a:lnTo>
                <a:lnTo>
                  <a:pt x="390168" y="72629"/>
                </a:lnTo>
                <a:lnTo>
                  <a:pt x="390681" y="72905"/>
                </a:lnTo>
                <a:lnTo>
                  <a:pt x="391205" y="73176"/>
                </a:lnTo>
                <a:lnTo>
                  <a:pt x="391740" y="73441"/>
                </a:lnTo>
                <a:lnTo>
                  <a:pt x="392286" y="73702"/>
                </a:lnTo>
                <a:lnTo>
                  <a:pt x="392843" y="73960"/>
                </a:lnTo>
                <a:lnTo>
                  <a:pt x="393410" y="74215"/>
                </a:lnTo>
                <a:lnTo>
                  <a:pt x="393989" y="74468"/>
                </a:lnTo>
                <a:lnTo>
                  <a:pt x="394578" y="74718"/>
                </a:lnTo>
                <a:lnTo>
                  <a:pt x="395178" y="74966"/>
                </a:lnTo>
                <a:lnTo>
                  <a:pt x="395789" y="75211"/>
                </a:lnTo>
                <a:lnTo>
                  <a:pt x="396411" y="75453"/>
                </a:lnTo>
                <a:lnTo>
                  <a:pt x="397043" y="75693"/>
                </a:lnTo>
                <a:lnTo>
                  <a:pt x="397686" y="75930"/>
                </a:lnTo>
                <a:lnTo>
                  <a:pt x="398341" y="76165"/>
                </a:lnTo>
                <a:lnTo>
                  <a:pt x="399006" y="76397"/>
                </a:lnTo>
                <a:lnTo>
                  <a:pt x="399681" y="76626"/>
                </a:lnTo>
                <a:lnTo>
                  <a:pt x="400368" y="76853"/>
                </a:lnTo>
                <a:lnTo>
                  <a:pt x="401065" y="77077"/>
                </a:lnTo>
                <a:lnTo>
                  <a:pt x="401774" y="77298"/>
                </a:lnTo>
                <a:lnTo>
                  <a:pt x="402493" y="77517"/>
                </a:lnTo>
                <a:lnTo>
                  <a:pt x="403223" y="77733"/>
                </a:lnTo>
                <a:lnTo>
                  <a:pt x="403963" y="77947"/>
                </a:lnTo>
                <a:lnTo>
                  <a:pt x="404715" y="78158"/>
                </a:lnTo>
                <a:lnTo>
                  <a:pt x="405477" y="78366"/>
                </a:lnTo>
                <a:lnTo>
                  <a:pt x="406251" y="78572"/>
                </a:lnTo>
                <a:lnTo>
                  <a:pt x="407035" y="78775"/>
                </a:lnTo>
                <a:lnTo>
                  <a:pt x="407829" y="78976"/>
                </a:lnTo>
                <a:lnTo>
                  <a:pt x="408807" y="79234"/>
                </a:lnTo>
                <a:lnTo>
                  <a:pt x="409759" y="79491"/>
                </a:lnTo>
                <a:lnTo>
                  <a:pt x="410686" y="79749"/>
                </a:lnTo>
                <a:lnTo>
                  <a:pt x="411589" y="80006"/>
                </a:lnTo>
                <a:lnTo>
                  <a:pt x="412466" y="80263"/>
                </a:lnTo>
                <a:lnTo>
                  <a:pt x="413318" y="80520"/>
                </a:lnTo>
                <a:lnTo>
                  <a:pt x="414145" y="80776"/>
                </a:lnTo>
                <a:lnTo>
                  <a:pt x="414948" y="81032"/>
                </a:lnTo>
                <a:lnTo>
                  <a:pt x="415725" y="81288"/>
                </a:lnTo>
                <a:lnTo>
                  <a:pt x="416477" y="81543"/>
                </a:lnTo>
                <a:lnTo>
                  <a:pt x="417204" y="81798"/>
                </a:lnTo>
                <a:lnTo>
                  <a:pt x="417906" y="82053"/>
                </a:lnTo>
                <a:lnTo>
                  <a:pt x="418584" y="82308"/>
                </a:lnTo>
                <a:lnTo>
                  <a:pt x="419236" y="82562"/>
                </a:lnTo>
                <a:lnTo>
                  <a:pt x="419863" y="82816"/>
                </a:lnTo>
                <a:lnTo>
                  <a:pt x="420465" y="83069"/>
                </a:lnTo>
                <a:lnTo>
                  <a:pt x="421042" y="83323"/>
                </a:lnTo>
                <a:lnTo>
                  <a:pt x="421594" y="83576"/>
                </a:lnTo>
                <a:lnTo>
                  <a:pt x="422122" y="83828"/>
                </a:lnTo>
                <a:lnTo>
                  <a:pt x="422624" y="84081"/>
                </a:lnTo>
                <a:lnTo>
                  <a:pt x="423101" y="84333"/>
                </a:lnTo>
                <a:lnTo>
                  <a:pt x="423553" y="84585"/>
                </a:lnTo>
                <a:lnTo>
                  <a:pt x="423980" y="84836"/>
                </a:lnTo>
                <a:lnTo>
                  <a:pt x="424382" y="85087"/>
                </a:lnTo>
                <a:lnTo>
                  <a:pt x="424764" y="85344"/>
                </a:lnTo>
                <a:lnTo>
                  <a:pt x="425129" y="85612"/>
                </a:lnTo>
                <a:lnTo>
                  <a:pt x="425478" y="85892"/>
                </a:lnTo>
                <a:lnTo>
                  <a:pt x="425811" y="86184"/>
                </a:lnTo>
                <a:lnTo>
                  <a:pt x="426127" y="86487"/>
                </a:lnTo>
                <a:lnTo>
                  <a:pt x="426428" y="86802"/>
                </a:lnTo>
                <a:lnTo>
                  <a:pt x="426712" y="87129"/>
                </a:lnTo>
                <a:lnTo>
                  <a:pt x="426979" y="87468"/>
                </a:lnTo>
                <a:lnTo>
                  <a:pt x="427231" y="87818"/>
                </a:lnTo>
                <a:lnTo>
                  <a:pt x="427466" y="88180"/>
                </a:lnTo>
                <a:lnTo>
                  <a:pt x="427686" y="88553"/>
                </a:lnTo>
                <a:lnTo>
                  <a:pt x="427889" y="88938"/>
                </a:lnTo>
                <a:lnTo>
                  <a:pt x="428075" y="89335"/>
                </a:lnTo>
                <a:lnTo>
                  <a:pt x="428246" y="89744"/>
                </a:lnTo>
                <a:lnTo>
                  <a:pt x="428400" y="90164"/>
                </a:lnTo>
                <a:lnTo>
                  <a:pt x="428538" y="90596"/>
                </a:lnTo>
                <a:lnTo>
                  <a:pt x="428660" y="91040"/>
                </a:lnTo>
                <a:lnTo>
                  <a:pt x="428765" y="91495"/>
                </a:lnTo>
                <a:lnTo>
                  <a:pt x="428854" y="91962"/>
                </a:lnTo>
                <a:lnTo>
                  <a:pt x="428927" y="92441"/>
                </a:lnTo>
                <a:lnTo>
                  <a:pt x="428984" y="92931"/>
                </a:lnTo>
                <a:lnTo>
                  <a:pt x="429025" y="93433"/>
                </a:lnTo>
                <a:lnTo>
                  <a:pt x="429049" y="93947"/>
                </a:lnTo>
                <a:lnTo>
                  <a:pt x="429057" y="94472"/>
                </a:lnTo>
                <a:lnTo>
                  <a:pt x="429048" y="95086"/>
                </a:lnTo>
                <a:lnTo>
                  <a:pt x="429021" y="95685"/>
                </a:lnTo>
                <a:lnTo>
                  <a:pt x="428976" y="96270"/>
                </a:lnTo>
                <a:lnTo>
                  <a:pt x="428913" y="96840"/>
                </a:lnTo>
                <a:lnTo>
                  <a:pt x="428832" y="97396"/>
                </a:lnTo>
                <a:lnTo>
                  <a:pt x="428734" y="97937"/>
                </a:lnTo>
                <a:lnTo>
                  <a:pt x="428617" y="98464"/>
                </a:lnTo>
                <a:lnTo>
                  <a:pt x="428482" y="98976"/>
                </a:lnTo>
                <a:lnTo>
                  <a:pt x="428329" y="99473"/>
                </a:lnTo>
                <a:lnTo>
                  <a:pt x="428158" y="99956"/>
                </a:lnTo>
                <a:lnTo>
                  <a:pt x="427969" y="100425"/>
                </a:lnTo>
                <a:lnTo>
                  <a:pt x="427762" y="100879"/>
                </a:lnTo>
                <a:lnTo>
                  <a:pt x="427537" y="101318"/>
                </a:lnTo>
                <a:lnTo>
                  <a:pt x="427294" y="101743"/>
                </a:lnTo>
                <a:lnTo>
                  <a:pt x="427034" y="102153"/>
                </a:lnTo>
                <a:lnTo>
                  <a:pt x="426755" y="102549"/>
                </a:lnTo>
                <a:lnTo>
                  <a:pt x="426458" y="102930"/>
                </a:lnTo>
                <a:lnTo>
                  <a:pt x="426143" y="103296"/>
                </a:lnTo>
                <a:lnTo>
                  <a:pt x="425810" y="103649"/>
                </a:lnTo>
                <a:lnTo>
                  <a:pt x="425460" y="103986"/>
                </a:lnTo>
                <a:lnTo>
                  <a:pt x="425091" y="104309"/>
                </a:lnTo>
                <a:lnTo>
                  <a:pt x="424704" y="104618"/>
                </a:lnTo>
                <a:lnTo>
                  <a:pt x="424299" y="104912"/>
                </a:lnTo>
                <a:lnTo>
                  <a:pt x="423877" y="105191"/>
                </a:lnTo>
                <a:lnTo>
                  <a:pt x="423440" y="105457"/>
                </a:lnTo>
                <a:lnTo>
                  <a:pt x="422994" y="105712"/>
                </a:lnTo>
                <a:lnTo>
                  <a:pt x="422537" y="105956"/>
                </a:lnTo>
                <a:lnTo>
                  <a:pt x="422071" y="106189"/>
                </a:lnTo>
                <a:lnTo>
                  <a:pt x="421596" y="106410"/>
                </a:lnTo>
                <a:lnTo>
                  <a:pt x="421110" y="106620"/>
                </a:lnTo>
                <a:lnTo>
                  <a:pt x="420615" y="106818"/>
                </a:lnTo>
                <a:lnTo>
                  <a:pt x="420109" y="107005"/>
                </a:lnTo>
                <a:lnTo>
                  <a:pt x="419594" y="107181"/>
                </a:lnTo>
                <a:lnTo>
                  <a:pt x="419070" y="107345"/>
                </a:lnTo>
                <a:lnTo>
                  <a:pt x="418535" y="107498"/>
                </a:lnTo>
                <a:lnTo>
                  <a:pt x="417991" y="107640"/>
                </a:lnTo>
                <a:lnTo>
                  <a:pt x="417436" y="107770"/>
                </a:lnTo>
                <a:lnTo>
                  <a:pt x="416872" y="107889"/>
                </a:lnTo>
                <a:lnTo>
                  <a:pt x="416299" y="107997"/>
                </a:lnTo>
                <a:lnTo>
                  <a:pt x="415715" y="108093"/>
                </a:lnTo>
                <a:lnTo>
                  <a:pt x="415122" y="108179"/>
                </a:lnTo>
                <a:lnTo>
                  <a:pt x="414518" y="108252"/>
                </a:lnTo>
                <a:lnTo>
                  <a:pt x="413905" y="108315"/>
                </a:lnTo>
                <a:lnTo>
                  <a:pt x="413283" y="108366"/>
                </a:lnTo>
                <a:lnTo>
                  <a:pt x="412650" y="108405"/>
                </a:lnTo>
                <a:lnTo>
                  <a:pt x="412008" y="108434"/>
                </a:lnTo>
                <a:lnTo>
                  <a:pt x="411356" y="108451"/>
                </a:lnTo>
                <a:lnTo>
                  <a:pt x="410694" y="108456"/>
                </a:lnTo>
                <a:lnTo>
                  <a:pt x="409955" y="108449"/>
                </a:lnTo>
                <a:lnTo>
                  <a:pt x="409226" y="108428"/>
                </a:lnTo>
                <a:lnTo>
                  <a:pt x="408507" y="108392"/>
                </a:lnTo>
                <a:lnTo>
                  <a:pt x="407799" y="108342"/>
                </a:lnTo>
                <a:lnTo>
                  <a:pt x="407101" y="108278"/>
                </a:lnTo>
                <a:lnTo>
                  <a:pt x="406413" y="108200"/>
                </a:lnTo>
                <a:lnTo>
                  <a:pt x="405736" y="108107"/>
                </a:lnTo>
                <a:lnTo>
                  <a:pt x="405068" y="108001"/>
                </a:lnTo>
                <a:lnTo>
                  <a:pt x="404411" y="107880"/>
                </a:lnTo>
                <a:lnTo>
                  <a:pt x="403764" y="107744"/>
                </a:lnTo>
                <a:lnTo>
                  <a:pt x="403128" y="107595"/>
                </a:lnTo>
                <a:lnTo>
                  <a:pt x="402501" y="107431"/>
                </a:lnTo>
                <a:lnTo>
                  <a:pt x="401885" y="107253"/>
                </a:lnTo>
                <a:lnTo>
                  <a:pt x="401279" y="107061"/>
                </a:lnTo>
                <a:lnTo>
                  <a:pt x="400684" y="106854"/>
                </a:lnTo>
                <a:lnTo>
                  <a:pt x="400098" y="106634"/>
                </a:lnTo>
                <a:lnTo>
                  <a:pt x="399523" y="106399"/>
                </a:lnTo>
                <a:lnTo>
                  <a:pt x="398958" y="106150"/>
                </a:lnTo>
                <a:lnTo>
                  <a:pt x="398403" y="105886"/>
                </a:lnTo>
                <a:lnTo>
                  <a:pt x="397859" y="105608"/>
                </a:lnTo>
                <a:lnTo>
                  <a:pt x="397325" y="105317"/>
                </a:lnTo>
                <a:lnTo>
                  <a:pt x="396801" y="105010"/>
                </a:lnTo>
                <a:lnTo>
                  <a:pt x="396287" y="104690"/>
                </a:lnTo>
                <a:lnTo>
                  <a:pt x="395783" y="104355"/>
                </a:lnTo>
                <a:lnTo>
                  <a:pt x="395295" y="104003"/>
                </a:lnTo>
                <a:lnTo>
                  <a:pt x="394828" y="103629"/>
                </a:lnTo>
                <a:lnTo>
                  <a:pt x="394382" y="103234"/>
                </a:lnTo>
                <a:lnTo>
                  <a:pt x="393956" y="102818"/>
                </a:lnTo>
                <a:lnTo>
                  <a:pt x="393551" y="102381"/>
                </a:lnTo>
                <a:lnTo>
                  <a:pt x="393167" y="101922"/>
                </a:lnTo>
                <a:lnTo>
                  <a:pt x="392803" y="101443"/>
                </a:lnTo>
                <a:lnTo>
                  <a:pt x="392461" y="100942"/>
                </a:lnTo>
                <a:lnTo>
                  <a:pt x="392139" y="100419"/>
                </a:lnTo>
                <a:lnTo>
                  <a:pt x="391838" y="99876"/>
                </a:lnTo>
                <a:lnTo>
                  <a:pt x="391557" y="99312"/>
                </a:lnTo>
                <a:lnTo>
                  <a:pt x="391298" y="98726"/>
                </a:lnTo>
                <a:lnTo>
                  <a:pt x="391059" y="98119"/>
                </a:lnTo>
                <a:lnTo>
                  <a:pt x="390841" y="97491"/>
                </a:lnTo>
                <a:lnTo>
                  <a:pt x="390644" y="96842"/>
                </a:lnTo>
                <a:lnTo>
                  <a:pt x="390467" y="96171"/>
                </a:lnTo>
                <a:lnTo>
                  <a:pt x="390311" y="95480"/>
                </a:lnTo>
                <a:lnTo>
                  <a:pt x="390176" y="94767"/>
                </a:lnTo>
                <a:lnTo>
                  <a:pt x="390062" y="94033"/>
                </a:lnTo>
                <a:lnTo>
                  <a:pt x="389969" y="93278"/>
                </a:lnTo>
                <a:lnTo>
                  <a:pt x="389896" y="92501"/>
                </a:lnTo>
                <a:lnTo>
                  <a:pt x="389844" y="91703"/>
                </a:lnTo>
                <a:lnTo>
                  <a:pt x="389813" y="90885"/>
                </a:lnTo>
                <a:lnTo>
                  <a:pt x="389803" y="90045"/>
                </a:lnTo>
                <a:lnTo>
                  <a:pt x="376240" y="90045"/>
                </a:lnTo>
                <a:lnTo>
                  <a:pt x="376245" y="90697"/>
                </a:lnTo>
                <a:lnTo>
                  <a:pt x="376259" y="91342"/>
                </a:lnTo>
                <a:lnTo>
                  <a:pt x="376282" y="91978"/>
                </a:lnTo>
                <a:lnTo>
                  <a:pt x="376314" y="92606"/>
                </a:lnTo>
                <a:lnTo>
                  <a:pt x="376356" y="93225"/>
                </a:lnTo>
                <a:lnTo>
                  <a:pt x="376406" y="93836"/>
                </a:lnTo>
                <a:lnTo>
                  <a:pt x="376466" y="94439"/>
                </a:lnTo>
                <a:lnTo>
                  <a:pt x="376535" y="95034"/>
                </a:lnTo>
                <a:lnTo>
                  <a:pt x="376613" y="95620"/>
                </a:lnTo>
                <a:lnTo>
                  <a:pt x="376701" y="96198"/>
                </a:lnTo>
                <a:lnTo>
                  <a:pt x="376798" y="96768"/>
                </a:lnTo>
                <a:lnTo>
                  <a:pt x="376904" y="97329"/>
                </a:lnTo>
                <a:lnTo>
                  <a:pt x="377019" y="97882"/>
                </a:lnTo>
                <a:lnTo>
                  <a:pt x="377143" y="98427"/>
                </a:lnTo>
                <a:lnTo>
                  <a:pt x="377277" y="98963"/>
                </a:lnTo>
                <a:lnTo>
                  <a:pt x="377420" y="99491"/>
                </a:lnTo>
                <a:lnTo>
                  <a:pt x="377572" y="100011"/>
                </a:lnTo>
                <a:lnTo>
                  <a:pt x="377733" y="100523"/>
                </a:lnTo>
                <a:lnTo>
                  <a:pt x="377903" y="101026"/>
                </a:lnTo>
                <a:lnTo>
                  <a:pt x="378083" y="101521"/>
                </a:lnTo>
                <a:lnTo>
                  <a:pt x="378272" y="102007"/>
                </a:lnTo>
                <a:lnTo>
                  <a:pt x="378470" y="102486"/>
                </a:lnTo>
                <a:lnTo>
                  <a:pt x="378677" y="102956"/>
                </a:lnTo>
                <a:lnTo>
                  <a:pt x="378894" y="103417"/>
                </a:lnTo>
                <a:lnTo>
                  <a:pt x="379119" y="103871"/>
                </a:lnTo>
                <a:lnTo>
                  <a:pt x="379350" y="104318"/>
                </a:lnTo>
                <a:lnTo>
                  <a:pt x="379589" y="104758"/>
                </a:lnTo>
                <a:lnTo>
                  <a:pt x="379836" y="105191"/>
                </a:lnTo>
                <a:lnTo>
                  <a:pt x="380089" y="105616"/>
                </a:lnTo>
                <a:lnTo>
                  <a:pt x="380350" y="106035"/>
                </a:lnTo>
                <a:lnTo>
                  <a:pt x="380617" y="106446"/>
                </a:lnTo>
                <a:lnTo>
                  <a:pt x="380892" y="106851"/>
                </a:lnTo>
                <a:lnTo>
                  <a:pt x="381174" y="107248"/>
                </a:lnTo>
                <a:lnTo>
                  <a:pt x="381463" y="107639"/>
                </a:lnTo>
                <a:lnTo>
                  <a:pt x="381760" y="108022"/>
                </a:lnTo>
                <a:lnTo>
                  <a:pt x="382063" y="108398"/>
                </a:lnTo>
                <a:lnTo>
                  <a:pt x="382374" y="108767"/>
                </a:lnTo>
                <a:lnTo>
                  <a:pt x="382692" y="109130"/>
                </a:lnTo>
                <a:lnTo>
                  <a:pt x="383017" y="109485"/>
                </a:lnTo>
                <a:lnTo>
                  <a:pt x="383349" y="109833"/>
                </a:lnTo>
                <a:lnTo>
                  <a:pt x="383688" y="110174"/>
                </a:lnTo>
                <a:lnTo>
                  <a:pt x="384035" y="110507"/>
                </a:lnTo>
                <a:lnTo>
                  <a:pt x="384389" y="110834"/>
                </a:lnTo>
                <a:lnTo>
                  <a:pt x="384750" y="111154"/>
                </a:lnTo>
                <a:lnTo>
                  <a:pt x="385118" y="111467"/>
                </a:lnTo>
                <a:lnTo>
                  <a:pt x="385493" y="111772"/>
                </a:lnTo>
                <a:lnTo>
                  <a:pt x="385875" y="112071"/>
                </a:lnTo>
                <a:lnTo>
                  <a:pt x="386265" y="112362"/>
                </a:lnTo>
                <a:lnTo>
                  <a:pt x="386660" y="112647"/>
                </a:lnTo>
                <a:lnTo>
                  <a:pt x="387061" y="112924"/>
                </a:lnTo>
                <a:lnTo>
                  <a:pt x="387467" y="113196"/>
                </a:lnTo>
                <a:lnTo>
                  <a:pt x="387878" y="113460"/>
                </a:lnTo>
                <a:lnTo>
                  <a:pt x="388294" y="113718"/>
                </a:lnTo>
                <a:lnTo>
                  <a:pt x="388715" y="113969"/>
                </a:lnTo>
                <a:lnTo>
                  <a:pt x="389142" y="114214"/>
                </a:lnTo>
                <a:lnTo>
                  <a:pt x="389573" y="114452"/>
                </a:lnTo>
                <a:lnTo>
                  <a:pt x="390010" y="114684"/>
                </a:lnTo>
                <a:lnTo>
                  <a:pt x="390452" y="114909"/>
                </a:lnTo>
                <a:lnTo>
                  <a:pt x="390898" y="115127"/>
                </a:lnTo>
                <a:lnTo>
                  <a:pt x="391350" y="115339"/>
                </a:lnTo>
                <a:lnTo>
                  <a:pt x="391808" y="115544"/>
                </a:lnTo>
                <a:lnTo>
                  <a:pt x="392270" y="115743"/>
                </a:lnTo>
                <a:lnTo>
                  <a:pt x="392737" y="115934"/>
                </a:lnTo>
                <a:lnTo>
                  <a:pt x="393210" y="116120"/>
                </a:lnTo>
                <a:lnTo>
                  <a:pt x="393687" y="116298"/>
                </a:lnTo>
                <a:lnTo>
                  <a:pt x="394170" y="116471"/>
                </a:lnTo>
                <a:lnTo>
                  <a:pt x="394658" y="116636"/>
                </a:lnTo>
                <a:lnTo>
                  <a:pt x="395151" y="116795"/>
                </a:lnTo>
                <a:lnTo>
                  <a:pt x="395649" y="116947"/>
                </a:lnTo>
                <a:lnTo>
                  <a:pt x="396152" y="117093"/>
                </a:lnTo>
                <a:lnTo>
                  <a:pt x="396660" y="117232"/>
                </a:lnTo>
                <a:lnTo>
                  <a:pt x="397173" y="117364"/>
                </a:lnTo>
                <a:lnTo>
                  <a:pt x="397691" y="117491"/>
                </a:lnTo>
                <a:lnTo>
                  <a:pt x="398211" y="117612"/>
                </a:lnTo>
                <a:lnTo>
                  <a:pt x="398734" y="117728"/>
                </a:lnTo>
                <a:lnTo>
                  <a:pt x="399259" y="117838"/>
                </a:lnTo>
                <a:lnTo>
                  <a:pt x="399788" y="117943"/>
                </a:lnTo>
                <a:lnTo>
                  <a:pt x="400319" y="118042"/>
                </a:lnTo>
                <a:lnTo>
                  <a:pt x="400853" y="118136"/>
                </a:lnTo>
                <a:lnTo>
                  <a:pt x="401390" y="118225"/>
                </a:lnTo>
                <a:lnTo>
                  <a:pt x="401930" y="118309"/>
                </a:lnTo>
                <a:lnTo>
                  <a:pt x="402472" y="118387"/>
                </a:lnTo>
                <a:lnTo>
                  <a:pt x="403017" y="118459"/>
                </a:lnTo>
                <a:lnTo>
                  <a:pt x="403565" y="118527"/>
                </a:lnTo>
                <a:lnTo>
                  <a:pt x="404116" y="118588"/>
                </a:lnTo>
                <a:lnTo>
                  <a:pt x="404669" y="118645"/>
                </a:lnTo>
                <a:lnTo>
                  <a:pt x="405225" y="118696"/>
                </a:lnTo>
                <a:lnTo>
                  <a:pt x="405784" y="118742"/>
                </a:lnTo>
                <a:lnTo>
                  <a:pt x="406346" y="118782"/>
                </a:lnTo>
                <a:lnTo>
                  <a:pt x="406911" y="118817"/>
                </a:lnTo>
                <a:lnTo>
                  <a:pt x="407478" y="118847"/>
                </a:lnTo>
                <a:lnTo>
                  <a:pt x="408048" y="118871"/>
                </a:lnTo>
                <a:lnTo>
                  <a:pt x="408621" y="118890"/>
                </a:lnTo>
                <a:lnTo>
                  <a:pt x="409197" y="118903"/>
                </a:lnTo>
                <a:lnTo>
                  <a:pt x="409775" y="118911"/>
                </a:lnTo>
                <a:lnTo>
                  <a:pt x="410357" y="118914"/>
                </a:lnTo>
                <a:lnTo>
                  <a:pt x="410931" y="118911"/>
                </a:lnTo>
                <a:lnTo>
                  <a:pt x="411501" y="118904"/>
                </a:lnTo>
                <a:lnTo>
                  <a:pt x="412068" y="118891"/>
                </a:lnTo>
                <a:lnTo>
                  <a:pt x="412632" y="118873"/>
                </a:lnTo>
                <a:close/>
                <a:moveTo>
                  <a:pt x="487747" y="118873"/>
                </a:moveTo>
                <a:lnTo>
                  <a:pt x="488307" y="118851"/>
                </a:lnTo>
                <a:lnTo>
                  <a:pt x="488864" y="118823"/>
                </a:lnTo>
                <a:lnTo>
                  <a:pt x="489418" y="118790"/>
                </a:lnTo>
                <a:lnTo>
                  <a:pt x="489969" y="118751"/>
                </a:lnTo>
                <a:lnTo>
                  <a:pt x="490516" y="118708"/>
                </a:lnTo>
                <a:lnTo>
                  <a:pt x="491059" y="118660"/>
                </a:lnTo>
                <a:lnTo>
                  <a:pt x="491600" y="118607"/>
                </a:lnTo>
                <a:lnTo>
                  <a:pt x="492137" y="118548"/>
                </a:lnTo>
                <a:lnTo>
                  <a:pt x="492670" y="118485"/>
                </a:lnTo>
                <a:lnTo>
                  <a:pt x="493200" y="118416"/>
                </a:lnTo>
                <a:lnTo>
                  <a:pt x="493727" y="118343"/>
                </a:lnTo>
                <a:lnTo>
                  <a:pt x="494251" y="118264"/>
                </a:lnTo>
                <a:lnTo>
                  <a:pt x="494771" y="118180"/>
                </a:lnTo>
                <a:lnTo>
                  <a:pt x="495288" y="118091"/>
                </a:lnTo>
                <a:lnTo>
                  <a:pt x="495801" y="117997"/>
                </a:lnTo>
                <a:lnTo>
                  <a:pt x="496311" y="117898"/>
                </a:lnTo>
                <a:lnTo>
                  <a:pt x="496818" y="117794"/>
                </a:lnTo>
                <a:lnTo>
                  <a:pt x="497321" y="117685"/>
                </a:lnTo>
                <a:lnTo>
                  <a:pt x="497821" y="117571"/>
                </a:lnTo>
                <a:lnTo>
                  <a:pt x="498317" y="117451"/>
                </a:lnTo>
                <a:lnTo>
                  <a:pt x="498810" y="117327"/>
                </a:lnTo>
                <a:lnTo>
                  <a:pt x="499297" y="117197"/>
                </a:lnTo>
                <a:lnTo>
                  <a:pt x="499778" y="117061"/>
                </a:lnTo>
                <a:lnTo>
                  <a:pt x="500255" y="116920"/>
                </a:lnTo>
                <a:lnTo>
                  <a:pt x="500726" y="116774"/>
                </a:lnTo>
                <a:lnTo>
                  <a:pt x="501192" y="116622"/>
                </a:lnTo>
                <a:lnTo>
                  <a:pt x="501653" y="116464"/>
                </a:lnTo>
                <a:lnTo>
                  <a:pt x="502108" y="116301"/>
                </a:lnTo>
                <a:lnTo>
                  <a:pt x="502558" y="116132"/>
                </a:lnTo>
                <a:lnTo>
                  <a:pt x="503003" y="115958"/>
                </a:lnTo>
                <a:lnTo>
                  <a:pt x="503443" y="115778"/>
                </a:lnTo>
                <a:lnTo>
                  <a:pt x="503877" y="115593"/>
                </a:lnTo>
                <a:lnTo>
                  <a:pt x="504306" y="115402"/>
                </a:lnTo>
                <a:lnTo>
                  <a:pt x="504730" y="115205"/>
                </a:lnTo>
                <a:lnTo>
                  <a:pt x="505149" y="115003"/>
                </a:lnTo>
                <a:lnTo>
                  <a:pt x="505562" y="114796"/>
                </a:lnTo>
                <a:lnTo>
                  <a:pt x="505970" y="114583"/>
                </a:lnTo>
                <a:lnTo>
                  <a:pt x="506373" y="114364"/>
                </a:lnTo>
                <a:lnTo>
                  <a:pt x="506770" y="114140"/>
                </a:lnTo>
                <a:lnTo>
                  <a:pt x="507162" y="113911"/>
                </a:lnTo>
                <a:lnTo>
                  <a:pt x="507549" y="113675"/>
                </a:lnTo>
                <a:lnTo>
                  <a:pt x="507931" y="113435"/>
                </a:lnTo>
                <a:lnTo>
                  <a:pt x="508308" y="113188"/>
                </a:lnTo>
                <a:lnTo>
                  <a:pt x="508679" y="112937"/>
                </a:lnTo>
                <a:lnTo>
                  <a:pt x="509044" y="112679"/>
                </a:lnTo>
                <a:lnTo>
                  <a:pt x="509402" y="112416"/>
                </a:lnTo>
                <a:lnTo>
                  <a:pt x="509753" y="112146"/>
                </a:lnTo>
                <a:lnTo>
                  <a:pt x="510098" y="111871"/>
                </a:lnTo>
                <a:lnTo>
                  <a:pt x="510435" y="111589"/>
                </a:lnTo>
                <a:lnTo>
                  <a:pt x="510766" y="111301"/>
                </a:lnTo>
                <a:lnTo>
                  <a:pt x="511090" y="111008"/>
                </a:lnTo>
                <a:lnTo>
                  <a:pt x="511407" y="110708"/>
                </a:lnTo>
                <a:lnTo>
                  <a:pt x="511717" y="110403"/>
                </a:lnTo>
                <a:lnTo>
                  <a:pt x="512020" y="110092"/>
                </a:lnTo>
                <a:lnTo>
                  <a:pt x="512317" y="109774"/>
                </a:lnTo>
                <a:lnTo>
                  <a:pt x="512606" y="109451"/>
                </a:lnTo>
                <a:lnTo>
                  <a:pt x="512889" y="109121"/>
                </a:lnTo>
                <a:lnTo>
                  <a:pt x="513165" y="108786"/>
                </a:lnTo>
                <a:lnTo>
                  <a:pt x="513434" y="108444"/>
                </a:lnTo>
                <a:lnTo>
                  <a:pt x="513696" y="108097"/>
                </a:lnTo>
                <a:lnTo>
                  <a:pt x="513951" y="107743"/>
                </a:lnTo>
                <a:lnTo>
                  <a:pt x="514199" y="107384"/>
                </a:lnTo>
                <a:lnTo>
                  <a:pt x="514440" y="107018"/>
                </a:lnTo>
                <a:lnTo>
                  <a:pt x="514675" y="106647"/>
                </a:lnTo>
                <a:lnTo>
                  <a:pt x="514902" y="106270"/>
                </a:lnTo>
                <a:lnTo>
                  <a:pt x="515123" y="105886"/>
                </a:lnTo>
                <a:lnTo>
                  <a:pt x="515337" y="105497"/>
                </a:lnTo>
                <a:lnTo>
                  <a:pt x="515544" y="105101"/>
                </a:lnTo>
                <a:lnTo>
                  <a:pt x="515743" y="104700"/>
                </a:lnTo>
                <a:lnTo>
                  <a:pt x="515934" y="104292"/>
                </a:lnTo>
                <a:lnTo>
                  <a:pt x="516117" y="103878"/>
                </a:lnTo>
                <a:lnTo>
                  <a:pt x="516291" y="103458"/>
                </a:lnTo>
                <a:lnTo>
                  <a:pt x="516456" y="103031"/>
                </a:lnTo>
                <a:lnTo>
                  <a:pt x="516613" y="102599"/>
                </a:lnTo>
                <a:lnTo>
                  <a:pt x="516761" y="102161"/>
                </a:lnTo>
                <a:lnTo>
                  <a:pt x="516901" y="101716"/>
                </a:lnTo>
                <a:lnTo>
                  <a:pt x="517033" y="101265"/>
                </a:lnTo>
                <a:lnTo>
                  <a:pt x="517156" y="100808"/>
                </a:lnTo>
                <a:lnTo>
                  <a:pt x="517270" y="100345"/>
                </a:lnTo>
                <a:lnTo>
                  <a:pt x="517376" y="99876"/>
                </a:lnTo>
                <a:lnTo>
                  <a:pt x="517474" y="99400"/>
                </a:lnTo>
                <a:lnTo>
                  <a:pt x="517563" y="98919"/>
                </a:lnTo>
                <a:lnTo>
                  <a:pt x="517643" y="98431"/>
                </a:lnTo>
                <a:lnTo>
                  <a:pt x="517716" y="97937"/>
                </a:lnTo>
                <a:lnTo>
                  <a:pt x="517779" y="97437"/>
                </a:lnTo>
                <a:lnTo>
                  <a:pt x="517834" y="96931"/>
                </a:lnTo>
                <a:lnTo>
                  <a:pt x="517881" y="96419"/>
                </a:lnTo>
                <a:lnTo>
                  <a:pt x="517919" y="95901"/>
                </a:lnTo>
                <a:lnTo>
                  <a:pt x="517949" y="95376"/>
                </a:lnTo>
                <a:lnTo>
                  <a:pt x="517970" y="94846"/>
                </a:lnTo>
                <a:lnTo>
                  <a:pt x="517983" y="94309"/>
                </a:lnTo>
                <a:lnTo>
                  <a:pt x="517987" y="93766"/>
                </a:lnTo>
                <a:lnTo>
                  <a:pt x="517981" y="93107"/>
                </a:lnTo>
                <a:lnTo>
                  <a:pt x="517965" y="92458"/>
                </a:lnTo>
                <a:lnTo>
                  <a:pt x="517938" y="91819"/>
                </a:lnTo>
                <a:lnTo>
                  <a:pt x="517899" y="91191"/>
                </a:lnTo>
                <a:lnTo>
                  <a:pt x="517850" y="90572"/>
                </a:lnTo>
                <a:lnTo>
                  <a:pt x="517790" y="89964"/>
                </a:lnTo>
                <a:lnTo>
                  <a:pt x="517718" y="89366"/>
                </a:lnTo>
                <a:lnTo>
                  <a:pt x="517636" y="88778"/>
                </a:lnTo>
                <a:lnTo>
                  <a:pt x="517543" y="88200"/>
                </a:lnTo>
                <a:lnTo>
                  <a:pt x="517439" y="87632"/>
                </a:lnTo>
                <a:lnTo>
                  <a:pt x="517323" y="87074"/>
                </a:lnTo>
                <a:lnTo>
                  <a:pt x="517197" y="86527"/>
                </a:lnTo>
                <a:lnTo>
                  <a:pt x="517060" y="85990"/>
                </a:lnTo>
                <a:lnTo>
                  <a:pt x="516912" y="85462"/>
                </a:lnTo>
                <a:lnTo>
                  <a:pt x="516753" y="84945"/>
                </a:lnTo>
                <a:lnTo>
                  <a:pt x="516583" y="84439"/>
                </a:lnTo>
                <a:lnTo>
                  <a:pt x="516402" y="83942"/>
                </a:lnTo>
                <a:lnTo>
                  <a:pt x="516210" y="83455"/>
                </a:lnTo>
                <a:lnTo>
                  <a:pt x="516007" y="82979"/>
                </a:lnTo>
                <a:lnTo>
                  <a:pt x="515793" y="82513"/>
                </a:lnTo>
                <a:lnTo>
                  <a:pt x="515568" y="82057"/>
                </a:lnTo>
                <a:lnTo>
                  <a:pt x="515333" y="81611"/>
                </a:lnTo>
                <a:lnTo>
                  <a:pt x="515086" y="81175"/>
                </a:lnTo>
                <a:lnTo>
                  <a:pt x="514828" y="80749"/>
                </a:lnTo>
                <a:lnTo>
                  <a:pt x="514560" y="80332"/>
                </a:lnTo>
                <a:lnTo>
                  <a:pt x="514281" y="79921"/>
                </a:lnTo>
                <a:lnTo>
                  <a:pt x="513991" y="79516"/>
                </a:lnTo>
                <a:lnTo>
                  <a:pt x="513691" y="79118"/>
                </a:lnTo>
                <a:lnTo>
                  <a:pt x="513380" y="78726"/>
                </a:lnTo>
                <a:lnTo>
                  <a:pt x="513059" y="78341"/>
                </a:lnTo>
                <a:lnTo>
                  <a:pt x="512727" y="77962"/>
                </a:lnTo>
                <a:lnTo>
                  <a:pt x="512385" y="77590"/>
                </a:lnTo>
                <a:lnTo>
                  <a:pt x="512032" y="77224"/>
                </a:lnTo>
                <a:lnTo>
                  <a:pt x="511669" y="76865"/>
                </a:lnTo>
                <a:lnTo>
                  <a:pt x="511295" y="76512"/>
                </a:lnTo>
                <a:lnTo>
                  <a:pt x="510911" y="76165"/>
                </a:lnTo>
                <a:lnTo>
                  <a:pt x="510516" y="75826"/>
                </a:lnTo>
                <a:lnTo>
                  <a:pt x="510111" y="75492"/>
                </a:lnTo>
                <a:lnTo>
                  <a:pt x="509695" y="75165"/>
                </a:lnTo>
                <a:lnTo>
                  <a:pt x="509268" y="74845"/>
                </a:lnTo>
                <a:lnTo>
                  <a:pt x="508831" y="74530"/>
                </a:lnTo>
                <a:lnTo>
                  <a:pt x="508384" y="74223"/>
                </a:lnTo>
                <a:lnTo>
                  <a:pt x="507926" y="73922"/>
                </a:lnTo>
                <a:lnTo>
                  <a:pt x="507457" y="73627"/>
                </a:lnTo>
                <a:lnTo>
                  <a:pt x="506978" y="73339"/>
                </a:lnTo>
                <a:lnTo>
                  <a:pt x="506489" y="73057"/>
                </a:lnTo>
                <a:lnTo>
                  <a:pt x="505988" y="72782"/>
                </a:lnTo>
                <a:lnTo>
                  <a:pt x="505478" y="72513"/>
                </a:lnTo>
                <a:lnTo>
                  <a:pt x="504956" y="72249"/>
                </a:lnTo>
                <a:lnTo>
                  <a:pt x="504424" y="71988"/>
                </a:lnTo>
                <a:lnTo>
                  <a:pt x="503882" y="71730"/>
                </a:lnTo>
                <a:lnTo>
                  <a:pt x="503328" y="71475"/>
                </a:lnTo>
                <a:lnTo>
                  <a:pt x="502764" y="71223"/>
                </a:lnTo>
                <a:lnTo>
                  <a:pt x="502190" y="70974"/>
                </a:lnTo>
                <a:lnTo>
                  <a:pt x="501604" y="70728"/>
                </a:lnTo>
                <a:lnTo>
                  <a:pt x="501008" y="70486"/>
                </a:lnTo>
                <a:lnTo>
                  <a:pt x="500402" y="70246"/>
                </a:lnTo>
                <a:lnTo>
                  <a:pt x="499784" y="70010"/>
                </a:lnTo>
                <a:lnTo>
                  <a:pt x="499156" y="69776"/>
                </a:lnTo>
                <a:lnTo>
                  <a:pt x="498518" y="69546"/>
                </a:lnTo>
                <a:lnTo>
                  <a:pt x="497868" y="69318"/>
                </a:lnTo>
                <a:lnTo>
                  <a:pt x="497208" y="69094"/>
                </a:lnTo>
                <a:lnTo>
                  <a:pt x="496537" y="68873"/>
                </a:lnTo>
                <a:lnTo>
                  <a:pt x="495856" y="68655"/>
                </a:lnTo>
                <a:lnTo>
                  <a:pt x="495164" y="68440"/>
                </a:lnTo>
                <a:lnTo>
                  <a:pt x="494461" y="68228"/>
                </a:lnTo>
                <a:lnTo>
                  <a:pt x="493748" y="68019"/>
                </a:lnTo>
                <a:lnTo>
                  <a:pt x="493023" y="67813"/>
                </a:lnTo>
                <a:lnTo>
                  <a:pt x="492289" y="67611"/>
                </a:lnTo>
                <a:lnTo>
                  <a:pt x="491543" y="67411"/>
                </a:lnTo>
                <a:lnTo>
                  <a:pt x="490787" y="67214"/>
                </a:lnTo>
                <a:lnTo>
                  <a:pt x="490020" y="67021"/>
                </a:lnTo>
                <a:lnTo>
                  <a:pt x="489331" y="66844"/>
                </a:lnTo>
                <a:lnTo>
                  <a:pt x="488654" y="66668"/>
                </a:lnTo>
                <a:lnTo>
                  <a:pt x="487988" y="66493"/>
                </a:lnTo>
                <a:lnTo>
                  <a:pt x="487334" y="66319"/>
                </a:lnTo>
                <a:lnTo>
                  <a:pt x="486692" y="66145"/>
                </a:lnTo>
                <a:lnTo>
                  <a:pt x="486061" y="65973"/>
                </a:lnTo>
                <a:lnTo>
                  <a:pt x="485442" y="65801"/>
                </a:lnTo>
                <a:lnTo>
                  <a:pt x="484835" y="65629"/>
                </a:lnTo>
                <a:lnTo>
                  <a:pt x="484239" y="65459"/>
                </a:lnTo>
                <a:lnTo>
                  <a:pt x="483655" y="65289"/>
                </a:lnTo>
                <a:lnTo>
                  <a:pt x="483083" y="65120"/>
                </a:lnTo>
                <a:lnTo>
                  <a:pt x="482523" y="64952"/>
                </a:lnTo>
                <a:lnTo>
                  <a:pt x="481974" y="64785"/>
                </a:lnTo>
                <a:lnTo>
                  <a:pt x="481437" y="64618"/>
                </a:lnTo>
                <a:lnTo>
                  <a:pt x="480912" y="64452"/>
                </a:lnTo>
                <a:lnTo>
                  <a:pt x="480398" y="64287"/>
                </a:lnTo>
                <a:lnTo>
                  <a:pt x="479896" y="64123"/>
                </a:lnTo>
                <a:lnTo>
                  <a:pt x="479406" y="63959"/>
                </a:lnTo>
                <a:lnTo>
                  <a:pt x="478928" y="63796"/>
                </a:lnTo>
                <a:lnTo>
                  <a:pt x="478461" y="63634"/>
                </a:lnTo>
                <a:lnTo>
                  <a:pt x="478006" y="63473"/>
                </a:lnTo>
                <a:lnTo>
                  <a:pt x="477562" y="63313"/>
                </a:lnTo>
                <a:lnTo>
                  <a:pt x="477131" y="63153"/>
                </a:lnTo>
                <a:lnTo>
                  <a:pt x="476711" y="62994"/>
                </a:lnTo>
                <a:lnTo>
                  <a:pt x="476301" y="62834"/>
                </a:lnTo>
                <a:lnTo>
                  <a:pt x="475902" y="62673"/>
                </a:lnTo>
                <a:lnTo>
                  <a:pt x="475513" y="62510"/>
                </a:lnTo>
                <a:lnTo>
                  <a:pt x="475133" y="62345"/>
                </a:lnTo>
                <a:lnTo>
                  <a:pt x="474764" y="62179"/>
                </a:lnTo>
                <a:lnTo>
                  <a:pt x="474405" y="62011"/>
                </a:lnTo>
                <a:lnTo>
                  <a:pt x="474055" y="61841"/>
                </a:lnTo>
                <a:lnTo>
                  <a:pt x="473715" y="61670"/>
                </a:lnTo>
                <a:lnTo>
                  <a:pt x="473386" y="61497"/>
                </a:lnTo>
                <a:lnTo>
                  <a:pt x="473066" y="61322"/>
                </a:lnTo>
                <a:lnTo>
                  <a:pt x="472756" y="61145"/>
                </a:lnTo>
                <a:lnTo>
                  <a:pt x="472457" y="60967"/>
                </a:lnTo>
                <a:lnTo>
                  <a:pt x="472167" y="60787"/>
                </a:lnTo>
                <a:lnTo>
                  <a:pt x="471887" y="60606"/>
                </a:lnTo>
                <a:lnTo>
                  <a:pt x="471617" y="60423"/>
                </a:lnTo>
                <a:lnTo>
                  <a:pt x="471357" y="60238"/>
                </a:lnTo>
                <a:lnTo>
                  <a:pt x="471107" y="60051"/>
                </a:lnTo>
                <a:lnTo>
                  <a:pt x="470867" y="59863"/>
                </a:lnTo>
                <a:lnTo>
                  <a:pt x="470636" y="59673"/>
                </a:lnTo>
                <a:lnTo>
                  <a:pt x="470416" y="59481"/>
                </a:lnTo>
                <a:lnTo>
                  <a:pt x="470206" y="59288"/>
                </a:lnTo>
                <a:lnTo>
                  <a:pt x="470005" y="59093"/>
                </a:lnTo>
                <a:lnTo>
                  <a:pt x="469815" y="58896"/>
                </a:lnTo>
                <a:lnTo>
                  <a:pt x="469635" y="58698"/>
                </a:lnTo>
                <a:lnTo>
                  <a:pt x="469463" y="58497"/>
                </a:lnTo>
                <a:lnTo>
                  <a:pt x="469298" y="58292"/>
                </a:lnTo>
                <a:lnTo>
                  <a:pt x="469141" y="58083"/>
                </a:lnTo>
                <a:lnTo>
                  <a:pt x="468991" y="57871"/>
                </a:lnTo>
                <a:lnTo>
                  <a:pt x="468849" y="57655"/>
                </a:lnTo>
                <a:lnTo>
                  <a:pt x="468713" y="57435"/>
                </a:lnTo>
                <a:lnTo>
                  <a:pt x="468585" y="57212"/>
                </a:lnTo>
                <a:lnTo>
                  <a:pt x="468465" y="56985"/>
                </a:lnTo>
                <a:lnTo>
                  <a:pt x="468351" y="56754"/>
                </a:lnTo>
                <a:lnTo>
                  <a:pt x="468245" y="56520"/>
                </a:lnTo>
                <a:lnTo>
                  <a:pt x="468147" y="56282"/>
                </a:lnTo>
                <a:lnTo>
                  <a:pt x="468055" y="56040"/>
                </a:lnTo>
                <a:lnTo>
                  <a:pt x="467971" y="55795"/>
                </a:lnTo>
                <a:lnTo>
                  <a:pt x="467894" y="55546"/>
                </a:lnTo>
                <a:lnTo>
                  <a:pt x="467825" y="55293"/>
                </a:lnTo>
                <a:lnTo>
                  <a:pt x="467763" y="55036"/>
                </a:lnTo>
                <a:lnTo>
                  <a:pt x="467708" y="54776"/>
                </a:lnTo>
                <a:lnTo>
                  <a:pt x="467660" y="54512"/>
                </a:lnTo>
                <a:lnTo>
                  <a:pt x="467620" y="54245"/>
                </a:lnTo>
                <a:lnTo>
                  <a:pt x="467587" y="53974"/>
                </a:lnTo>
                <a:lnTo>
                  <a:pt x="467562" y="53699"/>
                </a:lnTo>
                <a:lnTo>
                  <a:pt x="467543" y="53420"/>
                </a:lnTo>
                <a:lnTo>
                  <a:pt x="467532" y="53138"/>
                </a:lnTo>
                <a:lnTo>
                  <a:pt x="467529" y="52852"/>
                </a:lnTo>
                <a:lnTo>
                  <a:pt x="467537" y="52348"/>
                </a:lnTo>
                <a:lnTo>
                  <a:pt x="467561" y="51855"/>
                </a:lnTo>
                <a:lnTo>
                  <a:pt x="467602" y="51374"/>
                </a:lnTo>
                <a:lnTo>
                  <a:pt x="467660" y="50904"/>
                </a:lnTo>
                <a:lnTo>
                  <a:pt x="467733" y="50444"/>
                </a:lnTo>
                <a:lnTo>
                  <a:pt x="467823" y="49997"/>
                </a:lnTo>
                <a:lnTo>
                  <a:pt x="467930" y="49560"/>
                </a:lnTo>
                <a:lnTo>
                  <a:pt x="468053" y="49135"/>
                </a:lnTo>
                <a:lnTo>
                  <a:pt x="468192" y="48721"/>
                </a:lnTo>
                <a:lnTo>
                  <a:pt x="468348" y="48318"/>
                </a:lnTo>
                <a:lnTo>
                  <a:pt x="468520" y="47927"/>
                </a:lnTo>
                <a:lnTo>
                  <a:pt x="468708" y="47546"/>
                </a:lnTo>
                <a:lnTo>
                  <a:pt x="468913" y="47178"/>
                </a:lnTo>
                <a:lnTo>
                  <a:pt x="469134" y="46820"/>
                </a:lnTo>
                <a:lnTo>
                  <a:pt x="469371" y="46473"/>
                </a:lnTo>
                <a:lnTo>
                  <a:pt x="469625" y="46138"/>
                </a:lnTo>
                <a:lnTo>
                  <a:pt x="469895" y="45814"/>
                </a:lnTo>
                <a:lnTo>
                  <a:pt x="470182" y="45502"/>
                </a:lnTo>
                <a:lnTo>
                  <a:pt x="470485" y="45200"/>
                </a:lnTo>
                <a:lnTo>
                  <a:pt x="470805" y="44910"/>
                </a:lnTo>
                <a:lnTo>
                  <a:pt x="471140" y="44632"/>
                </a:lnTo>
                <a:lnTo>
                  <a:pt x="471492" y="44364"/>
                </a:lnTo>
                <a:lnTo>
                  <a:pt x="471861" y="44108"/>
                </a:lnTo>
                <a:lnTo>
                  <a:pt x="472246" y="43863"/>
                </a:lnTo>
                <a:lnTo>
                  <a:pt x="472644" y="43628"/>
                </a:lnTo>
                <a:lnTo>
                  <a:pt x="473052" y="43403"/>
                </a:lnTo>
                <a:lnTo>
                  <a:pt x="473470" y="43189"/>
                </a:lnTo>
                <a:lnTo>
                  <a:pt x="473898" y="42984"/>
                </a:lnTo>
                <a:lnTo>
                  <a:pt x="474336" y="42789"/>
                </a:lnTo>
                <a:lnTo>
                  <a:pt x="474784" y="42605"/>
                </a:lnTo>
                <a:lnTo>
                  <a:pt x="475241" y="42430"/>
                </a:lnTo>
                <a:lnTo>
                  <a:pt x="475709" y="42265"/>
                </a:lnTo>
                <a:lnTo>
                  <a:pt x="476187" y="42111"/>
                </a:lnTo>
                <a:lnTo>
                  <a:pt x="476674" y="41966"/>
                </a:lnTo>
                <a:lnTo>
                  <a:pt x="477172" y="41831"/>
                </a:lnTo>
                <a:lnTo>
                  <a:pt x="477679" y="41706"/>
                </a:lnTo>
                <a:lnTo>
                  <a:pt x="478197" y="41591"/>
                </a:lnTo>
                <a:lnTo>
                  <a:pt x="478724" y="41487"/>
                </a:lnTo>
                <a:lnTo>
                  <a:pt x="479261" y="41392"/>
                </a:lnTo>
                <a:lnTo>
                  <a:pt x="479809" y="41307"/>
                </a:lnTo>
                <a:lnTo>
                  <a:pt x="480366" y="41232"/>
                </a:lnTo>
                <a:lnTo>
                  <a:pt x="480933" y="41167"/>
                </a:lnTo>
                <a:lnTo>
                  <a:pt x="481510" y="41112"/>
                </a:lnTo>
                <a:lnTo>
                  <a:pt x="482097" y="41067"/>
                </a:lnTo>
                <a:lnTo>
                  <a:pt x="482694" y="41032"/>
                </a:lnTo>
                <a:lnTo>
                  <a:pt x="483301" y="41007"/>
                </a:lnTo>
                <a:lnTo>
                  <a:pt x="483918" y="40992"/>
                </a:lnTo>
                <a:lnTo>
                  <a:pt x="484545" y="40987"/>
                </a:lnTo>
                <a:lnTo>
                  <a:pt x="485172" y="40994"/>
                </a:lnTo>
                <a:lnTo>
                  <a:pt x="485792" y="41014"/>
                </a:lnTo>
                <a:lnTo>
                  <a:pt x="486402" y="41048"/>
                </a:lnTo>
                <a:lnTo>
                  <a:pt x="487005" y="41095"/>
                </a:lnTo>
                <a:lnTo>
                  <a:pt x="487599" y="41156"/>
                </a:lnTo>
                <a:lnTo>
                  <a:pt x="488185" y="41230"/>
                </a:lnTo>
                <a:lnTo>
                  <a:pt x="488763" y="41318"/>
                </a:lnTo>
                <a:lnTo>
                  <a:pt x="489332" y="41419"/>
                </a:lnTo>
                <a:lnTo>
                  <a:pt x="489893" y="41534"/>
                </a:lnTo>
                <a:lnTo>
                  <a:pt x="490446" y="41662"/>
                </a:lnTo>
                <a:lnTo>
                  <a:pt x="490990" y="41803"/>
                </a:lnTo>
                <a:lnTo>
                  <a:pt x="491526" y="41959"/>
                </a:lnTo>
                <a:lnTo>
                  <a:pt x="492053" y="42127"/>
                </a:lnTo>
                <a:lnTo>
                  <a:pt x="492573" y="42309"/>
                </a:lnTo>
                <a:lnTo>
                  <a:pt x="493084" y="42505"/>
                </a:lnTo>
                <a:lnTo>
                  <a:pt x="493586" y="42714"/>
                </a:lnTo>
                <a:lnTo>
                  <a:pt x="494080" y="42936"/>
                </a:lnTo>
                <a:lnTo>
                  <a:pt x="494566" y="43173"/>
                </a:lnTo>
                <a:lnTo>
                  <a:pt x="495044" y="43422"/>
                </a:lnTo>
                <a:lnTo>
                  <a:pt x="495513" y="43685"/>
                </a:lnTo>
                <a:lnTo>
                  <a:pt x="495974" y="43962"/>
                </a:lnTo>
                <a:lnTo>
                  <a:pt x="496427" y="44252"/>
                </a:lnTo>
                <a:lnTo>
                  <a:pt x="496871" y="44555"/>
                </a:lnTo>
                <a:lnTo>
                  <a:pt x="497307" y="44872"/>
                </a:lnTo>
                <a:lnTo>
                  <a:pt x="497729" y="45205"/>
                </a:lnTo>
                <a:lnTo>
                  <a:pt x="498134" y="45557"/>
                </a:lnTo>
                <a:lnTo>
                  <a:pt x="498521" y="45927"/>
                </a:lnTo>
                <a:lnTo>
                  <a:pt x="498890" y="46316"/>
                </a:lnTo>
                <a:lnTo>
                  <a:pt x="499240" y="46723"/>
                </a:lnTo>
                <a:lnTo>
                  <a:pt x="499573" y="47149"/>
                </a:lnTo>
                <a:lnTo>
                  <a:pt x="499888" y="47593"/>
                </a:lnTo>
                <a:lnTo>
                  <a:pt x="500185" y="48056"/>
                </a:lnTo>
                <a:lnTo>
                  <a:pt x="500464" y="48538"/>
                </a:lnTo>
                <a:lnTo>
                  <a:pt x="500724" y="49038"/>
                </a:lnTo>
                <a:lnTo>
                  <a:pt x="500967" y="49556"/>
                </a:lnTo>
                <a:lnTo>
                  <a:pt x="501192" y="50094"/>
                </a:lnTo>
                <a:lnTo>
                  <a:pt x="501399" y="50650"/>
                </a:lnTo>
                <a:lnTo>
                  <a:pt x="501588" y="51224"/>
                </a:lnTo>
                <a:lnTo>
                  <a:pt x="501759" y="51817"/>
                </a:lnTo>
                <a:lnTo>
                  <a:pt x="501912" y="52428"/>
                </a:lnTo>
                <a:lnTo>
                  <a:pt x="502047" y="53058"/>
                </a:lnTo>
                <a:lnTo>
                  <a:pt x="502163" y="53707"/>
                </a:lnTo>
                <a:lnTo>
                  <a:pt x="502262" y="54374"/>
                </a:lnTo>
                <a:lnTo>
                  <a:pt x="502343" y="55060"/>
                </a:lnTo>
                <a:lnTo>
                  <a:pt x="502406" y="55765"/>
                </a:lnTo>
                <a:lnTo>
                  <a:pt x="502451" y="56487"/>
                </a:lnTo>
                <a:lnTo>
                  <a:pt x="502478" y="57229"/>
                </a:lnTo>
                <a:lnTo>
                  <a:pt x="502487" y="57989"/>
                </a:lnTo>
                <a:lnTo>
                  <a:pt x="516134" y="57989"/>
                </a:lnTo>
                <a:lnTo>
                  <a:pt x="516129" y="57387"/>
                </a:lnTo>
                <a:lnTo>
                  <a:pt x="516116" y="56793"/>
                </a:lnTo>
                <a:lnTo>
                  <a:pt x="516095" y="56205"/>
                </a:lnTo>
                <a:lnTo>
                  <a:pt x="516065" y="55624"/>
                </a:lnTo>
                <a:lnTo>
                  <a:pt x="516026" y="55050"/>
                </a:lnTo>
                <a:lnTo>
                  <a:pt x="515978" y="54483"/>
                </a:lnTo>
                <a:lnTo>
                  <a:pt x="515922" y="53923"/>
                </a:lnTo>
                <a:lnTo>
                  <a:pt x="515858" y="53370"/>
                </a:lnTo>
                <a:lnTo>
                  <a:pt x="515784" y="52824"/>
                </a:lnTo>
                <a:lnTo>
                  <a:pt x="515702" y="52284"/>
                </a:lnTo>
                <a:lnTo>
                  <a:pt x="515612" y="51752"/>
                </a:lnTo>
                <a:lnTo>
                  <a:pt x="515512" y="51226"/>
                </a:lnTo>
                <a:lnTo>
                  <a:pt x="515405" y="50708"/>
                </a:lnTo>
                <a:lnTo>
                  <a:pt x="515288" y="50196"/>
                </a:lnTo>
                <a:lnTo>
                  <a:pt x="515163" y="49691"/>
                </a:lnTo>
                <a:lnTo>
                  <a:pt x="515029" y="49193"/>
                </a:lnTo>
                <a:lnTo>
                  <a:pt x="514887" y="48703"/>
                </a:lnTo>
                <a:lnTo>
                  <a:pt x="514736" y="48219"/>
                </a:lnTo>
                <a:lnTo>
                  <a:pt x="514576" y="47741"/>
                </a:lnTo>
                <a:lnTo>
                  <a:pt x="514408" y="47271"/>
                </a:lnTo>
                <a:lnTo>
                  <a:pt x="514231" y="46808"/>
                </a:lnTo>
                <a:lnTo>
                  <a:pt x="514046" y="46352"/>
                </a:lnTo>
                <a:lnTo>
                  <a:pt x="513852" y="45902"/>
                </a:lnTo>
                <a:lnTo>
                  <a:pt x="513649" y="45460"/>
                </a:lnTo>
                <a:lnTo>
                  <a:pt x="513438" y="45024"/>
                </a:lnTo>
                <a:lnTo>
                  <a:pt x="513221" y="44595"/>
                </a:lnTo>
                <a:lnTo>
                  <a:pt x="512998" y="44173"/>
                </a:lnTo>
                <a:lnTo>
                  <a:pt x="512768" y="43758"/>
                </a:lnTo>
                <a:lnTo>
                  <a:pt x="512531" y="43349"/>
                </a:lnTo>
                <a:lnTo>
                  <a:pt x="512288" y="42947"/>
                </a:lnTo>
                <a:lnTo>
                  <a:pt x="512038" y="42552"/>
                </a:lnTo>
                <a:lnTo>
                  <a:pt x="511781" y="42164"/>
                </a:lnTo>
                <a:lnTo>
                  <a:pt x="511518" y="41782"/>
                </a:lnTo>
                <a:lnTo>
                  <a:pt x="511249" y="41408"/>
                </a:lnTo>
                <a:lnTo>
                  <a:pt x="510973" y="41040"/>
                </a:lnTo>
                <a:lnTo>
                  <a:pt x="510690" y="40678"/>
                </a:lnTo>
                <a:lnTo>
                  <a:pt x="510401" y="40324"/>
                </a:lnTo>
                <a:lnTo>
                  <a:pt x="510105" y="39976"/>
                </a:lnTo>
                <a:lnTo>
                  <a:pt x="509802" y="39635"/>
                </a:lnTo>
                <a:lnTo>
                  <a:pt x="509493" y="39301"/>
                </a:lnTo>
                <a:lnTo>
                  <a:pt x="509177" y="38973"/>
                </a:lnTo>
                <a:lnTo>
                  <a:pt x="508855" y="38653"/>
                </a:lnTo>
                <a:lnTo>
                  <a:pt x="508526" y="38339"/>
                </a:lnTo>
                <a:lnTo>
                  <a:pt x="508191" y="38032"/>
                </a:lnTo>
                <a:lnTo>
                  <a:pt x="507849" y="37731"/>
                </a:lnTo>
                <a:lnTo>
                  <a:pt x="507500" y="37438"/>
                </a:lnTo>
                <a:lnTo>
                  <a:pt x="507145" y="37151"/>
                </a:lnTo>
                <a:lnTo>
                  <a:pt x="506783" y="36871"/>
                </a:lnTo>
                <a:lnTo>
                  <a:pt x="506416" y="36597"/>
                </a:lnTo>
                <a:lnTo>
                  <a:pt x="506044" y="36329"/>
                </a:lnTo>
                <a:lnTo>
                  <a:pt x="505668" y="36068"/>
                </a:lnTo>
                <a:lnTo>
                  <a:pt x="505287" y="35812"/>
                </a:lnTo>
                <a:lnTo>
                  <a:pt x="504902" y="35562"/>
                </a:lnTo>
                <a:lnTo>
                  <a:pt x="504512" y="35318"/>
                </a:lnTo>
                <a:lnTo>
                  <a:pt x="504117" y="35080"/>
                </a:lnTo>
                <a:lnTo>
                  <a:pt x="503718" y="34849"/>
                </a:lnTo>
                <a:lnTo>
                  <a:pt x="503314" y="34623"/>
                </a:lnTo>
                <a:lnTo>
                  <a:pt x="502906" y="34403"/>
                </a:lnTo>
                <a:lnTo>
                  <a:pt x="502494" y="34189"/>
                </a:lnTo>
                <a:lnTo>
                  <a:pt x="502077" y="33982"/>
                </a:lnTo>
                <a:lnTo>
                  <a:pt x="501655" y="33780"/>
                </a:lnTo>
                <a:lnTo>
                  <a:pt x="501229" y="33584"/>
                </a:lnTo>
                <a:lnTo>
                  <a:pt x="500798" y="33394"/>
                </a:lnTo>
                <a:lnTo>
                  <a:pt x="500363" y="33210"/>
                </a:lnTo>
                <a:lnTo>
                  <a:pt x="499923" y="33032"/>
                </a:lnTo>
                <a:lnTo>
                  <a:pt x="499478" y="32861"/>
                </a:lnTo>
                <a:lnTo>
                  <a:pt x="499029" y="32695"/>
                </a:lnTo>
                <a:lnTo>
                  <a:pt x="498576" y="32535"/>
                </a:lnTo>
                <a:lnTo>
                  <a:pt x="498118" y="32381"/>
                </a:lnTo>
                <a:lnTo>
                  <a:pt x="497656" y="32233"/>
                </a:lnTo>
                <a:lnTo>
                  <a:pt x="497189" y="32091"/>
                </a:lnTo>
                <a:lnTo>
                  <a:pt x="496717" y="31955"/>
                </a:lnTo>
                <a:lnTo>
                  <a:pt x="496242" y="31825"/>
                </a:lnTo>
                <a:lnTo>
                  <a:pt x="495764" y="31701"/>
                </a:lnTo>
                <a:lnTo>
                  <a:pt x="495283" y="31582"/>
                </a:lnTo>
                <a:lnTo>
                  <a:pt x="494799" y="31468"/>
                </a:lnTo>
                <a:lnTo>
                  <a:pt x="494313" y="31360"/>
                </a:lnTo>
                <a:lnTo>
                  <a:pt x="493824" y="31258"/>
                </a:lnTo>
                <a:lnTo>
                  <a:pt x="493332" y="31161"/>
                </a:lnTo>
                <a:lnTo>
                  <a:pt x="492837" y="31070"/>
                </a:lnTo>
                <a:lnTo>
                  <a:pt x="492340" y="30984"/>
                </a:lnTo>
                <a:lnTo>
                  <a:pt x="491840" y="30904"/>
                </a:lnTo>
                <a:lnTo>
                  <a:pt x="491337" y="30829"/>
                </a:lnTo>
                <a:lnTo>
                  <a:pt x="490831" y="30760"/>
                </a:lnTo>
                <a:lnTo>
                  <a:pt x="490322" y="30696"/>
                </a:lnTo>
                <a:lnTo>
                  <a:pt x="489811" y="30638"/>
                </a:lnTo>
                <a:lnTo>
                  <a:pt x="489297" y="30585"/>
                </a:lnTo>
                <a:lnTo>
                  <a:pt x="488780" y="30538"/>
                </a:lnTo>
                <a:lnTo>
                  <a:pt x="488260" y="30497"/>
                </a:lnTo>
                <a:lnTo>
                  <a:pt x="487738" y="30461"/>
                </a:lnTo>
                <a:lnTo>
                  <a:pt x="487213" y="30430"/>
                </a:lnTo>
                <a:lnTo>
                  <a:pt x="486685" y="30405"/>
                </a:lnTo>
                <a:lnTo>
                  <a:pt x="486154" y="30386"/>
                </a:lnTo>
                <a:lnTo>
                  <a:pt x="485620" y="30372"/>
                </a:lnTo>
                <a:lnTo>
                  <a:pt x="485084" y="30364"/>
                </a:lnTo>
                <a:lnTo>
                  <a:pt x="484545" y="30361"/>
                </a:lnTo>
                <a:lnTo>
                  <a:pt x="483999" y="30364"/>
                </a:lnTo>
                <a:lnTo>
                  <a:pt x="483456" y="30371"/>
                </a:lnTo>
                <a:lnTo>
                  <a:pt x="482917" y="30384"/>
                </a:lnTo>
                <a:lnTo>
                  <a:pt x="482381" y="30402"/>
                </a:lnTo>
                <a:lnTo>
                  <a:pt x="481849" y="30425"/>
                </a:lnTo>
                <a:lnTo>
                  <a:pt x="481320" y="30452"/>
                </a:lnTo>
                <a:lnTo>
                  <a:pt x="480794" y="30485"/>
                </a:lnTo>
                <a:lnTo>
                  <a:pt x="480272" y="30524"/>
                </a:lnTo>
                <a:lnTo>
                  <a:pt x="479753" y="30567"/>
                </a:lnTo>
                <a:lnTo>
                  <a:pt x="479237" y="30615"/>
                </a:lnTo>
                <a:lnTo>
                  <a:pt x="478725" y="30668"/>
                </a:lnTo>
                <a:lnTo>
                  <a:pt x="478216" y="30727"/>
                </a:lnTo>
                <a:lnTo>
                  <a:pt x="477711" y="30790"/>
                </a:lnTo>
                <a:lnTo>
                  <a:pt x="477209" y="30859"/>
                </a:lnTo>
                <a:lnTo>
                  <a:pt x="476710" y="30932"/>
                </a:lnTo>
                <a:lnTo>
                  <a:pt x="476214" y="31011"/>
                </a:lnTo>
                <a:lnTo>
                  <a:pt x="475722" y="31095"/>
                </a:lnTo>
                <a:lnTo>
                  <a:pt x="475234" y="31184"/>
                </a:lnTo>
                <a:lnTo>
                  <a:pt x="474748" y="31278"/>
                </a:lnTo>
                <a:lnTo>
                  <a:pt x="474266" y="31377"/>
                </a:lnTo>
                <a:lnTo>
                  <a:pt x="473788" y="31481"/>
                </a:lnTo>
                <a:lnTo>
                  <a:pt x="473313" y="31590"/>
                </a:lnTo>
                <a:lnTo>
                  <a:pt x="472841" y="31704"/>
                </a:lnTo>
                <a:lnTo>
                  <a:pt x="472372" y="31824"/>
                </a:lnTo>
                <a:lnTo>
                  <a:pt x="471908" y="31948"/>
                </a:lnTo>
                <a:lnTo>
                  <a:pt x="471449" y="32077"/>
                </a:lnTo>
                <a:lnTo>
                  <a:pt x="470994" y="32211"/>
                </a:lnTo>
                <a:lnTo>
                  <a:pt x="470545" y="32350"/>
                </a:lnTo>
                <a:lnTo>
                  <a:pt x="470100" y="32494"/>
                </a:lnTo>
                <a:lnTo>
                  <a:pt x="469661" y="32642"/>
                </a:lnTo>
                <a:lnTo>
                  <a:pt x="469226" y="32796"/>
                </a:lnTo>
                <a:lnTo>
                  <a:pt x="468797" y="32955"/>
                </a:lnTo>
                <a:lnTo>
                  <a:pt x="468372" y="33118"/>
                </a:lnTo>
                <a:lnTo>
                  <a:pt x="467953" y="33287"/>
                </a:lnTo>
                <a:lnTo>
                  <a:pt x="467538" y="33460"/>
                </a:lnTo>
                <a:lnTo>
                  <a:pt x="467129" y="33638"/>
                </a:lnTo>
                <a:lnTo>
                  <a:pt x="466724" y="33821"/>
                </a:lnTo>
                <a:lnTo>
                  <a:pt x="466324" y="34010"/>
                </a:lnTo>
                <a:lnTo>
                  <a:pt x="465929" y="34203"/>
                </a:lnTo>
                <a:lnTo>
                  <a:pt x="465540" y="34401"/>
                </a:lnTo>
                <a:lnTo>
                  <a:pt x="465155" y="34604"/>
                </a:lnTo>
                <a:lnTo>
                  <a:pt x="464775" y="34811"/>
                </a:lnTo>
                <a:lnTo>
                  <a:pt x="464400" y="35024"/>
                </a:lnTo>
                <a:lnTo>
                  <a:pt x="464030" y="35242"/>
                </a:lnTo>
                <a:lnTo>
                  <a:pt x="463666" y="35464"/>
                </a:lnTo>
                <a:lnTo>
                  <a:pt x="463306" y="35692"/>
                </a:lnTo>
                <a:lnTo>
                  <a:pt x="462951" y="35924"/>
                </a:lnTo>
                <a:lnTo>
                  <a:pt x="462601" y="36162"/>
                </a:lnTo>
                <a:lnTo>
                  <a:pt x="462256" y="36404"/>
                </a:lnTo>
                <a:lnTo>
                  <a:pt x="461919" y="36651"/>
                </a:lnTo>
                <a:lnTo>
                  <a:pt x="461587" y="36903"/>
                </a:lnTo>
                <a:lnTo>
                  <a:pt x="461262" y="37160"/>
                </a:lnTo>
                <a:lnTo>
                  <a:pt x="460944" y="37422"/>
                </a:lnTo>
                <a:lnTo>
                  <a:pt x="460632" y="37689"/>
                </a:lnTo>
                <a:lnTo>
                  <a:pt x="460326" y="37961"/>
                </a:lnTo>
                <a:lnTo>
                  <a:pt x="460027" y="38238"/>
                </a:lnTo>
                <a:lnTo>
                  <a:pt x="459734" y="38520"/>
                </a:lnTo>
                <a:lnTo>
                  <a:pt x="459448" y="38806"/>
                </a:lnTo>
                <a:lnTo>
                  <a:pt x="459168" y="39098"/>
                </a:lnTo>
                <a:lnTo>
                  <a:pt x="458894" y="39394"/>
                </a:lnTo>
                <a:lnTo>
                  <a:pt x="458627" y="39696"/>
                </a:lnTo>
                <a:lnTo>
                  <a:pt x="458367" y="40002"/>
                </a:lnTo>
                <a:lnTo>
                  <a:pt x="458112" y="40313"/>
                </a:lnTo>
                <a:lnTo>
                  <a:pt x="457865" y="40629"/>
                </a:lnTo>
                <a:lnTo>
                  <a:pt x="457623" y="40950"/>
                </a:lnTo>
                <a:lnTo>
                  <a:pt x="457389" y="41276"/>
                </a:lnTo>
                <a:lnTo>
                  <a:pt x="457160" y="41607"/>
                </a:lnTo>
                <a:lnTo>
                  <a:pt x="456938" y="41943"/>
                </a:lnTo>
                <a:lnTo>
                  <a:pt x="456723" y="42284"/>
                </a:lnTo>
                <a:lnTo>
                  <a:pt x="456513" y="42629"/>
                </a:lnTo>
                <a:lnTo>
                  <a:pt x="456311" y="42980"/>
                </a:lnTo>
                <a:lnTo>
                  <a:pt x="456114" y="43336"/>
                </a:lnTo>
                <a:lnTo>
                  <a:pt x="455925" y="43696"/>
                </a:lnTo>
                <a:lnTo>
                  <a:pt x="455744" y="44061"/>
                </a:lnTo>
                <a:lnTo>
                  <a:pt x="455571" y="44430"/>
                </a:lnTo>
                <a:lnTo>
                  <a:pt x="455407" y="44805"/>
                </a:lnTo>
                <a:lnTo>
                  <a:pt x="455250" y="45184"/>
                </a:lnTo>
                <a:lnTo>
                  <a:pt x="455101" y="45568"/>
                </a:lnTo>
                <a:lnTo>
                  <a:pt x="454960" y="45957"/>
                </a:lnTo>
                <a:lnTo>
                  <a:pt x="454827" y="46350"/>
                </a:lnTo>
                <a:lnTo>
                  <a:pt x="454703" y="46749"/>
                </a:lnTo>
                <a:lnTo>
                  <a:pt x="454586" y="47152"/>
                </a:lnTo>
                <a:lnTo>
                  <a:pt x="454478" y="47560"/>
                </a:lnTo>
                <a:lnTo>
                  <a:pt x="454377" y="47972"/>
                </a:lnTo>
                <a:lnTo>
                  <a:pt x="454285" y="48389"/>
                </a:lnTo>
                <a:lnTo>
                  <a:pt x="454200" y="48812"/>
                </a:lnTo>
                <a:lnTo>
                  <a:pt x="454124" y="49239"/>
                </a:lnTo>
                <a:lnTo>
                  <a:pt x="454055" y="49670"/>
                </a:lnTo>
                <a:lnTo>
                  <a:pt x="453995" y="50107"/>
                </a:lnTo>
                <a:lnTo>
                  <a:pt x="453943" y="50548"/>
                </a:lnTo>
                <a:lnTo>
                  <a:pt x="453898" y="50994"/>
                </a:lnTo>
                <a:lnTo>
                  <a:pt x="453862" y="51445"/>
                </a:lnTo>
                <a:lnTo>
                  <a:pt x="453834" y="51900"/>
                </a:lnTo>
                <a:lnTo>
                  <a:pt x="453814" y="52360"/>
                </a:lnTo>
                <a:lnTo>
                  <a:pt x="453802" y="52825"/>
                </a:lnTo>
                <a:lnTo>
                  <a:pt x="453798" y="53295"/>
                </a:lnTo>
                <a:lnTo>
                  <a:pt x="453804" y="53903"/>
                </a:lnTo>
                <a:lnTo>
                  <a:pt x="453821" y="54503"/>
                </a:lnTo>
                <a:lnTo>
                  <a:pt x="453849" y="55093"/>
                </a:lnTo>
                <a:lnTo>
                  <a:pt x="453889" y="55675"/>
                </a:lnTo>
                <a:lnTo>
                  <a:pt x="453940" y="56248"/>
                </a:lnTo>
                <a:lnTo>
                  <a:pt x="454003" y="56813"/>
                </a:lnTo>
                <a:lnTo>
                  <a:pt x="454077" y="57368"/>
                </a:lnTo>
                <a:lnTo>
                  <a:pt x="454163" y="57915"/>
                </a:lnTo>
                <a:lnTo>
                  <a:pt x="454260" y="58453"/>
                </a:lnTo>
                <a:lnTo>
                  <a:pt x="454368" y="58982"/>
                </a:lnTo>
                <a:lnTo>
                  <a:pt x="454488" y="59503"/>
                </a:lnTo>
                <a:lnTo>
                  <a:pt x="454619" y="60014"/>
                </a:lnTo>
                <a:lnTo>
                  <a:pt x="454762" y="60517"/>
                </a:lnTo>
                <a:lnTo>
                  <a:pt x="454916" y="61012"/>
                </a:lnTo>
                <a:lnTo>
                  <a:pt x="455081" y="61497"/>
                </a:lnTo>
                <a:lnTo>
                  <a:pt x="455258" y="61974"/>
                </a:lnTo>
                <a:lnTo>
                  <a:pt x="455446" y="62441"/>
                </a:lnTo>
                <a:lnTo>
                  <a:pt x="455646" y="62901"/>
                </a:lnTo>
                <a:lnTo>
                  <a:pt x="455857" y="63351"/>
                </a:lnTo>
                <a:lnTo>
                  <a:pt x="456079" y="63793"/>
                </a:lnTo>
                <a:lnTo>
                  <a:pt x="456313" y="64225"/>
                </a:lnTo>
                <a:lnTo>
                  <a:pt x="456558" y="64649"/>
                </a:lnTo>
                <a:lnTo>
                  <a:pt x="456815" y="65065"/>
                </a:lnTo>
                <a:lnTo>
                  <a:pt x="457083" y="65471"/>
                </a:lnTo>
                <a:lnTo>
                  <a:pt x="457362" y="65870"/>
                </a:lnTo>
                <a:lnTo>
                  <a:pt x="457653" y="66264"/>
                </a:lnTo>
                <a:lnTo>
                  <a:pt x="457954" y="66651"/>
                </a:lnTo>
                <a:lnTo>
                  <a:pt x="458267" y="67033"/>
                </a:lnTo>
                <a:lnTo>
                  <a:pt x="458591" y="67409"/>
                </a:lnTo>
                <a:lnTo>
                  <a:pt x="458926" y="67779"/>
                </a:lnTo>
                <a:lnTo>
                  <a:pt x="459272" y="68143"/>
                </a:lnTo>
                <a:lnTo>
                  <a:pt x="459629" y="68501"/>
                </a:lnTo>
                <a:lnTo>
                  <a:pt x="459997" y="68854"/>
                </a:lnTo>
                <a:lnTo>
                  <a:pt x="460377" y="69201"/>
                </a:lnTo>
                <a:lnTo>
                  <a:pt x="460767" y="69541"/>
                </a:lnTo>
                <a:lnTo>
                  <a:pt x="461169" y="69876"/>
                </a:lnTo>
                <a:lnTo>
                  <a:pt x="461581" y="70206"/>
                </a:lnTo>
                <a:lnTo>
                  <a:pt x="462005" y="70529"/>
                </a:lnTo>
                <a:lnTo>
                  <a:pt x="462440" y="70846"/>
                </a:lnTo>
                <a:lnTo>
                  <a:pt x="462886" y="71158"/>
                </a:lnTo>
                <a:lnTo>
                  <a:pt x="463343" y="71464"/>
                </a:lnTo>
                <a:lnTo>
                  <a:pt x="463812" y="71764"/>
                </a:lnTo>
                <a:lnTo>
                  <a:pt x="464291" y="72058"/>
                </a:lnTo>
                <a:lnTo>
                  <a:pt x="464782" y="72346"/>
                </a:lnTo>
                <a:lnTo>
                  <a:pt x="465283" y="72629"/>
                </a:lnTo>
                <a:lnTo>
                  <a:pt x="465796" y="72905"/>
                </a:lnTo>
                <a:lnTo>
                  <a:pt x="466320" y="73176"/>
                </a:lnTo>
                <a:lnTo>
                  <a:pt x="466855" y="73441"/>
                </a:lnTo>
                <a:lnTo>
                  <a:pt x="467401" y="73702"/>
                </a:lnTo>
                <a:lnTo>
                  <a:pt x="467957" y="73960"/>
                </a:lnTo>
                <a:lnTo>
                  <a:pt x="468525" y="74215"/>
                </a:lnTo>
                <a:lnTo>
                  <a:pt x="469103" y="74468"/>
                </a:lnTo>
                <a:lnTo>
                  <a:pt x="469693" y="74718"/>
                </a:lnTo>
                <a:lnTo>
                  <a:pt x="470293" y="74966"/>
                </a:lnTo>
                <a:lnTo>
                  <a:pt x="470904" y="75211"/>
                </a:lnTo>
                <a:lnTo>
                  <a:pt x="471525" y="75453"/>
                </a:lnTo>
                <a:lnTo>
                  <a:pt x="472158" y="75693"/>
                </a:lnTo>
                <a:lnTo>
                  <a:pt x="472801" y="75930"/>
                </a:lnTo>
                <a:lnTo>
                  <a:pt x="473455" y="76165"/>
                </a:lnTo>
                <a:lnTo>
                  <a:pt x="474120" y="76397"/>
                </a:lnTo>
                <a:lnTo>
                  <a:pt x="474796" y="76626"/>
                </a:lnTo>
                <a:lnTo>
                  <a:pt x="475483" y="76853"/>
                </a:lnTo>
                <a:lnTo>
                  <a:pt x="476180" y="77077"/>
                </a:lnTo>
                <a:lnTo>
                  <a:pt x="476888" y="77298"/>
                </a:lnTo>
                <a:lnTo>
                  <a:pt x="477607" y="77517"/>
                </a:lnTo>
                <a:lnTo>
                  <a:pt x="478337" y="77733"/>
                </a:lnTo>
                <a:lnTo>
                  <a:pt x="479078" y="77947"/>
                </a:lnTo>
                <a:lnTo>
                  <a:pt x="479830" y="78158"/>
                </a:lnTo>
                <a:lnTo>
                  <a:pt x="480592" y="78366"/>
                </a:lnTo>
                <a:lnTo>
                  <a:pt x="481365" y="78572"/>
                </a:lnTo>
                <a:lnTo>
                  <a:pt x="482149" y="78775"/>
                </a:lnTo>
                <a:lnTo>
                  <a:pt x="482944" y="78976"/>
                </a:lnTo>
                <a:lnTo>
                  <a:pt x="483921" y="79234"/>
                </a:lnTo>
                <a:lnTo>
                  <a:pt x="484874" y="79491"/>
                </a:lnTo>
                <a:lnTo>
                  <a:pt x="485801" y="79749"/>
                </a:lnTo>
                <a:lnTo>
                  <a:pt x="486703" y="80006"/>
                </a:lnTo>
                <a:lnTo>
                  <a:pt x="487580" y="80263"/>
                </a:lnTo>
                <a:lnTo>
                  <a:pt x="488433" y="80520"/>
                </a:lnTo>
                <a:lnTo>
                  <a:pt x="489260" y="80776"/>
                </a:lnTo>
                <a:lnTo>
                  <a:pt x="490062" y="81032"/>
                </a:lnTo>
                <a:lnTo>
                  <a:pt x="490839" y="81288"/>
                </a:lnTo>
                <a:lnTo>
                  <a:pt x="491592" y="81543"/>
                </a:lnTo>
                <a:lnTo>
                  <a:pt x="492319" y="81798"/>
                </a:lnTo>
                <a:lnTo>
                  <a:pt x="493021" y="82053"/>
                </a:lnTo>
                <a:lnTo>
                  <a:pt x="493698" y="82308"/>
                </a:lnTo>
                <a:lnTo>
                  <a:pt x="494350" y="82562"/>
                </a:lnTo>
                <a:lnTo>
                  <a:pt x="494978" y="82816"/>
                </a:lnTo>
                <a:lnTo>
                  <a:pt x="495580" y="83069"/>
                </a:lnTo>
                <a:lnTo>
                  <a:pt x="496157" y="83323"/>
                </a:lnTo>
                <a:lnTo>
                  <a:pt x="496709" y="83576"/>
                </a:lnTo>
                <a:lnTo>
                  <a:pt x="497236" y="83828"/>
                </a:lnTo>
                <a:lnTo>
                  <a:pt x="497738" y="84081"/>
                </a:lnTo>
                <a:lnTo>
                  <a:pt x="498215" y="84333"/>
                </a:lnTo>
                <a:lnTo>
                  <a:pt x="498668" y="84585"/>
                </a:lnTo>
                <a:lnTo>
                  <a:pt x="499095" y="84836"/>
                </a:lnTo>
                <a:lnTo>
                  <a:pt x="499497" y="85087"/>
                </a:lnTo>
                <a:lnTo>
                  <a:pt x="499878" y="85344"/>
                </a:lnTo>
                <a:lnTo>
                  <a:pt x="500244" y="85612"/>
                </a:lnTo>
                <a:lnTo>
                  <a:pt x="500593" y="85892"/>
                </a:lnTo>
                <a:lnTo>
                  <a:pt x="500925" y="86184"/>
                </a:lnTo>
                <a:lnTo>
                  <a:pt x="501242" y="86487"/>
                </a:lnTo>
                <a:lnTo>
                  <a:pt x="501542" y="86802"/>
                </a:lnTo>
                <a:lnTo>
                  <a:pt x="501826" y="87129"/>
                </a:lnTo>
                <a:lnTo>
                  <a:pt x="502094" y="87468"/>
                </a:lnTo>
                <a:lnTo>
                  <a:pt x="502346" y="87818"/>
                </a:lnTo>
                <a:lnTo>
                  <a:pt x="502581" y="88180"/>
                </a:lnTo>
                <a:lnTo>
                  <a:pt x="502800" y="88553"/>
                </a:lnTo>
                <a:lnTo>
                  <a:pt x="503003" y="88938"/>
                </a:lnTo>
                <a:lnTo>
                  <a:pt x="503190" y="89335"/>
                </a:lnTo>
                <a:lnTo>
                  <a:pt x="503360" y="89744"/>
                </a:lnTo>
                <a:lnTo>
                  <a:pt x="503515" y="90164"/>
                </a:lnTo>
                <a:lnTo>
                  <a:pt x="503653" y="90596"/>
                </a:lnTo>
                <a:lnTo>
                  <a:pt x="503774" y="91040"/>
                </a:lnTo>
                <a:lnTo>
                  <a:pt x="503880" y="91495"/>
                </a:lnTo>
                <a:lnTo>
                  <a:pt x="503969" y="91962"/>
                </a:lnTo>
                <a:lnTo>
                  <a:pt x="504042" y="92441"/>
                </a:lnTo>
                <a:lnTo>
                  <a:pt x="504099" y="92931"/>
                </a:lnTo>
                <a:lnTo>
                  <a:pt x="504140" y="93433"/>
                </a:lnTo>
                <a:lnTo>
                  <a:pt x="504164" y="93947"/>
                </a:lnTo>
                <a:lnTo>
                  <a:pt x="504172" y="94472"/>
                </a:lnTo>
                <a:lnTo>
                  <a:pt x="504163" y="95086"/>
                </a:lnTo>
                <a:lnTo>
                  <a:pt x="504136" y="95685"/>
                </a:lnTo>
                <a:lnTo>
                  <a:pt x="504091" y="96270"/>
                </a:lnTo>
                <a:lnTo>
                  <a:pt x="504028" y="96840"/>
                </a:lnTo>
                <a:lnTo>
                  <a:pt x="503947" y="97396"/>
                </a:lnTo>
                <a:lnTo>
                  <a:pt x="503848" y="97937"/>
                </a:lnTo>
                <a:lnTo>
                  <a:pt x="503731" y="98464"/>
                </a:lnTo>
                <a:lnTo>
                  <a:pt x="503596" y="98976"/>
                </a:lnTo>
                <a:lnTo>
                  <a:pt x="503443" y="99473"/>
                </a:lnTo>
                <a:lnTo>
                  <a:pt x="503273" y="99956"/>
                </a:lnTo>
                <a:lnTo>
                  <a:pt x="503084" y="100425"/>
                </a:lnTo>
                <a:lnTo>
                  <a:pt x="502877" y="100879"/>
                </a:lnTo>
                <a:lnTo>
                  <a:pt x="502652" y="101318"/>
                </a:lnTo>
                <a:lnTo>
                  <a:pt x="502409" y="101743"/>
                </a:lnTo>
                <a:lnTo>
                  <a:pt x="502148" y="102153"/>
                </a:lnTo>
                <a:lnTo>
                  <a:pt x="501870" y="102549"/>
                </a:lnTo>
                <a:lnTo>
                  <a:pt x="501573" y="102930"/>
                </a:lnTo>
                <a:lnTo>
                  <a:pt x="501258" y="103296"/>
                </a:lnTo>
                <a:lnTo>
                  <a:pt x="500925" y="103649"/>
                </a:lnTo>
                <a:lnTo>
                  <a:pt x="500574" y="103986"/>
                </a:lnTo>
                <a:lnTo>
                  <a:pt x="500206" y="104309"/>
                </a:lnTo>
                <a:lnTo>
                  <a:pt x="499819" y="104618"/>
                </a:lnTo>
                <a:lnTo>
                  <a:pt x="499414" y="104912"/>
                </a:lnTo>
                <a:lnTo>
                  <a:pt x="498991" y="105191"/>
                </a:lnTo>
                <a:lnTo>
                  <a:pt x="498555" y="105457"/>
                </a:lnTo>
                <a:lnTo>
                  <a:pt x="498108" y="105712"/>
                </a:lnTo>
                <a:lnTo>
                  <a:pt x="497652" y="105956"/>
                </a:lnTo>
                <a:lnTo>
                  <a:pt x="497186" y="106189"/>
                </a:lnTo>
                <a:lnTo>
                  <a:pt x="496710" y="106410"/>
                </a:lnTo>
                <a:lnTo>
                  <a:pt x="496225" y="106620"/>
                </a:lnTo>
                <a:lnTo>
                  <a:pt x="495729" y="106818"/>
                </a:lnTo>
                <a:lnTo>
                  <a:pt x="495224" y="107005"/>
                </a:lnTo>
                <a:lnTo>
                  <a:pt x="494709" y="107181"/>
                </a:lnTo>
                <a:lnTo>
                  <a:pt x="494184" y="107345"/>
                </a:lnTo>
                <a:lnTo>
                  <a:pt x="493650" y="107498"/>
                </a:lnTo>
                <a:lnTo>
                  <a:pt x="493105" y="107640"/>
                </a:lnTo>
                <a:lnTo>
                  <a:pt x="492551" y="107770"/>
                </a:lnTo>
                <a:lnTo>
                  <a:pt x="491987" y="107889"/>
                </a:lnTo>
                <a:lnTo>
                  <a:pt x="491413" y="107997"/>
                </a:lnTo>
                <a:lnTo>
                  <a:pt x="490830" y="108093"/>
                </a:lnTo>
                <a:lnTo>
                  <a:pt x="490236" y="108179"/>
                </a:lnTo>
                <a:lnTo>
                  <a:pt x="489633" y="108252"/>
                </a:lnTo>
                <a:lnTo>
                  <a:pt x="489020" y="108315"/>
                </a:lnTo>
                <a:lnTo>
                  <a:pt x="488397" y="108366"/>
                </a:lnTo>
                <a:lnTo>
                  <a:pt x="487765" y="108405"/>
                </a:lnTo>
                <a:lnTo>
                  <a:pt x="487122" y="108434"/>
                </a:lnTo>
                <a:lnTo>
                  <a:pt x="486470" y="108451"/>
                </a:lnTo>
                <a:lnTo>
                  <a:pt x="485808" y="108456"/>
                </a:lnTo>
                <a:lnTo>
                  <a:pt x="485069" y="108449"/>
                </a:lnTo>
                <a:lnTo>
                  <a:pt x="484340" y="108428"/>
                </a:lnTo>
                <a:lnTo>
                  <a:pt x="483622" y="108392"/>
                </a:lnTo>
                <a:lnTo>
                  <a:pt x="482914" y="108342"/>
                </a:lnTo>
                <a:lnTo>
                  <a:pt x="482216" y="108278"/>
                </a:lnTo>
                <a:lnTo>
                  <a:pt x="481528" y="108200"/>
                </a:lnTo>
                <a:lnTo>
                  <a:pt x="480850" y="108107"/>
                </a:lnTo>
                <a:lnTo>
                  <a:pt x="480183" y="108001"/>
                </a:lnTo>
                <a:lnTo>
                  <a:pt x="479526" y="107880"/>
                </a:lnTo>
                <a:lnTo>
                  <a:pt x="478879" y="107744"/>
                </a:lnTo>
                <a:lnTo>
                  <a:pt x="478242" y="107595"/>
                </a:lnTo>
                <a:lnTo>
                  <a:pt x="477616" y="107431"/>
                </a:lnTo>
                <a:lnTo>
                  <a:pt x="477000" y="107253"/>
                </a:lnTo>
                <a:lnTo>
                  <a:pt x="476394" y="107061"/>
                </a:lnTo>
                <a:lnTo>
                  <a:pt x="475798" y="106854"/>
                </a:lnTo>
                <a:lnTo>
                  <a:pt x="475213" y="106634"/>
                </a:lnTo>
                <a:lnTo>
                  <a:pt x="474638" y="106399"/>
                </a:lnTo>
                <a:lnTo>
                  <a:pt x="474073" y="106150"/>
                </a:lnTo>
                <a:lnTo>
                  <a:pt x="473518" y="105886"/>
                </a:lnTo>
                <a:lnTo>
                  <a:pt x="472974" y="105608"/>
                </a:lnTo>
                <a:lnTo>
                  <a:pt x="472439" y="105317"/>
                </a:lnTo>
                <a:lnTo>
                  <a:pt x="471915" y="105010"/>
                </a:lnTo>
                <a:lnTo>
                  <a:pt x="471402" y="104690"/>
                </a:lnTo>
                <a:lnTo>
                  <a:pt x="470898" y="104355"/>
                </a:lnTo>
                <a:lnTo>
                  <a:pt x="470410" y="104003"/>
                </a:lnTo>
                <a:lnTo>
                  <a:pt x="469943" y="103629"/>
                </a:lnTo>
                <a:lnTo>
                  <a:pt x="469496" y="103234"/>
                </a:lnTo>
                <a:lnTo>
                  <a:pt x="469071" y="102818"/>
                </a:lnTo>
                <a:lnTo>
                  <a:pt x="468666" y="102381"/>
                </a:lnTo>
                <a:lnTo>
                  <a:pt x="468282" y="101922"/>
                </a:lnTo>
                <a:lnTo>
                  <a:pt x="467918" y="101443"/>
                </a:lnTo>
                <a:lnTo>
                  <a:pt x="467575" y="100942"/>
                </a:lnTo>
                <a:lnTo>
                  <a:pt x="467254" y="100419"/>
                </a:lnTo>
                <a:lnTo>
                  <a:pt x="466952" y="99876"/>
                </a:lnTo>
                <a:lnTo>
                  <a:pt x="466672" y="99312"/>
                </a:lnTo>
                <a:lnTo>
                  <a:pt x="466412" y="98726"/>
                </a:lnTo>
                <a:lnTo>
                  <a:pt x="466174" y="98119"/>
                </a:lnTo>
                <a:lnTo>
                  <a:pt x="465956" y="97491"/>
                </a:lnTo>
                <a:lnTo>
                  <a:pt x="465758" y="96842"/>
                </a:lnTo>
                <a:lnTo>
                  <a:pt x="465582" y="96171"/>
                </a:lnTo>
                <a:lnTo>
                  <a:pt x="465426" y="95480"/>
                </a:lnTo>
                <a:lnTo>
                  <a:pt x="465291" y="94767"/>
                </a:lnTo>
                <a:lnTo>
                  <a:pt x="465177" y="94033"/>
                </a:lnTo>
                <a:lnTo>
                  <a:pt x="465083" y="93278"/>
                </a:lnTo>
                <a:lnTo>
                  <a:pt x="465011" y="92501"/>
                </a:lnTo>
                <a:lnTo>
                  <a:pt x="464959" y="91703"/>
                </a:lnTo>
                <a:lnTo>
                  <a:pt x="464928" y="90885"/>
                </a:lnTo>
                <a:lnTo>
                  <a:pt x="464917" y="90045"/>
                </a:lnTo>
                <a:lnTo>
                  <a:pt x="451355" y="90045"/>
                </a:lnTo>
                <a:lnTo>
                  <a:pt x="451360" y="90697"/>
                </a:lnTo>
                <a:lnTo>
                  <a:pt x="451373" y="91342"/>
                </a:lnTo>
                <a:lnTo>
                  <a:pt x="451396" y="91978"/>
                </a:lnTo>
                <a:lnTo>
                  <a:pt x="451429" y="92606"/>
                </a:lnTo>
                <a:lnTo>
                  <a:pt x="451470" y="93225"/>
                </a:lnTo>
                <a:lnTo>
                  <a:pt x="451521" y="93836"/>
                </a:lnTo>
                <a:lnTo>
                  <a:pt x="451581" y="94439"/>
                </a:lnTo>
                <a:lnTo>
                  <a:pt x="451650" y="95034"/>
                </a:lnTo>
                <a:lnTo>
                  <a:pt x="451728" y="95620"/>
                </a:lnTo>
                <a:lnTo>
                  <a:pt x="451816" y="96198"/>
                </a:lnTo>
                <a:lnTo>
                  <a:pt x="451912" y="96768"/>
                </a:lnTo>
                <a:lnTo>
                  <a:pt x="452018" y="97329"/>
                </a:lnTo>
                <a:lnTo>
                  <a:pt x="452134" y="97882"/>
                </a:lnTo>
                <a:lnTo>
                  <a:pt x="452258" y="98427"/>
                </a:lnTo>
                <a:lnTo>
                  <a:pt x="452392" y="98963"/>
                </a:lnTo>
                <a:lnTo>
                  <a:pt x="452534" y="99491"/>
                </a:lnTo>
                <a:lnTo>
                  <a:pt x="452686" y="100011"/>
                </a:lnTo>
                <a:lnTo>
                  <a:pt x="452848" y="100523"/>
                </a:lnTo>
                <a:lnTo>
                  <a:pt x="453018" y="101026"/>
                </a:lnTo>
                <a:lnTo>
                  <a:pt x="453198" y="101521"/>
                </a:lnTo>
                <a:lnTo>
                  <a:pt x="453387" y="102007"/>
                </a:lnTo>
                <a:lnTo>
                  <a:pt x="453585" y="102486"/>
                </a:lnTo>
                <a:lnTo>
                  <a:pt x="453792" y="102956"/>
                </a:lnTo>
                <a:lnTo>
                  <a:pt x="454008" y="103417"/>
                </a:lnTo>
                <a:lnTo>
                  <a:pt x="454233" y="103871"/>
                </a:lnTo>
                <a:lnTo>
                  <a:pt x="454465" y="104318"/>
                </a:lnTo>
                <a:lnTo>
                  <a:pt x="454704" y="104758"/>
                </a:lnTo>
                <a:lnTo>
                  <a:pt x="454950" y="105191"/>
                </a:lnTo>
                <a:lnTo>
                  <a:pt x="455204" y="105616"/>
                </a:lnTo>
                <a:lnTo>
                  <a:pt x="455464" y="106035"/>
                </a:lnTo>
                <a:lnTo>
                  <a:pt x="455732" y="106446"/>
                </a:lnTo>
                <a:lnTo>
                  <a:pt x="456007" y="106851"/>
                </a:lnTo>
                <a:lnTo>
                  <a:pt x="456289" y="107248"/>
                </a:lnTo>
                <a:lnTo>
                  <a:pt x="456578" y="107639"/>
                </a:lnTo>
                <a:lnTo>
                  <a:pt x="456874" y="108022"/>
                </a:lnTo>
                <a:lnTo>
                  <a:pt x="457178" y="108398"/>
                </a:lnTo>
                <a:lnTo>
                  <a:pt x="457489" y="108767"/>
                </a:lnTo>
                <a:lnTo>
                  <a:pt x="457806" y="109130"/>
                </a:lnTo>
                <a:lnTo>
                  <a:pt x="458132" y="109485"/>
                </a:lnTo>
                <a:lnTo>
                  <a:pt x="458464" y="109833"/>
                </a:lnTo>
                <a:lnTo>
                  <a:pt x="458803" y="110174"/>
                </a:lnTo>
                <a:lnTo>
                  <a:pt x="459150" y="110507"/>
                </a:lnTo>
                <a:lnTo>
                  <a:pt x="459503" y="110834"/>
                </a:lnTo>
                <a:lnTo>
                  <a:pt x="459864" y="111154"/>
                </a:lnTo>
                <a:lnTo>
                  <a:pt x="460232" y="111467"/>
                </a:lnTo>
                <a:lnTo>
                  <a:pt x="460607" y="111772"/>
                </a:lnTo>
                <a:lnTo>
                  <a:pt x="460990" y="112071"/>
                </a:lnTo>
                <a:lnTo>
                  <a:pt x="461379" y="112362"/>
                </a:lnTo>
                <a:lnTo>
                  <a:pt x="461775" y="112647"/>
                </a:lnTo>
                <a:lnTo>
                  <a:pt x="462176" y="112924"/>
                </a:lnTo>
                <a:lnTo>
                  <a:pt x="462582" y="113196"/>
                </a:lnTo>
                <a:lnTo>
                  <a:pt x="462993" y="113460"/>
                </a:lnTo>
                <a:lnTo>
                  <a:pt x="463409" y="113718"/>
                </a:lnTo>
                <a:lnTo>
                  <a:pt x="463830" y="113969"/>
                </a:lnTo>
                <a:lnTo>
                  <a:pt x="464256" y="114214"/>
                </a:lnTo>
                <a:lnTo>
                  <a:pt x="464688" y="114452"/>
                </a:lnTo>
                <a:lnTo>
                  <a:pt x="465125" y="114684"/>
                </a:lnTo>
                <a:lnTo>
                  <a:pt x="465566" y="114909"/>
                </a:lnTo>
                <a:lnTo>
                  <a:pt x="466013" y="115127"/>
                </a:lnTo>
                <a:lnTo>
                  <a:pt x="466465" y="115339"/>
                </a:lnTo>
                <a:lnTo>
                  <a:pt x="466922" y="115544"/>
                </a:lnTo>
                <a:lnTo>
                  <a:pt x="467384" y="115743"/>
                </a:lnTo>
                <a:lnTo>
                  <a:pt x="467852" y="115934"/>
                </a:lnTo>
                <a:lnTo>
                  <a:pt x="468324" y="116120"/>
                </a:lnTo>
                <a:lnTo>
                  <a:pt x="468802" y="116298"/>
                </a:lnTo>
                <a:lnTo>
                  <a:pt x="469284" y="116471"/>
                </a:lnTo>
                <a:lnTo>
                  <a:pt x="469772" y="116636"/>
                </a:lnTo>
                <a:lnTo>
                  <a:pt x="470265" y="116795"/>
                </a:lnTo>
                <a:lnTo>
                  <a:pt x="470763" y="116947"/>
                </a:lnTo>
                <a:lnTo>
                  <a:pt x="471266" y="117093"/>
                </a:lnTo>
                <a:lnTo>
                  <a:pt x="471775" y="117232"/>
                </a:lnTo>
                <a:lnTo>
                  <a:pt x="472288" y="117364"/>
                </a:lnTo>
                <a:lnTo>
                  <a:pt x="472805" y="117491"/>
                </a:lnTo>
                <a:lnTo>
                  <a:pt x="473326" y="117612"/>
                </a:lnTo>
                <a:lnTo>
                  <a:pt x="473848" y="117728"/>
                </a:lnTo>
                <a:lnTo>
                  <a:pt x="474374" y="117838"/>
                </a:lnTo>
                <a:lnTo>
                  <a:pt x="474903" y="117943"/>
                </a:lnTo>
                <a:lnTo>
                  <a:pt x="475434" y="118042"/>
                </a:lnTo>
                <a:lnTo>
                  <a:pt x="475968" y="118136"/>
                </a:lnTo>
                <a:lnTo>
                  <a:pt x="476505" y="118225"/>
                </a:lnTo>
                <a:lnTo>
                  <a:pt x="477044" y="118309"/>
                </a:lnTo>
                <a:lnTo>
                  <a:pt x="477587" y="118387"/>
                </a:lnTo>
                <a:lnTo>
                  <a:pt x="478132" y="118459"/>
                </a:lnTo>
                <a:lnTo>
                  <a:pt x="478680" y="118527"/>
                </a:lnTo>
                <a:lnTo>
                  <a:pt x="479230" y="118588"/>
                </a:lnTo>
                <a:lnTo>
                  <a:pt x="479784" y="118645"/>
                </a:lnTo>
                <a:lnTo>
                  <a:pt x="480340" y="118696"/>
                </a:lnTo>
                <a:lnTo>
                  <a:pt x="480899" y="118742"/>
                </a:lnTo>
                <a:lnTo>
                  <a:pt x="481461" y="118782"/>
                </a:lnTo>
                <a:lnTo>
                  <a:pt x="482025" y="118817"/>
                </a:lnTo>
                <a:lnTo>
                  <a:pt x="482593" y="118847"/>
                </a:lnTo>
                <a:lnTo>
                  <a:pt x="483163" y="118871"/>
                </a:lnTo>
                <a:lnTo>
                  <a:pt x="483736" y="118890"/>
                </a:lnTo>
                <a:lnTo>
                  <a:pt x="484312" y="118903"/>
                </a:lnTo>
                <a:lnTo>
                  <a:pt x="484890" y="118911"/>
                </a:lnTo>
                <a:lnTo>
                  <a:pt x="485471" y="118914"/>
                </a:lnTo>
                <a:lnTo>
                  <a:pt x="486045" y="118911"/>
                </a:lnTo>
                <a:lnTo>
                  <a:pt x="486616" y="118904"/>
                </a:lnTo>
                <a:lnTo>
                  <a:pt x="487183" y="118891"/>
                </a:lnTo>
                <a:lnTo>
                  <a:pt x="487747" y="118873"/>
                </a:lnTo>
                <a:close/>
                <a:moveTo>
                  <a:pt x="531103" y="117396"/>
                </a:moveTo>
                <a:lnTo>
                  <a:pt x="545170" y="117396"/>
                </a:lnTo>
                <a:lnTo>
                  <a:pt x="545170" y="31879"/>
                </a:lnTo>
                <a:lnTo>
                  <a:pt x="531103" y="31879"/>
                </a:lnTo>
                <a:lnTo>
                  <a:pt x="531103" y="117396"/>
                </a:lnTo>
                <a:close/>
                <a:moveTo>
                  <a:pt x="697018" y="38687"/>
                </a:moveTo>
                <a:lnTo>
                  <a:pt x="697307" y="38362"/>
                </a:lnTo>
                <a:lnTo>
                  <a:pt x="697601" y="38050"/>
                </a:lnTo>
                <a:lnTo>
                  <a:pt x="697901" y="37750"/>
                </a:lnTo>
                <a:lnTo>
                  <a:pt x="698207" y="37464"/>
                </a:lnTo>
                <a:lnTo>
                  <a:pt x="698518" y="37190"/>
                </a:lnTo>
                <a:lnTo>
                  <a:pt x="698834" y="36929"/>
                </a:lnTo>
                <a:lnTo>
                  <a:pt x="699156" y="36680"/>
                </a:lnTo>
                <a:lnTo>
                  <a:pt x="699484" y="36445"/>
                </a:lnTo>
                <a:lnTo>
                  <a:pt x="699818" y="36222"/>
                </a:lnTo>
                <a:lnTo>
                  <a:pt x="700156" y="36012"/>
                </a:lnTo>
                <a:lnTo>
                  <a:pt x="700501" y="35814"/>
                </a:lnTo>
                <a:lnTo>
                  <a:pt x="700851" y="35629"/>
                </a:lnTo>
                <a:lnTo>
                  <a:pt x="701206" y="35457"/>
                </a:lnTo>
                <a:lnTo>
                  <a:pt x="701567" y="35298"/>
                </a:lnTo>
                <a:lnTo>
                  <a:pt x="701934" y="35152"/>
                </a:lnTo>
                <a:lnTo>
                  <a:pt x="702306" y="35018"/>
                </a:lnTo>
                <a:lnTo>
                  <a:pt x="702684" y="34897"/>
                </a:lnTo>
                <a:lnTo>
                  <a:pt x="703067" y="34789"/>
                </a:lnTo>
                <a:lnTo>
                  <a:pt x="703455" y="34689"/>
                </a:lnTo>
                <a:lnTo>
                  <a:pt x="703846" y="34593"/>
                </a:lnTo>
                <a:lnTo>
                  <a:pt x="704240" y="34502"/>
                </a:lnTo>
                <a:lnTo>
                  <a:pt x="704637" y="34415"/>
                </a:lnTo>
                <a:lnTo>
                  <a:pt x="705038" y="34332"/>
                </a:lnTo>
                <a:lnTo>
                  <a:pt x="705442" y="34254"/>
                </a:lnTo>
                <a:lnTo>
                  <a:pt x="705849" y="34179"/>
                </a:lnTo>
                <a:lnTo>
                  <a:pt x="706259" y="34109"/>
                </a:lnTo>
                <a:lnTo>
                  <a:pt x="706672" y="34043"/>
                </a:lnTo>
                <a:lnTo>
                  <a:pt x="707089" y="33982"/>
                </a:lnTo>
                <a:lnTo>
                  <a:pt x="707509" y="33925"/>
                </a:lnTo>
                <a:lnTo>
                  <a:pt x="707932" y="33872"/>
                </a:lnTo>
                <a:lnTo>
                  <a:pt x="708358" y="33823"/>
                </a:lnTo>
                <a:lnTo>
                  <a:pt x="708788" y="33778"/>
                </a:lnTo>
                <a:lnTo>
                  <a:pt x="709221" y="33738"/>
                </a:lnTo>
                <a:lnTo>
                  <a:pt x="709657" y="33702"/>
                </a:lnTo>
                <a:lnTo>
                  <a:pt x="710096" y="33670"/>
                </a:lnTo>
                <a:lnTo>
                  <a:pt x="710538" y="33642"/>
                </a:lnTo>
                <a:lnTo>
                  <a:pt x="710984" y="33619"/>
                </a:lnTo>
                <a:lnTo>
                  <a:pt x="711433" y="33600"/>
                </a:lnTo>
                <a:lnTo>
                  <a:pt x="711885" y="33585"/>
                </a:lnTo>
                <a:lnTo>
                  <a:pt x="712340" y="33574"/>
                </a:lnTo>
                <a:lnTo>
                  <a:pt x="712798" y="33568"/>
                </a:lnTo>
                <a:lnTo>
                  <a:pt x="713260" y="33566"/>
                </a:lnTo>
                <a:lnTo>
                  <a:pt x="713260" y="21674"/>
                </a:lnTo>
                <a:lnTo>
                  <a:pt x="712528" y="21700"/>
                </a:lnTo>
                <a:lnTo>
                  <a:pt x="711807" y="21735"/>
                </a:lnTo>
                <a:lnTo>
                  <a:pt x="711097" y="21778"/>
                </a:lnTo>
                <a:lnTo>
                  <a:pt x="710397" y="21831"/>
                </a:lnTo>
                <a:lnTo>
                  <a:pt x="709708" y="21893"/>
                </a:lnTo>
                <a:lnTo>
                  <a:pt x="709030" y="21964"/>
                </a:lnTo>
                <a:lnTo>
                  <a:pt x="708362" y="22044"/>
                </a:lnTo>
                <a:lnTo>
                  <a:pt x="707705" y="22134"/>
                </a:lnTo>
                <a:lnTo>
                  <a:pt x="707059" y="22232"/>
                </a:lnTo>
                <a:lnTo>
                  <a:pt x="706423" y="22339"/>
                </a:lnTo>
                <a:lnTo>
                  <a:pt x="705798" y="22456"/>
                </a:lnTo>
                <a:lnTo>
                  <a:pt x="705184" y="22581"/>
                </a:lnTo>
                <a:lnTo>
                  <a:pt x="704580" y="22716"/>
                </a:lnTo>
                <a:lnTo>
                  <a:pt x="703987" y="22859"/>
                </a:lnTo>
                <a:lnTo>
                  <a:pt x="703405" y="23012"/>
                </a:lnTo>
                <a:lnTo>
                  <a:pt x="702833" y="23174"/>
                </a:lnTo>
                <a:lnTo>
                  <a:pt x="702272" y="23345"/>
                </a:lnTo>
                <a:lnTo>
                  <a:pt x="701722" y="23525"/>
                </a:lnTo>
                <a:lnTo>
                  <a:pt x="701183" y="23714"/>
                </a:lnTo>
                <a:lnTo>
                  <a:pt x="700654" y="23912"/>
                </a:lnTo>
                <a:lnTo>
                  <a:pt x="700135" y="24119"/>
                </a:lnTo>
                <a:lnTo>
                  <a:pt x="699628" y="24335"/>
                </a:lnTo>
                <a:lnTo>
                  <a:pt x="699131" y="24560"/>
                </a:lnTo>
                <a:lnTo>
                  <a:pt x="698645" y="24795"/>
                </a:lnTo>
                <a:lnTo>
                  <a:pt x="698169" y="25043"/>
                </a:lnTo>
                <a:lnTo>
                  <a:pt x="697701" y="25308"/>
                </a:lnTo>
                <a:lnTo>
                  <a:pt x="697244" y="25591"/>
                </a:lnTo>
                <a:lnTo>
                  <a:pt x="696795" y="25891"/>
                </a:lnTo>
                <a:lnTo>
                  <a:pt x="696356" y="26209"/>
                </a:lnTo>
                <a:lnTo>
                  <a:pt x="695925" y="26545"/>
                </a:lnTo>
                <a:lnTo>
                  <a:pt x="695505" y="26898"/>
                </a:lnTo>
                <a:lnTo>
                  <a:pt x="695093" y="27269"/>
                </a:lnTo>
                <a:lnTo>
                  <a:pt x="694690" y="27657"/>
                </a:lnTo>
                <a:lnTo>
                  <a:pt x="694297" y="28063"/>
                </a:lnTo>
                <a:lnTo>
                  <a:pt x="693913" y="28486"/>
                </a:lnTo>
                <a:lnTo>
                  <a:pt x="693538" y="28927"/>
                </a:lnTo>
                <a:lnTo>
                  <a:pt x="693172" y="29386"/>
                </a:lnTo>
                <a:lnTo>
                  <a:pt x="692816" y="29862"/>
                </a:lnTo>
                <a:lnTo>
                  <a:pt x="692468" y="30356"/>
                </a:lnTo>
                <a:lnTo>
                  <a:pt x="692130" y="30867"/>
                </a:lnTo>
                <a:lnTo>
                  <a:pt x="691802" y="31396"/>
                </a:lnTo>
                <a:lnTo>
                  <a:pt x="691482" y="31942"/>
                </a:lnTo>
                <a:lnTo>
                  <a:pt x="691172" y="32506"/>
                </a:lnTo>
                <a:lnTo>
                  <a:pt x="690870" y="33088"/>
                </a:lnTo>
                <a:lnTo>
                  <a:pt x="690578" y="33687"/>
                </a:lnTo>
                <a:lnTo>
                  <a:pt x="690296" y="34304"/>
                </a:lnTo>
                <a:lnTo>
                  <a:pt x="690022" y="34938"/>
                </a:lnTo>
                <a:lnTo>
                  <a:pt x="689996" y="35002"/>
                </a:lnTo>
                <a:lnTo>
                  <a:pt x="689694" y="34851"/>
                </a:lnTo>
                <a:lnTo>
                  <a:pt x="689101" y="34575"/>
                </a:lnTo>
                <a:lnTo>
                  <a:pt x="688497" y="34312"/>
                </a:lnTo>
                <a:lnTo>
                  <a:pt x="687881" y="34063"/>
                </a:lnTo>
                <a:lnTo>
                  <a:pt x="687253" y="33827"/>
                </a:lnTo>
                <a:lnTo>
                  <a:pt x="686613" y="33604"/>
                </a:lnTo>
                <a:lnTo>
                  <a:pt x="685961" y="33396"/>
                </a:lnTo>
                <a:lnTo>
                  <a:pt x="685297" y="33200"/>
                </a:lnTo>
                <a:lnTo>
                  <a:pt x="684622" y="33018"/>
                </a:lnTo>
                <a:lnTo>
                  <a:pt x="683935" y="32850"/>
                </a:lnTo>
                <a:lnTo>
                  <a:pt x="683236" y="32695"/>
                </a:lnTo>
                <a:lnTo>
                  <a:pt x="682525" y="32553"/>
                </a:lnTo>
                <a:lnTo>
                  <a:pt x="681802" y="32425"/>
                </a:lnTo>
                <a:lnTo>
                  <a:pt x="681067" y="32310"/>
                </a:lnTo>
                <a:lnTo>
                  <a:pt x="680321" y="32209"/>
                </a:lnTo>
                <a:lnTo>
                  <a:pt x="679562" y="32122"/>
                </a:lnTo>
                <a:lnTo>
                  <a:pt x="678792" y="32048"/>
                </a:lnTo>
                <a:lnTo>
                  <a:pt x="678010" y="31987"/>
                </a:lnTo>
                <a:lnTo>
                  <a:pt x="677216" y="31940"/>
                </a:lnTo>
                <a:lnTo>
                  <a:pt x="676410" y="31906"/>
                </a:lnTo>
                <a:lnTo>
                  <a:pt x="675593" y="31886"/>
                </a:lnTo>
                <a:lnTo>
                  <a:pt x="674763" y="31879"/>
                </a:lnTo>
                <a:lnTo>
                  <a:pt x="673954" y="31886"/>
                </a:lnTo>
                <a:lnTo>
                  <a:pt x="673156" y="31906"/>
                </a:lnTo>
                <a:lnTo>
                  <a:pt x="672369" y="31940"/>
                </a:lnTo>
                <a:lnTo>
                  <a:pt x="671592" y="31987"/>
                </a:lnTo>
                <a:lnTo>
                  <a:pt x="670825" y="32048"/>
                </a:lnTo>
                <a:lnTo>
                  <a:pt x="670070" y="32122"/>
                </a:lnTo>
                <a:lnTo>
                  <a:pt x="669325" y="32209"/>
                </a:lnTo>
                <a:lnTo>
                  <a:pt x="668591" y="32310"/>
                </a:lnTo>
                <a:lnTo>
                  <a:pt x="667867" y="32425"/>
                </a:lnTo>
                <a:lnTo>
                  <a:pt x="667154" y="32553"/>
                </a:lnTo>
                <a:lnTo>
                  <a:pt x="666452" y="32695"/>
                </a:lnTo>
                <a:lnTo>
                  <a:pt x="665761" y="32850"/>
                </a:lnTo>
                <a:lnTo>
                  <a:pt x="665080" y="33018"/>
                </a:lnTo>
                <a:lnTo>
                  <a:pt x="664409" y="33200"/>
                </a:lnTo>
                <a:lnTo>
                  <a:pt x="663750" y="33396"/>
                </a:lnTo>
                <a:lnTo>
                  <a:pt x="663101" y="33604"/>
                </a:lnTo>
                <a:lnTo>
                  <a:pt x="662463" y="33827"/>
                </a:lnTo>
                <a:lnTo>
                  <a:pt x="661836" y="34063"/>
                </a:lnTo>
                <a:lnTo>
                  <a:pt x="661219" y="34312"/>
                </a:lnTo>
                <a:lnTo>
                  <a:pt x="660613" y="34575"/>
                </a:lnTo>
                <a:lnTo>
                  <a:pt x="660017" y="34851"/>
                </a:lnTo>
                <a:lnTo>
                  <a:pt x="659432" y="35141"/>
                </a:lnTo>
                <a:lnTo>
                  <a:pt x="658858" y="35444"/>
                </a:lnTo>
                <a:lnTo>
                  <a:pt x="658295" y="35761"/>
                </a:lnTo>
                <a:lnTo>
                  <a:pt x="657742" y="36089"/>
                </a:lnTo>
                <a:lnTo>
                  <a:pt x="657201" y="36426"/>
                </a:lnTo>
                <a:lnTo>
                  <a:pt x="656671" y="36773"/>
                </a:lnTo>
                <a:lnTo>
                  <a:pt x="656152" y="37129"/>
                </a:lnTo>
                <a:lnTo>
                  <a:pt x="655644" y="37494"/>
                </a:lnTo>
                <a:lnTo>
                  <a:pt x="655147" y="37868"/>
                </a:lnTo>
                <a:lnTo>
                  <a:pt x="654661" y="38252"/>
                </a:lnTo>
                <a:lnTo>
                  <a:pt x="654186" y="38645"/>
                </a:lnTo>
                <a:lnTo>
                  <a:pt x="653722" y="39047"/>
                </a:lnTo>
                <a:lnTo>
                  <a:pt x="653270" y="39458"/>
                </a:lnTo>
                <a:lnTo>
                  <a:pt x="652829" y="39879"/>
                </a:lnTo>
                <a:lnTo>
                  <a:pt x="652398" y="40309"/>
                </a:lnTo>
                <a:lnTo>
                  <a:pt x="651979" y="40749"/>
                </a:lnTo>
                <a:lnTo>
                  <a:pt x="651571" y="41197"/>
                </a:lnTo>
                <a:lnTo>
                  <a:pt x="651174" y="41655"/>
                </a:lnTo>
                <a:lnTo>
                  <a:pt x="650788" y="42123"/>
                </a:lnTo>
                <a:lnTo>
                  <a:pt x="650414" y="42599"/>
                </a:lnTo>
                <a:lnTo>
                  <a:pt x="650050" y="43085"/>
                </a:lnTo>
                <a:lnTo>
                  <a:pt x="649698" y="43580"/>
                </a:lnTo>
                <a:lnTo>
                  <a:pt x="649356" y="44085"/>
                </a:lnTo>
                <a:lnTo>
                  <a:pt x="649026" y="44598"/>
                </a:lnTo>
                <a:lnTo>
                  <a:pt x="648707" y="45121"/>
                </a:lnTo>
                <a:lnTo>
                  <a:pt x="648399" y="45654"/>
                </a:lnTo>
                <a:lnTo>
                  <a:pt x="648102" y="46195"/>
                </a:lnTo>
                <a:lnTo>
                  <a:pt x="647817" y="46744"/>
                </a:lnTo>
                <a:lnTo>
                  <a:pt x="647544" y="47297"/>
                </a:lnTo>
                <a:lnTo>
                  <a:pt x="647283" y="47856"/>
                </a:lnTo>
                <a:lnTo>
                  <a:pt x="647034" y="48420"/>
                </a:lnTo>
                <a:lnTo>
                  <a:pt x="646797" y="48989"/>
                </a:lnTo>
                <a:lnTo>
                  <a:pt x="646573" y="49563"/>
                </a:lnTo>
                <a:lnTo>
                  <a:pt x="646360" y="50142"/>
                </a:lnTo>
                <a:lnTo>
                  <a:pt x="646160" y="50726"/>
                </a:lnTo>
                <a:lnTo>
                  <a:pt x="645972" y="51315"/>
                </a:lnTo>
                <a:lnTo>
                  <a:pt x="645796" y="51910"/>
                </a:lnTo>
                <a:lnTo>
                  <a:pt x="645632" y="52509"/>
                </a:lnTo>
                <a:lnTo>
                  <a:pt x="645480" y="53114"/>
                </a:lnTo>
                <a:lnTo>
                  <a:pt x="645341" y="53724"/>
                </a:lnTo>
                <a:lnTo>
                  <a:pt x="645213" y="54338"/>
                </a:lnTo>
                <a:lnTo>
                  <a:pt x="645098" y="54958"/>
                </a:lnTo>
                <a:lnTo>
                  <a:pt x="644995" y="55583"/>
                </a:lnTo>
                <a:lnTo>
                  <a:pt x="644904" y="56213"/>
                </a:lnTo>
                <a:lnTo>
                  <a:pt x="644825" y="56849"/>
                </a:lnTo>
                <a:lnTo>
                  <a:pt x="644758" y="57489"/>
                </a:lnTo>
                <a:lnTo>
                  <a:pt x="644703" y="58134"/>
                </a:lnTo>
                <a:lnTo>
                  <a:pt x="644661" y="58785"/>
                </a:lnTo>
                <a:lnTo>
                  <a:pt x="644631" y="59440"/>
                </a:lnTo>
                <a:lnTo>
                  <a:pt x="644612" y="60101"/>
                </a:lnTo>
                <a:lnTo>
                  <a:pt x="644606" y="60767"/>
                </a:lnTo>
                <a:lnTo>
                  <a:pt x="644612" y="61397"/>
                </a:lnTo>
                <a:lnTo>
                  <a:pt x="644630" y="62024"/>
                </a:lnTo>
                <a:lnTo>
                  <a:pt x="644660" y="62648"/>
                </a:lnTo>
                <a:lnTo>
                  <a:pt x="644702" y="63267"/>
                </a:lnTo>
                <a:lnTo>
                  <a:pt x="644756" y="63884"/>
                </a:lnTo>
                <a:lnTo>
                  <a:pt x="644822" y="64496"/>
                </a:lnTo>
                <a:lnTo>
                  <a:pt x="644900" y="65105"/>
                </a:lnTo>
                <a:lnTo>
                  <a:pt x="644990" y="65710"/>
                </a:lnTo>
                <a:lnTo>
                  <a:pt x="645092" y="66312"/>
                </a:lnTo>
                <a:lnTo>
                  <a:pt x="645206" y="66910"/>
                </a:lnTo>
                <a:lnTo>
                  <a:pt x="645332" y="67505"/>
                </a:lnTo>
                <a:lnTo>
                  <a:pt x="645470" y="68096"/>
                </a:lnTo>
                <a:lnTo>
                  <a:pt x="645620" y="68684"/>
                </a:lnTo>
                <a:lnTo>
                  <a:pt x="645782" y="69268"/>
                </a:lnTo>
                <a:lnTo>
                  <a:pt x="645955" y="69848"/>
                </a:lnTo>
                <a:lnTo>
                  <a:pt x="646141" y="70425"/>
                </a:lnTo>
                <a:lnTo>
                  <a:pt x="646339" y="70998"/>
                </a:lnTo>
                <a:lnTo>
                  <a:pt x="646549" y="71567"/>
                </a:lnTo>
                <a:lnTo>
                  <a:pt x="646771" y="72133"/>
                </a:lnTo>
                <a:lnTo>
                  <a:pt x="647005" y="72695"/>
                </a:lnTo>
                <a:lnTo>
                  <a:pt x="647251" y="73254"/>
                </a:lnTo>
                <a:lnTo>
                  <a:pt x="647508" y="73809"/>
                </a:lnTo>
                <a:lnTo>
                  <a:pt x="647778" y="74361"/>
                </a:lnTo>
                <a:lnTo>
                  <a:pt x="648060" y="74909"/>
                </a:lnTo>
                <a:lnTo>
                  <a:pt x="648354" y="75451"/>
                </a:lnTo>
                <a:lnTo>
                  <a:pt x="648659" y="75983"/>
                </a:lnTo>
                <a:lnTo>
                  <a:pt x="648975" y="76507"/>
                </a:lnTo>
                <a:lnTo>
                  <a:pt x="649303" y="77022"/>
                </a:lnTo>
                <a:lnTo>
                  <a:pt x="649642" y="77528"/>
                </a:lnTo>
                <a:lnTo>
                  <a:pt x="649992" y="78024"/>
                </a:lnTo>
                <a:lnTo>
                  <a:pt x="650354" y="78512"/>
                </a:lnTo>
                <a:lnTo>
                  <a:pt x="650728" y="78991"/>
                </a:lnTo>
                <a:lnTo>
                  <a:pt x="651112" y="79461"/>
                </a:lnTo>
                <a:lnTo>
                  <a:pt x="651509" y="79922"/>
                </a:lnTo>
                <a:lnTo>
                  <a:pt x="651916" y="80374"/>
                </a:lnTo>
                <a:lnTo>
                  <a:pt x="652335" y="80816"/>
                </a:lnTo>
                <a:lnTo>
                  <a:pt x="652766" y="81250"/>
                </a:lnTo>
                <a:lnTo>
                  <a:pt x="653207" y="81675"/>
                </a:lnTo>
                <a:lnTo>
                  <a:pt x="653661" y="82091"/>
                </a:lnTo>
                <a:lnTo>
                  <a:pt x="654125" y="82498"/>
                </a:lnTo>
                <a:lnTo>
                  <a:pt x="654601" y="82896"/>
                </a:lnTo>
                <a:lnTo>
                  <a:pt x="655089" y="83285"/>
                </a:lnTo>
                <a:lnTo>
                  <a:pt x="655559" y="83643"/>
                </a:lnTo>
                <a:lnTo>
                  <a:pt x="655226" y="83782"/>
                </a:lnTo>
                <a:lnTo>
                  <a:pt x="654687" y="84018"/>
                </a:lnTo>
                <a:lnTo>
                  <a:pt x="654163" y="84259"/>
                </a:lnTo>
                <a:lnTo>
                  <a:pt x="653653" y="84505"/>
                </a:lnTo>
                <a:lnTo>
                  <a:pt x="653157" y="84757"/>
                </a:lnTo>
                <a:lnTo>
                  <a:pt x="652676" y="85014"/>
                </a:lnTo>
                <a:lnTo>
                  <a:pt x="652209" y="85277"/>
                </a:lnTo>
                <a:lnTo>
                  <a:pt x="651756" y="85545"/>
                </a:lnTo>
                <a:lnTo>
                  <a:pt x="651318" y="85818"/>
                </a:lnTo>
                <a:lnTo>
                  <a:pt x="650894" y="86097"/>
                </a:lnTo>
                <a:lnTo>
                  <a:pt x="650484" y="86381"/>
                </a:lnTo>
                <a:lnTo>
                  <a:pt x="650089" y="86671"/>
                </a:lnTo>
                <a:lnTo>
                  <a:pt x="649708" y="86966"/>
                </a:lnTo>
                <a:lnTo>
                  <a:pt x="649341" y="87266"/>
                </a:lnTo>
                <a:lnTo>
                  <a:pt x="648989" y="87572"/>
                </a:lnTo>
                <a:lnTo>
                  <a:pt x="648651" y="87883"/>
                </a:lnTo>
                <a:lnTo>
                  <a:pt x="648327" y="88199"/>
                </a:lnTo>
                <a:lnTo>
                  <a:pt x="648018" y="88521"/>
                </a:lnTo>
                <a:lnTo>
                  <a:pt x="647723" y="88848"/>
                </a:lnTo>
                <a:lnTo>
                  <a:pt x="647441" y="89178"/>
                </a:lnTo>
                <a:lnTo>
                  <a:pt x="647171" y="89507"/>
                </a:lnTo>
                <a:lnTo>
                  <a:pt x="646914" y="89837"/>
                </a:lnTo>
                <a:lnTo>
                  <a:pt x="646668" y="90167"/>
                </a:lnTo>
                <a:lnTo>
                  <a:pt x="646434" y="90496"/>
                </a:lnTo>
                <a:lnTo>
                  <a:pt x="646212" y="90826"/>
                </a:lnTo>
                <a:lnTo>
                  <a:pt x="646002" y="91156"/>
                </a:lnTo>
                <a:lnTo>
                  <a:pt x="645804" y="91485"/>
                </a:lnTo>
                <a:lnTo>
                  <a:pt x="645618" y="91815"/>
                </a:lnTo>
                <a:lnTo>
                  <a:pt x="645445" y="92145"/>
                </a:lnTo>
                <a:lnTo>
                  <a:pt x="645283" y="92474"/>
                </a:lnTo>
                <a:lnTo>
                  <a:pt x="645133" y="92804"/>
                </a:lnTo>
                <a:lnTo>
                  <a:pt x="644995" y="93134"/>
                </a:lnTo>
                <a:lnTo>
                  <a:pt x="644869" y="93463"/>
                </a:lnTo>
                <a:lnTo>
                  <a:pt x="644755" y="93793"/>
                </a:lnTo>
                <a:lnTo>
                  <a:pt x="644653" y="94123"/>
                </a:lnTo>
                <a:lnTo>
                  <a:pt x="644563" y="94452"/>
                </a:lnTo>
                <a:lnTo>
                  <a:pt x="644485" y="94782"/>
                </a:lnTo>
                <a:lnTo>
                  <a:pt x="644419" y="95112"/>
                </a:lnTo>
                <a:lnTo>
                  <a:pt x="644365" y="95441"/>
                </a:lnTo>
                <a:lnTo>
                  <a:pt x="644323" y="95771"/>
                </a:lnTo>
                <a:lnTo>
                  <a:pt x="644293" y="96101"/>
                </a:lnTo>
                <a:lnTo>
                  <a:pt x="644275" y="96430"/>
                </a:lnTo>
                <a:lnTo>
                  <a:pt x="644269" y="96760"/>
                </a:lnTo>
                <a:lnTo>
                  <a:pt x="644273" y="96983"/>
                </a:lnTo>
                <a:lnTo>
                  <a:pt x="644283" y="97208"/>
                </a:lnTo>
                <a:lnTo>
                  <a:pt x="644300" y="97434"/>
                </a:lnTo>
                <a:lnTo>
                  <a:pt x="644323" y="97662"/>
                </a:lnTo>
                <a:lnTo>
                  <a:pt x="644353" y="97892"/>
                </a:lnTo>
                <a:lnTo>
                  <a:pt x="644390" y="98123"/>
                </a:lnTo>
                <a:lnTo>
                  <a:pt x="644434" y="98356"/>
                </a:lnTo>
                <a:lnTo>
                  <a:pt x="644485" y="98591"/>
                </a:lnTo>
                <a:lnTo>
                  <a:pt x="644542" y="98827"/>
                </a:lnTo>
                <a:lnTo>
                  <a:pt x="644606" y="99065"/>
                </a:lnTo>
                <a:lnTo>
                  <a:pt x="644676" y="99304"/>
                </a:lnTo>
                <a:lnTo>
                  <a:pt x="644754" y="99546"/>
                </a:lnTo>
                <a:lnTo>
                  <a:pt x="644838" y="99789"/>
                </a:lnTo>
                <a:lnTo>
                  <a:pt x="644929" y="100033"/>
                </a:lnTo>
                <a:lnTo>
                  <a:pt x="645026" y="100279"/>
                </a:lnTo>
                <a:lnTo>
                  <a:pt x="645130" y="100527"/>
                </a:lnTo>
                <a:lnTo>
                  <a:pt x="645241" y="100776"/>
                </a:lnTo>
                <a:lnTo>
                  <a:pt x="645359" y="101027"/>
                </a:lnTo>
                <a:lnTo>
                  <a:pt x="645484" y="101280"/>
                </a:lnTo>
                <a:lnTo>
                  <a:pt x="645615" y="101535"/>
                </a:lnTo>
                <a:lnTo>
                  <a:pt x="645753" y="101791"/>
                </a:lnTo>
                <a:lnTo>
                  <a:pt x="645897" y="102048"/>
                </a:lnTo>
                <a:lnTo>
                  <a:pt x="646049" y="102308"/>
                </a:lnTo>
                <a:lnTo>
                  <a:pt x="646207" y="102569"/>
                </a:lnTo>
                <a:lnTo>
                  <a:pt x="646373" y="102829"/>
                </a:lnTo>
                <a:lnTo>
                  <a:pt x="646548" y="103086"/>
                </a:lnTo>
                <a:lnTo>
                  <a:pt x="646733" y="103341"/>
                </a:lnTo>
                <a:lnTo>
                  <a:pt x="646928" y="103592"/>
                </a:lnTo>
                <a:lnTo>
                  <a:pt x="647131" y="103841"/>
                </a:lnTo>
                <a:lnTo>
                  <a:pt x="647344" y="104087"/>
                </a:lnTo>
                <a:lnTo>
                  <a:pt x="647566" y="104330"/>
                </a:lnTo>
                <a:lnTo>
                  <a:pt x="647798" y="104570"/>
                </a:lnTo>
                <a:lnTo>
                  <a:pt x="648039" y="104808"/>
                </a:lnTo>
                <a:lnTo>
                  <a:pt x="648289" y="105042"/>
                </a:lnTo>
                <a:lnTo>
                  <a:pt x="648549" y="105274"/>
                </a:lnTo>
                <a:lnTo>
                  <a:pt x="648818" y="105503"/>
                </a:lnTo>
                <a:lnTo>
                  <a:pt x="649097" y="105729"/>
                </a:lnTo>
                <a:lnTo>
                  <a:pt x="649384" y="105953"/>
                </a:lnTo>
                <a:lnTo>
                  <a:pt x="649682" y="106173"/>
                </a:lnTo>
                <a:lnTo>
                  <a:pt x="649988" y="106391"/>
                </a:lnTo>
                <a:lnTo>
                  <a:pt x="650304" y="106605"/>
                </a:lnTo>
                <a:lnTo>
                  <a:pt x="650629" y="106817"/>
                </a:lnTo>
                <a:lnTo>
                  <a:pt x="650964" y="107026"/>
                </a:lnTo>
                <a:lnTo>
                  <a:pt x="651308" y="107233"/>
                </a:lnTo>
                <a:lnTo>
                  <a:pt x="651661" y="107436"/>
                </a:lnTo>
                <a:lnTo>
                  <a:pt x="652024" y="107637"/>
                </a:lnTo>
                <a:lnTo>
                  <a:pt x="652396" y="107834"/>
                </a:lnTo>
                <a:lnTo>
                  <a:pt x="652777" y="108029"/>
                </a:lnTo>
                <a:lnTo>
                  <a:pt x="653170" y="108219"/>
                </a:lnTo>
                <a:lnTo>
                  <a:pt x="653574" y="108403"/>
                </a:lnTo>
                <a:lnTo>
                  <a:pt x="653991" y="108579"/>
                </a:lnTo>
                <a:lnTo>
                  <a:pt x="654213" y="108667"/>
                </a:lnTo>
                <a:lnTo>
                  <a:pt x="653844" y="108829"/>
                </a:lnTo>
                <a:lnTo>
                  <a:pt x="653091" y="109183"/>
                </a:lnTo>
                <a:lnTo>
                  <a:pt x="652361" y="109549"/>
                </a:lnTo>
                <a:lnTo>
                  <a:pt x="651654" y="109926"/>
                </a:lnTo>
                <a:lnTo>
                  <a:pt x="650971" y="110315"/>
                </a:lnTo>
                <a:lnTo>
                  <a:pt x="650311" y="110715"/>
                </a:lnTo>
                <a:lnTo>
                  <a:pt x="649674" y="111128"/>
                </a:lnTo>
                <a:lnTo>
                  <a:pt x="649060" y="111552"/>
                </a:lnTo>
                <a:lnTo>
                  <a:pt x="648470" y="111988"/>
                </a:lnTo>
                <a:lnTo>
                  <a:pt x="647903" y="112436"/>
                </a:lnTo>
                <a:lnTo>
                  <a:pt x="647359" y="112895"/>
                </a:lnTo>
                <a:lnTo>
                  <a:pt x="646839" y="113366"/>
                </a:lnTo>
                <a:lnTo>
                  <a:pt x="646340" y="113846"/>
                </a:lnTo>
                <a:lnTo>
                  <a:pt x="645863" y="114332"/>
                </a:lnTo>
                <a:lnTo>
                  <a:pt x="645407" y="114823"/>
                </a:lnTo>
                <a:lnTo>
                  <a:pt x="644973" y="115320"/>
                </a:lnTo>
                <a:lnTo>
                  <a:pt x="644559" y="115823"/>
                </a:lnTo>
                <a:lnTo>
                  <a:pt x="644167" y="116332"/>
                </a:lnTo>
                <a:lnTo>
                  <a:pt x="643796" y="116846"/>
                </a:lnTo>
                <a:lnTo>
                  <a:pt x="643446" y="117366"/>
                </a:lnTo>
                <a:lnTo>
                  <a:pt x="643117" y="117891"/>
                </a:lnTo>
                <a:lnTo>
                  <a:pt x="642810" y="118423"/>
                </a:lnTo>
                <a:lnTo>
                  <a:pt x="642523" y="118960"/>
                </a:lnTo>
                <a:lnTo>
                  <a:pt x="642258" y="119503"/>
                </a:lnTo>
                <a:lnTo>
                  <a:pt x="642014" y="120052"/>
                </a:lnTo>
                <a:lnTo>
                  <a:pt x="641792" y="120606"/>
                </a:lnTo>
                <a:lnTo>
                  <a:pt x="641590" y="121166"/>
                </a:lnTo>
                <a:lnTo>
                  <a:pt x="641410" y="121732"/>
                </a:lnTo>
                <a:lnTo>
                  <a:pt x="641251" y="122303"/>
                </a:lnTo>
                <a:lnTo>
                  <a:pt x="641113" y="122881"/>
                </a:lnTo>
                <a:lnTo>
                  <a:pt x="640996" y="123464"/>
                </a:lnTo>
                <a:lnTo>
                  <a:pt x="640901" y="124052"/>
                </a:lnTo>
                <a:lnTo>
                  <a:pt x="640827" y="124647"/>
                </a:lnTo>
                <a:lnTo>
                  <a:pt x="640774" y="125247"/>
                </a:lnTo>
                <a:lnTo>
                  <a:pt x="640742" y="125853"/>
                </a:lnTo>
                <a:lnTo>
                  <a:pt x="640731" y="126465"/>
                </a:lnTo>
                <a:lnTo>
                  <a:pt x="640737" y="126969"/>
                </a:lnTo>
                <a:lnTo>
                  <a:pt x="640755" y="127471"/>
                </a:lnTo>
                <a:lnTo>
                  <a:pt x="640785" y="127969"/>
                </a:lnTo>
                <a:lnTo>
                  <a:pt x="640826" y="128465"/>
                </a:lnTo>
                <a:lnTo>
                  <a:pt x="640879" y="128957"/>
                </a:lnTo>
                <a:lnTo>
                  <a:pt x="640945" y="129446"/>
                </a:lnTo>
                <a:lnTo>
                  <a:pt x="641022" y="129933"/>
                </a:lnTo>
                <a:lnTo>
                  <a:pt x="641110" y="130416"/>
                </a:lnTo>
                <a:lnTo>
                  <a:pt x="641211" y="130897"/>
                </a:lnTo>
                <a:lnTo>
                  <a:pt x="641324" y="131374"/>
                </a:lnTo>
                <a:lnTo>
                  <a:pt x="641448" y="131848"/>
                </a:lnTo>
                <a:lnTo>
                  <a:pt x="641584" y="132319"/>
                </a:lnTo>
                <a:lnTo>
                  <a:pt x="641732" y="132788"/>
                </a:lnTo>
                <a:lnTo>
                  <a:pt x="641892" y="133253"/>
                </a:lnTo>
                <a:lnTo>
                  <a:pt x="642064" y="133715"/>
                </a:lnTo>
                <a:lnTo>
                  <a:pt x="642248" y="134174"/>
                </a:lnTo>
                <a:lnTo>
                  <a:pt x="642443" y="134631"/>
                </a:lnTo>
                <a:lnTo>
                  <a:pt x="642650" y="135084"/>
                </a:lnTo>
                <a:lnTo>
                  <a:pt x="642870" y="135534"/>
                </a:lnTo>
                <a:lnTo>
                  <a:pt x="643101" y="135981"/>
                </a:lnTo>
                <a:lnTo>
                  <a:pt x="643343" y="136425"/>
                </a:lnTo>
                <a:lnTo>
                  <a:pt x="643598" y="136866"/>
                </a:lnTo>
                <a:lnTo>
                  <a:pt x="643865" y="137304"/>
                </a:lnTo>
                <a:lnTo>
                  <a:pt x="644143" y="137739"/>
                </a:lnTo>
                <a:lnTo>
                  <a:pt x="644435" y="138170"/>
                </a:lnTo>
                <a:lnTo>
                  <a:pt x="644741" y="138592"/>
                </a:lnTo>
                <a:lnTo>
                  <a:pt x="645062" y="139008"/>
                </a:lnTo>
                <a:lnTo>
                  <a:pt x="645398" y="139417"/>
                </a:lnTo>
                <a:lnTo>
                  <a:pt x="645749" y="139818"/>
                </a:lnTo>
                <a:lnTo>
                  <a:pt x="646115" y="140212"/>
                </a:lnTo>
                <a:lnTo>
                  <a:pt x="646495" y="140599"/>
                </a:lnTo>
                <a:lnTo>
                  <a:pt x="646890" y="140978"/>
                </a:lnTo>
                <a:lnTo>
                  <a:pt x="647300" y="141350"/>
                </a:lnTo>
                <a:lnTo>
                  <a:pt x="647725" y="141716"/>
                </a:lnTo>
                <a:lnTo>
                  <a:pt x="648164" y="142073"/>
                </a:lnTo>
                <a:lnTo>
                  <a:pt x="648618" y="142424"/>
                </a:lnTo>
                <a:lnTo>
                  <a:pt x="649087" y="142767"/>
                </a:lnTo>
                <a:lnTo>
                  <a:pt x="649571" y="143104"/>
                </a:lnTo>
                <a:lnTo>
                  <a:pt x="650069" y="143433"/>
                </a:lnTo>
                <a:lnTo>
                  <a:pt x="650583" y="143754"/>
                </a:lnTo>
                <a:lnTo>
                  <a:pt x="651111" y="144069"/>
                </a:lnTo>
                <a:lnTo>
                  <a:pt x="651653" y="144376"/>
                </a:lnTo>
                <a:lnTo>
                  <a:pt x="652211" y="144676"/>
                </a:lnTo>
                <a:lnTo>
                  <a:pt x="652783" y="144969"/>
                </a:lnTo>
                <a:lnTo>
                  <a:pt x="653370" y="145254"/>
                </a:lnTo>
                <a:lnTo>
                  <a:pt x="653972" y="145533"/>
                </a:lnTo>
                <a:lnTo>
                  <a:pt x="654589" y="145804"/>
                </a:lnTo>
                <a:lnTo>
                  <a:pt x="655220" y="146068"/>
                </a:lnTo>
                <a:lnTo>
                  <a:pt x="655868" y="146322"/>
                </a:lnTo>
                <a:lnTo>
                  <a:pt x="656533" y="146566"/>
                </a:lnTo>
                <a:lnTo>
                  <a:pt x="657216" y="146800"/>
                </a:lnTo>
                <a:lnTo>
                  <a:pt x="657916" y="147022"/>
                </a:lnTo>
                <a:lnTo>
                  <a:pt x="658634" y="147233"/>
                </a:lnTo>
                <a:lnTo>
                  <a:pt x="659369" y="147434"/>
                </a:lnTo>
                <a:lnTo>
                  <a:pt x="660122" y="147624"/>
                </a:lnTo>
                <a:lnTo>
                  <a:pt x="660892" y="147803"/>
                </a:lnTo>
                <a:lnTo>
                  <a:pt x="661680" y="147971"/>
                </a:lnTo>
                <a:lnTo>
                  <a:pt x="662486" y="148128"/>
                </a:lnTo>
                <a:lnTo>
                  <a:pt x="663309" y="148274"/>
                </a:lnTo>
                <a:lnTo>
                  <a:pt x="664149" y="148410"/>
                </a:lnTo>
                <a:lnTo>
                  <a:pt x="665008" y="148535"/>
                </a:lnTo>
                <a:lnTo>
                  <a:pt x="665883" y="148648"/>
                </a:lnTo>
                <a:lnTo>
                  <a:pt x="666777" y="148751"/>
                </a:lnTo>
                <a:lnTo>
                  <a:pt x="667687" y="148844"/>
                </a:lnTo>
                <a:lnTo>
                  <a:pt x="668616" y="148925"/>
                </a:lnTo>
                <a:lnTo>
                  <a:pt x="669562" y="148995"/>
                </a:lnTo>
                <a:lnTo>
                  <a:pt x="670525" y="149055"/>
                </a:lnTo>
                <a:lnTo>
                  <a:pt x="671506" y="149104"/>
                </a:lnTo>
                <a:lnTo>
                  <a:pt x="672505" y="149142"/>
                </a:lnTo>
                <a:lnTo>
                  <a:pt x="673521" y="149169"/>
                </a:lnTo>
                <a:lnTo>
                  <a:pt x="674555" y="149185"/>
                </a:lnTo>
                <a:lnTo>
                  <a:pt x="675606" y="149191"/>
                </a:lnTo>
                <a:lnTo>
                  <a:pt x="677128" y="149178"/>
                </a:lnTo>
                <a:lnTo>
                  <a:pt x="678619" y="149140"/>
                </a:lnTo>
                <a:lnTo>
                  <a:pt x="680080" y="149076"/>
                </a:lnTo>
                <a:lnTo>
                  <a:pt x="681509" y="148987"/>
                </a:lnTo>
                <a:lnTo>
                  <a:pt x="682909" y="148873"/>
                </a:lnTo>
                <a:lnTo>
                  <a:pt x="684277" y="148733"/>
                </a:lnTo>
                <a:lnTo>
                  <a:pt x="685615" y="148567"/>
                </a:lnTo>
                <a:lnTo>
                  <a:pt x="686922" y="148376"/>
                </a:lnTo>
                <a:lnTo>
                  <a:pt x="688198" y="148160"/>
                </a:lnTo>
                <a:lnTo>
                  <a:pt x="689444" y="147918"/>
                </a:lnTo>
                <a:lnTo>
                  <a:pt x="690658" y="147651"/>
                </a:lnTo>
                <a:lnTo>
                  <a:pt x="691843" y="147358"/>
                </a:lnTo>
                <a:lnTo>
                  <a:pt x="692996" y="147040"/>
                </a:lnTo>
                <a:lnTo>
                  <a:pt x="694119" y="146697"/>
                </a:lnTo>
                <a:lnTo>
                  <a:pt x="695211" y="146328"/>
                </a:lnTo>
                <a:lnTo>
                  <a:pt x="696272" y="145933"/>
                </a:lnTo>
                <a:lnTo>
                  <a:pt x="697303" y="145513"/>
                </a:lnTo>
                <a:lnTo>
                  <a:pt x="698303" y="145068"/>
                </a:lnTo>
                <a:lnTo>
                  <a:pt x="699272" y="144597"/>
                </a:lnTo>
                <a:lnTo>
                  <a:pt x="700210" y="144101"/>
                </a:lnTo>
                <a:lnTo>
                  <a:pt x="701118" y="143579"/>
                </a:lnTo>
                <a:lnTo>
                  <a:pt x="701995" y="143032"/>
                </a:lnTo>
                <a:lnTo>
                  <a:pt x="702841" y="142459"/>
                </a:lnTo>
                <a:lnTo>
                  <a:pt x="703657" y="141861"/>
                </a:lnTo>
                <a:lnTo>
                  <a:pt x="704440" y="141243"/>
                </a:lnTo>
                <a:lnTo>
                  <a:pt x="705191" y="140611"/>
                </a:lnTo>
                <a:lnTo>
                  <a:pt x="705908" y="139965"/>
                </a:lnTo>
                <a:lnTo>
                  <a:pt x="706591" y="139304"/>
                </a:lnTo>
                <a:lnTo>
                  <a:pt x="707241" y="138629"/>
                </a:lnTo>
                <a:lnTo>
                  <a:pt x="707858" y="137939"/>
                </a:lnTo>
                <a:lnTo>
                  <a:pt x="708442" y="137235"/>
                </a:lnTo>
                <a:lnTo>
                  <a:pt x="708992" y="136517"/>
                </a:lnTo>
                <a:lnTo>
                  <a:pt x="709509" y="135785"/>
                </a:lnTo>
                <a:lnTo>
                  <a:pt x="709992" y="135038"/>
                </a:lnTo>
                <a:lnTo>
                  <a:pt x="710442" y="134277"/>
                </a:lnTo>
                <a:lnTo>
                  <a:pt x="710859" y="133502"/>
                </a:lnTo>
                <a:lnTo>
                  <a:pt x="711243" y="132712"/>
                </a:lnTo>
                <a:lnTo>
                  <a:pt x="711593" y="131908"/>
                </a:lnTo>
                <a:lnTo>
                  <a:pt x="711910" y="131090"/>
                </a:lnTo>
                <a:lnTo>
                  <a:pt x="712193" y="130257"/>
                </a:lnTo>
                <a:lnTo>
                  <a:pt x="712443" y="129410"/>
                </a:lnTo>
                <a:lnTo>
                  <a:pt x="712660" y="128549"/>
                </a:lnTo>
                <a:lnTo>
                  <a:pt x="712843" y="127673"/>
                </a:lnTo>
                <a:lnTo>
                  <a:pt x="712993" y="126783"/>
                </a:lnTo>
                <a:lnTo>
                  <a:pt x="713110" y="125879"/>
                </a:lnTo>
                <a:lnTo>
                  <a:pt x="713193" y="124961"/>
                </a:lnTo>
                <a:lnTo>
                  <a:pt x="713243" y="124028"/>
                </a:lnTo>
                <a:lnTo>
                  <a:pt x="713260" y="123081"/>
                </a:lnTo>
                <a:lnTo>
                  <a:pt x="713246" y="122130"/>
                </a:lnTo>
                <a:lnTo>
                  <a:pt x="713203" y="121200"/>
                </a:lnTo>
                <a:lnTo>
                  <a:pt x="713132" y="120291"/>
                </a:lnTo>
                <a:lnTo>
                  <a:pt x="713032" y="119403"/>
                </a:lnTo>
                <a:lnTo>
                  <a:pt x="712904" y="118536"/>
                </a:lnTo>
                <a:lnTo>
                  <a:pt x="712747" y="117690"/>
                </a:lnTo>
                <a:lnTo>
                  <a:pt x="712561" y="116864"/>
                </a:lnTo>
                <a:lnTo>
                  <a:pt x="712347" y="116060"/>
                </a:lnTo>
                <a:lnTo>
                  <a:pt x="712105" y="115277"/>
                </a:lnTo>
                <a:lnTo>
                  <a:pt x="711834" y="114514"/>
                </a:lnTo>
                <a:lnTo>
                  <a:pt x="711535" y="113773"/>
                </a:lnTo>
                <a:lnTo>
                  <a:pt x="711207" y="113052"/>
                </a:lnTo>
                <a:lnTo>
                  <a:pt x="710850" y="112352"/>
                </a:lnTo>
                <a:lnTo>
                  <a:pt x="710465" y="111674"/>
                </a:lnTo>
                <a:lnTo>
                  <a:pt x="710052" y="111016"/>
                </a:lnTo>
                <a:lnTo>
                  <a:pt x="709610" y="110379"/>
                </a:lnTo>
                <a:lnTo>
                  <a:pt x="709139" y="109763"/>
                </a:lnTo>
                <a:lnTo>
                  <a:pt x="708640" y="109168"/>
                </a:lnTo>
                <a:lnTo>
                  <a:pt x="708113" y="108594"/>
                </a:lnTo>
                <a:lnTo>
                  <a:pt x="707556" y="108040"/>
                </a:lnTo>
                <a:lnTo>
                  <a:pt x="706972" y="107508"/>
                </a:lnTo>
                <a:lnTo>
                  <a:pt x="706359" y="106997"/>
                </a:lnTo>
                <a:lnTo>
                  <a:pt x="705717" y="106506"/>
                </a:lnTo>
                <a:lnTo>
                  <a:pt x="705047" y="106037"/>
                </a:lnTo>
                <a:lnTo>
                  <a:pt x="704343" y="105587"/>
                </a:lnTo>
                <a:lnTo>
                  <a:pt x="703602" y="105157"/>
                </a:lnTo>
                <a:lnTo>
                  <a:pt x="702823" y="104746"/>
                </a:lnTo>
                <a:lnTo>
                  <a:pt x="702006" y="104354"/>
                </a:lnTo>
                <a:lnTo>
                  <a:pt x="701151" y="103981"/>
                </a:lnTo>
                <a:lnTo>
                  <a:pt x="700258" y="103627"/>
                </a:lnTo>
                <a:lnTo>
                  <a:pt x="699328" y="103292"/>
                </a:lnTo>
                <a:lnTo>
                  <a:pt x="698359" y="102977"/>
                </a:lnTo>
                <a:lnTo>
                  <a:pt x="697353" y="102680"/>
                </a:lnTo>
                <a:lnTo>
                  <a:pt x="696309" y="102403"/>
                </a:lnTo>
                <a:lnTo>
                  <a:pt x="695226" y="102145"/>
                </a:lnTo>
                <a:lnTo>
                  <a:pt x="694106" y="101906"/>
                </a:lnTo>
                <a:lnTo>
                  <a:pt x="692949" y="101686"/>
                </a:lnTo>
                <a:lnTo>
                  <a:pt x="691753" y="101485"/>
                </a:lnTo>
                <a:lnTo>
                  <a:pt x="690519" y="101303"/>
                </a:lnTo>
                <a:lnTo>
                  <a:pt x="689248" y="101141"/>
                </a:lnTo>
                <a:lnTo>
                  <a:pt x="687938" y="100997"/>
                </a:lnTo>
                <a:lnTo>
                  <a:pt x="686591" y="100873"/>
                </a:lnTo>
                <a:lnTo>
                  <a:pt x="685206" y="100768"/>
                </a:lnTo>
                <a:lnTo>
                  <a:pt x="683783" y="100682"/>
                </a:lnTo>
                <a:lnTo>
                  <a:pt x="682322" y="100615"/>
                </a:lnTo>
                <a:lnTo>
                  <a:pt x="680823" y="100567"/>
                </a:lnTo>
                <a:lnTo>
                  <a:pt x="679286" y="100538"/>
                </a:lnTo>
                <a:lnTo>
                  <a:pt x="677712" y="100529"/>
                </a:lnTo>
                <a:lnTo>
                  <a:pt x="673079" y="100529"/>
                </a:lnTo>
                <a:lnTo>
                  <a:pt x="672550" y="100520"/>
                </a:lnTo>
                <a:lnTo>
                  <a:pt x="672030" y="100510"/>
                </a:lnTo>
                <a:lnTo>
                  <a:pt x="671520" y="100497"/>
                </a:lnTo>
                <a:lnTo>
                  <a:pt x="671020" y="100482"/>
                </a:lnTo>
                <a:lnTo>
                  <a:pt x="670528" y="100464"/>
                </a:lnTo>
                <a:lnTo>
                  <a:pt x="670046" y="100444"/>
                </a:lnTo>
                <a:lnTo>
                  <a:pt x="669573" y="100422"/>
                </a:lnTo>
                <a:lnTo>
                  <a:pt x="669110" y="100397"/>
                </a:lnTo>
                <a:lnTo>
                  <a:pt x="668656" y="100370"/>
                </a:lnTo>
                <a:lnTo>
                  <a:pt x="668212" y="100340"/>
                </a:lnTo>
                <a:lnTo>
                  <a:pt x="667776" y="100309"/>
                </a:lnTo>
                <a:lnTo>
                  <a:pt x="667350" y="100274"/>
                </a:lnTo>
                <a:lnTo>
                  <a:pt x="666934" y="100238"/>
                </a:lnTo>
                <a:lnTo>
                  <a:pt x="666527" y="100199"/>
                </a:lnTo>
                <a:lnTo>
                  <a:pt x="666129" y="100158"/>
                </a:lnTo>
                <a:lnTo>
                  <a:pt x="665741" y="100114"/>
                </a:lnTo>
                <a:lnTo>
                  <a:pt x="665362" y="100068"/>
                </a:lnTo>
                <a:lnTo>
                  <a:pt x="664992" y="100020"/>
                </a:lnTo>
                <a:lnTo>
                  <a:pt x="664631" y="99969"/>
                </a:lnTo>
                <a:lnTo>
                  <a:pt x="664280" y="99916"/>
                </a:lnTo>
                <a:lnTo>
                  <a:pt x="663939" y="99861"/>
                </a:lnTo>
                <a:lnTo>
                  <a:pt x="663607" y="99803"/>
                </a:lnTo>
                <a:lnTo>
                  <a:pt x="663284" y="99743"/>
                </a:lnTo>
                <a:lnTo>
                  <a:pt x="662970" y="99680"/>
                </a:lnTo>
                <a:lnTo>
                  <a:pt x="662665" y="99615"/>
                </a:lnTo>
                <a:lnTo>
                  <a:pt x="662368" y="99549"/>
                </a:lnTo>
                <a:lnTo>
                  <a:pt x="662078" y="99480"/>
                </a:lnTo>
                <a:lnTo>
                  <a:pt x="661795" y="99410"/>
                </a:lnTo>
                <a:lnTo>
                  <a:pt x="661521" y="99338"/>
                </a:lnTo>
                <a:lnTo>
                  <a:pt x="661254" y="99263"/>
                </a:lnTo>
                <a:lnTo>
                  <a:pt x="660994" y="99187"/>
                </a:lnTo>
                <a:lnTo>
                  <a:pt x="660743" y="99109"/>
                </a:lnTo>
                <a:lnTo>
                  <a:pt x="660498" y="99029"/>
                </a:lnTo>
                <a:lnTo>
                  <a:pt x="660262" y="98948"/>
                </a:lnTo>
                <a:lnTo>
                  <a:pt x="660033" y="98864"/>
                </a:lnTo>
                <a:lnTo>
                  <a:pt x="659811" y="98778"/>
                </a:lnTo>
                <a:lnTo>
                  <a:pt x="659597" y="98690"/>
                </a:lnTo>
                <a:lnTo>
                  <a:pt x="659391" y="98601"/>
                </a:lnTo>
                <a:lnTo>
                  <a:pt x="659193" y="98510"/>
                </a:lnTo>
                <a:lnTo>
                  <a:pt x="659002" y="98416"/>
                </a:lnTo>
                <a:lnTo>
                  <a:pt x="658818" y="98321"/>
                </a:lnTo>
                <a:lnTo>
                  <a:pt x="658642" y="98224"/>
                </a:lnTo>
                <a:lnTo>
                  <a:pt x="658474" y="98125"/>
                </a:lnTo>
                <a:lnTo>
                  <a:pt x="658314" y="98024"/>
                </a:lnTo>
                <a:lnTo>
                  <a:pt x="658161" y="97921"/>
                </a:lnTo>
                <a:lnTo>
                  <a:pt x="658015" y="97816"/>
                </a:lnTo>
                <a:lnTo>
                  <a:pt x="657878" y="97709"/>
                </a:lnTo>
                <a:lnTo>
                  <a:pt x="657747" y="97601"/>
                </a:lnTo>
                <a:lnTo>
                  <a:pt x="657624" y="97491"/>
                </a:lnTo>
                <a:lnTo>
                  <a:pt x="657505" y="97379"/>
                </a:lnTo>
                <a:lnTo>
                  <a:pt x="657392" y="97267"/>
                </a:lnTo>
                <a:lnTo>
                  <a:pt x="657284" y="97154"/>
                </a:lnTo>
                <a:lnTo>
                  <a:pt x="657181" y="97040"/>
                </a:lnTo>
                <a:lnTo>
                  <a:pt x="657084" y="96924"/>
                </a:lnTo>
                <a:lnTo>
                  <a:pt x="656992" y="96808"/>
                </a:lnTo>
                <a:lnTo>
                  <a:pt x="656905" y="96691"/>
                </a:lnTo>
                <a:lnTo>
                  <a:pt x="656823" y="96572"/>
                </a:lnTo>
                <a:lnTo>
                  <a:pt x="656747" y="96453"/>
                </a:lnTo>
                <a:lnTo>
                  <a:pt x="656676" y="96333"/>
                </a:lnTo>
                <a:lnTo>
                  <a:pt x="656610" y="96211"/>
                </a:lnTo>
                <a:lnTo>
                  <a:pt x="656550" y="96089"/>
                </a:lnTo>
                <a:lnTo>
                  <a:pt x="656494" y="95965"/>
                </a:lnTo>
                <a:lnTo>
                  <a:pt x="656444" y="95840"/>
                </a:lnTo>
                <a:lnTo>
                  <a:pt x="656400" y="95715"/>
                </a:lnTo>
                <a:lnTo>
                  <a:pt x="656360" y="95588"/>
                </a:lnTo>
                <a:lnTo>
                  <a:pt x="656326" y="95460"/>
                </a:lnTo>
                <a:lnTo>
                  <a:pt x="656297" y="95332"/>
                </a:lnTo>
                <a:lnTo>
                  <a:pt x="656273" y="95202"/>
                </a:lnTo>
                <a:lnTo>
                  <a:pt x="656255" y="95071"/>
                </a:lnTo>
                <a:lnTo>
                  <a:pt x="656242" y="94939"/>
                </a:lnTo>
                <a:lnTo>
                  <a:pt x="656234" y="94807"/>
                </a:lnTo>
                <a:lnTo>
                  <a:pt x="656231" y="94673"/>
                </a:lnTo>
                <a:lnTo>
                  <a:pt x="656236" y="94482"/>
                </a:lnTo>
                <a:lnTo>
                  <a:pt x="656249" y="94292"/>
                </a:lnTo>
                <a:lnTo>
                  <a:pt x="656271" y="94103"/>
                </a:lnTo>
                <a:lnTo>
                  <a:pt x="656301" y="93914"/>
                </a:lnTo>
                <a:lnTo>
                  <a:pt x="656341" y="93726"/>
                </a:lnTo>
                <a:lnTo>
                  <a:pt x="656389" y="93538"/>
                </a:lnTo>
                <a:lnTo>
                  <a:pt x="656446" y="93351"/>
                </a:lnTo>
                <a:lnTo>
                  <a:pt x="656512" y="93165"/>
                </a:lnTo>
                <a:lnTo>
                  <a:pt x="656586" y="92979"/>
                </a:lnTo>
                <a:lnTo>
                  <a:pt x="656670" y="92793"/>
                </a:lnTo>
                <a:lnTo>
                  <a:pt x="656762" y="92609"/>
                </a:lnTo>
                <a:lnTo>
                  <a:pt x="656863" y="92425"/>
                </a:lnTo>
                <a:lnTo>
                  <a:pt x="656973" y="92241"/>
                </a:lnTo>
                <a:lnTo>
                  <a:pt x="657091" y="92058"/>
                </a:lnTo>
                <a:lnTo>
                  <a:pt x="657218" y="91876"/>
                </a:lnTo>
                <a:lnTo>
                  <a:pt x="657354" y="91694"/>
                </a:lnTo>
                <a:lnTo>
                  <a:pt x="657499" y="91513"/>
                </a:lnTo>
                <a:lnTo>
                  <a:pt x="657653" y="91332"/>
                </a:lnTo>
                <a:lnTo>
                  <a:pt x="657815" y="91152"/>
                </a:lnTo>
                <a:lnTo>
                  <a:pt x="657986" y="90973"/>
                </a:lnTo>
                <a:lnTo>
                  <a:pt x="658166" y="90794"/>
                </a:lnTo>
                <a:lnTo>
                  <a:pt x="658355" y="90616"/>
                </a:lnTo>
                <a:lnTo>
                  <a:pt x="658552" y="90438"/>
                </a:lnTo>
                <a:lnTo>
                  <a:pt x="658758" y="90261"/>
                </a:lnTo>
                <a:lnTo>
                  <a:pt x="658973" y="90086"/>
                </a:lnTo>
                <a:lnTo>
                  <a:pt x="659194" y="89914"/>
                </a:lnTo>
                <a:lnTo>
                  <a:pt x="659423" y="89747"/>
                </a:lnTo>
                <a:lnTo>
                  <a:pt x="659659" y="89583"/>
                </a:lnTo>
                <a:lnTo>
                  <a:pt x="659903" y="89424"/>
                </a:lnTo>
                <a:lnTo>
                  <a:pt x="660153" y="89268"/>
                </a:lnTo>
                <a:lnTo>
                  <a:pt x="660412" y="89116"/>
                </a:lnTo>
                <a:lnTo>
                  <a:pt x="660677" y="88968"/>
                </a:lnTo>
                <a:lnTo>
                  <a:pt x="660950" y="88823"/>
                </a:lnTo>
                <a:lnTo>
                  <a:pt x="661230" y="88683"/>
                </a:lnTo>
                <a:lnTo>
                  <a:pt x="661517" y="88546"/>
                </a:lnTo>
                <a:lnTo>
                  <a:pt x="661812" y="88413"/>
                </a:lnTo>
                <a:lnTo>
                  <a:pt x="662114" y="88284"/>
                </a:lnTo>
                <a:lnTo>
                  <a:pt x="662423" y="88159"/>
                </a:lnTo>
                <a:lnTo>
                  <a:pt x="662740" y="88038"/>
                </a:lnTo>
                <a:lnTo>
                  <a:pt x="663064" y="87920"/>
                </a:lnTo>
                <a:lnTo>
                  <a:pt x="663395" y="87807"/>
                </a:lnTo>
                <a:lnTo>
                  <a:pt x="663498" y="87773"/>
                </a:lnTo>
                <a:lnTo>
                  <a:pt x="663722" y="87847"/>
                </a:lnTo>
                <a:lnTo>
                  <a:pt x="664381" y="88047"/>
                </a:lnTo>
                <a:lnTo>
                  <a:pt x="665050" y="88233"/>
                </a:lnTo>
                <a:lnTo>
                  <a:pt x="665729" y="88405"/>
                </a:lnTo>
                <a:lnTo>
                  <a:pt x="666418" y="88563"/>
                </a:lnTo>
                <a:lnTo>
                  <a:pt x="667118" y="88708"/>
                </a:lnTo>
                <a:lnTo>
                  <a:pt x="667828" y="88839"/>
                </a:lnTo>
                <a:lnTo>
                  <a:pt x="668549" y="88956"/>
                </a:lnTo>
                <a:lnTo>
                  <a:pt x="669279" y="89059"/>
                </a:lnTo>
                <a:lnTo>
                  <a:pt x="670020" y="89148"/>
                </a:lnTo>
                <a:lnTo>
                  <a:pt x="670771" y="89224"/>
                </a:lnTo>
                <a:lnTo>
                  <a:pt x="671532" y="89286"/>
                </a:lnTo>
                <a:lnTo>
                  <a:pt x="672303" y="89334"/>
                </a:lnTo>
                <a:lnTo>
                  <a:pt x="673085" y="89369"/>
                </a:lnTo>
                <a:lnTo>
                  <a:pt x="673877" y="89389"/>
                </a:lnTo>
                <a:lnTo>
                  <a:pt x="674679" y="89396"/>
                </a:lnTo>
                <a:lnTo>
                  <a:pt x="675509" y="89390"/>
                </a:lnTo>
                <a:lnTo>
                  <a:pt x="676326" y="89369"/>
                </a:lnTo>
                <a:lnTo>
                  <a:pt x="677132" y="89335"/>
                </a:lnTo>
                <a:lnTo>
                  <a:pt x="677926" y="89287"/>
                </a:lnTo>
                <a:lnTo>
                  <a:pt x="678708" y="89226"/>
                </a:lnTo>
                <a:lnTo>
                  <a:pt x="679478" y="89151"/>
                </a:lnTo>
                <a:lnTo>
                  <a:pt x="680236" y="89063"/>
                </a:lnTo>
                <a:lnTo>
                  <a:pt x="680983" y="88961"/>
                </a:lnTo>
                <a:lnTo>
                  <a:pt x="681718" y="88845"/>
                </a:lnTo>
                <a:lnTo>
                  <a:pt x="682440" y="88715"/>
                </a:lnTo>
                <a:lnTo>
                  <a:pt x="683151" y="88573"/>
                </a:lnTo>
                <a:lnTo>
                  <a:pt x="683851" y="88416"/>
                </a:lnTo>
                <a:lnTo>
                  <a:pt x="684538" y="88246"/>
                </a:lnTo>
                <a:lnTo>
                  <a:pt x="685213" y="88062"/>
                </a:lnTo>
                <a:lnTo>
                  <a:pt x="685877" y="87864"/>
                </a:lnTo>
                <a:lnTo>
                  <a:pt x="686529" y="87653"/>
                </a:lnTo>
                <a:lnTo>
                  <a:pt x="687168" y="87429"/>
                </a:lnTo>
                <a:lnTo>
                  <a:pt x="687797" y="87190"/>
                </a:lnTo>
                <a:lnTo>
                  <a:pt x="688413" y="86939"/>
                </a:lnTo>
                <a:lnTo>
                  <a:pt x="689017" y="86673"/>
                </a:lnTo>
                <a:lnTo>
                  <a:pt x="689610" y="86394"/>
                </a:lnTo>
                <a:lnTo>
                  <a:pt x="690190" y="86101"/>
                </a:lnTo>
                <a:lnTo>
                  <a:pt x="690759" y="85795"/>
                </a:lnTo>
                <a:lnTo>
                  <a:pt x="691316" y="85475"/>
                </a:lnTo>
                <a:lnTo>
                  <a:pt x="691862" y="85143"/>
                </a:lnTo>
                <a:lnTo>
                  <a:pt x="692396" y="84803"/>
                </a:lnTo>
                <a:lnTo>
                  <a:pt x="692919" y="84453"/>
                </a:lnTo>
                <a:lnTo>
                  <a:pt x="693430" y="84095"/>
                </a:lnTo>
                <a:lnTo>
                  <a:pt x="693931" y="83727"/>
                </a:lnTo>
                <a:lnTo>
                  <a:pt x="694420" y="83351"/>
                </a:lnTo>
                <a:lnTo>
                  <a:pt x="694898" y="82966"/>
                </a:lnTo>
                <a:lnTo>
                  <a:pt x="695364" y="82571"/>
                </a:lnTo>
                <a:lnTo>
                  <a:pt x="695820" y="82168"/>
                </a:lnTo>
                <a:lnTo>
                  <a:pt x="696264" y="81756"/>
                </a:lnTo>
                <a:lnTo>
                  <a:pt x="696696" y="81334"/>
                </a:lnTo>
                <a:lnTo>
                  <a:pt x="697118" y="80904"/>
                </a:lnTo>
                <a:lnTo>
                  <a:pt x="697528" y="80465"/>
                </a:lnTo>
                <a:lnTo>
                  <a:pt x="697927" y="80017"/>
                </a:lnTo>
                <a:lnTo>
                  <a:pt x="698315" y="79559"/>
                </a:lnTo>
                <a:lnTo>
                  <a:pt x="698692" y="79093"/>
                </a:lnTo>
                <a:lnTo>
                  <a:pt x="699057" y="78618"/>
                </a:lnTo>
                <a:lnTo>
                  <a:pt x="699411" y="78134"/>
                </a:lnTo>
                <a:lnTo>
                  <a:pt x="699754" y="77641"/>
                </a:lnTo>
                <a:lnTo>
                  <a:pt x="700085" y="77139"/>
                </a:lnTo>
                <a:lnTo>
                  <a:pt x="700405" y="76628"/>
                </a:lnTo>
                <a:lnTo>
                  <a:pt x="700714" y="76108"/>
                </a:lnTo>
                <a:lnTo>
                  <a:pt x="701012" y="75579"/>
                </a:lnTo>
                <a:lnTo>
                  <a:pt x="701298" y="75041"/>
                </a:lnTo>
                <a:lnTo>
                  <a:pt x="701573" y="74496"/>
                </a:lnTo>
                <a:lnTo>
                  <a:pt x="701836" y="73947"/>
                </a:lnTo>
                <a:lnTo>
                  <a:pt x="702088" y="73393"/>
                </a:lnTo>
                <a:lnTo>
                  <a:pt x="702328" y="72835"/>
                </a:lnTo>
                <a:lnTo>
                  <a:pt x="702556" y="72273"/>
                </a:lnTo>
                <a:lnTo>
                  <a:pt x="702772" y="71706"/>
                </a:lnTo>
                <a:lnTo>
                  <a:pt x="702977" y="71136"/>
                </a:lnTo>
                <a:lnTo>
                  <a:pt x="703170" y="70560"/>
                </a:lnTo>
                <a:lnTo>
                  <a:pt x="703352" y="69981"/>
                </a:lnTo>
                <a:lnTo>
                  <a:pt x="703521" y="69397"/>
                </a:lnTo>
                <a:lnTo>
                  <a:pt x="703679" y="68809"/>
                </a:lnTo>
                <a:lnTo>
                  <a:pt x="703825" y="68216"/>
                </a:lnTo>
                <a:lnTo>
                  <a:pt x="703960" y="67619"/>
                </a:lnTo>
                <a:lnTo>
                  <a:pt x="704083" y="67018"/>
                </a:lnTo>
                <a:lnTo>
                  <a:pt x="704194" y="66412"/>
                </a:lnTo>
                <a:lnTo>
                  <a:pt x="704293" y="65802"/>
                </a:lnTo>
                <a:lnTo>
                  <a:pt x="704381" y="65188"/>
                </a:lnTo>
                <a:lnTo>
                  <a:pt x="704457" y="64570"/>
                </a:lnTo>
                <a:lnTo>
                  <a:pt x="704522" y="63947"/>
                </a:lnTo>
                <a:lnTo>
                  <a:pt x="704574" y="63319"/>
                </a:lnTo>
                <a:lnTo>
                  <a:pt x="704615" y="62688"/>
                </a:lnTo>
                <a:lnTo>
                  <a:pt x="704644" y="62052"/>
                </a:lnTo>
                <a:lnTo>
                  <a:pt x="704662" y="61411"/>
                </a:lnTo>
                <a:lnTo>
                  <a:pt x="704668" y="60767"/>
                </a:lnTo>
                <a:lnTo>
                  <a:pt x="704662" y="60101"/>
                </a:lnTo>
                <a:lnTo>
                  <a:pt x="704645" y="59440"/>
                </a:lnTo>
                <a:lnTo>
                  <a:pt x="704616" y="58785"/>
                </a:lnTo>
                <a:lnTo>
                  <a:pt x="704575" y="58134"/>
                </a:lnTo>
                <a:lnTo>
                  <a:pt x="704523" y="57489"/>
                </a:lnTo>
                <a:lnTo>
                  <a:pt x="704460" y="56849"/>
                </a:lnTo>
                <a:lnTo>
                  <a:pt x="704385" y="56213"/>
                </a:lnTo>
                <a:lnTo>
                  <a:pt x="704298" y="55583"/>
                </a:lnTo>
                <a:lnTo>
                  <a:pt x="704200" y="54958"/>
                </a:lnTo>
                <a:lnTo>
                  <a:pt x="704090" y="54338"/>
                </a:lnTo>
                <a:lnTo>
                  <a:pt x="703969" y="53724"/>
                </a:lnTo>
                <a:lnTo>
                  <a:pt x="703836" y="53114"/>
                </a:lnTo>
                <a:lnTo>
                  <a:pt x="703691" y="52509"/>
                </a:lnTo>
                <a:lnTo>
                  <a:pt x="703536" y="51910"/>
                </a:lnTo>
                <a:lnTo>
                  <a:pt x="703368" y="51315"/>
                </a:lnTo>
                <a:lnTo>
                  <a:pt x="703189" y="50726"/>
                </a:lnTo>
                <a:lnTo>
                  <a:pt x="702998" y="50142"/>
                </a:lnTo>
                <a:lnTo>
                  <a:pt x="702796" y="49563"/>
                </a:lnTo>
                <a:lnTo>
                  <a:pt x="702582" y="48989"/>
                </a:lnTo>
                <a:lnTo>
                  <a:pt x="702357" y="48420"/>
                </a:lnTo>
                <a:lnTo>
                  <a:pt x="702120" y="47856"/>
                </a:lnTo>
                <a:lnTo>
                  <a:pt x="701872" y="47297"/>
                </a:lnTo>
                <a:lnTo>
                  <a:pt x="701612" y="46744"/>
                </a:lnTo>
                <a:lnTo>
                  <a:pt x="701340" y="46195"/>
                </a:lnTo>
                <a:lnTo>
                  <a:pt x="701057" y="45654"/>
                </a:lnTo>
                <a:lnTo>
                  <a:pt x="700763" y="45121"/>
                </a:lnTo>
                <a:lnTo>
                  <a:pt x="700457" y="44598"/>
                </a:lnTo>
                <a:lnTo>
                  <a:pt x="700140" y="44085"/>
                </a:lnTo>
                <a:lnTo>
                  <a:pt x="699811" y="43580"/>
                </a:lnTo>
                <a:lnTo>
                  <a:pt x="699471" y="43085"/>
                </a:lnTo>
                <a:lnTo>
                  <a:pt x="699120" y="42599"/>
                </a:lnTo>
                <a:lnTo>
                  <a:pt x="698757" y="42123"/>
                </a:lnTo>
                <a:lnTo>
                  <a:pt x="698383" y="41655"/>
                </a:lnTo>
                <a:lnTo>
                  <a:pt x="697997" y="41197"/>
                </a:lnTo>
                <a:lnTo>
                  <a:pt x="697600" y="40749"/>
                </a:lnTo>
                <a:lnTo>
                  <a:pt x="697192" y="40309"/>
                </a:lnTo>
                <a:lnTo>
                  <a:pt x="696772" y="39879"/>
                </a:lnTo>
                <a:lnTo>
                  <a:pt x="696371" y="39489"/>
                </a:lnTo>
                <a:lnTo>
                  <a:pt x="696457" y="39374"/>
                </a:lnTo>
                <a:lnTo>
                  <a:pt x="696735" y="39024"/>
                </a:lnTo>
                <a:lnTo>
                  <a:pt x="697018" y="38687"/>
                </a:lnTo>
                <a:close/>
                <a:moveTo>
                  <a:pt x="672590" y="79650"/>
                </a:moveTo>
                <a:lnTo>
                  <a:pt x="672060" y="79576"/>
                </a:lnTo>
                <a:lnTo>
                  <a:pt x="671536" y="79485"/>
                </a:lnTo>
                <a:lnTo>
                  <a:pt x="671018" y="79378"/>
                </a:lnTo>
                <a:lnTo>
                  <a:pt x="670505" y="79254"/>
                </a:lnTo>
                <a:lnTo>
                  <a:pt x="669997" y="79114"/>
                </a:lnTo>
                <a:lnTo>
                  <a:pt x="669496" y="78957"/>
                </a:lnTo>
                <a:lnTo>
                  <a:pt x="668999" y="78784"/>
                </a:lnTo>
                <a:lnTo>
                  <a:pt x="668509" y="78594"/>
                </a:lnTo>
                <a:lnTo>
                  <a:pt x="668024" y="78388"/>
                </a:lnTo>
                <a:lnTo>
                  <a:pt x="667544" y="78165"/>
                </a:lnTo>
                <a:lnTo>
                  <a:pt x="667070" y="77926"/>
                </a:lnTo>
                <a:lnTo>
                  <a:pt x="666602" y="77670"/>
                </a:lnTo>
                <a:lnTo>
                  <a:pt x="666139" y="77398"/>
                </a:lnTo>
                <a:lnTo>
                  <a:pt x="665682" y="77109"/>
                </a:lnTo>
                <a:lnTo>
                  <a:pt x="665230" y="76804"/>
                </a:lnTo>
                <a:lnTo>
                  <a:pt x="664784" y="76482"/>
                </a:lnTo>
                <a:lnTo>
                  <a:pt x="664343" y="76144"/>
                </a:lnTo>
                <a:lnTo>
                  <a:pt x="663908" y="75789"/>
                </a:lnTo>
                <a:lnTo>
                  <a:pt x="663478" y="75418"/>
                </a:lnTo>
                <a:lnTo>
                  <a:pt x="663054" y="75030"/>
                </a:lnTo>
                <a:lnTo>
                  <a:pt x="662642" y="74626"/>
                </a:lnTo>
                <a:lnTo>
                  <a:pt x="662247" y="74204"/>
                </a:lnTo>
                <a:lnTo>
                  <a:pt x="661870" y="73766"/>
                </a:lnTo>
                <a:lnTo>
                  <a:pt x="661510" y="73311"/>
                </a:lnTo>
                <a:lnTo>
                  <a:pt x="661168" y="72839"/>
                </a:lnTo>
                <a:lnTo>
                  <a:pt x="660843" y="72351"/>
                </a:lnTo>
                <a:lnTo>
                  <a:pt x="660536" y="71845"/>
                </a:lnTo>
                <a:lnTo>
                  <a:pt x="660246" y="71323"/>
                </a:lnTo>
                <a:lnTo>
                  <a:pt x="659974" y="70784"/>
                </a:lnTo>
                <a:lnTo>
                  <a:pt x="659720" y="70228"/>
                </a:lnTo>
                <a:lnTo>
                  <a:pt x="659483" y="69655"/>
                </a:lnTo>
                <a:lnTo>
                  <a:pt x="659264" y="69066"/>
                </a:lnTo>
                <a:lnTo>
                  <a:pt x="659062" y="68460"/>
                </a:lnTo>
                <a:lnTo>
                  <a:pt x="658878" y="67837"/>
                </a:lnTo>
                <a:lnTo>
                  <a:pt x="658711" y="67197"/>
                </a:lnTo>
                <a:lnTo>
                  <a:pt x="658562" y="66540"/>
                </a:lnTo>
                <a:lnTo>
                  <a:pt x="658430" y="65867"/>
                </a:lnTo>
                <a:lnTo>
                  <a:pt x="658316" y="65177"/>
                </a:lnTo>
                <a:lnTo>
                  <a:pt x="658219" y="64470"/>
                </a:lnTo>
                <a:lnTo>
                  <a:pt x="658141" y="63746"/>
                </a:lnTo>
                <a:lnTo>
                  <a:pt x="658079" y="63005"/>
                </a:lnTo>
                <a:lnTo>
                  <a:pt x="658035" y="62248"/>
                </a:lnTo>
                <a:lnTo>
                  <a:pt x="658009" y="61474"/>
                </a:lnTo>
                <a:lnTo>
                  <a:pt x="658000" y="60683"/>
                </a:lnTo>
                <a:lnTo>
                  <a:pt x="658008" y="59898"/>
                </a:lnTo>
                <a:lnTo>
                  <a:pt x="658033" y="59130"/>
                </a:lnTo>
                <a:lnTo>
                  <a:pt x="658074" y="58378"/>
                </a:lnTo>
                <a:lnTo>
                  <a:pt x="658131" y="57642"/>
                </a:lnTo>
                <a:lnTo>
                  <a:pt x="658205" y="56922"/>
                </a:lnTo>
                <a:lnTo>
                  <a:pt x="658295" y="56218"/>
                </a:lnTo>
                <a:lnTo>
                  <a:pt x="658401" y="55530"/>
                </a:lnTo>
                <a:lnTo>
                  <a:pt x="658524" y="54859"/>
                </a:lnTo>
                <a:lnTo>
                  <a:pt x="658663" y="54203"/>
                </a:lnTo>
                <a:lnTo>
                  <a:pt x="658819" y="53563"/>
                </a:lnTo>
                <a:lnTo>
                  <a:pt x="658991" y="52940"/>
                </a:lnTo>
                <a:lnTo>
                  <a:pt x="659179" y="52332"/>
                </a:lnTo>
                <a:lnTo>
                  <a:pt x="659384" y="51740"/>
                </a:lnTo>
                <a:lnTo>
                  <a:pt x="659605" y="51165"/>
                </a:lnTo>
                <a:lnTo>
                  <a:pt x="659843" y="50605"/>
                </a:lnTo>
                <a:lnTo>
                  <a:pt x="660097" y="50062"/>
                </a:lnTo>
                <a:lnTo>
                  <a:pt x="660367" y="49535"/>
                </a:lnTo>
                <a:lnTo>
                  <a:pt x="660654" y="49023"/>
                </a:lnTo>
                <a:lnTo>
                  <a:pt x="660957" y="48528"/>
                </a:lnTo>
                <a:lnTo>
                  <a:pt x="661276" y="48049"/>
                </a:lnTo>
                <a:lnTo>
                  <a:pt x="661612" y="47586"/>
                </a:lnTo>
                <a:lnTo>
                  <a:pt x="661964" y="47139"/>
                </a:lnTo>
                <a:lnTo>
                  <a:pt x="662333" y="46708"/>
                </a:lnTo>
                <a:lnTo>
                  <a:pt x="662717" y="46293"/>
                </a:lnTo>
                <a:lnTo>
                  <a:pt x="663115" y="45894"/>
                </a:lnTo>
                <a:lnTo>
                  <a:pt x="663523" y="45513"/>
                </a:lnTo>
                <a:lnTo>
                  <a:pt x="663940" y="45148"/>
                </a:lnTo>
                <a:lnTo>
                  <a:pt x="664367" y="44800"/>
                </a:lnTo>
                <a:lnTo>
                  <a:pt x="664804" y="44470"/>
                </a:lnTo>
                <a:lnTo>
                  <a:pt x="665250" y="44156"/>
                </a:lnTo>
                <a:lnTo>
                  <a:pt x="665706" y="43859"/>
                </a:lnTo>
                <a:lnTo>
                  <a:pt x="666171" y="43580"/>
                </a:lnTo>
                <a:lnTo>
                  <a:pt x="666646" y="43317"/>
                </a:lnTo>
                <a:lnTo>
                  <a:pt x="667131" y="43071"/>
                </a:lnTo>
                <a:lnTo>
                  <a:pt x="667626" y="42842"/>
                </a:lnTo>
                <a:lnTo>
                  <a:pt x="668130" y="42630"/>
                </a:lnTo>
                <a:lnTo>
                  <a:pt x="668643" y="42435"/>
                </a:lnTo>
                <a:lnTo>
                  <a:pt x="669167" y="42257"/>
                </a:lnTo>
                <a:lnTo>
                  <a:pt x="669700" y="42096"/>
                </a:lnTo>
                <a:lnTo>
                  <a:pt x="670243" y="41952"/>
                </a:lnTo>
                <a:lnTo>
                  <a:pt x="670795" y="41824"/>
                </a:lnTo>
                <a:lnTo>
                  <a:pt x="671357" y="41714"/>
                </a:lnTo>
                <a:lnTo>
                  <a:pt x="671929" y="41621"/>
                </a:lnTo>
                <a:lnTo>
                  <a:pt x="672510" y="41545"/>
                </a:lnTo>
                <a:lnTo>
                  <a:pt x="673101" y="41485"/>
                </a:lnTo>
                <a:lnTo>
                  <a:pt x="673702" y="41443"/>
                </a:lnTo>
                <a:lnTo>
                  <a:pt x="674312" y="41418"/>
                </a:lnTo>
                <a:lnTo>
                  <a:pt x="674932" y="41409"/>
                </a:lnTo>
                <a:lnTo>
                  <a:pt x="675551" y="41417"/>
                </a:lnTo>
                <a:lnTo>
                  <a:pt x="676161" y="41442"/>
                </a:lnTo>
                <a:lnTo>
                  <a:pt x="676759" y="41483"/>
                </a:lnTo>
                <a:lnTo>
                  <a:pt x="677348" y="41541"/>
                </a:lnTo>
                <a:lnTo>
                  <a:pt x="677926" y="41615"/>
                </a:lnTo>
                <a:lnTo>
                  <a:pt x="678494" y="41706"/>
                </a:lnTo>
                <a:lnTo>
                  <a:pt x="679051" y="41814"/>
                </a:lnTo>
                <a:lnTo>
                  <a:pt x="679598" y="41937"/>
                </a:lnTo>
                <a:lnTo>
                  <a:pt x="680134" y="42078"/>
                </a:lnTo>
                <a:lnTo>
                  <a:pt x="680660" y="42234"/>
                </a:lnTo>
                <a:lnTo>
                  <a:pt x="681176" y="42408"/>
                </a:lnTo>
                <a:lnTo>
                  <a:pt x="681681" y="42598"/>
                </a:lnTo>
                <a:lnTo>
                  <a:pt x="682176" y="42804"/>
                </a:lnTo>
                <a:lnTo>
                  <a:pt x="682661" y="43027"/>
                </a:lnTo>
                <a:lnTo>
                  <a:pt x="683135" y="43266"/>
                </a:lnTo>
                <a:lnTo>
                  <a:pt x="683599" y="43522"/>
                </a:lnTo>
                <a:lnTo>
                  <a:pt x="684052" y="43795"/>
                </a:lnTo>
                <a:lnTo>
                  <a:pt x="684495" y="44083"/>
                </a:lnTo>
                <a:lnTo>
                  <a:pt x="684928" y="44389"/>
                </a:lnTo>
                <a:lnTo>
                  <a:pt x="685350" y="44711"/>
                </a:lnTo>
                <a:lnTo>
                  <a:pt x="685762" y="45049"/>
                </a:lnTo>
                <a:lnTo>
                  <a:pt x="686164" y="45404"/>
                </a:lnTo>
                <a:lnTo>
                  <a:pt x="686555" y="45776"/>
                </a:lnTo>
                <a:lnTo>
                  <a:pt x="686936" y="46164"/>
                </a:lnTo>
                <a:lnTo>
                  <a:pt x="687303" y="46568"/>
                </a:lnTo>
                <a:lnTo>
                  <a:pt x="687656" y="46991"/>
                </a:lnTo>
                <a:lnTo>
                  <a:pt x="687992" y="47431"/>
                </a:lnTo>
                <a:lnTo>
                  <a:pt x="688313" y="47889"/>
                </a:lnTo>
                <a:lnTo>
                  <a:pt x="688618" y="48365"/>
                </a:lnTo>
                <a:lnTo>
                  <a:pt x="688907" y="48858"/>
                </a:lnTo>
                <a:lnTo>
                  <a:pt x="689181" y="49369"/>
                </a:lnTo>
                <a:lnTo>
                  <a:pt x="689439" y="49898"/>
                </a:lnTo>
                <a:lnTo>
                  <a:pt x="689682" y="50445"/>
                </a:lnTo>
                <a:lnTo>
                  <a:pt x="689909" y="51009"/>
                </a:lnTo>
                <a:lnTo>
                  <a:pt x="690120" y="51591"/>
                </a:lnTo>
                <a:lnTo>
                  <a:pt x="690316" y="52191"/>
                </a:lnTo>
                <a:lnTo>
                  <a:pt x="690496" y="52808"/>
                </a:lnTo>
                <a:lnTo>
                  <a:pt x="690660" y="53444"/>
                </a:lnTo>
                <a:lnTo>
                  <a:pt x="690809" y="54096"/>
                </a:lnTo>
                <a:lnTo>
                  <a:pt x="690942" y="54767"/>
                </a:lnTo>
                <a:lnTo>
                  <a:pt x="691059" y="55455"/>
                </a:lnTo>
                <a:lnTo>
                  <a:pt x="691161" y="56161"/>
                </a:lnTo>
                <a:lnTo>
                  <a:pt x="691247" y="56885"/>
                </a:lnTo>
                <a:lnTo>
                  <a:pt x="691317" y="57626"/>
                </a:lnTo>
                <a:lnTo>
                  <a:pt x="691372" y="58386"/>
                </a:lnTo>
                <a:lnTo>
                  <a:pt x="691411" y="59163"/>
                </a:lnTo>
                <a:lnTo>
                  <a:pt x="691435" y="59957"/>
                </a:lnTo>
                <a:lnTo>
                  <a:pt x="691442" y="60769"/>
                </a:lnTo>
                <a:lnTo>
                  <a:pt x="691434" y="61546"/>
                </a:lnTo>
                <a:lnTo>
                  <a:pt x="691410" y="62307"/>
                </a:lnTo>
                <a:lnTo>
                  <a:pt x="691370" y="63052"/>
                </a:lnTo>
                <a:lnTo>
                  <a:pt x="691314" y="63781"/>
                </a:lnTo>
                <a:lnTo>
                  <a:pt x="691241" y="64494"/>
                </a:lnTo>
                <a:lnTo>
                  <a:pt x="691153" y="65190"/>
                </a:lnTo>
                <a:lnTo>
                  <a:pt x="691048" y="65871"/>
                </a:lnTo>
                <a:lnTo>
                  <a:pt x="690928" y="66535"/>
                </a:lnTo>
                <a:lnTo>
                  <a:pt x="690791" y="67184"/>
                </a:lnTo>
                <a:lnTo>
                  <a:pt x="690638" y="67816"/>
                </a:lnTo>
                <a:lnTo>
                  <a:pt x="690469" y="68433"/>
                </a:lnTo>
                <a:lnTo>
                  <a:pt x="690284" y="69033"/>
                </a:lnTo>
                <a:lnTo>
                  <a:pt x="690083" y="69617"/>
                </a:lnTo>
                <a:lnTo>
                  <a:pt x="689866" y="70186"/>
                </a:lnTo>
                <a:lnTo>
                  <a:pt x="689633" y="70738"/>
                </a:lnTo>
                <a:lnTo>
                  <a:pt x="689383" y="71274"/>
                </a:lnTo>
                <a:lnTo>
                  <a:pt x="689118" y="71794"/>
                </a:lnTo>
                <a:lnTo>
                  <a:pt x="688836" y="72298"/>
                </a:lnTo>
                <a:lnTo>
                  <a:pt x="688539" y="72786"/>
                </a:lnTo>
                <a:lnTo>
                  <a:pt x="688225" y="73258"/>
                </a:lnTo>
                <a:lnTo>
                  <a:pt x="687895" y="73714"/>
                </a:lnTo>
                <a:lnTo>
                  <a:pt x="687549" y="74154"/>
                </a:lnTo>
                <a:lnTo>
                  <a:pt x="687187" y="74578"/>
                </a:lnTo>
                <a:lnTo>
                  <a:pt x="686809" y="74985"/>
                </a:lnTo>
                <a:lnTo>
                  <a:pt x="686418" y="75377"/>
                </a:lnTo>
                <a:lnTo>
                  <a:pt x="686018" y="75752"/>
                </a:lnTo>
                <a:lnTo>
                  <a:pt x="685608" y="76110"/>
                </a:lnTo>
                <a:lnTo>
                  <a:pt x="685188" y="76451"/>
                </a:lnTo>
                <a:lnTo>
                  <a:pt x="684758" y="76776"/>
                </a:lnTo>
                <a:lnTo>
                  <a:pt x="684319" y="77084"/>
                </a:lnTo>
                <a:lnTo>
                  <a:pt x="683870" y="77375"/>
                </a:lnTo>
                <a:lnTo>
                  <a:pt x="683412" y="77650"/>
                </a:lnTo>
                <a:lnTo>
                  <a:pt x="682944" y="77908"/>
                </a:lnTo>
                <a:lnTo>
                  <a:pt x="682466" y="78150"/>
                </a:lnTo>
                <a:lnTo>
                  <a:pt x="681978" y="78375"/>
                </a:lnTo>
                <a:lnTo>
                  <a:pt x="681481" y="78583"/>
                </a:lnTo>
                <a:lnTo>
                  <a:pt x="680975" y="78774"/>
                </a:lnTo>
                <a:lnTo>
                  <a:pt x="680458" y="78949"/>
                </a:lnTo>
                <a:lnTo>
                  <a:pt x="679932" y="79107"/>
                </a:lnTo>
                <a:lnTo>
                  <a:pt x="679396" y="79249"/>
                </a:lnTo>
                <a:lnTo>
                  <a:pt x="678851" y="79374"/>
                </a:lnTo>
                <a:lnTo>
                  <a:pt x="678296" y="79482"/>
                </a:lnTo>
                <a:lnTo>
                  <a:pt x="677731" y="79574"/>
                </a:lnTo>
                <a:lnTo>
                  <a:pt x="677157" y="79649"/>
                </a:lnTo>
                <a:lnTo>
                  <a:pt x="676573" y="79707"/>
                </a:lnTo>
                <a:lnTo>
                  <a:pt x="675980" y="79749"/>
                </a:lnTo>
                <a:lnTo>
                  <a:pt x="675376" y="79774"/>
                </a:lnTo>
                <a:lnTo>
                  <a:pt x="674763" y="79782"/>
                </a:lnTo>
                <a:lnTo>
                  <a:pt x="674212" y="79774"/>
                </a:lnTo>
                <a:lnTo>
                  <a:pt x="673665" y="79749"/>
                </a:lnTo>
                <a:lnTo>
                  <a:pt x="673125" y="79708"/>
                </a:lnTo>
                <a:lnTo>
                  <a:pt x="672590" y="79650"/>
                </a:lnTo>
                <a:close/>
                <a:moveTo>
                  <a:pt x="670781" y="138814"/>
                </a:moveTo>
                <a:lnTo>
                  <a:pt x="669951" y="138738"/>
                </a:lnTo>
                <a:lnTo>
                  <a:pt x="669145" y="138648"/>
                </a:lnTo>
                <a:lnTo>
                  <a:pt x="668361" y="138545"/>
                </a:lnTo>
                <a:lnTo>
                  <a:pt x="667601" y="138428"/>
                </a:lnTo>
                <a:lnTo>
                  <a:pt x="666863" y="138297"/>
                </a:lnTo>
                <a:lnTo>
                  <a:pt x="666147" y="138152"/>
                </a:lnTo>
                <a:lnTo>
                  <a:pt x="665455" y="137994"/>
                </a:lnTo>
                <a:lnTo>
                  <a:pt x="664786" y="137821"/>
                </a:lnTo>
                <a:lnTo>
                  <a:pt x="664139" y="137635"/>
                </a:lnTo>
                <a:lnTo>
                  <a:pt x="663515" y="137436"/>
                </a:lnTo>
                <a:lnTo>
                  <a:pt x="662914" y="137222"/>
                </a:lnTo>
                <a:lnTo>
                  <a:pt x="662336" y="136995"/>
                </a:lnTo>
                <a:lnTo>
                  <a:pt x="661780" y="136753"/>
                </a:lnTo>
                <a:lnTo>
                  <a:pt x="661248" y="136498"/>
                </a:lnTo>
                <a:lnTo>
                  <a:pt x="660738" y="136230"/>
                </a:lnTo>
                <a:lnTo>
                  <a:pt x="660251" y="135947"/>
                </a:lnTo>
                <a:lnTo>
                  <a:pt x="659787" y="135651"/>
                </a:lnTo>
                <a:lnTo>
                  <a:pt x="659345" y="135341"/>
                </a:lnTo>
                <a:lnTo>
                  <a:pt x="658927" y="135017"/>
                </a:lnTo>
                <a:lnTo>
                  <a:pt x="658528" y="134684"/>
                </a:lnTo>
                <a:lnTo>
                  <a:pt x="658146" y="134347"/>
                </a:lnTo>
                <a:lnTo>
                  <a:pt x="657782" y="134005"/>
                </a:lnTo>
                <a:lnTo>
                  <a:pt x="657434" y="133659"/>
                </a:lnTo>
                <a:lnTo>
                  <a:pt x="657103" y="133308"/>
                </a:lnTo>
                <a:lnTo>
                  <a:pt x="656789" y="132953"/>
                </a:lnTo>
                <a:lnTo>
                  <a:pt x="656492" y="132594"/>
                </a:lnTo>
                <a:lnTo>
                  <a:pt x="656212" y="132230"/>
                </a:lnTo>
                <a:lnTo>
                  <a:pt x="655949" y="131862"/>
                </a:lnTo>
                <a:lnTo>
                  <a:pt x="655703" y="131490"/>
                </a:lnTo>
                <a:lnTo>
                  <a:pt x="655474" y="131113"/>
                </a:lnTo>
                <a:lnTo>
                  <a:pt x="655262" y="130732"/>
                </a:lnTo>
                <a:lnTo>
                  <a:pt x="655067" y="130346"/>
                </a:lnTo>
                <a:lnTo>
                  <a:pt x="654889" y="129956"/>
                </a:lnTo>
                <a:lnTo>
                  <a:pt x="654728" y="129561"/>
                </a:lnTo>
                <a:lnTo>
                  <a:pt x="654584" y="129163"/>
                </a:lnTo>
                <a:lnTo>
                  <a:pt x="654457" y="128759"/>
                </a:lnTo>
                <a:lnTo>
                  <a:pt x="654346" y="128352"/>
                </a:lnTo>
                <a:lnTo>
                  <a:pt x="654253" y="127940"/>
                </a:lnTo>
                <a:lnTo>
                  <a:pt x="654177" y="127523"/>
                </a:lnTo>
                <a:lnTo>
                  <a:pt x="654117" y="127103"/>
                </a:lnTo>
                <a:lnTo>
                  <a:pt x="654075" y="126677"/>
                </a:lnTo>
                <a:lnTo>
                  <a:pt x="654049" y="126248"/>
                </a:lnTo>
                <a:lnTo>
                  <a:pt x="654041" y="125814"/>
                </a:lnTo>
                <a:lnTo>
                  <a:pt x="654046" y="125423"/>
                </a:lnTo>
                <a:lnTo>
                  <a:pt x="654062" y="125037"/>
                </a:lnTo>
                <a:lnTo>
                  <a:pt x="654088" y="124654"/>
                </a:lnTo>
                <a:lnTo>
                  <a:pt x="654124" y="124275"/>
                </a:lnTo>
                <a:lnTo>
                  <a:pt x="654171" y="123901"/>
                </a:lnTo>
                <a:lnTo>
                  <a:pt x="654228" y="123530"/>
                </a:lnTo>
                <a:lnTo>
                  <a:pt x="654295" y="123163"/>
                </a:lnTo>
                <a:lnTo>
                  <a:pt x="654373" y="122800"/>
                </a:lnTo>
                <a:lnTo>
                  <a:pt x="654461" y="122441"/>
                </a:lnTo>
                <a:lnTo>
                  <a:pt x="654560" y="122086"/>
                </a:lnTo>
                <a:lnTo>
                  <a:pt x="654669" y="121735"/>
                </a:lnTo>
                <a:lnTo>
                  <a:pt x="654789" y="121387"/>
                </a:lnTo>
                <a:lnTo>
                  <a:pt x="654918" y="121044"/>
                </a:lnTo>
                <a:lnTo>
                  <a:pt x="655059" y="120705"/>
                </a:lnTo>
                <a:lnTo>
                  <a:pt x="655209" y="120369"/>
                </a:lnTo>
                <a:lnTo>
                  <a:pt x="655370" y="120038"/>
                </a:lnTo>
                <a:lnTo>
                  <a:pt x="655541" y="119710"/>
                </a:lnTo>
                <a:lnTo>
                  <a:pt x="655723" y="119387"/>
                </a:lnTo>
                <a:lnTo>
                  <a:pt x="655915" y="119067"/>
                </a:lnTo>
                <a:lnTo>
                  <a:pt x="656118" y="118751"/>
                </a:lnTo>
                <a:lnTo>
                  <a:pt x="656330" y="118440"/>
                </a:lnTo>
                <a:lnTo>
                  <a:pt x="656554" y="118132"/>
                </a:lnTo>
                <a:lnTo>
                  <a:pt x="656787" y="117828"/>
                </a:lnTo>
                <a:lnTo>
                  <a:pt x="657031" y="117528"/>
                </a:lnTo>
                <a:lnTo>
                  <a:pt x="657285" y="117233"/>
                </a:lnTo>
                <a:lnTo>
                  <a:pt x="657549" y="116946"/>
                </a:lnTo>
                <a:lnTo>
                  <a:pt x="657823" y="116666"/>
                </a:lnTo>
                <a:lnTo>
                  <a:pt x="658107" y="116394"/>
                </a:lnTo>
                <a:lnTo>
                  <a:pt x="658400" y="116128"/>
                </a:lnTo>
                <a:lnTo>
                  <a:pt x="658703" y="115870"/>
                </a:lnTo>
                <a:lnTo>
                  <a:pt x="659016" y="115620"/>
                </a:lnTo>
                <a:lnTo>
                  <a:pt x="659339" y="115376"/>
                </a:lnTo>
                <a:lnTo>
                  <a:pt x="659671" y="115140"/>
                </a:lnTo>
                <a:lnTo>
                  <a:pt x="660013" y="114911"/>
                </a:lnTo>
                <a:lnTo>
                  <a:pt x="660365" y="114689"/>
                </a:lnTo>
                <a:lnTo>
                  <a:pt x="660727" y="114474"/>
                </a:lnTo>
                <a:lnTo>
                  <a:pt x="661099" y="114267"/>
                </a:lnTo>
                <a:lnTo>
                  <a:pt x="661480" y="114067"/>
                </a:lnTo>
                <a:lnTo>
                  <a:pt x="661872" y="113875"/>
                </a:lnTo>
                <a:lnTo>
                  <a:pt x="662273" y="113689"/>
                </a:lnTo>
                <a:lnTo>
                  <a:pt x="662684" y="113511"/>
                </a:lnTo>
                <a:lnTo>
                  <a:pt x="663104" y="113340"/>
                </a:lnTo>
                <a:lnTo>
                  <a:pt x="663535" y="113177"/>
                </a:lnTo>
                <a:lnTo>
                  <a:pt x="663975" y="113020"/>
                </a:lnTo>
                <a:lnTo>
                  <a:pt x="664425" y="112871"/>
                </a:lnTo>
                <a:lnTo>
                  <a:pt x="664885" y="112729"/>
                </a:lnTo>
                <a:lnTo>
                  <a:pt x="665355" y="112595"/>
                </a:lnTo>
                <a:lnTo>
                  <a:pt x="665834" y="112468"/>
                </a:lnTo>
                <a:lnTo>
                  <a:pt x="677206" y="112468"/>
                </a:lnTo>
                <a:lnTo>
                  <a:pt x="677957" y="112470"/>
                </a:lnTo>
                <a:lnTo>
                  <a:pt x="678693" y="112478"/>
                </a:lnTo>
                <a:lnTo>
                  <a:pt x="679415" y="112491"/>
                </a:lnTo>
                <a:lnTo>
                  <a:pt x="680122" y="112509"/>
                </a:lnTo>
                <a:lnTo>
                  <a:pt x="680814" y="112532"/>
                </a:lnTo>
                <a:lnTo>
                  <a:pt x="681492" y="112560"/>
                </a:lnTo>
                <a:lnTo>
                  <a:pt x="682155" y="112594"/>
                </a:lnTo>
                <a:lnTo>
                  <a:pt x="682803" y="112632"/>
                </a:lnTo>
                <a:lnTo>
                  <a:pt x="683437" y="112676"/>
                </a:lnTo>
                <a:lnTo>
                  <a:pt x="684056" y="112725"/>
                </a:lnTo>
                <a:lnTo>
                  <a:pt x="684661" y="112779"/>
                </a:lnTo>
                <a:lnTo>
                  <a:pt x="685251" y="112838"/>
                </a:lnTo>
                <a:lnTo>
                  <a:pt x="685826" y="112903"/>
                </a:lnTo>
                <a:lnTo>
                  <a:pt x="686387" y="112972"/>
                </a:lnTo>
                <a:lnTo>
                  <a:pt x="686933" y="113047"/>
                </a:lnTo>
                <a:lnTo>
                  <a:pt x="687465" y="113127"/>
                </a:lnTo>
                <a:lnTo>
                  <a:pt x="687981" y="113212"/>
                </a:lnTo>
                <a:lnTo>
                  <a:pt x="688484" y="113302"/>
                </a:lnTo>
                <a:lnTo>
                  <a:pt x="688971" y="113397"/>
                </a:lnTo>
                <a:lnTo>
                  <a:pt x="689444" y="113498"/>
                </a:lnTo>
                <a:lnTo>
                  <a:pt x="689902" y="113604"/>
                </a:lnTo>
                <a:lnTo>
                  <a:pt x="690346" y="113714"/>
                </a:lnTo>
                <a:lnTo>
                  <a:pt x="690775" y="113830"/>
                </a:lnTo>
                <a:lnTo>
                  <a:pt x="691190" y="113951"/>
                </a:lnTo>
                <a:lnTo>
                  <a:pt x="691592" y="114077"/>
                </a:lnTo>
                <a:lnTo>
                  <a:pt x="691983" y="114206"/>
                </a:lnTo>
                <a:lnTo>
                  <a:pt x="692364" y="114340"/>
                </a:lnTo>
                <a:lnTo>
                  <a:pt x="692734" y="114478"/>
                </a:lnTo>
                <a:lnTo>
                  <a:pt x="693094" y="114620"/>
                </a:lnTo>
                <a:lnTo>
                  <a:pt x="693443" y="114766"/>
                </a:lnTo>
                <a:lnTo>
                  <a:pt x="693782" y="114916"/>
                </a:lnTo>
                <a:lnTo>
                  <a:pt x="694110" y="115070"/>
                </a:lnTo>
                <a:lnTo>
                  <a:pt x="694428" y="115228"/>
                </a:lnTo>
                <a:lnTo>
                  <a:pt x="694735" y="115390"/>
                </a:lnTo>
                <a:lnTo>
                  <a:pt x="695031" y="115557"/>
                </a:lnTo>
                <a:lnTo>
                  <a:pt x="695317" y="115727"/>
                </a:lnTo>
                <a:lnTo>
                  <a:pt x="695593" y="115902"/>
                </a:lnTo>
                <a:lnTo>
                  <a:pt x="695858" y="116080"/>
                </a:lnTo>
                <a:lnTo>
                  <a:pt x="696112" y="116263"/>
                </a:lnTo>
                <a:lnTo>
                  <a:pt x="696356" y="116450"/>
                </a:lnTo>
                <a:lnTo>
                  <a:pt x="696590" y="116641"/>
                </a:lnTo>
                <a:lnTo>
                  <a:pt x="696813" y="116836"/>
                </a:lnTo>
                <a:lnTo>
                  <a:pt x="697025" y="117035"/>
                </a:lnTo>
                <a:lnTo>
                  <a:pt x="697227" y="117238"/>
                </a:lnTo>
                <a:lnTo>
                  <a:pt x="697418" y="117445"/>
                </a:lnTo>
                <a:lnTo>
                  <a:pt x="697599" y="117657"/>
                </a:lnTo>
                <a:lnTo>
                  <a:pt x="697769" y="117872"/>
                </a:lnTo>
                <a:lnTo>
                  <a:pt x="697929" y="118092"/>
                </a:lnTo>
                <a:lnTo>
                  <a:pt x="698080" y="118315"/>
                </a:lnTo>
                <a:lnTo>
                  <a:pt x="698225" y="118542"/>
                </a:lnTo>
                <a:lnTo>
                  <a:pt x="698363" y="118773"/>
                </a:lnTo>
                <a:lnTo>
                  <a:pt x="698495" y="119007"/>
                </a:lnTo>
                <a:lnTo>
                  <a:pt x="698620" y="119244"/>
                </a:lnTo>
                <a:lnTo>
                  <a:pt x="698740" y="119485"/>
                </a:lnTo>
                <a:lnTo>
                  <a:pt x="698852" y="119730"/>
                </a:lnTo>
                <a:lnTo>
                  <a:pt x="698958" y="119978"/>
                </a:lnTo>
                <a:lnTo>
                  <a:pt x="699058" y="120229"/>
                </a:lnTo>
                <a:lnTo>
                  <a:pt x="699151" y="120484"/>
                </a:lnTo>
                <a:lnTo>
                  <a:pt x="699238" y="120743"/>
                </a:lnTo>
                <a:lnTo>
                  <a:pt x="699319" y="121005"/>
                </a:lnTo>
                <a:lnTo>
                  <a:pt x="699393" y="121270"/>
                </a:lnTo>
                <a:lnTo>
                  <a:pt x="699460" y="121539"/>
                </a:lnTo>
                <a:lnTo>
                  <a:pt x="699521" y="121811"/>
                </a:lnTo>
                <a:lnTo>
                  <a:pt x="699576" y="122087"/>
                </a:lnTo>
                <a:lnTo>
                  <a:pt x="699624" y="122366"/>
                </a:lnTo>
                <a:lnTo>
                  <a:pt x="699666" y="122649"/>
                </a:lnTo>
                <a:lnTo>
                  <a:pt x="699702" y="122936"/>
                </a:lnTo>
                <a:lnTo>
                  <a:pt x="699731" y="123225"/>
                </a:lnTo>
                <a:lnTo>
                  <a:pt x="699753" y="123519"/>
                </a:lnTo>
                <a:lnTo>
                  <a:pt x="699769" y="123816"/>
                </a:lnTo>
                <a:lnTo>
                  <a:pt x="699779" y="124116"/>
                </a:lnTo>
                <a:lnTo>
                  <a:pt x="699782" y="124420"/>
                </a:lnTo>
                <a:lnTo>
                  <a:pt x="699772" y="124932"/>
                </a:lnTo>
                <a:lnTo>
                  <a:pt x="699743" y="125438"/>
                </a:lnTo>
                <a:lnTo>
                  <a:pt x="699694" y="125937"/>
                </a:lnTo>
                <a:lnTo>
                  <a:pt x="699626" y="126428"/>
                </a:lnTo>
                <a:lnTo>
                  <a:pt x="699539" y="126913"/>
                </a:lnTo>
                <a:lnTo>
                  <a:pt x="699432" y="127391"/>
                </a:lnTo>
                <a:lnTo>
                  <a:pt x="699305" y="127862"/>
                </a:lnTo>
                <a:lnTo>
                  <a:pt x="699160" y="128325"/>
                </a:lnTo>
                <a:lnTo>
                  <a:pt x="698994" y="128782"/>
                </a:lnTo>
                <a:lnTo>
                  <a:pt x="698809" y="129232"/>
                </a:lnTo>
                <a:lnTo>
                  <a:pt x="698605" y="129675"/>
                </a:lnTo>
                <a:lnTo>
                  <a:pt x="698382" y="130111"/>
                </a:lnTo>
                <a:lnTo>
                  <a:pt x="698138" y="130540"/>
                </a:lnTo>
                <a:lnTo>
                  <a:pt x="697876" y="130962"/>
                </a:lnTo>
                <a:lnTo>
                  <a:pt x="697594" y="131377"/>
                </a:lnTo>
                <a:lnTo>
                  <a:pt x="697292" y="131785"/>
                </a:lnTo>
                <a:lnTo>
                  <a:pt x="696971" y="132186"/>
                </a:lnTo>
                <a:lnTo>
                  <a:pt x="696631" y="132580"/>
                </a:lnTo>
                <a:lnTo>
                  <a:pt x="696271" y="132967"/>
                </a:lnTo>
                <a:lnTo>
                  <a:pt x="695892" y="133347"/>
                </a:lnTo>
                <a:lnTo>
                  <a:pt x="695493" y="133721"/>
                </a:lnTo>
                <a:lnTo>
                  <a:pt x="695075" y="134087"/>
                </a:lnTo>
                <a:lnTo>
                  <a:pt x="694637" y="134446"/>
                </a:lnTo>
                <a:lnTo>
                  <a:pt x="694180" y="134798"/>
                </a:lnTo>
                <a:lnTo>
                  <a:pt x="693700" y="135140"/>
                </a:lnTo>
                <a:lnTo>
                  <a:pt x="693193" y="135467"/>
                </a:lnTo>
                <a:lnTo>
                  <a:pt x="692659" y="135780"/>
                </a:lnTo>
                <a:lnTo>
                  <a:pt x="692099" y="136078"/>
                </a:lnTo>
                <a:lnTo>
                  <a:pt x="691512" y="136361"/>
                </a:lnTo>
                <a:lnTo>
                  <a:pt x="690898" y="136630"/>
                </a:lnTo>
                <a:lnTo>
                  <a:pt x="690257" y="136885"/>
                </a:lnTo>
                <a:lnTo>
                  <a:pt x="689589" y="137125"/>
                </a:lnTo>
                <a:lnTo>
                  <a:pt x="688895" y="137350"/>
                </a:lnTo>
                <a:lnTo>
                  <a:pt x="688174" y="137561"/>
                </a:lnTo>
                <a:lnTo>
                  <a:pt x="687426" y="137757"/>
                </a:lnTo>
                <a:lnTo>
                  <a:pt x="686651" y="137939"/>
                </a:lnTo>
                <a:lnTo>
                  <a:pt x="685850" y="138106"/>
                </a:lnTo>
                <a:lnTo>
                  <a:pt x="685022" y="138259"/>
                </a:lnTo>
                <a:lnTo>
                  <a:pt x="684167" y="138397"/>
                </a:lnTo>
                <a:lnTo>
                  <a:pt x="683285" y="138521"/>
                </a:lnTo>
                <a:lnTo>
                  <a:pt x="682377" y="138630"/>
                </a:lnTo>
                <a:lnTo>
                  <a:pt x="681442" y="138724"/>
                </a:lnTo>
                <a:lnTo>
                  <a:pt x="680480" y="138804"/>
                </a:lnTo>
                <a:lnTo>
                  <a:pt x="679491" y="138870"/>
                </a:lnTo>
                <a:lnTo>
                  <a:pt x="678476" y="138921"/>
                </a:lnTo>
                <a:lnTo>
                  <a:pt x="677434" y="138957"/>
                </a:lnTo>
                <a:lnTo>
                  <a:pt x="676365" y="138979"/>
                </a:lnTo>
                <a:lnTo>
                  <a:pt x="675269" y="138986"/>
                </a:lnTo>
                <a:lnTo>
                  <a:pt x="674326" y="138979"/>
                </a:lnTo>
                <a:lnTo>
                  <a:pt x="673405" y="138958"/>
                </a:lnTo>
                <a:lnTo>
                  <a:pt x="672507" y="138924"/>
                </a:lnTo>
                <a:lnTo>
                  <a:pt x="671633" y="138876"/>
                </a:lnTo>
                <a:lnTo>
                  <a:pt x="670781" y="138814"/>
                </a:lnTo>
                <a:close/>
                <a:moveTo>
                  <a:pt x="580004" y="54994"/>
                </a:moveTo>
                <a:lnTo>
                  <a:pt x="580319" y="54583"/>
                </a:lnTo>
                <a:lnTo>
                  <a:pt x="580642" y="54175"/>
                </a:lnTo>
                <a:lnTo>
                  <a:pt x="580973" y="53769"/>
                </a:lnTo>
                <a:lnTo>
                  <a:pt x="581312" y="53365"/>
                </a:lnTo>
                <a:lnTo>
                  <a:pt x="581659" y="52963"/>
                </a:lnTo>
                <a:lnTo>
                  <a:pt x="582014" y="52564"/>
                </a:lnTo>
                <a:lnTo>
                  <a:pt x="582377" y="52167"/>
                </a:lnTo>
                <a:lnTo>
                  <a:pt x="582748" y="51773"/>
                </a:lnTo>
                <a:lnTo>
                  <a:pt x="583128" y="51381"/>
                </a:lnTo>
                <a:lnTo>
                  <a:pt x="583515" y="50991"/>
                </a:lnTo>
                <a:lnTo>
                  <a:pt x="583910" y="50604"/>
                </a:lnTo>
                <a:lnTo>
                  <a:pt x="584314" y="50219"/>
                </a:lnTo>
                <a:lnTo>
                  <a:pt x="584725" y="49836"/>
                </a:lnTo>
                <a:lnTo>
                  <a:pt x="585145" y="49455"/>
                </a:lnTo>
                <a:lnTo>
                  <a:pt x="585572" y="49077"/>
                </a:lnTo>
                <a:lnTo>
                  <a:pt x="586008" y="48701"/>
                </a:lnTo>
                <a:lnTo>
                  <a:pt x="586452" y="48328"/>
                </a:lnTo>
                <a:lnTo>
                  <a:pt x="586903" y="47957"/>
                </a:lnTo>
                <a:lnTo>
                  <a:pt x="587363" y="47588"/>
                </a:lnTo>
                <a:lnTo>
                  <a:pt x="587831" y="47221"/>
                </a:lnTo>
                <a:lnTo>
                  <a:pt x="588307" y="46857"/>
                </a:lnTo>
                <a:lnTo>
                  <a:pt x="588790" y="46496"/>
                </a:lnTo>
                <a:lnTo>
                  <a:pt x="589283" y="46142"/>
                </a:lnTo>
                <a:lnTo>
                  <a:pt x="589785" y="45804"/>
                </a:lnTo>
                <a:lnTo>
                  <a:pt x="590296" y="45481"/>
                </a:lnTo>
                <a:lnTo>
                  <a:pt x="590816" y="45173"/>
                </a:lnTo>
                <a:lnTo>
                  <a:pt x="591345" y="44880"/>
                </a:lnTo>
                <a:lnTo>
                  <a:pt x="591884" y="44602"/>
                </a:lnTo>
                <a:lnTo>
                  <a:pt x="592431" y="44339"/>
                </a:lnTo>
                <a:lnTo>
                  <a:pt x="592988" y="44091"/>
                </a:lnTo>
                <a:lnTo>
                  <a:pt x="593555" y="43859"/>
                </a:lnTo>
                <a:lnTo>
                  <a:pt x="594130" y="43641"/>
                </a:lnTo>
                <a:lnTo>
                  <a:pt x="594715" y="43438"/>
                </a:lnTo>
                <a:lnTo>
                  <a:pt x="595308" y="43250"/>
                </a:lnTo>
                <a:lnTo>
                  <a:pt x="595911" y="43077"/>
                </a:lnTo>
                <a:lnTo>
                  <a:pt x="596524" y="42919"/>
                </a:lnTo>
                <a:lnTo>
                  <a:pt x="597145" y="42777"/>
                </a:lnTo>
                <a:lnTo>
                  <a:pt x="597776" y="42649"/>
                </a:lnTo>
                <a:lnTo>
                  <a:pt x="598416" y="42536"/>
                </a:lnTo>
                <a:lnTo>
                  <a:pt x="599065" y="42439"/>
                </a:lnTo>
                <a:lnTo>
                  <a:pt x="599723" y="42356"/>
                </a:lnTo>
                <a:lnTo>
                  <a:pt x="600391" y="42288"/>
                </a:lnTo>
                <a:lnTo>
                  <a:pt x="601067" y="42236"/>
                </a:lnTo>
                <a:lnTo>
                  <a:pt x="601753" y="42198"/>
                </a:lnTo>
                <a:lnTo>
                  <a:pt x="602449" y="42176"/>
                </a:lnTo>
                <a:lnTo>
                  <a:pt x="603153" y="42168"/>
                </a:lnTo>
                <a:lnTo>
                  <a:pt x="603612" y="42173"/>
                </a:lnTo>
                <a:lnTo>
                  <a:pt x="604062" y="42187"/>
                </a:lnTo>
                <a:lnTo>
                  <a:pt x="604503" y="42211"/>
                </a:lnTo>
                <a:lnTo>
                  <a:pt x="604935" y="42244"/>
                </a:lnTo>
                <a:lnTo>
                  <a:pt x="605358" y="42286"/>
                </a:lnTo>
                <a:lnTo>
                  <a:pt x="605772" y="42338"/>
                </a:lnTo>
                <a:lnTo>
                  <a:pt x="606178" y="42400"/>
                </a:lnTo>
                <a:lnTo>
                  <a:pt x="606574" y="42471"/>
                </a:lnTo>
                <a:lnTo>
                  <a:pt x="606961" y="42551"/>
                </a:lnTo>
                <a:lnTo>
                  <a:pt x="607340" y="42641"/>
                </a:lnTo>
                <a:lnTo>
                  <a:pt x="607710" y="42740"/>
                </a:lnTo>
                <a:lnTo>
                  <a:pt x="608070" y="42849"/>
                </a:lnTo>
                <a:lnTo>
                  <a:pt x="608422" y="42967"/>
                </a:lnTo>
                <a:lnTo>
                  <a:pt x="608765" y="43094"/>
                </a:lnTo>
                <a:lnTo>
                  <a:pt x="609099" y="43232"/>
                </a:lnTo>
                <a:lnTo>
                  <a:pt x="609424" y="43378"/>
                </a:lnTo>
                <a:lnTo>
                  <a:pt x="609740" y="43534"/>
                </a:lnTo>
                <a:lnTo>
                  <a:pt x="610047" y="43699"/>
                </a:lnTo>
                <a:lnTo>
                  <a:pt x="610346" y="43874"/>
                </a:lnTo>
                <a:lnTo>
                  <a:pt x="610635" y="44059"/>
                </a:lnTo>
                <a:lnTo>
                  <a:pt x="610915" y="44252"/>
                </a:lnTo>
                <a:lnTo>
                  <a:pt x="611187" y="44456"/>
                </a:lnTo>
                <a:lnTo>
                  <a:pt x="611449" y="44668"/>
                </a:lnTo>
                <a:lnTo>
                  <a:pt x="611703" y="44891"/>
                </a:lnTo>
                <a:lnTo>
                  <a:pt x="611949" y="45121"/>
                </a:lnTo>
                <a:lnTo>
                  <a:pt x="612189" y="45358"/>
                </a:lnTo>
                <a:lnTo>
                  <a:pt x="612422" y="45603"/>
                </a:lnTo>
                <a:lnTo>
                  <a:pt x="612648" y="45856"/>
                </a:lnTo>
                <a:lnTo>
                  <a:pt x="612869" y="46115"/>
                </a:lnTo>
                <a:lnTo>
                  <a:pt x="613083" y="46382"/>
                </a:lnTo>
                <a:lnTo>
                  <a:pt x="613290" y="46656"/>
                </a:lnTo>
                <a:lnTo>
                  <a:pt x="613491" y="46937"/>
                </a:lnTo>
                <a:lnTo>
                  <a:pt x="613685" y="47226"/>
                </a:lnTo>
                <a:lnTo>
                  <a:pt x="613873" y="47522"/>
                </a:lnTo>
                <a:lnTo>
                  <a:pt x="614055" y="47825"/>
                </a:lnTo>
                <a:lnTo>
                  <a:pt x="614230" y="48136"/>
                </a:lnTo>
                <a:lnTo>
                  <a:pt x="614399" y="48453"/>
                </a:lnTo>
                <a:lnTo>
                  <a:pt x="614561" y="48778"/>
                </a:lnTo>
                <a:lnTo>
                  <a:pt x="614717" y="49111"/>
                </a:lnTo>
                <a:lnTo>
                  <a:pt x="614867" y="49451"/>
                </a:lnTo>
                <a:lnTo>
                  <a:pt x="615010" y="49798"/>
                </a:lnTo>
                <a:lnTo>
                  <a:pt x="615146" y="50152"/>
                </a:lnTo>
                <a:lnTo>
                  <a:pt x="615277" y="50513"/>
                </a:lnTo>
                <a:lnTo>
                  <a:pt x="615400" y="50882"/>
                </a:lnTo>
                <a:lnTo>
                  <a:pt x="615518" y="51258"/>
                </a:lnTo>
                <a:lnTo>
                  <a:pt x="615628" y="51642"/>
                </a:lnTo>
                <a:lnTo>
                  <a:pt x="615733" y="52033"/>
                </a:lnTo>
                <a:lnTo>
                  <a:pt x="615831" y="52431"/>
                </a:lnTo>
                <a:lnTo>
                  <a:pt x="615924" y="52835"/>
                </a:lnTo>
                <a:lnTo>
                  <a:pt x="616012" y="53243"/>
                </a:lnTo>
                <a:lnTo>
                  <a:pt x="616097" y="53656"/>
                </a:lnTo>
                <a:lnTo>
                  <a:pt x="616178" y="54074"/>
                </a:lnTo>
                <a:lnTo>
                  <a:pt x="616255" y="54496"/>
                </a:lnTo>
                <a:lnTo>
                  <a:pt x="616328" y="54923"/>
                </a:lnTo>
                <a:lnTo>
                  <a:pt x="616397" y="55355"/>
                </a:lnTo>
                <a:lnTo>
                  <a:pt x="616463" y="55792"/>
                </a:lnTo>
                <a:lnTo>
                  <a:pt x="616524" y="56233"/>
                </a:lnTo>
                <a:lnTo>
                  <a:pt x="616581" y="56678"/>
                </a:lnTo>
                <a:lnTo>
                  <a:pt x="616634" y="57129"/>
                </a:lnTo>
                <a:lnTo>
                  <a:pt x="616684" y="57584"/>
                </a:lnTo>
                <a:lnTo>
                  <a:pt x="616729" y="58044"/>
                </a:lnTo>
                <a:lnTo>
                  <a:pt x="616771" y="58508"/>
                </a:lnTo>
                <a:lnTo>
                  <a:pt x="616808" y="58977"/>
                </a:lnTo>
                <a:lnTo>
                  <a:pt x="616842" y="59451"/>
                </a:lnTo>
                <a:lnTo>
                  <a:pt x="616871" y="59929"/>
                </a:lnTo>
                <a:lnTo>
                  <a:pt x="616897" y="60412"/>
                </a:lnTo>
                <a:lnTo>
                  <a:pt x="616919" y="60900"/>
                </a:lnTo>
                <a:lnTo>
                  <a:pt x="616936" y="61392"/>
                </a:lnTo>
                <a:lnTo>
                  <a:pt x="616950" y="61889"/>
                </a:lnTo>
                <a:lnTo>
                  <a:pt x="616960" y="62390"/>
                </a:lnTo>
                <a:lnTo>
                  <a:pt x="616966" y="62897"/>
                </a:lnTo>
                <a:lnTo>
                  <a:pt x="616968" y="63408"/>
                </a:lnTo>
                <a:lnTo>
                  <a:pt x="616968" y="117396"/>
                </a:lnTo>
                <a:lnTo>
                  <a:pt x="630951" y="117396"/>
                </a:lnTo>
                <a:lnTo>
                  <a:pt x="630951" y="61792"/>
                </a:lnTo>
                <a:lnTo>
                  <a:pt x="630942" y="60557"/>
                </a:lnTo>
                <a:lnTo>
                  <a:pt x="630912" y="59345"/>
                </a:lnTo>
                <a:lnTo>
                  <a:pt x="630863" y="58157"/>
                </a:lnTo>
                <a:lnTo>
                  <a:pt x="630795" y="56992"/>
                </a:lnTo>
                <a:lnTo>
                  <a:pt x="630706" y="55850"/>
                </a:lnTo>
                <a:lnTo>
                  <a:pt x="630599" y="54732"/>
                </a:lnTo>
                <a:lnTo>
                  <a:pt x="630471" y="53637"/>
                </a:lnTo>
                <a:lnTo>
                  <a:pt x="630324" y="52565"/>
                </a:lnTo>
                <a:lnTo>
                  <a:pt x="630158" y="51517"/>
                </a:lnTo>
                <a:lnTo>
                  <a:pt x="629972" y="50492"/>
                </a:lnTo>
                <a:lnTo>
                  <a:pt x="629766" y="49491"/>
                </a:lnTo>
                <a:lnTo>
                  <a:pt x="629540" y="48512"/>
                </a:lnTo>
                <a:lnTo>
                  <a:pt x="629295" y="47558"/>
                </a:lnTo>
                <a:lnTo>
                  <a:pt x="629031" y="46626"/>
                </a:lnTo>
                <a:lnTo>
                  <a:pt x="628747" y="45718"/>
                </a:lnTo>
                <a:lnTo>
                  <a:pt x="628443" y="44833"/>
                </a:lnTo>
                <a:lnTo>
                  <a:pt x="628120" y="43972"/>
                </a:lnTo>
                <a:lnTo>
                  <a:pt x="627777" y="43134"/>
                </a:lnTo>
                <a:lnTo>
                  <a:pt x="627414" y="42320"/>
                </a:lnTo>
                <a:lnTo>
                  <a:pt x="627032" y="41528"/>
                </a:lnTo>
                <a:lnTo>
                  <a:pt x="626630" y="40760"/>
                </a:lnTo>
                <a:lnTo>
                  <a:pt x="626209" y="40016"/>
                </a:lnTo>
                <a:lnTo>
                  <a:pt x="625768" y="39295"/>
                </a:lnTo>
                <a:lnTo>
                  <a:pt x="625308" y="38597"/>
                </a:lnTo>
                <a:lnTo>
                  <a:pt x="624824" y="37925"/>
                </a:lnTo>
                <a:lnTo>
                  <a:pt x="624315" y="37282"/>
                </a:lnTo>
                <a:lnTo>
                  <a:pt x="623779" y="36667"/>
                </a:lnTo>
                <a:lnTo>
                  <a:pt x="623218" y="36080"/>
                </a:lnTo>
                <a:lnTo>
                  <a:pt x="622630" y="35523"/>
                </a:lnTo>
                <a:lnTo>
                  <a:pt x="622017" y="34994"/>
                </a:lnTo>
                <a:lnTo>
                  <a:pt x="621377" y="34493"/>
                </a:lnTo>
                <a:lnTo>
                  <a:pt x="620712" y="34021"/>
                </a:lnTo>
                <a:lnTo>
                  <a:pt x="620020" y="33578"/>
                </a:lnTo>
                <a:lnTo>
                  <a:pt x="619303" y="33164"/>
                </a:lnTo>
                <a:lnTo>
                  <a:pt x="618559" y="32777"/>
                </a:lnTo>
                <a:lnTo>
                  <a:pt x="617789" y="32420"/>
                </a:lnTo>
                <a:lnTo>
                  <a:pt x="616994" y="32091"/>
                </a:lnTo>
                <a:lnTo>
                  <a:pt x="616172" y="31791"/>
                </a:lnTo>
                <a:lnTo>
                  <a:pt x="615324" y="31519"/>
                </a:lnTo>
                <a:lnTo>
                  <a:pt x="614450" y="31276"/>
                </a:lnTo>
                <a:lnTo>
                  <a:pt x="613550" y="31062"/>
                </a:lnTo>
                <a:lnTo>
                  <a:pt x="612624" y="30876"/>
                </a:lnTo>
                <a:lnTo>
                  <a:pt x="611673" y="30718"/>
                </a:lnTo>
                <a:lnTo>
                  <a:pt x="610695" y="30590"/>
                </a:lnTo>
                <a:lnTo>
                  <a:pt x="609691" y="30490"/>
                </a:lnTo>
                <a:lnTo>
                  <a:pt x="608661" y="30418"/>
                </a:lnTo>
                <a:lnTo>
                  <a:pt x="607605" y="30375"/>
                </a:lnTo>
                <a:lnTo>
                  <a:pt x="606523" y="30361"/>
                </a:lnTo>
                <a:lnTo>
                  <a:pt x="605686" y="30368"/>
                </a:lnTo>
                <a:lnTo>
                  <a:pt x="604861" y="30391"/>
                </a:lnTo>
                <a:lnTo>
                  <a:pt x="604048" y="30428"/>
                </a:lnTo>
                <a:lnTo>
                  <a:pt x="603247" y="30479"/>
                </a:lnTo>
                <a:lnTo>
                  <a:pt x="602457" y="30546"/>
                </a:lnTo>
                <a:lnTo>
                  <a:pt x="601679" y="30627"/>
                </a:lnTo>
                <a:lnTo>
                  <a:pt x="600913" y="30723"/>
                </a:lnTo>
                <a:lnTo>
                  <a:pt x="600158" y="30834"/>
                </a:lnTo>
                <a:lnTo>
                  <a:pt x="599415" y="30960"/>
                </a:lnTo>
                <a:lnTo>
                  <a:pt x="598684" y="31100"/>
                </a:lnTo>
                <a:lnTo>
                  <a:pt x="597964" y="31256"/>
                </a:lnTo>
                <a:lnTo>
                  <a:pt x="597256" y="31426"/>
                </a:lnTo>
                <a:lnTo>
                  <a:pt x="596560" y="31611"/>
                </a:lnTo>
                <a:lnTo>
                  <a:pt x="595876" y="31810"/>
                </a:lnTo>
                <a:lnTo>
                  <a:pt x="595203" y="32025"/>
                </a:lnTo>
                <a:lnTo>
                  <a:pt x="594542" y="32254"/>
                </a:lnTo>
                <a:lnTo>
                  <a:pt x="593893" y="32498"/>
                </a:lnTo>
                <a:lnTo>
                  <a:pt x="593255" y="32757"/>
                </a:lnTo>
                <a:lnTo>
                  <a:pt x="592629" y="33030"/>
                </a:lnTo>
                <a:lnTo>
                  <a:pt x="592015" y="33319"/>
                </a:lnTo>
                <a:lnTo>
                  <a:pt x="591412" y="33622"/>
                </a:lnTo>
                <a:lnTo>
                  <a:pt x="590822" y="33940"/>
                </a:lnTo>
                <a:lnTo>
                  <a:pt x="590242" y="34272"/>
                </a:lnTo>
                <a:lnTo>
                  <a:pt x="589675" y="34620"/>
                </a:lnTo>
                <a:lnTo>
                  <a:pt x="589119" y="34976"/>
                </a:lnTo>
                <a:lnTo>
                  <a:pt x="588573" y="35334"/>
                </a:lnTo>
                <a:lnTo>
                  <a:pt x="588039" y="35695"/>
                </a:lnTo>
                <a:lnTo>
                  <a:pt x="587515" y="36057"/>
                </a:lnTo>
                <a:lnTo>
                  <a:pt x="587002" y="36422"/>
                </a:lnTo>
                <a:lnTo>
                  <a:pt x="586500" y="36789"/>
                </a:lnTo>
                <a:lnTo>
                  <a:pt x="586009" y="37158"/>
                </a:lnTo>
                <a:lnTo>
                  <a:pt x="585529" y="37530"/>
                </a:lnTo>
                <a:lnTo>
                  <a:pt x="585059" y="37903"/>
                </a:lnTo>
                <a:lnTo>
                  <a:pt x="584600" y="38279"/>
                </a:lnTo>
                <a:lnTo>
                  <a:pt x="584152" y="38657"/>
                </a:lnTo>
                <a:lnTo>
                  <a:pt x="583715" y="39037"/>
                </a:lnTo>
                <a:lnTo>
                  <a:pt x="583289" y="39419"/>
                </a:lnTo>
                <a:lnTo>
                  <a:pt x="582873" y="39804"/>
                </a:lnTo>
                <a:lnTo>
                  <a:pt x="582469" y="40191"/>
                </a:lnTo>
                <a:lnTo>
                  <a:pt x="582075" y="40580"/>
                </a:lnTo>
                <a:lnTo>
                  <a:pt x="581692" y="40971"/>
                </a:lnTo>
                <a:lnTo>
                  <a:pt x="581320" y="41364"/>
                </a:lnTo>
                <a:lnTo>
                  <a:pt x="580958" y="41760"/>
                </a:lnTo>
                <a:lnTo>
                  <a:pt x="580608" y="42158"/>
                </a:lnTo>
                <a:lnTo>
                  <a:pt x="580268" y="42557"/>
                </a:lnTo>
                <a:lnTo>
                  <a:pt x="579939" y="42960"/>
                </a:lnTo>
                <a:lnTo>
                  <a:pt x="579621" y="43364"/>
                </a:lnTo>
                <a:lnTo>
                  <a:pt x="579314" y="43770"/>
                </a:lnTo>
                <a:lnTo>
                  <a:pt x="578977" y="31879"/>
                </a:lnTo>
                <a:lnTo>
                  <a:pt x="565330" y="31879"/>
                </a:lnTo>
                <a:lnTo>
                  <a:pt x="565330" y="117396"/>
                </a:lnTo>
                <a:lnTo>
                  <a:pt x="579398" y="117396"/>
                </a:lnTo>
                <a:lnTo>
                  <a:pt x="579398" y="55823"/>
                </a:lnTo>
                <a:lnTo>
                  <a:pt x="579697" y="55407"/>
                </a:lnTo>
                <a:lnTo>
                  <a:pt x="580004" y="54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35A89-FC20-4E65-A851-605E257B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406" y="2606553"/>
            <a:ext cx="396869" cy="82029"/>
          </a:xfrm>
          <a:custGeom xmlns:a="http://schemas.openxmlformats.org/drawingml/2006/main">
            <a:pathLst>
              <a:path w="396869" h="82029">
                <a:moveTo>
                  <a:pt x="315638" y="82029"/>
                </a:moveTo>
                <a:lnTo>
                  <a:pt x="396869" y="39605"/>
                </a:lnTo>
                <a:lnTo>
                  <a:pt x="314231" y="0"/>
                </a:lnTo>
                <a:lnTo>
                  <a:pt x="314817" y="34180"/>
                </a:lnTo>
                <a:lnTo>
                  <a:pt x="0" y="39595"/>
                </a:lnTo>
                <a:lnTo>
                  <a:pt x="235" y="53267"/>
                </a:lnTo>
                <a:lnTo>
                  <a:pt x="315052" y="47850"/>
                </a:lnTo>
                <a:lnTo>
                  <a:pt x="315638" y="82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6D138-5728-4E5D-AFCE-C2733295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63" y="2617055"/>
            <a:ext cx="419162" cy="82041"/>
          </a:xfrm>
          <a:custGeom xmlns:a="http://schemas.openxmlformats.org/drawingml/2006/main">
            <a:pathLst>
              <a:path w="419162" h="82041">
                <a:moveTo>
                  <a:pt x="337498" y="82041"/>
                </a:moveTo>
                <a:lnTo>
                  <a:pt x="419162" y="40461"/>
                </a:lnTo>
                <a:lnTo>
                  <a:pt x="336938" y="0"/>
                </a:lnTo>
                <a:lnTo>
                  <a:pt x="337171" y="34185"/>
                </a:lnTo>
                <a:lnTo>
                  <a:pt x="0" y="36489"/>
                </a:lnTo>
                <a:lnTo>
                  <a:pt x="93" y="50163"/>
                </a:lnTo>
                <a:lnTo>
                  <a:pt x="337265" y="47857"/>
                </a:lnTo>
                <a:lnTo>
                  <a:pt x="337498" y="820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D21E0-F7B9-453F-8442-4C84777E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3" y="3047436"/>
            <a:ext cx="6570495" cy="19790"/>
          </a:xfrm>
          <a:custGeom xmlns:a="http://schemas.openxmlformats.org/drawingml/2006/main">
            <a:pathLst>
              <a:path w="6570495" h="19790" fill="none">
                <a:moveTo>
                  <a:pt x="0" y="19790"/>
                </a:moveTo>
                <a:lnTo>
                  <a:pt x="6570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499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BC1AD-25C2-4F23-A0C0-CAC60C4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837" y="2733608"/>
            <a:ext cx="1408555" cy="298237"/>
          </a:xfrm>
          <a:custGeom xmlns:a="http://schemas.openxmlformats.org/drawingml/2006/main">
            <a:pathLst>
              <a:path w="1408555" h="298237">
                <a:moveTo>
                  <a:pt x="0" y="0"/>
                </a:moveTo>
                <a:lnTo>
                  <a:pt x="1408555" y="0"/>
                </a:lnTo>
                <a:lnTo>
                  <a:pt x="1408555" y="298237"/>
                </a:lnTo>
                <a:lnTo>
                  <a:pt x="0" y="2982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OfflineProcessing">
            <a:extLst xmlns:a="http://schemas.openxmlformats.org/drawingml/2006/main">
              <a:ext uri="{FF2B5EF4-FFF2-40B4-BE49-F238E27FC236}">
                <a16:creationId xmlns:a16="http://schemas.microsoft.com/office/drawing/2014/main" id="{F421A6A0-A176-417A-BC40-B48D1F26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733" y="2824571"/>
            <a:ext cx="1193933" cy="149191"/>
          </a:xfrm>
          <a:custGeom xmlns:a="http://schemas.openxmlformats.org/drawingml/2006/main">
            <a:pathLst>
              <a:path w="1193933" h="149191">
                <a:moveTo>
                  <a:pt x="257562" y="16297"/>
                </a:moveTo>
                <a:lnTo>
                  <a:pt x="257868" y="16261"/>
                </a:lnTo>
                <a:lnTo>
                  <a:pt x="258169" y="16216"/>
                </a:lnTo>
                <a:lnTo>
                  <a:pt x="258465" y="16164"/>
                </a:lnTo>
                <a:lnTo>
                  <a:pt x="258755" y="16104"/>
                </a:lnTo>
                <a:lnTo>
                  <a:pt x="259040" y="16035"/>
                </a:lnTo>
                <a:lnTo>
                  <a:pt x="259320" y="15959"/>
                </a:lnTo>
                <a:lnTo>
                  <a:pt x="259595" y="15874"/>
                </a:lnTo>
                <a:lnTo>
                  <a:pt x="259864" y="15781"/>
                </a:lnTo>
                <a:lnTo>
                  <a:pt x="260128" y="15681"/>
                </a:lnTo>
                <a:lnTo>
                  <a:pt x="260387" y="15572"/>
                </a:lnTo>
                <a:lnTo>
                  <a:pt x="260641" y="15455"/>
                </a:lnTo>
                <a:lnTo>
                  <a:pt x="260889" y="15330"/>
                </a:lnTo>
                <a:lnTo>
                  <a:pt x="261132" y="15198"/>
                </a:lnTo>
                <a:lnTo>
                  <a:pt x="261370" y="15057"/>
                </a:lnTo>
                <a:lnTo>
                  <a:pt x="261603" y="14908"/>
                </a:lnTo>
                <a:lnTo>
                  <a:pt x="261830" y="14751"/>
                </a:lnTo>
                <a:lnTo>
                  <a:pt x="262052" y="14586"/>
                </a:lnTo>
                <a:lnTo>
                  <a:pt x="262269" y="14412"/>
                </a:lnTo>
                <a:lnTo>
                  <a:pt x="262480" y="14231"/>
                </a:lnTo>
                <a:lnTo>
                  <a:pt x="262686" y="14042"/>
                </a:lnTo>
                <a:lnTo>
                  <a:pt x="262886" y="13847"/>
                </a:lnTo>
                <a:lnTo>
                  <a:pt x="263076" y="13647"/>
                </a:lnTo>
                <a:lnTo>
                  <a:pt x="263259" y="13443"/>
                </a:lnTo>
                <a:lnTo>
                  <a:pt x="263433" y="13235"/>
                </a:lnTo>
                <a:lnTo>
                  <a:pt x="263598" y="13023"/>
                </a:lnTo>
                <a:lnTo>
                  <a:pt x="263755" y="12806"/>
                </a:lnTo>
                <a:lnTo>
                  <a:pt x="263903" y="12585"/>
                </a:lnTo>
                <a:lnTo>
                  <a:pt x="264043" y="12360"/>
                </a:lnTo>
                <a:lnTo>
                  <a:pt x="264175" y="12131"/>
                </a:lnTo>
                <a:lnTo>
                  <a:pt x="264298" y="11897"/>
                </a:lnTo>
                <a:lnTo>
                  <a:pt x="264412" y="11659"/>
                </a:lnTo>
                <a:lnTo>
                  <a:pt x="264518" y="11417"/>
                </a:lnTo>
                <a:lnTo>
                  <a:pt x="264616" y="11171"/>
                </a:lnTo>
                <a:lnTo>
                  <a:pt x="264705" y="10920"/>
                </a:lnTo>
                <a:lnTo>
                  <a:pt x="264786" y="10665"/>
                </a:lnTo>
                <a:lnTo>
                  <a:pt x="264858" y="10406"/>
                </a:lnTo>
                <a:lnTo>
                  <a:pt x="264921" y="10143"/>
                </a:lnTo>
                <a:lnTo>
                  <a:pt x="264976" y="9875"/>
                </a:lnTo>
                <a:lnTo>
                  <a:pt x="265023" y="9603"/>
                </a:lnTo>
                <a:lnTo>
                  <a:pt x="265061" y="9327"/>
                </a:lnTo>
                <a:lnTo>
                  <a:pt x="265091" y="9047"/>
                </a:lnTo>
                <a:lnTo>
                  <a:pt x="265112" y="8762"/>
                </a:lnTo>
                <a:lnTo>
                  <a:pt x="265125" y="8474"/>
                </a:lnTo>
                <a:lnTo>
                  <a:pt x="265129" y="8181"/>
                </a:lnTo>
                <a:lnTo>
                  <a:pt x="265125" y="7888"/>
                </a:lnTo>
                <a:lnTo>
                  <a:pt x="265112" y="7599"/>
                </a:lnTo>
                <a:lnTo>
                  <a:pt x="265091" y="7314"/>
                </a:lnTo>
                <a:lnTo>
                  <a:pt x="265061" y="7034"/>
                </a:lnTo>
                <a:lnTo>
                  <a:pt x="265023" y="6758"/>
                </a:lnTo>
                <a:lnTo>
                  <a:pt x="264976" y="6486"/>
                </a:lnTo>
                <a:lnTo>
                  <a:pt x="264921" y="6218"/>
                </a:lnTo>
                <a:lnTo>
                  <a:pt x="264858" y="5955"/>
                </a:lnTo>
                <a:lnTo>
                  <a:pt x="264786" y="5696"/>
                </a:lnTo>
                <a:lnTo>
                  <a:pt x="264705" y="5441"/>
                </a:lnTo>
                <a:lnTo>
                  <a:pt x="264616" y="5191"/>
                </a:lnTo>
                <a:lnTo>
                  <a:pt x="264518" y="4944"/>
                </a:lnTo>
                <a:lnTo>
                  <a:pt x="264412" y="4702"/>
                </a:lnTo>
                <a:lnTo>
                  <a:pt x="264298" y="4464"/>
                </a:lnTo>
                <a:lnTo>
                  <a:pt x="264175" y="4231"/>
                </a:lnTo>
                <a:lnTo>
                  <a:pt x="264043" y="4001"/>
                </a:lnTo>
                <a:lnTo>
                  <a:pt x="263903" y="3776"/>
                </a:lnTo>
                <a:lnTo>
                  <a:pt x="263755" y="3555"/>
                </a:lnTo>
                <a:lnTo>
                  <a:pt x="263598" y="3339"/>
                </a:lnTo>
                <a:lnTo>
                  <a:pt x="263433" y="3126"/>
                </a:lnTo>
                <a:lnTo>
                  <a:pt x="263259" y="2918"/>
                </a:lnTo>
                <a:lnTo>
                  <a:pt x="263076" y="2714"/>
                </a:lnTo>
                <a:lnTo>
                  <a:pt x="262886" y="2515"/>
                </a:lnTo>
                <a:lnTo>
                  <a:pt x="262686" y="2319"/>
                </a:lnTo>
                <a:lnTo>
                  <a:pt x="262480" y="2130"/>
                </a:lnTo>
                <a:lnTo>
                  <a:pt x="262269" y="1949"/>
                </a:lnTo>
                <a:lnTo>
                  <a:pt x="262052" y="1776"/>
                </a:lnTo>
                <a:lnTo>
                  <a:pt x="261830" y="1611"/>
                </a:lnTo>
                <a:lnTo>
                  <a:pt x="261603" y="1454"/>
                </a:lnTo>
                <a:lnTo>
                  <a:pt x="261370" y="1305"/>
                </a:lnTo>
                <a:lnTo>
                  <a:pt x="261132" y="1164"/>
                </a:lnTo>
                <a:lnTo>
                  <a:pt x="260889" y="1031"/>
                </a:lnTo>
                <a:lnTo>
                  <a:pt x="260641" y="906"/>
                </a:lnTo>
                <a:lnTo>
                  <a:pt x="260387" y="789"/>
                </a:lnTo>
                <a:lnTo>
                  <a:pt x="260128" y="680"/>
                </a:lnTo>
                <a:lnTo>
                  <a:pt x="259864" y="580"/>
                </a:lnTo>
                <a:lnTo>
                  <a:pt x="259595" y="487"/>
                </a:lnTo>
                <a:lnTo>
                  <a:pt x="259320" y="403"/>
                </a:lnTo>
                <a:lnTo>
                  <a:pt x="259040" y="326"/>
                </a:lnTo>
                <a:lnTo>
                  <a:pt x="258755" y="258"/>
                </a:lnTo>
                <a:lnTo>
                  <a:pt x="258465" y="197"/>
                </a:lnTo>
                <a:lnTo>
                  <a:pt x="258169" y="145"/>
                </a:lnTo>
                <a:lnTo>
                  <a:pt x="257868" y="101"/>
                </a:lnTo>
                <a:lnTo>
                  <a:pt x="257562" y="64"/>
                </a:lnTo>
                <a:lnTo>
                  <a:pt x="257250" y="36"/>
                </a:lnTo>
                <a:lnTo>
                  <a:pt x="256934" y="16"/>
                </a:lnTo>
                <a:lnTo>
                  <a:pt x="256611" y="4"/>
                </a:lnTo>
                <a:lnTo>
                  <a:pt x="256284" y="0"/>
                </a:lnTo>
                <a:lnTo>
                  <a:pt x="255950" y="4"/>
                </a:lnTo>
                <a:lnTo>
                  <a:pt x="255622" y="16"/>
                </a:lnTo>
                <a:lnTo>
                  <a:pt x="255300" y="36"/>
                </a:lnTo>
                <a:lnTo>
                  <a:pt x="254983" y="64"/>
                </a:lnTo>
                <a:lnTo>
                  <a:pt x="254673" y="101"/>
                </a:lnTo>
                <a:lnTo>
                  <a:pt x="254368" y="145"/>
                </a:lnTo>
                <a:lnTo>
                  <a:pt x="254069" y="197"/>
                </a:lnTo>
                <a:lnTo>
                  <a:pt x="253776" y="258"/>
                </a:lnTo>
                <a:lnTo>
                  <a:pt x="253489" y="326"/>
                </a:lnTo>
                <a:lnTo>
                  <a:pt x="253207" y="403"/>
                </a:lnTo>
                <a:lnTo>
                  <a:pt x="252932" y="487"/>
                </a:lnTo>
                <a:lnTo>
                  <a:pt x="252662" y="580"/>
                </a:lnTo>
                <a:lnTo>
                  <a:pt x="252398" y="680"/>
                </a:lnTo>
                <a:lnTo>
                  <a:pt x="252140" y="789"/>
                </a:lnTo>
                <a:lnTo>
                  <a:pt x="251888" y="906"/>
                </a:lnTo>
                <a:lnTo>
                  <a:pt x="251642" y="1031"/>
                </a:lnTo>
                <a:lnTo>
                  <a:pt x="251401" y="1164"/>
                </a:lnTo>
                <a:lnTo>
                  <a:pt x="251167" y="1305"/>
                </a:lnTo>
                <a:lnTo>
                  <a:pt x="250938" y="1454"/>
                </a:lnTo>
                <a:lnTo>
                  <a:pt x="250715" y="1611"/>
                </a:lnTo>
                <a:lnTo>
                  <a:pt x="250498" y="1776"/>
                </a:lnTo>
                <a:lnTo>
                  <a:pt x="250287" y="1949"/>
                </a:lnTo>
                <a:lnTo>
                  <a:pt x="250082" y="2130"/>
                </a:lnTo>
                <a:lnTo>
                  <a:pt x="249882" y="2319"/>
                </a:lnTo>
                <a:lnTo>
                  <a:pt x="249690" y="2515"/>
                </a:lnTo>
                <a:lnTo>
                  <a:pt x="249505" y="2714"/>
                </a:lnTo>
                <a:lnTo>
                  <a:pt x="249329" y="2918"/>
                </a:lnTo>
                <a:lnTo>
                  <a:pt x="249161" y="3126"/>
                </a:lnTo>
                <a:lnTo>
                  <a:pt x="249002" y="3339"/>
                </a:lnTo>
                <a:lnTo>
                  <a:pt x="248850" y="3555"/>
                </a:lnTo>
                <a:lnTo>
                  <a:pt x="248707" y="3776"/>
                </a:lnTo>
                <a:lnTo>
                  <a:pt x="248572" y="4001"/>
                </a:lnTo>
                <a:lnTo>
                  <a:pt x="248445" y="4231"/>
                </a:lnTo>
                <a:lnTo>
                  <a:pt x="248326" y="4464"/>
                </a:lnTo>
                <a:lnTo>
                  <a:pt x="248216" y="4702"/>
                </a:lnTo>
                <a:lnTo>
                  <a:pt x="248113" y="4944"/>
                </a:lnTo>
                <a:lnTo>
                  <a:pt x="248019" y="5191"/>
                </a:lnTo>
                <a:lnTo>
                  <a:pt x="247933" y="5441"/>
                </a:lnTo>
                <a:lnTo>
                  <a:pt x="247855" y="5696"/>
                </a:lnTo>
                <a:lnTo>
                  <a:pt x="247786" y="5955"/>
                </a:lnTo>
                <a:lnTo>
                  <a:pt x="247724" y="6218"/>
                </a:lnTo>
                <a:lnTo>
                  <a:pt x="247671" y="6486"/>
                </a:lnTo>
                <a:lnTo>
                  <a:pt x="247626" y="6758"/>
                </a:lnTo>
                <a:lnTo>
                  <a:pt x="247589" y="7034"/>
                </a:lnTo>
                <a:lnTo>
                  <a:pt x="247560" y="7314"/>
                </a:lnTo>
                <a:lnTo>
                  <a:pt x="247540" y="7599"/>
                </a:lnTo>
                <a:lnTo>
                  <a:pt x="247528" y="7888"/>
                </a:lnTo>
                <a:lnTo>
                  <a:pt x="247523" y="8181"/>
                </a:lnTo>
                <a:lnTo>
                  <a:pt x="247528" y="8474"/>
                </a:lnTo>
                <a:lnTo>
                  <a:pt x="247540" y="8762"/>
                </a:lnTo>
                <a:lnTo>
                  <a:pt x="247560" y="9047"/>
                </a:lnTo>
                <a:lnTo>
                  <a:pt x="247589" y="9327"/>
                </a:lnTo>
                <a:lnTo>
                  <a:pt x="247626" y="9603"/>
                </a:lnTo>
                <a:lnTo>
                  <a:pt x="247671" y="9875"/>
                </a:lnTo>
                <a:lnTo>
                  <a:pt x="247724" y="10143"/>
                </a:lnTo>
                <a:lnTo>
                  <a:pt x="247786" y="10406"/>
                </a:lnTo>
                <a:lnTo>
                  <a:pt x="247855" y="10665"/>
                </a:lnTo>
                <a:lnTo>
                  <a:pt x="247933" y="10920"/>
                </a:lnTo>
                <a:lnTo>
                  <a:pt x="248019" y="11171"/>
                </a:lnTo>
                <a:lnTo>
                  <a:pt x="248113" y="11417"/>
                </a:lnTo>
                <a:lnTo>
                  <a:pt x="248216" y="11659"/>
                </a:lnTo>
                <a:lnTo>
                  <a:pt x="248326" y="11897"/>
                </a:lnTo>
                <a:lnTo>
                  <a:pt x="248445" y="12131"/>
                </a:lnTo>
                <a:lnTo>
                  <a:pt x="248572" y="12360"/>
                </a:lnTo>
                <a:lnTo>
                  <a:pt x="248707" y="12585"/>
                </a:lnTo>
                <a:lnTo>
                  <a:pt x="248850" y="12806"/>
                </a:lnTo>
                <a:lnTo>
                  <a:pt x="249002" y="13023"/>
                </a:lnTo>
                <a:lnTo>
                  <a:pt x="249161" y="13235"/>
                </a:lnTo>
                <a:lnTo>
                  <a:pt x="249329" y="13443"/>
                </a:lnTo>
                <a:lnTo>
                  <a:pt x="249505" y="13647"/>
                </a:lnTo>
                <a:lnTo>
                  <a:pt x="249690" y="13847"/>
                </a:lnTo>
                <a:lnTo>
                  <a:pt x="249882" y="14042"/>
                </a:lnTo>
                <a:lnTo>
                  <a:pt x="250082" y="14231"/>
                </a:lnTo>
                <a:lnTo>
                  <a:pt x="250287" y="14412"/>
                </a:lnTo>
                <a:lnTo>
                  <a:pt x="250498" y="14586"/>
                </a:lnTo>
                <a:lnTo>
                  <a:pt x="250715" y="14751"/>
                </a:lnTo>
                <a:lnTo>
                  <a:pt x="250938" y="14908"/>
                </a:lnTo>
                <a:lnTo>
                  <a:pt x="251167" y="15057"/>
                </a:lnTo>
                <a:lnTo>
                  <a:pt x="251401" y="15198"/>
                </a:lnTo>
                <a:lnTo>
                  <a:pt x="251642" y="15330"/>
                </a:lnTo>
                <a:lnTo>
                  <a:pt x="251888" y="15455"/>
                </a:lnTo>
                <a:lnTo>
                  <a:pt x="252140" y="15572"/>
                </a:lnTo>
                <a:lnTo>
                  <a:pt x="252398" y="15681"/>
                </a:lnTo>
                <a:lnTo>
                  <a:pt x="252662" y="15781"/>
                </a:lnTo>
                <a:lnTo>
                  <a:pt x="252932" y="15874"/>
                </a:lnTo>
                <a:lnTo>
                  <a:pt x="253207" y="15959"/>
                </a:lnTo>
                <a:lnTo>
                  <a:pt x="253489" y="16035"/>
                </a:lnTo>
                <a:lnTo>
                  <a:pt x="253776" y="16104"/>
                </a:lnTo>
                <a:lnTo>
                  <a:pt x="254069" y="16164"/>
                </a:lnTo>
                <a:lnTo>
                  <a:pt x="254368" y="16216"/>
                </a:lnTo>
                <a:lnTo>
                  <a:pt x="254673" y="16261"/>
                </a:lnTo>
                <a:lnTo>
                  <a:pt x="254983" y="16297"/>
                </a:lnTo>
                <a:lnTo>
                  <a:pt x="255300" y="16325"/>
                </a:lnTo>
                <a:lnTo>
                  <a:pt x="255622" y="16345"/>
                </a:lnTo>
                <a:lnTo>
                  <a:pt x="255950" y="16357"/>
                </a:lnTo>
                <a:lnTo>
                  <a:pt x="256284" y="16361"/>
                </a:lnTo>
                <a:lnTo>
                  <a:pt x="256611" y="16357"/>
                </a:lnTo>
                <a:lnTo>
                  <a:pt x="256934" y="16345"/>
                </a:lnTo>
                <a:lnTo>
                  <a:pt x="257250" y="16325"/>
                </a:lnTo>
                <a:lnTo>
                  <a:pt x="257562" y="16297"/>
                </a:lnTo>
                <a:close/>
                <a:moveTo>
                  <a:pt x="135537" y="27104"/>
                </a:moveTo>
                <a:lnTo>
                  <a:pt x="135554" y="26597"/>
                </a:lnTo>
                <a:lnTo>
                  <a:pt x="135578" y="26100"/>
                </a:lnTo>
                <a:lnTo>
                  <a:pt x="135609" y="25613"/>
                </a:lnTo>
                <a:lnTo>
                  <a:pt x="135647" y="25137"/>
                </a:lnTo>
                <a:lnTo>
                  <a:pt x="135692" y="24671"/>
                </a:lnTo>
                <a:lnTo>
                  <a:pt x="135743" y="24216"/>
                </a:lnTo>
                <a:lnTo>
                  <a:pt x="135802" y="23771"/>
                </a:lnTo>
                <a:lnTo>
                  <a:pt x="135867" y="23336"/>
                </a:lnTo>
                <a:lnTo>
                  <a:pt x="135939" y="22912"/>
                </a:lnTo>
                <a:lnTo>
                  <a:pt x="136018" y="22498"/>
                </a:lnTo>
                <a:lnTo>
                  <a:pt x="136104" y="22094"/>
                </a:lnTo>
                <a:lnTo>
                  <a:pt x="136197" y="21701"/>
                </a:lnTo>
                <a:lnTo>
                  <a:pt x="136297" y="21319"/>
                </a:lnTo>
                <a:lnTo>
                  <a:pt x="136403" y="20946"/>
                </a:lnTo>
                <a:lnTo>
                  <a:pt x="136517" y="20584"/>
                </a:lnTo>
                <a:lnTo>
                  <a:pt x="136637" y="20232"/>
                </a:lnTo>
                <a:lnTo>
                  <a:pt x="136764" y="19891"/>
                </a:lnTo>
                <a:lnTo>
                  <a:pt x="136898" y="19560"/>
                </a:lnTo>
                <a:lnTo>
                  <a:pt x="137039" y="19240"/>
                </a:lnTo>
                <a:lnTo>
                  <a:pt x="137187" y="18930"/>
                </a:lnTo>
                <a:lnTo>
                  <a:pt x="137341" y="18630"/>
                </a:lnTo>
                <a:lnTo>
                  <a:pt x="137503" y="18340"/>
                </a:lnTo>
                <a:lnTo>
                  <a:pt x="137677" y="18062"/>
                </a:lnTo>
                <a:lnTo>
                  <a:pt x="137871" y="17795"/>
                </a:lnTo>
                <a:lnTo>
                  <a:pt x="138083" y="17541"/>
                </a:lnTo>
                <a:lnTo>
                  <a:pt x="138314" y="17298"/>
                </a:lnTo>
                <a:lnTo>
                  <a:pt x="138564" y="17067"/>
                </a:lnTo>
                <a:lnTo>
                  <a:pt x="138832" y="16847"/>
                </a:lnTo>
                <a:lnTo>
                  <a:pt x="139120" y="16640"/>
                </a:lnTo>
                <a:lnTo>
                  <a:pt x="139426" y="16444"/>
                </a:lnTo>
                <a:lnTo>
                  <a:pt x="139752" y="16261"/>
                </a:lnTo>
                <a:lnTo>
                  <a:pt x="140096" y="16089"/>
                </a:lnTo>
                <a:lnTo>
                  <a:pt x="140459" y="15929"/>
                </a:lnTo>
                <a:lnTo>
                  <a:pt x="140841" y="15781"/>
                </a:lnTo>
                <a:lnTo>
                  <a:pt x="141242" y="15644"/>
                </a:lnTo>
                <a:lnTo>
                  <a:pt x="141661" y="15520"/>
                </a:lnTo>
                <a:lnTo>
                  <a:pt x="142100" y="15407"/>
                </a:lnTo>
                <a:lnTo>
                  <a:pt x="142557" y="15307"/>
                </a:lnTo>
                <a:lnTo>
                  <a:pt x="143033" y="15218"/>
                </a:lnTo>
                <a:lnTo>
                  <a:pt x="143529" y="15141"/>
                </a:lnTo>
                <a:lnTo>
                  <a:pt x="144043" y="15076"/>
                </a:lnTo>
                <a:lnTo>
                  <a:pt x="144575" y="15022"/>
                </a:lnTo>
                <a:lnTo>
                  <a:pt x="145127" y="14981"/>
                </a:lnTo>
                <a:lnTo>
                  <a:pt x="145698" y="14951"/>
                </a:lnTo>
                <a:lnTo>
                  <a:pt x="146287" y="14933"/>
                </a:lnTo>
                <a:lnTo>
                  <a:pt x="146895" y="14928"/>
                </a:lnTo>
                <a:lnTo>
                  <a:pt x="154645" y="14928"/>
                </a:lnTo>
                <a:lnTo>
                  <a:pt x="154645" y="3879"/>
                </a:lnTo>
                <a:lnTo>
                  <a:pt x="146053" y="3879"/>
                </a:lnTo>
                <a:lnTo>
                  <a:pt x="145426" y="3882"/>
                </a:lnTo>
                <a:lnTo>
                  <a:pt x="144809" y="3890"/>
                </a:lnTo>
                <a:lnTo>
                  <a:pt x="144202" y="3904"/>
                </a:lnTo>
                <a:lnTo>
                  <a:pt x="143604" y="3923"/>
                </a:lnTo>
                <a:lnTo>
                  <a:pt x="143017" y="3948"/>
                </a:lnTo>
                <a:lnTo>
                  <a:pt x="142439" y="3978"/>
                </a:lnTo>
                <a:lnTo>
                  <a:pt x="141871" y="4014"/>
                </a:lnTo>
                <a:lnTo>
                  <a:pt x="141312" y="4055"/>
                </a:lnTo>
                <a:lnTo>
                  <a:pt x="140764" y="4102"/>
                </a:lnTo>
                <a:lnTo>
                  <a:pt x="140225" y="4154"/>
                </a:lnTo>
                <a:lnTo>
                  <a:pt x="139696" y="4212"/>
                </a:lnTo>
                <a:lnTo>
                  <a:pt x="139177" y="4275"/>
                </a:lnTo>
                <a:lnTo>
                  <a:pt x="138668" y="4343"/>
                </a:lnTo>
                <a:lnTo>
                  <a:pt x="138168" y="4418"/>
                </a:lnTo>
                <a:lnTo>
                  <a:pt x="137679" y="4497"/>
                </a:lnTo>
                <a:lnTo>
                  <a:pt x="137199" y="4582"/>
                </a:lnTo>
                <a:lnTo>
                  <a:pt x="136729" y="4673"/>
                </a:lnTo>
                <a:lnTo>
                  <a:pt x="136268" y="4769"/>
                </a:lnTo>
                <a:lnTo>
                  <a:pt x="135818" y="4871"/>
                </a:lnTo>
                <a:lnTo>
                  <a:pt x="135377" y="4978"/>
                </a:lnTo>
                <a:lnTo>
                  <a:pt x="134946" y="5090"/>
                </a:lnTo>
                <a:lnTo>
                  <a:pt x="134525" y="5208"/>
                </a:lnTo>
                <a:lnTo>
                  <a:pt x="134114" y="5332"/>
                </a:lnTo>
                <a:lnTo>
                  <a:pt x="133712" y="5461"/>
                </a:lnTo>
                <a:lnTo>
                  <a:pt x="133319" y="5595"/>
                </a:lnTo>
                <a:lnTo>
                  <a:pt x="132933" y="5734"/>
                </a:lnTo>
                <a:lnTo>
                  <a:pt x="132555" y="5879"/>
                </a:lnTo>
                <a:lnTo>
                  <a:pt x="132183" y="6029"/>
                </a:lnTo>
                <a:lnTo>
                  <a:pt x="131819" y="6184"/>
                </a:lnTo>
                <a:lnTo>
                  <a:pt x="131462" y="6344"/>
                </a:lnTo>
                <a:lnTo>
                  <a:pt x="131111" y="6510"/>
                </a:lnTo>
                <a:lnTo>
                  <a:pt x="130769" y="6681"/>
                </a:lnTo>
                <a:lnTo>
                  <a:pt x="130433" y="6857"/>
                </a:lnTo>
                <a:lnTo>
                  <a:pt x="130104" y="7038"/>
                </a:lnTo>
                <a:lnTo>
                  <a:pt x="129783" y="7225"/>
                </a:lnTo>
                <a:lnTo>
                  <a:pt x="129469" y="7416"/>
                </a:lnTo>
                <a:lnTo>
                  <a:pt x="129162" y="7613"/>
                </a:lnTo>
                <a:lnTo>
                  <a:pt x="128862" y="7816"/>
                </a:lnTo>
                <a:lnTo>
                  <a:pt x="128569" y="8023"/>
                </a:lnTo>
                <a:lnTo>
                  <a:pt x="128284" y="8236"/>
                </a:lnTo>
                <a:lnTo>
                  <a:pt x="128005" y="8454"/>
                </a:lnTo>
                <a:lnTo>
                  <a:pt x="127734" y="8677"/>
                </a:lnTo>
                <a:lnTo>
                  <a:pt x="127470" y="8905"/>
                </a:lnTo>
                <a:lnTo>
                  <a:pt x="127213" y="9139"/>
                </a:lnTo>
                <a:lnTo>
                  <a:pt x="126963" y="9378"/>
                </a:lnTo>
                <a:lnTo>
                  <a:pt x="126721" y="9622"/>
                </a:lnTo>
                <a:lnTo>
                  <a:pt x="126485" y="9871"/>
                </a:lnTo>
                <a:lnTo>
                  <a:pt x="126257" y="10126"/>
                </a:lnTo>
                <a:lnTo>
                  <a:pt x="126035" y="10385"/>
                </a:lnTo>
                <a:lnTo>
                  <a:pt x="125819" y="10649"/>
                </a:lnTo>
                <a:lnTo>
                  <a:pt x="125609" y="10918"/>
                </a:lnTo>
                <a:lnTo>
                  <a:pt x="125404" y="11191"/>
                </a:lnTo>
                <a:lnTo>
                  <a:pt x="125205" y="11469"/>
                </a:lnTo>
                <a:lnTo>
                  <a:pt x="125012" y="11751"/>
                </a:lnTo>
                <a:lnTo>
                  <a:pt x="124825" y="12038"/>
                </a:lnTo>
                <a:lnTo>
                  <a:pt x="124643" y="12329"/>
                </a:lnTo>
                <a:lnTo>
                  <a:pt x="124467" y="12626"/>
                </a:lnTo>
                <a:lnTo>
                  <a:pt x="124296" y="12926"/>
                </a:lnTo>
                <a:lnTo>
                  <a:pt x="124131" y="13231"/>
                </a:lnTo>
                <a:lnTo>
                  <a:pt x="123972" y="13541"/>
                </a:lnTo>
                <a:lnTo>
                  <a:pt x="123819" y="13856"/>
                </a:lnTo>
                <a:lnTo>
                  <a:pt x="123671" y="14175"/>
                </a:lnTo>
                <a:lnTo>
                  <a:pt x="123529" y="14498"/>
                </a:lnTo>
                <a:lnTo>
                  <a:pt x="123393" y="14826"/>
                </a:lnTo>
                <a:lnTo>
                  <a:pt x="123263" y="15159"/>
                </a:lnTo>
                <a:lnTo>
                  <a:pt x="123138" y="15496"/>
                </a:lnTo>
                <a:lnTo>
                  <a:pt x="123019" y="15838"/>
                </a:lnTo>
                <a:lnTo>
                  <a:pt x="122905" y="16184"/>
                </a:lnTo>
                <a:lnTo>
                  <a:pt x="122798" y="16535"/>
                </a:lnTo>
                <a:lnTo>
                  <a:pt x="122696" y="16891"/>
                </a:lnTo>
                <a:lnTo>
                  <a:pt x="122599" y="17251"/>
                </a:lnTo>
                <a:lnTo>
                  <a:pt x="122509" y="17616"/>
                </a:lnTo>
                <a:lnTo>
                  <a:pt x="122423" y="17985"/>
                </a:lnTo>
                <a:lnTo>
                  <a:pt x="122340" y="18358"/>
                </a:lnTo>
                <a:lnTo>
                  <a:pt x="122262" y="18736"/>
                </a:lnTo>
                <a:lnTo>
                  <a:pt x="122187" y="19118"/>
                </a:lnTo>
                <a:lnTo>
                  <a:pt x="122116" y="19505"/>
                </a:lnTo>
                <a:lnTo>
                  <a:pt x="122048" y="19895"/>
                </a:lnTo>
                <a:lnTo>
                  <a:pt x="121984" y="20290"/>
                </a:lnTo>
                <a:lnTo>
                  <a:pt x="121924" y="20690"/>
                </a:lnTo>
                <a:lnTo>
                  <a:pt x="121867" y="21093"/>
                </a:lnTo>
                <a:lnTo>
                  <a:pt x="121814" y="21501"/>
                </a:lnTo>
                <a:lnTo>
                  <a:pt x="121765" y="21913"/>
                </a:lnTo>
                <a:lnTo>
                  <a:pt x="121719" y="22330"/>
                </a:lnTo>
                <a:lnTo>
                  <a:pt x="121677" y="22751"/>
                </a:lnTo>
                <a:lnTo>
                  <a:pt x="121638" y="23176"/>
                </a:lnTo>
                <a:lnTo>
                  <a:pt x="121604" y="23606"/>
                </a:lnTo>
                <a:lnTo>
                  <a:pt x="121573" y="24039"/>
                </a:lnTo>
                <a:lnTo>
                  <a:pt x="121545" y="24477"/>
                </a:lnTo>
                <a:lnTo>
                  <a:pt x="121521" y="24920"/>
                </a:lnTo>
                <a:lnTo>
                  <a:pt x="121501" y="25367"/>
                </a:lnTo>
                <a:lnTo>
                  <a:pt x="121485" y="25818"/>
                </a:lnTo>
                <a:lnTo>
                  <a:pt x="121472" y="26273"/>
                </a:lnTo>
                <a:lnTo>
                  <a:pt x="121463" y="26733"/>
                </a:lnTo>
                <a:lnTo>
                  <a:pt x="121458" y="27197"/>
                </a:lnTo>
                <a:lnTo>
                  <a:pt x="121456" y="27665"/>
                </a:lnTo>
                <a:lnTo>
                  <a:pt x="121456" y="31879"/>
                </a:lnTo>
                <a:lnTo>
                  <a:pt x="107809" y="31879"/>
                </a:lnTo>
                <a:lnTo>
                  <a:pt x="107809" y="43264"/>
                </a:lnTo>
                <a:lnTo>
                  <a:pt x="121456" y="43264"/>
                </a:lnTo>
                <a:lnTo>
                  <a:pt x="121456" y="117396"/>
                </a:lnTo>
                <a:lnTo>
                  <a:pt x="135523" y="117396"/>
                </a:lnTo>
                <a:lnTo>
                  <a:pt x="135523" y="43264"/>
                </a:lnTo>
                <a:lnTo>
                  <a:pt x="153872" y="43264"/>
                </a:lnTo>
                <a:lnTo>
                  <a:pt x="154477" y="43264"/>
                </a:lnTo>
                <a:lnTo>
                  <a:pt x="167518" y="43264"/>
                </a:lnTo>
                <a:lnTo>
                  <a:pt x="167518" y="117396"/>
                </a:lnTo>
                <a:lnTo>
                  <a:pt x="181586" y="117396"/>
                </a:lnTo>
                <a:lnTo>
                  <a:pt x="181586" y="43264"/>
                </a:lnTo>
                <a:lnTo>
                  <a:pt x="200539" y="43264"/>
                </a:lnTo>
                <a:lnTo>
                  <a:pt x="200539" y="31879"/>
                </a:lnTo>
                <a:lnTo>
                  <a:pt x="181586" y="31879"/>
                </a:lnTo>
                <a:lnTo>
                  <a:pt x="181586" y="28150"/>
                </a:lnTo>
                <a:lnTo>
                  <a:pt x="181589" y="27622"/>
                </a:lnTo>
                <a:lnTo>
                  <a:pt x="181600" y="27104"/>
                </a:lnTo>
                <a:lnTo>
                  <a:pt x="181617" y="26597"/>
                </a:lnTo>
                <a:lnTo>
                  <a:pt x="181641" y="26100"/>
                </a:lnTo>
                <a:lnTo>
                  <a:pt x="181672" y="25613"/>
                </a:lnTo>
                <a:lnTo>
                  <a:pt x="181710" y="25137"/>
                </a:lnTo>
                <a:lnTo>
                  <a:pt x="181754" y="24671"/>
                </a:lnTo>
                <a:lnTo>
                  <a:pt x="181806" y="24216"/>
                </a:lnTo>
                <a:lnTo>
                  <a:pt x="181864" y="23771"/>
                </a:lnTo>
                <a:lnTo>
                  <a:pt x="181930" y="23336"/>
                </a:lnTo>
                <a:lnTo>
                  <a:pt x="182002" y="22912"/>
                </a:lnTo>
                <a:lnTo>
                  <a:pt x="182081" y="22498"/>
                </a:lnTo>
                <a:lnTo>
                  <a:pt x="182167" y="22094"/>
                </a:lnTo>
                <a:lnTo>
                  <a:pt x="182260" y="21701"/>
                </a:lnTo>
                <a:lnTo>
                  <a:pt x="182359" y="21319"/>
                </a:lnTo>
                <a:lnTo>
                  <a:pt x="182466" y="20946"/>
                </a:lnTo>
                <a:lnTo>
                  <a:pt x="182579" y="20584"/>
                </a:lnTo>
                <a:lnTo>
                  <a:pt x="182700" y="20232"/>
                </a:lnTo>
                <a:lnTo>
                  <a:pt x="182827" y="19891"/>
                </a:lnTo>
                <a:lnTo>
                  <a:pt x="182961" y="19560"/>
                </a:lnTo>
                <a:lnTo>
                  <a:pt x="183102" y="19240"/>
                </a:lnTo>
                <a:lnTo>
                  <a:pt x="183249" y="18930"/>
                </a:lnTo>
                <a:lnTo>
                  <a:pt x="183404" y="18630"/>
                </a:lnTo>
                <a:lnTo>
                  <a:pt x="183566" y="18340"/>
                </a:lnTo>
                <a:lnTo>
                  <a:pt x="183740" y="18062"/>
                </a:lnTo>
                <a:lnTo>
                  <a:pt x="183933" y="17795"/>
                </a:lnTo>
                <a:lnTo>
                  <a:pt x="184145" y="17541"/>
                </a:lnTo>
                <a:lnTo>
                  <a:pt x="184376" y="17298"/>
                </a:lnTo>
                <a:lnTo>
                  <a:pt x="184626" y="17067"/>
                </a:lnTo>
                <a:lnTo>
                  <a:pt x="184895" y="16847"/>
                </a:lnTo>
                <a:lnTo>
                  <a:pt x="185183" y="16640"/>
                </a:lnTo>
                <a:lnTo>
                  <a:pt x="185489" y="16444"/>
                </a:lnTo>
                <a:lnTo>
                  <a:pt x="185814" y="16261"/>
                </a:lnTo>
                <a:lnTo>
                  <a:pt x="186159" y="16089"/>
                </a:lnTo>
                <a:lnTo>
                  <a:pt x="186522" y="15929"/>
                </a:lnTo>
                <a:lnTo>
                  <a:pt x="186903" y="15781"/>
                </a:lnTo>
                <a:lnTo>
                  <a:pt x="187304" y="15644"/>
                </a:lnTo>
                <a:lnTo>
                  <a:pt x="187724" y="15520"/>
                </a:lnTo>
                <a:lnTo>
                  <a:pt x="188162" y="15407"/>
                </a:lnTo>
                <a:lnTo>
                  <a:pt x="188620" y="15307"/>
                </a:lnTo>
                <a:lnTo>
                  <a:pt x="189096" y="15218"/>
                </a:lnTo>
                <a:lnTo>
                  <a:pt x="189591" y="15141"/>
                </a:lnTo>
                <a:lnTo>
                  <a:pt x="190105" y="15076"/>
                </a:lnTo>
                <a:lnTo>
                  <a:pt x="190638" y="15022"/>
                </a:lnTo>
                <a:lnTo>
                  <a:pt x="191190" y="14981"/>
                </a:lnTo>
                <a:lnTo>
                  <a:pt x="191760" y="14951"/>
                </a:lnTo>
                <a:lnTo>
                  <a:pt x="192350" y="14933"/>
                </a:lnTo>
                <a:lnTo>
                  <a:pt x="192958" y="14928"/>
                </a:lnTo>
                <a:lnTo>
                  <a:pt x="200708" y="14928"/>
                </a:lnTo>
                <a:lnTo>
                  <a:pt x="200708" y="3879"/>
                </a:lnTo>
                <a:lnTo>
                  <a:pt x="192116" y="3879"/>
                </a:lnTo>
                <a:lnTo>
                  <a:pt x="191489" y="3882"/>
                </a:lnTo>
                <a:lnTo>
                  <a:pt x="190872" y="3890"/>
                </a:lnTo>
                <a:lnTo>
                  <a:pt x="190264" y="3904"/>
                </a:lnTo>
                <a:lnTo>
                  <a:pt x="189667" y="3923"/>
                </a:lnTo>
                <a:lnTo>
                  <a:pt x="189079" y="3948"/>
                </a:lnTo>
                <a:lnTo>
                  <a:pt x="188501" y="3978"/>
                </a:lnTo>
                <a:lnTo>
                  <a:pt x="187933" y="4014"/>
                </a:lnTo>
                <a:lnTo>
                  <a:pt x="187375" y="4055"/>
                </a:lnTo>
                <a:lnTo>
                  <a:pt x="186826" y="4102"/>
                </a:lnTo>
                <a:lnTo>
                  <a:pt x="186288" y="4154"/>
                </a:lnTo>
                <a:lnTo>
                  <a:pt x="185759" y="4212"/>
                </a:lnTo>
                <a:lnTo>
                  <a:pt x="185240" y="4275"/>
                </a:lnTo>
                <a:lnTo>
                  <a:pt x="184730" y="4343"/>
                </a:lnTo>
                <a:lnTo>
                  <a:pt x="184231" y="4418"/>
                </a:lnTo>
                <a:lnTo>
                  <a:pt x="183741" y="4497"/>
                </a:lnTo>
                <a:lnTo>
                  <a:pt x="183261" y="4582"/>
                </a:lnTo>
                <a:lnTo>
                  <a:pt x="182791" y="4673"/>
                </a:lnTo>
                <a:lnTo>
                  <a:pt x="182331" y="4769"/>
                </a:lnTo>
                <a:lnTo>
                  <a:pt x="181880" y="4871"/>
                </a:lnTo>
                <a:lnTo>
                  <a:pt x="181440" y="4978"/>
                </a:lnTo>
                <a:lnTo>
                  <a:pt x="181009" y="5090"/>
                </a:lnTo>
                <a:lnTo>
                  <a:pt x="180588" y="5208"/>
                </a:lnTo>
                <a:lnTo>
                  <a:pt x="180176" y="5332"/>
                </a:lnTo>
                <a:lnTo>
                  <a:pt x="179775" y="5461"/>
                </a:lnTo>
                <a:lnTo>
                  <a:pt x="179382" y="5595"/>
                </a:lnTo>
                <a:lnTo>
                  <a:pt x="178996" y="5734"/>
                </a:lnTo>
                <a:lnTo>
                  <a:pt x="178617" y="5879"/>
                </a:lnTo>
                <a:lnTo>
                  <a:pt x="178246" y="6029"/>
                </a:lnTo>
                <a:lnTo>
                  <a:pt x="177881" y="6184"/>
                </a:lnTo>
                <a:lnTo>
                  <a:pt x="177524" y="6344"/>
                </a:lnTo>
                <a:lnTo>
                  <a:pt x="177174" y="6510"/>
                </a:lnTo>
                <a:lnTo>
                  <a:pt x="176831" y="6681"/>
                </a:lnTo>
                <a:lnTo>
                  <a:pt x="176496" y="6857"/>
                </a:lnTo>
                <a:lnTo>
                  <a:pt x="176167" y="7038"/>
                </a:lnTo>
                <a:lnTo>
                  <a:pt x="175846" y="7225"/>
                </a:lnTo>
                <a:lnTo>
                  <a:pt x="175531" y="7416"/>
                </a:lnTo>
                <a:lnTo>
                  <a:pt x="175224" y="7613"/>
                </a:lnTo>
                <a:lnTo>
                  <a:pt x="174924" y="7816"/>
                </a:lnTo>
                <a:lnTo>
                  <a:pt x="174632" y="8023"/>
                </a:lnTo>
                <a:lnTo>
                  <a:pt x="174346" y="8236"/>
                </a:lnTo>
                <a:lnTo>
                  <a:pt x="174068" y="8454"/>
                </a:lnTo>
                <a:lnTo>
                  <a:pt x="173797" y="8677"/>
                </a:lnTo>
                <a:lnTo>
                  <a:pt x="173533" y="8905"/>
                </a:lnTo>
                <a:lnTo>
                  <a:pt x="173276" y="9139"/>
                </a:lnTo>
                <a:lnTo>
                  <a:pt x="173026" y="9378"/>
                </a:lnTo>
                <a:lnTo>
                  <a:pt x="172783" y="9622"/>
                </a:lnTo>
                <a:lnTo>
                  <a:pt x="172548" y="9871"/>
                </a:lnTo>
                <a:lnTo>
                  <a:pt x="172320" y="10126"/>
                </a:lnTo>
                <a:lnTo>
                  <a:pt x="172098" y="10385"/>
                </a:lnTo>
                <a:lnTo>
                  <a:pt x="171882" y="10649"/>
                </a:lnTo>
                <a:lnTo>
                  <a:pt x="171672" y="10918"/>
                </a:lnTo>
                <a:lnTo>
                  <a:pt x="171467" y="11191"/>
                </a:lnTo>
                <a:lnTo>
                  <a:pt x="171268" y="11469"/>
                </a:lnTo>
                <a:lnTo>
                  <a:pt x="171075" y="11751"/>
                </a:lnTo>
                <a:lnTo>
                  <a:pt x="170887" y="12038"/>
                </a:lnTo>
                <a:lnTo>
                  <a:pt x="170705" y="12329"/>
                </a:lnTo>
                <a:lnTo>
                  <a:pt x="170529" y="12626"/>
                </a:lnTo>
                <a:lnTo>
                  <a:pt x="170359" y="12926"/>
                </a:lnTo>
                <a:lnTo>
                  <a:pt x="170194" y="13231"/>
                </a:lnTo>
                <a:lnTo>
                  <a:pt x="170035" y="13541"/>
                </a:lnTo>
                <a:lnTo>
                  <a:pt x="169882" y="13856"/>
                </a:lnTo>
                <a:lnTo>
                  <a:pt x="169734" y="14175"/>
                </a:lnTo>
                <a:lnTo>
                  <a:pt x="169592" y="14498"/>
                </a:lnTo>
                <a:lnTo>
                  <a:pt x="169456" y="14826"/>
                </a:lnTo>
                <a:lnTo>
                  <a:pt x="169325" y="15159"/>
                </a:lnTo>
                <a:lnTo>
                  <a:pt x="169200" y="15496"/>
                </a:lnTo>
                <a:lnTo>
                  <a:pt x="169081" y="15838"/>
                </a:lnTo>
                <a:lnTo>
                  <a:pt x="168968" y="16184"/>
                </a:lnTo>
                <a:lnTo>
                  <a:pt x="168860" y="16535"/>
                </a:lnTo>
                <a:lnTo>
                  <a:pt x="168758" y="16891"/>
                </a:lnTo>
                <a:lnTo>
                  <a:pt x="168662" y="17251"/>
                </a:lnTo>
                <a:lnTo>
                  <a:pt x="168571" y="17616"/>
                </a:lnTo>
                <a:lnTo>
                  <a:pt x="168485" y="17985"/>
                </a:lnTo>
                <a:lnTo>
                  <a:pt x="168403" y="18358"/>
                </a:lnTo>
                <a:lnTo>
                  <a:pt x="168324" y="18736"/>
                </a:lnTo>
                <a:lnTo>
                  <a:pt x="168250" y="19118"/>
                </a:lnTo>
                <a:lnTo>
                  <a:pt x="168178" y="19505"/>
                </a:lnTo>
                <a:lnTo>
                  <a:pt x="168111" y="19895"/>
                </a:lnTo>
                <a:lnTo>
                  <a:pt x="168047" y="20290"/>
                </a:lnTo>
                <a:lnTo>
                  <a:pt x="167986" y="20690"/>
                </a:lnTo>
                <a:lnTo>
                  <a:pt x="167930" y="21093"/>
                </a:lnTo>
                <a:lnTo>
                  <a:pt x="167877" y="21501"/>
                </a:lnTo>
                <a:lnTo>
                  <a:pt x="167827" y="21913"/>
                </a:lnTo>
                <a:lnTo>
                  <a:pt x="167782" y="22330"/>
                </a:lnTo>
                <a:lnTo>
                  <a:pt x="167739" y="22751"/>
                </a:lnTo>
                <a:lnTo>
                  <a:pt x="167701" y="23176"/>
                </a:lnTo>
                <a:lnTo>
                  <a:pt x="167666" y="23606"/>
                </a:lnTo>
                <a:lnTo>
                  <a:pt x="167635" y="24039"/>
                </a:lnTo>
                <a:lnTo>
                  <a:pt x="167608" y="24477"/>
                </a:lnTo>
                <a:lnTo>
                  <a:pt x="167584" y="24920"/>
                </a:lnTo>
                <a:lnTo>
                  <a:pt x="167564" y="25367"/>
                </a:lnTo>
                <a:lnTo>
                  <a:pt x="167548" y="25818"/>
                </a:lnTo>
                <a:lnTo>
                  <a:pt x="167535" y="26273"/>
                </a:lnTo>
                <a:lnTo>
                  <a:pt x="167526" y="26733"/>
                </a:lnTo>
                <a:lnTo>
                  <a:pt x="167520" y="27197"/>
                </a:lnTo>
                <a:lnTo>
                  <a:pt x="167518" y="27665"/>
                </a:lnTo>
                <a:lnTo>
                  <a:pt x="167518" y="31879"/>
                </a:lnTo>
                <a:lnTo>
                  <a:pt x="154477" y="31879"/>
                </a:lnTo>
                <a:lnTo>
                  <a:pt x="153872" y="31879"/>
                </a:lnTo>
                <a:lnTo>
                  <a:pt x="135523" y="31879"/>
                </a:lnTo>
                <a:lnTo>
                  <a:pt x="135523" y="28150"/>
                </a:lnTo>
                <a:lnTo>
                  <a:pt x="135527" y="27622"/>
                </a:lnTo>
                <a:lnTo>
                  <a:pt x="135537" y="27104"/>
                </a:lnTo>
                <a:close/>
                <a:moveTo>
                  <a:pt x="233442" y="105898"/>
                </a:moveTo>
                <a:lnTo>
                  <a:pt x="232872" y="105863"/>
                </a:lnTo>
                <a:lnTo>
                  <a:pt x="232320" y="105814"/>
                </a:lnTo>
                <a:lnTo>
                  <a:pt x="231787" y="105751"/>
                </a:lnTo>
                <a:lnTo>
                  <a:pt x="231273" y="105673"/>
                </a:lnTo>
                <a:lnTo>
                  <a:pt x="230778" y="105582"/>
                </a:lnTo>
                <a:lnTo>
                  <a:pt x="230302" y="105476"/>
                </a:lnTo>
                <a:lnTo>
                  <a:pt x="229844" y="105357"/>
                </a:lnTo>
                <a:lnTo>
                  <a:pt x="229406" y="105223"/>
                </a:lnTo>
                <a:lnTo>
                  <a:pt x="228986" y="105076"/>
                </a:lnTo>
                <a:lnTo>
                  <a:pt x="228585" y="104914"/>
                </a:lnTo>
                <a:lnTo>
                  <a:pt x="228204" y="104738"/>
                </a:lnTo>
                <a:lnTo>
                  <a:pt x="227840" y="104549"/>
                </a:lnTo>
                <a:lnTo>
                  <a:pt x="227496" y="104345"/>
                </a:lnTo>
                <a:lnTo>
                  <a:pt x="227171" y="104127"/>
                </a:lnTo>
                <a:lnTo>
                  <a:pt x="226865" y="103895"/>
                </a:lnTo>
                <a:lnTo>
                  <a:pt x="226577" y="103649"/>
                </a:lnTo>
                <a:lnTo>
                  <a:pt x="226308" y="103389"/>
                </a:lnTo>
                <a:lnTo>
                  <a:pt x="226058" y="103115"/>
                </a:lnTo>
                <a:lnTo>
                  <a:pt x="225827" y="102827"/>
                </a:lnTo>
                <a:lnTo>
                  <a:pt x="225615" y="102525"/>
                </a:lnTo>
                <a:lnTo>
                  <a:pt x="225422" y="102208"/>
                </a:lnTo>
                <a:lnTo>
                  <a:pt x="225248" y="101878"/>
                </a:lnTo>
                <a:lnTo>
                  <a:pt x="225086" y="101534"/>
                </a:lnTo>
                <a:lnTo>
                  <a:pt x="224931" y="101178"/>
                </a:lnTo>
                <a:lnTo>
                  <a:pt x="224784" y="100809"/>
                </a:lnTo>
                <a:lnTo>
                  <a:pt x="224643" y="100428"/>
                </a:lnTo>
                <a:lnTo>
                  <a:pt x="224509" y="100034"/>
                </a:lnTo>
                <a:lnTo>
                  <a:pt x="224381" y="99627"/>
                </a:lnTo>
                <a:lnTo>
                  <a:pt x="224261" y="99208"/>
                </a:lnTo>
                <a:lnTo>
                  <a:pt x="224148" y="98776"/>
                </a:lnTo>
                <a:lnTo>
                  <a:pt x="224041" y="98332"/>
                </a:lnTo>
                <a:lnTo>
                  <a:pt x="223942" y="97875"/>
                </a:lnTo>
                <a:lnTo>
                  <a:pt x="223849" y="97405"/>
                </a:lnTo>
                <a:lnTo>
                  <a:pt x="223763" y="96923"/>
                </a:lnTo>
                <a:lnTo>
                  <a:pt x="223684" y="96429"/>
                </a:lnTo>
                <a:lnTo>
                  <a:pt x="223612" y="95921"/>
                </a:lnTo>
                <a:lnTo>
                  <a:pt x="223546" y="95401"/>
                </a:lnTo>
                <a:lnTo>
                  <a:pt x="223488" y="94869"/>
                </a:lnTo>
                <a:lnTo>
                  <a:pt x="223436" y="94324"/>
                </a:lnTo>
                <a:lnTo>
                  <a:pt x="223392" y="93766"/>
                </a:lnTo>
                <a:lnTo>
                  <a:pt x="223354" y="93196"/>
                </a:lnTo>
                <a:lnTo>
                  <a:pt x="223323" y="92613"/>
                </a:lnTo>
                <a:lnTo>
                  <a:pt x="223299" y="92017"/>
                </a:lnTo>
                <a:lnTo>
                  <a:pt x="223282" y="91409"/>
                </a:lnTo>
                <a:lnTo>
                  <a:pt x="223271" y="90789"/>
                </a:lnTo>
                <a:lnTo>
                  <a:pt x="223268" y="90155"/>
                </a:lnTo>
                <a:lnTo>
                  <a:pt x="223268" y="3879"/>
                </a:lnTo>
                <a:lnTo>
                  <a:pt x="209200" y="3879"/>
                </a:lnTo>
                <a:lnTo>
                  <a:pt x="209200" y="90830"/>
                </a:lnTo>
                <a:lnTo>
                  <a:pt x="209204" y="91522"/>
                </a:lnTo>
                <a:lnTo>
                  <a:pt x="209214" y="92205"/>
                </a:lnTo>
                <a:lnTo>
                  <a:pt x="209231" y="92880"/>
                </a:lnTo>
                <a:lnTo>
                  <a:pt x="209255" y="93546"/>
                </a:lnTo>
                <a:lnTo>
                  <a:pt x="209286" y="94205"/>
                </a:lnTo>
                <a:lnTo>
                  <a:pt x="209324" y="94854"/>
                </a:lnTo>
                <a:lnTo>
                  <a:pt x="209369" y="95496"/>
                </a:lnTo>
                <a:lnTo>
                  <a:pt x="209420" y="96129"/>
                </a:lnTo>
                <a:lnTo>
                  <a:pt x="209479" y="96754"/>
                </a:lnTo>
                <a:lnTo>
                  <a:pt x="209544" y="97370"/>
                </a:lnTo>
                <a:lnTo>
                  <a:pt x="209616" y="97979"/>
                </a:lnTo>
                <a:lnTo>
                  <a:pt x="209695" y="98578"/>
                </a:lnTo>
                <a:lnTo>
                  <a:pt x="209781" y="99170"/>
                </a:lnTo>
                <a:lnTo>
                  <a:pt x="209874" y="99753"/>
                </a:lnTo>
                <a:lnTo>
                  <a:pt x="209974" y="100328"/>
                </a:lnTo>
                <a:lnTo>
                  <a:pt x="210080" y="100894"/>
                </a:lnTo>
                <a:lnTo>
                  <a:pt x="210194" y="101452"/>
                </a:lnTo>
                <a:lnTo>
                  <a:pt x="210314" y="102002"/>
                </a:lnTo>
                <a:lnTo>
                  <a:pt x="210441" y="102543"/>
                </a:lnTo>
                <a:lnTo>
                  <a:pt x="210575" y="103076"/>
                </a:lnTo>
                <a:lnTo>
                  <a:pt x="210716" y="103601"/>
                </a:lnTo>
                <a:lnTo>
                  <a:pt x="210864" y="104117"/>
                </a:lnTo>
                <a:lnTo>
                  <a:pt x="211018" y="104625"/>
                </a:lnTo>
                <a:lnTo>
                  <a:pt x="211180" y="105125"/>
                </a:lnTo>
                <a:lnTo>
                  <a:pt x="211351" y="105616"/>
                </a:lnTo>
                <a:lnTo>
                  <a:pt x="211533" y="106097"/>
                </a:lnTo>
                <a:lnTo>
                  <a:pt x="211727" y="106568"/>
                </a:lnTo>
                <a:lnTo>
                  <a:pt x="211932" y="107030"/>
                </a:lnTo>
                <a:lnTo>
                  <a:pt x="212149" y="107482"/>
                </a:lnTo>
                <a:lnTo>
                  <a:pt x="212378" y="107924"/>
                </a:lnTo>
                <a:lnTo>
                  <a:pt x="212618" y="108357"/>
                </a:lnTo>
                <a:lnTo>
                  <a:pt x="212869" y="108780"/>
                </a:lnTo>
                <a:lnTo>
                  <a:pt x="213132" y="109193"/>
                </a:lnTo>
                <a:lnTo>
                  <a:pt x="213407" y="109597"/>
                </a:lnTo>
                <a:lnTo>
                  <a:pt x="213693" y="109991"/>
                </a:lnTo>
                <a:lnTo>
                  <a:pt x="213991" y="110375"/>
                </a:lnTo>
                <a:lnTo>
                  <a:pt x="214301" y="110750"/>
                </a:lnTo>
                <a:lnTo>
                  <a:pt x="214622" y="111115"/>
                </a:lnTo>
                <a:lnTo>
                  <a:pt x="214954" y="111470"/>
                </a:lnTo>
                <a:lnTo>
                  <a:pt x="215298" y="111816"/>
                </a:lnTo>
                <a:lnTo>
                  <a:pt x="215654" y="112152"/>
                </a:lnTo>
                <a:lnTo>
                  <a:pt x="216021" y="112478"/>
                </a:lnTo>
                <a:lnTo>
                  <a:pt x="216400" y="112795"/>
                </a:lnTo>
                <a:lnTo>
                  <a:pt x="216790" y="113102"/>
                </a:lnTo>
                <a:lnTo>
                  <a:pt x="217192" y="113399"/>
                </a:lnTo>
                <a:lnTo>
                  <a:pt x="217605" y="113687"/>
                </a:lnTo>
                <a:lnTo>
                  <a:pt x="218030" y="113965"/>
                </a:lnTo>
                <a:lnTo>
                  <a:pt x="218466" y="114233"/>
                </a:lnTo>
                <a:lnTo>
                  <a:pt x="218917" y="114491"/>
                </a:lnTo>
                <a:lnTo>
                  <a:pt x="219383" y="114738"/>
                </a:lnTo>
                <a:lnTo>
                  <a:pt x="219866" y="114975"/>
                </a:lnTo>
                <a:lnTo>
                  <a:pt x="220364" y="115200"/>
                </a:lnTo>
                <a:lnTo>
                  <a:pt x="220879" y="115414"/>
                </a:lnTo>
                <a:lnTo>
                  <a:pt x="221409" y="115617"/>
                </a:lnTo>
                <a:lnTo>
                  <a:pt x="221956" y="115809"/>
                </a:lnTo>
                <a:lnTo>
                  <a:pt x="222519" y="115990"/>
                </a:lnTo>
                <a:lnTo>
                  <a:pt x="223098" y="116161"/>
                </a:lnTo>
                <a:lnTo>
                  <a:pt x="223693" y="116320"/>
                </a:lnTo>
                <a:lnTo>
                  <a:pt x="224304" y="116468"/>
                </a:lnTo>
                <a:lnTo>
                  <a:pt x="224932" y="116605"/>
                </a:lnTo>
                <a:lnTo>
                  <a:pt x="225575" y="116732"/>
                </a:lnTo>
                <a:lnTo>
                  <a:pt x="226234" y="116847"/>
                </a:lnTo>
                <a:lnTo>
                  <a:pt x="226910" y="116951"/>
                </a:lnTo>
                <a:lnTo>
                  <a:pt x="227602" y="117045"/>
                </a:lnTo>
                <a:lnTo>
                  <a:pt x="228309" y="117127"/>
                </a:lnTo>
                <a:lnTo>
                  <a:pt x="229033" y="117198"/>
                </a:lnTo>
                <a:lnTo>
                  <a:pt x="229773" y="117259"/>
                </a:lnTo>
                <a:lnTo>
                  <a:pt x="230529" y="117308"/>
                </a:lnTo>
                <a:lnTo>
                  <a:pt x="231301" y="117347"/>
                </a:lnTo>
                <a:lnTo>
                  <a:pt x="232089" y="117374"/>
                </a:lnTo>
                <a:lnTo>
                  <a:pt x="232893" y="117390"/>
                </a:lnTo>
                <a:lnTo>
                  <a:pt x="233713" y="117396"/>
                </a:lnTo>
                <a:lnTo>
                  <a:pt x="238431" y="117396"/>
                </a:lnTo>
                <a:lnTo>
                  <a:pt x="238431" y="105926"/>
                </a:lnTo>
                <a:lnTo>
                  <a:pt x="234640" y="105926"/>
                </a:lnTo>
                <a:lnTo>
                  <a:pt x="234032" y="105919"/>
                </a:lnTo>
                <a:lnTo>
                  <a:pt x="233442" y="105898"/>
                </a:lnTo>
                <a:close/>
                <a:moveTo>
                  <a:pt x="523974" y="72502"/>
                </a:moveTo>
                <a:lnTo>
                  <a:pt x="524833" y="72469"/>
                </a:lnTo>
                <a:lnTo>
                  <a:pt x="525684" y="72421"/>
                </a:lnTo>
                <a:lnTo>
                  <a:pt x="526528" y="72361"/>
                </a:lnTo>
                <a:lnTo>
                  <a:pt x="527365" y="72287"/>
                </a:lnTo>
                <a:lnTo>
                  <a:pt x="528193" y="72200"/>
                </a:lnTo>
                <a:lnTo>
                  <a:pt x="529015" y="72099"/>
                </a:lnTo>
                <a:lnTo>
                  <a:pt x="529829" y="71984"/>
                </a:lnTo>
                <a:lnTo>
                  <a:pt x="530636" y="71856"/>
                </a:lnTo>
                <a:lnTo>
                  <a:pt x="531435" y="71715"/>
                </a:lnTo>
                <a:lnTo>
                  <a:pt x="532227" y="71561"/>
                </a:lnTo>
                <a:lnTo>
                  <a:pt x="533011" y="71392"/>
                </a:lnTo>
                <a:lnTo>
                  <a:pt x="533788" y="71211"/>
                </a:lnTo>
                <a:lnTo>
                  <a:pt x="534557" y="71016"/>
                </a:lnTo>
                <a:lnTo>
                  <a:pt x="535319" y="70807"/>
                </a:lnTo>
                <a:lnTo>
                  <a:pt x="536073" y="70585"/>
                </a:lnTo>
                <a:lnTo>
                  <a:pt x="536820" y="70350"/>
                </a:lnTo>
                <a:lnTo>
                  <a:pt x="537560" y="70101"/>
                </a:lnTo>
                <a:lnTo>
                  <a:pt x="538292" y="69839"/>
                </a:lnTo>
                <a:lnTo>
                  <a:pt x="539016" y="69563"/>
                </a:lnTo>
                <a:lnTo>
                  <a:pt x="539733" y="69274"/>
                </a:lnTo>
                <a:lnTo>
                  <a:pt x="540443" y="68971"/>
                </a:lnTo>
                <a:lnTo>
                  <a:pt x="541145" y="68655"/>
                </a:lnTo>
                <a:lnTo>
                  <a:pt x="541838" y="68326"/>
                </a:lnTo>
                <a:lnTo>
                  <a:pt x="542518" y="67984"/>
                </a:lnTo>
                <a:lnTo>
                  <a:pt x="543186" y="67630"/>
                </a:lnTo>
                <a:lnTo>
                  <a:pt x="543842" y="67263"/>
                </a:lnTo>
                <a:lnTo>
                  <a:pt x="544486" y="66883"/>
                </a:lnTo>
                <a:lnTo>
                  <a:pt x="545118" y="66491"/>
                </a:lnTo>
                <a:lnTo>
                  <a:pt x="545737" y="66087"/>
                </a:lnTo>
                <a:lnTo>
                  <a:pt x="546345" y="65670"/>
                </a:lnTo>
                <a:lnTo>
                  <a:pt x="546940" y="65240"/>
                </a:lnTo>
                <a:lnTo>
                  <a:pt x="547523" y="64798"/>
                </a:lnTo>
                <a:lnTo>
                  <a:pt x="548094" y="64343"/>
                </a:lnTo>
                <a:lnTo>
                  <a:pt x="548653" y="63875"/>
                </a:lnTo>
                <a:lnTo>
                  <a:pt x="549200" y="63395"/>
                </a:lnTo>
                <a:lnTo>
                  <a:pt x="549734" y="62903"/>
                </a:lnTo>
                <a:lnTo>
                  <a:pt x="550257" y="62398"/>
                </a:lnTo>
                <a:lnTo>
                  <a:pt x="550767" y="61880"/>
                </a:lnTo>
                <a:lnTo>
                  <a:pt x="551265" y="61350"/>
                </a:lnTo>
                <a:lnTo>
                  <a:pt x="551751" y="60807"/>
                </a:lnTo>
                <a:lnTo>
                  <a:pt x="552225" y="60251"/>
                </a:lnTo>
                <a:lnTo>
                  <a:pt x="552687" y="59683"/>
                </a:lnTo>
                <a:lnTo>
                  <a:pt x="553137" y="59103"/>
                </a:lnTo>
                <a:lnTo>
                  <a:pt x="553574" y="58509"/>
                </a:lnTo>
                <a:lnTo>
                  <a:pt x="553999" y="57904"/>
                </a:lnTo>
                <a:lnTo>
                  <a:pt x="554413" y="57285"/>
                </a:lnTo>
                <a:lnTo>
                  <a:pt x="554811" y="56654"/>
                </a:lnTo>
                <a:lnTo>
                  <a:pt x="555193" y="56011"/>
                </a:lnTo>
                <a:lnTo>
                  <a:pt x="555558" y="55356"/>
                </a:lnTo>
                <a:lnTo>
                  <a:pt x="555906" y="54688"/>
                </a:lnTo>
                <a:lnTo>
                  <a:pt x="556236" y="54008"/>
                </a:lnTo>
                <a:lnTo>
                  <a:pt x="556550" y="53315"/>
                </a:lnTo>
                <a:lnTo>
                  <a:pt x="556847" y="52611"/>
                </a:lnTo>
                <a:lnTo>
                  <a:pt x="557127" y="51894"/>
                </a:lnTo>
                <a:lnTo>
                  <a:pt x="557390" y="51164"/>
                </a:lnTo>
                <a:lnTo>
                  <a:pt x="557636" y="50423"/>
                </a:lnTo>
                <a:lnTo>
                  <a:pt x="557865" y="49669"/>
                </a:lnTo>
                <a:lnTo>
                  <a:pt x="558077" y="48903"/>
                </a:lnTo>
                <a:lnTo>
                  <a:pt x="558272" y="48125"/>
                </a:lnTo>
                <a:lnTo>
                  <a:pt x="558450" y="47334"/>
                </a:lnTo>
                <a:lnTo>
                  <a:pt x="558611" y="46531"/>
                </a:lnTo>
                <a:lnTo>
                  <a:pt x="558756" y="45716"/>
                </a:lnTo>
                <a:lnTo>
                  <a:pt x="558883" y="44889"/>
                </a:lnTo>
                <a:lnTo>
                  <a:pt x="558993" y="44049"/>
                </a:lnTo>
                <a:lnTo>
                  <a:pt x="559086" y="43197"/>
                </a:lnTo>
                <a:lnTo>
                  <a:pt x="559163" y="42333"/>
                </a:lnTo>
                <a:lnTo>
                  <a:pt x="559222" y="41456"/>
                </a:lnTo>
                <a:lnTo>
                  <a:pt x="559265" y="40567"/>
                </a:lnTo>
                <a:lnTo>
                  <a:pt x="559290" y="39666"/>
                </a:lnTo>
                <a:lnTo>
                  <a:pt x="559298" y="38752"/>
                </a:lnTo>
                <a:lnTo>
                  <a:pt x="559290" y="37818"/>
                </a:lnTo>
                <a:lnTo>
                  <a:pt x="559265" y="36895"/>
                </a:lnTo>
                <a:lnTo>
                  <a:pt x="559222" y="35985"/>
                </a:lnTo>
                <a:lnTo>
                  <a:pt x="559163" y="35087"/>
                </a:lnTo>
                <a:lnTo>
                  <a:pt x="559086" y="34201"/>
                </a:lnTo>
                <a:lnTo>
                  <a:pt x="558993" y="33327"/>
                </a:lnTo>
                <a:lnTo>
                  <a:pt x="558883" y="32465"/>
                </a:lnTo>
                <a:lnTo>
                  <a:pt x="558756" y="31616"/>
                </a:lnTo>
                <a:lnTo>
                  <a:pt x="558611" y="30778"/>
                </a:lnTo>
                <a:lnTo>
                  <a:pt x="558450" y="29953"/>
                </a:lnTo>
                <a:lnTo>
                  <a:pt x="558272" y="29140"/>
                </a:lnTo>
                <a:lnTo>
                  <a:pt x="558077" y="28339"/>
                </a:lnTo>
                <a:lnTo>
                  <a:pt x="557865" y="27550"/>
                </a:lnTo>
                <a:lnTo>
                  <a:pt x="557636" y="26773"/>
                </a:lnTo>
                <a:lnTo>
                  <a:pt x="557390" y="26009"/>
                </a:lnTo>
                <a:lnTo>
                  <a:pt x="557127" y="25256"/>
                </a:lnTo>
                <a:lnTo>
                  <a:pt x="556847" y="24516"/>
                </a:lnTo>
                <a:lnTo>
                  <a:pt x="556550" y="23788"/>
                </a:lnTo>
                <a:lnTo>
                  <a:pt x="556236" y="23072"/>
                </a:lnTo>
                <a:lnTo>
                  <a:pt x="555906" y="22368"/>
                </a:lnTo>
                <a:lnTo>
                  <a:pt x="555558" y="21676"/>
                </a:lnTo>
                <a:lnTo>
                  <a:pt x="555193" y="20997"/>
                </a:lnTo>
                <a:lnTo>
                  <a:pt x="554811" y="20329"/>
                </a:lnTo>
                <a:lnTo>
                  <a:pt x="554413" y="19674"/>
                </a:lnTo>
                <a:lnTo>
                  <a:pt x="553999" y="19031"/>
                </a:lnTo>
                <a:lnTo>
                  <a:pt x="553574" y="18402"/>
                </a:lnTo>
                <a:lnTo>
                  <a:pt x="553137" y="17785"/>
                </a:lnTo>
                <a:lnTo>
                  <a:pt x="552687" y="17182"/>
                </a:lnTo>
                <a:lnTo>
                  <a:pt x="552225" y="16591"/>
                </a:lnTo>
                <a:lnTo>
                  <a:pt x="551751" y="16014"/>
                </a:lnTo>
                <a:lnTo>
                  <a:pt x="551265" y="15451"/>
                </a:lnTo>
                <a:lnTo>
                  <a:pt x="550767" y="14900"/>
                </a:lnTo>
                <a:lnTo>
                  <a:pt x="550257" y="14362"/>
                </a:lnTo>
                <a:lnTo>
                  <a:pt x="549734" y="13838"/>
                </a:lnTo>
                <a:lnTo>
                  <a:pt x="549200" y="13327"/>
                </a:lnTo>
                <a:lnTo>
                  <a:pt x="548653" y="12829"/>
                </a:lnTo>
                <a:lnTo>
                  <a:pt x="548094" y="12344"/>
                </a:lnTo>
                <a:lnTo>
                  <a:pt x="547523" y="11872"/>
                </a:lnTo>
                <a:lnTo>
                  <a:pt x="546940" y="11414"/>
                </a:lnTo>
                <a:lnTo>
                  <a:pt x="546345" y="10969"/>
                </a:lnTo>
                <a:lnTo>
                  <a:pt x="545737" y="10537"/>
                </a:lnTo>
                <a:lnTo>
                  <a:pt x="545118" y="10118"/>
                </a:lnTo>
                <a:lnTo>
                  <a:pt x="544486" y="9712"/>
                </a:lnTo>
                <a:lnTo>
                  <a:pt x="543842" y="9319"/>
                </a:lnTo>
                <a:lnTo>
                  <a:pt x="543186" y="8940"/>
                </a:lnTo>
                <a:lnTo>
                  <a:pt x="542518" y="8573"/>
                </a:lnTo>
                <a:lnTo>
                  <a:pt x="541838" y="8220"/>
                </a:lnTo>
                <a:lnTo>
                  <a:pt x="541145" y="7880"/>
                </a:lnTo>
                <a:lnTo>
                  <a:pt x="540443" y="7554"/>
                </a:lnTo>
                <a:lnTo>
                  <a:pt x="539733" y="7241"/>
                </a:lnTo>
                <a:lnTo>
                  <a:pt x="539016" y="6942"/>
                </a:lnTo>
                <a:lnTo>
                  <a:pt x="538292" y="6658"/>
                </a:lnTo>
                <a:lnTo>
                  <a:pt x="537560" y="6387"/>
                </a:lnTo>
                <a:lnTo>
                  <a:pt x="536820" y="6130"/>
                </a:lnTo>
                <a:lnTo>
                  <a:pt x="536073" y="5887"/>
                </a:lnTo>
                <a:lnTo>
                  <a:pt x="535319" y="5658"/>
                </a:lnTo>
                <a:lnTo>
                  <a:pt x="534557" y="5442"/>
                </a:lnTo>
                <a:lnTo>
                  <a:pt x="533788" y="5241"/>
                </a:lnTo>
                <a:lnTo>
                  <a:pt x="533011" y="5053"/>
                </a:lnTo>
                <a:lnTo>
                  <a:pt x="532227" y="4880"/>
                </a:lnTo>
                <a:lnTo>
                  <a:pt x="531435" y="4720"/>
                </a:lnTo>
                <a:lnTo>
                  <a:pt x="530636" y="4574"/>
                </a:lnTo>
                <a:lnTo>
                  <a:pt x="529829" y="4442"/>
                </a:lnTo>
                <a:lnTo>
                  <a:pt x="529015" y="4324"/>
                </a:lnTo>
                <a:lnTo>
                  <a:pt x="528193" y="4220"/>
                </a:lnTo>
                <a:lnTo>
                  <a:pt x="527365" y="4130"/>
                </a:lnTo>
                <a:lnTo>
                  <a:pt x="526528" y="4053"/>
                </a:lnTo>
                <a:lnTo>
                  <a:pt x="525684" y="3991"/>
                </a:lnTo>
                <a:lnTo>
                  <a:pt x="524833" y="3942"/>
                </a:lnTo>
                <a:lnTo>
                  <a:pt x="523974" y="3907"/>
                </a:lnTo>
                <a:lnTo>
                  <a:pt x="523108" y="3886"/>
                </a:lnTo>
                <a:lnTo>
                  <a:pt x="522234" y="3879"/>
                </a:lnTo>
                <a:lnTo>
                  <a:pt x="481294" y="3879"/>
                </a:lnTo>
                <a:lnTo>
                  <a:pt x="481294" y="117396"/>
                </a:lnTo>
                <a:lnTo>
                  <a:pt x="496457" y="117396"/>
                </a:lnTo>
                <a:lnTo>
                  <a:pt x="496457" y="72529"/>
                </a:lnTo>
                <a:lnTo>
                  <a:pt x="522234" y="72529"/>
                </a:lnTo>
                <a:lnTo>
                  <a:pt x="523108" y="72522"/>
                </a:lnTo>
                <a:lnTo>
                  <a:pt x="523974" y="72502"/>
                </a:lnTo>
                <a:close/>
                <a:moveTo>
                  <a:pt x="523544" y="16447"/>
                </a:moveTo>
                <a:lnTo>
                  <a:pt x="524347" y="16513"/>
                </a:lnTo>
                <a:lnTo>
                  <a:pt x="525137" y="16599"/>
                </a:lnTo>
                <a:lnTo>
                  <a:pt x="525914" y="16703"/>
                </a:lnTo>
                <a:lnTo>
                  <a:pt x="526678" y="16827"/>
                </a:lnTo>
                <a:lnTo>
                  <a:pt x="527429" y="16969"/>
                </a:lnTo>
                <a:lnTo>
                  <a:pt x="528166" y="17131"/>
                </a:lnTo>
                <a:lnTo>
                  <a:pt x="528890" y="17311"/>
                </a:lnTo>
                <a:lnTo>
                  <a:pt x="529602" y="17511"/>
                </a:lnTo>
                <a:lnTo>
                  <a:pt x="530300" y="17729"/>
                </a:lnTo>
                <a:lnTo>
                  <a:pt x="530985" y="17967"/>
                </a:lnTo>
                <a:lnTo>
                  <a:pt x="531656" y="18223"/>
                </a:lnTo>
                <a:lnTo>
                  <a:pt x="532315" y="18498"/>
                </a:lnTo>
                <a:lnTo>
                  <a:pt x="532960" y="18793"/>
                </a:lnTo>
                <a:lnTo>
                  <a:pt x="533592" y="19106"/>
                </a:lnTo>
                <a:lnTo>
                  <a:pt x="534211" y="19439"/>
                </a:lnTo>
                <a:lnTo>
                  <a:pt x="534817" y="19790"/>
                </a:lnTo>
                <a:lnTo>
                  <a:pt x="535410" y="20161"/>
                </a:lnTo>
                <a:lnTo>
                  <a:pt x="535990" y="20550"/>
                </a:lnTo>
                <a:lnTo>
                  <a:pt x="536556" y="20959"/>
                </a:lnTo>
                <a:lnTo>
                  <a:pt x="537109" y="21386"/>
                </a:lnTo>
                <a:lnTo>
                  <a:pt x="537649" y="21833"/>
                </a:lnTo>
                <a:lnTo>
                  <a:pt x="538172" y="22299"/>
                </a:lnTo>
                <a:lnTo>
                  <a:pt x="538672" y="22786"/>
                </a:lnTo>
                <a:lnTo>
                  <a:pt x="539150" y="23294"/>
                </a:lnTo>
                <a:lnTo>
                  <a:pt x="539606" y="23822"/>
                </a:lnTo>
                <a:lnTo>
                  <a:pt x="540039" y="24372"/>
                </a:lnTo>
                <a:lnTo>
                  <a:pt x="540450" y="24942"/>
                </a:lnTo>
                <a:lnTo>
                  <a:pt x="540839" y="25533"/>
                </a:lnTo>
                <a:lnTo>
                  <a:pt x="541206" y="26144"/>
                </a:lnTo>
                <a:lnTo>
                  <a:pt x="541551" y="26777"/>
                </a:lnTo>
                <a:lnTo>
                  <a:pt x="541873" y="27430"/>
                </a:lnTo>
                <a:lnTo>
                  <a:pt x="542173" y="28104"/>
                </a:lnTo>
                <a:lnTo>
                  <a:pt x="542451" y="28798"/>
                </a:lnTo>
                <a:lnTo>
                  <a:pt x="542707" y="29514"/>
                </a:lnTo>
                <a:lnTo>
                  <a:pt x="542940" y="30250"/>
                </a:lnTo>
                <a:lnTo>
                  <a:pt x="543151" y="31007"/>
                </a:lnTo>
                <a:lnTo>
                  <a:pt x="543340" y="31784"/>
                </a:lnTo>
                <a:lnTo>
                  <a:pt x="543507" y="32583"/>
                </a:lnTo>
                <a:lnTo>
                  <a:pt x="543651" y="33402"/>
                </a:lnTo>
                <a:lnTo>
                  <a:pt x="543774" y="34242"/>
                </a:lnTo>
                <a:lnTo>
                  <a:pt x="543874" y="35102"/>
                </a:lnTo>
                <a:lnTo>
                  <a:pt x="543951" y="35984"/>
                </a:lnTo>
                <a:lnTo>
                  <a:pt x="544007" y="36886"/>
                </a:lnTo>
                <a:lnTo>
                  <a:pt x="544040" y="37809"/>
                </a:lnTo>
                <a:lnTo>
                  <a:pt x="544051" y="38752"/>
                </a:lnTo>
                <a:lnTo>
                  <a:pt x="544040" y="39634"/>
                </a:lnTo>
                <a:lnTo>
                  <a:pt x="544007" y="40496"/>
                </a:lnTo>
                <a:lnTo>
                  <a:pt x="543951" y="41340"/>
                </a:lnTo>
                <a:lnTo>
                  <a:pt x="543874" y="42165"/>
                </a:lnTo>
                <a:lnTo>
                  <a:pt x="543774" y="42971"/>
                </a:lnTo>
                <a:lnTo>
                  <a:pt x="543651" y="43758"/>
                </a:lnTo>
                <a:lnTo>
                  <a:pt x="543507" y="44526"/>
                </a:lnTo>
                <a:lnTo>
                  <a:pt x="543340" y="45276"/>
                </a:lnTo>
                <a:lnTo>
                  <a:pt x="543151" y="46006"/>
                </a:lnTo>
                <a:lnTo>
                  <a:pt x="542940" y="46718"/>
                </a:lnTo>
                <a:lnTo>
                  <a:pt x="542707" y="47411"/>
                </a:lnTo>
                <a:lnTo>
                  <a:pt x="542451" y="48085"/>
                </a:lnTo>
                <a:lnTo>
                  <a:pt x="542173" y="48740"/>
                </a:lnTo>
                <a:lnTo>
                  <a:pt x="541873" y="49376"/>
                </a:lnTo>
                <a:lnTo>
                  <a:pt x="541551" y="49994"/>
                </a:lnTo>
                <a:lnTo>
                  <a:pt x="541206" y="50592"/>
                </a:lnTo>
                <a:lnTo>
                  <a:pt x="540839" y="51172"/>
                </a:lnTo>
                <a:lnTo>
                  <a:pt x="540450" y="51733"/>
                </a:lnTo>
                <a:lnTo>
                  <a:pt x="540039" y="52275"/>
                </a:lnTo>
                <a:lnTo>
                  <a:pt x="539606" y="52798"/>
                </a:lnTo>
                <a:lnTo>
                  <a:pt x="539150" y="53303"/>
                </a:lnTo>
                <a:lnTo>
                  <a:pt x="538672" y="53788"/>
                </a:lnTo>
                <a:lnTo>
                  <a:pt x="538172" y="54255"/>
                </a:lnTo>
                <a:lnTo>
                  <a:pt x="537649" y="54703"/>
                </a:lnTo>
                <a:lnTo>
                  <a:pt x="537109" y="55132"/>
                </a:lnTo>
                <a:lnTo>
                  <a:pt x="536556" y="55543"/>
                </a:lnTo>
                <a:lnTo>
                  <a:pt x="535990" y="55935"/>
                </a:lnTo>
                <a:lnTo>
                  <a:pt x="535410" y="56310"/>
                </a:lnTo>
                <a:lnTo>
                  <a:pt x="534817" y="56666"/>
                </a:lnTo>
                <a:lnTo>
                  <a:pt x="534211" y="57004"/>
                </a:lnTo>
                <a:lnTo>
                  <a:pt x="533592" y="57324"/>
                </a:lnTo>
                <a:lnTo>
                  <a:pt x="532960" y="57625"/>
                </a:lnTo>
                <a:lnTo>
                  <a:pt x="532315" y="57908"/>
                </a:lnTo>
                <a:lnTo>
                  <a:pt x="531656" y="58173"/>
                </a:lnTo>
                <a:lnTo>
                  <a:pt x="530985" y="58420"/>
                </a:lnTo>
                <a:lnTo>
                  <a:pt x="530300" y="58648"/>
                </a:lnTo>
                <a:lnTo>
                  <a:pt x="529602" y="58858"/>
                </a:lnTo>
                <a:lnTo>
                  <a:pt x="528890" y="59050"/>
                </a:lnTo>
                <a:lnTo>
                  <a:pt x="528166" y="59223"/>
                </a:lnTo>
                <a:lnTo>
                  <a:pt x="527429" y="59379"/>
                </a:lnTo>
                <a:lnTo>
                  <a:pt x="526678" y="59516"/>
                </a:lnTo>
                <a:lnTo>
                  <a:pt x="525914" y="59634"/>
                </a:lnTo>
                <a:lnTo>
                  <a:pt x="525137" y="59735"/>
                </a:lnTo>
                <a:lnTo>
                  <a:pt x="524347" y="59817"/>
                </a:lnTo>
                <a:lnTo>
                  <a:pt x="523544" y="59881"/>
                </a:lnTo>
                <a:lnTo>
                  <a:pt x="522727" y="59926"/>
                </a:lnTo>
                <a:lnTo>
                  <a:pt x="521897" y="59954"/>
                </a:lnTo>
                <a:lnTo>
                  <a:pt x="521055" y="59963"/>
                </a:lnTo>
                <a:lnTo>
                  <a:pt x="496457" y="59963"/>
                </a:lnTo>
                <a:lnTo>
                  <a:pt x="496457" y="16361"/>
                </a:lnTo>
                <a:lnTo>
                  <a:pt x="521055" y="16361"/>
                </a:lnTo>
                <a:lnTo>
                  <a:pt x="521897" y="16371"/>
                </a:lnTo>
                <a:lnTo>
                  <a:pt x="522727" y="16399"/>
                </a:lnTo>
                <a:lnTo>
                  <a:pt x="523544" y="16447"/>
                </a:lnTo>
                <a:close/>
                <a:moveTo>
                  <a:pt x="57968" y="118708"/>
                </a:moveTo>
                <a:lnTo>
                  <a:pt x="59313" y="118592"/>
                </a:lnTo>
                <a:lnTo>
                  <a:pt x="60638" y="118450"/>
                </a:lnTo>
                <a:lnTo>
                  <a:pt x="61944" y="118283"/>
                </a:lnTo>
                <a:lnTo>
                  <a:pt x="63230" y="118089"/>
                </a:lnTo>
                <a:lnTo>
                  <a:pt x="64496" y="117870"/>
                </a:lnTo>
                <a:lnTo>
                  <a:pt x="65744" y="117626"/>
                </a:lnTo>
                <a:lnTo>
                  <a:pt x="66971" y="117355"/>
                </a:lnTo>
                <a:lnTo>
                  <a:pt x="68180" y="117059"/>
                </a:lnTo>
                <a:lnTo>
                  <a:pt x="69369" y="116736"/>
                </a:lnTo>
                <a:lnTo>
                  <a:pt x="70538" y="116389"/>
                </a:lnTo>
                <a:lnTo>
                  <a:pt x="71688" y="116015"/>
                </a:lnTo>
                <a:lnTo>
                  <a:pt x="72819" y="115616"/>
                </a:lnTo>
                <a:lnTo>
                  <a:pt x="73930" y="115190"/>
                </a:lnTo>
                <a:lnTo>
                  <a:pt x="75022" y="114739"/>
                </a:lnTo>
                <a:lnTo>
                  <a:pt x="76094" y="114263"/>
                </a:lnTo>
                <a:lnTo>
                  <a:pt x="77146" y="113760"/>
                </a:lnTo>
                <a:lnTo>
                  <a:pt x="78180" y="113232"/>
                </a:lnTo>
                <a:lnTo>
                  <a:pt x="79194" y="112678"/>
                </a:lnTo>
                <a:lnTo>
                  <a:pt x="80188" y="112098"/>
                </a:lnTo>
                <a:lnTo>
                  <a:pt x="81163" y="111492"/>
                </a:lnTo>
                <a:lnTo>
                  <a:pt x="82118" y="110864"/>
                </a:lnTo>
                <a:lnTo>
                  <a:pt x="83054" y="110216"/>
                </a:lnTo>
                <a:lnTo>
                  <a:pt x="83970" y="109549"/>
                </a:lnTo>
                <a:lnTo>
                  <a:pt x="84866" y="108862"/>
                </a:lnTo>
                <a:lnTo>
                  <a:pt x="85742" y="108155"/>
                </a:lnTo>
                <a:lnTo>
                  <a:pt x="86599" y="107428"/>
                </a:lnTo>
                <a:lnTo>
                  <a:pt x="87436" y="106682"/>
                </a:lnTo>
                <a:lnTo>
                  <a:pt x="88253" y="105917"/>
                </a:lnTo>
                <a:lnTo>
                  <a:pt x="89050" y="105132"/>
                </a:lnTo>
                <a:lnTo>
                  <a:pt x="89828" y="104327"/>
                </a:lnTo>
                <a:lnTo>
                  <a:pt x="90586" y="103502"/>
                </a:lnTo>
                <a:lnTo>
                  <a:pt x="91324" y="102658"/>
                </a:lnTo>
                <a:lnTo>
                  <a:pt x="92043" y="101794"/>
                </a:lnTo>
                <a:lnTo>
                  <a:pt x="92741" y="100911"/>
                </a:lnTo>
                <a:lnTo>
                  <a:pt x="93420" y="100008"/>
                </a:lnTo>
                <a:lnTo>
                  <a:pt x="94079" y="99086"/>
                </a:lnTo>
                <a:lnTo>
                  <a:pt x="94719" y="98143"/>
                </a:lnTo>
                <a:lnTo>
                  <a:pt x="95339" y="97182"/>
                </a:lnTo>
                <a:lnTo>
                  <a:pt x="95939" y="96200"/>
                </a:lnTo>
                <a:lnTo>
                  <a:pt x="96519" y="95199"/>
                </a:lnTo>
                <a:lnTo>
                  <a:pt x="97079" y="94178"/>
                </a:lnTo>
                <a:lnTo>
                  <a:pt x="97620" y="93138"/>
                </a:lnTo>
                <a:lnTo>
                  <a:pt x="98141" y="92078"/>
                </a:lnTo>
                <a:lnTo>
                  <a:pt x="98642" y="90999"/>
                </a:lnTo>
                <a:lnTo>
                  <a:pt x="99123" y="89902"/>
                </a:lnTo>
                <a:lnTo>
                  <a:pt x="99584" y="88791"/>
                </a:lnTo>
                <a:lnTo>
                  <a:pt x="100024" y="87666"/>
                </a:lnTo>
                <a:lnTo>
                  <a:pt x="100444" y="86527"/>
                </a:lnTo>
                <a:lnTo>
                  <a:pt x="100843" y="85373"/>
                </a:lnTo>
                <a:lnTo>
                  <a:pt x="101222" y="84204"/>
                </a:lnTo>
                <a:lnTo>
                  <a:pt x="101580" y="83022"/>
                </a:lnTo>
                <a:lnTo>
                  <a:pt x="101918" y="81825"/>
                </a:lnTo>
                <a:lnTo>
                  <a:pt x="102236" y="80614"/>
                </a:lnTo>
                <a:lnTo>
                  <a:pt x="102532" y="79388"/>
                </a:lnTo>
                <a:lnTo>
                  <a:pt x="102809" y="78148"/>
                </a:lnTo>
                <a:lnTo>
                  <a:pt x="103065" y="76893"/>
                </a:lnTo>
                <a:lnTo>
                  <a:pt x="103300" y="75625"/>
                </a:lnTo>
                <a:lnTo>
                  <a:pt x="103515" y="74342"/>
                </a:lnTo>
                <a:lnTo>
                  <a:pt x="103710" y="73044"/>
                </a:lnTo>
                <a:lnTo>
                  <a:pt x="103884" y="71733"/>
                </a:lnTo>
                <a:lnTo>
                  <a:pt x="104037" y="70406"/>
                </a:lnTo>
                <a:lnTo>
                  <a:pt x="104170" y="69066"/>
                </a:lnTo>
                <a:lnTo>
                  <a:pt x="104283" y="67711"/>
                </a:lnTo>
                <a:lnTo>
                  <a:pt x="104375" y="66342"/>
                </a:lnTo>
                <a:lnTo>
                  <a:pt x="104447" y="64959"/>
                </a:lnTo>
                <a:lnTo>
                  <a:pt x="104498" y="63561"/>
                </a:lnTo>
                <a:lnTo>
                  <a:pt x="104529" y="62149"/>
                </a:lnTo>
                <a:lnTo>
                  <a:pt x="104539" y="60722"/>
                </a:lnTo>
                <a:lnTo>
                  <a:pt x="104529" y="59295"/>
                </a:lnTo>
                <a:lnTo>
                  <a:pt x="104498" y="57883"/>
                </a:lnTo>
                <a:lnTo>
                  <a:pt x="104447" y="56484"/>
                </a:lnTo>
                <a:lnTo>
                  <a:pt x="104375" y="55100"/>
                </a:lnTo>
                <a:lnTo>
                  <a:pt x="104283" y="53729"/>
                </a:lnTo>
                <a:lnTo>
                  <a:pt x="104170" y="52373"/>
                </a:lnTo>
                <a:lnTo>
                  <a:pt x="104037" y="51030"/>
                </a:lnTo>
                <a:lnTo>
                  <a:pt x="103884" y="49702"/>
                </a:lnTo>
                <a:lnTo>
                  <a:pt x="103710" y="48388"/>
                </a:lnTo>
                <a:lnTo>
                  <a:pt x="103515" y="47088"/>
                </a:lnTo>
                <a:lnTo>
                  <a:pt x="103300" y="45802"/>
                </a:lnTo>
                <a:lnTo>
                  <a:pt x="103065" y="44529"/>
                </a:lnTo>
                <a:lnTo>
                  <a:pt x="102809" y="43271"/>
                </a:lnTo>
                <a:lnTo>
                  <a:pt x="102532" y="42028"/>
                </a:lnTo>
                <a:lnTo>
                  <a:pt x="102236" y="40798"/>
                </a:lnTo>
                <a:lnTo>
                  <a:pt x="101918" y="39582"/>
                </a:lnTo>
                <a:lnTo>
                  <a:pt x="101580" y="38380"/>
                </a:lnTo>
                <a:lnTo>
                  <a:pt x="101222" y="37192"/>
                </a:lnTo>
                <a:lnTo>
                  <a:pt x="100843" y="36019"/>
                </a:lnTo>
                <a:lnTo>
                  <a:pt x="100444" y="34859"/>
                </a:lnTo>
                <a:lnTo>
                  <a:pt x="100024" y="33713"/>
                </a:lnTo>
                <a:lnTo>
                  <a:pt x="99584" y="32582"/>
                </a:lnTo>
                <a:lnTo>
                  <a:pt x="99123" y="31464"/>
                </a:lnTo>
                <a:lnTo>
                  <a:pt x="98642" y="30361"/>
                </a:lnTo>
                <a:lnTo>
                  <a:pt x="98141" y="29275"/>
                </a:lnTo>
                <a:lnTo>
                  <a:pt x="97620" y="28208"/>
                </a:lnTo>
                <a:lnTo>
                  <a:pt x="97079" y="27162"/>
                </a:lnTo>
                <a:lnTo>
                  <a:pt x="96519" y="26135"/>
                </a:lnTo>
                <a:lnTo>
                  <a:pt x="95939" y="25128"/>
                </a:lnTo>
                <a:lnTo>
                  <a:pt x="95339" y="24141"/>
                </a:lnTo>
                <a:lnTo>
                  <a:pt x="94719" y="23174"/>
                </a:lnTo>
                <a:lnTo>
                  <a:pt x="94079" y="22227"/>
                </a:lnTo>
                <a:lnTo>
                  <a:pt x="93420" y="21300"/>
                </a:lnTo>
                <a:lnTo>
                  <a:pt x="92741" y="20393"/>
                </a:lnTo>
                <a:lnTo>
                  <a:pt x="92043" y="19506"/>
                </a:lnTo>
                <a:lnTo>
                  <a:pt x="91324" y="18638"/>
                </a:lnTo>
                <a:lnTo>
                  <a:pt x="90586" y="17791"/>
                </a:lnTo>
                <a:lnTo>
                  <a:pt x="89828" y="16963"/>
                </a:lnTo>
                <a:lnTo>
                  <a:pt x="89050" y="16156"/>
                </a:lnTo>
                <a:lnTo>
                  <a:pt x="88253" y="15368"/>
                </a:lnTo>
                <a:lnTo>
                  <a:pt x="87436" y="14600"/>
                </a:lnTo>
                <a:lnTo>
                  <a:pt x="86599" y="13852"/>
                </a:lnTo>
                <a:lnTo>
                  <a:pt x="85742" y="13124"/>
                </a:lnTo>
                <a:lnTo>
                  <a:pt x="84866" y="12416"/>
                </a:lnTo>
                <a:lnTo>
                  <a:pt x="83970" y="11728"/>
                </a:lnTo>
                <a:lnTo>
                  <a:pt x="83054" y="11060"/>
                </a:lnTo>
                <a:lnTo>
                  <a:pt x="82118" y="10411"/>
                </a:lnTo>
                <a:lnTo>
                  <a:pt x="81163" y="9783"/>
                </a:lnTo>
                <a:lnTo>
                  <a:pt x="80188" y="9177"/>
                </a:lnTo>
                <a:lnTo>
                  <a:pt x="79194" y="8598"/>
                </a:lnTo>
                <a:lnTo>
                  <a:pt x="78180" y="8044"/>
                </a:lnTo>
                <a:lnTo>
                  <a:pt x="77146" y="7515"/>
                </a:lnTo>
                <a:lnTo>
                  <a:pt x="76094" y="7013"/>
                </a:lnTo>
                <a:lnTo>
                  <a:pt x="75022" y="6536"/>
                </a:lnTo>
                <a:lnTo>
                  <a:pt x="73930" y="6085"/>
                </a:lnTo>
                <a:lnTo>
                  <a:pt x="72819" y="5660"/>
                </a:lnTo>
                <a:lnTo>
                  <a:pt x="71688" y="5260"/>
                </a:lnTo>
                <a:lnTo>
                  <a:pt x="70538" y="4887"/>
                </a:lnTo>
                <a:lnTo>
                  <a:pt x="69369" y="4539"/>
                </a:lnTo>
                <a:lnTo>
                  <a:pt x="68180" y="4217"/>
                </a:lnTo>
                <a:lnTo>
                  <a:pt x="66971" y="3920"/>
                </a:lnTo>
                <a:lnTo>
                  <a:pt x="65744" y="3650"/>
                </a:lnTo>
                <a:lnTo>
                  <a:pt x="64496" y="3405"/>
                </a:lnTo>
                <a:lnTo>
                  <a:pt x="63230" y="3186"/>
                </a:lnTo>
                <a:lnTo>
                  <a:pt x="61944" y="2993"/>
                </a:lnTo>
                <a:lnTo>
                  <a:pt x="60638" y="2825"/>
                </a:lnTo>
                <a:lnTo>
                  <a:pt x="59313" y="2684"/>
                </a:lnTo>
                <a:lnTo>
                  <a:pt x="57968" y="2568"/>
                </a:lnTo>
                <a:lnTo>
                  <a:pt x="56604" y="2477"/>
                </a:lnTo>
                <a:lnTo>
                  <a:pt x="55221" y="2413"/>
                </a:lnTo>
                <a:lnTo>
                  <a:pt x="53818" y="2374"/>
                </a:lnTo>
                <a:lnTo>
                  <a:pt x="52396" y="2361"/>
                </a:lnTo>
                <a:lnTo>
                  <a:pt x="50960" y="2374"/>
                </a:lnTo>
                <a:lnTo>
                  <a:pt x="49543" y="2413"/>
                </a:lnTo>
                <a:lnTo>
                  <a:pt x="48147" y="2477"/>
                </a:lnTo>
                <a:lnTo>
                  <a:pt x="46771" y="2568"/>
                </a:lnTo>
                <a:lnTo>
                  <a:pt x="45414" y="2684"/>
                </a:lnTo>
                <a:lnTo>
                  <a:pt x="44077" y="2825"/>
                </a:lnTo>
                <a:lnTo>
                  <a:pt x="42761" y="2993"/>
                </a:lnTo>
                <a:lnTo>
                  <a:pt x="41464" y="3186"/>
                </a:lnTo>
                <a:lnTo>
                  <a:pt x="40187" y="3405"/>
                </a:lnTo>
                <a:lnTo>
                  <a:pt x="38929" y="3650"/>
                </a:lnTo>
                <a:lnTo>
                  <a:pt x="37692" y="3920"/>
                </a:lnTo>
                <a:lnTo>
                  <a:pt x="36475" y="4217"/>
                </a:lnTo>
                <a:lnTo>
                  <a:pt x="35277" y="4539"/>
                </a:lnTo>
                <a:lnTo>
                  <a:pt x="34100" y="4887"/>
                </a:lnTo>
                <a:lnTo>
                  <a:pt x="32942" y="5260"/>
                </a:lnTo>
                <a:lnTo>
                  <a:pt x="31804" y="5660"/>
                </a:lnTo>
                <a:lnTo>
                  <a:pt x="30686" y="6085"/>
                </a:lnTo>
                <a:lnTo>
                  <a:pt x="29588" y="6536"/>
                </a:lnTo>
                <a:lnTo>
                  <a:pt x="28510" y="7013"/>
                </a:lnTo>
                <a:lnTo>
                  <a:pt x="27452" y="7515"/>
                </a:lnTo>
                <a:lnTo>
                  <a:pt x="26414" y="8044"/>
                </a:lnTo>
                <a:lnTo>
                  <a:pt x="25395" y="8598"/>
                </a:lnTo>
                <a:lnTo>
                  <a:pt x="24397" y="9177"/>
                </a:lnTo>
                <a:lnTo>
                  <a:pt x="23418" y="9783"/>
                </a:lnTo>
                <a:lnTo>
                  <a:pt x="22459" y="10411"/>
                </a:lnTo>
                <a:lnTo>
                  <a:pt x="21520" y="11060"/>
                </a:lnTo>
                <a:lnTo>
                  <a:pt x="20601" y="11728"/>
                </a:lnTo>
                <a:lnTo>
                  <a:pt x="19702" y="12416"/>
                </a:lnTo>
                <a:lnTo>
                  <a:pt x="18823" y="13124"/>
                </a:lnTo>
                <a:lnTo>
                  <a:pt x="17964" y="13852"/>
                </a:lnTo>
                <a:lnTo>
                  <a:pt x="17124" y="14600"/>
                </a:lnTo>
                <a:lnTo>
                  <a:pt x="16305" y="15368"/>
                </a:lnTo>
                <a:lnTo>
                  <a:pt x="15505" y="16156"/>
                </a:lnTo>
                <a:lnTo>
                  <a:pt x="14725" y="16963"/>
                </a:lnTo>
                <a:lnTo>
                  <a:pt x="13965" y="17791"/>
                </a:lnTo>
                <a:lnTo>
                  <a:pt x="13225" y="18638"/>
                </a:lnTo>
                <a:lnTo>
                  <a:pt x="12505" y="19506"/>
                </a:lnTo>
                <a:lnTo>
                  <a:pt x="11805" y="20393"/>
                </a:lnTo>
                <a:lnTo>
                  <a:pt x="11125" y="21300"/>
                </a:lnTo>
                <a:lnTo>
                  <a:pt x="10464" y="22227"/>
                </a:lnTo>
                <a:lnTo>
                  <a:pt x="9824" y="23174"/>
                </a:lnTo>
                <a:lnTo>
                  <a:pt x="9203" y="24141"/>
                </a:lnTo>
                <a:lnTo>
                  <a:pt x="8602" y="25128"/>
                </a:lnTo>
                <a:lnTo>
                  <a:pt x="8021" y="26135"/>
                </a:lnTo>
                <a:lnTo>
                  <a:pt x="7460" y="27162"/>
                </a:lnTo>
                <a:lnTo>
                  <a:pt x="6919" y="28208"/>
                </a:lnTo>
                <a:lnTo>
                  <a:pt x="6398" y="29275"/>
                </a:lnTo>
                <a:lnTo>
                  <a:pt x="5897" y="30361"/>
                </a:lnTo>
                <a:lnTo>
                  <a:pt x="5415" y="31464"/>
                </a:lnTo>
                <a:lnTo>
                  <a:pt x="4955" y="32582"/>
                </a:lnTo>
                <a:lnTo>
                  <a:pt x="4515" y="33713"/>
                </a:lnTo>
                <a:lnTo>
                  <a:pt x="4095" y="34859"/>
                </a:lnTo>
                <a:lnTo>
                  <a:pt x="3696" y="36019"/>
                </a:lnTo>
                <a:lnTo>
                  <a:pt x="3317" y="37192"/>
                </a:lnTo>
                <a:lnTo>
                  <a:pt x="2959" y="38380"/>
                </a:lnTo>
                <a:lnTo>
                  <a:pt x="2621" y="39582"/>
                </a:lnTo>
                <a:lnTo>
                  <a:pt x="2303" y="40798"/>
                </a:lnTo>
                <a:lnTo>
                  <a:pt x="2006" y="42028"/>
                </a:lnTo>
                <a:lnTo>
                  <a:pt x="1730" y="43271"/>
                </a:lnTo>
                <a:lnTo>
                  <a:pt x="1474" y="44529"/>
                </a:lnTo>
                <a:lnTo>
                  <a:pt x="1239" y="45802"/>
                </a:lnTo>
                <a:lnTo>
                  <a:pt x="1024" y="47088"/>
                </a:lnTo>
                <a:lnTo>
                  <a:pt x="829" y="48388"/>
                </a:lnTo>
                <a:lnTo>
                  <a:pt x="655" y="49702"/>
                </a:lnTo>
                <a:lnTo>
                  <a:pt x="502" y="51030"/>
                </a:lnTo>
                <a:lnTo>
                  <a:pt x="369" y="52373"/>
                </a:lnTo>
                <a:lnTo>
                  <a:pt x="256" y="53729"/>
                </a:lnTo>
                <a:lnTo>
                  <a:pt x="164" y="55100"/>
                </a:lnTo>
                <a:lnTo>
                  <a:pt x="92" y="56484"/>
                </a:lnTo>
                <a:lnTo>
                  <a:pt x="41" y="57883"/>
                </a:lnTo>
                <a:lnTo>
                  <a:pt x="10" y="59295"/>
                </a:lnTo>
                <a:lnTo>
                  <a:pt x="0" y="60722"/>
                </a:lnTo>
                <a:lnTo>
                  <a:pt x="10" y="62149"/>
                </a:lnTo>
                <a:lnTo>
                  <a:pt x="41" y="63561"/>
                </a:lnTo>
                <a:lnTo>
                  <a:pt x="92" y="64959"/>
                </a:lnTo>
                <a:lnTo>
                  <a:pt x="164" y="66342"/>
                </a:lnTo>
                <a:lnTo>
                  <a:pt x="256" y="67711"/>
                </a:lnTo>
                <a:lnTo>
                  <a:pt x="369" y="69066"/>
                </a:lnTo>
                <a:lnTo>
                  <a:pt x="502" y="70406"/>
                </a:lnTo>
                <a:lnTo>
                  <a:pt x="655" y="71733"/>
                </a:lnTo>
                <a:lnTo>
                  <a:pt x="829" y="73044"/>
                </a:lnTo>
                <a:lnTo>
                  <a:pt x="1024" y="74342"/>
                </a:lnTo>
                <a:lnTo>
                  <a:pt x="1239" y="75625"/>
                </a:lnTo>
                <a:lnTo>
                  <a:pt x="1474" y="76893"/>
                </a:lnTo>
                <a:lnTo>
                  <a:pt x="1730" y="78148"/>
                </a:lnTo>
                <a:lnTo>
                  <a:pt x="2006" y="79388"/>
                </a:lnTo>
                <a:lnTo>
                  <a:pt x="2303" y="80614"/>
                </a:lnTo>
                <a:lnTo>
                  <a:pt x="2621" y="81825"/>
                </a:lnTo>
                <a:lnTo>
                  <a:pt x="2959" y="83022"/>
                </a:lnTo>
                <a:lnTo>
                  <a:pt x="3317" y="84204"/>
                </a:lnTo>
                <a:lnTo>
                  <a:pt x="3696" y="85373"/>
                </a:lnTo>
                <a:lnTo>
                  <a:pt x="4095" y="86527"/>
                </a:lnTo>
                <a:lnTo>
                  <a:pt x="4515" y="87666"/>
                </a:lnTo>
                <a:lnTo>
                  <a:pt x="4955" y="88791"/>
                </a:lnTo>
                <a:lnTo>
                  <a:pt x="5415" y="89902"/>
                </a:lnTo>
                <a:lnTo>
                  <a:pt x="5897" y="90999"/>
                </a:lnTo>
                <a:lnTo>
                  <a:pt x="6398" y="92078"/>
                </a:lnTo>
                <a:lnTo>
                  <a:pt x="6919" y="93138"/>
                </a:lnTo>
                <a:lnTo>
                  <a:pt x="7460" y="94178"/>
                </a:lnTo>
                <a:lnTo>
                  <a:pt x="8021" y="95199"/>
                </a:lnTo>
                <a:lnTo>
                  <a:pt x="8602" y="96200"/>
                </a:lnTo>
                <a:lnTo>
                  <a:pt x="9203" y="97182"/>
                </a:lnTo>
                <a:lnTo>
                  <a:pt x="9824" y="98143"/>
                </a:lnTo>
                <a:lnTo>
                  <a:pt x="10464" y="99086"/>
                </a:lnTo>
                <a:lnTo>
                  <a:pt x="11125" y="100008"/>
                </a:lnTo>
                <a:lnTo>
                  <a:pt x="11805" y="100911"/>
                </a:lnTo>
                <a:lnTo>
                  <a:pt x="12505" y="101794"/>
                </a:lnTo>
                <a:lnTo>
                  <a:pt x="13225" y="102658"/>
                </a:lnTo>
                <a:lnTo>
                  <a:pt x="13965" y="103502"/>
                </a:lnTo>
                <a:lnTo>
                  <a:pt x="14725" y="104327"/>
                </a:lnTo>
                <a:lnTo>
                  <a:pt x="15505" y="105132"/>
                </a:lnTo>
                <a:lnTo>
                  <a:pt x="16305" y="105917"/>
                </a:lnTo>
                <a:lnTo>
                  <a:pt x="17124" y="106682"/>
                </a:lnTo>
                <a:lnTo>
                  <a:pt x="17964" y="107428"/>
                </a:lnTo>
                <a:lnTo>
                  <a:pt x="18823" y="108155"/>
                </a:lnTo>
                <a:lnTo>
                  <a:pt x="19702" y="108862"/>
                </a:lnTo>
                <a:lnTo>
                  <a:pt x="20601" y="109549"/>
                </a:lnTo>
                <a:lnTo>
                  <a:pt x="21520" y="110216"/>
                </a:lnTo>
                <a:lnTo>
                  <a:pt x="22459" y="110864"/>
                </a:lnTo>
                <a:lnTo>
                  <a:pt x="23418" y="111492"/>
                </a:lnTo>
                <a:lnTo>
                  <a:pt x="24397" y="112098"/>
                </a:lnTo>
                <a:lnTo>
                  <a:pt x="25395" y="112678"/>
                </a:lnTo>
                <a:lnTo>
                  <a:pt x="26414" y="113232"/>
                </a:lnTo>
                <a:lnTo>
                  <a:pt x="27452" y="113760"/>
                </a:lnTo>
                <a:lnTo>
                  <a:pt x="28510" y="114263"/>
                </a:lnTo>
                <a:lnTo>
                  <a:pt x="29588" y="114739"/>
                </a:lnTo>
                <a:lnTo>
                  <a:pt x="30686" y="115190"/>
                </a:lnTo>
                <a:lnTo>
                  <a:pt x="31804" y="115616"/>
                </a:lnTo>
                <a:lnTo>
                  <a:pt x="32942" y="116015"/>
                </a:lnTo>
                <a:lnTo>
                  <a:pt x="34100" y="116389"/>
                </a:lnTo>
                <a:lnTo>
                  <a:pt x="35277" y="116736"/>
                </a:lnTo>
                <a:lnTo>
                  <a:pt x="36475" y="117059"/>
                </a:lnTo>
                <a:lnTo>
                  <a:pt x="37692" y="117355"/>
                </a:lnTo>
                <a:lnTo>
                  <a:pt x="38929" y="117626"/>
                </a:lnTo>
                <a:lnTo>
                  <a:pt x="40187" y="117870"/>
                </a:lnTo>
                <a:lnTo>
                  <a:pt x="41464" y="118089"/>
                </a:lnTo>
                <a:lnTo>
                  <a:pt x="42761" y="118283"/>
                </a:lnTo>
                <a:lnTo>
                  <a:pt x="44077" y="118450"/>
                </a:lnTo>
                <a:lnTo>
                  <a:pt x="45414" y="118592"/>
                </a:lnTo>
                <a:lnTo>
                  <a:pt x="46771" y="118708"/>
                </a:lnTo>
                <a:lnTo>
                  <a:pt x="48147" y="118798"/>
                </a:lnTo>
                <a:lnTo>
                  <a:pt x="49543" y="118862"/>
                </a:lnTo>
                <a:lnTo>
                  <a:pt x="50960" y="118901"/>
                </a:lnTo>
                <a:lnTo>
                  <a:pt x="52396" y="118914"/>
                </a:lnTo>
                <a:lnTo>
                  <a:pt x="53818" y="118901"/>
                </a:lnTo>
                <a:lnTo>
                  <a:pt x="55221" y="118862"/>
                </a:lnTo>
                <a:lnTo>
                  <a:pt x="56604" y="118798"/>
                </a:lnTo>
                <a:lnTo>
                  <a:pt x="57968" y="118708"/>
                </a:lnTo>
                <a:close/>
                <a:moveTo>
                  <a:pt x="48097" y="106346"/>
                </a:moveTo>
                <a:lnTo>
                  <a:pt x="47087" y="106249"/>
                </a:lnTo>
                <a:lnTo>
                  <a:pt x="46094" y="106132"/>
                </a:lnTo>
                <a:lnTo>
                  <a:pt x="45118" y="105993"/>
                </a:lnTo>
                <a:lnTo>
                  <a:pt x="44159" y="105833"/>
                </a:lnTo>
                <a:lnTo>
                  <a:pt x="43218" y="105651"/>
                </a:lnTo>
                <a:lnTo>
                  <a:pt x="42294" y="105448"/>
                </a:lnTo>
                <a:lnTo>
                  <a:pt x="41387" y="105223"/>
                </a:lnTo>
                <a:lnTo>
                  <a:pt x="40497" y="104977"/>
                </a:lnTo>
                <a:lnTo>
                  <a:pt x="39625" y="104710"/>
                </a:lnTo>
                <a:lnTo>
                  <a:pt x="38770" y="104422"/>
                </a:lnTo>
                <a:lnTo>
                  <a:pt x="37932" y="104112"/>
                </a:lnTo>
                <a:lnTo>
                  <a:pt x="37111" y="103780"/>
                </a:lnTo>
                <a:lnTo>
                  <a:pt x="36308" y="103428"/>
                </a:lnTo>
                <a:lnTo>
                  <a:pt x="35522" y="103054"/>
                </a:lnTo>
                <a:lnTo>
                  <a:pt x="34753" y="102658"/>
                </a:lnTo>
                <a:lnTo>
                  <a:pt x="34002" y="102241"/>
                </a:lnTo>
                <a:lnTo>
                  <a:pt x="33267" y="101803"/>
                </a:lnTo>
                <a:lnTo>
                  <a:pt x="32550" y="101343"/>
                </a:lnTo>
                <a:lnTo>
                  <a:pt x="31850" y="100862"/>
                </a:lnTo>
                <a:lnTo>
                  <a:pt x="31168" y="100360"/>
                </a:lnTo>
                <a:lnTo>
                  <a:pt x="30502" y="99840"/>
                </a:lnTo>
                <a:lnTo>
                  <a:pt x="29850" y="99304"/>
                </a:lnTo>
                <a:lnTo>
                  <a:pt x="29214" y="98754"/>
                </a:lnTo>
                <a:lnTo>
                  <a:pt x="28593" y="98190"/>
                </a:lnTo>
                <a:lnTo>
                  <a:pt x="27987" y="97610"/>
                </a:lnTo>
                <a:lnTo>
                  <a:pt x="27396" y="97016"/>
                </a:lnTo>
                <a:lnTo>
                  <a:pt x="26820" y="96406"/>
                </a:lnTo>
                <a:lnTo>
                  <a:pt x="26259" y="95782"/>
                </a:lnTo>
                <a:lnTo>
                  <a:pt x="25713" y="95144"/>
                </a:lnTo>
                <a:lnTo>
                  <a:pt x="25182" y="94490"/>
                </a:lnTo>
                <a:lnTo>
                  <a:pt x="24666" y="93822"/>
                </a:lnTo>
                <a:lnTo>
                  <a:pt x="24166" y="93139"/>
                </a:lnTo>
                <a:lnTo>
                  <a:pt x="23680" y="92441"/>
                </a:lnTo>
                <a:lnTo>
                  <a:pt x="23210" y="91728"/>
                </a:lnTo>
                <a:lnTo>
                  <a:pt x="22754" y="91001"/>
                </a:lnTo>
                <a:lnTo>
                  <a:pt x="22314" y="90258"/>
                </a:lnTo>
                <a:lnTo>
                  <a:pt x="21888" y="89501"/>
                </a:lnTo>
                <a:lnTo>
                  <a:pt x="21478" y="88730"/>
                </a:lnTo>
                <a:lnTo>
                  <a:pt x="21083" y="87943"/>
                </a:lnTo>
                <a:lnTo>
                  <a:pt x="20703" y="87142"/>
                </a:lnTo>
                <a:lnTo>
                  <a:pt x="20337" y="86325"/>
                </a:lnTo>
                <a:lnTo>
                  <a:pt x="19987" y="85494"/>
                </a:lnTo>
                <a:lnTo>
                  <a:pt x="19652" y="84649"/>
                </a:lnTo>
                <a:lnTo>
                  <a:pt x="19333" y="83788"/>
                </a:lnTo>
                <a:lnTo>
                  <a:pt x="19027" y="82916"/>
                </a:lnTo>
                <a:lnTo>
                  <a:pt x="18734" y="82037"/>
                </a:lnTo>
                <a:lnTo>
                  <a:pt x="18454" y="81149"/>
                </a:lnTo>
                <a:lnTo>
                  <a:pt x="18187" y="80254"/>
                </a:lnTo>
                <a:lnTo>
                  <a:pt x="17933" y="79351"/>
                </a:lnTo>
                <a:lnTo>
                  <a:pt x="17693" y="78441"/>
                </a:lnTo>
                <a:lnTo>
                  <a:pt x="17465" y="77522"/>
                </a:lnTo>
                <a:lnTo>
                  <a:pt x="17250" y="76596"/>
                </a:lnTo>
                <a:lnTo>
                  <a:pt x="17048" y="75662"/>
                </a:lnTo>
                <a:lnTo>
                  <a:pt x="16860" y="74720"/>
                </a:lnTo>
                <a:lnTo>
                  <a:pt x="16684" y="73771"/>
                </a:lnTo>
                <a:lnTo>
                  <a:pt x="16521" y="72814"/>
                </a:lnTo>
                <a:lnTo>
                  <a:pt x="16371" y="71849"/>
                </a:lnTo>
                <a:lnTo>
                  <a:pt x="16235" y="70876"/>
                </a:lnTo>
                <a:lnTo>
                  <a:pt x="16111" y="69896"/>
                </a:lnTo>
                <a:lnTo>
                  <a:pt x="16000" y="68907"/>
                </a:lnTo>
                <a:lnTo>
                  <a:pt x="15903" y="67911"/>
                </a:lnTo>
                <a:lnTo>
                  <a:pt x="15818" y="66908"/>
                </a:lnTo>
                <a:lnTo>
                  <a:pt x="15747" y="65896"/>
                </a:lnTo>
                <a:lnTo>
                  <a:pt x="15688" y="64877"/>
                </a:lnTo>
                <a:lnTo>
                  <a:pt x="15643" y="63850"/>
                </a:lnTo>
                <a:lnTo>
                  <a:pt x="15610" y="62815"/>
                </a:lnTo>
                <a:lnTo>
                  <a:pt x="15590" y="61772"/>
                </a:lnTo>
                <a:lnTo>
                  <a:pt x="15584" y="60722"/>
                </a:lnTo>
                <a:lnTo>
                  <a:pt x="15590" y="59665"/>
                </a:lnTo>
                <a:lnTo>
                  <a:pt x="15610" y="58616"/>
                </a:lnTo>
                <a:lnTo>
                  <a:pt x="15643" y="57575"/>
                </a:lnTo>
                <a:lnTo>
                  <a:pt x="15688" y="56542"/>
                </a:lnTo>
                <a:lnTo>
                  <a:pt x="15747" y="55517"/>
                </a:lnTo>
                <a:lnTo>
                  <a:pt x="15818" y="54500"/>
                </a:lnTo>
                <a:lnTo>
                  <a:pt x="15903" y="53491"/>
                </a:lnTo>
                <a:lnTo>
                  <a:pt x="16000" y="52490"/>
                </a:lnTo>
                <a:lnTo>
                  <a:pt x="16111" y="51497"/>
                </a:lnTo>
                <a:lnTo>
                  <a:pt x="16235" y="50512"/>
                </a:lnTo>
                <a:lnTo>
                  <a:pt x="16371" y="49536"/>
                </a:lnTo>
                <a:lnTo>
                  <a:pt x="16521" y="48567"/>
                </a:lnTo>
                <a:lnTo>
                  <a:pt x="16684" y="47607"/>
                </a:lnTo>
                <a:lnTo>
                  <a:pt x="16860" y="46654"/>
                </a:lnTo>
                <a:lnTo>
                  <a:pt x="17048" y="45710"/>
                </a:lnTo>
                <a:lnTo>
                  <a:pt x="17250" y="44773"/>
                </a:lnTo>
                <a:lnTo>
                  <a:pt x="17465" y="43845"/>
                </a:lnTo>
                <a:lnTo>
                  <a:pt x="17693" y="42924"/>
                </a:lnTo>
                <a:lnTo>
                  <a:pt x="17933" y="42012"/>
                </a:lnTo>
                <a:lnTo>
                  <a:pt x="18187" y="41108"/>
                </a:lnTo>
                <a:lnTo>
                  <a:pt x="18454" y="40212"/>
                </a:lnTo>
                <a:lnTo>
                  <a:pt x="18734" y="39324"/>
                </a:lnTo>
                <a:lnTo>
                  <a:pt x="19027" y="38444"/>
                </a:lnTo>
                <a:lnTo>
                  <a:pt x="19333" y="37572"/>
                </a:lnTo>
                <a:lnTo>
                  <a:pt x="19652" y="36711"/>
                </a:lnTo>
                <a:lnTo>
                  <a:pt x="19987" y="35865"/>
                </a:lnTo>
                <a:lnTo>
                  <a:pt x="20337" y="35034"/>
                </a:lnTo>
                <a:lnTo>
                  <a:pt x="20703" y="34217"/>
                </a:lnTo>
                <a:lnTo>
                  <a:pt x="21083" y="33415"/>
                </a:lnTo>
                <a:lnTo>
                  <a:pt x="21478" y="32628"/>
                </a:lnTo>
                <a:lnTo>
                  <a:pt x="21888" y="31855"/>
                </a:lnTo>
                <a:lnTo>
                  <a:pt x="22314" y="31097"/>
                </a:lnTo>
                <a:lnTo>
                  <a:pt x="22754" y="30353"/>
                </a:lnTo>
                <a:lnTo>
                  <a:pt x="23210" y="29624"/>
                </a:lnTo>
                <a:lnTo>
                  <a:pt x="23680" y="28910"/>
                </a:lnTo>
                <a:lnTo>
                  <a:pt x="24166" y="28210"/>
                </a:lnTo>
                <a:lnTo>
                  <a:pt x="24666" y="27526"/>
                </a:lnTo>
                <a:lnTo>
                  <a:pt x="25182" y="26855"/>
                </a:lnTo>
                <a:lnTo>
                  <a:pt x="25713" y="26200"/>
                </a:lnTo>
                <a:lnTo>
                  <a:pt x="26259" y="25559"/>
                </a:lnTo>
                <a:lnTo>
                  <a:pt x="26820" y="24932"/>
                </a:lnTo>
                <a:lnTo>
                  <a:pt x="27396" y="24320"/>
                </a:lnTo>
                <a:lnTo>
                  <a:pt x="27987" y="23723"/>
                </a:lnTo>
                <a:lnTo>
                  <a:pt x="28593" y="23141"/>
                </a:lnTo>
                <a:lnTo>
                  <a:pt x="29214" y="22573"/>
                </a:lnTo>
                <a:lnTo>
                  <a:pt x="29850" y="22020"/>
                </a:lnTo>
                <a:lnTo>
                  <a:pt x="30502" y="21481"/>
                </a:lnTo>
                <a:lnTo>
                  <a:pt x="31168" y="20958"/>
                </a:lnTo>
                <a:lnTo>
                  <a:pt x="31850" y="20452"/>
                </a:lnTo>
                <a:lnTo>
                  <a:pt x="32550" y="19967"/>
                </a:lnTo>
                <a:lnTo>
                  <a:pt x="33267" y="19505"/>
                </a:lnTo>
                <a:lnTo>
                  <a:pt x="34002" y="19063"/>
                </a:lnTo>
                <a:lnTo>
                  <a:pt x="34753" y="18644"/>
                </a:lnTo>
                <a:lnTo>
                  <a:pt x="35522" y="18246"/>
                </a:lnTo>
                <a:lnTo>
                  <a:pt x="36308" y="17869"/>
                </a:lnTo>
                <a:lnTo>
                  <a:pt x="37111" y="17514"/>
                </a:lnTo>
                <a:lnTo>
                  <a:pt x="37932" y="17180"/>
                </a:lnTo>
                <a:lnTo>
                  <a:pt x="38770" y="16868"/>
                </a:lnTo>
                <a:lnTo>
                  <a:pt x="39625" y="16578"/>
                </a:lnTo>
                <a:lnTo>
                  <a:pt x="40497" y="16309"/>
                </a:lnTo>
                <a:lnTo>
                  <a:pt x="41387" y="16061"/>
                </a:lnTo>
                <a:lnTo>
                  <a:pt x="42294" y="15835"/>
                </a:lnTo>
                <a:lnTo>
                  <a:pt x="43218" y="15631"/>
                </a:lnTo>
                <a:lnTo>
                  <a:pt x="44159" y="15448"/>
                </a:lnTo>
                <a:lnTo>
                  <a:pt x="45118" y="15286"/>
                </a:lnTo>
                <a:lnTo>
                  <a:pt x="46094" y="15146"/>
                </a:lnTo>
                <a:lnTo>
                  <a:pt x="47087" y="15028"/>
                </a:lnTo>
                <a:lnTo>
                  <a:pt x="48097" y="14931"/>
                </a:lnTo>
                <a:lnTo>
                  <a:pt x="49125" y="14856"/>
                </a:lnTo>
                <a:lnTo>
                  <a:pt x="50170" y="14802"/>
                </a:lnTo>
                <a:lnTo>
                  <a:pt x="51232" y="14770"/>
                </a:lnTo>
                <a:lnTo>
                  <a:pt x="52312" y="14759"/>
                </a:lnTo>
                <a:lnTo>
                  <a:pt x="53391" y="14770"/>
                </a:lnTo>
                <a:lnTo>
                  <a:pt x="54453" y="14802"/>
                </a:lnTo>
                <a:lnTo>
                  <a:pt x="55497" y="14856"/>
                </a:lnTo>
                <a:lnTo>
                  <a:pt x="56525" y="14931"/>
                </a:lnTo>
                <a:lnTo>
                  <a:pt x="57534" y="15028"/>
                </a:lnTo>
                <a:lnTo>
                  <a:pt x="58527" y="15146"/>
                </a:lnTo>
                <a:lnTo>
                  <a:pt x="59502" y="15286"/>
                </a:lnTo>
                <a:lnTo>
                  <a:pt x="60459" y="15448"/>
                </a:lnTo>
                <a:lnTo>
                  <a:pt x="61399" y="15631"/>
                </a:lnTo>
                <a:lnTo>
                  <a:pt x="62322" y="15835"/>
                </a:lnTo>
                <a:lnTo>
                  <a:pt x="63227" y="16061"/>
                </a:lnTo>
                <a:lnTo>
                  <a:pt x="64115" y="16309"/>
                </a:lnTo>
                <a:lnTo>
                  <a:pt x="64986" y="16578"/>
                </a:lnTo>
                <a:lnTo>
                  <a:pt x="65839" y="16868"/>
                </a:lnTo>
                <a:lnTo>
                  <a:pt x="66675" y="17180"/>
                </a:lnTo>
                <a:lnTo>
                  <a:pt x="67493" y="17514"/>
                </a:lnTo>
                <a:lnTo>
                  <a:pt x="68294" y="17869"/>
                </a:lnTo>
                <a:lnTo>
                  <a:pt x="69077" y="18246"/>
                </a:lnTo>
                <a:lnTo>
                  <a:pt x="69844" y="18644"/>
                </a:lnTo>
                <a:lnTo>
                  <a:pt x="70592" y="19063"/>
                </a:lnTo>
                <a:lnTo>
                  <a:pt x="71324" y="19505"/>
                </a:lnTo>
                <a:lnTo>
                  <a:pt x="72038" y="19967"/>
                </a:lnTo>
                <a:lnTo>
                  <a:pt x="72734" y="20452"/>
                </a:lnTo>
                <a:lnTo>
                  <a:pt x="73413" y="20958"/>
                </a:lnTo>
                <a:lnTo>
                  <a:pt x="74076" y="21481"/>
                </a:lnTo>
                <a:lnTo>
                  <a:pt x="74724" y="22020"/>
                </a:lnTo>
                <a:lnTo>
                  <a:pt x="75357" y="22573"/>
                </a:lnTo>
                <a:lnTo>
                  <a:pt x="75975" y="23141"/>
                </a:lnTo>
                <a:lnTo>
                  <a:pt x="76579" y="23723"/>
                </a:lnTo>
                <a:lnTo>
                  <a:pt x="77167" y="24320"/>
                </a:lnTo>
                <a:lnTo>
                  <a:pt x="77740" y="24932"/>
                </a:lnTo>
                <a:lnTo>
                  <a:pt x="78299" y="25559"/>
                </a:lnTo>
                <a:lnTo>
                  <a:pt x="78842" y="26200"/>
                </a:lnTo>
                <a:lnTo>
                  <a:pt x="79371" y="26855"/>
                </a:lnTo>
                <a:lnTo>
                  <a:pt x="79885" y="27526"/>
                </a:lnTo>
                <a:lnTo>
                  <a:pt x="80384" y="28210"/>
                </a:lnTo>
                <a:lnTo>
                  <a:pt x="80868" y="28910"/>
                </a:lnTo>
                <a:lnTo>
                  <a:pt x="81337" y="29624"/>
                </a:lnTo>
                <a:lnTo>
                  <a:pt x="81791" y="30353"/>
                </a:lnTo>
                <a:lnTo>
                  <a:pt x="82230" y="31097"/>
                </a:lnTo>
                <a:lnTo>
                  <a:pt x="82654" y="31855"/>
                </a:lnTo>
                <a:lnTo>
                  <a:pt x="83064" y="32628"/>
                </a:lnTo>
                <a:lnTo>
                  <a:pt x="83458" y="33415"/>
                </a:lnTo>
                <a:lnTo>
                  <a:pt x="83838" y="34217"/>
                </a:lnTo>
                <a:lnTo>
                  <a:pt x="84202" y="35034"/>
                </a:lnTo>
                <a:lnTo>
                  <a:pt x="84552" y="35865"/>
                </a:lnTo>
                <a:lnTo>
                  <a:pt x="84887" y="36711"/>
                </a:lnTo>
                <a:lnTo>
                  <a:pt x="85206" y="37572"/>
                </a:lnTo>
                <a:lnTo>
                  <a:pt x="85512" y="38444"/>
                </a:lnTo>
                <a:lnTo>
                  <a:pt x="85805" y="39324"/>
                </a:lnTo>
                <a:lnTo>
                  <a:pt x="86085" y="40212"/>
                </a:lnTo>
                <a:lnTo>
                  <a:pt x="86352" y="41108"/>
                </a:lnTo>
                <a:lnTo>
                  <a:pt x="86606" y="42012"/>
                </a:lnTo>
                <a:lnTo>
                  <a:pt x="86846" y="42924"/>
                </a:lnTo>
                <a:lnTo>
                  <a:pt x="87074" y="43845"/>
                </a:lnTo>
                <a:lnTo>
                  <a:pt x="87289" y="44773"/>
                </a:lnTo>
                <a:lnTo>
                  <a:pt x="87491" y="45710"/>
                </a:lnTo>
                <a:lnTo>
                  <a:pt x="87679" y="46654"/>
                </a:lnTo>
                <a:lnTo>
                  <a:pt x="87855" y="47607"/>
                </a:lnTo>
                <a:lnTo>
                  <a:pt x="88018" y="48567"/>
                </a:lnTo>
                <a:lnTo>
                  <a:pt x="88167" y="49536"/>
                </a:lnTo>
                <a:lnTo>
                  <a:pt x="88304" y="50512"/>
                </a:lnTo>
                <a:lnTo>
                  <a:pt x="88428" y="51497"/>
                </a:lnTo>
                <a:lnTo>
                  <a:pt x="88538" y="52490"/>
                </a:lnTo>
                <a:lnTo>
                  <a:pt x="88636" y="53491"/>
                </a:lnTo>
                <a:lnTo>
                  <a:pt x="88721" y="54500"/>
                </a:lnTo>
                <a:lnTo>
                  <a:pt x="88792" y="55517"/>
                </a:lnTo>
                <a:lnTo>
                  <a:pt x="88851" y="56542"/>
                </a:lnTo>
                <a:lnTo>
                  <a:pt x="88896" y="57575"/>
                </a:lnTo>
                <a:lnTo>
                  <a:pt x="88929" y="58616"/>
                </a:lnTo>
                <a:lnTo>
                  <a:pt x="88948" y="59665"/>
                </a:lnTo>
                <a:lnTo>
                  <a:pt x="88955" y="60722"/>
                </a:lnTo>
                <a:lnTo>
                  <a:pt x="88948" y="61772"/>
                </a:lnTo>
                <a:lnTo>
                  <a:pt x="88929" y="62815"/>
                </a:lnTo>
                <a:lnTo>
                  <a:pt x="88896" y="63850"/>
                </a:lnTo>
                <a:lnTo>
                  <a:pt x="88851" y="64877"/>
                </a:lnTo>
                <a:lnTo>
                  <a:pt x="88792" y="65896"/>
                </a:lnTo>
                <a:lnTo>
                  <a:pt x="88721" y="66908"/>
                </a:lnTo>
                <a:lnTo>
                  <a:pt x="88636" y="67911"/>
                </a:lnTo>
                <a:lnTo>
                  <a:pt x="88538" y="68907"/>
                </a:lnTo>
                <a:lnTo>
                  <a:pt x="88428" y="69896"/>
                </a:lnTo>
                <a:lnTo>
                  <a:pt x="88304" y="70876"/>
                </a:lnTo>
                <a:lnTo>
                  <a:pt x="88167" y="71849"/>
                </a:lnTo>
                <a:lnTo>
                  <a:pt x="88018" y="72814"/>
                </a:lnTo>
                <a:lnTo>
                  <a:pt x="87855" y="73771"/>
                </a:lnTo>
                <a:lnTo>
                  <a:pt x="87679" y="74720"/>
                </a:lnTo>
                <a:lnTo>
                  <a:pt x="87491" y="75662"/>
                </a:lnTo>
                <a:lnTo>
                  <a:pt x="87289" y="76596"/>
                </a:lnTo>
                <a:lnTo>
                  <a:pt x="87074" y="77522"/>
                </a:lnTo>
                <a:lnTo>
                  <a:pt x="86846" y="78441"/>
                </a:lnTo>
                <a:lnTo>
                  <a:pt x="86606" y="79351"/>
                </a:lnTo>
                <a:lnTo>
                  <a:pt x="86352" y="80254"/>
                </a:lnTo>
                <a:lnTo>
                  <a:pt x="86085" y="81149"/>
                </a:lnTo>
                <a:lnTo>
                  <a:pt x="85805" y="82037"/>
                </a:lnTo>
                <a:lnTo>
                  <a:pt x="85512" y="82916"/>
                </a:lnTo>
                <a:lnTo>
                  <a:pt x="85206" y="83788"/>
                </a:lnTo>
                <a:lnTo>
                  <a:pt x="84887" y="84649"/>
                </a:lnTo>
                <a:lnTo>
                  <a:pt x="84552" y="85494"/>
                </a:lnTo>
                <a:lnTo>
                  <a:pt x="84202" y="86325"/>
                </a:lnTo>
                <a:lnTo>
                  <a:pt x="83838" y="87142"/>
                </a:lnTo>
                <a:lnTo>
                  <a:pt x="83458" y="87943"/>
                </a:lnTo>
                <a:lnTo>
                  <a:pt x="83064" y="88730"/>
                </a:lnTo>
                <a:lnTo>
                  <a:pt x="82654" y="89501"/>
                </a:lnTo>
                <a:lnTo>
                  <a:pt x="82230" y="90258"/>
                </a:lnTo>
                <a:lnTo>
                  <a:pt x="81791" y="91001"/>
                </a:lnTo>
                <a:lnTo>
                  <a:pt x="81337" y="91728"/>
                </a:lnTo>
                <a:lnTo>
                  <a:pt x="80868" y="92441"/>
                </a:lnTo>
                <a:lnTo>
                  <a:pt x="80384" y="93139"/>
                </a:lnTo>
                <a:lnTo>
                  <a:pt x="79885" y="93822"/>
                </a:lnTo>
                <a:lnTo>
                  <a:pt x="79371" y="94490"/>
                </a:lnTo>
                <a:lnTo>
                  <a:pt x="78842" y="95144"/>
                </a:lnTo>
                <a:lnTo>
                  <a:pt x="78299" y="95782"/>
                </a:lnTo>
                <a:lnTo>
                  <a:pt x="77740" y="96406"/>
                </a:lnTo>
                <a:lnTo>
                  <a:pt x="77167" y="97016"/>
                </a:lnTo>
                <a:lnTo>
                  <a:pt x="76579" y="97610"/>
                </a:lnTo>
                <a:lnTo>
                  <a:pt x="75975" y="98190"/>
                </a:lnTo>
                <a:lnTo>
                  <a:pt x="75357" y="98754"/>
                </a:lnTo>
                <a:lnTo>
                  <a:pt x="74724" y="99304"/>
                </a:lnTo>
                <a:lnTo>
                  <a:pt x="74076" y="99840"/>
                </a:lnTo>
                <a:lnTo>
                  <a:pt x="73413" y="100360"/>
                </a:lnTo>
                <a:lnTo>
                  <a:pt x="72734" y="100862"/>
                </a:lnTo>
                <a:lnTo>
                  <a:pt x="72038" y="101343"/>
                </a:lnTo>
                <a:lnTo>
                  <a:pt x="71324" y="101803"/>
                </a:lnTo>
                <a:lnTo>
                  <a:pt x="70592" y="102241"/>
                </a:lnTo>
                <a:lnTo>
                  <a:pt x="69844" y="102658"/>
                </a:lnTo>
                <a:lnTo>
                  <a:pt x="69077" y="103054"/>
                </a:lnTo>
                <a:lnTo>
                  <a:pt x="68294" y="103428"/>
                </a:lnTo>
                <a:lnTo>
                  <a:pt x="67493" y="103780"/>
                </a:lnTo>
                <a:lnTo>
                  <a:pt x="66675" y="104112"/>
                </a:lnTo>
                <a:lnTo>
                  <a:pt x="65839" y="104422"/>
                </a:lnTo>
                <a:lnTo>
                  <a:pt x="64986" y="104710"/>
                </a:lnTo>
                <a:lnTo>
                  <a:pt x="64115" y="104977"/>
                </a:lnTo>
                <a:lnTo>
                  <a:pt x="63227" y="105223"/>
                </a:lnTo>
                <a:lnTo>
                  <a:pt x="62322" y="105448"/>
                </a:lnTo>
                <a:lnTo>
                  <a:pt x="61399" y="105651"/>
                </a:lnTo>
                <a:lnTo>
                  <a:pt x="60459" y="105833"/>
                </a:lnTo>
                <a:lnTo>
                  <a:pt x="59502" y="105993"/>
                </a:lnTo>
                <a:lnTo>
                  <a:pt x="58527" y="106132"/>
                </a:lnTo>
                <a:lnTo>
                  <a:pt x="57534" y="106249"/>
                </a:lnTo>
                <a:lnTo>
                  <a:pt x="56525" y="106346"/>
                </a:lnTo>
                <a:lnTo>
                  <a:pt x="55497" y="106420"/>
                </a:lnTo>
                <a:lnTo>
                  <a:pt x="54453" y="106474"/>
                </a:lnTo>
                <a:lnTo>
                  <a:pt x="53391" y="106506"/>
                </a:lnTo>
                <a:lnTo>
                  <a:pt x="52312" y="106517"/>
                </a:lnTo>
                <a:lnTo>
                  <a:pt x="51232" y="106506"/>
                </a:lnTo>
                <a:lnTo>
                  <a:pt x="50170" y="106474"/>
                </a:lnTo>
                <a:lnTo>
                  <a:pt x="49125" y="106420"/>
                </a:lnTo>
                <a:lnTo>
                  <a:pt x="48097" y="106346"/>
                </a:lnTo>
                <a:close/>
                <a:moveTo>
                  <a:pt x="298356" y="54583"/>
                </a:moveTo>
                <a:lnTo>
                  <a:pt x="298679" y="54175"/>
                </a:lnTo>
                <a:lnTo>
                  <a:pt x="299010" y="53769"/>
                </a:lnTo>
                <a:lnTo>
                  <a:pt x="299349" y="53365"/>
                </a:lnTo>
                <a:lnTo>
                  <a:pt x="299696" y="52963"/>
                </a:lnTo>
                <a:lnTo>
                  <a:pt x="300051" y="52564"/>
                </a:lnTo>
                <a:lnTo>
                  <a:pt x="300415" y="52167"/>
                </a:lnTo>
                <a:lnTo>
                  <a:pt x="300786" y="51773"/>
                </a:lnTo>
                <a:lnTo>
                  <a:pt x="301165" y="51381"/>
                </a:lnTo>
                <a:lnTo>
                  <a:pt x="301552" y="50991"/>
                </a:lnTo>
                <a:lnTo>
                  <a:pt x="301948" y="50604"/>
                </a:lnTo>
                <a:lnTo>
                  <a:pt x="302351" y="50219"/>
                </a:lnTo>
                <a:lnTo>
                  <a:pt x="302763" y="49836"/>
                </a:lnTo>
                <a:lnTo>
                  <a:pt x="303182" y="49455"/>
                </a:lnTo>
                <a:lnTo>
                  <a:pt x="303610" y="49077"/>
                </a:lnTo>
                <a:lnTo>
                  <a:pt x="304045" y="48701"/>
                </a:lnTo>
                <a:lnTo>
                  <a:pt x="304489" y="48328"/>
                </a:lnTo>
                <a:lnTo>
                  <a:pt x="304941" y="47957"/>
                </a:lnTo>
                <a:lnTo>
                  <a:pt x="305400" y="47588"/>
                </a:lnTo>
                <a:lnTo>
                  <a:pt x="305868" y="47221"/>
                </a:lnTo>
                <a:lnTo>
                  <a:pt x="306344" y="46857"/>
                </a:lnTo>
                <a:lnTo>
                  <a:pt x="306828" y="46496"/>
                </a:lnTo>
                <a:lnTo>
                  <a:pt x="307320" y="46142"/>
                </a:lnTo>
                <a:lnTo>
                  <a:pt x="307822" y="45804"/>
                </a:lnTo>
                <a:lnTo>
                  <a:pt x="308333" y="45481"/>
                </a:lnTo>
                <a:lnTo>
                  <a:pt x="308853" y="45173"/>
                </a:lnTo>
                <a:lnTo>
                  <a:pt x="309382" y="44880"/>
                </a:lnTo>
                <a:lnTo>
                  <a:pt x="309921" y="44602"/>
                </a:lnTo>
                <a:lnTo>
                  <a:pt x="310469" y="44339"/>
                </a:lnTo>
                <a:lnTo>
                  <a:pt x="311026" y="44091"/>
                </a:lnTo>
                <a:lnTo>
                  <a:pt x="311592" y="43859"/>
                </a:lnTo>
                <a:lnTo>
                  <a:pt x="312167" y="43641"/>
                </a:lnTo>
                <a:lnTo>
                  <a:pt x="312752" y="43438"/>
                </a:lnTo>
                <a:lnTo>
                  <a:pt x="313346" y="43250"/>
                </a:lnTo>
                <a:lnTo>
                  <a:pt x="313949" y="43077"/>
                </a:lnTo>
                <a:lnTo>
                  <a:pt x="314561" y="42919"/>
                </a:lnTo>
                <a:lnTo>
                  <a:pt x="315182" y="42777"/>
                </a:lnTo>
                <a:lnTo>
                  <a:pt x="315813" y="42649"/>
                </a:lnTo>
                <a:lnTo>
                  <a:pt x="316453" y="42536"/>
                </a:lnTo>
                <a:lnTo>
                  <a:pt x="317102" y="42439"/>
                </a:lnTo>
                <a:lnTo>
                  <a:pt x="317761" y="42356"/>
                </a:lnTo>
                <a:lnTo>
                  <a:pt x="318428" y="42288"/>
                </a:lnTo>
                <a:lnTo>
                  <a:pt x="319105" y="42236"/>
                </a:lnTo>
                <a:lnTo>
                  <a:pt x="319791" y="42198"/>
                </a:lnTo>
                <a:lnTo>
                  <a:pt x="320486" y="42176"/>
                </a:lnTo>
                <a:lnTo>
                  <a:pt x="321190" y="42168"/>
                </a:lnTo>
                <a:lnTo>
                  <a:pt x="321649" y="42173"/>
                </a:lnTo>
                <a:lnTo>
                  <a:pt x="322099" y="42187"/>
                </a:lnTo>
                <a:lnTo>
                  <a:pt x="322540" y="42211"/>
                </a:lnTo>
                <a:lnTo>
                  <a:pt x="322972" y="42244"/>
                </a:lnTo>
                <a:lnTo>
                  <a:pt x="323395" y="42286"/>
                </a:lnTo>
                <a:lnTo>
                  <a:pt x="323810" y="42338"/>
                </a:lnTo>
                <a:lnTo>
                  <a:pt x="324215" y="42400"/>
                </a:lnTo>
                <a:lnTo>
                  <a:pt x="324611" y="42471"/>
                </a:lnTo>
                <a:lnTo>
                  <a:pt x="324999" y="42551"/>
                </a:lnTo>
                <a:lnTo>
                  <a:pt x="325377" y="42641"/>
                </a:lnTo>
                <a:lnTo>
                  <a:pt x="325747" y="42740"/>
                </a:lnTo>
                <a:lnTo>
                  <a:pt x="326108" y="42849"/>
                </a:lnTo>
                <a:lnTo>
                  <a:pt x="326460" y="42967"/>
                </a:lnTo>
                <a:lnTo>
                  <a:pt x="326802" y="43094"/>
                </a:lnTo>
                <a:lnTo>
                  <a:pt x="327136" y="43232"/>
                </a:lnTo>
                <a:lnTo>
                  <a:pt x="327461" y="43378"/>
                </a:lnTo>
                <a:lnTo>
                  <a:pt x="327777" y="43534"/>
                </a:lnTo>
                <a:lnTo>
                  <a:pt x="328085" y="43699"/>
                </a:lnTo>
                <a:lnTo>
                  <a:pt x="328383" y="43874"/>
                </a:lnTo>
                <a:lnTo>
                  <a:pt x="328672" y="44059"/>
                </a:lnTo>
                <a:lnTo>
                  <a:pt x="328953" y="44252"/>
                </a:lnTo>
                <a:lnTo>
                  <a:pt x="329224" y="44456"/>
                </a:lnTo>
                <a:lnTo>
                  <a:pt x="329487" y="44668"/>
                </a:lnTo>
                <a:lnTo>
                  <a:pt x="329740" y="44891"/>
                </a:lnTo>
                <a:lnTo>
                  <a:pt x="329986" y="45121"/>
                </a:lnTo>
                <a:lnTo>
                  <a:pt x="330226" y="45358"/>
                </a:lnTo>
                <a:lnTo>
                  <a:pt x="330459" y="45603"/>
                </a:lnTo>
                <a:lnTo>
                  <a:pt x="330686" y="45856"/>
                </a:lnTo>
                <a:lnTo>
                  <a:pt x="330906" y="46115"/>
                </a:lnTo>
                <a:lnTo>
                  <a:pt x="331120" y="46382"/>
                </a:lnTo>
                <a:lnTo>
                  <a:pt x="331327" y="46656"/>
                </a:lnTo>
                <a:lnTo>
                  <a:pt x="331528" y="46937"/>
                </a:lnTo>
                <a:lnTo>
                  <a:pt x="331723" y="47226"/>
                </a:lnTo>
                <a:lnTo>
                  <a:pt x="331911" y="47522"/>
                </a:lnTo>
                <a:lnTo>
                  <a:pt x="332092" y="47825"/>
                </a:lnTo>
                <a:lnTo>
                  <a:pt x="332268" y="48136"/>
                </a:lnTo>
                <a:lnTo>
                  <a:pt x="332436" y="48453"/>
                </a:lnTo>
                <a:lnTo>
                  <a:pt x="332599" y="48778"/>
                </a:lnTo>
                <a:lnTo>
                  <a:pt x="332755" y="49111"/>
                </a:lnTo>
                <a:lnTo>
                  <a:pt x="332904" y="49451"/>
                </a:lnTo>
                <a:lnTo>
                  <a:pt x="333047" y="49798"/>
                </a:lnTo>
                <a:lnTo>
                  <a:pt x="333184" y="50152"/>
                </a:lnTo>
                <a:lnTo>
                  <a:pt x="333314" y="50513"/>
                </a:lnTo>
                <a:lnTo>
                  <a:pt x="333438" y="50882"/>
                </a:lnTo>
                <a:lnTo>
                  <a:pt x="333555" y="51258"/>
                </a:lnTo>
                <a:lnTo>
                  <a:pt x="333666" y="51642"/>
                </a:lnTo>
                <a:lnTo>
                  <a:pt x="333770" y="52033"/>
                </a:lnTo>
                <a:lnTo>
                  <a:pt x="333868" y="52431"/>
                </a:lnTo>
                <a:lnTo>
                  <a:pt x="333961" y="52835"/>
                </a:lnTo>
                <a:lnTo>
                  <a:pt x="334050" y="53243"/>
                </a:lnTo>
                <a:lnTo>
                  <a:pt x="334135" y="53656"/>
                </a:lnTo>
                <a:lnTo>
                  <a:pt x="334216" y="54074"/>
                </a:lnTo>
                <a:lnTo>
                  <a:pt x="334293" y="54496"/>
                </a:lnTo>
                <a:lnTo>
                  <a:pt x="334366" y="54923"/>
                </a:lnTo>
                <a:lnTo>
                  <a:pt x="334435" y="55355"/>
                </a:lnTo>
                <a:lnTo>
                  <a:pt x="334500" y="55792"/>
                </a:lnTo>
                <a:lnTo>
                  <a:pt x="334561" y="56233"/>
                </a:lnTo>
                <a:lnTo>
                  <a:pt x="334618" y="56678"/>
                </a:lnTo>
                <a:lnTo>
                  <a:pt x="334672" y="57129"/>
                </a:lnTo>
                <a:lnTo>
                  <a:pt x="334721" y="57584"/>
                </a:lnTo>
                <a:lnTo>
                  <a:pt x="334766" y="58044"/>
                </a:lnTo>
                <a:lnTo>
                  <a:pt x="334808" y="58508"/>
                </a:lnTo>
                <a:lnTo>
                  <a:pt x="334845" y="58977"/>
                </a:lnTo>
                <a:lnTo>
                  <a:pt x="334879" y="59451"/>
                </a:lnTo>
                <a:lnTo>
                  <a:pt x="334909" y="59929"/>
                </a:lnTo>
                <a:lnTo>
                  <a:pt x="334934" y="60412"/>
                </a:lnTo>
                <a:lnTo>
                  <a:pt x="334956" y="60900"/>
                </a:lnTo>
                <a:lnTo>
                  <a:pt x="334974" y="61392"/>
                </a:lnTo>
                <a:lnTo>
                  <a:pt x="334988" y="61889"/>
                </a:lnTo>
                <a:lnTo>
                  <a:pt x="334997" y="62390"/>
                </a:lnTo>
                <a:lnTo>
                  <a:pt x="335003" y="62897"/>
                </a:lnTo>
                <a:lnTo>
                  <a:pt x="335005" y="63408"/>
                </a:lnTo>
                <a:lnTo>
                  <a:pt x="335005" y="117396"/>
                </a:lnTo>
                <a:lnTo>
                  <a:pt x="348989" y="117396"/>
                </a:lnTo>
                <a:lnTo>
                  <a:pt x="348989" y="61792"/>
                </a:lnTo>
                <a:lnTo>
                  <a:pt x="348979" y="60557"/>
                </a:lnTo>
                <a:lnTo>
                  <a:pt x="348950" y="59345"/>
                </a:lnTo>
                <a:lnTo>
                  <a:pt x="348901" y="58157"/>
                </a:lnTo>
                <a:lnTo>
                  <a:pt x="348832" y="56992"/>
                </a:lnTo>
                <a:lnTo>
                  <a:pt x="348744" y="55850"/>
                </a:lnTo>
                <a:lnTo>
                  <a:pt x="348636" y="54732"/>
                </a:lnTo>
                <a:lnTo>
                  <a:pt x="348509" y="53637"/>
                </a:lnTo>
                <a:lnTo>
                  <a:pt x="348362" y="52565"/>
                </a:lnTo>
                <a:lnTo>
                  <a:pt x="348195" y="51517"/>
                </a:lnTo>
                <a:lnTo>
                  <a:pt x="348009" y="50492"/>
                </a:lnTo>
                <a:lnTo>
                  <a:pt x="347803" y="49491"/>
                </a:lnTo>
                <a:lnTo>
                  <a:pt x="347578" y="48512"/>
                </a:lnTo>
                <a:lnTo>
                  <a:pt x="347333" y="47558"/>
                </a:lnTo>
                <a:lnTo>
                  <a:pt x="347068" y="46626"/>
                </a:lnTo>
                <a:lnTo>
                  <a:pt x="346784" y="45718"/>
                </a:lnTo>
                <a:lnTo>
                  <a:pt x="346480" y="44833"/>
                </a:lnTo>
                <a:lnTo>
                  <a:pt x="346157" y="43972"/>
                </a:lnTo>
                <a:lnTo>
                  <a:pt x="345814" y="43134"/>
                </a:lnTo>
                <a:lnTo>
                  <a:pt x="345452" y="42320"/>
                </a:lnTo>
                <a:lnTo>
                  <a:pt x="345069" y="41528"/>
                </a:lnTo>
                <a:lnTo>
                  <a:pt x="344668" y="40760"/>
                </a:lnTo>
                <a:lnTo>
                  <a:pt x="344246" y="40016"/>
                </a:lnTo>
                <a:lnTo>
                  <a:pt x="343805" y="39295"/>
                </a:lnTo>
                <a:lnTo>
                  <a:pt x="343345" y="38597"/>
                </a:lnTo>
                <a:lnTo>
                  <a:pt x="342861" y="37925"/>
                </a:lnTo>
                <a:lnTo>
                  <a:pt x="342352" y="37282"/>
                </a:lnTo>
                <a:lnTo>
                  <a:pt x="341817" y="36667"/>
                </a:lnTo>
                <a:lnTo>
                  <a:pt x="341255" y="36080"/>
                </a:lnTo>
                <a:lnTo>
                  <a:pt x="340668" y="35523"/>
                </a:lnTo>
                <a:lnTo>
                  <a:pt x="340054" y="34994"/>
                </a:lnTo>
                <a:lnTo>
                  <a:pt x="339415" y="34493"/>
                </a:lnTo>
                <a:lnTo>
                  <a:pt x="338749" y="34021"/>
                </a:lnTo>
                <a:lnTo>
                  <a:pt x="338058" y="33578"/>
                </a:lnTo>
                <a:lnTo>
                  <a:pt x="337340" y="33164"/>
                </a:lnTo>
                <a:lnTo>
                  <a:pt x="336596" y="32777"/>
                </a:lnTo>
                <a:lnTo>
                  <a:pt x="335827" y="32420"/>
                </a:lnTo>
                <a:lnTo>
                  <a:pt x="335031" y="32091"/>
                </a:lnTo>
                <a:lnTo>
                  <a:pt x="334209" y="31791"/>
                </a:lnTo>
                <a:lnTo>
                  <a:pt x="333361" y="31519"/>
                </a:lnTo>
                <a:lnTo>
                  <a:pt x="332488" y="31276"/>
                </a:lnTo>
                <a:lnTo>
                  <a:pt x="331588" y="31062"/>
                </a:lnTo>
                <a:lnTo>
                  <a:pt x="330662" y="30876"/>
                </a:lnTo>
                <a:lnTo>
                  <a:pt x="329710" y="30718"/>
                </a:lnTo>
                <a:lnTo>
                  <a:pt x="328732" y="30590"/>
                </a:lnTo>
                <a:lnTo>
                  <a:pt x="327728" y="30490"/>
                </a:lnTo>
                <a:lnTo>
                  <a:pt x="326698" y="30418"/>
                </a:lnTo>
                <a:lnTo>
                  <a:pt x="325642" y="30375"/>
                </a:lnTo>
                <a:lnTo>
                  <a:pt x="324560" y="30361"/>
                </a:lnTo>
                <a:lnTo>
                  <a:pt x="323723" y="30368"/>
                </a:lnTo>
                <a:lnTo>
                  <a:pt x="322898" y="30391"/>
                </a:lnTo>
                <a:lnTo>
                  <a:pt x="322085" y="30428"/>
                </a:lnTo>
                <a:lnTo>
                  <a:pt x="321284" y="30479"/>
                </a:lnTo>
                <a:lnTo>
                  <a:pt x="320494" y="30546"/>
                </a:lnTo>
                <a:lnTo>
                  <a:pt x="319716" y="30627"/>
                </a:lnTo>
                <a:lnTo>
                  <a:pt x="318950" y="30723"/>
                </a:lnTo>
                <a:lnTo>
                  <a:pt x="318195" y="30834"/>
                </a:lnTo>
                <a:lnTo>
                  <a:pt x="317452" y="30960"/>
                </a:lnTo>
                <a:lnTo>
                  <a:pt x="316721" y="31100"/>
                </a:lnTo>
                <a:lnTo>
                  <a:pt x="316002" y="31256"/>
                </a:lnTo>
                <a:lnTo>
                  <a:pt x="315294" y="31426"/>
                </a:lnTo>
                <a:lnTo>
                  <a:pt x="314598" y="31611"/>
                </a:lnTo>
                <a:lnTo>
                  <a:pt x="313913" y="31810"/>
                </a:lnTo>
                <a:lnTo>
                  <a:pt x="313240" y="32025"/>
                </a:lnTo>
                <a:lnTo>
                  <a:pt x="312579" y="32254"/>
                </a:lnTo>
                <a:lnTo>
                  <a:pt x="311930" y="32498"/>
                </a:lnTo>
                <a:lnTo>
                  <a:pt x="311292" y="32757"/>
                </a:lnTo>
                <a:lnTo>
                  <a:pt x="310666" y="33030"/>
                </a:lnTo>
                <a:lnTo>
                  <a:pt x="310052" y="33319"/>
                </a:lnTo>
                <a:lnTo>
                  <a:pt x="309450" y="33622"/>
                </a:lnTo>
                <a:lnTo>
                  <a:pt x="308859" y="33940"/>
                </a:lnTo>
                <a:lnTo>
                  <a:pt x="308280" y="34272"/>
                </a:lnTo>
                <a:lnTo>
                  <a:pt x="307712" y="34620"/>
                </a:lnTo>
                <a:lnTo>
                  <a:pt x="307156" y="34976"/>
                </a:lnTo>
                <a:lnTo>
                  <a:pt x="306611" y="35334"/>
                </a:lnTo>
                <a:lnTo>
                  <a:pt x="306076" y="35695"/>
                </a:lnTo>
                <a:lnTo>
                  <a:pt x="305553" y="36057"/>
                </a:lnTo>
                <a:lnTo>
                  <a:pt x="305040" y="36422"/>
                </a:lnTo>
                <a:lnTo>
                  <a:pt x="304538" y="36789"/>
                </a:lnTo>
                <a:lnTo>
                  <a:pt x="304046" y="37158"/>
                </a:lnTo>
                <a:lnTo>
                  <a:pt x="303566" y="37530"/>
                </a:lnTo>
                <a:lnTo>
                  <a:pt x="303096" y="37903"/>
                </a:lnTo>
                <a:lnTo>
                  <a:pt x="302638" y="38279"/>
                </a:lnTo>
                <a:lnTo>
                  <a:pt x="302190" y="38657"/>
                </a:lnTo>
                <a:lnTo>
                  <a:pt x="301753" y="39037"/>
                </a:lnTo>
                <a:lnTo>
                  <a:pt x="301326" y="39419"/>
                </a:lnTo>
                <a:lnTo>
                  <a:pt x="300911" y="39804"/>
                </a:lnTo>
                <a:lnTo>
                  <a:pt x="300506" y="40191"/>
                </a:lnTo>
                <a:lnTo>
                  <a:pt x="300112" y="40580"/>
                </a:lnTo>
                <a:lnTo>
                  <a:pt x="299729" y="40971"/>
                </a:lnTo>
                <a:lnTo>
                  <a:pt x="299357" y="41364"/>
                </a:lnTo>
                <a:lnTo>
                  <a:pt x="298996" y="41760"/>
                </a:lnTo>
                <a:lnTo>
                  <a:pt x="298645" y="42158"/>
                </a:lnTo>
                <a:lnTo>
                  <a:pt x="298305" y="42557"/>
                </a:lnTo>
                <a:lnTo>
                  <a:pt x="297976" y="42960"/>
                </a:lnTo>
                <a:lnTo>
                  <a:pt x="297658" y="43364"/>
                </a:lnTo>
                <a:lnTo>
                  <a:pt x="297351" y="43770"/>
                </a:lnTo>
                <a:lnTo>
                  <a:pt x="297014" y="31879"/>
                </a:lnTo>
                <a:lnTo>
                  <a:pt x="283368" y="31879"/>
                </a:lnTo>
                <a:lnTo>
                  <a:pt x="283368" y="117396"/>
                </a:lnTo>
                <a:lnTo>
                  <a:pt x="297435" y="117396"/>
                </a:lnTo>
                <a:lnTo>
                  <a:pt x="297435" y="55823"/>
                </a:lnTo>
                <a:lnTo>
                  <a:pt x="297734" y="55407"/>
                </a:lnTo>
                <a:lnTo>
                  <a:pt x="298041" y="54994"/>
                </a:lnTo>
                <a:lnTo>
                  <a:pt x="298356" y="54583"/>
                </a:lnTo>
                <a:close/>
                <a:moveTo>
                  <a:pt x="583313" y="55560"/>
                </a:moveTo>
                <a:lnTo>
                  <a:pt x="583553" y="55245"/>
                </a:lnTo>
                <a:lnTo>
                  <a:pt x="583794" y="54933"/>
                </a:lnTo>
                <a:lnTo>
                  <a:pt x="584038" y="54625"/>
                </a:lnTo>
                <a:lnTo>
                  <a:pt x="584284" y="54320"/>
                </a:lnTo>
                <a:lnTo>
                  <a:pt x="584532" y="54018"/>
                </a:lnTo>
                <a:lnTo>
                  <a:pt x="584782" y="53720"/>
                </a:lnTo>
                <a:lnTo>
                  <a:pt x="585035" y="53424"/>
                </a:lnTo>
                <a:lnTo>
                  <a:pt x="585289" y="53132"/>
                </a:lnTo>
                <a:lnTo>
                  <a:pt x="585546" y="52843"/>
                </a:lnTo>
                <a:lnTo>
                  <a:pt x="585805" y="52558"/>
                </a:lnTo>
                <a:lnTo>
                  <a:pt x="586067" y="52275"/>
                </a:lnTo>
                <a:lnTo>
                  <a:pt x="586330" y="51996"/>
                </a:lnTo>
                <a:lnTo>
                  <a:pt x="586596" y="51720"/>
                </a:lnTo>
                <a:lnTo>
                  <a:pt x="586863" y="51447"/>
                </a:lnTo>
                <a:lnTo>
                  <a:pt x="587134" y="51178"/>
                </a:lnTo>
                <a:lnTo>
                  <a:pt x="587406" y="50912"/>
                </a:lnTo>
                <a:lnTo>
                  <a:pt x="587680" y="50649"/>
                </a:lnTo>
                <a:lnTo>
                  <a:pt x="587957" y="50389"/>
                </a:lnTo>
                <a:lnTo>
                  <a:pt x="588236" y="50132"/>
                </a:lnTo>
                <a:lnTo>
                  <a:pt x="588517" y="49879"/>
                </a:lnTo>
                <a:lnTo>
                  <a:pt x="588800" y="49629"/>
                </a:lnTo>
                <a:lnTo>
                  <a:pt x="589086" y="49383"/>
                </a:lnTo>
                <a:lnTo>
                  <a:pt x="589377" y="49141"/>
                </a:lnTo>
                <a:lnTo>
                  <a:pt x="589672" y="48904"/>
                </a:lnTo>
                <a:lnTo>
                  <a:pt x="589971" y="48671"/>
                </a:lnTo>
                <a:lnTo>
                  <a:pt x="590274" y="48442"/>
                </a:lnTo>
                <a:lnTo>
                  <a:pt x="590582" y="48218"/>
                </a:lnTo>
                <a:lnTo>
                  <a:pt x="590894" y="47999"/>
                </a:lnTo>
                <a:lnTo>
                  <a:pt x="591210" y="47784"/>
                </a:lnTo>
                <a:lnTo>
                  <a:pt x="591530" y="47574"/>
                </a:lnTo>
                <a:lnTo>
                  <a:pt x="591855" y="47368"/>
                </a:lnTo>
                <a:lnTo>
                  <a:pt x="592184" y="47166"/>
                </a:lnTo>
                <a:lnTo>
                  <a:pt x="592517" y="46969"/>
                </a:lnTo>
                <a:lnTo>
                  <a:pt x="592854" y="46777"/>
                </a:lnTo>
                <a:lnTo>
                  <a:pt x="593196" y="46589"/>
                </a:lnTo>
                <a:lnTo>
                  <a:pt x="593542" y="46405"/>
                </a:lnTo>
                <a:lnTo>
                  <a:pt x="593892" y="46226"/>
                </a:lnTo>
                <a:lnTo>
                  <a:pt x="594246" y="46052"/>
                </a:lnTo>
                <a:lnTo>
                  <a:pt x="594604" y="45882"/>
                </a:lnTo>
                <a:lnTo>
                  <a:pt x="594967" y="45717"/>
                </a:lnTo>
                <a:lnTo>
                  <a:pt x="595334" y="45556"/>
                </a:lnTo>
                <a:lnTo>
                  <a:pt x="595705" y="45399"/>
                </a:lnTo>
                <a:lnTo>
                  <a:pt x="596081" y="45247"/>
                </a:lnTo>
                <a:lnTo>
                  <a:pt x="596461" y="45099"/>
                </a:lnTo>
                <a:lnTo>
                  <a:pt x="596845" y="44956"/>
                </a:lnTo>
                <a:lnTo>
                  <a:pt x="597233" y="44818"/>
                </a:lnTo>
                <a:lnTo>
                  <a:pt x="597627" y="44686"/>
                </a:lnTo>
                <a:lnTo>
                  <a:pt x="598027" y="44560"/>
                </a:lnTo>
                <a:lnTo>
                  <a:pt x="598431" y="44439"/>
                </a:lnTo>
                <a:lnTo>
                  <a:pt x="598841" y="44325"/>
                </a:lnTo>
                <a:lnTo>
                  <a:pt x="599256" y="44216"/>
                </a:lnTo>
                <a:lnTo>
                  <a:pt x="599676" y="44113"/>
                </a:lnTo>
                <a:lnTo>
                  <a:pt x="600102" y="44016"/>
                </a:lnTo>
                <a:lnTo>
                  <a:pt x="600533" y="43925"/>
                </a:lnTo>
                <a:lnTo>
                  <a:pt x="600969" y="43840"/>
                </a:lnTo>
                <a:lnTo>
                  <a:pt x="601410" y="43761"/>
                </a:lnTo>
                <a:lnTo>
                  <a:pt x="601857" y="43687"/>
                </a:lnTo>
                <a:lnTo>
                  <a:pt x="602309" y="43620"/>
                </a:lnTo>
                <a:lnTo>
                  <a:pt x="602766" y="43558"/>
                </a:lnTo>
                <a:lnTo>
                  <a:pt x="603228" y="43502"/>
                </a:lnTo>
                <a:lnTo>
                  <a:pt x="603696" y="43452"/>
                </a:lnTo>
                <a:lnTo>
                  <a:pt x="604169" y="43408"/>
                </a:lnTo>
                <a:lnTo>
                  <a:pt x="604647" y="43370"/>
                </a:lnTo>
                <a:lnTo>
                  <a:pt x="605131" y="43338"/>
                </a:lnTo>
                <a:lnTo>
                  <a:pt x="605619" y="43311"/>
                </a:lnTo>
                <a:lnTo>
                  <a:pt x="606113" y="43291"/>
                </a:lnTo>
                <a:lnTo>
                  <a:pt x="606613" y="43276"/>
                </a:lnTo>
                <a:lnTo>
                  <a:pt x="607117" y="43267"/>
                </a:lnTo>
                <a:lnTo>
                  <a:pt x="607627" y="43264"/>
                </a:lnTo>
                <a:lnTo>
                  <a:pt x="609564" y="43264"/>
                </a:lnTo>
                <a:lnTo>
                  <a:pt x="609564" y="30361"/>
                </a:lnTo>
                <a:lnTo>
                  <a:pt x="607880" y="30361"/>
                </a:lnTo>
                <a:lnTo>
                  <a:pt x="607072" y="30368"/>
                </a:lnTo>
                <a:lnTo>
                  <a:pt x="606276" y="30391"/>
                </a:lnTo>
                <a:lnTo>
                  <a:pt x="605493" y="30428"/>
                </a:lnTo>
                <a:lnTo>
                  <a:pt x="604723" y="30480"/>
                </a:lnTo>
                <a:lnTo>
                  <a:pt x="603965" y="30548"/>
                </a:lnTo>
                <a:lnTo>
                  <a:pt x="603220" y="30630"/>
                </a:lnTo>
                <a:lnTo>
                  <a:pt x="602488" y="30727"/>
                </a:lnTo>
                <a:lnTo>
                  <a:pt x="601768" y="30839"/>
                </a:lnTo>
                <a:lnTo>
                  <a:pt x="601060" y="30966"/>
                </a:lnTo>
                <a:lnTo>
                  <a:pt x="600366" y="31108"/>
                </a:lnTo>
                <a:lnTo>
                  <a:pt x="599683" y="31265"/>
                </a:lnTo>
                <a:lnTo>
                  <a:pt x="599014" y="31436"/>
                </a:lnTo>
                <a:lnTo>
                  <a:pt x="598357" y="31623"/>
                </a:lnTo>
                <a:lnTo>
                  <a:pt x="597712" y="31825"/>
                </a:lnTo>
                <a:lnTo>
                  <a:pt x="597080" y="32041"/>
                </a:lnTo>
                <a:lnTo>
                  <a:pt x="596461" y="32273"/>
                </a:lnTo>
                <a:lnTo>
                  <a:pt x="595854" y="32519"/>
                </a:lnTo>
                <a:lnTo>
                  <a:pt x="595260" y="32780"/>
                </a:lnTo>
                <a:lnTo>
                  <a:pt x="594678" y="33057"/>
                </a:lnTo>
                <a:lnTo>
                  <a:pt x="594109" y="33348"/>
                </a:lnTo>
                <a:lnTo>
                  <a:pt x="593553" y="33654"/>
                </a:lnTo>
                <a:lnTo>
                  <a:pt x="593009" y="33975"/>
                </a:lnTo>
                <a:lnTo>
                  <a:pt x="592478" y="34311"/>
                </a:lnTo>
                <a:lnTo>
                  <a:pt x="591959" y="34662"/>
                </a:lnTo>
                <a:lnTo>
                  <a:pt x="591451" y="35024"/>
                </a:lnTo>
                <a:lnTo>
                  <a:pt x="590952" y="35393"/>
                </a:lnTo>
                <a:lnTo>
                  <a:pt x="590462" y="35769"/>
                </a:lnTo>
                <a:lnTo>
                  <a:pt x="589982" y="36152"/>
                </a:lnTo>
                <a:lnTo>
                  <a:pt x="589510" y="36542"/>
                </a:lnTo>
                <a:lnTo>
                  <a:pt x="589047" y="36939"/>
                </a:lnTo>
                <a:lnTo>
                  <a:pt x="588594" y="37343"/>
                </a:lnTo>
                <a:lnTo>
                  <a:pt x="588149" y="37754"/>
                </a:lnTo>
                <a:lnTo>
                  <a:pt x="587714" y="38173"/>
                </a:lnTo>
                <a:lnTo>
                  <a:pt x="587288" y="38598"/>
                </a:lnTo>
                <a:lnTo>
                  <a:pt x="586870" y="39030"/>
                </a:lnTo>
                <a:lnTo>
                  <a:pt x="586462" y="39469"/>
                </a:lnTo>
                <a:lnTo>
                  <a:pt x="586063" y="39916"/>
                </a:lnTo>
                <a:lnTo>
                  <a:pt x="585673" y="40369"/>
                </a:lnTo>
                <a:lnTo>
                  <a:pt x="585292" y="40829"/>
                </a:lnTo>
                <a:lnTo>
                  <a:pt x="584920" y="41297"/>
                </a:lnTo>
                <a:lnTo>
                  <a:pt x="584557" y="41771"/>
                </a:lnTo>
                <a:lnTo>
                  <a:pt x="584204" y="42252"/>
                </a:lnTo>
                <a:lnTo>
                  <a:pt x="583859" y="42741"/>
                </a:lnTo>
                <a:lnTo>
                  <a:pt x="583523" y="43236"/>
                </a:lnTo>
                <a:lnTo>
                  <a:pt x="583197" y="43739"/>
                </a:lnTo>
                <a:lnTo>
                  <a:pt x="582879" y="44248"/>
                </a:lnTo>
                <a:lnTo>
                  <a:pt x="582571" y="44765"/>
                </a:lnTo>
                <a:lnTo>
                  <a:pt x="582271" y="45289"/>
                </a:lnTo>
                <a:lnTo>
                  <a:pt x="581766" y="31879"/>
                </a:lnTo>
                <a:lnTo>
                  <a:pt x="568541" y="31879"/>
                </a:lnTo>
                <a:lnTo>
                  <a:pt x="568541" y="117396"/>
                </a:lnTo>
                <a:lnTo>
                  <a:pt x="582608" y="117396"/>
                </a:lnTo>
                <a:lnTo>
                  <a:pt x="582608" y="56524"/>
                </a:lnTo>
                <a:lnTo>
                  <a:pt x="582841" y="56199"/>
                </a:lnTo>
                <a:lnTo>
                  <a:pt x="583076" y="55878"/>
                </a:lnTo>
                <a:lnTo>
                  <a:pt x="583313" y="55560"/>
                </a:lnTo>
                <a:close/>
                <a:moveTo>
                  <a:pt x="404825" y="118760"/>
                </a:moveTo>
                <a:lnTo>
                  <a:pt x="405615" y="118692"/>
                </a:lnTo>
                <a:lnTo>
                  <a:pt x="406394" y="118612"/>
                </a:lnTo>
                <a:lnTo>
                  <a:pt x="407164" y="118520"/>
                </a:lnTo>
                <a:lnTo>
                  <a:pt x="407924" y="118415"/>
                </a:lnTo>
                <a:lnTo>
                  <a:pt x="408675" y="118298"/>
                </a:lnTo>
                <a:lnTo>
                  <a:pt x="409416" y="118168"/>
                </a:lnTo>
                <a:lnTo>
                  <a:pt x="410148" y="118026"/>
                </a:lnTo>
                <a:lnTo>
                  <a:pt x="410869" y="117872"/>
                </a:lnTo>
                <a:lnTo>
                  <a:pt x="411581" y="117706"/>
                </a:lnTo>
                <a:lnTo>
                  <a:pt x="412284" y="117527"/>
                </a:lnTo>
                <a:lnTo>
                  <a:pt x="412977" y="117336"/>
                </a:lnTo>
                <a:lnTo>
                  <a:pt x="413660" y="117133"/>
                </a:lnTo>
                <a:lnTo>
                  <a:pt x="414333" y="116917"/>
                </a:lnTo>
                <a:lnTo>
                  <a:pt x="414997" y="116689"/>
                </a:lnTo>
                <a:lnTo>
                  <a:pt x="415651" y="116449"/>
                </a:lnTo>
                <a:lnTo>
                  <a:pt x="416296" y="116196"/>
                </a:lnTo>
                <a:lnTo>
                  <a:pt x="416930" y="115931"/>
                </a:lnTo>
                <a:lnTo>
                  <a:pt x="417556" y="115654"/>
                </a:lnTo>
                <a:lnTo>
                  <a:pt x="418171" y="115364"/>
                </a:lnTo>
                <a:lnTo>
                  <a:pt x="418776" y="115063"/>
                </a:lnTo>
                <a:lnTo>
                  <a:pt x="419370" y="114751"/>
                </a:lnTo>
                <a:lnTo>
                  <a:pt x="419953" y="114429"/>
                </a:lnTo>
                <a:lnTo>
                  <a:pt x="420524" y="114097"/>
                </a:lnTo>
                <a:lnTo>
                  <a:pt x="421084" y="113754"/>
                </a:lnTo>
                <a:lnTo>
                  <a:pt x="421633" y="113401"/>
                </a:lnTo>
                <a:lnTo>
                  <a:pt x="422170" y="113038"/>
                </a:lnTo>
                <a:lnTo>
                  <a:pt x="422697" y="112665"/>
                </a:lnTo>
                <a:lnTo>
                  <a:pt x="423212" y="112281"/>
                </a:lnTo>
                <a:lnTo>
                  <a:pt x="423715" y="111886"/>
                </a:lnTo>
                <a:lnTo>
                  <a:pt x="424208" y="111482"/>
                </a:lnTo>
                <a:lnTo>
                  <a:pt x="424689" y="111067"/>
                </a:lnTo>
                <a:lnTo>
                  <a:pt x="425159" y="110641"/>
                </a:lnTo>
                <a:lnTo>
                  <a:pt x="425618" y="110206"/>
                </a:lnTo>
                <a:lnTo>
                  <a:pt x="426065" y="109760"/>
                </a:lnTo>
                <a:lnTo>
                  <a:pt x="426501" y="109303"/>
                </a:lnTo>
                <a:lnTo>
                  <a:pt x="426926" y="108837"/>
                </a:lnTo>
                <a:lnTo>
                  <a:pt x="427340" y="108360"/>
                </a:lnTo>
                <a:lnTo>
                  <a:pt x="427742" y="107872"/>
                </a:lnTo>
                <a:lnTo>
                  <a:pt x="428133" y="107375"/>
                </a:lnTo>
                <a:lnTo>
                  <a:pt x="428513" y="106867"/>
                </a:lnTo>
                <a:lnTo>
                  <a:pt x="428882" y="106348"/>
                </a:lnTo>
                <a:lnTo>
                  <a:pt x="429239" y="105820"/>
                </a:lnTo>
                <a:lnTo>
                  <a:pt x="429585" y="105281"/>
                </a:lnTo>
                <a:lnTo>
                  <a:pt x="429919" y="104732"/>
                </a:lnTo>
                <a:lnTo>
                  <a:pt x="430240" y="104174"/>
                </a:lnTo>
                <a:lnTo>
                  <a:pt x="430547" y="103608"/>
                </a:lnTo>
                <a:lnTo>
                  <a:pt x="430841" y="103033"/>
                </a:lnTo>
                <a:lnTo>
                  <a:pt x="431121" y="102450"/>
                </a:lnTo>
                <a:lnTo>
                  <a:pt x="431389" y="101858"/>
                </a:lnTo>
                <a:lnTo>
                  <a:pt x="431643" y="101257"/>
                </a:lnTo>
                <a:lnTo>
                  <a:pt x="431883" y="100647"/>
                </a:lnTo>
                <a:lnTo>
                  <a:pt x="432111" y="100029"/>
                </a:lnTo>
                <a:lnTo>
                  <a:pt x="432325" y="99402"/>
                </a:lnTo>
                <a:lnTo>
                  <a:pt x="432525" y="98767"/>
                </a:lnTo>
                <a:lnTo>
                  <a:pt x="432713" y="98122"/>
                </a:lnTo>
                <a:lnTo>
                  <a:pt x="432887" y="97470"/>
                </a:lnTo>
                <a:lnTo>
                  <a:pt x="433048" y="96808"/>
                </a:lnTo>
                <a:lnTo>
                  <a:pt x="433195" y="96138"/>
                </a:lnTo>
                <a:lnTo>
                  <a:pt x="433329" y="95459"/>
                </a:lnTo>
                <a:lnTo>
                  <a:pt x="433450" y="94771"/>
                </a:lnTo>
                <a:lnTo>
                  <a:pt x="433558" y="94075"/>
                </a:lnTo>
                <a:lnTo>
                  <a:pt x="433652" y="93370"/>
                </a:lnTo>
                <a:lnTo>
                  <a:pt x="433733" y="92656"/>
                </a:lnTo>
                <a:lnTo>
                  <a:pt x="433801" y="91934"/>
                </a:lnTo>
                <a:lnTo>
                  <a:pt x="433855" y="91203"/>
                </a:lnTo>
                <a:lnTo>
                  <a:pt x="433896" y="90464"/>
                </a:lnTo>
                <a:lnTo>
                  <a:pt x="433924" y="89715"/>
                </a:lnTo>
                <a:lnTo>
                  <a:pt x="420024" y="89715"/>
                </a:lnTo>
                <a:lnTo>
                  <a:pt x="419995" y="90449"/>
                </a:lnTo>
                <a:lnTo>
                  <a:pt x="419949" y="91168"/>
                </a:lnTo>
                <a:lnTo>
                  <a:pt x="419887" y="91872"/>
                </a:lnTo>
                <a:lnTo>
                  <a:pt x="419808" y="92562"/>
                </a:lnTo>
                <a:lnTo>
                  <a:pt x="419713" y="93238"/>
                </a:lnTo>
                <a:lnTo>
                  <a:pt x="419601" y="93899"/>
                </a:lnTo>
                <a:lnTo>
                  <a:pt x="419472" y="94546"/>
                </a:lnTo>
                <a:lnTo>
                  <a:pt x="419327" y="95178"/>
                </a:lnTo>
                <a:lnTo>
                  <a:pt x="419166" y="95795"/>
                </a:lnTo>
                <a:lnTo>
                  <a:pt x="418988" y="96398"/>
                </a:lnTo>
                <a:lnTo>
                  <a:pt x="418793" y="96987"/>
                </a:lnTo>
                <a:lnTo>
                  <a:pt x="418582" y="97561"/>
                </a:lnTo>
                <a:lnTo>
                  <a:pt x="418354" y="98121"/>
                </a:lnTo>
                <a:lnTo>
                  <a:pt x="418110" y="98666"/>
                </a:lnTo>
                <a:lnTo>
                  <a:pt x="417849" y="99196"/>
                </a:lnTo>
                <a:lnTo>
                  <a:pt x="417572" y="99713"/>
                </a:lnTo>
                <a:lnTo>
                  <a:pt x="417278" y="100214"/>
                </a:lnTo>
                <a:lnTo>
                  <a:pt x="416968" y="100701"/>
                </a:lnTo>
                <a:lnTo>
                  <a:pt x="416641" y="101174"/>
                </a:lnTo>
                <a:lnTo>
                  <a:pt x="416298" y="101632"/>
                </a:lnTo>
                <a:lnTo>
                  <a:pt x="415938" y="102076"/>
                </a:lnTo>
                <a:lnTo>
                  <a:pt x="415562" y="102505"/>
                </a:lnTo>
                <a:lnTo>
                  <a:pt x="415169" y="102920"/>
                </a:lnTo>
                <a:lnTo>
                  <a:pt x="414760" y="103320"/>
                </a:lnTo>
                <a:lnTo>
                  <a:pt x="414335" y="103704"/>
                </a:lnTo>
                <a:lnTo>
                  <a:pt x="413896" y="104073"/>
                </a:lnTo>
                <a:lnTo>
                  <a:pt x="413444" y="104425"/>
                </a:lnTo>
                <a:lnTo>
                  <a:pt x="412978" y="104760"/>
                </a:lnTo>
                <a:lnTo>
                  <a:pt x="412498" y="105080"/>
                </a:lnTo>
                <a:lnTo>
                  <a:pt x="412003" y="105382"/>
                </a:lnTo>
                <a:lnTo>
                  <a:pt x="411495" y="105669"/>
                </a:lnTo>
                <a:lnTo>
                  <a:pt x="410974" y="105939"/>
                </a:lnTo>
                <a:lnTo>
                  <a:pt x="410438" y="106193"/>
                </a:lnTo>
                <a:lnTo>
                  <a:pt x="409888" y="106430"/>
                </a:lnTo>
                <a:lnTo>
                  <a:pt x="409325" y="106651"/>
                </a:lnTo>
                <a:lnTo>
                  <a:pt x="408747" y="106856"/>
                </a:lnTo>
                <a:lnTo>
                  <a:pt x="408156" y="107044"/>
                </a:lnTo>
                <a:lnTo>
                  <a:pt x="407551" y="107216"/>
                </a:lnTo>
                <a:lnTo>
                  <a:pt x="406931" y="107372"/>
                </a:lnTo>
                <a:lnTo>
                  <a:pt x="406298" y="107511"/>
                </a:lnTo>
                <a:lnTo>
                  <a:pt x="405651" y="107634"/>
                </a:lnTo>
                <a:lnTo>
                  <a:pt x="404991" y="107740"/>
                </a:lnTo>
                <a:lnTo>
                  <a:pt x="404316" y="107830"/>
                </a:lnTo>
                <a:lnTo>
                  <a:pt x="403627" y="107904"/>
                </a:lnTo>
                <a:lnTo>
                  <a:pt x="402925" y="107961"/>
                </a:lnTo>
                <a:lnTo>
                  <a:pt x="402208" y="108002"/>
                </a:lnTo>
                <a:lnTo>
                  <a:pt x="401478" y="108026"/>
                </a:lnTo>
                <a:lnTo>
                  <a:pt x="400734" y="108035"/>
                </a:lnTo>
                <a:lnTo>
                  <a:pt x="400045" y="108027"/>
                </a:lnTo>
                <a:lnTo>
                  <a:pt x="399366" y="108005"/>
                </a:lnTo>
                <a:lnTo>
                  <a:pt x="398698" y="107968"/>
                </a:lnTo>
                <a:lnTo>
                  <a:pt x="398042" y="107916"/>
                </a:lnTo>
                <a:lnTo>
                  <a:pt x="397396" y="107849"/>
                </a:lnTo>
                <a:lnTo>
                  <a:pt x="396762" y="107768"/>
                </a:lnTo>
                <a:lnTo>
                  <a:pt x="396138" y="107672"/>
                </a:lnTo>
                <a:lnTo>
                  <a:pt x="395525" y="107561"/>
                </a:lnTo>
                <a:lnTo>
                  <a:pt x="394924" y="107435"/>
                </a:lnTo>
                <a:lnTo>
                  <a:pt x="394333" y="107294"/>
                </a:lnTo>
                <a:lnTo>
                  <a:pt x="393753" y="107138"/>
                </a:lnTo>
                <a:lnTo>
                  <a:pt x="393184" y="106968"/>
                </a:lnTo>
                <a:lnTo>
                  <a:pt x="392626" y="106783"/>
                </a:lnTo>
                <a:lnTo>
                  <a:pt x="392079" y="106583"/>
                </a:lnTo>
                <a:lnTo>
                  <a:pt x="391544" y="106368"/>
                </a:lnTo>
                <a:lnTo>
                  <a:pt x="391019" y="106138"/>
                </a:lnTo>
                <a:lnTo>
                  <a:pt x="390505" y="105894"/>
                </a:lnTo>
                <a:lnTo>
                  <a:pt x="390002" y="105635"/>
                </a:lnTo>
                <a:lnTo>
                  <a:pt x="389510" y="105360"/>
                </a:lnTo>
                <a:lnTo>
                  <a:pt x="389028" y="105072"/>
                </a:lnTo>
                <a:lnTo>
                  <a:pt x="388558" y="104768"/>
                </a:lnTo>
                <a:lnTo>
                  <a:pt x="388099" y="104449"/>
                </a:lnTo>
                <a:lnTo>
                  <a:pt x="387651" y="104116"/>
                </a:lnTo>
                <a:lnTo>
                  <a:pt x="387214" y="103768"/>
                </a:lnTo>
                <a:lnTo>
                  <a:pt x="386787" y="103407"/>
                </a:lnTo>
                <a:lnTo>
                  <a:pt x="386370" y="103037"/>
                </a:lnTo>
                <a:lnTo>
                  <a:pt x="385963" y="102657"/>
                </a:lnTo>
                <a:lnTo>
                  <a:pt x="385565" y="102267"/>
                </a:lnTo>
                <a:lnTo>
                  <a:pt x="385178" y="101867"/>
                </a:lnTo>
                <a:lnTo>
                  <a:pt x="384800" y="101458"/>
                </a:lnTo>
                <a:lnTo>
                  <a:pt x="384432" y="101039"/>
                </a:lnTo>
                <a:lnTo>
                  <a:pt x="384074" y="100610"/>
                </a:lnTo>
                <a:lnTo>
                  <a:pt x="383725" y="100172"/>
                </a:lnTo>
                <a:lnTo>
                  <a:pt x="383387" y="99724"/>
                </a:lnTo>
                <a:lnTo>
                  <a:pt x="383058" y="99266"/>
                </a:lnTo>
                <a:lnTo>
                  <a:pt x="382739" y="98798"/>
                </a:lnTo>
                <a:lnTo>
                  <a:pt x="382430" y="98321"/>
                </a:lnTo>
                <a:lnTo>
                  <a:pt x="382130" y="97834"/>
                </a:lnTo>
                <a:lnTo>
                  <a:pt x="381840" y="97338"/>
                </a:lnTo>
                <a:lnTo>
                  <a:pt x="381561" y="96831"/>
                </a:lnTo>
                <a:lnTo>
                  <a:pt x="381291" y="96315"/>
                </a:lnTo>
                <a:lnTo>
                  <a:pt x="381030" y="95789"/>
                </a:lnTo>
                <a:lnTo>
                  <a:pt x="380780" y="95253"/>
                </a:lnTo>
                <a:lnTo>
                  <a:pt x="380539" y="94708"/>
                </a:lnTo>
                <a:lnTo>
                  <a:pt x="380308" y="94153"/>
                </a:lnTo>
                <a:lnTo>
                  <a:pt x="380087" y="93588"/>
                </a:lnTo>
                <a:lnTo>
                  <a:pt x="379876" y="93014"/>
                </a:lnTo>
                <a:lnTo>
                  <a:pt x="379675" y="92430"/>
                </a:lnTo>
                <a:lnTo>
                  <a:pt x="379482" y="91838"/>
                </a:lnTo>
                <a:lnTo>
                  <a:pt x="379297" y="91242"/>
                </a:lnTo>
                <a:lnTo>
                  <a:pt x="379120" y="90641"/>
                </a:lnTo>
                <a:lnTo>
                  <a:pt x="378952" y="90035"/>
                </a:lnTo>
                <a:lnTo>
                  <a:pt x="378791" y="89425"/>
                </a:lnTo>
                <a:lnTo>
                  <a:pt x="378637" y="88809"/>
                </a:lnTo>
                <a:lnTo>
                  <a:pt x="378492" y="88189"/>
                </a:lnTo>
                <a:lnTo>
                  <a:pt x="378355" y="87564"/>
                </a:lnTo>
                <a:lnTo>
                  <a:pt x="378225" y="86935"/>
                </a:lnTo>
                <a:lnTo>
                  <a:pt x="378104" y="86300"/>
                </a:lnTo>
                <a:lnTo>
                  <a:pt x="377990" y="85661"/>
                </a:lnTo>
                <a:lnTo>
                  <a:pt x="377885" y="85017"/>
                </a:lnTo>
                <a:lnTo>
                  <a:pt x="377787" y="84368"/>
                </a:lnTo>
                <a:lnTo>
                  <a:pt x="377697" y="83714"/>
                </a:lnTo>
                <a:lnTo>
                  <a:pt x="377615" y="83056"/>
                </a:lnTo>
                <a:lnTo>
                  <a:pt x="377541" y="82393"/>
                </a:lnTo>
                <a:lnTo>
                  <a:pt x="377474" y="81725"/>
                </a:lnTo>
                <a:lnTo>
                  <a:pt x="377416" y="81052"/>
                </a:lnTo>
                <a:lnTo>
                  <a:pt x="377366" y="80374"/>
                </a:lnTo>
                <a:lnTo>
                  <a:pt x="377323" y="79692"/>
                </a:lnTo>
                <a:lnTo>
                  <a:pt x="377288" y="79005"/>
                </a:lnTo>
                <a:lnTo>
                  <a:pt x="377262" y="78313"/>
                </a:lnTo>
                <a:lnTo>
                  <a:pt x="377243" y="77616"/>
                </a:lnTo>
                <a:lnTo>
                  <a:pt x="377232" y="76915"/>
                </a:lnTo>
                <a:lnTo>
                  <a:pt x="433587" y="76915"/>
                </a:lnTo>
                <a:lnTo>
                  <a:pt x="433601" y="76847"/>
                </a:lnTo>
                <a:lnTo>
                  <a:pt x="433614" y="76776"/>
                </a:lnTo>
                <a:lnTo>
                  <a:pt x="433627" y="76701"/>
                </a:lnTo>
                <a:lnTo>
                  <a:pt x="433639" y="76623"/>
                </a:lnTo>
                <a:lnTo>
                  <a:pt x="433651" y="76541"/>
                </a:lnTo>
                <a:lnTo>
                  <a:pt x="433663" y="76456"/>
                </a:lnTo>
                <a:lnTo>
                  <a:pt x="433674" y="76367"/>
                </a:lnTo>
                <a:lnTo>
                  <a:pt x="433685" y="76275"/>
                </a:lnTo>
                <a:lnTo>
                  <a:pt x="433695" y="76180"/>
                </a:lnTo>
                <a:lnTo>
                  <a:pt x="433705" y="76080"/>
                </a:lnTo>
                <a:lnTo>
                  <a:pt x="433715" y="75978"/>
                </a:lnTo>
                <a:lnTo>
                  <a:pt x="433724" y="75872"/>
                </a:lnTo>
                <a:lnTo>
                  <a:pt x="433732" y="75762"/>
                </a:lnTo>
                <a:lnTo>
                  <a:pt x="433740" y="75649"/>
                </a:lnTo>
                <a:lnTo>
                  <a:pt x="433748" y="75532"/>
                </a:lnTo>
                <a:lnTo>
                  <a:pt x="433755" y="75412"/>
                </a:lnTo>
                <a:lnTo>
                  <a:pt x="433762" y="75288"/>
                </a:lnTo>
                <a:lnTo>
                  <a:pt x="433768" y="75161"/>
                </a:lnTo>
                <a:lnTo>
                  <a:pt x="433774" y="75030"/>
                </a:lnTo>
                <a:lnTo>
                  <a:pt x="433780" y="74896"/>
                </a:lnTo>
                <a:lnTo>
                  <a:pt x="433785" y="74758"/>
                </a:lnTo>
                <a:lnTo>
                  <a:pt x="433789" y="74617"/>
                </a:lnTo>
                <a:lnTo>
                  <a:pt x="433794" y="74472"/>
                </a:lnTo>
                <a:lnTo>
                  <a:pt x="433797" y="74324"/>
                </a:lnTo>
                <a:lnTo>
                  <a:pt x="433801" y="74175"/>
                </a:lnTo>
                <a:lnTo>
                  <a:pt x="433804" y="74027"/>
                </a:lnTo>
                <a:lnTo>
                  <a:pt x="433807" y="73881"/>
                </a:lnTo>
                <a:lnTo>
                  <a:pt x="433810" y="73737"/>
                </a:lnTo>
                <a:lnTo>
                  <a:pt x="433813" y="73595"/>
                </a:lnTo>
                <a:lnTo>
                  <a:pt x="433816" y="73454"/>
                </a:lnTo>
                <a:lnTo>
                  <a:pt x="433818" y="73315"/>
                </a:lnTo>
                <a:lnTo>
                  <a:pt x="433821" y="73177"/>
                </a:lnTo>
                <a:lnTo>
                  <a:pt x="433823" y="73042"/>
                </a:lnTo>
                <a:lnTo>
                  <a:pt x="433825" y="72908"/>
                </a:lnTo>
                <a:lnTo>
                  <a:pt x="433827" y="72775"/>
                </a:lnTo>
                <a:lnTo>
                  <a:pt x="433829" y="72644"/>
                </a:lnTo>
                <a:lnTo>
                  <a:pt x="433831" y="72515"/>
                </a:lnTo>
                <a:lnTo>
                  <a:pt x="433832" y="72388"/>
                </a:lnTo>
                <a:lnTo>
                  <a:pt x="433833" y="72262"/>
                </a:lnTo>
                <a:lnTo>
                  <a:pt x="433835" y="72138"/>
                </a:lnTo>
                <a:lnTo>
                  <a:pt x="433836" y="72016"/>
                </a:lnTo>
                <a:lnTo>
                  <a:pt x="433837" y="71895"/>
                </a:lnTo>
                <a:lnTo>
                  <a:pt x="433838" y="71776"/>
                </a:lnTo>
                <a:lnTo>
                  <a:pt x="433838" y="71659"/>
                </a:lnTo>
                <a:lnTo>
                  <a:pt x="433839" y="71543"/>
                </a:lnTo>
                <a:lnTo>
                  <a:pt x="433839" y="71429"/>
                </a:lnTo>
                <a:lnTo>
                  <a:pt x="433839" y="71317"/>
                </a:lnTo>
                <a:lnTo>
                  <a:pt x="433839" y="71206"/>
                </a:lnTo>
                <a:lnTo>
                  <a:pt x="433823" y="69575"/>
                </a:lnTo>
                <a:lnTo>
                  <a:pt x="433776" y="67976"/>
                </a:lnTo>
                <a:lnTo>
                  <a:pt x="433696" y="66409"/>
                </a:lnTo>
                <a:lnTo>
                  <a:pt x="433584" y="64874"/>
                </a:lnTo>
                <a:lnTo>
                  <a:pt x="433441" y="63372"/>
                </a:lnTo>
                <a:lnTo>
                  <a:pt x="433266" y="61901"/>
                </a:lnTo>
                <a:lnTo>
                  <a:pt x="433058" y="60462"/>
                </a:lnTo>
                <a:lnTo>
                  <a:pt x="432819" y="59055"/>
                </a:lnTo>
                <a:lnTo>
                  <a:pt x="432548" y="57680"/>
                </a:lnTo>
                <a:lnTo>
                  <a:pt x="432245" y="56338"/>
                </a:lnTo>
                <a:lnTo>
                  <a:pt x="431911" y="55027"/>
                </a:lnTo>
                <a:lnTo>
                  <a:pt x="431544" y="53748"/>
                </a:lnTo>
                <a:lnTo>
                  <a:pt x="431145" y="52502"/>
                </a:lnTo>
                <a:lnTo>
                  <a:pt x="430715" y="51287"/>
                </a:lnTo>
                <a:lnTo>
                  <a:pt x="430253" y="50105"/>
                </a:lnTo>
                <a:lnTo>
                  <a:pt x="429759" y="48954"/>
                </a:lnTo>
                <a:lnTo>
                  <a:pt x="429233" y="47836"/>
                </a:lnTo>
                <a:lnTo>
                  <a:pt x="428675" y="46749"/>
                </a:lnTo>
                <a:lnTo>
                  <a:pt x="428085" y="45695"/>
                </a:lnTo>
                <a:lnTo>
                  <a:pt x="427463" y="44672"/>
                </a:lnTo>
                <a:lnTo>
                  <a:pt x="426810" y="43682"/>
                </a:lnTo>
                <a:lnTo>
                  <a:pt x="426124" y="42724"/>
                </a:lnTo>
                <a:lnTo>
                  <a:pt x="425407" y="41797"/>
                </a:lnTo>
                <a:lnTo>
                  <a:pt x="424658" y="40903"/>
                </a:lnTo>
                <a:lnTo>
                  <a:pt x="423880" y="40043"/>
                </a:lnTo>
                <a:lnTo>
                  <a:pt x="423078" y="39219"/>
                </a:lnTo>
                <a:lnTo>
                  <a:pt x="422251" y="38432"/>
                </a:lnTo>
                <a:lnTo>
                  <a:pt x="421400" y="37682"/>
                </a:lnTo>
                <a:lnTo>
                  <a:pt x="420525" y="36968"/>
                </a:lnTo>
                <a:lnTo>
                  <a:pt x="419624" y="36291"/>
                </a:lnTo>
                <a:lnTo>
                  <a:pt x="418699" y="35650"/>
                </a:lnTo>
                <a:lnTo>
                  <a:pt x="417750" y="35046"/>
                </a:lnTo>
                <a:lnTo>
                  <a:pt x="416776" y="34479"/>
                </a:lnTo>
                <a:lnTo>
                  <a:pt x="415777" y="33948"/>
                </a:lnTo>
                <a:lnTo>
                  <a:pt x="414754" y="33454"/>
                </a:lnTo>
                <a:lnTo>
                  <a:pt x="413707" y="32997"/>
                </a:lnTo>
                <a:lnTo>
                  <a:pt x="412634" y="32576"/>
                </a:lnTo>
                <a:lnTo>
                  <a:pt x="411537" y="32191"/>
                </a:lnTo>
                <a:lnTo>
                  <a:pt x="410416" y="31843"/>
                </a:lnTo>
                <a:lnTo>
                  <a:pt x="409270" y="31532"/>
                </a:lnTo>
                <a:lnTo>
                  <a:pt x="408100" y="31258"/>
                </a:lnTo>
                <a:lnTo>
                  <a:pt x="406904" y="31020"/>
                </a:lnTo>
                <a:lnTo>
                  <a:pt x="405685" y="30819"/>
                </a:lnTo>
                <a:lnTo>
                  <a:pt x="404440" y="30654"/>
                </a:lnTo>
                <a:lnTo>
                  <a:pt x="403172" y="30526"/>
                </a:lnTo>
                <a:lnTo>
                  <a:pt x="401878" y="30434"/>
                </a:lnTo>
                <a:lnTo>
                  <a:pt x="400560" y="30379"/>
                </a:lnTo>
                <a:lnTo>
                  <a:pt x="399218" y="30361"/>
                </a:lnTo>
                <a:lnTo>
                  <a:pt x="398214" y="30371"/>
                </a:lnTo>
                <a:lnTo>
                  <a:pt x="397224" y="30400"/>
                </a:lnTo>
                <a:lnTo>
                  <a:pt x="396249" y="30449"/>
                </a:lnTo>
                <a:lnTo>
                  <a:pt x="395288" y="30517"/>
                </a:lnTo>
                <a:lnTo>
                  <a:pt x="394341" y="30605"/>
                </a:lnTo>
                <a:lnTo>
                  <a:pt x="393408" y="30712"/>
                </a:lnTo>
                <a:lnTo>
                  <a:pt x="392489" y="30839"/>
                </a:lnTo>
                <a:lnTo>
                  <a:pt x="391585" y="30985"/>
                </a:lnTo>
                <a:lnTo>
                  <a:pt x="390695" y="31151"/>
                </a:lnTo>
                <a:lnTo>
                  <a:pt x="389819" y="31336"/>
                </a:lnTo>
                <a:lnTo>
                  <a:pt x="388957" y="31541"/>
                </a:lnTo>
                <a:lnTo>
                  <a:pt x="388109" y="31765"/>
                </a:lnTo>
                <a:lnTo>
                  <a:pt x="387275" y="32009"/>
                </a:lnTo>
                <a:lnTo>
                  <a:pt x="386456" y="32272"/>
                </a:lnTo>
                <a:lnTo>
                  <a:pt x="385651" y="32555"/>
                </a:lnTo>
                <a:lnTo>
                  <a:pt x="384860" y="32857"/>
                </a:lnTo>
                <a:lnTo>
                  <a:pt x="384083" y="33179"/>
                </a:lnTo>
                <a:lnTo>
                  <a:pt x="383321" y="33520"/>
                </a:lnTo>
                <a:lnTo>
                  <a:pt x="382572" y="33881"/>
                </a:lnTo>
                <a:lnTo>
                  <a:pt x="381838" y="34261"/>
                </a:lnTo>
                <a:lnTo>
                  <a:pt x="381118" y="34661"/>
                </a:lnTo>
                <a:lnTo>
                  <a:pt x="380412" y="35080"/>
                </a:lnTo>
                <a:lnTo>
                  <a:pt x="379720" y="35519"/>
                </a:lnTo>
                <a:lnTo>
                  <a:pt x="379043" y="35977"/>
                </a:lnTo>
                <a:lnTo>
                  <a:pt x="378380" y="36453"/>
                </a:lnTo>
                <a:lnTo>
                  <a:pt x="377730" y="36944"/>
                </a:lnTo>
                <a:lnTo>
                  <a:pt x="377095" y="37449"/>
                </a:lnTo>
                <a:lnTo>
                  <a:pt x="376475" y="37970"/>
                </a:lnTo>
                <a:lnTo>
                  <a:pt x="375868" y="38506"/>
                </a:lnTo>
                <a:lnTo>
                  <a:pt x="375276" y="39057"/>
                </a:lnTo>
                <a:lnTo>
                  <a:pt x="374698" y="39623"/>
                </a:lnTo>
                <a:lnTo>
                  <a:pt x="374134" y="40204"/>
                </a:lnTo>
                <a:lnTo>
                  <a:pt x="373584" y="40801"/>
                </a:lnTo>
                <a:lnTo>
                  <a:pt x="373048" y="41412"/>
                </a:lnTo>
                <a:lnTo>
                  <a:pt x="372527" y="42038"/>
                </a:lnTo>
                <a:lnTo>
                  <a:pt x="372020" y="42680"/>
                </a:lnTo>
                <a:lnTo>
                  <a:pt x="371526" y="43337"/>
                </a:lnTo>
                <a:lnTo>
                  <a:pt x="371048" y="44008"/>
                </a:lnTo>
                <a:lnTo>
                  <a:pt x="370583" y="44695"/>
                </a:lnTo>
                <a:lnTo>
                  <a:pt x="370132" y="45397"/>
                </a:lnTo>
                <a:lnTo>
                  <a:pt x="369696" y="46114"/>
                </a:lnTo>
                <a:lnTo>
                  <a:pt x="369274" y="46846"/>
                </a:lnTo>
                <a:lnTo>
                  <a:pt x="368866" y="47593"/>
                </a:lnTo>
                <a:lnTo>
                  <a:pt x="368472" y="48356"/>
                </a:lnTo>
                <a:lnTo>
                  <a:pt x="368093" y="49133"/>
                </a:lnTo>
                <a:lnTo>
                  <a:pt x="367727" y="49926"/>
                </a:lnTo>
                <a:lnTo>
                  <a:pt x="367376" y="50733"/>
                </a:lnTo>
                <a:lnTo>
                  <a:pt x="367039" y="51556"/>
                </a:lnTo>
                <a:lnTo>
                  <a:pt x="366716" y="52391"/>
                </a:lnTo>
                <a:lnTo>
                  <a:pt x="366407" y="53238"/>
                </a:lnTo>
                <a:lnTo>
                  <a:pt x="366111" y="54095"/>
                </a:lnTo>
                <a:lnTo>
                  <a:pt x="365829" y="54963"/>
                </a:lnTo>
                <a:lnTo>
                  <a:pt x="365561" y="55842"/>
                </a:lnTo>
                <a:lnTo>
                  <a:pt x="365307" y="56731"/>
                </a:lnTo>
                <a:lnTo>
                  <a:pt x="365066" y="57632"/>
                </a:lnTo>
                <a:lnTo>
                  <a:pt x="364839" y="58543"/>
                </a:lnTo>
                <a:lnTo>
                  <a:pt x="364626" y="59465"/>
                </a:lnTo>
                <a:lnTo>
                  <a:pt x="364427" y="60398"/>
                </a:lnTo>
                <a:lnTo>
                  <a:pt x="364241" y="61342"/>
                </a:lnTo>
                <a:lnTo>
                  <a:pt x="364070" y="62296"/>
                </a:lnTo>
                <a:lnTo>
                  <a:pt x="363911" y="63261"/>
                </a:lnTo>
                <a:lnTo>
                  <a:pt x="363767" y="64237"/>
                </a:lnTo>
                <a:lnTo>
                  <a:pt x="363637" y="65224"/>
                </a:lnTo>
                <a:lnTo>
                  <a:pt x="363520" y="66222"/>
                </a:lnTo>
                <a:lnTo>
                  <a:pt x="363417" y="67231"/>
                </a:lnTo>
                <a:lnTo>
                  <a:pt x="363327" y="68250"/>
                </a:lnTo>
                <a:lnTo>
                  <a:pt x="363252" y="69280"/>
                </a:lnTo>
                <a:lnTo>
                  <a:pt x="363190" y="70321"/>
                </a:lnTo>
                <a:lnTo>
                  <a:pt x="363142" y="71373"/>
                </a:lnTo>
                <a:lnTo>
                  <a:pt x="363107" y="72435"/>
                </a:lnTo>
                <a:lnTo>
                  <a:pt x="363087" y="73509"/>
                </a:lnTo>
                <a:lnTo>
                  <a:pt x="363080" y="74593"/>
                </a:lnTo>
                <a:lnTo>
                  <a:pt x="363087" y="75634"/>
                </a:lnTo>
                <a:lnTo>
                  <a:pt x="363108" y="76667"/>
                </a:lnTo>
                <a:lnTo>
                  <a:pt x="363144" y="77691"/>
                </a:lnTo>
                <a:lnTo>
                  <a:pt x="363193" y="78707"/>
                </a:lnTo>
                <a:lnTo>
                  <a:pt x="363257" y="79713"/>
                </a:lnTo>
                <a:lnTo>
                  <a:pt x="363335" y="80712"/>
                </a:lnTo>
                <a:lnTo>
                  <a:pt x="363427" y="81701"/>
                </a:lnTo>
                <a:lnTo>
                  <a:pt x="363534" y="82682"/>
                </a:lnTo>
                <a:lnTo>
                  <a:pt x="363654" y="83654"/>
                </a:lnTo>
                <a:lnTo>
                  <a:pt x="363789" y="84617"/>
                </a:lnTo>
                <a:lnTo>
                  <a:pt x="363938" y="85572"/>
                </a:lnTo>
                <a:lnTo>
                  <a:pt x="364101" y="86518"/>
                </a:lnTo>
                <a:lnTo>
                  <a:pt x="364278" y="87455"/>
                </a:lnTo>
                <a:lnTo>
                  <a:pt x="364470" y="88384"/>
                </a:lnTo>
                <a:lnTo>
                  <a:pt x="364676" y="89304"/>
                </a:lnTo>
                <a:lnTo>
                  <a:pt x="364896" y="90215"/>
                </a:lnTo>
                <a:lnTo>
                  <a:pt x="365130" y="91117"/>
                </a:lnTo>
                <a:lnTo>
                  <a:pt x="365378" y="92011"/>
                </a:lnTo>
                <a:lnTo>
                  <a:pt x="365640" y="92896"/>
                </a:lnTo>
                <a:lnTo>
                  <a:pt x="365917" y="93773"/>
                </a:lnTo>
                <a:lnTo>
                  <a:pt x="366208" y="94641"/>
                </a:lnTo>
                <a:lnTo>
                  <a:pt x="366513" y="95500"/>
                </a:lnTo>
                <a:lnTo>
                  <a:pt x="366832" y="96350"/>
                </a:lnTo>
                <a:lnTo>
                  <a:pt x="367165" y="97192"/>
                </a:lnTo>
                <a:lnTo>
                  <a:pt x="367513" y="98022"/>
                </a:lnTo>
                <a:lnTo>
                  <a:pt x="367876" y="98838"/>
                </a:lnTo>
                <a:lnTo>
                  <a:pt x="368253" y="99639"/>
                </a:lnTo>
                <a:lnTo>
                  <a:pt x="368645" y="100425"/>
                </a:lnTo>
                <a:lnTo>
                  <a:pt x="369052" y="101197"/>
                </a:lnTo>
                <a:lnTo>
                  <a:pt x="369474" y="101954"/>
                </a:lnTo>
                <a:lnTo>
                  <a:pt x="369910" y="102696"/>
                </a:lnTo>
                <a:lnTo>
                  <a:pt x="370362" y="103424"/>
                </a:lnTo>
                <a:lnTo>
                  <a:pt x="370828" y="104137"/>
                </a:lnTo>
                <a:lnTo>
                  <a:pt x="371308" y="104835"/>
                </a:lnTo>
                <a:lnTo>
                  <a:pt x="371804" y="105519"/>
                </a:lnTo>
                <a:lnTo>
                  <a:pt x="372314" y="106188"/>
                </a:lnTo>
                <a:lnTo>
                  <a:pt x="372839" y="106843"/>
                </a:lnTo>
                <a:lnTo>
                  <a:pt x="373379" y="107483"/>
                </a:lnTo>
                <a:lnTo>
                  <a:pt x="373934" y="108108"/>
                </a:lnTo>
                <a:lnTo>
                  <a:pt x="374503" y="108719"/>
                </a:lnTo>
                <a:lnTo>
                  <a:pt x="375088" y="109315"/>
                </a:lnTo>
                <a:lnTo>
                  <a:pt x="375686" y="109897"/>
                </a:lnTo>
                <a:lnTo>
                  <a:pt x="376300" y="110464"/>
                </a:lnTo>
                <a:lnTo>
                  <a:pt x="376929" y="111016"/>
                </a:lnTo>
                <a:lnTo>
                  <a:pt x="377572" y="111554"/>
                </a:lnTo>
                <a:lnTo>
                  <a:pt x="378230" y="112077"/>
                </a:lnTo>
                <a:lnTo>
                  <a:pt x="378903" y="112585"/>
                </a:lnTo>
                <a:lnTo>
                  <a:pt x="379590" y="113079"/>
                </a:lnTo>
                <a:lnTo>
                  <a:pt x="380293" y="113555"/>
                </a:lnTo>
                <a:lnTo>
                  <a:pt x="381011" y="114011"/>
                </a:lnTo>
                <a:lnTo>
                  <a:pt x="381745" y="114447"/>
                </a:lnTo>
                <a:lnTo>
                  <a:pt x="382494" y="114862"/>
                </a:lnTo>
                <a:lnTo>
                  <a:pt x="383259" y="115257"/>
                </a:lnTo>
                <a:lnTo>
                  <a:pt x="384039" y="115632"/>
                </a:lnTo>
                <a:lnTo>
                  <a:pt x="384835" y="115986"/>
                </a:lnTo>
                <a:lnTo>
                  <a:pt x="385646" y="116321"/>
                </a:lnTo>
                <a:lnTo>
                  <a:pt x="386473" y="116635"/>
                </a:lnTo>
                <a:lnTo>
                  <a:pt x="387315" y="116928"/>
                </a:lnTo>
                <a:lnTo>
                  <a:pt x="388173" y="117202"/>
                </a:lnTo>
                <a:lnTo>
                  <a:pt x="389046" y="117455"/>
                </a:lnTo>
                <a:lnTo>
                  <a:pt x="389935" y="117688"/>
                </a:lnTo>
                <a:lnTo>
                  <a:pt x="390839" y="117901"/>
                </a:lnTo>
                <a:lnTo>
                  <a:pt x="391759" y="118093"/>
                </a:lnTo>
                <a:lnTo>
                  <a:pt x="392694" y="118266"/>
                </a:lnTo>
                <a:lnTo>
                  <a:pt x="393645" y="118418"/>
                </a:lnTo>
                <a:lnTo>
                  <a:pt x="394611" y="118549"/>
                </a:lnTo>
                <a:lnTo>
                  <a:pt x="395593" y="118661"/>
                </a:lnTo>
                <a:lnTo>
                  <a:pt x="396590" y="118752"/>
                </a:lnTo>
                <a:lnTo>
                  <a:pt x="397603" y="118823"/>
                </a:lnTo>
                <a:lnTo>
                  <a:pt x="398631" y="118873"/>
                </a:lnTo>
                <a:lnTo>
                  <a:pt x="399675" y="118904"/>
                </a:lnTo>
                <a:lnTo>
                  <a:pt x="400734" y="118914"/>
                </a:lnTo>
                <a:lnTo>
                  <a:pt x="401572" y="118908"/>
                </a:lnTo>
                <a:lnTo>
                  <a:pt x="402399" y="118889"/>
                </a:lnTo>
                <a:lnTo>
                  <a:pt x="403218" y="118859"/>
                </a:lnTo>
                <a:lnTo>
                  <a:pt x="404026" y="118815"/>
                </a:lnTo>
                <a:lnTo>
                  <a:pt x="404825" y="118760"/>
                </a:lnTo>
                <a:close/>
                <a:moveTo>
                  <a:pt x="377933" y="61692"/>
                </a:moveTo>
                <a:lnTo>
                  <a:pt x="378103" y="60767"/>
                </a:lnTo>
                <a:lnTo>
                  <a:pt x="378289" y="59864"/>
                </a:lnTo>
                <a:lnTo>
                  <a:pt x="378491" y="58980"/>
                </a:lnTo>
                <a:lnTo>
                  <a:pt x="378708" y="58118"/>
                </a:lnTo>
                <a:lnTo>
                  <a:pt x="378941" y="57276"/>
                </a:lnTo>
                <a:lnTo>
                  <a:pt x="379189" y="56455"/>
                </a:lnTo>
                <a:lnTo>
                  <a:pt x="379453" y="55654"/>
                </a:lnTo>
                <a:lnTo>
                  <a:pt x="379733" y="54874"/>
                </a:lnTo>
                <a:lnTo>
                  <a:pt x="380029" y="54115"/>
                </a:lnTo>
                <a:lnTo>
                  <a:pt x="380340" y="53376"/>
                </a:lnTo>
                <a:lnTo>
                  <a:pt x="380667" y="52659"/>
                </a:lnTo>
                <a:lnTo>
                  <a:pt x="381009" y="51961"/>
                </a:lnTo>
                <a:lnTo>
                  <a:pt x="381367" y="51285"/>
                </a:lnTo>
                <a:lnTo>
                  <a:pt x="381741" y="50629"/>
                </a:lnTo>
                <a:lnTo>
                  <a:pt x="382130" y="49994"/>
                </a:lnTo>
                <a:lnTo>
                  <a:pt x="382535" y="49380"/>
                </a:lnTo>
                <a:lnTo>
                  <a:pt x="382956" y="48786"/>
                </a:lnTo>
                <a:lnTo>
                  <a:pt x="383392" y="48213"/>
                </a:lnTo>
                <a:lnTo>
                  <a:pt x="383844" y="47660"/>
                </a:lnTo>
                <a:lnTo>
                  <a:pt x="384312" y="47130"/>
                </a:lnTo>
                <a:lnTo>
                  <a:pt x="384794" y="46622"/>
                </a:lnTo>
                <a:lnTo>
                  <a:pt x="385292" y="46136"/>
                </a:lnTo>
                <a:lnTo>
                  <a:pt x="385804" y="45673"/>
                </a:lnTo>
                <a:lnTo>
                  <a:pt x="386332" y="45233"/>
                </a:lnTo>
                <a:lnTo>
                  <a:pt x="386874" y="44815"/>
                </a:lnTo>
                <a:lnTo>
                  <a:pt x="387432" y="44420"/>
                </a:lnTo>
                <a:lnTo>
                  <a:pt x="388005" y="44047"/>
                </a:lnTo>
                <a:lnTo>
                  <a:pt x="388593" y="43697"/>
                </a:lnTo>
                <a:lnTo>
                  <a:pt x="389196" y="43369"/>
                </a:lnTo>
                <a:lnTo>
                  <a:pt x="389813" y="43064"/>
                </a:lnTo>
                <a:lnTo>
                  <a:pt x="390446" y="42782"/>
                </a:lnTo>
                <a:lnTo>
                  <a:pt x="391095" y="42522"/>
                </a:lnTo>
                <a:lnTo>
                  <a:pt x="391758" y="42285"/>
                </a:lnTo>
                <a:lnTo>
                  <a:pt x="392436" y="42071"/>
                </a:lnTo>
                <a:lnTo>
                  <a:pt x="393129" y="41879"/>
                </a:lnTo>
                <a:lnTo>
                  <a:pt x="393838" y="41709"/>
                </a:lnTo>
                <a:lnTo>
                  <a:pt x="394561" y="41563"/>
                </a:lnTo>
                <a:lnTo>
                  <a:pt x="395299" y="41438"/>
                </a:lnTo>
                <a:lnTo>
                  <a:pt x="396053" y="41337"/>
                </a:lnTo>
                <a:lnTo>
                  <a:pt x="396822" y="41258"/>
                </a:lnTo>
                <a:lnTo>
                  <a:pt x="397605" y="41201"/>
                </a:lnTo>
                <a:lnTo>
                  <a:pt x="398404" y="41167"/>
                </a:lnTo>
                <a:lnTo>
                  <a:pt x="399218" y="41156"/>
                </a:lnTo>
                <a:lnTo>
                  <a:pt x="400018" y="41167"/>
                </a:lnTo>
                <a:lnTo>
                  <a:pt x="400802" y="41202"/>
                </a:lnTo>
                <a:lnTo>
                  <a:pt x="401572" y="41258"/>
                </a:lnTo>
                <a:lnTo>
                  <a:pt x="402328" y="41338"/>
                </a:lnTo>
                <a:lnTo>
                  <a:pt x="403068" y="41440"/>
                </a:lnTo>
                <a:lnTo>
                  <a:pt x="403793" y="41565"/>
                </a:lnTo>
                <a:lnTo>
                  <a:pt x="404503" y="41713"/>
                </a:lnTo>
                <a:lnTo>
                  <a:pt x="405199" y="41884"/>
                </a:lnTo>
                <a:lnTo>
                  <a:pt x="405879" y="42077"/>
                </a:lnTo>
                <a:lnTo>
                  <a:pt x="406545" y="42293"/>
                </a:lnTo>
                <a:lnTo>
                  <a:pt x="407195" y="42532"/>
                </a:lnTo>
                <a:lnTo>
                  <a:pt x="407831" y="42793"/>
                </a:lnTo>
                <a:lnTo>
                  <a:pt x="408452" y="43078"/>
                </a:lnTo>
                <a:lnTo>
                  <a:pt x="409058" y="43385"/>
                </a:lnTo>
                <a:lnTo>
                  <a:pt x="409649" y="43714"/>
                </a:lnTo>
                <a:lnTo>
                  <a:pt x="410225" y="44067"/>
                </a:lnTo>
                <a:lnTo>
                  <a:pt x="410786" y="44442"/>
                </a:lnTo>
                <a:lnTo>
                  <a:pt x="411332" y="44840"/>
                </a:lnTo>
                <a:lnTo>
                  <a:pt x="411863" y="45261"/>
                </a:lnTo>
                <a:lnTo>
                  <a:pt x="412380" y="45704"/>
                </a:lnTo>
                <a:lnTo>
                  <a:pt x="412881" y="46170"/>
                </a:lnTo>
                <a:lnTo>
                  <a:pt x="413368" y="46659"/>
                </a:lnTo>
                <a:lnTo>
                  <a:pt x="413840" y="47171"/>
                </a:lnTo>
                <a:lnTo>
                  <a:pt x="414296" y="47705"/>
                </a:lnTo>
                <a:lnTo>
                  <a:pt x="414737" y="48261"/>
                </a:lnTo>
                <a:lnTo>
                  <a:pt x="415159" y="48837"/>
                </a:lnTo>
                <a:lnTo>
                  <a:pt x="415564" y="49434"/>
                </a:lnTo>
                <a:lnTo>
                  <a:pt x="415951" y="50050"/>
                </a:lnTo>
                <a:lnTo>
                  <a:pt x="416320" y="50687"/>
                </a:lnTo>
                <a:lnTo>
                  <a:pt x="416671" y="51344"/>
                </a:lnTo>
                <a:lnTo>
                  <a:pt x="417004" y="52021"/>
                </a:lnTo>
                <a:lnTo>
                  <a:pt x="417319" y="52718"/>
                </a:lnTo>
                <a:lnTo>
                  <a:pt x="417617" y="53436"/>
                </a:lnTo>
                <a:lnTo>
                  <a:pt x="417897" y="54174"/>
                </a:lnTo>
                <a:lnTo>
                  <a:pt x="418159" y="54932"/>
                </a:lnTo>
                <a:lnTo>
                  <a:pt x="418403" y="55710"/>
                </a:lnTo>
                <a:lnTo>
                  <a:pt x="418629" y="56508"/>
                </a:lnTo>
                <a:lnTo>
                  <a:pt x="418838" y="57327"/>
                </a:lnTo>
                <a:lnTo>
                  <a:pt x="419028" y="58166"/>
                </a:lnTo>
                <a:lnTo>
                  <a:pt x="419201" y="59025"/>
                </a:lnTo>
                <a:lnTo>
                  <a:pt x="419356" y="59904"/>
                </a:lnTo>
                <a:lnTo>
                  <a:pt x="419493" y="60804"/>
                </a:lnTo>
                <a:lnTo>
                  <a:pt x="419612" y="61724"/>
                </a:lnTo>
                <a:lnTo>
                  <a:pt x="419713" y="62664"/>
                </a:lnTo>
                <a:lnTo>
                  <a:pt x="419797" y="63624"/>
                </a:lnTo>
                <a:lnTo>
                  <a:pt x="419862" y="64604"/>
                </a:lnTo>
                <a:lnTo>
                  <a:pt x="419910" y="65605"/>
                </a:lnTo>
                <a:lnTo>
                  <a:pt x="419940" y="66626"/>
                </a:lnTo>
                <a:lnTo>
                  <a:pt x="377316" y="66626"/>
                </a:lnTo>
                <a:lnTo>
                  <a:pt x="377408" y="65598"/>
                </a:lnTo>
                <a:lnTo>
                  <a:pt x="377516" y="64590"/>
                </a:lnTo>
                <a:lnTo>
                  <a:pt x="377639" y="63603"/>
                </a:lnTo>
                <a:lnTo>
                  <a:pt x="377778" y="62637"/>
                </a:lnTo>
                <a:lnTo>
                  <a:pt x="377933" y="61692"/>
                </a:lnTo>
                <a:close/>
                <a:moveTo>
                  <a:pt x="655076" y="118685"/>
                </a:moveTo>
                <a:lnTo>
                  <a:pt x="655995" y="118585"/>
                </a:lnTo>
                <a:lnTo>
                  <a:pt x="656901" y="118466"/>
                </a:lnTo>
                <a:lnTo>
                  <a:pt x="657796" y="118328"/>
                </a:lnTo>
                <a:lnTo>
                  <a:pt x="658680" y="118173"/>
                </a:lnTo>
                <a:lnTo>
                  <a:pt x="659551" y="117999"/>
                </a:lnTo>
                <a:lnTo>
                  <a:pt x="660411" y="117807"/>
                </a:lnTo>
                <a:lnTo>
                  <a:pt x="661259" y="117596"/>
                </a:lnTo>
                <a:lnTo>
                  <a:pt x="662096" y="117367"/>
                </a:lnTo>
                <a:lnTo>
                  <a:pt x="662921" y="117120"/>
                </a:lnTo>
                <a:lnTo>
                  <a:pt x="663734" y="116855"/>
                </a:lnTo>
                <a:lnTo>
                  <a:pt x="664535" y="116571"/>
                </a:lnTo>
                <a:lnTo>
                  <a:pt x="665325" y="116269"/>
                </a:lnTo>
                <a:lnTo>
                  <a:pt x="666103" y="115949"/>
                </a:lnTo>
                <a:lnTo>
                  <a:pt x="666869" y="115610"/>
                </a:lnTo>
                <a:lnTo>
                  <a:pt x="667624" y="115254"/>
                </a:lnTo>
                <a:lnTo>
                  <a:pt x="668367" y="114878"/>
                </a:lnTo>
                <a:lnTo>
                  <a:pt x="669098" y="114485"/>
                </a:lnTo>
                <a:lnTo>
                  <a:pt x="669818" y="114073"/>
                </a:lnTo>
                <a:lnTo>
                  <a:pt x="670526" y="113643"/>
                </a:lnTo>
                <a:lnTo>
                  <a:pt x="671221" y="113196"/>
                </a:lnTo>
                <a:lnTo>
                  <a:pt x="671902" y="112732"/>
                </a:lnTo>
                <a:lnTo>
                  <a:pt x="672570" y="112253"/>
                </a:lnTo>
                <a:lnTo>
                  <a:pt x="673224" y="111758"/>
                </a:lnTo>
                <a:lnTo>
                  <a:pt x="673864" y="111247"/>
                </a:lnTo>
                <a:lnTo>
                  <a:pt x="674490" y="110719"/>
                </a:lnTo>
                <a:lnTo>
                  <a:pt x="675103" y="110176"/>
                </a:lnTo>
                <a:lnTo>
                  <a:pt x="675702" y="109617"/>
                </a:lnTo>
                <a:lnTo>
                  <a:pt x="676287" y="109041"/>
                </a:lnTo>
                <a:lnTo>
                  <a:pt x="676858" y="108450"/>
                </a:lnTo>
                <a:lnTo>
                  <a:pt x="677416" y="107842"/>
                </a:lnTo>
                <a:lnTo>
                  <a:pt x="677960" y="107219"/>
                </a:lnTo>
                <a:lnTo>
                  <a:pt x="678490" y="106580"/>
                </a:lnTo>
                <a:lnTo>
                  <a:pt x="679006" y="105924"/>
                </a:lnTo>
                <a:lnTo>
                  <a:pt x="679509" y="105253"/>
                </a:lnTo>
                <a:lnTo>
                  <a:pt x="679998" y="104565"/>
                </a:lnTo>
                <a:lnTo>
                  <a:pt x="680473" y="103862"/>
                </a:lnTo>
                <a:lnTo>
                  <a:pt x="680934" y="103142"/>
                </a:lnTo>
                <a:lnTo>
                  <a:pt x="681382" y="102407"/>
                </a:lnTo>
                <a:lnTo>
                  <a:pt x="681816" y="101655"/>
                </a:lnTo>
                <a:lnTo>
                  <a:pt x="682236" y="100888"/>
                </a:lnTo>
                <a:lnTo>
                  <a:pt x="682642" y="100104"/>
                </a:lnTo>
                <a:lnTo>
                  <a:pt x="683035" y="99304"/>
                </a:lnTo>
                <a:lnTo>
                  <a:pt x="683414" y="98489"/>
                </a:lnTo>
                <a:lnTo>
                  <a:pt x="683778" y="97659"/>
                </a:lnTo>
                <a:lnTo>
                  <a:pt x="684127" y="96815"/>
                </a:lnTo>
                <a:lnTo>
                  <a:pt x="684460" y="95958"/>
                </a:lnTo>
                <a:lnTo>
                  <a:pt x="684778" y="95088"/>
                </a:lnTo>
                <a:lnTo>
                  <a:pt x="685080" y="94205"/>
                </a:lnTo>
                <a:lnTo>
                  <a:pt x="685367" y="93308"/>
                </a:lnTo>
                <a:lnTo>
                  <a:pt x="685638" y="92399"/>
                </a:lnTo>
                <a:lnTo>
                  <a:pt x="685894" y="91475"/>
                </a:lnTo>
                <a:lnTo>
                  <a:pt x="686135" y="90539"/>
                </a:lnTo>
                <a:lnTo>
                  <a:pt x="686359" y="89589"/>
                </a:lnTo>
                <a:lnTo>
                  <a:pt x="686569" y="88626"/>
                </a:lnTo>
                <a:lnTo>
                  <a:pt x="686762" y="87650"/>
                </a:lnTo>
                <a:lnTo>
                  <a:pt x="686941" y="86661"/>
                </a:lnTo>
                <a:lnTo>
                  <a:pt x="687103" y="85658"/>
                </a:lnTo>
                <a:lnTo>
                  <a:pt x="687251" y="84642"/>
                </a:lnTo>
                <a:lnTo>
                  <a:pt x="687382" y="83613"/>
                </a:lnTo>
                <a:lnTo>
                  <a:pt x="687499" y="82570"/>
                </a:lnTo>
                <a:lnTo>
                  <a:pt x="687599" y="81515"/>
                </a:lnTo>
                <a:lnTo>
                  <a:pt x="687685" y="80445"/>
                </a:lnTo>
                <a:lnTo>
                  <a:pt x="687755" y="79363"/>
                </a:lnTo>
                <a:lnTo>
                  <a:pt x="687809" y="78267"/>
                </a:lnTo>
                <a:lnTo>
                  <a:pt x="687848" y="77159"/>
                </a:lnTo>
                <a:lnTo>
                  <a:pt x="687871" y="76036"/>
                </a:lnTo>
                <a:lnTo>
                  <a:pt x="687879" y="74901"/>
                </a:lnTo>
                <a:lnTo>
                  <a:pt x="687871" y="73751"/>
                </a:lnTo>
                <a:lnTo>
                  <a:pt x="687848" y="72615"/>
                </a:lnTo>
                <a:lnTo>
                  <a:pt x="687809" y="71492"/>
                </a:lnTo>
                <a:lnTo>
                  <a:pt x="687755" y="70383"/>
                </a:lnTo>
                <a:lnTo>
                  <a:pt x="687685" y="69287"/>
                </a:lnTo>
                <a:lnTo>
                  <a:pt x="687599" y="68205"/>
                </a:lnTo>
                <a:lnTo>
                  <a:pt x="687499" y="67136"/>
                </a:lnTo>
                <a:lnTo>
                  <a:pt x="687382" y="66081"/>
                </a:lnTo>
                <a:lnTo>
                  <a:pt x="687251" y="65040"/>
                </a:lnTo>
                <a:lnTo>
                  <a:pt x="687103" y="64012"/>
                </a:lnTo>
                <a:lnTo>
                  <a:pt x="686941" y="62998"/>
                </a:lnTo>
                <a:lnTo>
                  <a:pt x="686762" y="61998"/>
                </a:lnTo>
                <a:lnTo>
                  <a:pt x="686569" y="61011"/>
                </a:lnTo>
                <a:lnTo>
                  <a:pt x="686359" y="60037"/>
                </a:lnTo>
                <a:lnTo>
                  <a:pt x="686135" y="59077"/>
                </a:lnTo>
                <a:lnTo>
                  <a:pt x="685894" y="58131"/>
                </a:lnTo>
                <a:lnTo>
                  <a:pt x="685638" y="57198"/>
                </a:lnTo>
                <a:lnTo>
                  <a:pt x="685367" y="56279"/>
                </a:lnTo>
                <a:lnTo>
                  <a:pt x="685080" y="55374"/>
                </a:lnTo>
                <a:lnTo>
                  <a:pt x="684778" y="54482"/>
                </a:lnTo>
                <a:lnTo>
                  <a:pt x="684460" y="53603"/>
                </a:lnTo>
                <a:lnTo>
                  <a:pt x="684127" y="52739"/>
                </a:lnTo>
                <a:lnTo>
                  <a:pt x="683778" y="51887"/>
                </a:lnTo>
                <a:lnTo>
                  <a:pt x="683414" y="51050"/>
                </a:lnTo>
                <a:lnTo>
                  <a:pt x="683035" y="50227"/>
                </a:lnTo>
                <a:lnTo>
                  <a:pt x="682642" y="49420"/>
                </a:lnTo>
                <a:lnTo>
                  <a:pt x="682236" y="48629"/>
                </a:lnTo>
                <a:lnTo>
                  <a:pt x="681816" y="47854"/>
                </a:lnTo>
                <a:lnTo>
                  <a:pt x="681382" y="47096"/>
                </a:lnTo>
                <a:lnTo>
                  <a:pt x="680934" y="46353"/>
                </a:lnTo>
                <a:lnTo>
                  <a:pt x="680473" y="45626"/>
                </a:lnTo>
                <a:lnTo>
                  <a:pt x="679998" y="44915"/>
                </a:lnTo>
                <a:lnTo>
                  <a:pt x="679509" y="44221"/>
                </a:lnTo>
                <a:lnTo>
                  <a:pt x="679006" y="43542"/>
                </a:lnTo>
                <a:lnTo>
                  <a:pt x="678490" y="42879"/>
                </a:lnTo>
                <a:lnTo>
                  <a:pt x="677960" y="42233"/>
                </a:lnTo>
                <a:lnTo>
                  <a:pt x="677416" y="41602"/>
                </a:lnTo>
                <a:lnTo>
                  <a:pt x="676858" y="40987"/>
                </a:lnTo>
                <a:lnTo>
                  <a:pt x="676287" y="40389"/>
                </a:lnTo>
                <a:lnTo>
                  <a:pt x="675702" y="39806"/>
                </a:lnTo>
                <a:lnTo>
                  <a:pt x="675103" y="39239"/>
                </a:lnTo>
                <a:lnTo>
                  <a:pt x="674490" y="38689"/>
                </a:lnTo>
                <a:lnTo>
                  <a:pt x="673864" y="38154"/>
                </a:lnTo>
                <a:lnTo>
                  <a:pt x="673224" y="37636"/>
                </a:lnTo>
                <a:lnTo>
                  <a:pt x="672570" y="37133"/>
                </a:lnTo>
                <a:lnTo>
                  <a:pt x="671902" y="36647"/>
                </a:lnTo>
                <a:lnTo>
                  <a:pt x="671221" y="36176"/>
                </a:lnTo>
                <a:lnTo>
                  <a:pt x="670526" y="35722"/>
                </a:lnTo>
                <a:lnTo>
                  <a:pt x="669818" y="35284"/>
                </a:lnTo>
                <a:lnTo>
                  <a:pt x="669098" y="34865"/>
                </a:lnTo>
                <a:lnTo>
                  <a:pt x="668367" y="34465"/>
                </a:lnTo>
                <a:lnTo>
                  <a:pt x="667624" y="34084"/>
                </a:lnTo>
                <a:lnTo>
                  <a:pt x="666869" y="33721"/>
                </a:lnTo>
                <a:lnTo>
                  <a:pt x="666103" y="33376"/>
                </a:lnTo>
                <a:lnTo>
                  <a:pt x="665325" y="33051"/>
                </a:lnTo>
                <a:lnTo>
                  <a:pt x="664535" y="32744"/>
                </a:lnTo>
                <a:lnTo>
                  <a:pt x="663734" y="32455"/>
                </a:lnTo>
                <a:lnTo>
                  <a:pt x="662921" y="32185"/>
                </a:lnTo>
                <a:lnTo>
                  <a:pt x="662096" y="31934"/>
                </a:lnTo>
                <a:lnTo>
                  <a:pt x="661259" y="31701"/>
                </a:lnTo>
                <a:lnTo>
                  <a:pt x="660411" y="31487"/>
                </a:lnTo>
                <a:lnTo>
                  <a:pt x="659551" y="31292"/>
                </a:lnTo>
                <a:lnTo>
                  <a:pt x="658680" y="31115"/>
                </a:lnTo>
                <a:lnTo>
                  <a:pt x="657796" y="30957"/>
                </a:lnTo>
                <a:lnTo>
                  <a:pt x="656901" y="30817"/>
                </a:lnTo>
                <a:lnTo>
                  <a:pt x="655995" y="30696"/>
                </a:lnTo>
                <a:lnTo>
                  <a:pt x="655076" y="30594"/>
                </a:lnTo>
                <a:lnTo>
                  <a:pt x="654146" y="30510"/>
                </a:lnTo>
                <a:lnTo>
                  <a:pt x="653204" y="30445"/>
                </a:lnTo>
                <a:lnTo>
                  <a:pt x="652251" y="30398"/>
                </a:lnTo>
                <a:lnTo>
                  <a:pt x="651285" y="30370"/>
                </a:lnTo>
                <a:lnTo>
                  <a:pt x="650309" y="30361"/>
                </a:lnTo>
                <a:lnTo>
                  <a:pt x="649353" y="30370"/>
                </a:lnTo>
                <a:lnTo>
                  <a:pt x="648409" y="30398"/>
                </a:lnTo>
                <a:lnTo>
                  <a:pt x="647476" y="30445"/>
                </a:lnTo>
                <a:lnTo>
                  <a:pt x="646555" y="30510"/>
                </a:lnTo>
                <a:lnTo>
                  <a:pt x="645646" y="30594"/>
                </a:lnTo>
                <a:lnTo>
                  <a:pt x="644749" y="30696"/>
                </a:lnTo>
                <a:lnTo>
                  <a:pt x="643863" y="30817"/>
                </a:lnTo>
                <a:lnTo>
                  <a:pt x="642989" y="30957"/>
                </a:lnTo>
                <a:lnTo>
                  <a:pt x="642127" y="31115"/>
                </a:lnTo>
                <a:lnTo>
                  <a:pt x="641276" y="31292"/>
                </a:lnTo>
                <a:lnTo>
                  <a:pt x="640438" y="31487"/>
                </a:lnTo>
                <a:lnTo>
                  <a:pt x="639610" y="31701"/>
                </a:lnTo>
                <a:lnTo>
                  <a:pt x="638795" y="31934"/>
                </a:lnTo>
                <a:lnTo>
                  <a:pt x="637991" y="32185"/>
                </a:lnTo>
                <a:lnTo>
                  <a:pt x="637199" y="32455"/>
                </a:lnTo>
                <a:lnTo>
                  <a:pt x="636419" y="32744"/>
                </a:lnTo>
                <a:lnTo>
                  <a:pt x="635650" y="33051"/>
                </a:lnTo>
                <a:lnTo>
                  <a:pt x="634893" y="33376"/>
                </a:lnTo>
                <a:lnTo>
                  <a:pt x="634148" y="33721"/>
                </a:lnTo>
                <a:lnTo>
                  <a:pt x="633414" y="34084"/>
                </a:lnTo>
                <a:lnTo>
                  <a:pt x="632692" y="34465"/>
                </a:lnTo>
                <a:lnTo>
                  <a:pt x="631982" y="34865"/>
                </a:lnTo>
                <a:lnTo>
                  <a:pt x="631284" y="35284"/>
                </a:lnTo>
                <a:lnTo>
                  <a:pt x="630597" y="35722"/>
                </a:lnTo>
                <a:lnTo>
                  <a:pt x="629923" y="36176"/>
                </a:lnTo>
                <a:lnTo>
                  <a:pt x="629262" y="36647"/>
                </a:lnTo>
                <a:lnTo>
                  <a:pt x="628614" y="37133"/>
                </a:lnTo>
                <a:lnTo>
                  <a:pt x="627980" y="37636"/>
                </a:lnTo>
                <a:lnTo>
                  <a:pt x="627359" y="38154"/>
                </a:lnTo>
                <a:lnTo>
                  <a:pt x="626751" y="38689"/>
                </a:lnTo>
                <a:lnTo>
                  <a:pt x="626157" y="39239"/>
                </a:lnTo>
                <a:lnTo>
                  <a:pt x="625575" y="39806"/>
                </a:lnTo>
                <a:lnTo>
                  <a:pt x="625008" y="40389"/>
                </a:lnTo>
                <a:lnTo>
                  <a:pt x="624453" y="40987"/>
                </a:lnTo>
                <a:lnTo>
                  <a:pt x="623912" y="41602"/>
                </a:lnTo>
                <a:lnTo>
                  <a:pt x="623384" y="42233"/>
                </a:lnTo>
                <a:lnTo>
                  <a:pt x="622870" y="42879"/>
                </a:lnTo>
                <a:lnTo>
                  <a:pt x="622368" y="43542"/>
                </a:lnTo>
                <a:lnTo>
                  <a:pt x="621880" y="44221"/>
                </a:lnTo>
                <a:lnTo>
                  <a:pt x="621406" y="44915"/>
                </a:lnTo>
                <a:lnTo>
                  <a:pt x="620944" y="45626"/>
                </a:lnTo>
                <a:lnTo>
                  <a:pt x="620496" y="46353"/>
                </a:lnTo>
                <a:lnTo>
                  <a:pt x="620062" y="47096"/>
                </a:lnTo>
                <a:lnTo>
                  <a:pt x="619640" y="47854"/>
                </a:lnTo>
                <a:lnTo>
                  <a:pt x="619232" y="48629"/>
                </a:lnTo>
                <a:lnTo>
                  <a:pt x="618837" y="49420"/>
                </a:lnTo>
                <a:lnTo>
                  <a:pt x="618456" y="50227"/>
                </a:lnTo>
                <a:lnTo>
                  <a:pt x="618088" y="51050"/>
                </a:lnTo>
                <a:lnTo>
                  <a:pt x="617734" y="51887"/>
                </a:lnTo>
                <a:lnTo>
                  <a:pt x="617395" y="52739"/>
                </a:lnTo>
                <a:lnTo>
                  <a:pt x="617071" y="53603"/>
                </a:lnTo>
                <a:lnTo>
                  <a:pt x="616762" y="54482"/>
                </a:lnTo>
                <a:lnTo>
                  <a:pt x="616468" y="55374"/>
                </a:lnTo>
                <a:lnTo>
                  <a:pt x="616190" y="56279"/>
                </a:lnTo>
                <a:lnTo>
                  <a:pt x="615926" y="57198"/>
                </a:lnTo>
                <a:lnTo>
                  <a:pt x="615678" y="58131"/>
                </a:lnTo>
                <a:lnTo>
                  <a:pt x="615444" y="59077"/>
                </a:lnTo>
                <a:lnTo>
                  <a:pt x="615226" y="60037"/>
                </a:lnTo>
                <a:lnTo>
                  <a:pt x="615022" y="61011"/>
                </a:lnTo>
                <a:lnTo>
                  <a:pt x="614834" y="61998"/>
                </a:lnTo>
                <a:lnTo>
                  <a:pt x="614661" y="62998"/>
                </a:lnTo>
                <a:lnTo>
                  <a:pt x="614503" y="64012"/>
                </a:lnTo>
                <a:lnTo>
                  <a:pt x="614359" y="65040"/>
                </a:lnTo>
                <a:lnTo>
                  <a:pt x="614231" y="66081"/>
                </a:lnTo>
                <a:lnTo>
                  <a:pt x="614118" y="67136"/>
                </a:lnTo>
                <a:lnTo>
                  <a:pt x="614021" y="68205"/>
                </a:lnTo>
                <a:lnTo>
                  <a:pt x="613938" y="69287"/>
                </a:lnTo>
                <a:lnTo>
                  <a:pt x="613870" y="70383"/>
                </a:lnTo>
                <a:lnTo>
                  <a:pt x="613817" y="71492"/>
                </a:lnTo>
                <a:lnTo>
                  <a:pt x="613780" y="72615"/>
                </a:lnTo>
                <a:lnTo>
                  <a:pt x="613757" y="73751"/>
                </a:lnTo>
                <a:lnTo>
                  <a:pt x="613749" y="74901"/>
                </a:lnTo>
                <a:lnTo>
                  <a:pt x="613757" y="76036"/>
                </a:lnTo>
                <a:lnTo>
                  <a:pt x="613780" y="77159"/>
                </a:lnTo>
                <a:lnTo>
                  <a:pt x="613817" y="78267"/>
                </a:lnTo>
                <a:lnTo>
                  <a:pt x="613870" y="79363"/>
                </a:lnTo>
                <a:lnTo>
                  <a:pt x="613938" y="80445"/>
                </a:lnTo>
                <a:lnTo>
                  <a:pt x="614021" y="81515"/>
                </a:lnTo>
                <a:lnTo>
                  <a:pt x="614118" y="82570"/>
                </a:lnTo>
                <a:lnTo>
                  <a:pt x="614231" y="83613"/>
                </a:lnTo>
                <a:lnTo>
                  <a:pt x="614359" y="84642"/>
                </a:lnTo>
                <a:lnTo>
                  <a:pt x="614503" y="85658"/>
                </a:lnTo>
                <a:lnTo>
                  <a:pt x="614661" y="86661"/>
                </a:lnTo>
                <a:lnTo>
                  <a:pt x="614834" y="87650"/>
                </a:lnTo>
                <a:lnTo>
                  <a:pt x="615022" y="88626"/>
                </a:lnTo>
                <a:lnTo>
                  <a:pt x="615226" y="89589"/>
                </a:lnTo>
                <a:lnTo>
                  <a:pt x="615444" y="90539"/>
                </a:lnTo>
                <a:lnTo>
                  <a:pt x="615678" y="91475"/>
                </a:lnTo>
                <a:lnTo>
                  <a:pt x="615926" y="92399"/>
                </a:lnTo>
                <a:lnTo>
                  <a:pt x="616190" y="93308"/>
                </a:lnTo>
                <a:lnTo>
                  <a:pt x="616468" y="94205"/>
                </a:lnTo>
                <a:lnTo>
                  <a:pt x="616762" y="95088"/>
                </a:lnTo>
                <a:lnTo>
                  <a:pt x="617071" y="95958"/>
                </a:lnTo>
                <a:lnTo>
                  <a:pt x="617395" y="96815"/>
                </a:lnTo>
                <a:lnTo>
                  <a:pt x="617734" y="97659"/>
                </a:lnTo>
                <a:lnTo>
                  <a:pt x="618088" y="98489"/>
                </a:lnTo>
                <a:lnTo>
                  <a:pt x="618456" y="99304"/>
                </a:lnTo>
                <a:lnTo>
                  <a:pt x="618837" y="100104"/>
                </a:lnTo>
                <a:lnTo>
                  <a:pt x="619232" y="100888"/>
                </a:lnTo>
                <a:lnTo>
                  <a:pt x="619640" y="101655"/>
                </a:lnTo>
                <a:lnTo>
                  <a:pt x="620062" y="102407"/>
                </a:lnTo>
                <a:lnTo>
                  <a:pt x="620496" y="103142"/>
                </a:lnTo>
                <a:lnTo>
                  <a:pt x="620944" y="103862"/>
                </a:lnTo>
                <a:lnTo>
                  <a:pt x="621406" y="104565"/>
                </a:lnTo>
                <a:lnTo>
                  <a:pt x="621880" y="105253"/>
                </a:lnTo>
                <a:lnTo>
                  <a:pt x="622368" y="105924"/>
                </a:lnTo>
                <a:lnTo>
                  <a:pt x="622870" y="106580"/>
                </a:lnTo>
                <a:lnTo>
                  <a:pt x="623384" y="107219"/>
                </a:lnTo>
                <a:lnTo>
                  <a:pt x="623912" y="107842"/>
                </a:lnTo>
                <a:lnTo>
                  <a:pt x="624453" y="108450"/>
                </a:lnTo>
                <a:lnTo>
                  <a:pt x="625008" y="109041"/>
                </a:lnTo>
                <a:lnTo>
                  <a:pt x="625575" y="109617"/>
                </a:lnTo>
                <a:lnTo>
                  <a:pt x="626157" y="110176"/>
                </a:lnTo>
                <a:lnTo>
                  <a:pt x="626751" y="110719"/>
                </a:lnTo>
                <a:lnTo>
                  <a:pt x="627359" y="111247"/>
                </a:lnTo>
                <a:lnTo>
                  <a:pt x="627980" y="111758"/>
                </a:lnTo>
                <a:lnTo>
                  <a:pt x="628614" y="112253"/>
                </a:lnTo>
                <a:lnTo>
                  <a:pt x="629262" y="112732"/>
                </a:lnTo>
                <a:lnTo>
                  <a:pt x="629923" y="113196"/>
                </a:lnTo>
                <a:lnTo>
                  <a:pt x="630597" y="113643"/>
                </a:lnTo>
                <a:lnTo>
                  <a:pt x="631284" y="114073"/>
                </a:lnTo>
                <a:lnTo>
                  <a:pt x="631982" y="114485"/>
                </a:lnTo>
                <a:lnTo>
                  <a:pt x="632692" y="114878"/>
                </a:lnTo>
                <a:lnTo>
                  <a:pt x="633414" y="115254"/>
                </a:lnTo>
                <a:lnTo>
                  <a:pt x="634148" y="115610"/>
                </a:lnTo>
                <a:lnTo>
                  <a:pt x="634893" y="115949"/>
                </a:lnTo>
                <a:lnTo>
                  <a:pt x="635650" y="116269"/>
                </a:lnTo>
                <a:lnTo>
                  <a:pt x="636419" y="116571"/>
                </a:lnTo>
                <a:lnTo>
                  <a:pt x="637199" y="116855"/>
                </a:lnTo>
                <a:lnTo>
                  <a:pt x="637991" y="117120"/>
                </a:lnTo>
                <a:lnTo>
                  <a:pt x="638795" y="117367"/>
                </a:lnTo>
                <a:lnTo>
                  <a:pt x="639610" y="117596"/>
                </a:lnTo>
                <a:lnTo>
                  <a:pt x="640438" y="117807"/>
                </a:lnTo>
                <a:lnTo>
                  <a:pt x="641276" y="117999"/>
                </a:lnTo>
                <a:lnTo>
                  <a:pt x="642127" y="118173"/>
                </a:lnTo>
                <a:lnTo>
                  <a:pt x="642989" y="118328"/>
                </a:lnTo>
                <a:lnTo>
                  <a:pt x="643863" y="118466"/>
                </a:lnTo>
                <a:lnTo>
                  <a:pt x="644749" y="118585"/>
                </a:lnTo>
                <a:lnTo>
                  <a:pt x="645646" y="118685"/>
                </a:lnTo>
                <a:lnTo>
                  <a:pt x="646555" y="118768"/>
                </a:lnTo>
                <a:lnTo>
                  <a:pt x="647476" y="118832"/>
                </a:lnTo>
                <a:lnTo>
                  <a:pt x="648409" y="118877"/>
                </a:lnTo>
                <a:lnTo>
                  <a:pt x="649353" y="118905"/>
                </a:lnTo>
                <a:lnTo>
                  <a:pt x="650309" y="118914"/>
                </a:lnTo>
                <a:lnTo>
                  <a:pt x="651285" y="118905"/>
                </a:lnTo>
                <a:lnTo>
                  <a:pt x="652251" y="118877"/>
                </a:lnTo>
                <a:lnTo>
                  <a:pt x="653204" y="118832"/>
                </a:lnTo>
                <a:lnTo>
                  <a:pt x="654146" y="118768"/>
                </a:lnTo>
                <a:lnTo>
                  <a:pt x="655076" y="118685"/>
                </a:lnTo>
                <a:close/>
                <a:moveTo>
                  <a:pt x="647109" y="107596"/>
                </a:moveTo>
                <a:lnTo>
                  <a:pt x="646502" y="107514"/>
                </a:lnTo>
                <a:lnTo>
                  <a:pt x="645906" y="107418"/>
                </a:lnTo>
                <a:lnTo>
                  <a:pt x="645320" y="107306"/>
                </a:lnTo>
                <a:lnTo>
                  <a:pt x="644745" y="107180"/>
                </a:lnTo>
                <a:lnTo>
                  <a:pt x="644181" y="107039"/>
                </a:lnTo>
                <a:lnTo>
                  <a:pt x="643628" y="106883"/>
                </a:lnTo>
                <a:lnTo>
                  <a:pt x="643085" y="106712"/>
                </a:lnTo>
                <a:lnTo>
                  <a:pt x="642554" y="106527"/>
                </a:lnTo>
                <a:lnTo>
                  <a:pt x="642033" y="106326"/>
                </a:lnTo>
                <a:lnTo>
                  <a:pt x="641523" y="106111"/>
                </a:lnTo>
                <a:lnTo>
                  <a:pt x="641024" y="105881"/>
                </a:lnTo>
                <a:lnTo>
                  <a:pt x="640535" y="105635"/>
                </a:lnTo>
                <a:lnTo>
                  <a:pt x="640058" y="105376"/>
                </a:lnTo>
                <a:lnTo>
                  <a:pt x="639591" y="105101"/>
                </a:lnTo>
                <a:lnTo>
                  <a:pt x="639135" y="104811"/>
                </a:lnTo>
                <a:lnTo>
                  <a:pt x="638690" y="104507"/>
                </a:lnTo>
                <a:lnTo>
                  <a:pt x="638256" y="104187"/>
                </a:lnTo>
                <a:lnTo>
                  <a:pt x="637833" y="103853"/>
                </a:lnTo>
                <a:lnTo>
                  <a:pt x="637420" y="103504"/>
                </a:lnTo>
                <a:lnTo>
                  <a:pt x="637018" y="103142"/>
                </a:lnTo>
                <a:lnTo>
                  <a:pt x="636625" y="102770"/>
                </a:lnTo>
                <a:lnTo>
                  <a:pt x="636242" y="102386"/>
                </a:lnTo>
                <a:lnTo>
                  <a:pt x="635868" y="101992"/>
                </a:lnTo>
                <a:lnTo>
                  <a:pt x="635503" y="101587"/>
                </a:lnTo>
                <a:lnTo>
                  <a:pt x="635148" y="101171"/>
                </a:lnTo>
                <a:lnTo>
                  <a:pt x="634803" y="100744"/>
                </a:lnTo>
                <a:lnTo>
                  <a:pt x="634467" y="100306"/>
                </a:lnTo>
                <a:lnTo>
                  <a:pt x="634141" y="99858"/>
                </a:lnTo>
                <a:lnTo>
                  <a:pt x="633824" y="99398"/>
                </a:lnTo>
                <a:lnTo>
                  <a:pt x="633517" y="98928"/>
                </a:lnTo>
                <a:lnTo>
                  <a:pt x="633219" y="98447"/>
                </a:lnTo>
                <a:lnTo>
                  <a:pt x="632931" y="97956"/>
                </a:lnTo>
                <a:lnTo>
                  <a:pt x="632652" y="97453"/>
                </a:lnTo>
                <a:lnTo>
                  <a:pt x="632382" y="96940"/>
                </a:lnTo>
                <a:lnTo>
                  <a:pt x="632123" y="96415"/>
                </a:lnTo>
                <a:lnTo>
                  <a:pt x="631872" y="95880"/>
                </a:lnTo>
                <a:lnTo>
                  <a:pt x="631631" y="95334"/>
                </a:lnTo>
                <a:lnTo>
                  <a:pt x="631400" y="94778"/>
                </a:lnTo>
                <a:lnTo>
                  <a:pt x="631178" y="94210"/>
                </a:lnTo>
                <a:lnTo>
                  <a:pt x="630966" y="93632"/>
                </a:lnTo>
                <a:lnTo>
                  <a:pt x="630763" y="93042"/>
                </a:lnTo>
                <a:lnTo>
                  <a:pt x="630570" y="92442"/>
                </a:lnTo>
                <a:lnTo>
                  <a:pt x="630386" y="91832"/>
                </a:lnTo>
                <a:lnTo>
                  <a:pt x="630211" y="91211"/>
                </a:lnTo>
                <a:lnTo>
                  <a:pt x="630043" y="90584"/>
                </a:lnTo>
                <a:lnTo>
                  <a:pt x="629883" y="89950"/>
                </a:lnTo>
                <a:lnTo>
                  <a:pt x="629730" y="89309"/>
                </a:lnTo>
                <a:lnTo>
                  <a:pt x="629585" y="88660"/>
                </a:lnTo>
                <a:lnTo>
                  <a:pt x="629447" y="88005"/>
                </a:lnTo>
                <a:lnTo>
                  <a:pt x="629316" y="87342"/>
                </a:lnTo>
                <a:lnTo>
                  <a:pt x="629193" y="86672"/>
                </a:lnTo>
                <a:lnTo>
                  <a:pt x="629077" y="85995"/>
                </a:lnTo>
                <a:lnTo>
                  <a:pt x="628969" y="85311"/>
                </a:lnTo>
                <a:lnTo>
                  <a:pt x="628869" y="84620"/>
                </a:lnTo>
                <a:lnTo>
                  <a:pt x="628775" y="83922"/>
                </a:lnTo>
                <a:lnTo>
                  <a:pt x="628690" y="83216"/>
                </a:lnTo>
                <a:lnTo>
                  <a:pt x="628611" y="82504"/>
                </a:lnTo>
                <a:lnTo>
                  <a:pt x="628540" y="81784"/>
                </a:lnTo>
                <a:lnTo>
                  <a:pt x="628477" y="81058"/>
                </a:lnTo>
                <a:lnTo>
                  <a:pt x="628421" y="80324"/>
                </a:lnTo>
                <a:lnTo>
                  <a:pt x="628373" y="79583"/>
                </a:lnTo>
                <a:lnTo>
                  <a:pt x="628332" y="78835"/>
                </a:lnTo>
                <a:lnTo>
                  <a:pt x="628298" y="78080"/>
                </a:lnTo>
                <a:lnTo>
                  <a:pt x="628272" y="77317"/>
                </a:lnTo>
                <a:lnTo>
                  <a:pt x="628253" y="76548"/>
                </a:lnTo>
                <a:lnTo>
                  <a:pt x="628242" y="75772"/>
                </a:lnTo>
                <a:lnTo>
                  <a:pt x="628238" y="74988"/>
                </a:lnTo>
                <a:lnTo>
                  <a:pt x="628242" y="74190"/>
                </a:lnTo>
                <a:lnTo>
                  <a:pt x="628253" y="73399"/>
                </a:lnTo>
                <a:lnTo>
                  <a:pt x="628272" y="72615"/>
                </a:lnTo>
                <a:lnTo>
                  <a:pt x="628298" y="71839"/>
                </a:lnTo>
                <a:lnTo>
                  <a:pt x="628332" y="71071"/>
                </a:lnTo>
                <a:lnTo>
                  <a:pt x="628373" y="70309"/>
                </a:lnTo>
                <a:lnTo>
                  <a:pt x="628421" y="69556"/>
                </a:lnTo>
                <a:lnTo>
                  <a:pt x="628477" y="68809"/>
                </a:lnTo>
                <a:lnTo>
                  <a:pt x="628540" y="68070"/>
                </a:lnTo>
                <a:lnTo>
                  <a:pt x="628611" y="67339"/>
                </a:lnTo>
                <a:lnTo>
                  <a:pt x="628690" y="66615"/>
                </a:lnTo>
                <a:lnTo>
                  <a:pt x="628775" y="65898"/>
                </a:lnTo>
                <a:lnTo>
                  <a:pt x="628869" y="65189"/>
                </a:lnTo>
                <a:lnTo>
                  <a:pt x="628969" y="64487"/>
                </a:lnTo>
                <a:lnTo>
                  <a:pt x="629077" y="63793"/>
                </a:lnTo>
                <a:lnTo>
                  <a:pt x="629193" y="63106"/>
                </a:lnTo>
                <a:lnTo>
                  <a:pt x="629316" y="62427"/>
                </a:lnTo>
                <a:lnTo>
                  <a:pt x="629447" y="61754"/>
                </a:lnTo>
                <a:lnTo>
                  <a:pt x="629585" y="61090"/>
                </a:lnTo>
                <a:lnTo>
                  <a:pt x="629730" y="60433"/>
                </a:lnTo>
                <a:lnTo>
                  <a:pt x="629883" y="59783"/>
                </a:lnTo>
                <a:lnTo>
                  <a:pt x="630043" y="59141"/>
                </a:lnTo>
                <a:lnTo>
                  <a:pt x="630211" y="58506"/>
                </a:lnTo>
                <a:lnTo>
                  <a:pt x="630386" y="57878"/>
                </a:lnTo>
                <a:lnTo>
                  <a:pt x="630570" y="57260"/>
                </a:lnTo>
                <a:lnTo>
                  <a:pt x="630763" y="56652"/>
                </a:lnTo>
                <a:lnTo>
                  <a:pt x="630966" y="56056"/>
                </a:lnTo>
                <a:lnTo>
                  <a:pt x="631178" y="55470"/>
                </a:lnTo>
                <a:lnTo>
                  <a:pt x="631400" y="54896"/>
                </a:lnTo>
                <a:lnTo>
                  <a:pt x="631631" y="54332"/>
                </a:lnTo>
                <a:lnTo>
                  <a:pt x="631872" y="53780"/>
                </a:lnTo>
                <a:lnTo>
                  <a:pt x="632123" y="53238"/>
                </a:lnTo>
                <a:lnTo>
                  <a:pt x="632382" y="52708"/>
                </a:lnTo>
                <a:lnTo>
                  <a:pt x="632652" y="52188"/>
                </a:lnTo>
                <a:lnTo>
                  <a:pt x="632931" y="51680"/>
                </a:lnTo>
                <a:lnTo>
                  <a:pt x="633219" y="51182"/>
                </a:lnTo>
                <a:lnTo>
                  <a:pt x="633517" y="50696"/>
                </a:lnTo>
                <a:lnTo>
                  <a:pt x="633824" y="50220"/>
                </a:lnTo>
                <a:lnTo>
                  <a:pt x="634141" y="49755"/>
                </a:lnTo>
                <a:lnTo>
                  <a:pt x="634467" y="49302"/>
                </a:lnTo>
                <a:lnTo>
                  <a:pt x="634803" y="48859"/>
                </a:lnTo>
                <a:lnTo>
                  <a:pt x="635148" y="48428"/>
                </a:lnTo>
                <a:lnTo>
                  <a:pt x="635503" y="48007"/>
                </a:lnTo>
                <a:lnTo>
                  <a:pt x="635868" y="47597"/>
                </a:lnTo>
                <a:lnTo>
                  <a:pt x="636242" y="47199"/>
                </a:lnTo>
                <a:lnTo>
                  <a:pt x="636625" y="46811"/>
                </a:lnTo>
                <a:lnTo>
                  <a:pt x="637018" y="46434"/>
                </a:lnTo>
                <a:lnTo>
                  <a:pt x="637420" y="46069"/>
                </a:lnTo>
                <a:lnTo>
                  <a:pt x="637833" y="45716"/>
                </a:lnTo>
                <a:lnTo>
                  <a:pt x="638256" y="45378"/>
                </a:lnTo>
                <a:lnTo>
                  <a:pt x="638690" y="45056"/>
                </a:lnTo>
                <a:lnTo>
                  <a:pt x="639135" y="44748"/>
                </a:lnTo>
                <a:lnTo>
                  <a:pt x="639591" y="44455"/>
                </a:lnTo>
                <a:lnTo>
                  <a:pt x="640058" y="44178"/>
                </a:lnTo>
                <a:lnTo>
                  <a:pt x="640535" y="43915"/>
                </a:lnTo>
                <a:lnTo>
                  <a:pt x="641024" y="43667"/>
                </a:lnTo>
                <a:lnTo>
                  <a:pt x="641523" y="43435"/>
                </a:lnTo>
                <a:lnTo>
                  <a:pt x="642033" y="43217"/>
                </a:lnTo>
                <a:lnTo>
                  <a:pt x="642554" y="43015"/>
                </a:lnTo>
                <a:lnTo>
                  <a:pt x="643085" y="42827"/>
                </a:lnTo>
                <a:lnTo>
                  <a:pt x="643628" y="42654"/>
                </a:lnTo>
                <a:lnTo>
                  <a:pt x="644181" y="42497"/>
                </a:lnTo>
                <a:lnTo>
                  <a:pt x="644745" y="42354"/>
                </a:lnTo>
                <a:lnTo>
                  <a:pt x="645320" y="42227"/>
                </a:lnTo>
                <a:lnTo>
                  <a:pt x="645906" y="42114"/>
                </a:lnTo>
                <a:lnTo>
                  <a:pt x="646502" y="42017"/>
                </a:lnTo>
                <a:lnTo>
                  <a:pt x="647109" y="41934"/>
                </a:lnTo>
                <a:lnTo>
                  <a:pt x="647728" y="41866"/>
                </a:lnTo>
                <a:lnTo>
                  <a:pt x="648357" y="41814"/>
                </a:lnTo>
                <a:lnTo>
                  <a:pt x="648996" y="41776"/>
                </a:lnTo>
                <a:lnTo>
                  <a:pt x="649647" y="41754"/>
                </a:lnTo>
                <a:lnTo>
                  <a:pt x="650309" y="41746"/>
                </a:lnTo>
                <a:lnTo>
                  <a:pt x="651011" y="41754"/>
                </a:lnTo>
                <a:lnTo>
                  <a:pt x="651702" y="41776"/>
                </a:lnTo>
                <a:lnTo>
                  <a:pt x="652381" y="41814"/>
                </a:lnTo>
                <a:lnTo>
                  <a:pt x="653047" y="41866"/>
                </a:lnTo>
                <a:lnTo>
                  <a:pt x="653702" y="41934"/>
                </a:lnTo>
                <a:lnTo>
                  <a:pt x="654344" y="42017"/>
                </a:lnTo>
                <a:lnTo>
                  <a:pt x="654974" y="42114"/>
                </a:lnTo>
                <a:lnTo>
                  <a:pt x="655592" y="42227"/>
                </a:lnTo>
                <a:lnTo>
                  <a:pt x="656198" y="42354"/>
                </a:lnTo>
                <a:lnTo>
                  <a:pt x="656792" y="42497"/>
                </a:lnTo>
                <a:lnTo>
                  <a:pt x="657373" y="42654"/>
                </a:lnTo>
                <a:lnTo>
                  <a:pt x="657943" y="42827"/>
                </a:lnTo>
                <a:lnTo>
                  <a:pt x="658500" y="43015"/>
                </a:lnTo>
                <a:lnTo>
                  <a:pt x="659045" y="43217"/>
                </a:lnTo>
                <a:lnTo>
                  <a:pt x="659578" y="43435"/>
                </a:lnTo>
                <a:lnTo>
                  <a:pt x="660099" y="43667"/>
                </a:lnTo>
                <a:lnTo>
                  <a:pt x="660608" y="43915"/>
                </a:lnTo>
                <a:lnTo>
                  <a:pt x="661104" y="44178"/>
                </a:lnTo>
                <a:lnTo>
                  <a:pt x="661589" y="44455"/>
                </a:lnTo>
                <a:lnTo>
                  <a:pt x="662061" y="44748"/>
                </a:lnTo>
                <a:lnTo>
                  <a:pt x="662521" y="45056"/>
                </a:lnTo>
                <a:lnTo>
                  <a:pt x="662969" y="45378"/>
                </a:lnTo>
                <a:lnTo>
                  <a:pt x="663405" y="45716"/>
                </a:lnTo>
                <a:lnTo>
                  <a:pt x="663829" y="46069"/>
                </a:lnTo>
                <a:lnTo>
                  <a:pt x="664242" y="46434"/>
                </a:lnTo>
                <a:lnTo>
                  <a:pt x="664645" y="46811"/>
                </a:lnTo>
                <a:lnTo>
                  <a:pt x="665038" y="47199"/>
                </a:lnTo>
                <a:lnTo>
                  <a:pt x="665422" y="47597"/>
                </a:lnTo>
                <a:lnTo>
                  <a:pt x="665796" y="48007"/>
                </a:lnTo>
                <a:lnTo>
                  <a:pt x="666161" y="48428"/>
                </a:lnTo>
                <a:lnTo>
                  <a:pt x="666516" y="48859"/>
                </a:lnTo>
                <a:lnTo>
                  <a:pt x="666861" y="49302"/>
                </a:lnTo>
                <a:lnTo>
                  <a:pt x="667197" y="49755"/>
                </a:lnTo>
                <a:lnTo>
                  <a:pt x="667523" y="50220"/>
                </a:lnTo>
                <a:lnTo>
                  <a:pt x="667839" y="50696"/>
                </a:lnTo>
                <a:lnTo>
                  <a:pt x="668146" y="51182"/>
                </a:lnTo>
                <a:lnTo>
                  <a:pt x="668443" y="51680"/>
                </a:lnTo>
                <a:lnTo>
                  <a:pt x="668730" y="52188"/>
                </a:lnTo>
                <a:lnTo>
                  <a:pt x="669008" y="52708"/>
                </a:lnTo>
                <a:lnTo>
                  <a:pt x="669276" y="53238"/>
                </a:lnTo>
                <a:lnTo>
                  <a:pt x="669534" y="53780"/>
                </a:lnTo>
                <a:lnTo>
                  <a:pt x="669783" y="54332"/>
                </a:lnTo>
                <a:lnTo>
                  <a:pt x="670022" y="54896"/>
                </a:lnTo>
                <a:lnTo>
                  <a:pt x="670252" y="55470"/>
                </a:lnTo>
                <a:lnTo>
                  <a:pt x="670472" y="56056"/>
                </a:lnTo>
                <a:lnTo>
                  <a:pt x="670682" y="56652"/>
                </a:lnTo>
                <a:lnTo>
                  <a:pt x="670882" y="57260"/>
                </a:lnTo>
                <a:lnTo>
                  <a:pt x="671073" y="57878"/>
                </a:lnTo>
                <a:lnTo>
                  <a:pt x="671255" y="58506"/>
                </a:lnTo>
                <a:lnTo>
                  <a:pt x="671430" y="59140"/>
                </a:lnTo>
                <a:lnTo>
                  <a:pt x="671596" y="59782"/>
                </a:lnTo>
                <a:lnTo>
                  <a:pt x="671755" y="60430"/>
                </a:lnTo>
                <a:lnTo>
                  <a:pt x="671906" y="61086"/>
                </a:lnTo>
                <a:lnTo>
                  <a:pt x="672050" y="61749"/>
                </a:lnTo>
                <a:lnTo>
                  <a:pt x="672185" y="62419"/>
                </a:lnTo>
                <a:lnTo>
                  <a:pt x="672313" y="63096"/>
                </a:lnTo>
                <a:lnTo>
                  <a:pt x="672433" y="63780"/>
                </a:lnTo>
                <a:lnTo>
                  <a:pt x="672546" y="64472"/>
                </a:lnTo>
                <a:lnTo>
                  <a:pt x="672650" y="65170"/>
                </a:lnTo>
                <a:lnTo>
                  <a:pt x="672747" y="65876"/>
                </a:lnTo>
                <a:lnTo>
                  <a:pt x="672836" y="66588"/>
                </a:lnTo>
                <a:lnTo>
                  <a:pt x="672918" y="67308"/>
                </a:lnTo>
                <a:lnTo>
                  <a:pt x="672991" y="68035"/>
                </a:lnTo>
                <a:lnTo>
                  <a:pt x="673057" y="68769"/>
                </a:lnTo>
                <a:lnTo>
                  <a:pt x="673116" y="69511"/>
                </a:lnTo>
                <a:lnTo>
                  <a:pt x="673166" y="70259"/>
                </a:lnTo>
                <a:lnTo>
                  <a:pt x="673209" y="71014"/>
                </a:lnTo>
                <a:lnTo>
                  <a:pt x="673243" y="71777"/>
                </a:lnTo>
                <a:lnTo>
                  <a:pt x="673271" y="72547"/>
                </a:lnTo>
                <a:lnTo>
                  <a:pt x="673290" y="73323"/>
                </a:lnTo>
                <a:lnTo>
                  <a:pt x="673302" y="74107"/>
                </a:lnTo>
                <a:lnTo>
                  <a:pt x="673305" y="74898"/>
                </a:lnTo>
                <a:lnTo>
                  <a:pt x="673302" y="75689"/>
                </a:lnTo>
                <a:lnTo>
                  <a:pt x="673290" y="76473"/>
                </a:lnTo>
                <a:lnTo>
                  <a:pt x="673271" y="77249"/>
                </a:lnTo>
                <a:lnTo>
                  <a:pt x="673243" y="78017"/>
                </a:lnTo>
                <a:lnTo>
                  <a:pt x="673209" y="78779"/>
                </a:lnTo>
                <a:lnTo>
                  <a:pt x="673166" y="79532"/>
                </a:lnTo>
                <a:lnTo>
                  <a:pt x="673116" y="80279"/>
                </a:lnTo>
                <a:lnTo>
                  <a:pt x="673057" y="81018"/>
                </a:lnTo>
                <a:lnTo>
                  <a:pt x="672991" y="81749"/>
                </a:lnTo>
                <a:lnTo>
                  <a:pt x="672918" y="82473"/>
                </a:lnTo>
                <a:lnTo>
                  <a:pt x="672836" y="83190"/>
                </a:lnTo>
                <a:lnTo>
                  <a:pt x="672747" y="83899"/>
                </a:lnTo>
                <a:lnTo>
                  <a:pt x="672650" y="84601"/>
                </a:lnTo>
                <a:lnTo>
                  <a:pt x="672546" y="85296"/>
                </a:lnTo>
                <a:lnTo>
                  <a:pt x="672433" y="85983"/>
                </a:lnTo>
                <a:lnTo>
                  <a:pt x="672313" y="86662"/>
                </a:lnTo>
                <a:lnTo>
                  <a:pt x="672185" y="87334"/>
                </a:lnTo>
                <a:lnTo>
                  <a:pt x="672050" y="87999"/>
                </a:lnTo>
                <a:lnTo>
                  <a:pt x="671906" y="88656"/>
                </a:lnTo>
                <a:lnTo>
                  <a:pt x="671755" y="89306"/>
                </a:lnTo>
                <a:lnTo>
                  <a:pt x="671596" y="89949"/>
                </a:lnTo>
                <a:lnTo>
                  <a:pt x="671430" y="90584"/>
                </a:lnTo>
                <a:lnTo>
                  <a:pt x="671255" y="91211"/>
                </a:lnTo>
                <a:lnTo>
                  <a:pt x="671073" y="91832"/>
                </a:lnTo>
                <a:lnTo>
                  <a:pt x="670882" y="92442"/>
                </a:lnTo>
                <a:lnTo>
                  <a:pt x="670682" y="93042"/>
                </a:lnTo>
                <a:lnTo>
                  <a:pt x="670472" y="93632"/>
                </a:lnTo>
                <a:lnTo>
                  <a:pt x="670252" y="94210"/>
                </a:lnTo>
                <a:lnTo>
                  <a:pt x="670022" y="94778"/>
                </a:lnTo>
                <a:lnTo>
                  <a:pt x="669783" y="95334"/>
                </a:lnTo>
                <a:lnTo>
                  <a:pt x="669534" y="95880"/>
                </a:lnTo>
                <a:lnTo>
                  <a:pt x="669276" y="96415"/>
                </a:lnTo>
                <a:lnTo>
                  <a:pt x="669008" y="96940"/>
                </a:lnTo>
                <a:lnTo>
                  <a:pt x="668730" y="97453"/>
                </a:lnTo>
                <a:lnTo>
                  <a:pt x="668443" y="97956"/>
                </a:lnTo>
                <a:lnTo>
                  <a:pt x="668146" y="98447"/>
                </a:lnTo>
                <a:lnTo>
                  <a:pt x="667839" y="98928"/>
                </a:lnTo>
                <a:lnTo>
                  <a:pt x="667523" y="99398"/>
                </a:lnTo>
                <a:lnTo>
                  <a:pt x="667197" y="99858"/>
                </a:lnTo>
                <a:lnTo>
                  <a:pt x="666861" y="100306"/>
                </a:lnTo>
                <a:lnTo>
                  <a:pt x="666516" y="100744"/>
                </a:lnTo>
                <a:lnTo>
                  <a:pt x="666161" y="101171"/>
                </a:lnTo>
                <a:lnTo>
                  <a:pt x="665796" y="101587"/>
                </a:lnTo>
                <a:lnTo>
                  <a:pt x="665422" y="101992"/>
                </a:lnTo>
                <a:lnTo>
                  <a:pt x="665038" y="102386"/>
                </a:lnTo>
                <a:lnTo>
                  <a:pt x="664645" y="102770"/>
                </a:lnTo>
                <a:lnTo>
                  <a:pt x="664242" y="103142"/>
                </a:lnTo>
                <a:lnTo>
                  <a:pt x="663829" y="103504"/>
                </a:lnTo>
                <a:lnTo>
                  <a:pt x="663405" y="103853"/>
                </a:lnTo>
                <a:lnTo>
                  <a:pt x="662969" y="104187"/>
                </a:lnTo>
                <a:lnTo>
                  <a:pt x="662521" y="104507"/>
                </a:lnTo>
                <a:lnTo>
                  <a:pt x="662061" y="104811"/>
                </a:lnTo>
                <a:lnTo>
                  <a:pt x="661589" y="105101"/>
                </a:lnTo>
                <a:lnTo>
                  <a:pt x="661104" y="105376"/>
                </a:lnTo>
                <a:lnTo>
                  <a:pt x="660608" y="105635"/>
                </a:lnTo>
                <a:lnTo>
                  <a:pt x="660099" y="105881"/>
                </a:lnTo>
                <a:lnTo>
                  <a:pt x="659578" y="106111"/>
                </a:lnTo>
                <a:lnTo>
                  <a:pt x="659045" y="106326"/>
                </a:lnTo>
                <a:lnTo>
                  <a:pt x="658500" y="106527"/>
                </a:lnTo>
                <a:lnTo>
                  <a:pt x="657943" y="106712"/>
                </a:lnTo>
                <a:lnTo>
                  <a:pt x="657373" y="106883"/>
                </a:lnTo>
                <a:lnTo>
                  <a:pt x="656792" y="107039"/>
                </a:lnTo>
                <a:lnTo>
                  <a:pt x="656198" y="107180"/>
                </a:lnTo>
                <a:lnTo>
                  <a:pt x="655592" y="107306"/>
                </a:lnTo>
                <a:lnTo>
                  <a:pt x="654974" y="107418"/>
                </a:lnTo>
                <a:lnTo>
                  <a:pt x="654344" y="107514"/>
                </a:lnTo>
                <a:lnTo>
                  <a:pt x="653702" y="107596"/>
                </a:lnTo>
                <a:lnTo>
                  <a:pt x="653047" y="107663"/>
                </a:lnTo>
                <a:lnTo>
                  <a:pt x="652381" y="107715"/>
                </a:lnTo>
                <a:lnTo>
                  <a:pt x="651702" y="107752"/>
                </a:lnTo>
                <a:lnTo>
                  <a:pt x="651011" y="107774"/>
                </a:lnTo>
                <a:lnTo>
                  <a:pt x="650309" y="107782"/>
                </a:lnTo>
                <a:lnTo>
                  <a:pt x="649647" y="107774"/>
                </a:lnTo>
                <a:lnTo>
                  <a:pt x="648996" y="107752"/>
                </a:lnTo>
                <a:lnTo>
                  <a:pt x="648357" y="107715"/>
                </a:lnTo>
                <a:lnTo>
                  <a:pt x="647728" y="107663"/>
                </a:lnTo>
                <a:lnTo>
                  <a:pt x="647109" y="107596"/>
                </a:lnTo>
                <a:close/>
                <a:moveTo>
                  <a:pt x="738166" y="118765"/>
                </a:moveTo>
                <a:lnTo>
                  <a:pt x="738916" y="118699"/>
                </a:lnTo>
                <a:lnTo>
                  <a:pt x="739659" y="118622"/>
                </a:lnTo>
                <a:lnTo>
                  <a:pt x="740396" y="118532"/>
                </a:lnTo>
                <a:lnTo>
                  <a:pt x="741127" y="118431"/>
                </a:lnTo>
                <a:lnTo>
                  <a:pt x="741850" y="118317"/>
                </a:lnTo>
                <a:lnTo>
                  <a:pt x="742567" y="118192"/>
                </a:lnTo>
                <a:lnTo>
                  <a:pt x="743278" y="118055"/>
                </a:lnTo>
                <a:lnTo>
                  <a:pt x="743982" y="117906"/>
                </a:lnTo>
                <a:lnTo>
                  <a:pt x="744679" y="117745"/>
                </a:lnTo>
                <a:lnTo>
                  <a:pt x="745370" y="117572"/>
                </a:lnTo>
                <a:lnTo>
                  <a:pt x="746054" y="117387"/>
                </a:lnTo>
                <a:lnTo>
                  <a:pt x="746732" y="117190"/>
                </a:lnTo>
                <a:lnTo>
                  <a:pt x="747403" y="116981"/>
                </a:lnTo>
                <a:lnTo>
                  <a:pt x="748067" y="116760"/>
                </a:lnTo>
                <a:lnTo>
                  <a:pt x="748725" y="116527"/>
                </a:lnTo>
                <a:lnTo>
                  <a:pt x="749377" y="116283"/>
                </a:lnTo>
                <a:lnTo>
                  <a:pt x="750021" y="116026"/>
                </a:lnTo>
                <a:lnTo>
                  <a:pt x="750659" y="115758"/>
                </a:lnTo>
                <a:lnTo>
                  <a:pt x="751291" y="115477"/>
                </a:lnTo>
                <a:lnTo>
                  <a:pt x="751914" y="115185"/>
                </a:lnTo>
                <a:lnTo>
                  <a:pt x="752526" y="114880"/>
                </a:lnTo>
                <a:lnTo>
                  <a:pt x="753128" y="114563"/>
                </a:lnTo>
                <a:lnTo>
                  <a:pt x="753720" y="114234"/>
                </a:lnTo>
                <a:lnTo>
                  <a:pt x="754301" y="113893"/>
                </a:lnTo>
                <a:lnTo>
                  <a:pt x="754871" y="113540"/>
                </a:lnTo>
                <a:lnTo>
                  <a:pt x="755431" y="113175"/>
                </a:lnTo>
                <a:lnTo>
                  <a:pt x="755980" y="112798"/>
                </a:lnTo>
                <a:lnTo>
                  <a:pt x="756519" y="112408"/>
                </a:lnTo>
                <a:lnTo>
                  <a:pt x="757047" y="112007"/>
                </a:lnTo>
                <a:lnTo>
                  <a:pt x="757565" y="111593"/>
                </a:lnTo>
                <a:lnTo>
                  <a:pt x="758072" y="111168"/>
                </a:lnTo>
                <a:lnTo>
                  <a:pt x="758569" y="110730"/>
                </a:lnTo>
                <a:lnTo>
                  <a:pt x="759055" y="110280"/>
                </a:lnTo>
                <a:lnTo>
                  <a:pt x="759530" y="109818"/>
                </a:lnTo>
                <a:lnTo>
                  <a:pt x="759996" y="109344"/>
                </a:lnTo>
                <a:lnTo>
                  <a:pt x="760450" y="108858"/>
                </a:lnTo>
                <a:lnTo>
                  <a:pt x="760894" y="108360"/>
                </a:lnTo>
                <a:lnTo>
                  <a:pt x="761328" y="107850"/>
                </a:lnTo>
                <a:lnTo>
                  <a:pt x="761750" y="107327"/>
                </a:lnTo>
                <a:lnTo>
                  <a:pt x="762163" y="106793"/>
                </a:lnTo>
                <a:lnTo>
                  <a:pt x="762565" y="106246"/>
                </a:lnTo>
                <a:lnTo>
                  <a:pt x="762956" y="105688"/>
                </a:lnTo>
                <a:lnTo>
                  <a:pt x="763337" y="105117"/>
                </a:lnTo>
                <a:lnTo>
                  <a:pt x="763705" y="104534"/>
                </a:lnTo>
                <a:lnTo>
                  <a:pt x="764058" y="103940"/>
                </a:lnTo>
                <a:lnTo>
                  <a:pt x="764396" y="103333"/>
                </a:lnTo>
                <a:lnTo>
                  <a:pt x="764719" y="102715"/>
                </a:lnTo>
                <a:lnTo>
                  <a:pt x="765026" y="102085"/>
                </a:lnTo>
                <a:lnTo>
                  <a:pt x="765319" y="101443"/>
                </a:lnTo>
                <a:lnTo>
                  <a:pt x="765597" y="100790"/>
                </a:lnTo>
                <a:lnTo>
                  <a:pt x="765859" y="100125"/>
                </a:lnTo>
                <a:lnTo>
                  <a:pt x="766107" y="99448"/>
                </a:lnTo>
                <a:lnTo>
                  <a:pt x="766339" y="98759"/>
                </a:lnTo>
                <a:lnTo>
                  <a:pt x="766557" y="98058"/>
                </a:lnTo>
                <a:lnTo>
                  <a:pt x="766759" y="97346"/>
                </a:lnTo>
                <a:lnTo>
                  <a:pt x="766946" y="96621"/>
                </a:lnTo>
                <a:lnTo>
                  <a:pt x="767119" y="95886"/>
                </a:lnTo>
                <a:lnTo>
                  <a:pt x="767276" y="95138"/>
                </a:lnTo>
                <a:lnTo>
                  <a:pt x="767418" y="94378"/>
                </a:lnTo>
                <a:lnTo>
                  <a:pt x="767545" y="93607"/>
                </a:lnTo>
                <a:lnTo>
                  <a:pt x="767657" y="92824"/>
                </a:lnTo>
                <a:lnTo>
                  <a:pt x="767754" y="92029"/>
                </a:lnTo>
                <a:lnTo>
                  <a:pt x="767835" y="91223"/>
                </a:lnTo>
                <a:lnTo>
                  <a:pt x="767902" y="90404"/>
                </a:lnTo>
                <a:lnTo>
                  <a:pt x="767954" y="89574"/>
                </a:lnTo>
                <a:lnTo>
                  <a:pt x="767991" y="88732"/>
                </a:lnTo>
                <a:lnTo>
                  <a:pt x="768012" y="87878"/>
                </a:lnTo>
                <a:lnTo>
                  <a:pt x="754197" y="87878"/>
                </a:lnTo>
                <a:lnTo>
                  <a:pt x="754167" y="88677"/>
                </a:lnTo>
                <a:lnTo>
                  <a:pt x="754119" y="89460"/>
                </a:lnTo>
                <a:lnTo>
                  <a:pt x="754052" y="90227"/>
                </a:lnTo>
                <a:lnTo>
                  <a:pt x="753968" y="90977"/>
                </a:lnTo>
                <a:lnTo>
                  <a:pt x="753865" y="91711"/>
                </a:lnTo>
                <a:lnTo>
                  <a:pt x="753744" y="92428"/>
                </a:lnTo>
                <a:lnTo>
                  <a:pt x="753605" y="93129"/>
                </a:lnTo>
                <a:lnTo>
                  <a:pt x="753448" y="93814"/>
                </a:lnTo>
                <a:lnTo>
                  <a:pt x="753273" y="94482"/>
                </a:lnTo>
                <a:lnTo>
                  <a:pt x="753080" y="95135"/>
                </a:lnTo>
                <a:lnTo>
                  <a:pt x="752868" y="95770"/>
                </a:lnTo>
                <a:lnTo>
                  <a:pt x="752639" y="96390"/>
                </a:lnTo>
                <a:lnTo>
                  <a:pt x="752391" y="96993"/>
                </a:lnTo>
                <a:lnTo>
                  <a:pt x="752125" y="97579"/>
                </a:lnTo>
                <a:lnTo>
                  <a:pt x="751841" y="98150"/>
                </a:lnTo>
                <a:lnTo>
                  <a:pt x="751539" y="98704"/>
                </a:lnTo>
                <a:lnTo>
                  <a:pt x="751219" y="99241"/>
                </a:lnTo>
                <a:lnTo>
                  <a:pt x="750880" y="99763"/>
                </a:lnTo>
                <a:lnTo>
                  <a:pt x="750524" y="100268"/>
                </a:lnTo>
                <a:lnTo>
                  <a:pt x="750149" y="100756"/>
                </a:lnTo>
                <a:lnTo>
                  <a:pt x="749756" y="101229"/>
                </a:lnTo>
                <a:lnTo>
                  <a:pt x="749345" y="101685"/>
                </a:lnTo>
                <a:lnTo>
                  <a:pt x="748916" y="102124"/>
                </a:lnTo>
                <a:lnTo>
                  <a:pt x="748469" y="102548"/>
                </a:lnTo>
                <a:lnTo>
                  <a:pt x="748008" y="102954"/>
                </a:lnTo>
                <a:lnTo>
                  <a:pt x="747536" y="103343"/>
                </a:lnTo>
                <a:lnTo>
                  <a:pt x="747054" y="103715"/>
                </a:lnTo>
                <a:lnTo>
                  <a:pt x="746562" y="104070"/>
                </a:lnTo>
                <a:lnTo>
                  <a:pt x="746060" y="104407"/>
                </a:lnTo>
                <a:lnTo>
                  <a:pt x="745547" y="104727"/>
                </a:lnTo>
                <a:lnTo>
                  <a:pt x="745024" y="105029"/>
                </a:lnTo>
                <a:lnTo>
                  <a:pt x="744491" y="105315"/>
                </a:lnTo>
                <a:lnTo>
                  <a:pt x="743948" y="105583"/>
                </a:lnTo>
                <a:lnTo>
                  <a:pt x="743394" y="105834"/>
                </a:lnTo>
                <a:lnTo>
                  <a:pt x="742831" y="106067"/>
                </a:lnTo>
                <a:lnTo>
                  <a:pt x="742256" y="106283"/>
                </a:lnTo>
                <a:lnTo>
                  <a:pt x="741672" y="106482"/>
                </a:lnTo>
                <a:lnTo>
                  <a:pt x="741078" y="106664"/>
                </a:lnTo>
                <a:lnTo>
                  <a:pt x="740473" y="106828"/>
                </a:lnTo>
                <a:lnTo>
                  <a:pt x="739858" y="106975"/>
                </a:lnTo>
                <a:lnTo>
                  <a:pt x="739233" y="107105"/>
                </a:lnTo>
                <a:lnTo>
                  <a:pt x="738597" y="107217"/>
                </a:lnTo>
                <a:lnTo>
                  <a:pt x="737952" y="107312"/>
                </a:lnTo>
                <a:lnTo>
                  <a:pt x="737296" y="107390"/>
                </a:lnTo>
                <a:lnTo>
                  <a:pt x="736630" y="107451"/>
                </a:lnTo>
                <a:lnTo>
                  <a:pt x="735953" y="107494"/>
                </a:lnTo>
                <a:lnTo>
                  <a:pt x="735267" y="107520"/>
                </a:lnTo>
                <a:lnTo>
                  <a:pt x="734570" y="107529"/>
                </a:lnTo>
                <a:lnTo>
                  <a:pt x="733949" y="107522"/>
                </a:lnTo>
                <a:lnTo>
                  <a:pt x="733337" y="107502"/>
                </a:lnTo>
                <a:lnTo>
                  <a:pt x="732734" y="107469"/>
                </a:lnTo>
                <a:lnTo>
                  <a:pt x="732139" y="107422"/>
                </a:lnTo>
                <a:lnTo>
                  <a:pt x="731552" y="107362"/>
                </a:lnTo>
                <a:lnTo>
                  <a:pt x="730974" y="107289"/>
                </a:lnTo>
                <a:lnTo>
                  <a:pt x="730404" y="107202"/>
                </a:lnTo>
                <a:lnTo>
                  <a:pt x="729843" y="107102"/>
                </a:lnTo>
                <a:lnTo>
                  <a:pt x="729290" y="106989"/>
                </a:lnTo>
                <a:lnTo>
                  <a:pt x="728746" y="106862"/>
                </a:lnTo>
                <a:lnTo>
                  <a:pt x="728211" y="106723"/>
                </a:lnTo>
                <a:lnTo>
                  <a:pt x="727683" y="106569"/>
                </a:lnTo>
                <a:lnTo>
                  <a:pt x="727165" y="106403"/>
                </a:lnTo>
                <a:lnTo>
                  <a:pt x="726654" y="106223"/>
                </a:lnTo>
                <a:lnTo>
                  <a:pt x="726153" y="106030"/>
                </a:lnTo>
                <a:lnTo>
                  <a:pt x="725659" y="105823"/>
                </a:lnTo>
                <a:lnTo>
                  <a:pt x="725175" y="105603"/>
                </a:lnTo>
                <a:lnTo>
                  <a:pt x="724698" y="105370"/>
                </a:lnTo>
                <a:lnTo>
                  <a:pt x="724230" y="105124"/>
                </a:lnTo>
                <a:lnTo>
                  <a:pt x="723771" y="104864"/>
                </a:lnTo>
                <a:lnTo>
                  <a:pt x="723320" y="104591"/>
                </a:lnTo>
                <a:lnTo>
                  <a:pt x="722878" y="104304"/>
                </a:lnTo>
                <a:lnTo>
                  <a:pt x="722444" y="104004"/>
                </a:lnTo>
                <a:lnTo>
                  <a:pt x="722018" y="103691"/>
                </a:lnTo>
                <a:lnTo>
                  <a:pt x="721602" y="103365"/>
                </a:lnTo>
                <a:lnTo>
                  <a:pt x="721194" y="103027"/>
                </a:lnTo>
                <a:lnTo>
                  <a:pt x="720794" y="102677"/>
                </a:lnTo>
                <a:lnTo>
                  <a:pt x="720404" y="102315"/>
                </a:lnTo>
                <a:lnTo>
                  <a:pt x="720022" y="101940"/>
                </a:lnTo>
                <a:lnTo>
                  <a:pt x="719649" y="101554"/>
                </a:lnTo>
                <a:lnTo>
                  <a:pt x="719285" y="101155"/>
                </a:lnTo>
                <a:lnTo>
                  <a:pt x="718930" y="100745"/>
                </a:lnTo>
                <a:lnTo>
                  <a:pt x="718583" y="100322"/>
                </a:lnTo>
                <a:lnTo>
                  <a:pt x="718245" y="99887"/>
                </a:lnTo>
                <a:lnTo>
                  <a:pt x="717916" y="99441"/>
                </a:lnTo>
                <a:lnTo>
                  <a:pt x="717596" y="98982"/>
                </a:lnTo>
                <a:lnTo>
                  <a:pt x="717284" y="98511"/>
                </a:lnTo>
                <a:lnTo>
                  <a:pt x="716982" y="98028"/>
                </a:lnTo>
                <a:lnTo>
                  <a:pt x="716688" y="97532"/>
                </a:lnTo>
                <a:lnTo>
                  <a:pt x="716403" y="97025"/>
                </a:lnTo>
                <a:lnTo>
                  <a:pt x="716126" y="96506"/>
                </a:lnTo>
                <a:lnTo>
                  <a:pt x="715859" y="95975"/>
                </a:lnTo>
                <a:lnTo>
                  <a:pt x="715600" y="95431"/>
                </a:lnTo>
                <a:lnTo>
                  <a:pt x="715350" y="94876"/>
                </a:lnTo>
                <a:lnTo>
                  <a:pt x="715108" y="94308"/>
                </a:lnTo>
                <a:lnTo>
                  <a:pt x="714876" y="93728"/>
                </a:lnTo>
                <a:lnTo>
                  <a:pt x="714652" y="93136"/>
                </a:lnTo>
                <a:lnTo>
                  <a:pt x="714437" y="92533"/>
                </a:lnTo>
                <a:lnTo>
                  <a:pt x="714231" y="91917"/>
                </a:lnTo>
                <a:lnTo>
                  <a:pt x="714033" y="91292"/>
                </a:lnTo>
                <a:lnTo>
                  <a:pt x="713845" y="90655"/>
                </a:lnTo>
                <a:lnTo>
                  <a:pt x="713665" y="90009"/>
                </a:lnTo>
                <a:lnTo>
                  <a:pt x="713494" y="89351"/>
                </a:lnTo>
                <a:lnTo>
                  <a:pt x="713331" y="88684"/>
                </a:lnTo>
                <a:lnTo>
                  <a:pt x="713178" y="88005"/>
                </a:lnTo>
                <a:lnTo>
                  <a:pt x="713033" y="87316"/>
                </a:lnTo>
                <a:lnTo>
                  <a:pt x="712897" y="86617"/>
                </a:lnTo>
                <a:lnTo>
                  <a:pt x="712770" y="85907"/>
                </a:lnTo>
                <a:lnTo>
                  <a:pt x="712651" y="85186"/>
                </a:lnTo>
                <a:lnTo>
                  <a:pt x="712542" y="84455"/>
                </a:lnTo>
                <a:lnTo>
                  <a:pt x="712441" y="83714"/>
                </a:lnTo>
                <a:lnTo>
                  <a:pt x="712349" y="82962"/>
                </a:lnTo>
                <a:lnTo>
                  <a:pt x="712265" y="82199"/>
                </a:lnTo>
                <a:lnTo>
                  <a:pt x="712191" y="81426"/>
                </a:lnTo>
                <a:lnTo>
                  <a:pt x="712125" y="80642"/>
                </a:lnTo>
                <a:lnTo>
                  <a:pt x="712068" y="79848"/>
                </a:lnTo>
                <a:lnTo>
                  <a:pt x="712020" y="79043"/>
                </a:lnTo>
                <a:lnTo>
                  <a:pt x="711980" y="78228"/>
                </a:lnTo>
                <a:lnTo>
                  <a:pt x="711949" y="77402"/>
                </a:lnTo>
                <a:lnTo>
                  <a:pt x="711927" y="76566"/>
                </a:lnTo>
                <a:lnTo>
                  <a:pt x="711914" y="75719"/>
                </a:lnTo>
                <a:lnTo>
                  <a:pt x="711910" y="74862"/>
                </a:lnTo>
                <a:lnTo>
                  <a:pt x="711920" y="73564"/>
                </a:lnTo>
                <a:lnTo>
                  <a:pt x="711950" y="72292"/>
                </a:lnTo>
                <a:lnTo>
                  <a:pt x="711999" y="71043"/>
                </a:lnTo>
                <a:lnTo>
                  <a:pt x="712069" y="69819"/>
                </a:lnTo>
                <a:lnTo>
                  <a:pt x="712158" y="68620"/>
                </a:lnTo>
                <a:lnTo>
                  <a:pt x="712268" y="67444"/>
                </a:lnTo>
                <a:lnTo>
                  <a:pt x="712397" y="66293"/>
                </a:lnTo>
                <a:lnTo>
                  <a:pt x="712546" y="65167"/>
                </a:lnTo>
                <a:lnTo>
                  <a:pt x="712715" y="64064"/>
                </a:lnTo>
                <a:lnTo>
                  <a:pt x="712904" y="62986"/>
                </a:lnTo>
                <a:lnTo>
                  <a:pt x="713113" y="61933"/>
                </a:lnTo>
                <a:lnTo>
                  <a:pt x="713342" y="60903"/>
                </a:lnTo>
                <a:lnTo>
                  <a:pt x="713591" y="59898"/>
                </a:lnTo>
                <a:lnTo>
                  <a:pt x="713859" y="58918"/>
                </a:lnTo>
                <a:lnTo>
                  <a:pt x="714147" y="57961"/>
                </a:lnTo>
                <a:lnTo>
                  <a:pt x="714456" y="57029"/>
                </a:lnTo>
                <a:lnTo>
                  <a:pt x="714784" y="56121"/>
                </a:lnTo>
                <a:lnTo>
                  <a:pt x="715132" y="55238"/>
                </a:lnTo>
                <a:lnTo>
                  <a:pt x="715500" y="54379"/>
                </a:lnTo>
                <a:lnTo>
                  <a:pt x="715888" y="53544"/>
                </a:lnTo>
                <a:lnTo>
                  <a:pt x="716295" y="52734"/>
                </a:lnTo>
                <a:lnTo>
                  <a:pt x="716723" y="51948"/>
                </a:lnTo>
                <a:lnTo>
                  <a:pt x="717171" y="51186"/>
                </a:lnTo>
                <a:lnTo>
                  <a:pt x="717638" y="50449"/>
                </a:lnTo>
                <a:lnTo>
                  <a:pt x="718125" y="49739"/>
                </a:lnTo>
                <a:lnTo>
                  <a:pt x="718631" y="49059"/>
                </a:lnTo>
                <a:lnTo>
                  <a:pt x="719156" y="48409"/>
                </a:lnTo>
                <a:lnTo>
                  <a:pt x="719700" y="47790"/>
                </a:lnTo>
                <a:lnTo>
                  <a:pt x="720262" y="47201"/>
                </a:lnTo>
                <a:lnTo>
                  <a:pt x="720844" y="46642"/>
                </a:lnTo>
                <a:lnTo>
                  <a:pt x="721445" y="46113"/>
                </a:lnTo>
                <a:lnTo>
                  <a:pt x="722065" y="45614"/>
                </a:lnTo>
                <a:lnTo>
                  <a:pt x="722704" y="45146"/>
                </a:lnTo>
                <a:lnTo>
                  <a:pt x="723362" y="44708"/>
                </a:lnTo>
                <a:lnTo>
                  <a:pt x="724039" y="44300"/>
                </a:lnTo>
                <a:lnTo>
                  <a:pt x="724735" y="43922"/>
                </a:lnTo>
                <a:lnTo>
                  <a:pt x="725450" y="43575"/>
                </a:lnTo>
                <a:lnTo>
                  <a:pt x="726184" y="43257"/>
                </a:lnTo>
                <a:lnTo>
                  <a:pt x="726937" y="42970"/>
                </a:lnTo>
                <a:lnTo>
                  <a:pt x="727709" y="42713"/>
                </a:lnTo>
                <a:lnTo>
                  <a:pt x="728500" y="42487"/>
                </a:lnTo>
                <a:lnTo>
                  <a:pt x="729310" y="42290"/>
                </a:lnTo>
                <a:lnTo>
                  <a:pt x="730139" y="42124"/>
                </a:lnTo>
                <a:lnTo>
                  <a:pt x="730987" y="41988"/>
                </a:lnTo>
                <a:lnTo>
                  <a:pt x="731854" y="41882"/>
                </a:lnTo>
                <a:lnTo>
                  <a:pt x="732741" y="41807"/>
                </a:lnTo>
                <a:lnTo>
                  <a:pt x="733646" y="41762"/>
                </a:lnTo>
                <a:lnTo>
                  <a:pt x="734570" y="41746"/>
                </a:lnTo>
                <a:lnTo>
                  <a:pt x="735252" y="41755"/>
                </a:lnTo>
                <a:lnTo>
                  <a:pt x="735924" y="41780"/>
                </a:lnTo>
                <a:lnTo>
                  <a:pt x="736584" y="41823"/>
                </a:lnTo>
                <a:lnTo>
                  <a:pt x="737234" y="41882"/>
                </a:lnTo>
                <a:lnTo>
                  <a:pt x="737872" y="41959"/>
                </a:lnTo>
                <a:lnTo>
                  <a:pt x="738500" y="42052"/>
                </a:lnTo>
                <a:lnTo>
                  <a:pt x="739117" y="42163"/>
                </a:lnTo>
                <a:lnTo>
                  <a:pt x="739722" y="42290"/>
                </a:lnTo>
                <a:lnTo>
                  <a:pt x="740317" y="42435"/>
                </a:lnTo>
                <a:lnTo>
                  <a:pt x="740901" y="42596"/>
                </a:lnTo>
                <a:lnTo>
                  <a:pt x="741474" y="42775"/>
                </a:lnTo>
                <a:lnTo>
                  <a:pt x="742035" y="42970"/>
                </a:lnTo>
                <a:lnTo>
                  <a:pt x="742586" y="43182"/>
                </a:lnTo>
                <a:lnTo>
                  <a:pt x="743126" y="43412"/>
                </a:lnTo>
                <a:lnTo>
                  <a:pt x="743655" y="43658"/>
                </a:lnTo>
                <a:lnTo>
                  <a:pt x="744173" y="43922"/>
                </a:lnTo>
                <a:lnTo>
                  <a:pt x="744680" y="44202"/>
                </a:lnTo>
                <a:lnTo>
                  <a:pt x="745176" y="44499"/>
                </a:lnTo>
                <a:lnTo>
                  <a:pt x="745661" y="44814"/>
                </a:lnTo>
                <a:lnTo>
                  <a:pt x="746135" y="45145"/>
                </a:lnTo>
                <a:lnTo>
                  <a:pt x="746598" y="45493"/>
                </a:lnTo>
                <a:lnTo>
                  <a:pt x="747050" y="45859"/>
                </a:lnTo>
                <a:lnTo>
                  <a:pt x="747491" y="46241"/>
                </a:lnTo>
                <a:lnTo>
                  <a:pt x="747921" y="46641"/>
                </a:lnTo>
                <a:lnTo>
                  <a:pt x="748338" y="47054"/>
                </a:lnTo>
                <a:lnTo>
                  <a:pt x="748740" y="47481"/>
                </a:lnTo>
                <a:lnTo>
                  <a:pt x="749125" y="47920"/>
                </a:lnTo>
                <a:lnTo>
                  <a:pt x="749495" y="48372"/>
                </a:lnTo>
                <a:lnTo>
                  <a:pt x="749849" y="48836"/>
                </a:lnTo>
                <a:lnTo>
                  <a:pt x="750188" y="49313"/>
                </a:lnTo>
                <a:lnTo>
                  <a:pt x="750511" y="49802"/>
                </a:lnTo>
                <a:lnTo>
                  <a:pt x="750818" y="50304"/>
                </a:lnTo>
                <a:lnTo>
                  <a:pt x="751110" y="50819"/>
                </a:lnTo>
                <a:lnTo>
                  <a:pt x="751386" y="51346"/>
                </a:lnTo>
                <a:lnTo>
                  <a:pt x="751646" y="51886"/>
                </a:lnTo>
                <a:lnTo>
                  <a:pt x="751891" y="52438"/>
                </a:lnTo>
                <a:lnTo>
                  <a:pt x="752120" y="53003"/>
                </a:lnTo>
                <a:lnTo>
                  <a:pt x="752334" y="53580"/>
                </a:lnTo>
                <a:lnTo>
                  <a:pt x="752532" y="54170"/>
                </a:lnTo>
                <a:lnTo>
                  <a:pt x="752714" y="54773"/>
                </a:lnTo>
                <a:lnTo>
                  <a:pt x="752880" y="55388"/>
                </a:lnTo>
                <a:lnTo>
                  <a:pt x="753031" y="56016"/>
                </a:lnTo>
                <a:lnTo>
                  <a:pt x="753166" y="56657"/>
                </a:lnTo>
                <a:lnTo>
                  <a:pt x="753286" y="57310"/>
                </a:lnTo>
                <a:lnTo>
                  <a:pt x="753390" y="57975"/>
                </a:lnTo>
                <a:lnTo>
                  <a:pt x="753478" y="58653"/>
                </a:lnTo>
                <a:lnTo>
                  <a:pt x="753551" y="59344"/>
                </a:lnTo>
                <a:lnTo>
                  <a:pt x="753608" y="60047"/>
                </a:lnTo>
                <a:lnTo>
                  <a:pt x="767507" y="60047"/>
                </a:lnTo>
                <a:lnTo>
                  <a:pt x="767472" y="59217"/>
                </a:lnTo>
                <a:lnTo>
                  <a:pt x="767422" y="58398"/>
                </a:lnTo>
                <a:lnTo>
                  <a:pt x="767359" y="57591"/>
                </a:lnTo>
                <a:lnTo>
                  <a:pt x="767281" y="56797"/>
                </a:lnTo>
                <a:lnTo>
                  <a:pt x="767189" y="56014"/>
                </a:lnTo>
                <a:lnTo>
                  <a:pt x="767083" y="55244"/>
                </a:lnTo>
                <a:lnTo>
                  <a:pt x="766963" y="54486"/>
                </a:lnTo>
                <a:lnTo>
                  <a:pt x="766828" y="53740"/>
                </a:lnTo>
                <a:lnTo>
                  <a:pt x="766679" y="53006"/>
                </a:lnTo>
                <a:lnTo>
                  <a:pt x="766517" y="52284"/>
                </a:lnTo>
                <a:lnTo>
                  <a:pt x="766340" y="51574"/>
                </a:lnTo>
                <a:lnTo>
                  <a:pt x="766148" y="50876"/>
                </a:lnTo>
                <a:lnTo>
                  <a:pt x="765943" y="50190"/>
                </a:lnTo>
                <a:lnTo>
                  <a:pt x="765723" y="49516"/>
                </a:lnTo>
                <a:lnTo>
                  <a:pt x="765490" y="48855"/>
                </a:lnTo>
                <a:lnTo>
                  <a:pt x="765242" y="48205"/>
                </a:lnTo>
                <a:lnTo>
                  <a:pt x="764980" y="47568"/>
                </a:lnTo>
                <a:lnTo>
                  <a:pt x="764703" y="46942"/>
                </a:lnTo>
                <a:lnTo>
                  <a:pt x="764413" y="46329"/>
                </a:lnTo>
                <a:lnTo>
                  <a:pt x="764108" y="45728"/>
                </a:lnTo>
                <a:lnTo>
                  <a:pt x="763789" y="45139"/>
                </a:lnTo>
                <a:lnTo>
                  <a:pt x="763456" y="44562"/>
                </a:lnTo>
                <a:lnTo>
                  <a:pt x="763109" y="43997"/>
                </a:lnTo>
                <a:lnTo>
                  <a:pt x="762747" y="43444"/>
                </a:lnTo>
                <a:lnTo>
                  <a:pt x="762374" y="42902"/>
                </a:lnTo>
                <a:lnTo>
                  <a:pt x="761990" y="42372"/>
                </a:lnTo>
                <a:lnTo>
                  <a:pt x="761596" y="41854"/>
                </a:lnTo>
                <a:lnTo>
                  <a:pt x="761191" y="41347"/>
                </a:lnTo>
                <a:lnTo>
                  <a:pt x="760777" y="40852"/>
                </a:lnTo>
                <a:lnTo>
                  <a:pt x="760352" y="40368"/>
                </a:lnTo>
                <a:lnTo>
                  <a:pt x="759917" y="39895"/>
                </a:lnTo>
                <a:lnTo>
                  <a:pt x="759471" y="39434"/>
                </a:lnTo>
                <a:lnTo>
                  <a:pt x="759016" y="38985"/>
                </a:lnTo>
                <a:lnTo>
                  <a:pt x="758550" y="38547"/>
                </a:lnTo>
                <a:lnTo>
                  <a:pt x="758074" y="38121"/>
                </a:lnTo>
                <a:lnTo>
                  <a:pt x="757588" y="37706"/>
                </a:lnTo>
                <a:lnTo>
                  <a:pt x="757091" y="37302"/>
                </a:lnTo>
                <a:lnTo>
                  <a:pt x="756584" y="36910"/>
                </a:lnTo>
                <a:lnTo>
                  <a:pt x="756068" y="36529"/>
                </a:lnTo>
                <a:lnTo>
                  <a:pt x="755540" y="36160"/>
                </a:lnTo>
                <a:lnTo>
                  <a:pt x="755003" y="35803"/>
                </a:lnTo>
                <a:lnTo>
                  <a:pt x="754455" y="35457"/>
                </a:lnTo>
                <a:lnTo>
                  <a:pt x="753897" y="35122"/>
                </a:lnTo>
                <a:lnTo>
                  <a:pt x="753329" y="34799"/>
                </a:lnTo>
                <a:lnTo>
                  <a:pt x="752751" y="34487"/>
                </a:lnTo>
                <a:lnTo>
                  <a:pt x="752162" y="34187"/>
                </a:lnTo>
                <a:lnTo>
                  <a:pt x="751563" y="33898"/>
                </a:lnTo>
                <a:lnTo>
                  <a:pt x="750954" y="33621"/>
                </a:lnTo>
                <a:lnTo>
                  <a:pt x="750337" y="33355"/>
                </a:lnTo>
                <a:lnTo>
                  <a:pt x="749712" y="33100"/>
                </a:lnTo>
                <a:lnTo>
                  <a:pt x="749082" y="32857"/>
                </a:lnTo>
                <a:lnTo>
                  <a:pt x="748444" y="32625"/>
                </a:lnTo>
                <a:lnTo>
                  <a:pt x="747801" y="32404"/>
                </a:lnTo>
                <a:lnTo>
                  <a:pt x="747150" y="32195"/>
                </a:lnTo>
                <a:lnTo>
                  <a:pt x="746493" y="31997"/>
                </a:lnTo>
                <a:lnTo>
                  <a:pt x="745830" y="31810"/>
                </a:lnTo>
                <a:lnTo>
                  <a:pt x="745159" y="31635"/>
                </a:lnTo>
                <a:lnTo>
                  <a:pt x="744483" y="31470"/>
                </a:lnTo>
                <a:lnTo>
                  <a:pt x="743799" y="31318"/>
                </a:lnTo>
                <a:lnTo>
                  <a:pt x="743109" y="31176"/>
                </a:lnTo>
                <a:lnTo>
                  <a:pt x="742413" y="31046"/>
                </a:lnTo>
                <a:lnTo>
                  <a:pt x="741710" y="30927"/>
                </a:lnTo>
                <a:lnTo>
                  <a:pt x="741000" y="30819"/>
                </a:lnTo>
                <a:lnTo>
                  <a:pt x="740284" y="30723"/>
                </a:lnTo>
                <a:lnTo>
                  <a:pt x="739561" y="30638"/>
                </a:lnTo>
                <a:lnTo>
                  <a:pt x="738832" y="30565"/>
                </a:lnTo>
                <a:lnTo>
                  <a:pt x="738096" y="30503"/>
                </a:lnTo>
                <a:lnTo>
                  <a:pt x="737353" y="30452"/>
                </a:lnTo>
                <a:lnTo>
                  <a:pt x="736604" y="30412"/>
                </a:lnTo>
                <a:lnTo>
                  <a:pt x="735848" y="30384"/>
                </a:lnTo>
                <a:lnTo>
                  <a:pt x="735086" y="30367"/>
                </a:lnTo>
                <a:lnTo>
                  <a:pt x="734317" y="30361"/>
                </a:lnTo>
                <a:lnTo>
                  <a:pt x="733402" y="30370"/>
                </a:lnTo>
                <a:lnTo>
                  <a:pt x="732497" y="30396"/>
                </a:lnTo>
                <a:lnTo>
                  <a:pt x="731601" y="30439"/>
                </a:lnTo>
                <a:lnTo>
                  <a:pt x="730715" y="30500"/>
                </a:lnTo>
                <a:lnTo>
                  <a:pt x="729838" y="30579"/>
                </a:lnTo>
                <a:lnTo>
                  <a:pt x="728971" y="30674"/>
                </a:lnTo>
                <a:lnTo>
                  <a:pt x="728113" y="30787"/>
                </a:lnTo>
                <a:lnTo>
                  <a:pt x="727265" y="30918"/>
                </a:lnTo>
                <a:lnTo>
                  <a:pt x="726426" y="31066"/>
                </a:lnTo>
                <a:lnTo>
                  <a:pt x="725596" y="31231"/>
                </a:lnTo>
                <a:lnTo>
                  <a:pt x="724777" y="31414"/>
                </a:lnTo>
                <a:lnTo>
                  <a:pt x="723966" y="31614"/>
                </a:lnTo>
                <a:lnTo>
                  <a:pt x="723166" y="31832"/>
                </a:lnTo>
                <a:lnTo>
                  <a:pt x="722374" y="32067"/>
                </a:lnTo>
                <a:lnTo>
                  <a:pt x="721593" y="32319"/>
                </a:lnTo>
                <a:lnTo>
                  <a:pt x="720820" y="32589"/>
                </a:lnTo>
                <a:lnTo>
                  <a:pt x="720058" y="32876"/>
                </a:lnTo>
                <a:lnTo>
                  <a:pt x="719304" y="33181"/>
                </a:lnTo>
                <a:lnTo>
                  <a:pt x="718561" y="33503"/>
                </a:lnTo>
                <a:lnTo>
                  <a:pt x="717826" y="33842"/>
                </a:lnTo>
                <a:lnTo>
                  <a:pt x="717102" y="34199"/>
                </a:lnTo>
                <a:lnTo>
                  <a:pt x="716386" y="34573"/>
                </a:lnTo>
                <a:lnTo>
                  <a:pt x="715681" y="34965"/>
                </a:lnTo>
                <a:lnTo>
                  <a:pt x="714985" y="35374"/>
                </a:lnTo>
                <a:lnTo>
                  <a:pt x="714299" y="35800"/>
                </a:lnTo>
                <a:lnTo>
                  <a:pt x="713627" y="36243"/>
                </a:lnTo>
                <a:lnTo>
                  <a:pt x="712967" y="36704"/>
                </a:lnTo>
                <a:lnTo>
                  <a:pt x="712321" y="37181"/>
                </a:lnTo>
                <a:lnTo>
                  <a:pt x="711686" y="37676"/>
                </a:lnTo>
                <a:lnTo>
                  <a:pt x="711065" y="38188"/>
                </a:lnTo>
                <a:lnTo>
                  <a:pt x="710456" y="38717"/>
                </a:lnTo>
                <a:lnTo>
                  <a:pt x="709860" y="39263"/>
                </a:lnTo>
                <a:lnTo>
                  <a:pt x="709277" y="39826"/>
                </a:lnTo>
                <a:lnTo>
                  <a:pt x="708706" y="40406"/>
                </a:lnTo>
                <a:lnTo>
                  <a:pt x="708148" y="41004"/>
                </a:lnTo>
                <a:lnTo>
                  <a:pt x="707603" y="41618"/>
                </a:lnTo>
                <a:lnTo>
                  <a:pt x="707071" y="42249"/>
                </a:lnTo>
                <a:lnTo>
                  <a:pt x="706551" y="42898"/>
                </a:lnTo>
                <a:lnTo>
                  <a:pt x="706044" y="43564"/>
                </a:lnTo>
                <a:lnTo>
                  <a:pt x="705550" y="44247"/>
                </a:lnTo>
                <a:lnTo>
                  <a:pt x="705068" y="44947"/>
                </a:lnTo>
                <a:lnTo>
                  <a:pt x="704600" y="45664"/>
                </a:lnTo>
                <a:lnTo>
                  <a:pt x="704144" y="46398"/>
                </a:lnTo>
                <a:lnTo>
                  <a:pt x="703700" y="47149"/>
                </a:lnTo>
                <a:lnTo>
                  <a:pt x="703270" y="47917"/>
                </a:lnTo>
                <a:lnTo>
                  <a:pt x="702852" y="48703"/>
                </a:lnTo>
                <a:lnTo>
                  <a:pt x="702447" y="49505"/>
                </a:lnTo>
                <a:lnTo>
                  <a:pt x="702054" y="50325"/>
                </a:lnTo>
                <a:lnTo>
                  <a:pt x="701676" y="51161"/>
                </a:lnTo>
                <a:lnTo>
                  <a:pt x="701314" y="52013"/>
                </a:lnTo>
                <a:lnTo>
                  <a:pt x="700968" y="52882"/>
                </a:lnTo>
                <a:lnTo>
                  <a:pt x="700638" y="53766"/>
                </a:lnTo>
                <a:lnTo>
                  <a:pt x="700325" y="54667"/>
                </a:lnTo>
                <a:lnTo>
                  <a:pt x="700027" y="55584"/>
                </a:lnTo>
                <a:lnTo>
                  <a:pt x="699746" y="56517"/>
                </a:lnTo>
                <a:lnTo>
                  <a:pt x="699480" y="57467"/>
                </a:lnTo>
                <a:lnTo>
                  <a:pt x="699231" y="58432"/>
                </a:lnTo>
                <a:lnTo>
                  <a:pt x="698998" y="59414"/>
                </a:lnTo>
                <a:lnTo>
                  <a:pt x="698780" y="60412"/>
                </a:lnTo>
                <a:lnTo>
                  <a:pt x="698579" y="61426"/>
                </a:lnTo>
                <a:lnTo>
                  <a:pt x="698394" y="62456"/>
                </a:lnTo>
                <a:lnTo>
                  <a:pt x="698225" y="63502"/>
                </a:lnTo>
                <a:lnTo>
                  <a:pt x="698073" y="64565"/>
                </a:lnTo>
                <a:lnTo>
                  <a:pt x="697936" y="65644"/>
                </a:lnTo>
                <a:lnTo>
                  <a:pt x="697815" y="66739"/>
                </a:lnTo>
                <a:lnTo>
                  <a:pt x="697711" y="67850"/>
                </a:lnTo>
                <a:lnTo>
                  <a:pt x="697622" y="68977"/>
                </a:lnTo>
                <a:lnTo>
                  <a:pt x="697550" y="70121"/>
                </a:lnTo>
                <a:lnTo>
                  <a:pt x="697493" y="71280"/>
                </a:lnTo>
                <a:lnTo>
                  <a:pt x="697453" y="72456"/>
                </a:lnTo>
                <a:lnTo>
                  <a:pt x="697429" y="73648"/>
                </a:lnTo>
                <a:lnTo>
                  <a:pt x="697421" y="74856"/>
                </a:lnTo>
                <a:lnTo>
                  <a:pt x="697429" y="76064"/>
                </a:lnTo>
                <a:lnTo>
                  <a:pt x="697454" y="77256"/>
                </a:lnTo>
                <a:lnTo>
                  <a:pt x="697495" y="78431"/>
                </a:lnTo>
                <a:lnTo>
                  <a:pt x="697552" y="79589"/>
                </a:lnTo>
                <a:lnTo>
                  <a:pt x="697626" y="80731"/>
                </a:lnTo>
                <a:lnTo>
                  <a:pt x="697716" y="81856"/>
                </a:lnTo>
                <a:lnTo>
                  <a:pt x="697822" y="82964"/>
                </a:lnTo>
                <a:lnTo>
                  <a:pt x="697945" y="84056"/>
                </a:lnTo>
                <a:lnTo>
                  <a:pt x="698084" y="85131"/>
                </a:lnTo>
                <a:lnTo>
                  <a:pt x="698240" y="86189"/>
                </a:lnTo>
                <a:lnTo>
                  <a:pt x="698412" y="87231"/>
                </a:lnTo>
                <a:lnTo>
                  <a:pt x="698600" y="88256"/>
                </a:lnTo>
                <a:lnTo>
                  <a:pt x="698805" y="89265"/>
                </a:lnTo>
                <a:lnTo>
                  <a:pt x="699026" y="90257"/>
                </a:lnTo>
                <a:lnTo>
                  <a:pt x="699264" y="91232"/>
                </a:lnTo>
                <a:lnTo>
                  <a:pt x="699518" y="92191"/>
                </a:lnTo>
                <a:lnTo>
                  <a:pt x="699788" y="93133"/>
                </a:lnTo>
                <a:lnTo>
                  <a:pt x="700074" y="94058"/>
                </a:lnTo>
                <a:lnTo>
                  <a:pt x="700378" y="94967"/>
                </a:lnTo>
                <a:lnTo>
                  <a:pt x="700697" y="95859"/>
                </a:lnTo>
                <a:lnTo>
                  <a:pt x="701033" y="96734"/>
                </a:lnTo>
                <a:lnTo>
                  <a:pt x="701385" y="97593"/>
                </a:lnTo>
                <a:lnTo>
                  <a:pt x="701753" y="98435"/>
                </a:lnTo>
                <a:lnTo>
                  <a:pt x="702138" y="99261"/>
                </a:lnTo>
                <a:lnTo>
                  <a:pt x="702538" y="100070"/>
                </a:lnTo>
                <a:lnTo>
                  <a:pt x="702950" y="100861"/>
                </a:lnTo>
                <a:lnTo>
                  <a:pt x="703374" y="101636"/>
                </a:lnTo>
                <a:lnTo>
                  <a:pt x="703811" y="102394"/>
                </a:lnTo>
                <a:lnTo>
                  <a:pt x="704261" y="103134"/>
                </a:lnTo>
                <a:lnTo>
                  <a:pt x="704723" y="103858"/>
                </a:lnTo>
                <a:lnTo>
                  <a:pt x="705198" y="104565"/>
                </a:lnTo>
                <a:lnTo>
                  <a:pt x="705686" y="105255"/>
                </a:lnTo>
                <a:lnTo>
                  <a:pt x="706186" y="105928"/>
                </a:lnTo>
                <a:lnTo>
                  <a:pt x="706698" y="106584"/>
                </a:lnTo>
                <a:lnTo>
                  <a:pt x="707223" y="107223"/>
                </a:lnTo>
                <a:lnTo>
                  <a:pt x="707761" y="107846"/>
                </a:lnTo>
                <a:lnTo>
                  <a:pt x="708311" y="108451"/>
                </a:lnTo>
                <a:lnTo>
                  <a:pt x="708874" y="109039"/>
                </a:lnTo>
                <a:lnTo>
                  <a:pt x="709450" y="109611"/>
                </a:lnTo>
                <a:lnTo>
                  <a:pt x="710038" y="110165"/>
                </a:lnTo>
                <a:lnTo>
                  <a:pt x="710639" y="110703"/>
                </a:lnTo>
                <a:lnTo>
                  <a:pt x="711252" y="111223"/>
                </a:lnTo>
                <a:lnTo>
                  <a:pt x="711878" y="111727"/>
                </a:lnTo>
                <a:lnTo>
                  <a:pt x="712516" y="112213"/>
                </a:lnTo>
                <a:lnTo>
                  <a:pt x="713167" y="112683"/>
                </a:lnTo>
                <a:lnTo>
                  <a:pt x="713830" y="113136"/>
                </a:lnTo>
                <a:lnTo>
                  <a:pt x="714506" y="113572"/>
                </a:lnTo>
                <a:lnTo>
                  <a:pt x="715195" y="113991"/>
                </a:lnTo>
                <a:lnTo>
                  <a:pt x="715894" y="114393"/>
                </a:lnTo>
                <a:lnTo>
                  <a:pt x="716602" y="114777"/>
                </a:lnTo>
                <a:lnTo>
                  <a:pt x="717318" y="115145"/>
                </a:lnTo>
                <a:lnTo>
                  <a:pt x="718043" y="115495"/>
                </a:lnTo>
                <a:lnTo>
                  <a:pt x="718776" y="115828"/>
                </a:lnTo>
                <a:lnTo>
                  <a:pt x="719518" y="116145"/>
                </a:lnTo>
                <a:lnTo>
                  <a:pt x="720268" y="116444"/>
                </a:lnTo>
                <a:lnTo>
                  <a:pt x="721026" y="116726"/>
                </a:lnTo>
                <a:lnTo>
                  <a:pt x="721793" y="116991"/>
                </a:lnTo>
                <a:lnTo>
                  <a:pt x="722569" y="117239"/>
                </a:lnTo>
                <a:lnTo>
                  <a:pt x="723353" y="117470"/>
                </a:lnTo>
                <a:lnTo>
                  <a:pt x="724145" y="117683"/>
                </a:lnTo>
                <a:lnTo>
                  <a:pt x="724946" y="117880"/>
                </a:lnTo>
                <a:lnTo>
                  <a:pt x="725756" y="118059"/>
                </a:lnTo>
                <a:lnTo>
                  <a:pt x="726574" y="118222"/>
                </a:lnTo>
                <a:lnTo>
                  <a:pt x="727400" y="118367"/>
                </a:lnTo>
                <a:lnTo>
                  <a:pt x="728235" y="118495"/>
                </a:lnTo>
                <a:lnTo>
                  <a:pt x="729079" y="118606"/>
                </a:lnTo>
                <a:lnTo>
                  <a:pt x="729930" y="118700"/>
                </a:lnTo>
                <a:lnTo>
                  <a:pt x="730791" y="118777"/>
                </a:lnTo>
                <a:lnTo>
                  <a:pt x="731660" y="118837"/>
                </a:lnTo>
                <a:lnTo>
                  <a:pt x="732537" y="118880"/>
                </a:lnTo>
                <a:lnTo>
                  <a:pt x="733423" y="118905"/>
                </a:lnTo>
                <a:lnTo>
                  <a:pt x="734317" y="118914"/>
                </a:lnTo>
                <a:lnTo>
                  <a:pt x="735100" y="118908"/>
                </a:lnTo>
                <a:lnTo>
                  <a:pt x="735876" y="118890"/>
                </a:lnTo>
                <a:lnTo>
                  <a:pt x="736646" y="118860"/>
                </a:lnTo>
                <a:lnTo>
                  <a:pt x="737409" y="118819"/>
                </a:lnTo>
                <a:lnTo>
                  <a:pt x="738166" y="118765"/>
                </a:lnTo>
                <a:close/>
                <a:moveTo>
                  <a:pt x="263276" y="117396"/>
                </a:moveTo>
                <a:lnTo>
                  <a:pt x="263276" y="31879"/>
                </a:lnTo>
                <a:lnTo>
                  <a:pt x="249208" y="31879"/>
                </a:lnTo>
                <a:lnTo>
                  <a:pt x="249208" y="117396"/>
                </a:lnTo>
                <a:lnTo>
                  <a:pt x="263276" y="117396"/>
                </a:lnTo>
                <a:close/>
                <a:moveTo>
                  <a:pt x="1020267" y="16297"/>
                </a:moveTo>
                <a:lnTo>
                  <a:pt x="1020573" y="16261"/>
                </a:lnTo>
                <a:lnTo>
                  <a:pt x="1020874" y="16216"/>
                </a:lnTo>
                <a:lnTo>
                  <a:pt x="1021170" y="16164"/>
                </a:lnTo>
                <a:lnTo>
                  <a:pt x="1021460" y="16104"/>
                </a:lnTo>
                <a:lnTo>
                  <a:pt x="1021746" y="16035"/>
                </a:lnTo>
                <a:lnTo>
                  <a:pt x="1022026" y="15959"/>
                </a:lnTo>
                <a:lnTo>
                  <a:pt x="1022300" y="15874"/>
                </a:lnTo>
                <a:lnTo>
                  <a:pt x="1022570" y="15781"/>
                </a:lnTo>
                <a:lnTo>
                  <a:pt x="1022834" y="15681"/>
                </a:lnTo>
                <a:lnTo>
                  <a:pt x="1023093" y="15572"/>
                </a:lnTo>
                <a:lnTo>
                  <a:pt x="1023346" y="15455"/>
                </a:lnTo>
                <a:lnTo>
                  <a:pt x="1023595" y="15330"/>
                </a:lnTo>
                <a:lnTo>
                  <a:pt x="1023838" y="15198"/>
                </a:lnTo>
                <a:lnTo>
                  <a:pt x="1024075" y="15057"/>
                </a:lnTo>
                <a:lnTo>
                  <a:pt x="1024308" y="14908"/>
                </a:lnTo>
                <a:lnTo>
                  <a:pt x="1024535" y="14751"/>
                </a:lnTo>
                <a:lnTo>
                  <a:pt x="1024757" y="14586"/>
                </a:lnTo>
                <a:lnTo>
                  <a:pt x="1024974" y="14412"/>
                </a:lnTo>
                <a:lnTo>
                  <a:pt x="1025185" y="14231"/>
                </a:lnTo>
                <a:lnTo>
                  <a:pt x="1025392" y="14042"/>
                </a:lnTo>
                <a:lnTo>
                  <a:pt x="1025591" y="13847"/>
                </a:lnTo>
                <a:lnTo>
                  <a:pt x="1025782" y="13647"/>
                </a:lnTo>
                <a:lnTo>
                  <a:pt x="1025964" y="13443"/>
                </a:lnTo>
                <a:lnTo>
                  <a:pt x="1026138" y="13235"/>
                </a:lnTo>
                <a:lnTo>
                  <a:pt x="1026303" y="13023"/>
                </a:lnTo>
                <a:lnTo>
                  <a:pt x="1026460" y="12806"/>
                </a:lnTo>
                <a:lnTo>
                  <a:pt x="1026609" y="12585"/>
                </a:lnTo>
                <a:lnTo>
                  <a:pt x="1026749" y="12360"/>
                </a:lnTo>
                <a:lnTo>
                  <a:pt x="1026880" y="12131"/>
                </a:lnTo>
                <a:lnTo>
                  <a:pt x="1027003" y="11897"/>
                </a:lnTo>
                <a:lnTo>
                  <a:pt x="1027118" y="11659"/>
                </a:lnTo>
                <a:lnTo>
                  <a:pt x="1027224" y="11417"/>
                </a:lnTo>
                <a:lnTo>
                  <a:pt x="1027321" y="11171"/>
                </a:lnTo>
                <a:lnTo>
                  <a:pt x="1027410" y="10920"/>
                </a:lnTo>
                <a:lnTo>
                  <a:pt x="1027491" y="10665"/>
                </a:lnTo>
                <a:lnTo>
                  <a:pt x="1027563" y="10406"/>
                </a:lnTo>
                <a:lnTo>
                  <a:pt x="1027627" y="10143"/>
                </a:lnTo>
                <a:lnTo>
                  <a:pt x="1027682" y="9875"/>
                </a:lnTo>
                <a:lnTo>
                  <a:pt x="1027728" y="9603"/>
                </a:lnTo>
                <a:lnTo>
                  <a:pt x="1027767" y="9327"/>
                </a:lnTo>
                <a:lnTo>
                  <a:pt x="1027796" y="9047"/>
                </a:lnTo>
                <a:lnTo>
                  <a:pt x="1027818" y="8762"/>
                </a:lnTo>
                <a:lnTo>
                  <a:pt x="1027830" y="8474"/>
                </a:lnTo>
                <a:lnTo>
                  <a:pt x="1027834" y="8181"/>
                </a:lnTo>
                <a:lnTo>
                  <a:pt x="1027830" y="7888"/>
                </a:lnTo>
                <a:lnTo>
                  <a:pt x="1027818" y="7599"/>
                </a:lnTo>
                <a:lnTo>
                  <a:pt x="1027796" y="7314"/>
                </a:lnTo>
                <a:lnTo>
                  <a:pt x="1027767" y="7034"/>
                </a:lnTo>
                <a:lnTo>
                  <a:pt x="1027728" y="6758"/>
                </a:lnTo>
                <a:lnTo>
                  <a:pt x="1027682" y="6486"/>
                </a:lnTo>
                <a:lnTo>
                  <a:pt x="1027627" y="6218"/>
                </a:lnTo>
                <a:lnTo>
                  <a:pt x="1027563" y="5955"/>
                </a:lnTo>
                <a:lnTo>
                  <a:pt x="1027491" y="5696"/>
                </a:lnTo>
                <a:lnTo>
                  <a:pt x="1027410" y="5441"/>
                </a:lnTo>
                <a:lnTo>
                  <a:pt x="1027321" y="5191"/>
                </a:lnTo>
                <a:lnTo>
                  <a:pt x="1027224" y="4944"/>
                </a:lnTo>
                <a:lnTo>
                  <a:pt x="1027118" y="4702"/>
                </a:lnTo>
                <a:lnTo>
                  <a:pt x="1027003" y="4464"/>
                </a:lnTo>
                <a:lnTo>
                  <a:pt x="1026880" y="4231"/>
                </a:lnTo>
                <a:lnTo>
                  <a:pt x="1026749" y="4001"/>
                </a:lnTo>
                <a:lnTo>
                  <a:pt x="1026609" y="3776"/>
                </a:lnTo>
                <a:lnTo>
                  <a:pt x="1026460" y="3555"/>
                </a:lnTo>
                <a:lnTo>
                  <a:pt x="1026303" y="3339"/>
                </a:lnTo>
                <a:lnTo>
                  <a:pt x="1026138" y="3126"/>
                </a:lnTo>
                <a:lnTo>
                  <a:pt x="1025964" y="2918"/>
                </a:lnTo>
                <a:lnTo>
                  <a:pt x="1025782" y="2714"/>
                </a:lnTo>
                <a:lnTo>
                  <a:pt x="1025591" y="2515"/>
                </a:lnTo>
                <a:lnTo>
                  <a:pt x="1025392" y="2319"/>
                </a:lnTo>
                <a:lnTo>
                  <a:pt x="1025185" y="2130"/>
                </a:lnTo>
                <a:lnTo>
                  <a:pt x="1024974" y="1949"/>
                </a:lnTo>
                <a:lnTo>
                  <a:pt x="1024757" y="1776"/>
                </a:lnTo>
                <a:lnTo>
                  <a:pt x="1024535" y="1611"/>
                </a:lnTo>
                <a:lnTo>
                  <a:pt x="1024308" y="1454"/>
                </a:lnTo>
                <a:lnTo>
                  <a:pt x="1024075" y="1305"/>
                </a:lnTo>
                <a:lnTo>
                  <a:pt x="1023838" y="1164"/>
                </a:lnTo>
                <a:lnTo>
                  <a:pt x="1023595" y="1031"/>
                </a:lnTo>
                <a:lnTo>
                  <a:pt x="1023346" y="906"/>
                </a:lnTo>
                <a:lnTo>
                  <a:pt x="1023093" y="789"/>
                </a:lnTo>
                <a:lnTo>
                  <a:pt x="1022834" y="680"/>
                </a:lnTo>
                <a:lnTo>
                  <a:pt x="1022570" y="580"/>
                </a:lnTo>
                <a:lnTo>
                  <a:pt x="1022300" y="487"/>
                </a:lnTo>
                <a:lnTo>
                  <a:pt x="1022026" y="403"/>
                </a:lnTo>
                <a:lnTo>
                  <a:pt x="1021746" y="326"/>
                </a:lnTo>
                <a:lnTo>
                  <a:pt x="1021460" y="258"/>
                </a:lnTo>
                <a:lnTo>
                  <a:pt x="1021170" y="197"/>
                </a:lnTo>
                <a:lnTo>
                  <a:pt x="1020874" y="145"/>
                </a:lnTo>
                <a:lnTo>
                  <a:pt x="1020573" y="101"/>
                </a:lnTo>
                <a:lnTo>
                  <a:pt x="1020267" y="64"/>
                </a:lnTo>
                <a:lnTo>
                  <a:pt x="1019956" y="36"/>
                </a:lnTo>
                <a:lnTo>
                  <a:pt x="1019639" y="16"/>
                </a:lnTo>
                <a:lnTo>
                  <a:pt x="1019317" y="4"/>
                </a:lnTo>
                <a:lnTo>
                  <a:pt x="1018990" y="0"/>
                </a:lnTo>
                <a:lnTo>
                  <a:pt x="1018655" y="4"/>
                </a:lnTo>
                <a:lnTo>
                  <a:pt x="1018327" y="16"/>
                </a:lnTo>
                <a:lnTo>
                  <a:pt x="1018005" y="36"/>
                </a:lnTo>
                <a:lnTo>
                  <a:pt x="1017689" y="64"/>
                </a:lnTo>
                <a:lnTo>
                  <a:pt x="1017378" y="101"/>
                </a:lnTo>
                <a:lnTo>
                  <a:pt x="1017073" y="145"/>
                </a:lnTo>
                <a:lnTo>
                  <a:pt x="1016774" y="197"/>
                </a:lnTo>
                <a:lnTo>
                  <a:pt x="1016481" y="258"/>
                </a:lnTo>
                <a:lnTo>
                  <a:pt x="1016194" y="326"/>
                </a:lnTo>
                <a:lnTo>
                  <a:pt x="1015913" y="403"/>
                </a:lnTo>
                <a:lnTo>
                  <a:pt x="1015637" y="487"/>
                </a:lnTo>
                <a:lnTo>
                  <a:pt x="1015367" y="580"/>
                </a:lnTo>
                <a:lnTo>
                  <a:pt x="1015103" y="680"/>
                </a:lnTo>
                <a:lnTo>
                  <a:pt x="1014845" y="789"/>
                </a:lnTo>
                <a:lnTo>
                  <a:pt x="1014593" y="906"/>
                </a:lnTo>
                <a:lnTo>
                  <a:pt x="1014347" y="1031"/>
                </a:lnTo>
                <a:lnTo>
                  <a:pt x="1014107" y="1164"/>
                </a:lnTo>
                <a:lnTo>
                  <a:pt x="1013872" y="1305"/>
                </a:lnTo>
                <a:lnTo>
                  <a:pt x="1013643" y="1454"/>
                </a:lnTo>
                <a:lnTo>
                  <a:pt x="1013420" y="1611"/>
                </a:lnTo>
                <a:lnTo>
                  <a:pt x="1013203" y="1776"/>
                </a:lnTo>
                <a:lnTo>
                  <a:pt x="1012992" y="1949"/>
                </a:lnTo>
                <a:lnTo>
                  <a:pt x="1012787" y="2130"/>
                </a:lnTo>
                <a:lnTo>
                  <a:pt x="1012587" y="2319"/>
                </a:lnTo>
                <a:lnTo>
                  <a:pt x="1012395" y="2515"/>
                </a:lnTo>
                <a:lnTo>
                  <a:pt x="1012211" y="2714"/>
                </a:lnTo>
                <a:lnTo>
                  <a:pt x="1012035" y="2918"/>
                </a:lnTo>
                <a:lnTo>
                  <a:pt x="1011867" y="3126"/>
                </a:lnTo>
                <a:lnTo>
                  <a:pt x="1011707" y="3339"/>
                </a:lnTo>
                <a:lnTo>
                  <a:pt x="1011556" y="3555"/>
                </a:lnTo>
                <a:lnTo>
                  <a:pt x="1011412" y="3776"/>
                </a:lnTo>
                <a:lnTo>
                  <a:pt x="1011277" y="4001"/>
                </a:lnTo>
                <a:lnTo>
                  <a:pt x="1011150" y="4231"/>
                </a:lnTo>
                <a:lnTo>
                  <a:pt x="1011031" y="4464"/>
                </a:lnTo>
                <a:lnTo>
                  <a:pt x="1010921" y="4702"/>
                </a:lnTo>
                <a:lnTo>
                  <a:pt x="1010818" y="4944"/>
                </a:lnTo>
                <a:lnTo>
                  <a:pt x="1010724" y="5191"/>
                </a:lnTo>
                <a:lnTo>
                  <a:pt x="1010638" y="5441"/>
                </a:lnTo>
                <a:lnTo>
                  <a:pt x="1010560" y="5696"/>
                </a:lnTo>
                <a:lnTo>
                  <a:pt x="1010491" y="5955"/>
                </a:lnTo>
                <a:lnTo>
                  <a:pt x="1010429" y="6218"/>
                </a:lnTo>
                <a:lnTo>
                  <a:pt x="1010376" y="6486"/>
                </a:lnTo>
                <a:lnTo>
                  <a:pt x="1010331" y="6758"/>
                </a:lnTo>
                <a:lnTo>
                  <a:pt x="1010294" y="7034"/>
                </a:lnTo>
                <a:lnTo>
                  <a:pt x="1010266" y="7314"/>
                </a:lnTo>
                <a:lnTo>
                  <a:pt x="1010245" y="7599"/>
                </a:lnTo>
                <a:lnTo>
                  <a:pt x="1010233" y="7888"/>
                </a:lnTo>
                <a:lnTo>
                  <a:pt x="1010229" y="8181"/>
                </a:lnTo>
                <a:lnTo>
                  <a:pt x="1010233" y="8474"/>
                </a:lnTo>
                <a:lnTo>
                  <a:pt x="1010245" y="8762"/>
                </a:lnTo>
                <a:lnTo>
                  <a:pt x="1010266" y="9047"/>
                </a:lnTo>
                <a:lnTo>
                  <a:pt x="1010294" y="9327"/>
                </a:lnTo>
                <a:lnTo>
                  <a:pt x="1010331" y="9603"/>
                </a:lnTo>
                <a:lnTo>
                  <a:pt x="1010376" y="9875"/>
                </a:lnTo>
                <a:lnTo>
                  <a:pt x="1010429" y="10143"/>
                </a:lnTo>
                <a:lnTo>
                  <a:pt x="1010491" y="10406"/>
                </a:lnTo>
                <a:lnTo>
                  <a:pt x="1010560" y="10665"/>
                </a:lnTo>
                <a:lnTo>
                  <a:pt x="1010638" y="10920"/>
                </a:lnTo>
                <a:lnTo>
                  <a:pt x="1010724" y="11171"/>
                </a:lnTo>
                <a:lnTo>
                  <a:pt x="1010818" y="11417"/>
                </a:lnTo>
                <a:lnTo>
                  <a:pt x="1010921" y="11659"/>
                </a:lnTo>
                <a:lnTo>
                  <a:pt x="1011031" y="11897"/>
                </a:lnTo>
                <a:lnTo>
                  <a:pt x="1011150" y="12131"/>
                </a:lnTo>
                <a:lnTo>
                  <a:pt x="1011277" y="12360"/>
                </a:lnTo>
                <a:lnTo>
                  <a:pt x="1011412" y="12585"/>
                </a:lnTo>
                <a:lnTo>
                  <a:pt x="1011556" y="12806"/>
                </a:lnTo>
                <a:lnTo>
                  <a:pt x="1011707" y="13023"/>
                </a:lnTo>
                <a:lnTo>
                  <a:pt x="1011867" y="13235"/>
                </a:lnTo>
                <a:lnTo>
                  <a:pt x="1012035" y="13443"/>
                </a:lnTo>
                <a:lnTo>
                  <a:pt x="1012211" y="13647"/>
                </a:lnTo>
                <a:lnTo>
                  <a:pt x="1012395" y="13847"/>
                </a:lnTo>
                <a:lnTo>
                  <a:pt x="1012587" y="14042"/>
                </a:lnTo>
                <a:lnTo>
                  <a:pt x="1012787" y="14231"/>
                </a:lnTo>
                <a:lnTo>
                  <a:pt x="1012992" y="14412"/>
                </a:lnTo>
                <a:lnTo>
                  <a:pt x="1013203" y="14586"/>
                </a:lnTo>
                <a:lnTo>
                  <a:pt x="1013420" y="14751"/>
                </a:lnTo>
                <a:lnTo>
                  <a:pt x="1013643" y="14908"/>
                </a:lnTo>
                <a:lnTo>
                  <a:pt x="1013872" y="15057"/>
                </a:lnTo>
                <a:lnTo>
                  <a:pt x="1014107" y="15198"/>
                </a:lnTo>
                <a:lnTo>
                  <a:pt x="1014347" y="15330"/>
                </a:lnTo>
                <a:lnTo>
                  <a:pt x="1014593" y="15455"/>
                </a:lnTo>
                <a:lnTo>
                  <a:pt x="1014845" y="15572"/>
                </a:lnTo>
                <a:lnTo>
                  <a:pt x="1015103" y="15681"/>
                </a:lnTo>
                <a:lnTo>
                  <a:pt x="1015367" y="15781"/>
                </a:lnTo>
                <a:lnTo>
                  <a:pt x="1015637" y="15874"/>
                </a:lnTo>
                <a:lnTo>
                  <a:pt x="1015913" y="15959"/>
                </a:lnTo>
                <a:lnTo>
                  <a:pt x="1016194" y="16035"/>
                </a:lnTo>
                <a:lnTo>
                  <a:pt x="1016481" y="16104"/>
                </a:lnTo>
                <a:lnTo>
                  <a:pt x="1016774" y="16164"/>
                </a:lnTo>
                <a:lnTo>
                  <a:pt x="1017073" y="16216"/>
                </a:lnTo>
                <a:lnTo>
                  <a:pt x="1017378" y="16261"/>
                </a:lnTo>
                <a:lnTo>
                  <a:pt x="1017689" y="16297"/>
                </a:lnTo>
                <a:lnTo>
                  <a:pt x="1018005" y="16325"/>
                </a:lnTo>
                <a:lnTo>
                  <a:pt x="1018327" y="16345"/>
                </a:lnTo>
                <a:lnTo>
                  <a:pt x="1018655" y="16357"/>
                </a:lnTo>
                <a:lnTo>
                  <a:pt x="1018990" y="16361"/>
                </a:lnTo>
                <a:lnTo>
                  <a:pt x="1019317" y="16357"/>
                </a:lnTo>
                <a:lnTo>
                  <a:pt x="1019639" y="16345"/>
                </a:lnTo>
                <a:lnTo>
                  <a:pt x="1019956" y="16325"/>
                </a:lnTo>
                <a:lnTo>
                  <a:pt x="1020267" y="16297"/>
                </a:lnTo>
                <a:close/>
                <a:moveTo>
                  <a:pt x="1178274" y="38050"/>
                </a:moveTo>
                <a:lnTo>
                  <a:pt x="1178574" y="37750"/>
                </a:lnTo>
                <a:lnTo>
                  <a:pt x="1178880" y="37464"/>
                </a:lnTo>
                <a:lnTo>
                  <a:pt x="1179191" y="37190"/>
                </a:lnTo>
                <a:lnTo>
                  <a:pt x="1179507" y="36929"/>
                </a:lnTo>
                <a:lnTo>
                  <a:pt x="1179830" y="36680"/>
                </a:lnTo>
                <a:lnTo>
                  <a:pt x="1180157" y="36445"/>
                </a:lnTo>
                <a:lnTo>
                  <a:pt x="1180491" y="36222"/>
                </a:lnTo>
                <a:lnTo>
                  <a:pt x="1180829" y="36012"/>
                </a:lnTo>
                <a:lnTo>
                  <a:pt x="1181174" y="35814"/>
                </a:lnTo>
                <a:lnTo>
                  <a:pt x="1181524" y="35629"/>
                </a:lnTo>
                <a:lnTo>
                  <a:pt x="1181879" y="35457"/>
                </a:lnTo>
                <a:lnTo>
                  <a:pt x="1182240" y="35298"/>
                </a:lnTo>
                <a:lnTo>
                  <a:pt x="1182607" y="35152"/>
                </a:lnTo>
                <a:lnTo>
                  <a:pt x="1182979" y="35018"/>
                </a:lnTo>
                <a:lnTo>
                  <a:pt x="1183357" y="34897"/>
                </a:lnTo>
                <a:lnTo>
                  <a:pt x="1183740" y="34789"/>
                </a:lnTo>
                <a:lnTo>
                  <a:pt x="1184128" y="34689"/>
                </a:lnTo>
                <a:lnTo>
                  <a:pt x="1184519" y="34593"/>
                </a:lnTo>
                <a:lnTo>
                  <a:pt x="1184913" y="34502"/>
                </a:lnTo>
                <a:lnTo>
                  <a:pt x="1185310" y="34415"/>
                </a:lnTo>
                <a:lnTo>
                  <a:pt x="1185711" y="34332"/>
                </a:lnTo>
                <a:lnTo>
                  <a:pt x="1186115" y="34254"/>
                </a:lnTo>
                <a:lnTo>
                  <a:pt x="1186522" y="34179"/>
                </a:lnTo>
                <a:lnTo>
                  <a:pt x="1186932" y="34109"/>
                </a:lnTo>
                <a:lnTo>
                  <a:pt x="1187345" y="34043"/>
                </a:lnTo>
                <a:lnTo>
                  <a:pt x="1187762" y="33982"/>
                </a:lnTo>
                <a:lnTo>
                  <a:pt x="1188182" y="33925"/>
                </a:lnTo>
                <a:lnTo>
                  <a:pt x="1188605" y="33872"/>
                </a:lnTo>
                <a:lnTo>
                  <a:pt x="1189031" y="33823"/>
                </a:lnTo>
                <a:lnTo>
                  <a:pt x="1189461" y="33778"/>
                </a:lnTo>
                <a:lnTo>
                  <a:pt x="1189894" y="33738"/>
                </a:lnTo>
                <a:lnTo>
                  <a:pt x="1190330" y="33702"/>
                </a:lnTo>
                <a:lnTo>
                  <a:pt x="1190769" y="33670"/>
                </a:lnTo>
                <a:lnTo>
                  <a:pt x="1191211" y="33642"/>
                </a:lnTo>
                <a:lnTo>
                  <a:pt x="1191657" y="33619"/>
                </a:lnTo>
                <a:lnTo>
                  <a:pt x="1192106" y="33600"/>
                </a:lnTo>
                <a:lnTo>
                  <a:pt x="1192558" y="33585"/>
                </a:lnTo>
                <a:lnTo>
                  <a:pt x="1193013" y="33574"/>
                </a:lnTo>
                <a:lnTo>
                  <a:pt x="1193471" y="33568"/>
                </a:lnTo>
                <a:lnTo>
                  <a:pt x="1193933" y="33566"/>
                </a:lnTo>
                <a:lnTo>
                  <a:pt x="1193933" y="21674"/>
                </a:lnTo>
                <a:lnTo>
                  <a:pt x="1193201" y="21700"/>
                </a:lnTo>
                <a:lnTo>
                  <a:pt x="1192480" y="21735"/>
                </a:lnTo>
                <a:lnTo>
                  <a:pt x="1191770" y="21778"/>
                </a:lnTo>
                <a:lnTo>
                  <a:pt x="1191070" y="21831"/>
                </a:lnTo>
                <a:lnTo>
                  <a:pt x="1190381" y="21893"/>
                </a:lnTo>
                <a:lnTo>
                  <a:pt x="1189703" y="21964"/>
                </a:lnTo>
                <a:lnTo>
                  <a:pt x="1189035" y="22044"/>
                </a:lnTo>
                <a:lnTo>
                  <a:pt x="1188378" y="22134"/>
                </a:lnTo>
                <a:lnTo>
                  <a:pt x="1187732" y="22232"/>
                </a:lnTo>
                <a:lnTo>
                  <a:pt x="1187096" y="22339"/>
                </a:lnTo>
                <a:lnTo>
                  <a:pt x="1186471" y="22456"/>
                </a:lnTo>
                <a:lnTo>
                  <a:pt x="1185857" y="22581"/>
                </a:lnTo>
                <a:lnTo>
                  <a:pt x="1185253" y="22716"/>
                </a:lnTo>
                <a:lnTo>
                  <a:pt x="1184660" y="22859"/>
                </a:lnTo>
                <a:lnTo>
                  <a:pt x="1184078" y="23012"/>
                </a:lnTo>
                <a:lnTo>
                  <a:pt x="1183506" y="23174"/>
                </a:lnTo>
                <a:lnTo>
                  <a:pt x="1182945" y="23345"/>
                </a:lnTo>
                <a:lnTo>
                  <a:pt x="1182395" y="23525"/>
                </a:lnTo>
                <a:lnTo>
                  <a:pt x="1181856" y="23714"/>
                </a:lnTo>
                <a:lnTo>
                  <a:pt x="1181327" y="23912"/>
                </a:lnTo>
                <a:lnTo>
                  <a:pt x="1180808" y="24119"/>
                </a:lnTo>
                <a:lnTo>
                  <a:pt x="1180301" y="24335"/>
                </a:lnTo>
                <a:lnTo>
                  <a:pt x="1179804" y="24560"/>
                </a:lnTo>
                <a:lnTo>
                  <a:pt x="1179318" y="24795"/>
                </a:lnTo>
                <a:lnTo>
                  <a:pt x="1178842" y="25043"/>
                </a:lnTo>
                <a:lnTo>
                  <a:pt x="1178375" y="25308"/>
                </a:lnTo>
                <a:lnTo>
                  <a:pt x="1177917" y="25591"/>
                </a:lnTo>
                <a:lnTo>
                  <a:pt x="1177468" y="25891"/>
                </a:lnTo>
                <a:lnTo>
                  <a:pt x="1177029" y="26209"/>
                </a:lnTo>
                <a:lnTo>
                  <a:pt x="1176599" y="26545"/>
                </a:lnTo>
                <a:lnTo>
                  <a:pt x="1176178" y="26898"/>
                </a:lnTo>
                <a:lnTo>
                  <a:pt x="1175766" y="27269"/>
                </a:lnTo>
                <a:lnTo>
                  <a:pt x="1175363" y="27657"/>
                </a:lnTo>
                <a:lnTo>
                  <a:pt x="1174970" y="28063"/>
                </a:lnTo>
                <a:lnTo>
                  <a:pt x="1174586" y="28486"/>
                </a:lnTo>
                <a:lnTo>
                  <a:pt x="1174211" y="28927"/>
                </a:lnTo>
                <a:lnTo>
                  <a:pt x="1173845" y="29386"/>
                </a:lnTo>
                <a:lnTo>
                  <a:pt x="1173489" y="29862"/>
                </a:lnTo>
                <a:lnTo>
                  <a:pt x="1173142" y="30356"/>
                </a:lnTo>
                <a:lnTo>
                  <a:pt x="1172803" y="30867"/>
                </a:lnTo>
                <a:lnTo>
                  <a:pt x="1172475" y="31396"/>
                </a:lnTo>
                <a:lnTo>
                  <a:pt x="1172155" y="31942"/>
                </a:lnTo>
                <a:lnTo>
                  <a:pt x="1171845" y="32506"/>
                </a:lnTo>
                <a:lnTo>
                  <a:pt x="1171543" y="33088"/>
                </a:lnTo>
                <a:lnTo>
                  <a:pt x="1171251" y="33687"/>
                </a:lnTo>
                <a:lnTo>
                  <a:pt x="1170969" y="34304"/>
                </a:lnTo>
                <a:lnTo>
                  <a:pt x="1170695" y="34938"/>
                </a:lnTo>
                <a:lnTo>
                  <a:pt x="1170669" y="35002"/>
                </a:lnTo>
                <a:lnTo>
                  <a:pt x="1170367" y="34851"/>
                </a:lnTo>
                <a:lnTo>
                  <a:pt x="1169774" y="34575"/>
                </a:lnTo>
                <a:lnTo>
                  <a:pt x="1169170" y="34312"/>
                </a:lnTo>
                <a:lnTo>
                  <a:pt x="1168554" y="34063"/>
                </a:lnTo>
                <a:lnTo>
                  <a:pt x="1167926" y="33827"/>
                </a:lnTo>
                <a:lnTo>
                  <a:pt x="1167286" y="33604"/>
                </a:lnTo>
                <a:lnTo>
                  <a:pt x="1166634" y="33396"/>
                </a:lnTo>
                <a:lnTo>
                  <a:pt x="1165971" y="33200"/>
                </a:lnTo>
                <a:lnTo>
                  <a:pt x="1165295" y="33018"/>
                </a:lnTo>
                <a:lnTo>
                  <a:pt x="1164608" y="32850"/>
                </a:lnTo>
                <a:lnTo>
                  <a:pt x="1163909" y="32695"/>
                </a:lnTo>
                <a:lnTo>
                  <a:pt x="1163198" y="32553"/>
                </a:lnTo>
                <a:lnTo>
                  <a:pt x="1162475" y="32425"/>
                </a:lnTo>
                <a:lnTo>
                  <a:pt x="1161740" y="32310"/>
                </a:lnTo>
                <a:lnTo>
                  <a:pt x="1160994" y="32209"/>
                </a:lnTo>
                <a:lnTo>
                  <a:pt x="1160235" y="32122"/>
                </a:lnTo>
                <a:lnTo>
                  <a:pt x="1159465" y="32048"/>
                </a:lnTo>
                <a:lnTo>
                  <a:pt x="1158683" y="31987"/>
                </a:lnTo>
                <a:lnTo>
                  <a:pt x="1157889" y="31940"/>
                </a:lnTo>
                <a:lnTo>
                  <a:pt x="1157083" y="31906"/>
                </a:lnTo>
                <a:lnTo>
                  <a:pt x="1156266" y="31886"/>
                </a:lnTo>
                <a:lnTo>
                  <a:pt x="1155436" y="31879"/>
                </a:lnTo>
                <a:lnTo>
                  <a:pt x="1154628" y="31886"/>
                </a:lnTo>
                <a:lnTo>
                  <a:pt x="1153829" y="31906"/>
                </a:lnTo>
                <a:lnTo>
                  <a:pt x="1153042" y="31940"/>
                </a:lnTo>
                <a:lnTo>
                  <a:pt x="1152265" y="31987"/>
                </a:lnTo>
                <a:lnTo>
                  <a:pt x="1151498" y="32048"/>
                </a:lnTo>
                <a:lnTo>
                  <a:pt x="1150743" y="32122"/>
                </a:lnTo>
                <a:lnTo>
                  <a:pt x="1149998" y="32209"/>
                </a:lnTo>
                <a:lnTo>
                  <a:pt x="1149264" y="32310"/>
                </a:lnTo>
                <a:lnTo>
                  <a:pt x="1148540" y="32425"/>
                </a:lnTo>
                <a:lnTo>
                  <a:pt x="1147827" y="32553"/>
                </a:lnTo>
                <a:lnTo>
                  <a:pt x="1147125" y="32695"/>
                </a:lnTo>
                <a:lnTo>
                  <a:pt x="1146434" y="32850"/>
                </a:lnTo>
                <a:lnTo>
                  <a:pt x="1145753" y="33018"/>
                </a:lnTo>
                <a:lnTo>
                  <a:pt x="1145083" y="33200"/>
                </a:lnTo>
                <a:lnTo>
                  <a:pt x="1144423" y="33396"/>
                </a:lnTo>
                <a:lnTo>
                  <a:pt x="1143774" y="33604"/>
                </a:lnTo>
                <a:lnTo>
                  <a:pt x="1143136" y="33827"/>
                </a:lnTo>
                <a:lnTo>
                  <a:pt x="1142509" y="34063"/>
                </a:lnTo>
                <a:lnTo>
                  <a:pt x="1141892" y="34312"/>
                </a:lnTo>
                <a:lnTo>
                  <a:pt x="1141286" y="34575"/>
                </a:lnTo>
                <a:lnTo>
                  <a:pt x="1140690" y="34851"/>
                </a:lnTo>
                <a:lnTo>
                  <a:pt x="1140106" y="35141"/>
                </a:lnTo>
                <a:lnTo>
                  <a:pt x="1139531" y="35444"/>
                </a:lnTo>
                <a:lnTo>
                  <a:pt x="1138968" y="35761"/>
                </a:lnTo>
                <a:lnTo>
                  <a:pt x="1138416" y="36089"/>
                </a:lnTo>
                <a:lnTo>
                  <a:pt x="1137874" y="36426"/>
                </a:lnTo>
                <a:lnTo>
                  <a:pt x="1137344" y="36773"/>
                </a:lnTo>
                <a:lnTo>
                  <a:pt x="1136825" y="37129"/>
                </a:lnTo>
                <a:lnTo>
                  <a:pt x="1136317" y="37494"/>
                </a:lnTo>
                <a:lnTo>
                  <a:pt x="1135820" y="37868"/>
                </a:lnTo>
                <a:lnTo>
                  <a:pt x="1135334" y="38252"/>
                </a:lnTo>
                <a:lnTo>
                  <a:pt x="1134859" y="38645"/>
                </a:lnTo>
                <a:lnTo>
                  <a:pt x="1134395" y="39047"/>
                </a:lnTo>
                <a:lnTo>
                  <a:pt x="1133943" y="39458"/>
                </a:lnTo>
                <a:lnTo>
                  <a:pt x="1133502" y="39879"/>
                </a:lnTo>
                <a:lnTo>
                  <a:pt x="1133071" y="40309"/>
                </a:lnTo>
                <a:lnTo>
                  <a:pt x="1132652" y="40749"/>
                </a:lnTo>
                <a:lnTo>
                  <a:pt x="1132244" y="41197"/>
                </a:lnTo>
                <a:lnTo>
                  <a:pt x="1131847" y="41655"/>
                </a:lnTo>
                <a:lnTo>
                  <a:pt x="1131462" y="42123"/>
                </a:lnTo>
                <a:lnTo>
                  <a:pt x="1131087" y="42599"/>
                </a:lnTo>
                <a:lnTo>
                  <a:pt x="1130723" y="43085"/>
                </a:lnTo>
                <a:lnTo>
                  <a:pt x="1130371" y="43580"/>
                </a:lnTo>
                <a:lnTo>
                  <a:pt x="1130029" y="44085"/>
                </a:lnTo>
                <a:lnTo>
                  <a:pt x="1129699" y="44598"/>
                </a:lnTo>
                <a:lnTo>
                  <a:pt x="1129380" y="45121"/>
                </a:lnTo>
                <a:lnTo>
                  <a:pt x="1129072" y="45654"/>
                </a:lnTo>
                <a:lnTo>
                  <a:pt x="1128775" y="46195"/>
                </a:lnTo>
                <a:lnTo>
                  <a:pt x="1128490" y="46744"/>
                </a:lnTo>
                <a:lnTo>
                  <a:pt x="1128217" y="47297"/>
                </a:lnTo>
                <a:lnTo>
                  <a:pt x="1127956" y="47856"/>
                </a:lnTo>
                <a:lnTo>
                  <a:pt x="1127707" y="48420"/>
                </a:lnTo>
                <a:lnTo>
                  <a:pt x="1127470" y="48989"/>
                </a:lnTo>
                <a:lnTo>
                  <a:pt x="1127246" y="49563"/>
                </a:lnTo>
                <a:lnTo>
                  <a:pt x="1127033" y="50142"/>
                </a:lnTo>
                <a:lnTo>
                  <a:pt x="1126833" y="50726"/>
                </a:lnTo>
                <a:lnTo>
                  <a:pt x="1126645" y="51315"/>
                </a:lnTo>
                <a:lnTo>
                  <a:pt x="1126469" y="51910"/>
                </a:lnTo>
                <a:lnTo>
                  <a:pt x="1126305" y="52509"/>
                </a:lnTo>
                <a:lnTo>
                  <a:pt x="1126153" y="53114"/>
                </a:lnTo>
                <a:lnTo>
                  <a:pt x="1126014" y="53724"/>
                </a:lnTo>
                <a:lnTo>
                  <a:pt x="1125886" y="54338"/>
                </a:lnTo>
                <a:lnTo>
                  <a:pt x="1125771" y="54958"/>
                </a:lnTo>
                <a:lnTo>
                  <a:pt x="1125668" y="55583"/>
                </a:lnTo>
                <a:lnTo>
                  <a:pt x="1125577" y="56213"/>
                </a:lnTo>
                <a:lnTo>
                  <a:pt x="1125498" y="56849"/>
                </a:lnTo>
                <a:lnTo>
                  <a:pt x="1125431" y="57489"/>
                </a:lnTo>
                <a:lnTo>
                  <a:pt x="1125377" y="58134"/>
                </a:lnTo>
                <a:lnTo>
                  <a:pt x="1125334" y="58785"/>
                </a:lnTo>
                <a:lnTo>
                  <a:pt x="1125304" y="59440"/>
                </a:lnTo>
                <a:lnTo>
                  <a:pt x="1125285" y="60101"/>
                </a:lnTo>
                <a:lnTo>
                  <a:pt x="1125279" y="60767"/>
                </a:lnTo>
                <a:lnTo>
                  <a:pt x="1125285" y="61397"/>
                </a:lnTo>
                <a:lnTo>
                  <a:pt x="1125303" y="62024"/>
                </a:lnTo>
                <a:lnTo>
                  <a:pt x="1125333" y="62648"/>
                </a:lnTo>
                <a:lnTo>
                  <a:pt x="1125375" y="63267"/>
                </a:lnTo>
                <a:lnTo>
                  <a:pt x="1125429" y="63884"/>
                </a:lnTo>
                <a:lnTo>
                  <a:pt x="1125495" y="64496"/>
                </a:lnTo>
                <a:lnTo>
                  <a:pt x="1125573" y="65105"/>
                </a:lnTo>
                <a:lnTo>
                  <a:pt x="1125663" y="65710"/>
                </a:lnTo>
                <a:lnTo>
                  <a:pt x="1125765" y="66312"/>
                </a:lnTo>
                <a:lnTo>
                  <a:pt x="1125879" y="66910"/>
                </a:lnTo>
                <a:lnTo>
                  <a:pt x="1126005" y="67505"/>
                </a:lnTo>
                <a:lnTo>
                  <a:pt x="1126143" y="68096"/>
                </a:lnTo>
                <a:lnTo>
                  <a:pt x="1126293" y="68684"/>
                </a:lnTo>
                <a:lnTo>
                  <a:pt x="1126455" y="69268"/>
                </a:lnTo>
                <a:lnTo>
                  <a:pt x="1126629" y="69848"/>
                </a:lnTo>
                <a:lnTo>
                  <a:pt x="1126814" y="70425"/>
                </a:lnTo>
                <a:lnTo>
                  <a:pt x="1127012" y="70998"/>
                </a:lnTo>
                <a:lnTo>
                  <a:pt x="1127222" y="71567"/>
                </a:lnTo>
                <a:lnTo>
                  <a:pt x="1127444" y="72133"/>
                </a:lnTo>
                <a:lnTo>
                  <a:pt x="1127678" y="72695"/>
                </a:lnTo>
                <a:lnTo>
                  <a:pt x="1127924" y="73254"/>
                </a:lnTo>
                <a:lnTo>
                  <a:pt x="1128182" y="73809"/>
                </a:lnTo>
                <a:lnTo>
                  <a:pt x="1128451" y="74361"/>
                </a:lnTo>
                <a:lnTo>
                  <a:pt x="1128733" y="74909"/>
                </a:lnTo>
                <a:lnTo>
                  <a:pt x="1129027" y="75451"/>
                </a:lnTo>
                <a:lnTo>
                  <a:pt x="1129332" y="75983"/>
                </a:lnTo>
                <a:lnTo>
                  <a:pt x="1129648" y="76507"/>
                </a:lnTo>
                <a:lnTo>
                  <a:pt x="1129976" y="77022"/>
                </a:lnTo>
                <a:lnTo>
                  <a:pt x="1130315" y="77528"/>
                </a:lnTo>
                <a:lnTo>
                  <a:pt x="1130665" y="78024"/>
                </a:lnTo>
                <a:lnTo>
                  <a:pt x="1131027" y="78512"/>
                </a:lnTo>
                <a:lnTo>
                  <a:pt x="1131401" y="78991"/>
                </a:lnTo>
                <a:lnTo>
                  <a:pt x="1131785" y="79461"/>
                </a:lnTo>
                <a:lnTo>
                  <a:pt x="1132182" y="79922"/>
                </a:lnTo>
                <a:lnTo>
                  <a:pt x="1132589" y="80374"/>
                </a:lnTo>
                <a:lnTo>
                  <a:pt x="1133008" y="80816"/>
                </a:lnTo>
                <a:lnTo>
                  <a:pt x="1133439" y="81250"/>
                </a:lnTo>
                <a:lnTo>
                  <a:pt x="1133880" y="81675"/>
                </a:lnTo>
                <a:lnTo>
                  <a:pt x="1134334" y="82091"/>
                </a:lnTo>
                <a:lnTo>
                  <a:pt x="1134798" y="82498"/>
                </a:lnTo>
                <a:lnTo>
                  <a:pt x="1135274" y="82896"/>
                </a:lnTo>
                <a:lnTo>
                  <a:pt x="1135762" y="83285"/>
                </a:lnTo>
                <a:lnTo>
                  <a:pt x="1136232" y="83643"/>
                </a:lnTo>
                <a:lnTo>
                  <a:pt x="1135899" y="83782"/>
                </a:lnTo>
                <a:lnTo>
                  <a:pt x="1135360" y="84018"/>
                </a:lnTo>
                <a:lnTo>
                  <a:pt x="1134836" y="84259"/>
                </a:lnTo>
                <a:lnTo>
                  <a:pt x="1134326" y="84505"/>
                </a:lnTo>
                <a:lnTo>
                  <a:pt x="1133830" y="84757"/>
                </a:lnTo>
                <a:lnTo>
                  <a:pt x="1133349" y="85014"/>
                </a:lnTo>
                <a:lnTo>
                  <a:pt x="1132882" y="85277"/>
                </a:lnTo>
                <a:lnTo>
                  <a:pt x="1132429" y="85545"/>
                </a:lnTo>
                <a:lnTo>
                  <a:pt x="1131991" y="85818"/>
                </a:lnTo>
                <a:lnTo>
                  <a:pt x="1131567" y="86097"/>
                </a:lnTo>
                <a:lnTo>
                  <a:pt x="1131157" y="86381"/>
                </a:lnTo>
                <a:lnTo>
                  <a:pt x="1130762" y="86671"/>
                </a:lnTo>
                <a:lnTo>
                  <a:pt x="1130381" y="86966"/>
                </a:lnTo>
                <a:lnTo>
                  <a:pt x="1130014" y="87266"/>
                </a:lnTo>
                <a:lnTo>
                  <a:pt x="1129662" y="87572"/>
                </a:lnTo>
                <a:lnTo>
                  <a:pt x="1129324" y="87883"/>
                </a:lnTo>
                <a:lnTo>
                  <a:pt x="1129000" y="88199"/>
                </a:lnTo>
                <a:lnTo>
                  <a:pt x="1128691" y="88521"/>
                </a:lnTo>
                <a:lnTo>
                  <a:pt x="1128396" y="88848"/>
                </a:lnTo>
                <a:lnTo>
                  <a:pt x="1128114" y="89178"/>
                </a:lnTo>
                <a:lnTo>
                  <a:pt x="1127845" y="89507"/>
                </a:lnTo>
                <a:lnTo>
                  <a:pt x="1127587" y="89837"/>
                </a:lnTo>
                <a:lnTo>
                  <a:pt x="1127341" y="90167"/>
                </a:lnTo>
                <a:lnTo>
                  <a:pt x="1127107" y="90496"/>
                </a:lnTo>
                <a:lnTo>
                  <a:pt x="1126885" y="90826"/>
                </a:lnTo>
                <a:lnTo>
                  <a:pt x="1126675" y="91156"/>
                </a:lnTo>
                <a:lnTo>
                  <a:pt x="1126477" y="91485"/>
                </a:lnTo>
                <a:lnTo>
                  <a:pt x="1126292" y="91815"/>
                </a:lnTo>
                <a:lnTo>
                  <a:pt x="1126118" y="92145"/>
                </a:lnTo>
                <a:lnTo>
                  <a:pt x="1125956" y="92474"/>
                </a:lnTo>
                <a:lnTo>
                  <a:pt x="1125806" y="92804"/>
                </a:lnTo>
                <a:lnTo>
                  <a:pt x="1125668" y="93134"/>
                </a:lnTo>
                <a:lnTo>
                  <a:pt x="1125542" y="93463"/>
                </a:lnTo>
                <a:lnTo>
                  <a:pt x="1125428" y="93793"/>
                </a:lnTo>
                <a:lnTo>
                  <a:pt x="1125326" y="94123"/>
                </a:lnTo>
                <a:lnTo>
                  <a:pt x="1125236" y="94452"/>
                </a:lnTo>
                <a:lnTo>
                  <a:pt x="1125158" y="94782"/>
                </a:lnTo>
                <a:lnTo>
                  <a:pt x="1125092" y="95112"/>
                </a:lnTo>
                <a:lnTo>
                  <a:pt x="1125038" y="95441"/>
                </a:lnTo>
                <a:lnTo>
                  <a:pt x="1124996" y="95771"/>
                </a:lnTo>
                <a:lnTo>
                  <a:pt x="1124966" y="96101"/>
                </a:lnTo>
                <a:lnTo>
                  <a:pt x="1124948" y="96430"/>
                </a:lnTo>
                <a:lnTo>
                  <a:pt x="1124942" y="96760"/>
                </a:lnTo>
                <a:lnTo>
                  <a:pt x="1124946" y="96983"/>
                </a:lnTo>
                <a:lnTo>
                  <a:pt x="1124956" y="97208"/>
                </a:lnTo>
                <a:lnTo>
                  <a:pt x="1124973" y="97434"/>
                </a:lnTo>
                <a:lnTo>
                  <a:pt x="1124996" y="97662"/>
                </a:lnTo>
                <a:lnTo>
                  <a:pt x="1125027" y="97892"/>
                </a:lnTo>
                <a:lnTo>
                  <a:pt x="1125064" y="98123"/>
                </a:lnTo>
                <a:lnTo>
                  <a:pt x="1125107" y="98356"/>
                </a:lnTo>
                <a:lnTo>
                  <a:pt x="1125158" y="98591"/>
                </a:lnTo>
                <a:lnTo>
                  <a:pt x="1125215" y="98827"/>
                </a:lnTo>
                <a:lnTo>
                  <a:pt x="1125279" y="99065"/>
                </a:lnTo>
                <a:lnTo>
                  <a:pt x="1125349" y="99304"/>
                </a:lnTo>
                <a:lnTo>
                  <a:pt x="1125427" y="99546"/>
                </a:lnTo>
                <a:lnTo>
                  <a:pt x="1125511" y="99789"/>
                </a:lnTo>
                <a:lnTo>
                  <a:pt x="1125602" y="100033"/>
                </a:lnTo>
                <a:lnTo>
                  <a:pt x="1125699" y="100279"/>
                </a:lnTo>
                <a:lnTo>
                  <a:pt x="1125804" y="100527"/>
                </a:lnTo>
                <a:lnTo>
                  <a:pt x="1125915" y="100776"/>
                </a:lnTo>
                <a:lnTo>
                  <a:pt x="1126032" y="101027"/>
                </a:lnTo>
                <a:lnTo>
                  <a:pt x="1126157" y="101280"/>
                </a:lnTo>
                <a:lnTo>
                  <a:pt x="1126288" y="101535"/>
                </a:lnTo>
                <a:lnTo>
                  <a:pt x="1126426" y="101791"/>
                </a:lnTo>
                <a:lnTo>
                  <a:pt x="1126570" y="102048"/>
                </a:lnTo>
                <a:lnTo>
                  <a:pt x="1126722" y="102308"/>
                </a:lnTo>
                <a:lnTo>
                  <a:pt x="1126880" y="102569"/>
                </a:lnTo>
                <a:lnTo>
                  <a:pt x="1127046" y="102829"/>
                </a:lnTo>
                <a:lnTo>
                  <a:pt x="1127222" y="103086"/>
                </a:lnTo>
                <a:lnTo>
                  <a:pt x="1127406" y="103341"/>
                </a:lnTo>
                <a:lnTo>
                  <a:pt x="1127601" y="103592"/>
                </a:lnTo>
                <a:lnTo>
                  <a:pt x="1127804" y="103841"/>
                </a:lnTo>
                <a:lnTo>
                  <a:pt x="1128017" y="104087"/>
                </a:lnTo>
                <a:lnTo>
                  <a:pt x="1128239" y="104330"/>
                </a:lnTo>
                <a:lnTo>
                  <a:pt x="1128471" y="104570"/>
                </a:lnTo>
                <a:lnTo>
                  <a:pt x="1128712" y="104808"/>
                </a:lnTo>
                <a:lnTo>
                  <a:pt x="1128962" y="105042"/>
                </a:lnTo>
                <a:lnTo>
                  <a:pt x="1129222" y="105274"/>
                </a:lnTo>
                <a:lnTo>
                  <a:pt x="1129491" y="105503"/>
                </a:lnTo>
                <a:lnTo>
                  <a:pt x="1129770" y="105729"/>
                </a:lnTo>
                <a:lnTo>
                  <a:pt x="1130058" y="105953"/>
                </a:lnTo>
                <a:lnTo>
                  <a:pt x="1130355" y="106173"/>
                </a:lnTo>
                <a:lnTo>
                  <a:pt x="1130661" y="106391"/>
                </a:lnTo>
                <a:lnTo>
                  <a:pt x="1130977" y="106605"/>
                </a:lnTo>
                <a:lnTo>
                  <a:pt x="1131302" y="106817"/>
                </a:lnTo>
                <a:lnTo>
                  <a:pt x="1131637" y="107026"/>
                </a:lnTo>
                <a:lnTo>
                  <a:pt x="1131981" y="107233"/>
                </a:lnTo>
                <a:lnTo>
                  <a:pt x="1132334" y="107436"/>
                </a:lnTo>
                <a:lnTo>
                  <a:pt x="1132697" y="107637"/>
                </a:lnTo>
                <a:lnTo>
                  <a:pt x="1133069" y="107834"/>
                </a:lnTo>
                <a:lnTo>
                  <a:pt x="1133450" y="108029"/>
                </a:lnTo>
                <a:lnTo>
                  <a:pt x="1133843" y="108219"/>
                </a:lnTo>
                <a:lnTo>
                  <a:pt x="1134247" y="108403"/>
                </a:lnTo>
                <a:lnTo>
                  <a:pt x="1134664" y="108579"/>
                </a:lnTo>
                <a:lnTo>
                  <a:pt x="1134886" y="108667"/>
                </a:lnTo>
                <a:lnTo>
                  <a:pt x="1134517" y="108829"/>
                </a:lnTo>
                <a:lnTo>
                  <a:pt x="1133764" y="109183"/>
                </a:lnTo>
                <a:lnTo>
                  <a:pt x="1133034" y="109549"/>
                </a:lnTo>
                <a:lnTo>
                  <a:pt x="1132327" y="109926"/>
                </a:lnTo>
                <a:lnTo>
                  <a:pt x="1131644" y="110315"/>
                </a:lnTo>
                <a:lnTo>
                  <a:pt x="1130984" y="110715"/>
                </a:lnTo>
                <a:lnTo>
                  <a:pt x="1130347" y="111128"/>
                </a:lnTo>
                <a:lnTo>
                  <a:pt x="1129733" y="111552"/>
                </a:lnTo>
                <a:lnTo>
                  <a:pt x="1129143" y="111988"/>
                </a:lnTo>
                <a:lnTo>
                  <a:pt x="1128576" y="112436"/>
                </a:lnTo>
                <a:lnTo>
                  <a:pt x="1128032" y="112895"/>
                </a:lnTo>
                <a:lnTo>
                  <a:pt x="1127512" y="113366"/>
                </a:lnTo>
                <a:lnTo>
                  <a:pt x="1127013" y="113846"/>
                </a:lnTo>
                <a:lnTo>
                  <a:pt x="1126536" y="114332"/>
                </a:lnTo>
                <a:lnTo>
                  <a:pt x="1126080" y="114823"/>
                </a:lnTo>
                <a:lnTo>
                  <a:pt x="1125646" y="115320"/>
                </a:lnTo>
                <a:lnTo>
                  <a:pt x="1125232" y="115823"/>
                </a:lnTo>
                <a:lnTo>
                  <a:pt x="1124840" y="116332"/>
                </a:lnTo>
                <a:lnTo>
                  <a:pt x="1124469" y="116846"/>
                </a:lnTo>
                <a:lnTo>
                  <a:pt x="1124119" y="117366"/>
                </a:lnTo>
                <a:lnTo>
                  <a:pt x="1123790" y="117891"/>
                </a:lnTo>
                <a:lnTo>
                  <a:pt x="1123483" y="118423"/>
                </a:lnTo>
                <a:lnTo>
                  <a:pt x="1123196" y="118960"/>
                </a:lnTo>
                <a:lnTo>
                  <a:pt x="1122931" y="119503"/>
                </a:lnTo>
                <a:lnTo>
                  <a:pt x="1122687" y="120052"/>
                </a:lnTo>
                <a:lnTo>
                  <a:pt x="1122465" y="120606"/>
                </a:lnTo>
                <a:lnTo>
                  <a:pt x="1122263" y="121166"/>
                </a:lnTo>
                <a:lnTo>
                  <a:pt x="1122083" y="121732"/>
                </a:lnTo>
                <a:lnTo>
                  <a:pt x="1121924" y="122303"/>
                </a:lnTo>
                <a:lnTo>
                  <a:pt x="1121786" y="122881"/>
                </a:lnTo>
                <a:lnTo>
                  <a:pt x="1121670" y="123464"/>
                </a:lnTo>
                <a:lnTo>
                  <a:pt x="1121574" y="124052"/>
                </a:lnTo>
                <a:lnTo>
                  <a:pt x="1121500" y="124647"/>
                </a:lnTo>
                <a:lnTo>
                  <a:pt x="1121447" y="125247"/>
                </a:lnTo>
                <a:lnTo>
                  <a:pt x="1121415" y="125853"/>
                </a:lnTo>
                <a:lnTo>
                  <a:pt x="1121404" y="126465"/>
                </a:lnTo>
                <a:lnTo>
                  <a:pt x="1121410" y="126969"/>
                </a:lnTo>
                <a:lnTo>
                  <a:pt x="1121428" y="127471"/>
                </a:lnTo>
                <a:lnTo>
                  <a:pt x="1121458" y="127969"/>
                </a:lnTo>
                <a:lnTo>
                  <a:pt x="1121499" y="128465"/>
                </a:lnTo>
                <a:lnTo>
                  <a:pt x="1121553" y="128957"/>
                </a:lnTo>
                <a:lnTo>
                  <a:pt x="1121618" y="129446"/>
                </a:lnTo>
                <a:lnTo>
                  <a:pt x="1121695" y="129933"/>
                </a:lnTo>
                <a:lnTo>
                  <a:pt x="1121784" y="130416"/>
                </a:lnTo>
                <a:lnTo>
                  <a:pt x="1121884" y="130897"/>
                </a:lnTo>
                <a:lnTo>
                  <a:pt x="1121997" y="131374"/>
                </a:lnTo>
                <a:lnTo>
                  <a:pt x="1122121" y="131848"/>
                </a:lnTo>
                <a:lnTo>
                  <a:pt x="1122257" y="132319"/>
                </a:lnTo>
                <a:lnTo>
                  <a:pt x="1122405" y="132788"/>
                </a:lnTo>
                <a:lnTo>
                  <a:pt x="1122565" y="133253"/>
                </a:lnTo>
                <a:lnTo>
                  <a:pt x="1122737" y="133715"/>
                </a:lnTo>
                <a:lnTo>
                  <a:pt x="1122921" y="134174"/>
                </a:lnTo>
                <a:lnTo>
                  <a:pt x="1123116" y="134631"/>
                </a:lnTo>
                <a:lnTo>
                  <a:pt x="1123324" y="135084"/>
                </a:lnTo>
                <a:lnTo>
                  <a:pt x="1123543" y="135534"/>
                </a:lnTo>
                <a:lnTo>
                  <a:pt x="1123774" y="135981"/>
                </a:lnTo>
                <a:lnTo>
                  <a:pt x="1124016" y="136425"/>
                </a:lnTo>
                <a:lnTo>
                  <a:pt x="1124271" y="136866"/>
                </a:lnTo>
                <a:lnTo>
                  <a:pt x="1124538" y="137304"/>
                </a:lnTo>
                <a:lnTo>
                  <a:pt x="1124816" y="137739"/>
                </a:lnTo>
                <a:lnTo>
                  <a:pt x="1125108" y="138170"/>
                </a:lnTo>
                <a:lnTo>
                  <a:pt x="1125414" y="138592"/>
                </a:lnTo>
                <a:lnTo>
                  <a:pt x="1125735" y="139008"/>
                </a:lnTo>
                <a:lnTo>
                  <a:pt x="1126071" y="139417"/>
                </a:lnTo>
                <a:lnTo>
                  <a:pt x="1126422" y="139818"/>
                </a:lnTo>
                <a:lnTo>
                  <a:pt x="1126788" y="140212"/>
                </a:lnTo>
                <a:lnTo>
                  <a:pt x="1127168" y="140599"/>
                </a:lnTo>
                <a:lnTo>
                  <a:pt x="1127563" y="140978"/>
                </a:lnTo>
                <a:lnTo>
                  <a:pt x="1127973" y="141350"/>
                </a:lnTo>
                <a:lnTo>
                  <a:pt x="1128398" y="141716"/>
                </a:lnTo>
                <a:lnTo>
                  <a:pt x="1128837" y="142073"/>
                </a:lnTo>
                <a:lnTo>
                  <a:pt x="1129291" y="142424"/>
                </a:lnTo>
                <a:lnTo>
                  <a:pt x="1129760" y="142767"/>
                </a:lnTo>
                <a:lnTo>
                  <a:pt x="1130244" y="143104"/>
                </a:lnTo>
                <a:lnTo>
                  <a:pt x="1130742" y="143433"/>
                </a:lnTo>
                <a:lnTo>
                  <a:pt x="1131256" y="143754"/>
                </a:lnTo>
                <a:lnTo>
                  <a:pt x="1131784" y="144069"/>
                </a:lnTo>
                <a:lnTo>
                  <a:pt x="1132326" y="144376"/>
                </a:lnTo>
                <a:lnTo>
                  <a:pt x="1132884" y="144676"/>
                </a:lnTo>
                <a:lnTo>
                  <a:pt x="1133456" y="144969"/>
                </a:lnTo>
                <a:lnTo>
                  <a:pt x="1134043" y="145254"/>
                </a:lnTo>
                <a:lnTo>
                  <a:pt x="1134645" y="145533"/>
                </a:lnTo>
                <a:lnTo>
                  <a:pt x="1135262" y="145804"/>
                </a:lnTo>
                <a:lnTo>
                  <a:pt x="1135893" y="146068"/>
                </a:lnTo>
                <a:lnTo>
                  <a:pt x="1136541" y="146322"/>
                </a:lnTo>
                <a:lnTo>
                  <a:pt x="1137206" y="146566"/>
                </a:lnTo>
                <a:lnTo>
                  <a:pt x="1137889" y="146800"/>
                </a:lnTo>
                <a:lnTo>
                  <a:pt x="1138589" y="147022"/>
                </a:lnTo>
                <a:lnTo>
                  <a:pt x="1139307" y="147233"/>
                </a:lnTo>
                <a:lnTo>
                  <a:pt x="1140042" y="147434"/>
                </a:lnTo>
                <a:lnTo>
                  <a:pt x="1140795" y="147624"/>
                </a:lnTo>
                <a:lnTo>
                  <a:pt x="1141565" y="147803"/>
                </a:lnTo>
                <a:lnTo>
                  <a:pt x="1142353" y="147971"/>
                </a:lnTo>
                <a:lnTo>
                  <a:pt x="1143159" y="148128"/>
                </a:lnTo>
                <a:lnTo>
                  <a:pt x="1143982" y="148274"/>
                </a:lnTo>
                <a:lnTo>
                  <a:pt x="1144823" y="148410"/>
                </a:lnTo>
                <a:lnTo>
                  <a:pt x="1145681" y="148535"/>
                </a:lnTo>
                <a:lnTo>
                  <a:pt x="1146556" y="148648"/>
                </a:lnTo>
                <a:lnTo>
                  <a:pt x="1147450" y="148751"/>
                </a:lnTo>
                <a:lnTo>
                  <a:pt x="1148361" y="148844"/>
                </a:lnTo>
                <a:lnTo>
                  <a:pt x="1149289" y="148925"/>
                </a:lnTo>
                <a:lnTo>
                  <a:pt x="1150235" y="148995"/>
                </a:lnTo>
                <a:lnTo>
                  <a:pt x="1151198" y="149055"/>
                </a:lnTo>
                <a:lnTo>
                  <a:pt x="1152179" y="149104"/>
                </a:lnTo>
                <a:lnTo>
                  <a:pt x="1153178" y="149142"/>
                </a:lnTo>
                <a:lnTo>
                  <a:pt x="1154194" y="149169"/>
                </a:lnTo>
                <a:lnTo>
                  <a:pt x="1155228" y="149185"/>
                </a:lnTo>
                <a:lnTo>
                  <a:pt x="1156279" y="149191"/>
                </a:lnTo>
                <a:lnTo>
                  <a:pt x="1157801" y="149178"/>
                </a:lnTo>
                <a:lnTo>
                  <a:pt x="1159292" y="149140"/>
                </a:lnTo>
                <a:lnTo>
                  <a:pt x="1160753" y="149076"/>
                </a:lnTo>
                <a:lnTo>
                  <a:pt x="1162183" y="148987"/>
                </a:lnTo>
                <a:lnTo>
                  <a:pt x="1163582" y="148873"/>
                </a:lnTo>
                <a:lnTo>
                  <a:pt x="1164950" y="148733"/>
                </a:lnTo>
                <a:lnTo>
                  <a:pt x="1166288" y="148567"/>
                </a:lnTo>
                <a:lnTo>
                  <a:pt x="1167595" y="148376"/>
                </a:lnTo>
                <a:lnTo>
                  <a:pt x="1168871" y="148160"/>
                </a:lnTo>
                <a:lnTo>
                  <a:pt x="1170117" y="147918"/>
                </a:lnTo>
                <a:lnTo>
                  <a:pt x="1171332" y="147651"/>
                </a:lnTo>
                <a:lnTo>
                  <a:pt x="1172516" y="147358"/>
                </a:lnTo>
                <a:lnTo>
                  <a:pt x="1173669" y="147040"/>
                </a:lnTo>
                <a:lnTo>
                  <a:pt x="1174792" y="146697"/>
                </a:lnTo>
                <a:lnTo>
                  <a:pt x="1175884" y="146328"/>
                </a:lnTo>
                <a:lnTo>
                  <a:pt x="1176945" y="145933"/>
                </a:lnTo>
                <a:lnTo>
                  <a:pt x="1177976" y="145513"/>
                </a:lnTo>
                <a:lnTo>
                  <a:pt x="1178976" y="145068"/>
                </a:lnTo>
                <a:lnTo>
                  <a:pt x="1179945" y="144597"/>
                </a:lnTo>
                <a:lnTo>
                  <a:pt x="1180883" y="144101"/>
                </a:lnTo>
                <a:lnTo>
                  <a:pt x="1181791" y="143579"/>
                </a:lnTo>
                <a:lnTo>
                  <a:pt x="1182668" y="143032"/>
                </a:lnTo>
                <a:lnTo>
                  <a:pt x="1183514" y="142459"/>
                </a:lnTo>
                <a:lnTo>
                  <a:pt x="1184330" y="141861"/>
                </a:lnTo>
                <a:lnTo>
                  <a:pt x="1185114" y="141243"/>
                </a:lnTo>
                <a:lnTo>
                  <a:pt x="1185864" y="140611"/>
                </a:lnTo>
                <a:lnTo>
                  <a:pt x="1186581" y="139965"/>
                </a:lnTo>
                <a:lnTo>
                  <a:pt x="1187264" y="139304"/>
                </a:lnTo>
                <a:lnTo>
                  <a:pt x="1187914" y="138629"/>
                </a:lnTo>
                <a:lnTo>
                  <a:pt x="1188531" y="137939"/>
                </a:lnTo>
                <a:lnTo>
                  <a:pt x="1189115" y="137235"/>
                </a:lnTo>
                <a:lnTo>
                  <a:pt x="1189665" y="136517"/>
                </a:lnTo>
                <a:lnTo>
                  <a:pt x="1190182" y="135785"/>
                </a:lnTo>
                <a:lnTo>
                  <a:pt x="1190665" y="135038"/>
                </a:lnTo>
                <a:lnTo>
                  <a:pt x="1191116" y="134277"/>
                </a:lnTo>
                <a:lnTo>
                  <a:pt x="1191532" y="133502"/>
                </a:lnTo>
                <a:lnTo>
                  <a:pt x="1191916" y="132712"/>
                </a:lnTo>
                <a:lnTo>
                  <a:pt x="1192266" y="131908"/>
                </a:lnTo>
                <a:lnTo>
                  <a:pt x="1192583" y="131090"/>
                </a:lnTo>
                <a:lnTo>
                  <a:pt x="1192866" y="130257"/>
                </a:lnTo>
                <a:lnTo>
                  <a:pt x="1193116" y="129410"/>
                </a:lnTo>
                <a:lnTo>
                  <a:pt x="1193333" y="128549"/>
                </a:lnTo>
                <a:lnTo>
                  <a:pt x="1193516" y="127673"/>
                </a:lnTo>
                <a:lnTo>
                  <a:pt x="1193666" y="126783"/>
                </a:lnTo>
                <a:lnTo>
                  <a:pt x="1193783" y="125879"/>
                </a:lnTo>
                <a:lnTo>
                  <a:pt x="1193866" y="124961"/>
                </a:lnTo>
                <a:lnTo>
                  <a:pt x="1193916" y="124028"/>
                </a:lnTo>
                <a:lnTo>
                  <a:pt x="1193933" y="123081"/>
                </a:lnTo>
                <a:lnTo>
                  <a:pt x="1193919" y="122130"/>
                </a:lnTo>
                <a:lnTo>
                  <a:pt x="1193876" y="121200"/>
                </a:lnTo>
                <a:lnTo>
                  <a:pt x="1193805" y="120291"/>
                </a:lnTo>
                <a:lnTo>
                  <a:pt x="1193705" y="119403"/>
                </a:lnTo>
                <a:lnTo>
                  <a:pt x="1193577" y="118536"/>
                </a:lnTo>
                <a:lnTo>
                  <a:pt x="1193420" y="117690"/>
                </a:lnTo>
                <a:lnTo>
                  <a:pt x="1193234" y="116864"/>
                </a:lnTo>
                <a:lnTo>
                  <a:pt x="1193021" y="116060"/>
                </a:lnTo>
                <a:lnTo>
                  <a:pt x="1192778" y="115277"/>
                </a:lnTo>
                <a:lnTo>
                  <a:pt x="1192507" y="114514"/>
                </a:lnTo>
                <a:lnTo>
                  <a:pt x="1192208" y="113773"/>
                </a:lnTo>
                <a:lnTo>
                  <a:pt x="1191880" y="113052"/>
                </a:lnTo>
                <a:lnTo>
                  <a:pt x="1191523" y="112352"/>
                </a:lnTo>
                <a:lnTo>
                  <a:pt x="1191138" y="111674"/>
                </a:lnTo>
                <a:lnTo>
                  <a:pt x="1190725" y="111016"/>
                </a:lnTo>
                <a:lnTo>
                  <a:pt x="1190283" y="110379"/>
                </a:lnTo>
                <a:lnTo>
                  <a:pt x="1189812" y="109763"/>
                </a:lnTo>
                <a:lnTo>
                  <a:pt x="1189313" y="109168"/>
                </a:lnTo>
                <a:lnTo>
                  <a:pt x="1188786" y="108594"/>
                </a:lnTo>
                <a:lnTo>
                  <a:pt x="1188229" y="108040"/>
                </a:lnTo>
                <a:lnTo>
                  <a:pt x="1187645" y="107508"/>
                </a:lnTo>
                <a:lnTo>
                  <a:pt x="1187032" y="106997"/>
                </a:lnTo>
                <a:lnTo>
                  <a:pt x="1186390" y="106506"/>
                </a:lnTo>
                <a:lnTo>
                  <a:pt x="1185720" y="106037"/>
                </a:lnTo>
                <a:lnTo>
                  <a:pt x="1185017" y="105587"/>
                </a:lnTo>
                <a:lnTo>
                  <a:pt x="1184275" y="105157"/>
                </a:lnTo>
                <a:lnTo>
                  <a:pt x="1183496" y="104746"/>
                </a:lnTo>
                <a:lnTo>
                  <a:pt x="1182679" y="104354"/>
                </a:lnTo>
                <a:lnTo>
                  <a:pt x="1181824" y="103981"/>
                </a:lnTo>
                <a:lnTo>
                  <a:pt x="1180932" y="103627"/>
                </a:lnTo>
                <a:lnTo>
                  <a:pt x="1180001" y="103292"/>
                </a:lnTo>
                <a:lnTo>
                  <a:pt x="1179032" y="102977"/>
                </a:lnTo>
                <a:lnTo>
                  <a:pt x="1178026" y="102680"/>
                </a:lnTo>
                <a:lnTo>
                  <a:pt x="1176982" y="102403"/>
                </a:lnTo>
                <a:lnTo>
                  <a:pt x="1175900" y="102145"/>
                </a:lnTo>
                <a:lnTo>
                  <a:pt x="1174780" y="101906"/>
                </a:lnTo>
                <a:lnTo>
                  <a:pt x="1173622" y="101686"/>
                </a:lnTo>
                <a:lnTo>
                  <a:pt x="1172426" y="101485"/>
                </a:lnTo>
                <a:lnTo>
                  <a:pt x="1171192" y="101303"/>
                </a:lnTo>
                <a:lnTo>
                  <a:pt x="1169921" y="101141"/>
                </a:lnTo>
                <a:lnTo>
                  <a:pt x="1168611" y="100997"/>
                </a:lnTo>
                <a:lnTo>
                  <a:pt x="1167264" y="100873"/>
                </a:lnTo>
                <a:lnTo>
                  <a:pt x="1165879" y="100768"/>
                </a:lnTo>
                <a:lnTo>
                  <a:pt x="1164456" y="100682"/>
                </a:lnTo>
                <a:lnTo>
                  <a:pt x="1162995" y="100615"/>
                </a:lnTo>
                <a:lnTo>
                  <a:pt x="1161496" y="100567"/>
                </a:lnTo>
                <a:lnTo>
                  <a:pt x="1159959" y="100538"/>
                </a:lnTo>
                <a:lnTo>
                  <a:pt x="1158385" y="100529"/>
                </a:lnTo>
                <a:lnTo>
                  <a:pt x="1153752" y="100529"/>
                </a:lnTo>
                <a:lnTo>
                  <a:pt x="1153223" y="100520"/>
                </a:lnTo>
                <a:lnTo>
                  <a:pt x="1152703" y="100510"/>
                </a:lnTo>
                <a:lnTo>
                  <a:pt x="1152193" y="100497"/>
                </a:lnTo>
                <a:lnTo>
                  <a:pt x="1151693" y="100482"/>
                </a:lnTo>
                <a:lnTo>
                  <a:pt x="1151201" y="100464"/>
                </a:lnTo>
                <a:lnTo>
                  <a:pt x="1150719" y="100444"/>
                </a:lnTo>
                <a:lnTo>
                  <a:pt x="1150247" y="100422"/>
                </a:lnTo>
                <a:lnTo>
                  <a:pt x="1149783" y="100397"/>
                </a:lnTo>
                <a:lnTo>
                  <a:pt x="1149329" y="100370"/>
                </a:lnTo>
                <a:lnTo>
                  <a:pt x="1148885" y="100340"/>
                </a:lnTo>
                <a:lnTo>
                  <a:pt x="1148449" y="100309"/>
                </a:lnTo>
                <a:lnTo>
                  <a:pt x="1148024" y="100274"/>
                </a:lnTo>
                <a:lnTo>
                  <a:pt x="1147607" y="100238"/>
                </a:lnTo>
                <a:lnTo>
                  <a:pt x="1147200" y="100199"/>
                </a:lnTo>
                <a:lnTo>
                  <a:pt x="1146802" y="100158"/>
                </a:lnTo>
                <a:lnTo>
                  <a:pt x="1146414" y="100114"/>
                </a:lnTo>
                <a:lnTo>
                  <a:pt x="1146035" y="100068"/>
                </a:lnTo>
                <a:lnTo>
                  <a:pt x="1145665" y="100020"/>
                </a:lnTo>
                <a:lnTo>
                  <a:pt x="1145305" y="99969"/>
                </a:lnTo>
                <a:lnTo>
                  <a:pt x="1144954" y="99916"/>
                </a:lnTo>
                <a:lnTo>
                  <a:pt x="1144612" y="99861"/>
                </a:lnTo>
                <a:lnTo>
                  <a:pt x="1144280" y="99803"/>
                </a:lnTo>
                <a:lnTo>
                  <a:pt x="1143957" y="99743"/>
                </a:lnTo>
                <a:lnTo>
                  <a:pt x="1143643" y="99680"/>
                </a:lnTo>
                <a:lnTo>
                  <a:pt x="1143338" y="99615"/>
                </a:lnTo>
                <a:lnTo>
                  <a:pt x="1143041" y="99549"/>
                </a:lnTo>
                <a:lnTo>
                  <a:pt x="1142751" y="99480"/>
                </a:lnTo>
                <a:lnTo>
                  <a:pt x="1142469" y="99410"/>
                </a:lnTo>
                <a:lnTo>
                  <a:pt x="1142194" y="99338"/>
                </a:lnTo>
                <a:lnTo>
                  <a:pt x="1141927" y="99263"/>
                </a:lnTo>
                <a:lnTo>
                  <a:pt x="1141667" y="99187"/>
                </a:lnTo>
                <a:lnTo>
                  <a:pt x="1141416" y="99109"/>
                </a:lnTo>
                <a:lnTo>
                  <a:pt x="1141171" y="99029"/>
                </a:lnTo>
                <a:lnTo>
                  <a:pt x="1140935" y="98948"/>
                </a:lnTo>
                <a:lnTo>
                  <a:pt x="1140706" y="98864"/>
                </a:lnTo>
                <a:lnTo>
                  <a:pt x="1140484" y="98778"/>
                </a:lnTo>
                <a:lnTo>
                  <a:pt x="1140270" y="98690"/>
                </a:lnTo>
                <a:lnTo>
                  <a:pt x="1140064" y="98601"/>
                </a:lnTo>
                <a:lnTo>
                  <a:pt x="1139866" y="98510"/>
                </a:lnTo>
                <a:lnTo>
                  <a:pt x="1139675" y="98416"/>
                </a:lnTo>
                <a:lnTo>
                  <a:pt x="1139491" y="98321"/>
                </a:lnTo>
                <a:lnTo>
                  <a:pt x="1139316" y="98224"/>
                </a:lnTo>
                <a:lnTo>
                  <a:pt x="1139147" y="98125"/>
                </a:lnTo>
                <a:lnTo>
                  <a:pt x="1138987" y="98024"/>
                </a:lnTo>
                <a:lnTo>
                  <a:pt x="1138834" y="97921"/>
                </a:lnTo>
                <a:lnTo>
                  <a:pt x="1138688" y="97816"/>
                </a:lnTo>
                <a:lnTo>
                  <a:pt x="1138551" y="97709"/>
                </a:lnTo>
                <a:lnTo>
                  <a:pt x="1138420" y="97601"/>
                </a:lnTo>
                <a:lnTo>
                  <a:pt x="1138297" y="97491"/>
                </a:lnTo>
                <a:lnTo>
                  <a:pt x="1138178" y="97379"/>
                </a:lnTo>
                <a:lnTo>
                  <a:pt x="1138065" y="97267"/>
                </a:lnTo>
                <a:lnTo>
                  <a:pt x="1137957" y="97154"/>
                </a:lnTo>
                <a:lnTo>
                  <a:pt x="1137855" y="97040"/>
                </a:lnTo>
                <a:lnTo>
                  <a:pt x="1137757" y="96924"/>
                </a:lnTo>
                <a:lnTo>
                  <a:pt x="1137665" y="96808"/>
                </a:lnTo>
                <a:lnTo>
                  <a:pt x="1137578" y="96691"/>
                </a:lnTo>
                <a:lnTo>
                  <a:pt x="1137496" y="96572"/>
                </a:lnTo>
                <a:lnTo>
                  <a:pt x="1137420" y="96453"/>
                </a:lnTo>
                <a:lnTo>
                  <a:pt x="1137349" y="96333"/>
                </a:lnTo>
                <a:lnTo>
                  <a:pt x="1137283" y="96211"/>
                </a:lnTo>
                <a:lnTo>
                  <a:pt x="1137223" y="96089"/>
                </a:lnTo>
                <a:lnTo>
                  <a:pt x="1137167" y="95965"/>
                </a:lnTo>
                <a:lnTo>
                  <a:pt x="1137117" y="95840"/>
                </a:lnTo>
                <a:lnTo>
                  <a:pt x="1137073" y="95715"/>
                </a:lnTo>
                <a:lnTo>
                  <a:pt x="1137033" y="95588"/>
                </a:lnTo>
                <a:lnTo>
                  <a:pt x="1136999" y="95460"/>
                </a:lnTo>
                <a:lnTo>
                  <a:pt x="1136970" y="95332"/>
                </a:lnTo>
                <a:lnTo>
                  <a:pt x="1136946" y="95202"/>
                </a:lnTo>
                <a:lnTo>
                  <a:pt x="1136928" y="95071"/>
                </a:lnTo>
                <a:lnTo>
                  <a:pt x="1136915" y="94939"/>
                </a:lnTo>
                <a:lnTo>
                  <a:pt x="1136907" y="94807"/>
                </a:lnTo>
                <a:lnTo>
                  <a:pt x="1136904" y="94673"/>
                </a:lnTo>
                <a:lnTo>
                  <a:pt x="1136909" y="94482"/>
                </a:lnTo>
                <a:lnTo>
                  <a:pt x="1136922" y="94292"/>
                </a:lnTo>
                <a:lnTo>
                  <a:pt x="1136944" y="94103"/>
                </a:lnTo>
                <a:lnTo>
                  <a:pt x="1136974" y="93914"/>
                </a:lnTo>
                <a:lnTo>
                  <a:pt x="1137014" y="93726"/>
                </a:lnTo>
                <a:lnTo>
                  <a:pt x="1137062" y="93538"/>
                </a:lnTo>
                <a:lnTo>
                  <a:pt x="1137119" y="93351"/>
                </a:lnTo>
                <a:lnTo>
                  <a:pt x="1137185" y="93165"/>
                </a:lnTo>
                <a:lnTo>
                  <a:pt x="1137260" y="92979"/>
                </a:lnTo>
                <a:lnTo>
                  <a:pt x="1137343" y="92793"/>
                </a:lnTo>
                <a:lnTo>
                  <a:pt x="1137435" y="92609"/>
                </a:lnTo>
                <a:lnTo>
                  <a:pt x="1137536" y="92425"/>
                </a:lnTo>
                <a:lnTo>
                  <a:pt x="1137646" y="92241"/>
                </a:lnTo>
                <a:lnTo>
                  <a:pt x="1137764" y="92058"/>
                </a:lnTo>
                <a:lnTo>
                  <a:pt x="1137891" y="91876"/>
                </a:lnTo>
                <a:lnTo>
                  <a:pt x="1138027" y="91694"/>
                </a:lnTo>
                <a:lnTo>
                  <a:pt x="1138172" y="91513"/>
                </a:lnTo>
                <a:lnTo>
                  <a:pt x="1138326" y="91332"/>
                </a:lnTo>
                <a:lnTo>
                  <a:pt x="1138488" y="91152"/>
                </a:lnTo>
                <a:lnTo>
                  <a:pt x="1138659" y="90973"/>
                </a:lnTo>
                <a:lnTo>
                  <a:pt x="1138839" y="90794"/>
                </a:lnTo>
                <a:lnTo>
                  <a:pt x="1139028" y="90616"/>
                </a:lnTo>
                <a:lnTo>
                  <a:pt x="1139225" y="90438"/>
                </a:lnTo>
                <a:lnTo>
                  <a:pt x="1139431" y="90261"/>
                </a:lnTo>
                <a:lnTo>
                  <a:pt x="1139646" y="90086"/>
                </a:lnTo>
                <a:lnTo>
                  <a:pt x="1139867" y="89914"/>
                </a:lnTo>
                <a:lnTo>
                  <a:pt x="1140096" y="89747"/>
                </a:lnTo>
                <a:lnTo>
                  <a:pt x="1140332" y="89583"/>
                </a:lnTo>
                <a:lnTo>
                  <a:pt x="1140576" y="89424"/>
                </a:lnTo>
                <a:lnTo>
                  <a:pt x="1140827" y="89268"/>
                </a:lnTo>
                <a:lnTo>
                  <a:pt x="1141085" y="89116"/>
                </a:lnTo>
                <a:lnTo>
                  <a:pt x="1141350" y="88968"/>
                </a:lnTo>
                <a:lnTo>
                  <a:pt x="1141623" y="88823"/>
                </a:lnTo>
                <a:lnTo>
                  <a:pt x="1141903" y="88683"/>
                </a:lnTo>
                <a:lnTo>
                  <a:pt x="1142190" y="88546"/>
                </a:lnTo>
                <a:lnTo>
                  <a:pt x="1142485" y="88413"/>
                </a:lnTo>
                <a:lnTo>
                  <a:pt x="1142787" y="88284"/>
                </a:lnTo>
                <a:lnTo>
                  <a:pt x="1143096" y="88159"/>
                </a:lnTo>
                <a:lnTo>
                  <a:pt x="1143413" y="88038"/>
                </a:lnTo>
                <a:lnTo>
                  <a:pt x="1143737" y="87920"/>
                </a:lnTo>
                <a:lnTo>
                  <a:pt x="1144068" y="87807"/>
                </a:lnTo>
                <a:lnTo>
                  <a:pt x="1144171" y="87773"/>
                </a:lnTo>
                <a:lnTo>
                  <a:pt x="1144395" y="87847"/>
                </a:lnTo>
                <a:lnTo>
                  <a:pt x="1145054" y="88047"/>
                </a:lnTo>
                <a:lnTo>
                  <a:pt x="1145723" y="88233"/>
                </a:lnTo>
                <a:lnTo>
                  <a:pt x="1146402" y="88405"/>
                </a:lnTo>
                <a:lnTo>
                  <a:pt x="1147092" y="88563"/>
                </a:lnTo>
                <a:lnTo>
                  <a:pt x="1147791" y="88708"/>
                </a:lnTo>
                <a:lnTo>
                  <a:pt x="1148501" y="88839"/>
                </a:lnTo>
                <a:lnTo>
                  <a:pt x="1149222" y="88956"/>
                </a:lnTo>
                <a:lnTo>
                  <a:pt x="1149952" y="89059"/>
                </a:lnTo>
                <a:lnTo>
                  <a:pt x="1150693" y="89148"/>
                </a:lnTo>
                <a:lnTo>
                  <a:pt x="1151444" y="89224"/>
                </a:lnTo>
                <a:lnTo>
                  <a:pt x="1152205" y="89286"/>
                </a:lnTo>
                <a:lnTo>
                  <a:pt x="1152976" y="89334"/>
                </a:lnTo>
                <a:lnTo>
                  <a:pt x="1153758" y="89369"/>
                </a:lnTo>
                <a:lnTo>
                  <a:pt x="1154550" y="89389"/>
                </a:lnTo>
                <a:lnTo>
                  <a:pt x="1155352" y="89396"/>
                </a:lnTo>
                <a:lnTo>
                  <a:pt x="1156182" y="89390"/>
                </a:lnTo>
                <a:lnTo>
                  <a:pt x="1156999" y="89369"/>
                </a:lnTo>
                <a:lnTo>
                  <a:pt x="1157805" y="89335"/>
                </a:lnTo>
                <a:lnTo>
                  <a:pt x="1158599" y="89287"/>
                </a:lnTo>
                <a:lnTo>
                  <a:pt x="1159381" y="89226"/>
                </a:lnTo>
                <a:lnTo>
                  <a:pt x="1160151" y="89151"/>
                </a:lnTo>
                <a:lnTo>
                  <a:pt x="1160910" y="89063"/>
                </a:lnTo>
                <a:lnTo>
                  <a:pt x="1161656" y="88961"/>
                </a:lnTo>
                <a:lnTo>
                  <a:pt x="1162391" y="88845"/>
                </a:lnTo>
                <a:lnTo>
                  <a:pt x="1163114" y="88715"/>
                </a:lnTo>
                <a:lnTo>
                  <a:pt x="1163824" y="88573"/>
                </a:lnTo>
                <a:lnTo>
                  <a:pt x="1164524" y="88416"/>
                </a:lnTo>
                <a:lnTo>
                  <a:pt x="1165211" y="88246"/>
                </a:lnTo>
                <a:lnTo>
                  <a:pt x="1165886" y="88062"/>
                </a:lnTo>
                <a:lnTo>
                  <a:pt x="1166550" y="87864"/>
                </a:lnTo>
                <a:lnTo>
                  <a:pt x="1167202" y="87653"/>
                </a:lnTo>
                <a:lnTo>
                  <a:pt x="1167842" y="87429"/>
                </a:lnTo>
                <a:lnTo>
                  <a:pt x="1168470" y="87190"/>
                </a:lnTo>
                <a:lnTo>
                  <a:pt x="1169086" y="86939"/>
                </a:lnTo>
                <a:lnTo>
                  <a:pt x="1169690" y="86673"/>
                </a:lnTo>
                <a:lnTo>
                  <a:pt x="1170283" y="86394"/>
                </a:lnTo>
                <a:lnTo>
                  <a:pt x="1170863" y="86101"/>
                </a:lnTo>
                <a:lnTo>
                  <a:pt x="1171432" y="85795"/>
                </a:lnTo>
                <a:lnTo>
                  <a:pt x="1171989" y="85475"/>
                </a:lnTo>
                <a:lnTo>
                  <a:pt x="1172535" y="85143"/>
                </a:lnTo>
                <a:lnTo>
                  <a:pt x="1173069" y="84803"/>
                </a:lnTo>
                <a:lnTo>
                  <a:pt x="1173592" y="84453"/>
                </a:lnTo>
                <a:lnTo>
                  <a:pt x="1174103" y="84095"/>
                </a:lnTo>
                <a:lnTo>
                  <a:pt x="1174604" y="83727"/>
                </a:lnTo>
                <a:lnTo>
                  <a:pt x="1175093" y="83351"/>
                </a:lnTo>
                <a:lnTo>
                  <a:pt x="1175571" y="82966"/>
                </a:lnTo>
                <a:lnTo>
                  <a:pt x="1176037" y="82571"/>
                </a:lnTo>
                <a:lnTo>
                  <a:pt x="1176493" y="82168"/>
                </a:lnTo>
                <a:lnTo>
                  <a:pt x="1176937" y="81756"/>
                </a:lnTo>
                <a:lnTo>
                  <a:pt x="1177369" y="81334"/>
                </a:lnTo>
                <a:lnTo>
                  <a:pt x="1177791" y="80904"/>
                </a:lnTo>
                <a:lnTo>
                  <a:pt x="1178201" y="80465"/>
                </a:lnTo>
                <a:lnTo>
                  <a:pt x="1178600" y="80017"/>
                </a:lnTo>
                <a:lnTo>
                  <a:pt x="1178988" y="79559"/>
                </a:lnTo>
                <a:lnTo>
                  <a:pt x="1179365" y="79093"/>
                </a:lnTo>
                <a:lnTo>
                  <a:pt x="1179730" y="78618"/>
                </a:lnTo>
                <a:lnTo>
                  <a:pt x="1180084" y="78134"/>
                </a:lnTo>
                <a:lnTo>
                  <a:pt x="1180427" y="77641"/>
                </a:lnTo>
                <a:lnTo>
                  <a:pt x="1180758" y="77139"/>
                </a:lnTo>
                <a:lnTo>
                  <a:pt x="1181078" y="76628"/>
                </a:lnTo>
                <a:lnTo>
                  <a:pt x="1181387" y="76108"/>
                </a:lnTo>
                <a:lnTo>
                  <a:pt x="1181685" y="75579"/>
                </a:lnTo>
                <a:lnTo>
                  <a:pt x="1181971" y="75041"/>
                </a:lnTo>
                <a:lnTo>
                  <a:pt x="1182246" y="74496"/>
                </a:lnTo>
                <a:lnTo>
                  <a:pt x="1182510" y="73947"/>
                </a:lnTo>
                <a:lnTo>
                  <a:pt x="1182761" y="73393"/>
                </a:lnTo>
                <a:lnTo>
                  <a:pt x="1183001" y="72835"/>
                </a:lnTo>
                <a:lnTo>
                  <a:pt x="1183229" y="72273"/>
                </a:lnTo>
                <a:lnTo>
                  <a:pt x="1183445" y="71706"/>
                </a:lnTo>
                <a:lnTo>
                  <a:pt x="1183650" y="71136"/>
                </a:lnTo>
                <a:lnTo>
                  <a:pt x="1183843" y="70560"/>
                </a:lnTo>
                <a:lnTo>
                  <a:pt x="1184025" y="69981"/>
                </a:lnTo>
                <a:lnTo>
                  <a:pt x="1184194" y="69397"/>
                </a:lnTo>
                <a:lnTo>
                  <a:pt x="1184352" y="68809"/>
                </a:lnTo>
                <a:lnTo>
                  <a:pt x="1184498" y="68216"/>
                </a:lnTo>
                <a:lnTo>
                  <a:pt x="1184633" y="67619"/>
                </a:lnTo>
                <a:lnTo>
                  <a:pt x="1184756" y="67018"/>
                </a:lnTo>
                <a:lnTo>
                  <a:pt x="1184867" y="66412"/>
                </a:lnTo>
                <a:lnTo>
                  <a:pt x="1184966" y="65802"/>
                </a:lnTo>
                <a:lnTo>
                  <a:pt x="1185054" y="65188"/>
                </a:lnTo>
                <a:lnTo>
                  <a:pt x="1185130" y="64570"/>
                </a:lnTo>
                <a:lnTo>
                  <a:pt x="1185195" y="63947"/>
                </a:lnTo>
                <a:lnTo>
                  <a:pt x="1185247" y="63319"/>
                </a:lnTo>
                <a:lnTo>
                  <a:pt x="1185288" y="62688"/>
                </a:lnTo>
                <a:lnTo>
                  <a:pt x="1185317" y="62052"/>
                </a:lnTo>
                <a:lnTo>
                  <a:pt x="1185335" y="61411"/>
                </a:lnTo>
                <a:lnTo>
                  <a:pt x="1185341" y="60767"/>
                </a:lnTo>
                <a:lnTo>
                  <a:pt x="1185335" y="60101"/>
                </a:lnTo>
                <a:lnTo>
                  <a:pt x="1185318" y="59440"/>
                </a:lnTo>
                <a:lnTo>
                  <a:pt x="1185289" y="58785"/>
                </a:lnTo>
                <a:lnTo>
                  <a:pt x="1185248" y="58134"/>
                </a:lnTo>
                <a:lnTo>
                  <a:pt x="1185196" y="57489"/>
                </a:lnTo>
                <a:lnTo>
                  <a:pt x="1185133" y="56849"/>
                </a:lnTo>
                <a:lnTo>
                  <a:pt x="1185058" y="56213"/>
                </a:lnTo>
                <a:lnTo>
                  <a:pt x="1184971" y="55583"/>
                </a:lnTo>
                <a:lnTo>
                  <a:pt x="1184873" y="54958"/>
                </a:lnTo>
                <a:lnTo>
                  <a:pt x="1184763" y="54338"/>
                </a:lnTo>
                <a:lnTo>
                  <a:pt x="1184642" y="53724"/>
                </a:lnTo>
                <a:lnTo>
                  <a:pt x="1184509" y="53114"/>
                </a:lnTo>
                <a:lnTo>
                  <a:pt x="1184365" y="52509"/>
                </a:lnTo>
                <a:lnTo>
                  <a:pt x="1184209" y="51910"/>
                </a:lnTo>
                <a:lnTo>
                  <a:pt x="1184041" y="51315"/>
                </a:lnTo>
                <a:lnTo>
                  <a:pt x="1183862" y="50726"/>
                </a:lnTo>
                <a:lnTo>
                  <a:pt x="1183671" y="50142"/>
                </a:lnTo>
                <a:lnTo>
                  <a:pt x="1183469" y="49563"/>
                </a:lnTo>
                <a:lnTo>
                  <a:pt x="1183255" y="48989"/>
                </a:lnTo>
                <a:lnTo>
                  <a:pt x="1183030" y="48420"/>
                </a:lnTo>
                <a:lnTo>
                  <a:pt x="1182793" y="47856"/>
                </a:lnTo>
                <a:lnTo>
                  <a:pt x="1182545" y="47297"/>
                </a:lnTo>
                <a:lnTo>
                  <a:pt x="1182285" y="46744"/>
                </a:lnTo>
                <a:lnTo>
                  <a:pt x="1182013" y="46195"/>
                </a:lnTo>
                <a:lnTo>
                  <a:pt x="1181730" y="45654"/>
                </a:lnTo>
                <a:lnTo>
                  <a:pt x="1181436" y="45121"/>
                </a:lnTo>
                <a:lnTo>
                  <a:pt x="1181130" y="44598"/>
                </a:lnTo>
                <a:lnTo>
                  <a:pt x="1180813" y="44085"/>
                </a:lnTo>
                <a:lnTo>
                  <a:pt x="1180484" y="43580"/>
                </a:lnTo>
                <a:lnTo>
                  <a:pt x="1180144" y="43085"/>
                </a:lnTo>
                <a:lnTo>
                  <a:pt x="1179793" y="42599"/>
                </a:lnTo>
                <a:lnTo>
                  <a:pt x="1179430" y="42123"/>
                </a:lnTo>
                <a:lnTo>
                  <a:pt x="1179056" y="41655"/>
                </a:lnTo>
                <a:lnTo>
                  <a:pt x="1178670" y="41197"/>
                </a:lnTo>
                <a:lnTo>
                  <a:pt x="1178273" y="40749"/>
                </a:lnTo>
                <a:lnTo>
                  <a:pt x="1177865" y="40309"/>
                </a:lnTo>
                <a:lnTo>
                  <a:pt x="1177445" y="39879"/>
                </a:lnTo>
                <a:lnTo>
                  <a:pt x="1177044" y="39489"/>
                </a:lnTo>
                <a:lnTo>
                  <a:pt x="1177130" y="39374"/>
                </a:lnTo>
                <a:lnTo>
                  <a:pt x="1177408" y="39024"/>
                </a:lnTo>
                <a:lnTo>
                  <a:pt x="1177691" y="38687"/>
                </a:lnTo>
                <a:lnTo>
                  <a:pt x="1177980" y="38362"/>
                </a:lnTo>
                <a:lnTo>
                  <a:pt x="1178274" y="38050"/>
                </a:lnTo>
                <a:close/>
                <a:moveTo>
                  <a:pt x="1153263" y="79650"/>
                </a:moveTo>
                <a:lnTo>
                  <a:pt x="1152733" y="79576"/>
                </a:lnTo>
                <a:lnTo>
                  <a:pt x="1152209" y="79485"/>
                </a:lnTo>
                <a:lnTo>
                  <a:pt x="1151691" y="79378"/>
                </a:lnTo>
                <a:lnTo>
                  <a:pt x="1151178" y="79254"/>
                </a:lnTo>
                <a:lnTo>
                  <a:pt x="1150670" y="79114"/>
                </a:lnTo>
                <a:lnTo>
                  <a:pt x="1150169" y="78957"/>
                </a:lnTo>
                <a:lnTo>
                  <a:pt x="1149672" y="78784"/>
                </a:lnTo>
                <a:lnTo>
                  <a:pt x="1149182" y="78594"/>
                </a:lnTo>
                <a:lnTo>
                  <a:pt x="1148697" y="78388"/>
                </a:lnTo>
                <a:lnTo>
                  <a:pt x="1148217" y="78165"/>
                </a:lnTo>
                <a:lnTo>
                  <a:pt x="1147743" y="77926"/>
                </a:lnTo>
                <a:lnTo>
                  <a:pt x="1147275" y="77670"/>
                </a:lnTo>
                <a:lnTo>
                  <a:pt x="1146812" y="77398"/>
                </a:lnTo>
                <a:lnTo>
                  <a:pt x="1146355" y="77109"/>
                </a:lnTo>
                <a:lnTo>
                  <a:pt x="1145903" y="76804"/>
                </a:lnTo>
                <a:lnTo>
                  <a:pt x="1145457" y="76482"/>
                </a:lnTo>
                <a:lnTo>
                  <a:pt x="1145016" y="76144"/>
                </a:lnTo>
                <a:lnTo>
                  <a:pt x="1144581" y="75789"/>
                </a:lnTo>
                <a:lnTo>
                  <a:pt x="1144151" y="75418"/>
                </a:lnTo>
                <a:lnTo>
                  <a:pt x="1143727" y="75030"/>
                </a:lnTo>
                <a:lnTo>
                  <a:pt x="1143315" y="74626"/>
                </a:lnTo>
                <a:lnTo>
                  <a:pt x="1142920" y="74204"/>
                </a:lnTo>
                <a:lnTo>
                  <a:pt x="1142543" y="73766"/>
                </a:lnTo>
                <a:lnTo>
                  <a:pt x="1142183" y="73311"/>
                </a:lnTo>
                <a:lnTo>
                  <a:pt x="1141841" y="72839"/>
                </a:lnTo>
                <a:lnTo>
                  <a:pt x="1141516" y="72351"/>
                </a:lnTo>
                <a:lnTo>
                  <a:pt x="1141209" y="71845"/>
                </a:lnTo>
                <a:lnTo>
                  <a:pt x="1140920" y="71323"/>
                </a:lnTo>
                <a:lnTo>
                  <a:pt x="1140648" y="70784"/>
                </a:lnTo>
                <a:lnTo>
                  <a:pt x="1140393" y="70228"/>
                </a:lnTo>
                <a:lnTo>
                  <a:pt x="1140156" y="69655"/>
                </a:lnTo>
                <a:lnTo>
                  <a:pt x="1139937" y="69066"/>
                </a:lnTo>
                <a:lnTo>
                  <a:pt x="1139735" y="68460"/>
                </a:lnTo>
                <a:lnTo>
                  <a:pt x="1139551" y="67837"/>
                </a:lnTo>
                <a:lnTo>
                  <a:pt x="1139384" y="67197"/>
                </a:lnTo>
                <a:lnTo>
                  <a:pt x="1139235" y="66540"/>
                </a:lnTo>
                <a:lnTo>
                  <a:pt x="1139103" y="65867"/>
                </a:lnTo>
                <a:lnTo>
                  <a:pt x="1138989" y="65177"/>
                </a:lnTo>
                <a:lnTo>
                  <a:pt x="1138893" y="64470"/>
                </a:lnTo>
                <a:lnTo>
                  <a:pt x="1138814" y="63746"/>
                </a:lnTo>
                <a:lnTo>
                  <a:pt x="1138752" y="63005"/>
                </a:lnTo>
                <a:lnTo>
                  <a:pt x="1138708" y="62248"/>
                </a:lnTo>
                <a:lnTo>
                  <a:pt x="1138682" y="61474"/>
                </a:lnTo>
                <a:lnTo>
                  <a:pt x="1138673" y="60683"/>
                </a:lnTo>
                <a:lnTo>
                  <a:pt x="1138681" y="59898"/>
                </a:lnTo>
                <a:lnTo>
                  <a:pt x="1138706" y="59130"/>
                </a:lnTo>
                <a:lnTo>
                  <a:pt x="1138747" y="58378"/>
                </a:lnTo>
                <a:lnTo>
                  <a:pt x="1138804" y="57642"/>
                </a:lnTo>
                <a:lnTo>
                  <a:pt x="1138878" y="56922"/>
                </a:lnTo>
                <a:lnTo>
                  <a:pt x="1138968" y="56218"/>
                </a:lnTo>
                <a:lnTo>
                  <a:pt x="1139074" y="55530"/>
                </a:lnTo>
                <a:lnTo>
                  <a:pt x="1139197" y="54859"/>
                </a:lnTo>
                <a:lnTo>
                  <a:pt x="1139337" y="54203"/>
                </a:lnTo>
                <a:lnTo>
                  <a:pt x="1139492" y="53563"/>
                </a:lnTo>
                <a:lnTo>
                  <a:pt x="1139664" y="52940"/>
                </a:lnTo>
                <a:lnTo>
                  <a:pt x="1139853" y="52332"/>
                </a:lnTo>
                <a:lnTo>
                  <a:pt x="1140057" y="51740"/>
                </a:lnTo>
                <a:lnTo>
                  <a:pt x="1140278" y="51165"/>
                </a:lnTo>
                <a:lnTo>
                  <a:pt x="1140516" y="50605"/>
                </a:lnTo>
                <a:lnTo>
                  <a:pt x="1140770" y="50062"/>
                </a:lnTo>
                <a:lnTo>
                  <a:pt x="1141040" y="49535"/>
                </a:lnTo>
                <a:lnTo>
                  <a:pt x="1141327" y="49023"/>
                </a:lnTo>
                <a:lnTo>
                  <a:pt x="1141630" y="48528"/>
                </a:lnTo>
                <a:lnTo>
                  <a:pt x="1141949" y="48049"/>
                </a:lnTo>
                <a:lnTo>
                  <a:pt x="1142285" y="47586"/>
                </a:lnTo>
                <a:lnTo>
                  <a:pt x="1142637" y="47139"/>
                </a:lnTo>
                <a:lnTo>
                  <a:pt x="1143006" y="46708"/>
                </a:lnTo>
                <a:lnTo>
                  <a:pt x="1143390" y="46293"/>
                </a:lnTo>
                <a:lnTo>
                  <a:pt x="1143788" y="45894"/>
                </a:lnTo>
                <a:lnTo>
                  <a:pt x="1144196" y="45513"/>
                </a:lnTo>
                <a:lnTo>
                  <a:pt x="1144613" y="45148"/>
                </a:lnTo>
                <a:lnTo>
                  <a:pt x="1145040" y="44800"/>
                </a:lnTo>
                <a:lnTo>
                  <a:pt x="1145477" y="44470"/>
                </a:lnTo>
                <a:lnTo>
                  <a:pt x="1145923" y="44156"/>
                </a:lnTo>
                <a:lnTo>
                  <a:pt x="1146379" y="43859"/>
                </a:lnTo>
                <a:lnTo>
                  <a:pt x="1146844" y="43580"/>
                </a:lnTo>
                <a:lnTo>
                  <a:pt x="1147319" y="43317"/>
                </a:lnTo>
                <a:lnTo>
                  <a:pt x="1147804" y="43071"/>
                </a:lnTo>
                <a:lnTo>
                  <a:pt x="1148299" y="42842"/>
                </a:lnTo>
                <a:lnTo>
                  <a:pt x="1148803" y="42630"/>
                </a:lnTo>
                <a:lnTo>
                  <a:pt x="1149317" y="42435"/>
                </a:lnTo>
                <a:lnTo>
                  <a:pt x="1149840" y="42257"/>
                </a:lnTo>
                <a:lnTo>
                  <a:pt x="1150373" y="42096"/>
                </a:lnTo>
                <a:lnTo>
                  <a:pt x="1150916" y="41952"/>
                </a:lnTo>
                <a:lnTo>
                  <a:pt x="1151468" y="41824"/>
                </a:lnTo>
                <a:lnTo>
                  <a:pt x="1152030" y="41714"/>
                </a:lnTo>
                <a:lnTo>
                  <a:pt x="1152602" y="41621"/>
                </a:lnTo>
                <a:lnTo>
                  <a:pt x="1153183" y="41545"/>
                </a:lnTo>
                <a:lnTo>
                  <a:pt x="1153774" y="41485"/>
                </a:lnTo>
                <a:lnTo>
                  <a:pt x="1154375" y="41443"/>
                </a:lnTo>
                <a:lnTo>
                  <a:pt x="1154985" y="41418"/>
                </a:lnTo>
                <a:lnTo>
                  <a:pt x="1155605" y="41409"/>
                </a:lnTo>
                <a:lnTo>
                  <a:pt x="1156225" y="41417"/>
                </a:lnTo>
                <a:lnTo>
                  <a:pt x="1156834" y="41442"/>
                </a:lnTo>
                <a:lnTo>
                  <a:pt x="1157433" y="41483"/>
                </a:lnTo>
                <a:lnTo>
                  <a:pt x="1158021" y="41541"/>
                </a:lnTo>
                <a:lnTo>
                  <a:pt x="1158599" y="41615"/>
                </a:lnTo>
                <a:lnTo>
                  <a:pt x="1159167" y="41706"/>
                </a:lnTo>
                <a:lnTo>
                  <a:pt x="1159724" y="41814"/>
                </a:lnTo>
                <a:lnTo>
                  <a:pt x="1160271" y="41937"/>
                </a:lnTo>
                <a:lnTo>
                  <a:pt x="1160807" y="42078"/>
                </a:lnTo>
                <a:lnTo>
                  <a:pt x="1161333" y="42234"/>
                </a:lnTo>
                <a:lnTo>
                  <a:pt x="1161849" y="42408"/>
                </a:lnTo>
                <a:lnTo>
                  <a:pt x="1162354" y="42598"/>
                </a:lnTo>
                <a:lnTo>
                  <a:pt x="1162849" y="42804"/>
                </a:lnTo>
                <a:lnTo>
                  <a:pt x="1163334" y="43027"/>
                </a:lnTo>
                <a:lnTo>
                  <a:pt x="1163808" y="43266"/>
                </a:lnTo>
                <a:lnTo>
                  <a:pt x="1164272" y="43522"/>
                </a:lnTo>
                <a:lnTo>
                  <a:pt x="1164726" y="43795"/>
                </a:lnTo>
                <a:lnTo>
                  <a:pt x="1165169" y="44083"/>
                </a:lnTo>
                <a:lnTo>
                  <a:pt x="1165601" y="44389"/>
                </a:lnTo>
                <a:lnTo>
                  <a:pt x="1166024" y="44711"/>
                </a:lnTo>
                <a:lnTo>
                  <a:pt x="1166435" y="45049"/>
                </a:lnTo>
                <a:lnTo>
                  <a:pt x="1166837" y="45404"/>
                </a:lnTo>
                <a:lnTo>
                  <a:pt x="1167228" y="45776"/>
                </a:lnTo>
                <a:lnTo>
                  <a:pt x="1167609" y="46164"/>
                </a:lnTo>
                <a:lnTo>
                  <a:pt x="1167977" y="46568"/>
                </a:lnTo>
                <a:lnTo>
                  <a:pt x="1168329" y="46991"/>
                </a:lnTo>
                <a:lnTo>
                  <a:pt x="1168665" y="47431"/>
                </a:lnTo>
                <a:lnTo>
                  <a:pt x="1168986" y="47889"/>
                </a:lnTo>
                <a:lnTo>
                  <a:pt x="1169291" y="48365"/>
                </a:lnTo>
                <a:lnTo>
                  <a:pt x="1169581" y="48858"/>
                </a:lnTo>
                <a:lnTo>
                  <a:pt x="1169854" y="49369"/>
                </a:lnTo>
                <a:lnTo>
                  <a:pt x="1170113" y="49898"/>
                </a:lnTo>
                <a:lnTo>
                  <a:pt x="1170355" y="50445"/>
                </a:lnTo>
                <a:lnTo>
                  <a:pt x="1170582" y="51009"/>
                </a:lnTo>
                <a:lnTo>
                  <a:pt x="1170793" y="51591"/>
                </a:lnTo>
                <a:lnTo>
                  <a:pt x="1170989" y="52191"/>
                </a:lnTo>
                <a:lnTo>
                  <a:pt x="1171169" y="52808"/>
                </a:lnTo>
                <a:lnTo>
                  <a:pt x="1171333" y="53444"/>
                </a:lnTo>
                <a:lnTo>
                  <a:pt x="1171482" y="54096"/>
                </a:lnTo>
                <a:lnTo>
                  <a:pt x="1171615" y="54767"/>
                </a:lnTo>
                <a:lnTo>
                  <a:pt x="1171732" y="55455"/>
                </a:lnTo>
                <a:lnTo>
                  <a:pt x="1171834" y="56161"/>
                </a:lnTo>
                <a:lnTo>
                  <a:pt x="1171920" y="56885"/>
                </a:lnTo>
                <a:lnTo>
                  <a:pt x="1171990" y="57626"/>
                </a:lnTo>
                <a:lnTo>
                  <a:pt x="1172045" y="58386"/>
                </a:lnTo>
                <a:lnTo>
                  <a:pt x="1172084" y="59163"/>
                </a:lnTo>
                <a:lnTo>
                  <a:pt x="1172108" y="59957"/>
                </a:lnTo>
                <a:lnTo>
                  <a:pt x="1172116" y="60769"/>
                </a:lnTo>
                <a:lnTo>
                  <a:pt x="1172107" y="61546"/>
                </a:lnTo>
                <a:lnTo>
                  <a:pt x="1172083" y="62307"/>
                </a:lnTo>
                <a:lnTo>
                  <a:pt x="1172043" y="63052"/>
                </a:lnTo>
                <a:lnTo>
                  <a:pt x="1171987" y="63781"/>
                </a:lnTo>
                <a:lnTo>
                  <a:pt x="1171914" y="64494"/>
                </a:lnTo>
                <a:lnTo>
                  <a:pt x="1171826" y="65190"/>
                </a:lnTo>
                <a:lnTo>
                  <a:pt x="1171721" y="65871"/>
                </a:lnTo>
                <a:lnTo>
                  <a:pt x="1171601" y="66535"/>
                </a:lnTo>
                <a:lnTo>
                  <a:pt x="1171464" y="67184"/>
                </a:lnTo>
                <a:lnTo>
                  <a:pt x="1171311" y="67816"/>
                </a:lnTo>
                <a:lnTo>
                  <a:pt x="1171142" y="68433"/>
                </a:lnTo>
                <a:lnTo>
                  <a:pt x="1170957" y="69033"/>
                </a:lnTo>
                <a:lnTo>
                  <a:pt x="1170756" y="69617"/>
                </a:lnTo>
                <a:lnTo>
                  <a:pt x="1170539" y="70186"/>
                </a:lnTo>
                <a:lnTo>
                  <a:pt x="1170306" y="70738"/>
                </a:lnTo>
                <a:lnTo>
                  <a:pt x="1170056" y="71274"/>
                </a:lnTo>
                <a:lnTo>
                  <a:pt x="1169791" y="71794"/>
                </a:lnTo>
                <a:lnTo>
                  <a:pt x="1169509" y="72298"/>
                </a:lnTo>
                <a:lnTo>
                  <a:pt x="1169212" y="72786"/>
                </a:lnTo>
                <a:lnTo>
                  <a:pt x="1168898" y="73258"/>
                </a:lnTo>
                <a:lnTo>
                  <a:pt x="1168568" y="73714"/>
                </a:lnTo>
                <a:lnTo>
                  <a:pt x="1168222" y="74154"/>
                </a:lnTo>
                <a:lnTo>
                  <a:pt x="1167861" y="74578"/>
                </a:lnTo>
                <a:lnTo>
                  <a:pt x="1167482" y="74985"/>
                </a:lnTo>
                <a:lnTo>
                  <a:pt x="1167092" y="75377"/>
                </a:lnTo>
                <a:lnTo>
                  <a:pt x="1166691" y="75752"/>
                </a:lnTo>
                <a:lnTo>
                  <a:pt x="1166281" y="76110"/>
                </a:lnTo>
                <a:lnTo>
                  <a:pt x="1165861" y="76451"/>
                </a:lnTo>
                <a:lnTo>
                  <a:pt x="1165431" y="76776"/>
                </a:lnTo>
                <a:lnTo>
                  <a:pt x="1164992" y="77084"/>
                </a:lnTo>
                <a:lnTo>
                  <a:pt x="1164543" y="77375"/>
                </a:lnTo>
                <a:lnTo>
                  <a:pt x="1164085" y="77650"/>
                </a:lnTo>
                <a:lnTo>
                  <a:pt x="1163617" y="77908"/>
                </a:lnTo>
                <a:lnTo>
                  <a:pt x="1163139" y="78150"/>
                </a:lnTo>
                <a:lnTo>
                  <a:pt x="1162652" y="78375"/>
                </a:lnTo>
                <a:lnTo>
                  <a:pt x="1162154" y="78583"/>
                </a:lnTo>
                <a:lnTo>
                  <a:pt x="1161648" y="78774"/>
                </a:lnTo>
                <a:lnTo>
                  <a:pt x="1161131" y="78949"/>
                </a:lnTo>
                <a:lnTo>
                  <a:pt x="1160605" y="79107"/>
                </a:lnTo>
                <a:lnTo>
                  <a:pt x="1160070" y="79249"/>
                </a:lnTo>
                <a:lnTo>
                  <a:pt x="1159524" y="79374"/>
                </a:lnTo>
                <a:lnTo>
                  <a:pt x="1158969" y="79482"/>
                </a:lnTo>
                <a:lnTo>
                  <a:pt x="1158405" y="79574"/>
                </a:lnTo>
                <a:lnTo>
                  <a:pt x="1157830" y="79649"/>
                </a:lnTo>
                <a:lnTo>
                  <a:pt x="1157246" y="79707"/>
                </a:lnTo>
                <a:lnTo>
                  <a:pt x="1156653" y="79749"/>
                </a:lnTo>
                <a:lnTo>
                  <a:pt x="1156049" y="79774"/>
                </a:lnTo>
                <a:lnTo>
                  <a:pt x="1155436" y="79782"/>
                </a:lnTo>
                <a:lnTo>
                  <a:pt x="1154885" y="79774"/>
                </a:lnTo>
                <a:lnTo>
                  <a:pt x="1154338" y="79749"/>
                </a:lnTo>
                <a:lnTo>
                  <a:pt x="1153798" y="79708"/>
                </a:lnTo>
                <a:lnTo>
                  <a:pt x="1153263" y="79650"/>
                </a:lnTo>
                <a:close/>
                <a:moveTo>
                  <a:pt x="1151454" y="138814"/>
                </a:moveTo>
                <a:lnTo>
                  <a:pt x="1150624" y="138738"/>
                </a:lnTo>
                <a:lnTo>
                  <a:pt x="1149818" y="138648"/>
                </a:lnTo>
                <a:lnTo>
                  <a:pt x="1149034" y="138545"/>
                </a:lnTo>
                <a:lnTo>
                  <a:pt x="1148274" y="138428"/>
                </a:lnTo>
                <a:lnTo>
                  <a:pt x="1147536" y="138297"/>
                </a:lnTo>
                <a:lnTo>
                  <a:pt x="1146821" y="138152"/>
                </a:lnTo>
                <a:lnTo>
                  <a:pt x="1146128" y="137994"/>
                </a:lnTo>
                <a:lnTo>
                  <a:pt x="1145459" y="137821"/>
                </a:lnTo>
                <a:lnTo>
                  <a:pt x="1144812" y="137635"/>
                </a:lnTo>
                <a:lnTo>
                  <a:pt x="1144188" y="137436"/>
                </a:lnTo>
                <a:lnTo>
                  <a:pt x="1143587" y="137222"/>
                </a:lnTo>
                <a:lnTo>
                  <a:pt x="1143009" y="136995"/>
                </a:lnTo>
                <a:lnTo>
                  <a:pt x="1142453" y="136753"/>
                </a:lnTo>
                <a:lnTo>
                  <a:pt x="1141921" y="136498"/>
                </a:lnTo>
                <a:lnTo>
                  <a:pt x="1141411" y="136230"/>
                </a:lnTo>
                <a:lnTo>
                  <a:pt x="1140924" y="135947"/>
                </a:lnTo>
                <a:lnTo>
                  <a:pt x="1140460" y="135651"/>
                </a:lnTo>
                <a:lnTo>
                  <a:pt x="1140018" y="135341"/>
                </a:lnTo>
                <a:lnTo>
                  <a:pt x="1139600" y="135017"/>
                </a:lnTo>
                <a:lnTo>
                  <a:pt x="1139201" y="134684"/>
                </a:lnTo>
                <a:lnTo>
                  <a:pt x="1138819" y="134347"/>
                </a:lnTo>
                <a:lnTo>
                  <a:pt x="1138455" y="134005"/>
                </a:lnTo>
                <a:lnTo>
                  <a:pt x="1138107" y="133659"/>
                </a:lnTo>
                <a:lnTo>
                  <a:pt x="1137776" y="133308"/>
                </a:lnTo>
                <a:lnTo>
                  <a:pt x="1137462" y="132953"/>
                </a:lnTo>
                <a:lnTo>
                  <a:pt x="1137165" y="132594"/>
                </a:lnTo>
                <a:lnTo>
                  <a:pt x="1136885" y="132230"/>
                </a:lnTo>
                <a:lnTo>
                  <a:pt x="1136623" y="131862"/>
                </a:lnTo>
                <a:lnTo>
                  <a:pt x="1136377" y="131490"/>
                </a:lnTo>
                <a:lnTo>
                  <a:pt x="1136148" y="131113"/>
                </a:lnTo>
                <a:lnTo>
                  <a:pt x="1135935" y="130732"/>
                </a:lnTo>
                <a:lnTo>
                  <a:pt x="1135740" y="130346"/>
                </a:lnTo>
                <a:lnTo>
                  <a:pt x="1135562" y="129956"/>
                </a:lnTo>
                <a:lnTo>
                  <a:pt x="1135401" y="129561"/>
                </a:lnTo>
                <a:lnTo>
                  <a:pt x="1135257" y="129163"/>
                </a:lnTo>
                <a:lnTo>
                  <a:pt x="1135130" y="128759"/>
                </a:lnTo>
                <a:lnTo>
                  <a:pt x="1135019" y="128352"/>
                </a:lnTo>
                <a:lnTo>
                  <a:pt x="1134926" y="127940"/>
                </a:lnTo>
                <a:lnTo>
                  <a:pt x="1134850" y="127523"/>
                </a:lnTo>
                <a:lnTo>
                  <a:pt x="1134790" y="127103"/>
                </a:lnTo>
                <a:lnTo>
                  <a:pt x="1134748" y="126677"/>
                </a:lnTo>
                <a:lnTo>
                  <a:pt x="1134723" y="126248"/>
                </a:lnTo>
                <a:lnTo>
                  <a:pt x="1134714" y="125814"/>
                </a:lnTo>
                <a:lnTo>
                  <a:pt x="1134719" y="125423"/>
                </a:lnTo>
                <a:lnTo>
                  <a:pt x="1134735" y="125037"/>
                </a:lnTo>
                <a:lnTo>
                  <a:pt x="1134761" y="124654"/>
                </a:lnTo>
                <a:lnTo>
                  <a:pt x="1134797" y="124275"/>
                </a:lnTo>
                <a:lnTo>
                  <a:pt x="1134844" y="123901"/>
                </a:lnTo>
                <a:lnTo>
                  <a:pt x="1134901" y="123530"/>
                </a:lnTo>
                <a:lnTo>
                  <a:pt x="1134968" y="123163"/>
                </a:lnTo>
                <a:lnTo>
                  <a:pt x="1135046" y="122800"/>
                </a:lnTo>
                <a:lnTo>
                  <a:pt x="1135135" y="122441"/>
                </a:lnTo>
                <a:lnTo>
                  <a:pt x="1135233" y="122086"/>
                </a:lnTo>
                <a:lnTo>
                  <a:pt x="1135342" y="121735"/>
                </a:lnTo>
                <a:lnTo>
                  <a:pt x="1135462" y="121387"/>
                </a:lnTo>
                <a:lnTo>
                  <a:pt x="1135591" y="121044"/>
                </a:lnTo>
                <a:lnTo>
                  <a:pt x="1135732" y="120705"/>
                </a:lnTo>
                <a:lnTo>
                  <a:pt x="1135882" y="120369"/>
                </a:lnTo>
                <a:lnTo>
                  <a:pt x="1136043" y="120038"/>
                </a:lnTo>
                <a:lnTo>
                  <a:pt x="1136214" y="119710"/>
                </a:lnTo>
                <a:lnTo>
                  <a:pt x="1136396" y="119387"/>
                </a:lnTo>
                <a:lnTo>
                  <a:pt x="1136588" y="119067"/>
                </a:lnTo>
                <a:lnTo>
                  <a:pt x="1136791" y="118751"/>
                </a:lnTo>
                <a:lnTo>
                  <a:pt x="1137004" y="118440"/>
                </a:lnTo>
                <a:lnTo>
                  <a:pt x="1137227" y="118132"/>
                </a:lnTo>
                <a:lnTo>
                  <a:pt x="1137460" y="117828"/>
                </a:lnTo>
                <a:lnTo>
                  <a:pt x="1137704" y="117528"/>
                </a:lnTo>
                <a:lnTo>
                  <a:pt x="1137959" y="117233"/>
                </a:lnTo>
                <a:lnTo>
                  <a:pt x="1138222" y="116946"/>
                </a:lnTo>
                <a:lnTo>
                  <a:pt x="1138496" y="116666"/>
                </a:lnTo>
                <a:lnTo>
                  <a:pt x="1138780" y="116394"/>
                </a:lnTo>
                <a:lnTo>
                  <a:pt x="1139073" y="116128"/>
                </a:lnTo>
                <a:lnTo>
                  <a:pt x="1139376" y="115870"/>
                </a:lnTo>
                <a:lnTo>
                  <a:pt x="1139689" y="115620"/>
                </a:lnTo>
                <a:lnTo>
                  <a:pt x="1140012" y="115376"/>
                </a:lnTo>
                <a:lnTo>
                  <a:pt x="1140344" y="115140"/>
                </a:lnTo>
                <a:lnTo>
                  <a:pt x="1140686" y="114911"/>
                </a:lnTo>
                <a:lnTo>
                  <a:pt x="1141038" y="114689"/>
                </a:lnTo>
                <a:lnTo>
                  <a:pt x="1141400" y="114474"/>
                </a:lnTo>
                <a:lnTo>
                  <a:pt x="1141772" y="114267"/>
                </a:lnTo>
                <a:lnTo>
                  <a:pt x="1142154" y="114067"/>
                </a:lnTo>
                <a:lnTo>
                  <a:pt x="1142545" y="113875"/>
                </a:lnTo>
                <a:lnTo>
                  <a:pt x="1142946" y="113689"/>
                </a:lnTo>
                <a:lnTo>
                  <a:pt x="1143357" y="113511"/>
                </a:lnTo>
                <a:lnTo>
                  <a:pt x="1143777" y="113340"/>
                </a:lnTo>
                <a:lnTo>
                  <a:pt x="1144208" y="113177"/>
                </a:lnTo>
                <a:lnTo>
                  <a:pt x="1144648" y="113020"/>
                </a:lnTo>
                <a:lnTo>
                  <a:pt x="1145098" y="112871"/>
                </a:lnTo>
                <a:lnTo>
                  <a:pt x="1145558" y="112729"/>
                </a:lnTo>
                <a:lnTo>
                  <a:pt x="1146028" y="112595"/>
                </a:lnTo>
                <a:lnTo>
                  <a:pt x="1146507" y="112468"/>
                </a:lnTo>
                <a:lnTo>
                  <a:pt x="1157879" y="112468"/>
                </a:lnTo>
                <a:lnTo>
                  <a:pt x="1158630" y="112470"/>
                </a:lnTo>
                <a:lnTo>
                  <a:pt x="1159366" y="112478"/>
                </a:lnTo>
                <a:lnTo>
                  <a:pt x="1160088" y="112491"/>
                </a:lnTo>
                <a:lnTo>
                  <a:pt x="1160795" y="112509"/>
                </a:lnTo>
                <a:lnTo>
                  <a:pt x="1161487" y="112532"/>
                </a:lnTo>
                <a:lnTo>
                  <a:pt x="1162165" y="112560"/>
                </a:lnTo>
                <a:lnTo>
                  <a:pt x="1162828" y="112594"/>
                </a:lnTo>
                <a:lnTo>
                  <a:pt x="1163476" y="112632"/>
                </a:lnTo>
                <a:lnTo>
                  <a:pt x="1164110" y="112676"/>
                </a:lnTo>
                <a:lnTo>
                  <a:pt x="1164730" y="112725"/>
                </a:lnTo>
                <a:lnTo>
                  <a:pt x="1165334" y="112779"/>
                </a:lnTo>
                <a:lnTo>
                  <a:pt x="1165924" y="112838"/>
                </a:lnTo>
                <a:lnTo>
                  <a:pt x="1166499" y="112903"/>
                </a:lnTo>
                <a:lnTo>
                  <a:pt x="1167060" y="112972"/>
                </a:lnTo>
                <a:lnTo>
                  <a:pt x="1167606" y="113047"/>
                </a:lnTo>
                <a:lnTo>
                  <a:pt x="1168138" y="113127"/>
                </a:lnTo>
                <a:lnTo>
                  <a:pt x="1168654" y="113212"/>
                </a:lnTo>
                <a:lnTo>
                  <a:pt x="1169157" y="113302"/>
                </a:lnTo>
                <a:lnTo>
                  <a:pt x="1169644" y="113397"/>
                </a:lnTo>
                <a:lnTo>
                  <a:pt x="1170117" y="113498"/>
                </a:lnTo>
                <a:lnTo>
                  <a:pt x="1170576" y="113604"/>
                </a:lnTo>
                <a:lnTo>
                  <a:pt x="1171019" y="113714"/>
                </a:lnTo>
                <a:lnTo>
                  <a:pt x="1171448" y="113830"/>
                </a:lnTo>
                <a:lnTo>
                  <a:pt x="1171863" y="113951"/>
                </a:lnTo>
                <a:lnTo>
                  <a:pt x="1172265" y="114077"/>
                </a:lnTo>
                <a:lnTo>
                  <a:pt x="1172656" y="114206"/>
                </a:lnTo>
                <a:lnTo>
                  <a:pt x="1173037" y="114340"/>
                </a:lnTo>
                <a:lnTo>
                  <a:pt x="1173407" y="114478"/>
                </a:lnTo>
                <a:lnTo>
                  <a:pt x="1173767" y="114620"/>
                </a:lnTo>
                <a:lnTo>
                  <a:pt x="1174116" y="114766"/>
                </a:lnTo>
                <a:lnTo>
                  <a:pt x="1174455" y="114916"/>
                </a:lnTo>
                <a:lnTo>
                  <a:pt x="1174783" y="115070"/>
                </a:lnTo>
                <a:lnTo>
                  <a:pt x="1175101" y="115228"/>
                </a:lnTo>
                <a:lnTo>
                  <a:pt x="1175408" y="115390"/>
                </a:lnTo>
                <a:lnTo>
                  <a:pt x="1175704" y="115557"/>
                </a:lnTo>
                <a:lnTo>
                  <a:pt x="1175990" y="115727"/>
                </a:lnTo>
                <a:lnTo>
                  <a:pt x="1176266" y="115902"/>
                </a:lnTo>
                <a:lnTo>
                  <a:pt x="1176531" y="116080"/>
                </a:lnTo>
                <a:lnTo>
                  <a:pt x="1176785" y="116263"/>
                </a:lnTo>
                <a:lnTo>
                  <a:pt x="1177029" y="116450"/>
                </a:lnTo>
                <a:lnTo>
                  <a:pt x="1177263" y="116641"/>
                </a:lnTo>
                <a:lnTo>
                  <a:pt x="1177486" y="116836"/>
                </a:lnTo>
                <a:lnTo>
                  <a:pt x="1177698" y="117035"/>
                </a:lnTo>
                <a:lnTo>
                  <a:pt x="1177900" y="117238"/>
                </a:lnTo>
                <a:lnTo>
                  <a:pt x="1178091" y="117445"/>
                </a:lnTo>
                <a:lnTo>
                  <a:pt x="1178272" y="117657"/>
                </a:lnTo>
                <a:lnTo>
                  <a:pt x="1178442" y="117872"/>
                </a:lnTo>
                <a:lnTo>
                  <a:pt x="1178602" y="118092"/>
                </a:lnTo>
                <a:lnTo>
                  <a:pt x="1178753" y="118315"/>
                </a:lnTo>
                <a:lnTo>
                  <a:pt x="1178898" y="118542"/>
                </a:lnTo>
                <a:lnTo>
                  <a:pt x="1179036" y="118773"/>
                </a:lnTo>
                <a:lnTo>
                  <a:pt x="1179168" y="119007"/>
                </a:lnTo>
                <a:lnTo>
                  <a:pt x="1179294" y="119244"/>
                </a:lnTo>
                <a:lnTo>
                  <a:pt x="1179413" y="119485"/>
                </a:lnTo>
                <a:lnTo>
                  <a:pt x="1179525" y="119730"/>
                </a:lnTo>
                <a:lnTo>
                  <a:pt x="1179631" y="119978"/>
                </a:lnTo>
                <a:lnTo>
                  <a:pt x="1179731" y="120229"/>
                </a:lnTo>
                <a:lnTo>
                  <a:pt x="1179824" y="120484"/>
                </a:lnTo>
                <a:lnTo>
                  <a:pt x="1179911" y="120743"/>
                </a:lnTo>
                <a:lnTo>
                  <a:pt x="1179992" y="121005"/>
                </a:lnTo>
                <a:lnTo>
                  <a:pt x="1180066" y="121270"/>
                </a:lnTo>
                <a:lnTo>
                  <a:pt x="1180133" y="121539"/>
                </a:lnTo>
                <a:lnTo>
                  <a:pt x="1180194" y="121811"/>
                </a:lnTo>
                <a:lnTo>
                  <a:pt x="1180249" y="122087"/>
                </a:lnTo>
                <a:lnTo>
                  <a:pt x="1180297" y="122366"/>
                </a:lnTo>
                <a:lnTo>
                  <a:pt x="1180339" y="122649"/>
                </a:lnTo>
                <a:lnTo>
                  <a:pt x="1180375" y="122936"/>
                </a:lnTo>
                <a:lnTo>
                  <a:pt x="1180404" y="123225"/>
                </a:lnTo>
                <a:lnTo>
                  <a:pt x="1180426" y="123519"/>
                </a:lnTo>
                <a:lnTo>
                  <a:pt x="1180442" y="123816"/>
                </a:lnTo>
                <a:lnTo>
                  <a:pt x="1180452" y="124116"/>
                </a:lnTo>
                <a:lnTo>
                  <a:pt x="1180455" y="124420"/>
                </a:lnTo>
                <a:lnTo>
                  <a:pt x="1180445" y="124932"/>
                </a:lnTo>
                <a:lnTo>
                  <a:pt x="1180416" y="125438"/>
                </a:lnTo>
                <a:lnTo>
                  <a:pt x="1180368" y="125937"/>
                </a:lnTo>
                <a:lnTo>
                  <a:pt x="1180299" y="126428"/>
                </a:lnTo>
                <a:lnTo>
                  <a:pt x="1180212" y="126913"/>
                </a:lnTo>
                <a:lnTo>
                  <a:pt x="1180105" y="127391"/>
                </a:lnTo>
                <a:lnTo>
                  <a:pt x="1179979" y="127862"/>
                </a:lnTo>
                <a:lnTo>
                  <a:pt x="1179833" y="128325"/>
                </a:lnTo>
                <a:lnTo>
                  <a:pt x="1179667" y="128782"/>
                </a:lnTo>
                <a:lnTo>
                  <a:pt x="1179483" y="129232"/>
                </a:lnTo>
                <a:lnTo>
                  <a:pt x="1179278" y="129675"/>
                </a:lnTo>
                <a:lnTo>
                  <a:pt x="1179055" y="130111"/>
                </a:lnTo>
                <a:lnTo>
                  <a:pt x="1178811" y="130540"/>
                </a:lnTo>
                <a:lnTo>
                  <a:pt x="1178549" y="130962"/>
                </a:lnTo>
                <a:lnTo>
                  <a:pt x="1178267" y="131377"/>
                </a:lnTo>
                <a:lnTo>
                  <a:pt x="1177965" y="131785"/>
                </a:lnTo>
                <a:lnTo>
                  <a:pt x="1177644" y="132186"/>
                </a:lnTo>
                <a:lnTo>
                  <a:pt x="1177304" y="132580"/>
                </a:lnTo>
                <a:lnTo>
                  <a:pt x="1176944" y="132967"/>
                </a:lnTo>
                <a:lnTo>
                  <a:pt x="1176565" y="133347"/>
                </a:lnTo>
                <a:lnTo>
                  <a:pt x="1176166" y="133721"/>
                </a:lnTo>
                <a:lnTo>
                  <a:pt x="1175748" y="134087"/>
                </a:lnTo>
                <a:lnTo>
                  <a:pt x="1175310" y="134446"/>
                </a:lnTo>
                <a:lnTo>
                  <a:pt x="1174853" y="134798"/>
                </a:lnTo>
                <a:lnTo>
                  <a:pt x="1174373" y="135140"/>
                </a:lnTo>
                <a:lnTo>
                  <a:pt x="1173866" y="135467"/>
                </a:lnTo>
                <a:lnTo>
                  <a:pt x="1173332" y="135780"/>
                </a:lnTo>
                <a:lnTo>
                  <a:pt x="1172772" y="136078"/>
                </a:lnTo>
                <a:lnTo>
                  <a:pt x="1172185" y="136361"/>
                </a:lnTo>
                <a:lnTo>
                  <a:pt x="1171571" y="136630"/>
                </a:lnTo>
                <a:lnTo>
                  <a:pt x="1170930" y="136885"/>
                </a:lnTo>
                <a:lnTo>
                  <a:pt x="1170262" y="137125"/>
                </a:lnTo>
                <a:lnTo>
                  <a:pt x="1169568" y="137350"/>
                </a:lnTo>
                <a:lnTo>
                  <a:pt x="1168847" y="137561"/>
                </a:lnTo>
                <a:lnTo>
                  <a:pt x="1168099" y="137757"/>
                </a:lnTo>
                <a:lnTo>
                  <a:pt x="1167325" y="137939"/>
                </a:lnTo>
                <a:lnTo>
                  <a:pt x="1166523" y="138106"/>
                </a:lnTo>
                <a:lnTo>
                  <a:pt x="1165695" y="138259"/>
                </a:lnTo>
                <a:lnTo>
                  <a:pt x="1164840" y="138397"/>
                </a:lnTo>
                <a:lnTo>
                  <a:pt x="1163959" y="138521"/>
                </a:lnTo>
                <a:lnTo>
                  <a:pt x="1163050" y="138630"/>
                </a:lnTo>
                <a:lnTo>
                  <a:pt x="1162115" y="138724"/>
                </a:lnTo>
                <a:lnTo>
                  <a:pt x="1161153" y="138804"/>
                </a:lnTo>
                <a:lnTo>
                  <a:pt x="1160164" y="138870"/>
                </a:lnTo>
                <a:lnTo>
                  <a:pt x="1159149" y="138921"/>
                </a:lnTo>
                <a:lnTo>
                  <a:pt x="1158107" y="138957"/>
                </a:lnTo>
                <a:lnTo>
                  <a:pt x="1157038" y="138979"/>
                </a:lnTo>
                <a:lnTo>
                  <a:pt x="1155942" y="138986"/>
                </a:lnTo>
                <a:lnTo>
                  <a:pt x="1154999" y="138979"/>
                </a:lnTo>
                <a:lnTo>
                  <a:pt x="1154078" y="138958"/>
                </a:lnTo>
                <a:lnTo>
                  <a:pt x="1153180" y="138924"/>
                </a:lnTo>
                <a:lnTo>
                  <a:pt x="1152306" y="138876"/>
                </a:lnTo>
                <a:lnTo>
                  <a:pt x="1151454" y="138814"/>
                </a:lnTo>
                <a:close/>
                <a:moveTo>
                  <a:pt x="1061061" y="54583"/>
                </a:moveTo>
                <a:lnTo>
                  <a:pt x="1061384" y="54175"/>
                </a:lnTo>
                <a:lnTo>
                  <a:pt x="1061715" y="53769"/>
                </a:lnTo>
                <a:lnTo>
                  <a:pt x="1062054" y="53365"/>
                </a:lnTo>
                <a:lnTo>
                  <a:pt x="1062401" y="52963"/>
                </a:lnTo>
                <a:lnTo>
                  <a:pt x="1062756" y="52564"/>
                </a:lnTo>
                <a:lnTo>
                  <a:pt x="1063119" y="52167"/>
                </a:lnTo>
                <a:lnTo>
                  <a:pt x="1063491" y="51773"/>
                </a:lnTo>
                <a:lnTo>
                  <a:pt x="1063870" y="51381"/>
                </a:lnTo>
                <a:lnTo>
                  <a:pt x="1064257" y="50991"/>
                </a:lnTo>
                <a:lnTo>
                  <a:pt x="1064653" y="50604"/>
                </a:lnTo>
                <a:lnTo>
                  <a:pt x="1065056" y="50219"/>
                </a:lnTo>
                <a:lnTo>
                  <a:pt x="1065467" y="49836"/>
                </a:lnTo>
                <a:lnTo>
                  <a:pt x="1065887" y="49455"/>
                </a:lnTo>
                <a:lnTo>
                  <a:pt x="1066315" y="49077"/>
                </a:lnTo>
                <a:lnTo>
                  <a:pt x="1066750" y="48701"/>
                </a:lnTo>
                <a:lnTo>
                  <a:pt x="1067194" y="48328"/>
                </a:lnTo>
                <a:lnTo>
                  <a:pt x="1067645" y="47957"/>
                </a:lnTo>
                <a:lnTo>
                  <a:pt x="1068105" y="47588"/>
                </a:lnTo>
                <a:lnTo>
                  <a:pt x="1068573" y="47221"/>
                </a:lnTo>
                <a:lnTo>
                  <a:pt x="1069049" y="46857"/>
                </a:lnTo>
                <a:lnTo>
                  <a:pt x="1069533" y="46496"/>
                </a:lnTo>
                <a:lnTo>
                  <a:pt x="1070025" y="46142"/>
                </a:lnTo>
                <a:lnTo>
                  <a:pt x="1070527" y="45804"/>
                </a:lnTo>
                <a:lnTo>
                  <a:pt x="1071038" y="45481"/>
                </a:lnTo>
                <a:lnTo>
                  <a:pt x="1071558" y="45173"/>
                </a:lnTo>
                <a:lnTo>
                  <a:pt x="1072087" y="44880"/>
                </a:lnTo>
                <a:lnTo>
                  <a:pt x="1072626" y="44602"/>
                </a:lnTo>
                <a:lnTo>
                  <a:pt x="1073173" y="44339"/>
                </a:lnTo>
                <a:lnTo>
                  <a:pt x="1073730" y="44091"/>
                </a:lnTo>
                <a:lnTo>
                  <a:pt x="1074297" y="43859"/>
                </a:lnTo>
                <a:lnTo>
                  <a:pt x="1074872" y="43641"/>
                </a:lnTo>
                <a:lnTo>
                  <a:pt x="1075457" y="43438"/>
                </a:lnTo>
                <a:lnTo>
                  <a:pt x="1076050" y="43250"/>
                </a:lnTo>
                <a:lnTo>
                  <a:pt x="1076654" y="43077"/>
                </a:lnTo>
                <a:lnTo>
                  <a:pt x="1077266" y="42919"/>
                </a:lnTo>
                <a:lnTo>
                  <a:pt x="1077887" y="42777"/>
                </a:lnTo>
                <a:lnTo>
                  <a:pt x="1078518" y="42649"/>
                </a:lnTo>
                <a:lnTo>
                  <a:pt x="1079158" y="42536"/>
                </a:lnTo>
                <a:lnTo>
                  <a:pt x="1079807" y="42439"/>
                </a:lnTo>
                <a:lnTo>
                  <a:pt x="1080465" y="42356"/>
                </a:lnTo>
                <a:lnTo>
                  <a:pt x="1081133" y="42288"/>
                </a:lnTo>
                <a:lnTo>
                  <a:pt x="1081810" y="42236"/>
                </a:lnTo>
                <a:lnTo>
                  <a:pt x="1082496" y="42198"/>
                </a:lnTo>
                <a:lnTo>
                  <a:pt x="1083191" y="42176"/>
                </a:lnTo>
                <a:lnTo>
                  <a:pt x="1083895" y="42168"/>
                </a:lnTo>
                <a:lnTo>
                  <a:pt x="1084354" y="42173"/>
                </a:lnTo>
                <a:lnTo>
                  <a:pt x="1084804" y="42187"/>
                </a:lnTo>
                <a:lnTo>
                  <a:pt x="1085245" y="42211"/>
                </a:lnTo>
                <a:lnTo>
                  <a:pt x="1085677" y="42244"/>
                </a:lnTo>
                <a:lnTo>
                  <a:pt x="1086100" y="42286"/>
                </a:lnTo>
                <a:lnTo>
                  <a:pt x="1086514" y="42338"/>
                </a:lnTo>
                <a:lnTo>
                  <a:pt x="1086920" y="42400"/>
                </a:lnTo>
                <a:lnTo>
                  <a:pt x="1087316" y="42471"/>
                </a:lnTo>
                <a:lnTo>
                  <a:pt x="1087704" y="42551"/>
                </a:lnTo>
                <a:lnTo>
                  <a:pt x="1088082" y="42641"/>
                </a:lnTo>
                <a:lnTo>
                  <a:pt x="1088452" y="42740"/>
                </a:lnTo>
                <a:lnTo>
                  <a:pt x="1088812" y="42849"/>
                </a:lnTo>
                <a:lnTo>
                  <a:pt x="1089164" y="42967"/>
                </a:lnTo>
                <a:lnTo>
                  <a:pt x="1089507" y="43094"/>
                </a:lnTo>
                <a:lnTo>
                  <a:pt x="1089841" y="43232"/>
                </a:lnTo>
                <a:lnTo>
                  <a:pt x="1090166" y="43378"/>
                </a:lnTo>
                <a:lnTo>
                  <a:pt x="1090482" y="43534"/>
                </a:lnTo>
                <a:lnTo>
                  <a:pt x="1090789" y="43699"/>
                </a:lnTo>
                <a:lnTo>
                  <a:pt x="1091088" y="43874"/>
                </a:lnTo>
                <a:lnTo>
                  <a:pt x="1091377" y="44059"/>
                </a:lnTo>
                <a:lnTo>
                  <a:pt x="1091657" y="44252"/>
                </a:lnTo>
                <a:lnTo>
                  <a:pt x="1091929" y="44456"/>
                </a:lnTo>
                <a:lnTo>
                  <a:pt x="1092192" y="44668"/>
                </a:lnTo>
                <a:lnTo>
                  <a:pt x="1092445" y="44891"/>
                </a:lnTo>
                <a:lnTo>
                  <a:pt x="1092691" y="45121"/>
                </a:lnTo>
                <a:lnTo>
                  <a:pt x="1092931" y="45358"/>
                </a:lnTo>
                <a:lnTo>
                  <a:pt x="1093164" y="45603"/>
                </a:lnTo>
                <a:lnTo>
                  <a:pt x="1093391" y="45856"/>
                </a:lnTo>
                <a:lnTo>
                  <a:pt x="1093611" y="46115"/>
                </a:lnTo>
                <a:lnTo>
                  <a:pt x="1093825" y="46382"/>
                </a:lnTo>
                <a:lnTo>
                  <a:pt x="1094032" y="46656"/>
                </a:lnTo>
                <a:lnTo>
                  <a:pt x="1094233" y="46937"/>
                </a:lnTo>
                <a:lnTo>
                  <a:pt x="1094427" y="47226"/>
                </a:lnTo>
                <a:lnTo>
                  <a:pt x="1094616" y="47522"/>
                </a:lnTo>
                <a:lnTo>
                  <a:pt x="1094797" y="47825"/>
                </a:lnTo>
                <a:lnTo>
                  <a:pt x="1094972" y="48136"/>
                </a:lnTo>
                <a:lnTo>
                  <a:pt x="1095141" y="48453"/>
                </a:lnTo>
                <a:lnTo>
                  <a:pt x="1095303" y="48778"/>
                </a:lnTo>
                <a:lnTo>
                  <a:pt x="1095459" y="49111"/>
                </a:lnTo>
                <a:lnTo>
                  <a:pt x="1095609" y="49451"/>
                </a:lnTo>
                <a:lnTo>
                  <a:pt x="1095752" y="49798"/>
                </a:lnTo>
                <a:lnTo>
                  <a:pt x="1095888" y="50152"/>
                </a:lnTo>
                <a:lnTo>
                  <a:pt x="1096019" y="50513"/>
                </a:lnTo>
                <a:lnTo>
                  <a:pt x="1096142" y="50882"/>
                </a:lnTo>
                <a:lnTo>
                  <a:pt x="1096260" y="51258"/>
                </a:lnTo>
                <a:lnTo>
                  <a:pt x="1096370" y="51642"/>
                </a:lnTo>
                <a:lnTo>
                  <a:pt x="1096475" y="52033"/>
                </a:lnTo>
                <a:lnTo>
                  <a:pt x="1096573" y="52431"/>
                </a:lnTo>
                <a:lnTo>
                  <a:pt x="1096666" y="52835"/>
                </a:lnTo>
                <a:lnTo>
                  <a:pt x="1096754" y="53243"/>
                </a:lnTo>
                <a:lnTo>
                  <a:pt x="1096839" y="53656"/>
                </a:lnTo>
                <a:lnTo>
                  <a:pt x="1096920" y="54074"/>
                </a:lnTo>
                <a:lnTo>
                  <a:pt x="1096997" y="54496"/>
                </a:lnTo>
                <a:lnTo>
                  <a:pt x="1097070" y="54923"/>
                </a:lnTo>
                <a:lnTo>
                  <a:pt x="1097139" y="55355"/>
                </a:lnTo>
                <a:lnTo>
                  <a:pt x="1097205" y="55792"/>
                </a:lnTo>
                <a:lnTo>
                  <a:pt x="1097266" y="56233"/>
                </a:lnTo>
                <a:lnTo>
                  <a:pt x="1097323" y="56678"/>
                </a:lnTo>
                <a:lnTo>
                  <a:pt x="1097376" y="57129"/>
                </a:lnTo>
                <a:lnTo>
                  <a:pt x="1097426" y="57584"/>
                </a:lnTo>
                <a:lnTo>
                  <a:pt x="1097471" y="58044"/>
                </a:lnTo>
                <a:lnTo>
                  <a:pt x="1097513" y="58508"/>
                </a:lnTo>
                <a:lnTo>
                  <a:pt x="1097550" y="58977"/>
                </a:lnTo>
                <a:lnTo>
                  <a:pt x="1097584" y="59451"/>
                </a:lnTo>
                <a:lnTo>
                  <a:pt x="1097613" y="59929"/>
                </a:lnTo>
                <a:lnTo>
                  <a:pt x="1097639" y="60412"/>
                </a:lnTo>
                <a:lnTo>
                  <a:pt x="1097661" y="60900"/>
                </a:lnTo>
                <a:lnTo>
                  <a:pt x="1097678" y="61392"/>
                </a:lnTo>
                <a:lnTo>
                  <a:pt x="1097692" y="61889"/>
                </a:lnTo>
                <a:lnTo>
                  <a:pt x="1097702" y="62390"/>
                </a:lnTo>
                <a:lnTo>
                  <a:pt x="1097708" y="62897"/>
                </a:lnTo>
                <a:lnTo>
                  <a:pt x="1097710" y="63408"/>
                </a:lnTo>
                <a:lnTo>
                  <a:pt x="1097710" y="117396"/>
                </a:lnTo>
                <a:lnTo>
                  <a:pt x="1111694" y="117396"/>
                </a:lnTo>
                <a:lnTo>
                  <a:pt x="1111694" y="61792"/>
                </a:lnTo>
                <a:lnTo>
                  <a:pt x="1111684" y="60557"/>
                </a:lnTo>
                <a:lnTo>
                  <a:pt x="1111654" y="59345"/>
                </a:lnTo>
                <a:lnTo>
                  <a:pt x="1111605" y="58157"/>
                </a:lnTo>
                <a:lnTo>
                  <a:pt x="1111537" y="56992"/>
                </a:lnTo>
                <a:lnTo>
                  <a:pt x="1111449" y="55850"/>
                </a:lnTo>
                <a:lnTo>
                  <a:pt x="1111341" y="54732"/>
                </a:lnTo>
                <a:lnTo>
                  <a:pt x="1111213" y="53637"/>
                </a:lnTo>
                <a:lnTo>
                  <a:pt x="1111066" y="52565"/>
                </a:lnTo>
                <a:lnTo>
                  <a:pt x="1110900" y="51517"/>
                </a:lnTo>
                <a:lnTo>
                  <a:pt x="1110714" y="50492"/>
                </a:lnTo>
                <a:lnTo>
                  <a:pt x="1110508" y="49491"/>
                </a:lnTo>
                <a:lnTo>
                  <a:pt x="1110283" y="48512"/>
                </a:lnTo>
                <a:lnTo>
                  <a:pt x="1110038" y="47558"/>
                </a:lnTo>
                <a:lnTo>
                  <a:pt x="1109773" y="46626"/>
                </a:lnTo>
                <a:lnTo>
                  <a:pt x="1109489" y="45718"/>
                </a:lnTo>
                <a:lnTo>
                  <a:pt x="1109185" y="44833"/>
                </a:lnTo>
                <a:lnTo>
                  <a:pt x="1108862" y="43972"/>
                </a:lnTo>
                <a:lnTo>
                  <a:pt x="1108519" y="43134"/>
                </a:lnTo>
                <a:lnTo>
                  <a:pt x="1108156" y="42320"/>
                </a:lnTo>
                <a:lnTo>
                  <a:pt x="1107774" y="41528"/>
                </a:lnTo>
                <a:lnTo>
                  <a:pt x="1107372" y="40760"/>
                </a:lnTo>
                <a:lnTo>
                  <a:pt x="1106951" y="40016"/>
                </a:lnTo>
                <a:lnTo>
                  <a:pt x="1106510" y="39295"/>
                </a:lnTo>
                <a:lnTo>
                  <a:pt x="1106050" y="38597"/>
                </a:lnTo>
                <a:lnTo>
                  <a:pt x="1105566" y="37925"/>
                </a:lnTo>
                <a:lnTo>
                  <a:pt x="1105057" y="37282"/>
                </a:lnTo>
                <a:lnTo>
                  <a:pt x="1104521" y="36667"/>
                </a:lnTo>
                <a:lnTo>
                  <a:pt x="1103960" y="36080"/>
                </a:lnTo>
                <a:lnTo>
                  <a:pt x="1103373" y="35523"/>
                </a:lnTo>
                <a:lnTo>
                  <a:pt x="1102759" y="34994"/>
                </a:lnTo>
                <a:lnTo>
                  <a:pt x="1102120" y="34493"/>
                </a:lnTo>
                <a:lnTo>
                  <a:pt x="1101454" y="34021"/>
                </a:lnTo>
                <a:lnTo>
                  <a:pt x="1100762" y="33578"/>
                </a:lnTo>
                <a:lnTo>
                  <a:pt x="1100045" y="33164"/>
                </a:lnTo>
                <a:lnTo>
                  <a:pt x="1099301" y="32777"/>
                </a:lnTo>
                <a:lnTo>
                  <a:pt x="1098531" y="32420"/>
                </a:lnTo>
                <a:lnTo>
                  <a:pt x="1097736" y="32091"/>
                </a:lnTo>
                <a:lnTo>
                  <a:pt x="1096914" y="31791"/>
                </a:lnTo>
                <a:lnTo>
                  <a:pt x="1096066" y="31519"/>
                </a:lnTo>
                <a:lnTo>
                  <a:pt x="1095192" y="31276"/>
                </a:lnTo>
                <a:lnTo>
                  <a:pt x="1094292" y="31062"/>
                </a:lnTo>
                <a:lnTo>
                  <a:pt x="1093367" y="30876"/>
                </a:lnTo>
                <a:lnTo>
                  <a:pt x="1092415" y="30718"/>
                </a:lnTo>
                <a:lnTo>
                  <a:pt x="1091437" y="30590"/>
                </a:lnTo>
                <a:lnTo>
                  <a:pt x="1090433" y="30490"/>
                </a:lnTo>
                <a:lnTo>
                  <a:pt x="1089403" y="30418"/>
                </a:lnTo>
                <a:lnTo>
                  <a:pt x="1088347" y="30375"/>
                </a:lnTo>
                <a:lnTo>
                  <a:pt x="1087265" y="30361"/>
                </a:lnTo>
                <a:lnTo>
                  <a:pt x="1086428" y="30368"/>
                </a:lnTo>
                <a:lnTo>
                  <a:pt x="1085603" y="30391"/>
                </a:lnTo>
                <a:lnTo>
                  <a:pt x="1084790" y="30428"/>
                </a:lnTo>
                <a:lnTo>
                  <a:pt x="1083989" y="30479"/>
                </a:lnTo>
                <a:lnTo>
                  <a:pt x="1083199" y="30546"/>
                </a:lnTo>
                <a:lnTo>
                  <a:pt x="1082421" y="30627"/>
                </a:lnTo>
                <a:lnTo>
                  <a:pt x="1081655" y="30723"/>
                </a:lnTo>
                <a:lnTo>
                  <a:pt x="1080900" y="30834"/>
                </a:lnTo>
                <a:lnTo>
                  <a:pt x="1080157" y="30960"/>
                </a:lnTo>
                <a:lnTo>
                  <a:pt x="1079426" y="31100"/>
                </a:lnTo>
                <a:lnTo>
                  <a:pt x="1078706" y="31256"/>
                </a:lnTo>
                <a:lnTo>
                  <a:pt x="1077998" y="31426"/>
                </a:lnTo>
                <a:lnTo>
                  <a:pt x="1077302" y="31611"/>
                </a:lnTo>
                <a:lnTo>
                  <a:pt x="1076618" y="31810"/>
                </a:lnTo>
                <a:lnTo>
                  <a:pt x="1075945" y="32025"/>
                </a:lnTo>
                <a:lnTo>
                  <a:pt x="1075284" y="32254"/>
                </a:lnTo>
                <a:lnTo>
                  <a:pt x="1074635" y="32498"/>
                </a:lnTo>
                <a:lnTo>
                  <a:pt x="1073997" y="32757"/>
                </a:lnTo>
                <a:lnTo>
                  <a:pt x="1073371" y="33030"/>
                </a:lnTo>
                <a:lnTo>
                  <a:pt x="1072757" y="33319"/>
                </a:lnTo>
                <a:lnTo>
                  <a:pt x="1072154" y="33622"/>
                </a:lnTo>
                <a:lnTo>
                  <a:pt x="1071564" y="33940"/>
                </a:lnTo>
                <a:lnTo>
                  <a:pt x="1070985" y="34272"/>
                </a:lnTo>
                <a:lnTo>
                  <a:pt x="1070417" y="34620"/>
                </a:lnTo>
                <a:lnTo>
                  <a:pt x="1069861" y="34976"/>
                </a:lnTo>
                <a:lnTo>
                  <a:pt x="1069316" y="35334"/>
                </a:lnTo>
                <a:lnTo>
                  <a:pt x="1068781" y="35695"/>
                </a:lnTo>
                <a:lnTo>
                  <a:pt x="1068257" y="36057"/>
                </a:lnTo>
                <a:lnTo>
                  <a:pt x="1067744" y="36422"/>
                </a:lnTo>
                <a:lnTo>
                  <a:pt x="1067242" y="36789"/>
                </a:lnTo>
                <a:lnTo>
                  <a:pt x="1066751" y="37158"/>
                </a:lnTo>
                <a:lnTo>
                  <a:pt x="1066271" y="37530"/>
                </a:lnTo>
                <a:lnTo>
                  <a:pt x="1065801" y="37903"/>
                </a:lnTo>
                <a:lnTo>
                  <a:pt x="1065342" y="38279"/>
                </a:lnTo>
                <a:lnTo>
                  <a:pt x="1064894" y="38657"/>
                </a:lnTo>
                <a:lnTo>
                  <a:pt x="1064457" y="39037"/>
                </a:lnTo>
                <a:lnTo>
                  <a:pt x="1064031" y="39419"/>
                </a:lnTo>
                <a:lnTo>
                  <a:pt x="1063615" y="39804"/>
                </a:lnTo>
                <a:lnTo>
                  <a:pt x="1063211" y="40191"/>
                </a:lnTo>
                <a:lnTo>
                  <a:pt x="1062817" y="40580"/>
                </a:lnTo>
                <a:lnTo>
                  <a:pt x="1062434" y="40971"/>
                </a:lnTo>
                <a:lnTo>
                  <a:pt x="1062062" y="41364"/>
                </a:lnTo>
                <a:lnTo>
                  <a:pt x="1061700" y="41760"/>
                </a:lnTo>
                <a:lnTo>
                  <a:pt x="1061350" y="42158"/>
                </a:lnTo>
                <a:lnTo>
                  <a:pt x="1061010" y="42557"/>
                </a:lnTo>
                <a:lnTo>
                  <a:pt x="1060681" y="42960"/>
                </a:lnTo>
                <a:lnTo>
                  <a:pt x="1060363" y="43364"/>
                </a:lnTo>
                <a:lnTo>
                  <a:pt x="1060056" y="43770"/>
                </a:lnTo>
                <a:lnTo>
                  <a:pt x="1059719" y="31879"/>
                </a:lnTo>
                <a:lnTo>
                  <a:pt x="1046072" y="31879"/>
                </a:lnTo>
                <a:lnTo>
                  <a:pt x="1046072" y="117396"/>
                </a:lnTo>
                <a:lnTo>
                  <a:pt x="1060140" y="117396"/>
                </a:lnTo>
                <a:lnTo>
                  <a:pt x="1060140" y="55823"/>
                </a:lnTo>
                <a:lnTo>
                  <a:pt x="1060439" y="55407"/>
                </a:lnTo>
                <a:lnTo>
                  <a:pt x="1060746" y="54994"/>
                </a:lnTo>
                <a:lnTo>
                  <a:pt x="1061061" y="54583"/>
                </a:lnTo>
                <a:close/>
                <a:moveTo>
                  <a:pt x="819388" y="118760"/>
                </a:moveTo>
                <a:lnTo>
                  <a:pt x="820177" y="118692"/>
                </a:lnTo>
                <a:lnTo>
                  <a:pt x="820957" y="118612"/>
                </a:lnTo>
                <a:lnTo>
                  <a:pt x="821727" y="118520"/>
                </a:lnTo>
                <a:lnTo>
                  <a:pt x="822487" y="118415"/>
                </a:lnTo>
                <a:lnTo>
                  <a:pt x="823238" y="118298"/>
                </a:lnTo>
                <a:lnTo>
                  <a:pt x="823979" y="118168"/>
                </a:lnTo>
                <a:lnTo>
                  <a:pt x="824710" y="118026"/>
                </a:lnTo>
                <a:lnTo>
                  <a:pt x="825432" y="117872"/>
                </a:lnTo>
                <a:lnTo>
                  <a:pt x="826144" y="117706"/>
                </a:lnTo>
                <a:lnTo>
                  <a:pt x="826846" y="117527"/>
                </a:lnTo>
                <a:lnTo>
                  <a:pt x="827539" y="117336"/>
                </a:lnTo>
                <a:lnTo>
                  <a:pt x="828222" y="117133"/>
                </a:lnTo>
                <a:lnTo>
                  <a:pt x="828896" y="116917"/>
                </a:lnTo>
                <a:lnTo>
                  <a:pt x="829559" y="116689"/>
                </a:lnTo>
                <a:lnTo>
                  <a:pt x="830213" y="116449"/>
                </a:lnTo>
                <a:lnTo>
                  <a:pt x="830858" y="116196"/>
                </a:lnTo>
                <a:lnTo>
                  <a:pt x="831493" y="115931"/>
                </a:lnTo>
                <a:lnTo>
                  <a:pt x="832118" y="115654"/>
                </a:lnTo>
                <a:lnTo>
                  <a:pt x="832734" y="115364"/>
                </a:lnTo>
                <a:lnTo>
                  <a:pt x="833339" y="115063"/>
                </a:lnTo>
                <a:lnTo>
                  <a:pt x="833933" y="114751"/>
                </a:lnTo>
                <a:lnTo>
                  <a:pt x="834515" y="114429"/>
                </a:lnTo>
                <a:lnTo>
                  <a:pt x="835086" y="114097"/>
                </a:lnTo>
                <a:lnTo>
                  <a:pt x="835646" y="113754"/>
                </a:lnTo>
                <a:lnTo>
                  <a:pt x="836195" y="113401"/>
                </a:lnTo>
                <a:lnTo>
                  <a:pt x="836733" y="113038"/>
                </a:lnTo>
                <a:lnTo>
                  <a:pt x="837259" y="112665"/>
                </a:lnTo>
                <a:lnTo>
                  <a:pt x="837774" y="112281"/>
                </a:lnTo>
                <a:lnTo>
                  <a:pt x="838278" y="111886"/>
                </a:lnTo>
                <a:lnTo>
                  <a:pt x="838770" y="111482"/>
                </a:lnTo>
                <a:lnTo>
                  <a:pt x="839251" y="111067"/>
                </a:lnTo>
                <a:lnTo>
                  <a:pt x="839721" y="110641"/>
                </a:lnTo>
                <a:lnTo>
                  <a:pt x="840180" y="110206"/>
                </a:lnTo>
                <a:lnTo>
                  <a:pt x="840628" y="109760"/>
                </a:lnTo>
                <a:lnTo>
                  <a:pt x="841064" y="109303"/>
                </a:lnTo>
                <a:lnTo>
                  <a:pt x="841489" y="108837"/>
                </a:lnTo>
                <a:lnTo>
                  <a:pt x="841902" y="108360"/>
                </a:lnTo>
                <a:lnTo>
                  <a:pt x="842305" y="107872"/>
                </a:lnTo>
                <a:lnTo>
                  <a:pt x="842696" y="107375"/>
                </a:lnTo>
                <a:lnTo>
                  <a:pt x="843076" y="106867"/>
                </a:lnTo>
                <a:lnTo>
                  <a:pt x="843444" y="106348"/>
                </a:lnTo>
                <a:lnTo>
                  <a:pt x="843802" y="105820"/>
                </a:lnTo>
                <a:lnTo>
                  <a:pt x="844148" y="105281"/>
                </a:lnTo>
                <a:lnTo>
                  <a:pt x="844482" y="104732"/>
                </a:lnTo>
                <a:lnTo>
                  <a:pt x="844802" y="104174"/>
                </a:lnTo>
                <a:lnTo>
                  <a:pt x="845109" y="103608"/>
                </a:lnTo>
                <a:lnTo>
                  <a:pt x="845403" y="103033"/>
                </a:lnTo>
                <a:lnTo>
                  <a:pt x="845684" y="102450"/>
                </a:lnTo>
                <a:lnTo>
                  <a:pt x="845951" y="101858"/>
                </a:lnTo>
                <a:lnTo>
                  <a:pt x="846205" y="101257"/>
                </a:lnTo>
                <a:lnTo>
                  <a:pt x="846446" y="100647"/>
                </a:lnTo>
                <a:lnTo>
                  <a:pt x="846673" y="100029"/>
                </a:lnTo>
                <a:lnTo>
                  <a:pt x="846887" y="99402"/>
                </a:lnTo>
                <a:lnTo>
                  <a:pt x="847088" y="98767"/>
                </a:lnTo>
                <a:lnTo>
                  <a:pt x="847275" y="98122"/>
                </a:lnTo>
                <a:lnTo>
                  <a:pt x="847449" y="97470"/>
                </a:lnTo>
                <a:lnTo>
                  <a:pt x="847610" y="96808"/>
                </a:lnTo>
                <a:lnTo>
                  <a:pt x="847758" y="96138"/>
                </a:lnTo>
                <a:lnTo>
                  <a:pt x="847892" y="95459"/>
                </a:lnTo>
                <a:lnTo>
                  <a:pt x="848013" y="94771"/>
                </a:lnTo>
                <a:lnTo>
                  <a:pt x="848120" y="94075"/>
                </a:lnTo>
                <a:lnTo>
                  <a:pt x="848214" y="93370"/>
                </a:lnTo>
                <a:lnTo>
                  <a:pt x="848295" y="92656"/>
                </a:lnTo>
                <a:lnTo>
                  <a:pt x="848363" y="91934"/>
                </a:lnTo>
                <a:lnTo>
                  <a:pt x="848417" y="91203"/>
                </a:lnTo>
                <a:lnTo>
                  <a:pt x="848458" y="90464"/>
                </a:lnTo>
                <a:lnTo>
                  <a:pt x="848486" y="89715"/>
                </a:lnTo>
                <a:lnTo>
                  <a:pt x="834587" y="89715"/>
                </a:lnTo>
                <a:lnTo>
                  <a:pt x="834557" y="90449"/>
                </a:lnTo>
                <a:lnTo>
                  <a:pt x="834512" y="91168"/>
                </a:lnTo>
                <a:lnTo>
                  <a:pt x="834449" y="91872"/>
                </a:lnTo>
                <a:lnTo>
                  <a:pt x="834370" y="92562"/>
                </a:lnTo>
                <a:lnTo>
                  <a:pt x="834275" y="93238"/>
                </a:lnTo>
                <a:lnTo>
                  <a:pt x="834163" y="93899"/>
                </a:lnTo>
                <a:lnTo>
                  <a:pt x="834035" y="94546"/>
                </a:lnTo>
                <a:lnTo>
                  <a:pt x="833890" y="95178"/>
                </a:lnTo>
                <a:lnTo>
                  <a:pt x="833728" y="95795"/>
                </a:lnTo>
                <a:lnTo>
                  <a:pt x="833550" y="96398"/>
                </a:lnTo>
                <a:lnTo>
                  <a:pt x="833355" y="96987"/>
                </a:lnTo>
                <a:lnTo>
                  <a:pt x="833144" y="97561"/>
                </a:lnTo>
                <a:lnTo>
                  <a:pt x="832917" y="98121"/>
                </a:lnTo>
                <a:lnTo>
                  <a:pt x="832672" y="98666"/>
                </a:lnTo>
                <a:lnTo>
                  <a:pt x="832412" y="99196"/>
                </a:lnTo>
                <a:lnTo>
                  <a:pt x="832135" y="99713"/>
                </a:lnTo>
                <a:lnTo>
                  <a:pt x="831841" y="100214"/>
                </a:lnTo>
                <a:lnTo>
                  <a:pt x="831531" y="100701"/>
                </a:lnTo>
                <a:lnTo>
                  <a:pt x="831204" y="101174"/>
                </a:lnTo>
                <a:lnTo>
                  <a:pt x="830860" y="101632"/>
                </a:lnTo>
                <a:lnTo>
                  <a:pt x="830501" y="102076"/>
                </a:lnTo>
                <a:lnTo>
                  <a:pt x="830124" y="102505"/>
                </a:lnTo>
                <a:lnTo>
                  <a:pt x="829731" y="102920"/>
                </a:lnTo>
                <a:lnTo>
                  <a:pt x="829322" y="103320"/>
                </a:lnTo>
                <a:lnTo>
                  <a:pt x="828897" y="103704"/>
                </a:lnTo>
                <a:lnTo>
                  <a:pt x="828459" y="104073"/>
                </a:lnTo>
                <a:lnTo>
                  <a:pt x="828006" y="104425"/>
                </a:lnTo>
                <a:lnTo>
                  <a:pt x="827540" y="104760"/>
                </a:lnTo>
                <a:lnTo>
                  <a:pt x="827060" y="105080"/>
                </a:lnTo>
                <a:lnTo>
                  <a:pt x="826566" y="105382"/>
                </a:lnTo>
                <a:lnTo>
                  <a:pt x="826058" y="105669"/>
                </a:lnTo>
                <a:lnTo>
                  <a:pt x="825536" y="105939"/>
                </a:lnTo>
                <a:lnTo>
                  <a:pt x="825000" y="106193"/>
                </a:lnTo>
                <a:lnTo>
                  <a:pt x="824451" y="106430"/>
                </a:lnTo>
                <a:lnTo>
                  <a:pt x="823887" y="106651"/>
                </a:lnTo>
                <a:lnTo>
                  <a:pt x="823310" y="106856"/>
                </a:lnTo>
                <a:lnTo>
                  <a:pt x="822718" y="107044"/>
                </a:lnTo>
                <a:lnTo>
                  <a:pt x="822113" y="107216"/>
                </a:lnTo>
                <a:lnTo>
                  <a:pt x="821494" y="107372"/>
                </a:lnTo>
                <a:lnTo>
                  <a:pt x="820861" y="107511"/>
                </a:lnTo>
                <a:lnTo>
                  <a:pt x="820214" y="107634"/>
                </a:lnTo>
                <a:lnTo>
                  <a:pt x="819553" y="107740"/>
                </a:lnTo>
                <a:lnTo>
                  <a:pt x="818878" y="107830"/>
                </a:lnTo>
                <a:lnTo>
                  <a:pt x="818190" y="107904"/>
                </a:lnTo>
                <a:lnTo>
                  <a:pt x="817487" y="107961"/>
                </a:lnTo>
                <a:lnTo>
                  <a:pt x="816771" y="108002"/>
                </a:lnTo>
                <a:lnTo>
                  <a:pt x="816041" y="108026"/>
                </a:lnTo>
                <a:lnTo>
                  <a:pt x="815296" y="108035"/>
                </a:lnTo>
                <a:lnTo>
                  <a:pt x="814607" y="108027"/>
                </a:lnTo>
                <a:lnTo>
                  <a:pt x="813928" y="108005"/>
                </a:lnTo>
                <a:lnTo>
                  <a:pt x="813261" y="107968"/>
                </a:lnTo>
                <a:lnTo>
                  <a:pt x="812604" y="107916"/>
                </a:lnTo>
                <a:lnTo>
                  <a:pt x="811959" y="107849"/>
                </a:lnTo>
                <a:lnTo>
                  <a:pt x="811324" y="107768"/>
                </a:lnTo>
                <a:lnTo>
                  <a:pt x="810700" y="107672"/>
                </a:lnTo>
                <a:lnTo>
                  <a:pt x="810088" y="107561"/>
                </a:lnTo>
                <a:lnTo>
                  <a:pt x="809486" y="107435"/>
                </a:lnTo>
                <a:lnTo>
                  <a:pt x="808895" y="107294"/>
                </a:lnTo>
                <a:lnTo>
                  <a:pt x="808315" y="107138"/>
                </a:lnTo>
                <a:lnTo>
                  <a:pt x="807747" y="106968"/>
                </a:lnTo>
                <a:lnTo>
                  <a:pt x="807189" y="106783"/>
                </a:lnTo>
                <a:lnTo>
                  <a:pt x="806642" y="106583"/>
                </a:lnTo>
                <a:lnTo>
                  <a:pt x="806106" y="106368"/>
                </a:lnTo>
                <a:lnTo>
                  <a:pt x="805581" y="106138"/>
                </a:lnTo>
                <a:lnTo>
                  <a:pt x="805067" y="105894"/>
                </a:lnTo>
                <a:lnTo>
                  <a:pt x="804564" y="105635"/>
                </a:lnTo>
                <a:lnTo>
                  <a:pt x="804072" y="105360"/>
                </a:lnTo>
                <a:lnTo>
                  <a:pt x="803591" y="105072"/>
                </a:lnTo>
                <a:lnTo>
                  <a:pt x="803121" y="104768"/>
                </a:lnTo>
                <a:lnTo>
                  <a:pt x="802662" y="104449"/>
                </a:lnTo>
                <a:lnTo>
                  <a:pt x="802213" y="104116"/>
                </a:lnTo>
                <a:lnTo>
                  <a:pt x="801776" y="103768"/>
                </a:lnTo>
                <a:lnTo>
                  <a:pt x="801349" y="103407"/>
                </a:lnTo>
                <a:lnTo>
                  <a:pt x="800932" y="103037"/>
                </a:lnTo>
                <a:lnTo>
                  <a:pt x="800525" y="102657"/>
                </a:lnTo>
                <a:lnTo>
                  <a:pt x="800128" y="102267"/>
                </a:lnTo>
                <a:lnTo>
                  <a:pt x="799740" y="101867"/>
                </a:lnTo>
                <a:lnTo>
                  <a:pt x="799362" y="101458"/>
                </a:lnTo>
                <a:lnTo>
                  <a:pt x="798994" y="101039"/>
                </a:lnTo>
                <a:lnTo>
                  <a:pt x="798636" y="100610"/>
                </a:lnTo>
                <a:lnTo>
                  <a:pt x="798288" y="100172"/>
                </a:lnTo>
                <a:lnTo>
                  <a:pt x="797949" y="99724"/>
                </a:lnTo>
                <a:lnTo>
                  <a:pt x="797620" y="99266"/>
                </a:lnTo>
                <a:lnTo>
                  <a:pt x="797301" y="98798"/>
                </a:lnTo>
                <a:lnTo>
                  <a:pt x="796992" y="98321"/>
                </a:lnTo>
                <a:lnTo>
                  <a:pt x="796692" y="97834"/>
                </a:lnTo>
                <a:lnTo>
                  <a:pt x="796403" y="97338"/>
                </a:lnTo>
                <a:lnTo>
                  <a:pt x="796123" y="96831"/>
                </a:lnTo>
                <a:lnTo>
                  <a:pt x="795853" y="96315"/>
                </a:lnTo>
                <a:lnTo>
                  <a:pt x="795593" y="95789"/>
                </a:lnTo>
                <a:lnTo>
                  <a:pt x="795342" y="95253"/>
                </a:lnTo>
                <a:lnTo>
                  <a:pt x="795102" y="94708"/>
                </a:lnTo>
                <a:lnTo>
                  <a:pt x="794871" y="94153"/>
                </a:lnTo>
                <a:lnTo>
                  <a:pt x="794650" y="93588"/>
                </a:lnTo>
                <a:lnTo>
                  <a:pt x="794438" y="93014"/>
                </a:lnTo>
                <a:lnTo>
                  <a:pt x="794237" y="92430"/>
                </a:lnTo>
                <a:lnTo>
                  <a:pt x="794044" y="91838"/>
                </a:lnTo>
                <a:lnTo>
                  <a:pt x="793860" y="91242"/>
                </a:lnTo>
                <a:lnTo>
                  <a:pt x="793683" y="90641"/>
                </a:lnTo>
                <a:lnTo>
                  <a:pt x="793514" y="90035"/>
                </a:lnTo>
                <a:lnTo>
                  <a:pt x="793353" y="89425"/>
                </a:lnTo>
                <a:lnTo>
                  <a:pt x="793200" y="88809"/>
                </a:lnTo>
                <a:lnTo>
                  <a:pt x="793055" y="88189"/>
                </a:lnTo>
                <a:lnTo>
                  <a:pt x="792917" y="87564"/>
                </a:lnTo>
                <a:lnTo>
                  <a:pt x="792788" y="86935"/>
                </a:lnTo>
                <a:lnTo>
                  <a:pt x="792666" y="86300"/>
                </a:lnTo>
                <a:lnTo>
                  <a:pt x="792553" y="85661"/>
                </a:lnTo>
                <a:lnTo>
                  <a:pt x="792447" y="85017"/>
                </a:lnTo>
                <a:lnTo>
                  <a:pt x="792349" y="84368"/>
                </a:lnTo>
                <a:lnTo>
                  <a:pt x="792259" y="83714"/>
                </a:lnTo>
                <a:lnTo>
                  <a:pt x="792177" y="83056"/>
                </a:lnTo>
                <a:lnTo>
                  <a:pt x="792103" y="82393"/>
                </a:lnTo>
                <a:lnTo>
                  <a:pt x="792037" y="81725"/>
                </a:lnTo>
                <a:lnTo>
                  <a:pt x="791978" y="81052"/>
                </a:lnTo>
                <a:lnTo>
                  <a:pt x="791928" y="80374"/>
                </a:lnTo>
                <a:lnTo>
                  <a:pt x="791885" y="79692"/>
                </a:lnTo>
                <a:lnTo>
                  <a:pt x="791851" y="79005"/>
                </a:lnTo>
                <a:lnTo>
                  <a:pt x="791824" y="78313"/>
                </a:lnTo>
                <a:lnTo>
                  <a:pt x="791805" y="77616"/>
                </a:lnTo>
                <a:lnTo>
                  <a:pt x="791794" y="76915"/>
                </a:lnTo>
                <a:lnTo>
                  <a:pt x="848149" y="76915"/>
                </a:lnTo>
                <a:lnTo>
                  <a:pt x="848163" y="76847"/>
                </a:lnTo>
                <a:lnTo>
                  <a:pt x="848176" y="76776"/>
                </a:lnTo>
                <a:lnTo>
                  <a:pt x="848189" y="76701"/>
                </a:lnTo>
                <a:lnTo>
                  <a:pt x="848202" y="76623"/>
                </a:lnTo>
                <a:lnTo>
                  <a:pt x="848214" y="76541"/>
                </a:lnTo>
                <a:lnTo>
                  <a:pt x="848225" y="76456"/>
                </a:lnTo>
                <a:lnTo>
                  <a:pt x="848237" y="76367"/>
                </a:lnTo>
                <a:lnTo>
                  <a:pt x="848247" y="76275"/>
                </a:lnTo>
                <a:lnTo>
                  <a:pt x="848258" y="76180"/>
                </a:lnTo>
                <a:lnTo>
                  <a:pt x="848268" y="76080"/>
                </a:lnTo>
                <a:lnTo>
                  <a:pt x="848277" y="75978"/>
                </a:lnTo>
                <a:lnTo>
                  <a:pt x="848286" y="75872"/>
                </a:lnTo>
                <a:lnTo>
                  <a:pt x="848295" y="75762"/>
                </a:lnTo>
                <a:lnTo>
                  <a:pt x="848303" y="75649"/>
                </a:lnTo>
                <a:lnTo>
                  <a:pt x="848310" y="75532"/>
                </a:lnTo>
                <a:lnTo>
                  <a:pt x="848318" y="75412"/>
                </a:lnTo>
                <a:lnTo>
                  <a:pt x="848324" y="75288"/>
                </a:lnTo>
                <a:lnTo>
                  <a:pt x="848331" y="75161"/>
                </a:lnTo>
                <a:lnTo>
                  <a:pt x="848337" y="75030"/>
                </a:lnTo>
                <a:lnTo>
                  <a:pt x="848342" y="74896"/>
                </a:lnTo>
                <a:lnTo>
                  <a:pt x="848347" y="74758"/>
                </a:lnTo>
                <a:lnTo>
                  <a:pt x="848352" y="74617"/>
                </a:lnTo>
                <a:lnTo>
                  <a:pt x="848356" y="74472"/>
                </a:lnTo>
                <a:lnTo>
                  <a:pt x="848360" y="74324"/>
                </a:lnTo>
                <a:lnTo>
                  <a:pt x="848363" y="74175"/>
                </a:lnTo>
                <a:lnTo>
                  <a:pt x="848366" y="74027"/>
                </a:lnTo>
                <a:lnTo>
                  <a:pt x="848370" y="73881"/>
                </a:lnTo>
                <a:lnTo>
                  <a:pt x="848373" y="73737"/>
                </a:lnTo>
                <a:lnTo>
                  <a:pt x="848375" y="73595"/>
                </a:lnTo>
                <a:lnTo>
                  <a:pt x="848378" y="73454"/>
                </a:lnTo>
                <a:lnTo>
                  <a:pt x="848381" y="73315"/>
                </a:lnTo>
                <a:lnTo>
                  <a:pt x="848383" y="73177"/>
                </a:lnTo>
                <a:lnTo>
                  <a:pt x="848385" y="73042"/>
                </a:lnTo>
                <a:lnTo>
                  <a:pt x="848387" y="72908"/>
                </a:lnTo>
                <a:lnTo>
                  <a:pt x="848389" y="72775"/>
                </a:lnTo>
                <a:lnTo>
                  <a:pt x="848391" y="72644"/>
                </a:lnTo>
                <a:lnTo>
                  <a:pt x="848393" y="72515"/>
                </a:lnTo>
                <a:lnTo>
                  <a:pt x="848394" y="72388"/>
                </a:lnTo>
                <a:lnTo>
                  <a:pt x="848396" y="72262"/>
                </a:lnTo>
                <a:lnTo>
                  <a:pt x="848397" y="72138"/>
                </a:lnTo>
                <a:lnTo>
                  <a:pt x="848398" y="72016"/>
                </a:lnTo>
                <a:lnTo>
                  <a:pt x="848399" y="71895"/>
                </a:lnTo>
                <a:lnTo>
                  <a:pt x="848400" y="71776"/>
                </a:lnTo>
                <a:lnTo>
                  <a:pt x="848401" y="71659"/>
                </a:lnTo>
                <a:lnTo>
                  <a:pt x="848401" y="71543"/>
                </a:lnTo>
                <a:lnTo>
                  <a:pt x="848401" y="71429"/>
                </a:lnTo>
                <a:lnTo>
                  <a:pt x="848402" y="71317"/>
                </a:lnTo>
                <a:lnTo>
                  <a:pt x="848402" y="71206"/>
                </a:lnTo>
                <a:lnTo>
                  <a:pt x="848386" y="69575"/>
                </a:lnTo>
                <a:lnTo>
                  <a:pt x="848338" y="67976"/>
                </a:lnTo>
                <a:lnTo>
                  <a:pt x="848258" y="66409"/>
                </a:lnTo>
                <a:lnTo>
                  <a:pt x="848147" y="64874"/>
                </a:lnTo>
                <a:lnTo>
                  <a:pt x="848003" y="63372"/>
                </a:lnTo>
                <a:lnTo>
                  <a:pt x="847828" y="61901"/>
                </a:lnTo>
                <a:lnTo>
                  <a:pt x="847621" y="60462"/>
                </a:lnTo>
                <a:lnTo>
                  <a:pt x="847382" y="59055"/>
                </a:lnTo>
                <a:lnTo>
                  <a:pt x="847111" y="57680"/>
                </a:lnTo>
                <a:lnTo>
                  <a:pt x="846808" y="56338"/>
                </a:lnTo>
                <a:lnTo>
                  <a:pt x="846473" y="55027"/>
                </a:lnTo>
                <a:lnTo>
                  <a:pt x="846106" y="53748"/>
                </a:lnTo>
                <a:lnTo>
                  <a:pt x="845708" y="52502"/>
                </a:lnTo>
                <a:lnTo>
                  <a:pt x="845277" y="51287"/>
                </a:lnTo>
                <a:lnTo>
                  <a:pt x="844815" y="50105"/>
                </a:lnTo>
                <a:lnTo>
                  <a:pt x="844321" y="48954"/>
                </a:lnTo>
                <a:lnTo>
                  <a:pt x="843795" y="47836"/>
                </a:lnTo>
                <a:lnTo>
                  <a:pt x="843237" y="46749"/>
                </a:lnTo>
                <a:lnTo>
                  <a:pt x="842647" y="45695"/>
                </a:lnTo>
                <a:lnTo>
                  <a:pt x="842025" y="44672"/>
                </a:lnTo>
                <a:lnTo>
                  <a:pt x="841372" y="43682"/>
                </a:lnTo>
                <a:lnTo>
                  <a:pt x="840686" y="42724"/>
                </a:lnTo>
                <a:lnTo>
                  <a:pt x="839969" y="41797"/>
                </a:lnTo>
                <a:lnTo>
                  <a:pt x="839220" y="40903"/>
                </a:lnTo>
                <a:lnTo>
                  <a:pt x="838442" y="40043"/>
                </a:lnTo>
                <a:lnTo>
                  <a:pt x="837640" y="39219"/>
                </a:lnTo>
                <a:lnTo>
                  <a:pt x="836814" y="38432"/>
                </a:lnTo>
                <a:lnTo>
                  <a:pt x="835963" y="37682"/>
                </a:lnTo>
                <a:lnTo>
                  <a:pt x="835087" y="36968"/>
                </a:lnTo>
                <a:lnTo>
                  <a:pt x="834187" y="36291"/>
                </a:lnTo>
                <a:lnTo>
                  <a:pt x="833262" y="35650"/>
                </a:lnTo>
                <a:lnTo>
                  <a:pt x="832312" y="35046"/>
                </a:lnTo>
                <a:lnTo>
                  <a:pt x="831338" y="34479"/>
                </a:lnTo>
                <a:lnTo>
                  <a:pt x="830340" y="33948"/>
                </a:lnTo>
                <a:lnTo>
                  <a:pt x="829317" y="33454"/>
                </a:lnTo>
                <a:lnTo>
                  <a:pt x="828269" y="32997"/>
                </a:lnTo>
                <a:lnTo>
                  <a:pt x="827197" y="32576"/>
                </a:lnTo>
                <a:lnTo>
                  <a:pt x="826100" y="32191"/>
                </a:lnTo>
                <a:lnTo>
                  <a:pt x="824978" y="31843"/>
                </a:lnTo>
                <a:lnTo>
                  <a:pt x="823832" y="31532"/>
                </a:lnTo>
                <a:lnTo>
                  <a:pt x="822662" y="31258"/>
                </a:lnTo>
                <a:lnTo>
                  <a:pt x="821467" y="31020"/>
                </a:lnTo>
                <a:lnTo>
                  <a:pt x="820247" y="30819"/>
                </a:lnTo>
                <a:lnTo>
                  <a:pt x="819003" y="30654"/>
                </a:lnTo>
                <a:lnTo>
                  <a:pt x="817734" y="30526"/>
                </a:lnTo>
                <a:lnTo>
                  <a:pt x="816441" y="30434"/>
                </a:lnTo>
                <a:lnTo>
                  <a:pt x="815123" y="30379"/>
                </a:lnTo>
                <a:lnTo>
                  <a:pt x="813780" y="30361"/>
                </a:lnTo>
                <a:lnTo>
                  <a:pt x="812776" y="30371"/>
                </a:lnTo>
                <a:lnTo>
                  <a:pt x="811787" y="30400"/>
                </a:lnTo>
                <a:lnTo>
                  <a:pt x="810811" y="30449"/>
                </a:lnTo>
                <a:lnTo>
                  <a:pt x="809850" y="30517"/>
                </a:lnTo>
                <a:lnTo>
                  <a:pt x="808903" y="30605"/>
                </a:lnTo>
                <a:lnTo>
                  <a:pt x="807970" y="30712"/>
                </a:lnTo>
                <a:lnTo>
                  <a:pt x="807052" y="30839"/>
                </a:lnTo>
                <a:lnTo>
                  <a:pt x="806147" y="30985"/>
                </a:lnTo>
                <a:lnTo>
                  <a:pt x="805257" y="31151"/>
                </a:lnTo>
                <a:lnTo>
                  <a:pt x="804381" y="31336"/>
                </a:lnTo>
                <a:lnTo>
                  <a:pt x="803519" y="31541"/>
                </a:lnTo>
                <a:lnTo>
                  <a:pt x="802671" y="31765"/>
                </a:lnTo>
                <a:lnTo>
                  <a:pt x="801838" y="32009"/>
                </a:lnTo>
                <a:lnTo>
                  <a:pt x="801018" y="32272"/>
                </a:lnTo>
                <a:lnTo>
                  <a:pt x="800213" y="32555"/>
                </a:lnTo>
                <a:lnTo>
                  <a:pt x="799422" y="32857"/>
                </a:lnTo>
                <a:lnTo>
                  <a:pt x="798645" y="33179"/>
                </a:lnTo>
                <a:lnTo>
                  <a:pt x="797883" y="33520"/>
                </a:lnTo>
                <a:lnTo>
                  <a:pt x="797134" y="33881"/>
                </a:lnTo>
                <a:lnTo>
                  <a:pt x="796400" y="34261"/>
                </a:lnTo>
                <a:lnTo>
                  <a:pt x="795680" y="34661"/>
                </a:lnTo>
                <a:lnTo>
                  <a:pt x="794974" y="35080"/>
                </a:lnTo>
                <a:lnTo>
                  <a:pt x="794283" y="35519"/>
                </a:lnTo>
                <a:lnTo>
                  <a:pt x="793605" y="35977"/>
                </a:lnTo>
                <a:lnTo>
                  <a:pt x="792942" y="36453"/>
                </a:lnTo>
                <a:lnTo>
                  <a:pt x="792293" y="36944"/>
                </a:lnTo>
                <a:lnTo>
                  <a:pt x="791658" y="37449"/>
                </a:lnTo>
                <a:lnTo>
                  <a:pt x="791037" y="37970"/>
                </a:lnTo>
                <a:lnTo>
                  <a:pt x="790431" y="38506"/>
                </a:lnTo>
                <a:lnTo>
                  <a:pt x="789838" y="39057"/>
                </a:lnTo>
                <a:lnTo>
                  <a:pt x="789260" y="39623"/>
                </a:lnTo>
                <a:lnTo>
                  <a:pt x="788696" y="40204"/>
                </a:lnTo>
                <a:lnTo>
                  <a:pt x="788146" y="40801"/>
                </a:lnTo>
                <a:lnTo>
                  <a:pt x="787611" y="41412"/>
                </a:lnTo>
                <a:lnTo>
                  <a:pt x="787089" y="42038"/>
                </a:lnTo>
                <a:lnTo>
                  <a:pt x="786582" y="42680"/>
                </a:lnTo>
                <a:lnTo>
                  <a:pt x="786089" y="43337"/>
                </a:lnTo>
                <a:lnTo>
                  <a:pt x="785610" y="44008"/>
                </a:lnTo>
                <a:lnTo>
                  <a:pt x="785145" y="44695"/>
                </a:lnTo>
                <a:lnTo>
                  <a:pt x="784695" y="45397"/>
                </a:lnTo>
                <a:lnTo>
                  <a:pt x="784258" y="46114"/>
                </a:lnTo>
                <a:lnTo>
                  <a:pt x="783836" y="46846"/>
                </a:lnTo>
                <a:lnTo>
                  <a:pt x="783428" y="47593"/>
                </a:lnTo>
                <a:lnTo>
                  <a:pt x="783035" y="48356"/>
                </a:lnTo>
                <a:lnTo>
                  <a:pt x="782655" y="49133"/>
                </a:lnTo>
                <a:lnTo>
                  <a:pt x="782290" y="49926"/>
                </a:lnTo>
                <a:lnTo>
                  <a:pt x="781938" y="50733"/>
                </a:lnTo>
                <a:lnTo>
                  <a:pt x="781601" y="51556"/>
                </a:lnTo>
                <a:lnTo>
                  <a:pt x="781278" y="52391"/>
                </a:lnTo>
                <a:lnTo>
                  <a:pt x="780969" y="53238"/>
                </a:lnTo>
                <a:lnTo>
                  <a:pt x="780673" y="54095"/>
                </a:lnTo>
                <a:lnTo>
                  <a:pt x="780392" y="54963"/>
                </a:lnTo>
                <a:lnTo>
                  <a:pt x="780124" y="55842"/>
                </a:lnTo>
                <a:lnTo>
                  <a:pt x="779869" y="56731"/>
                </a:lnTo>
                <a:lnTo>
                  <a:pt x="779629" y="57632"/>
                </a:lnTo>
                <a:lnTo>
                  <a:pt x="779402" y="58543"/>
                </a:lnTo>
                <a:lnTo>
                  <a:pt x="779189" y="59465"/>
                </a:lnTo>
                <a:lnTo>
                  <a:pt x="778989" y="60398"/>
                </a:lnTo>
                <a:lnTo>
                  <a:pt x="778804" y="61342"/>
                </a:lnTo>
                <a:lnTo>
                  <a:pt x="778632" y="62296"/>
                </a:lnTo>
                <a:lnTo>
                  <a:pt x="778474" y="63261"/>
                </a:lnTo>
                <a:lnTo>
                  <a:pt x="778330" y="64237"/>
                </a:lnTo>
                <a:lnTo>
                  <a:pt x="778199" y="65224"/>
                </a:lnTo>
                <a:lnTo>
                  <a:pt x="778082" y="66222"/>
                </a:lnTo>
                <a:lnTo>
                  <a:pt x="777979" y="67231"/>
                </a:lnTo>
                <a:lnTo>
                  <a:pt x="777890" y="68250"/>
                </a:lnTo>
                <a:lnTo>
                  <a:pt x="777814" y="69280"/>
                </a:lnTo>
                <a:lnTo>
                  <a:pt x="777752" y="70321"/>
                </a:lnTo>
                <a:lnTo>
                  <a:pt x="777704" y="71373"/>
                </a:lnTo>
                <a:lnTo>
                  <a:pt x="777670" y="72435"/>
                </a:lnTo>
                <a:lnTo>
                  <a:pt x="777649" y="73509"/>
                </a:lnTo>
                <a:lnTo>
                  <a:pt x="777642" y="74593"/>
                </a:lnTo>
                <a:lnTo>
                  <a:pt x="777649" y="75634"/>
                </a:lnTo>
                <a:lnTo>
                  <a:pt x="777671" y="76667"/>
                </a:lnTo>
                <a:lnTo>
                  <a:pt x="777706" y="77691"/>
                </a:lnTo>
                <a:lnTo>
                  <a:pt x="777756" y="78707"/>
                </a:lnTo>
                <a:lnTo>
                  <a:pt x="777819" y="79713"/>
                </a:lnTo>
                <a:lnTo>
                  <a:pt x="777898" y="80712"/>
                </a:lnTo>
                <a:lnTo>
                  <a:pt x="777990" y="81701"/>
                </a:lnTo>
                <a:lnTo>
                  <a:pt x="778096" y="82682"/>
                </a:lnTo>
                <a:lnTo>
                  <a:pt x="778217" y="83654"/>
                </a:lnTo>
                <a:lnTo>
                  <a:pt x="778351" y="84617"/>
                </a:lnTo>
                <a:lnTo>
                  <a:pt x="778500" y="85572"/>
                </a:lnTo>
                <a:lnTo>
                  <a:pt x="778664" y="86518"/>
                </a:lnTo>
                <a:lnTo>
                  <a:pt x="778841" y="87455"/>
                </a:lnTo>
                <a:lnTo>
                  <a:pt x="779032" y="88384"/>
                </a:lnTo>
                <a:lnTo>
                  <a:pt x="779238" y="89304"/>
                </a:lnTo>
                <a:lnTo>
                  <a:pt x="779458" y="90215"/>
                </a:lnTo>
                <a:lnTo>
                  <a:pt x="779692" y="91117"/>
                </a:lnTo>
                <a:lnTo>
                  <a:pt x="779940" y="92011"/>
                </a:lnTo>
                <a:lnTo>
                  <a:pt x="780203" y="92896"/>
                </a:lnTo>
                <a:lnTo>
                  <a:pt x="780479" y="93773"/>
                </a:lnTo>
                <a:lnTo>
                  <a:pt x="780770" y="94641"/>
                </a:lnTo>
                <a:lnTo>
                  <a:pt x="781075" y="95500"/>
                </a:lnTo>
                <a:lnTo>
                  <a:pt x="781394" y="96350"/>
                </a:lnTo>
                <a:lnTo>
                  <a:pt x="781728" y="97192"/>
                </a:lnTo>
                <a:lnTo>
                  <a:pt x="782076" y="98022"/>
                </a:lnTo>
                <a:lnTo>
                  <a:pt x="782438" y="98838"/>
                </a:lnTo>
                <a:lnTo>
                  <a:pt x="782816" y="99639"/>
                </a:lnTo>
                <a:lnTo>
                  <a:pt x="783208" y="100425"/>
                </a:lnTo>
                <a:lnTo>
                  <a:pt x="783615" y="101197"/>
                </a:lnTo>
                <a:lnTo>
                  <a:pt x="784036" y="101954"/>
                </a:lnTo>
                <a:lnTo>
                  <a:pt x="784473" y="102696"/>
                </a:lnTo>
                <a:lnTo>
                  <a:pt x="784924" y="103424"/>
                </a:lnTo>
                <a:lnTo>
                  <a:pt x="785390" y="104137"/>
                </a:lnTo>
                <a:lnTo>
                  <a:pt x="785871" y="104835"/>
                </a:lnTo>
                <a:lnTo>
                  <a:pt x="786366" y="105519"/>
                </a:lnTo>
                <a:lnTo>
                  <a:pt x="786877" y="106188"/>
                </a:lnTo>
                <a:lnTo>
                  <a:pt x="787402" y="106843"/>
                </a:lnTo>
                <a:lnTo>
                  <a:pt x="787942" y="107483"/>
                </a:lnTo>
                <a:lnTo>
                  <a:pt x="788496" y="108108"/>
                </a:lnTo>
                <a:lnTo>
                  <a:pt x="789066" y="108719"/>
                </a:lnTo>
                <a:lnTo>
                  <a:pt x="789650" y="109315"/>
                </a:lnTo>
                <a:lnTo>
                  <a:pt x="790249" y="109897"/>
                </a:lnTo>
                <a:lnTo>
                  <a:pt x="790863" y="110464"/>
                </a:lnTo>
                <a:lnTo>
                  <a:pt x="791491" y="111016"/>
                </a:lnTo>
                <a:lnTo>
                  <a:pt x="792134" y="111554"/>
                </a:lnTo>
                <a:lnTo>
                  <a:pt x="792792" y="112077"/>
                </a:lnTo>
                <a:lnTo>
                  <a:pt x="793465" y="112585"/>
                </a:lnTo>
                <a:lnTo>
                  <a:pt x="794153" y="113079"/>
                </a:lnTo>
                <a:lnTo>
                  <a:pt x="794855" y="113555"/>
                </a:lnTo>
                <a:lnTo>
                  <a:pt x="795574" y="114011"/>
                </a:lnTo>
                <a:lnTo>
                  <a:pt x="796307" y="114447"/>
                </a:lnTo>
                <a:lnTo>
                  <a:pt x="797057" y="114862"/>
                </a:lnTo>
                <a:lnTo>
                  <a:pt x="797821" y="115257"/>
                </a:lnTo>
                <a:lnTo>
                  <a:pt x="798602" y="115632"/>
                </a:lnTo>
                <a:lnTo>
                  <a:pt x="799397" y="115986"/>
                </a:lnTo>
                <a:lnTo>
                  <a:pt x="800209" y="116321"/>
                </a:lnTo>
                <a:lnTo>
                  <a:pt x="801035" y="116635"/>
                </a:lnTo>
                <a:lnTo>
                  <a:pt x="801877" y="116928"/>
                </a:lnTo>
                <a:lnTo>
                  <a:pt x="802735" y="117202"/>
                </a:lnTo>
                <a:lnTo>
                  <a:pt x="803608" y="117455"/>
                </a:lnTo>
                <a:lnTo>
                  <a:pt x="804497" y="117688"/>
                </a:lnTo>
                <a:lnTo>
                  <a:pt x="805401" y="117901"/>
                </a:lnTo>
                <a:lnTo>
                  <a:pt x="806321" y="118093"/>
                </a:lnTo>
                <a:lnTo>
                  <a:pt x="807256" y="118266"/>
                </a:lnTo>
                <a:lnTo>
                  <a:pt x="808207" y="118418"/>
                </a:lnTo>
                <a:lnTo>
                  <a:pt x="809173" y="118549"/>
                </a:lnTo>
                <a:lnTo>
                  <a:pt x="810155" y="118661"/>
                </a:lnTo>
                <a:lnTo>
                  <a:pt x="811152" y="118752"/>
                </a:lnTo>
                <a:lnTo>
                  <a:pt x="812165" y="118823"/>
                </a:lnTo>
                <a:lnTo>
                  <a:pt x="813193" y="118873"/>
                </a:lnTo>
                <a:lnTo>
                  <a:pt x="814237" y="118904"/>
                </a:lnTo>
                <a:lnTo>
                  <a:pt x="815296" y="118914"/>
                </a:lnTo>
                <a:lnTo>
                  <a:pt x="816134" y="118908"/>
                </a:lnTo>
                <a:lnTo>
                  <a:pt x="816962" y="118889"/>
                </a:lnTo>
                <a:lnTo>
                  <a:pt x="817780" y="118859"/>
                </a:lnTo>
                <a:lnTo>
                  <a:pt x="818589" y="118815"/>
                </a:lnTo>
                <a:lnTo>
                  <a:pt x="819388" y="118760"/>
                </a:lnTo>
                <a:close/>
                <a:moveTo>
                  <a:pt x="792495" y="61692"/>
                </a:moveTo>
                <a:lnTo>
                  <a:pt x="792665" y="60767"/>
                </a:lnTo>
                <a:lnTo>
                  <a:pt x="792851" y="59864"/>
                </a:lnTo>
                <a:lnTo>
                  <a:pt x="793053" y="58980"/>
                </a:lnTo>
                <a:lnTo>
                  <a:pt x="793270" y="58118"/>
                </a:lnTo>
                <a:lnTo>
                  <a:pt x="793503" y="57276"/>
                </a:lnTo>
                <a:lnTo>
                  <a:pt x="793752" y="56455"/>
                </a:lnTo>
                <a:lnTo>
                  <a:pt x="794016" y="55654"/>
                </a:lnTo>
                <a:lnTo>
                  <a:pt x="794296" y="54874"/>
                </a:lnTo>
                <a:lnTo>
                  <a:pt x="794591" y="54115"/>
                </a:lnTo>
                <a:lnTo>
                  <a:pt x="794902" y="53376"/>
                </a:lnTo>
                <a:lnTo>
                  <a:pt x="795229" y="52659"/>
                </a:lnTo>
                <a:lnTo>
                  <a:pt x="795572" y="51961"/>
                </a:lnTo>
                <a:lnTo>
                  <a:pt x="795930" y="51285"/>
                </a:lnTo>
                <a:lnTo>
                  <a:pt x="796303" y="50629"/>
                </a:lnTo>
                <a:lnTo>
                  <a:pt x="796693" y="49994"/>
                </a:lnTo>
                <a:lnTo>
                  <a:pt x="797098" y="49380"/>
                </a:lnTo>
                <a:lnTo>
                  <a:pt x="797518" y="48786"/>
                </a:lnTo>
                <a:lnTo>
                  <a:pt x="797955" y="48213"/>
                </a:lnTo>
                <a:lnTo>
                  <a:pt x="798407" y="47660"/>
                </a:lnTo>
                <a:lnTo>
                  <a:pt x="798874" y="47130"/>
                </a:lnTo>
                <a:lnTo>
                  <a:pt x="799356" y="46622"/>
                </a:lnTo>
                <a:lnTo>
                  <a:pt x="799854" y="46136"/>
                </a:lnTo>
                <a:lnTo>
                  <a:pt x="800366" y="45673"/>
                </a:lnTo>
                <a:lnTo>
                  <a:pt x="800894" y="45233"/>
                </a:lnTo>
                <a:lnTo>
                  <a:pt x="801437" y="44815"/>
                </a:lnTo>
                <a:lnTo>
                  <a:pt x="801994" y="44420"/>
                </a:lnTo>
                <a:lnTo>
                  <a:pt x="802567" y="44047"/>
                </a:lnTo>
                <a:lnTo>
                  <a:pt x="803155" y="43697"/>
                </a:lnTo>
                <a:lnTo>
                  <a:pt x="803758" y="43369"/>
                </a:lnTo>
                <a:lnTo>
                  <a:pt x="804376" y="43064"/>
                </a:lnTo>
                <a:lnTo>
                  <a:pt x="805009" y="42782"/>
                </a:lnTo>
                <a:lnTo>
                  <a:pt x="805657" y="42522"/>
                </a:lnTo>
                <a:lnTo>
                  <a:pt x="806320" y="42285"/>
                </a:lnTo>
                <a:lnTo>
                  <a:pt x="806998" y="42071"/>
                </a:lnTo>
                <a:lnTo>
                  <a:pt x="807692" y="41879"/>
                </a:lnTo>
                <a:lnTo>
                  <a:pt x="808400" y="41709"/>
                </a:lnTo>
                <a:lnTo>
                  <a:pt x="809123" y="41563"/>
                </a:lnTo>
                <a:lnTo>
                  <a:pt x="809862" y="41438"/>
                </a:lnTo>
                <a:lnTo>
                  <a:pt x="810615" y="41337"/>
                </a:lnTo>
                <a:lnTo>
                  <a:pt x="811384" y="41258"/>
                </a:lnTo>
                <a:lnTo>
                  <a:pt x="812168" y="41201"/>
                </a:lnTo>
                <a:lnTo>
                  <a:pt x="812966" y="41167"/>
                </a:lnTo>
                <a:lnTo>
                  <a:pt x="813780" y="41156"/>
                </a:lnTo>
                <a:lnTo>
                  <a:pt x="814580" y="41167"/>
                </a:lnTo>
                <a:lnTo>
                  <a:pt x="815365" y="41202"/>
                </a:lnTo>
                <a:lnTo>
                  <a:pt x="816135" y="41258"/>
                </a:lnTo>
                <a:lnTo>
                  <a:pt x="816890" y="41338"/>
                </a:lnTo>
                <a:lnTo>
                  <a:pt x="817630" y="41440"/>
                </a:lnTo>
                <a:lnTo>
                  <a:pt x="818355" y="41565"/>
                </a:lnTo>
                <a:lnTo>
                  <a:pt x="819066" y="41713"/>
                </a:lnTo>
                <a:lnTo>
                  <a:pt x="819761" y="41884"/>
                </a:lnTo>
                <a:lnTo>
                  <a:pt x="820441" y="42077"/>
                </a:lnTo>
                <a:lnTo>
                  <a:pt x="821107" y="42293"/>
                </a:lnTo>
                <a:lnTo>
                  <a:pt x="821758" y="42532"/>
                </a:lnTo>
                <a:lnTo>
                  <a:pt x="822393" y="42793"/>
                </a:lnTo>
                <a:lnTo>
                  <a:pt x="823014" y="43078"/>
                </a:lnTo>
                <a:lnTo>
                  <a:pt x="823620" y="43385"/>
                </a:lnTo>
                <a:lnTo>
                  <a:pt x="824211" y="43714"/>
                </a:lnTo>
                <a:lnTo>
                  <a:pt x="824787" y="44067"/>
                </a:lnTo>
                <a:lnTo>
                  <a:pt x="825348" y="44442"/>
                </a:lnTo>
                <a:lnTo>
                  <a:pt x="825895" y="44840"/>
                </a:lnTo>
                <a:lnTo>
                  <a:pt x="826426" y="45261"/>
                </a:lnTo>
                <a:lnTo>
                  <a:pt x="826942" y="45704"/>
                </a:lnTo>
                <a:lnTo>
                  <a:pt x="827444" y="46170"/>
                </a:lnTo>
                <a:lnTo>
                  <a:pt x="827930" y="46659"/>
                </a:lnTo>
                <a:lnTo>
                  <a:pt x="828402" y="47171"/>
                </a:lnTo>
                <a:lnTo>
                  <a:pt x="828859" y="47705"/>
                </a:lnTo>
                <a:lnTo>
                  <a:pt x="829299" y="48261"/>
                </a:lnTo>
                <a:lnTo>
                  <a:pt x="829722" y="48837"/>
                </a:lnTo>
                <a:lnTo>
                  <a:pt x="830126" y="49434"/>
                </a:lnTo>
                <a:lnTo>
                  <a:pt x="830513" y="50050"/>
                </a:lnTo>
                <a:lnTo>
                  <a:pt x="830882" y="50687"/>
                </a:lnTo>
                <a:lnTo>
                  <a:pt x="831233" y="51344"/>
                </a:lnTo>
                <a:lnTo>
                  <a:pt x="831566" y="52021"/>
                </a:lnTo>
                <a:lnTo>
                  <a:pt x="831882" y="52718"/>
                </a:lnTo>
                <a:lnTo>
                  <a:pt x="832179" y="53436"/>
                </a:lnTo>
                <a:lnTo>
                  <a:pt x="832459" y="54174"/>
                </a:lnTo>
                <a:lnTo>
                  <a:pt x="832721" y="54932"/>
                </a:lnTo>
                <a:lnTo>
                  <a:pt x="832965" y="55710"/>
                </a:lnTo>
                <a:lnTo>
                  <a:pt x="833191" y="56508"/>
                </a:lnTo>
                <a:lnTo>
                  <a:pt x="833400" y="57327"/>
                </a:lnTo>
                <a:lnTo>
                  <a:pt x="833590" y="58166"/>
                </a:lnTo>
                <a:lnTo>
                  <a:pt x="833763" y="59025"/>
                </a:lnTo>
                <a:lnTo>
                  <a:pt x="833918" y="59904"/>
                </a:lnTo>
                <a:lnTo>
                  <a:pt x="834055" y="60804"/>
                </a:lnTo>
                <a:lnTo>
                  <a:pt x="834174" y="61724"/>
                </a:lnTo>
                <a:lnTo>
                  <a:pt x="834276" y="62664"/>
                </a:lnTo>
                <a:lnTo>
                  <a:pt x="834359" y="63624"/>
                </a:lnTo>
                <a:lnTo>
                  <a:pt x="834425" y="64604"/>
                </a:lnTo>
                <a:lnTo>
                  <a:pt x="834473" y="65605"/>
                </a:lnTo>
                <a:lnTo>
                  <a:pt x="834503" y="66626"/>
                </a:lnTo>
                <a:lnTo>
                  <a:pt x="791878" y="66626"/>
                </a:lnTo>
                <a:lnTo>
                  <a:pt x="791970" y="65598"/>
                </a:lnTo>
                <a:lnTo>
                  <a:pt x="792078" y="64590"/>
                </a:lnTo>
                <a:lnTo>
                  <a:pt x="792201" y="63603"/>
                </a:lnTo>
                <a:lnTo>
                  <a:pt x="792340" y="62637"/>
                </a:lnTo>
                <a:lnTo>
                  <a:pt x="792495" y="61692"/>
                </a:lnTo>
                <a:close/>
                <a:moveTo>
                  <a:pt x="893581" y="118873"/>
                </a:moveTo>
                <a:lnTo>
                  <a:pt x="894142" y="118851"/>
                </a:lnTo>
                <a:lnTo>
                  <a:pt x="894699" y="118823"/>
                </a:lnTo>
                <a:lnTo>
                  <a:pt x="895253" y="118790"/>
                </a:lnTo>
                <a:lnTo>
                  <a:pt x="895803" y="118751"/>
                </a:lnTo>
                <a:lnTo>
                  <a:pt x="896350" y="118708"/>
                </a:lnTo>
                <a:lnTo>
                  <a:pt x="896894" y="118660"/>
                </a:lnTo>
                <a:lnTo>
                  <a:pt x="897434" y="118607"/>
                </a:lnTo>
                <a:lnTo>
                  <a:pt x="897971" y="118548"/>
                </a:lnTo>
                <a:lnTo>
                  <a:pt x="898505" y="118485"/>
                </a:lnTo>
                <a:lnTo>
                  <a:pt x="899035" y="118416"/>
                </a:lnTo>
                <a:lnTo>
                  <a:pt x="899562" y="118343"/>
                </a:lnTo>
                <a:lnTo>
                  <a:pt x="900085" y="118264"/>
                </a:lnTo>
                <a:lnTo>
                  <a:pt x="900605" y="118180"/>
                </a:lnTo>
                <a:lnTo>
                  <a:pt x="901122" y="118091"/>
                </a:lnTo>
                <a:lnTo>
                  <a:pt x="901635" y="117997"/>
                </a:lnTo>
                <a:lnTo>
                  <a:pt x="902145" y="117898"/>
                </a:lnTo>
                <a:lnTo>
                  <a:pt x="902652" y="117794"/>
                </a:lnTo>
                <a:lnTo>
                  <a:pt x="903155" y="117685"/>
                </a:lnTo>
                <a:lnTo>
                  <a:pt x="903655" y="117571"/>
                </a:lnTo>
                <a:lnTo>
                  <a:pt x="904152" y="117451"/>
                </a:lnTo>
                <a:lnTo>
                  <a:pt x="904644" y="117327"/>
                </a:lnTo>
                <a:lnTo>
                  <a:pt x="905131" y="117197"/>
                </a:lnTo>
                <a:lnTo>
                  <a:pt x="905613" y="117061"/>
                </a:lnTo>
                <a:lnTo>
                  <a:pt x="906089" y="116920"/>
                </a:lnTo>
                <a:lnTo>
                  <a:pt x="906561" y="116774"/>
                </a:lnTo>
                <a:lnTo>
                  <a:pt x="907027" y="116622"/>
                </a:lnTo>
                <a:lnTo>
                  <a:pt x="907487" y="116464"/>
                </a:lnTo>
                <a:lnTo>
                  <a:pt x="907943" y="116301"/>
                </a:lnTo>
                <a:lnTo>
                  <a:pt x="908393" y="116132"/>
                </a:lnTo>
                <a:lnTo>
                  <a:pt x="908838" y="115958"/>
                </a:lnTo>
                <a:lnTo>
                  <a:pt x="909277" y="115778"/>
                </a:lnTo>
                <a:lnTo>
                  <a:pt x="909712" y="115593"/>
                </a:lnTo>
                <a:lnTo>
                  <a:pt x="910141" y="115402"/>
                </a:lnTo>
                <a:lnTo>
                  <a:pt x="910565" y="115205"/>
                </a:lnTo>
                <a:lnTo>
                  <a:pt x="910983" y="115003"/>
                </a:lnTo>
                <a:lnTo>
                  <a:pt x="911396" y="114796"/>
                </a:lnTo>
                <a:lnTo>
                  <a:pt x="911804" y="114583"/>
                </a:lnTo>
                <a:lnTo>
                  <a:pt x="912207" y="114364"/>
                </a:lnTo>
                <a:lnTo>
                  <a:pt x="912605" y="114140"/>
                </a:lnTo>
                <a:lnTo>
                  <a:pt x="912997" y="113911"/>
                </a:lnTo>
                <a:lnTo>
                  <a:pt x="913384" y="113675"/>
                </a:lnTo>
                <a:lnTo>
                  <a:pt x="913766" y="113435"/>
                </a:lnTo>
                <a:lnTo>
                  <a:pt x="914142" y="113188"/>
                </a:lnTo>
                <a:lnTo>
                  <a:pt x="914513" y="112937"/>
                </a:lnTo>
                <a:lnTo>
                  <a:pt x="914878" y="112679"/>
                </a:lnTo>
                <a:lnTo>
                  <a:pt x="915236" y="112416"/>
                </a:lnTo>
                <a:lnTo>
                  <a:pt x="915588" y="112146"/>
                </a:lnTo>
                <a:lnTo>
                  <a:pt x="915932" y="111871"/>
                </a:lnTo>
                <a:lnTo>
                  <a:pt x="916270" y="111589"/>
                </a:lnTo>
                <a:lnTo>
                  <a:pt x="916601" y="111301"/>
                </a:lnTo>
                <a:lnTo>
                  <a:pt x="916925" y="111008"/>
                </a:lnTo>
                <a:lnTo>
                  <a:pt x="917242" y="110708"/>
                </a:lnTo>
                <a:lnTo>
                  <a:pt x="917552" y="110403"/>
                </a:lnTo>
                <a:lnTo>
                  <a:pt x="917855" y="110092"/>
                </a:lnTo>
                <a:lnTo>
                  <a:pt x="918151" y="109774"/>
                </a:lnTo>
                <a:lnTo>
                  <a:pt x="918441" y="109451"/>
                </a:lnTo>
                <a:lnTo>
                  <a:pt x="918723" y="109121"/>
                </a:lnTo>
                <a:lnTo>
                  <a:pt x="918999" y="108786"/>
                </a:lnTo>
                <a:lnTo>
                  <a:pt x="919268" y="108444"/>
                </a:lnTo>
                <a:lnTo>
                  <a:pt x="919530" y="108097"/>
                </a:lnTo>
                <a:lnTo>
                  <a:pt x="919785" y="107743"/>
                </a:lnTo>
                <a:lnTo>
                  <a:pt x="920033" y="107384"/>
                </a:lnTo>
                <a:lnTo>
                  <a:pt x="920275" y="107018"/>
                </a:lnTo>
                <a:lnTo>
                  <a:pt x="920509" y="106647"/>
                </a:lnTo>
                <a:lnTo>
                  <a:pt x="920737" y="106270"/>
                </a:lnTo>
                <a:lnTo>
                  <a:pt x="920958" y="105886"/>
                </a:lnTo>
                <a:lnTo>
                  <a:pt x="921172" y="105497"/>
                </a:lnTo>
                <a:lnTo>
                  <a:pt x="921379" y="105101"/>
                </a:lnTo>
                <a:lnTo>
                  <a:pt x="921578" y="104700"/>
                </a:lnTo>
                <a:lnTo>
                  <a:pt x="921769" y="104292"/>
                </a:lnTo>
                <a:lnTo>
                  <a:pt x="921951" y="103878"/>
                </a:lnTo>
                <a:lnTo>
                  <a:pt x="922125" y="103458"/>
                </a:lnTo>
                <a:lnTo>
                  <a:pt x="922290" y="103031"/>
                </a:lnTo>
                <a:lnTo>
                  <a:pt x="922447" y="102599"/>
                </a:lnTo>
                <a:lnTo>
                  <a:pt x="922596" y="102161"/>
                </a:lnTo>
                <a:lnTo>
                  <a:pt x="922736" y="101716"/>
                </a:lnTo>
                <a:lnTo>
                  <a:pt x="922867" y="101265"/>
                </a:lnTo>
                <a:lnTo>
                  <a:pt x="922990" y="100808"/>
                </a:lnTo>
                <a:lnTo>
                  <a:pt x="923105" y="100345"/>
                </a:lnTo>
                <a:lnTo>
                  <a:pt x="923211" y="99876"/>
                </a:lnTo>
                <a:lnTo>
                  <a:pt x="923308" y="99400"/>
                </a:lnTo>
                <a:lnTo>
                  <a:pt x="923397" y="98919"/>
                </a:lnTo>
                <a:lnTo>
                  <a:pt x="923478" y="98431"/>
                </a:lnTo>
                <a:lnTo>
                  <a:pt x="923550" y="97937"/>
                </a:lnTo>
                <a:lnTo>
                  <a:pt x="923614" y="97437"/>
                </a:lnTo>
                <a:lnTo>
                  <a:pt x="923669" y="96931"/>
                </a:lnTo>
                <a:lnTo>
                  <a:pt x="923715" y="96419"/>
                </a:lnTo>
                <a:lnTo>
                  <a:pt x="923754" y="95901"/>
                </a:lnTo>
                <a:lnTo>
                  <a:pt x="923783" y="95376"/>
                </a:lnTo>
                <a:lnTo>
                  <a:pt x="923804" y="94846"/>
                </a:lnTo>
                <a:lnTo>
                  <a:pt x="923817" y="94309"/>
                </a:lnTo>
                <a:lnTo>
                  <a:pt x="923821" y="93766"/>
                </a:lnTo>
                <a:lnTo>
                  <a:pt x="923816" y="93107"/>
                </a:lnTo>
                <a:lnTo>
                  <a:pt x="923799" y="92458"/>
                </a:lnTo>
                <a:lnTo>
                  <a:pt x="923772" y="91819"/>
                </a:lnTo>
                <a:lnTo>
                  <a:pt x="923734" y="91191"/>
                </a:lnTo>
                <a:lnTo>
                  <a:pt x="923684" y="90572"/>
                </a:lnTo>
                <a:lnTo>
                  <a:pt x="923624" y="89964"/>
                </a:lnTo>
                <a:lnTo>
                  <a:pt x="923553" y="89366"/>
                </a:lnTo>
                <a:lnTo>
                  <a:pt x="923470" y="88778"/>
                </a:lnTo>
                <a:lnTo>
                  <a:pt x="923377" y="88200"/>
                </a:lnTo>
                <a:lnTo>
                  <a:pt x="923273" y="87632"/>
                </a:lnTo>
                <a:lnTo>
                  <a:pt x="923158" y="87074"/>
                </a:lnTo>
                <a:lnTo>
                  <a:pt x="923032" y="86527"/>
                </a:lnTo>
                <a:lnTo>
                  <a:pt x="922895" y="85990"/>
                </a:lnTo>
                <a:lnTo>
                  <a:pt x="922747" y="85462"/>
                </a:lnTo>
                <a:lnTo>
                  <a:pt x="922587" y="84945"/>
                </a:lnTo>
                <a:lnTo>
                  <a:pt x="922417" y="84439"/>
                </a:lnTo>
                <a:lnTo>
                  <a:pt x="922236" y="83942"/>
                </a:lnTo>
                <a:lnTo>
                  <a:pt x="922045" y="83455"/>
                </a:lnTo>
                <a:lnTo>
                  <a:pt x="921842" y="82979"/>
                </a:lnTo>
                <a:lnTo>
                  <a:pt x="921628" y="82513"/>
                </a:lnTo>
                <a:lnTo>
                  <a:pt x="921403" y="82057"/>
                </a:lnTo>
                <a:lnTo>
                  <a:pt x="921167" y="81611"/>
                </a:lnTo>
                <a:lnTo>
                  <a:pt x="920920" y="81175"/>
                </a:lnTo>
                <a:lnTo>
                  <a:pt x="920663" y="80749"/>
                </a:lnTo>
                <a:lnTo>
                  <a:pt x="920394" y="80332"/>
                </a:lnTo>
                <a:lnTo>
                  <a:pt x="920115" y="79921"/>
                </a:lnTo>
                <a:lnTo>
                  <a:pt x="919825" y="79516"/>
                </a:lnTo>
                <a:lnTo>
                  <a:pt x="919525" y="79118"/>
                </a:lnTo>
                <a:lnTo>
                  <a:pt x="919215" y="78726"/>
                </a:lnTo>
                <a:lnTo>
                  <a:pt x="918894" y="78341"/>
                </a:lnTo>
                <a:lnTo>
                  <a:pt x="918562" y="77962"/>
                </a:lnTo>
                <a:lnTo>
                  <a:pt x="918220" y="77590"/>
                </a:lnTo>
                <a:lnTo>
                  <a:pt x="917867" y="77224"/>
                </a:lnTo>
                <a:lnTo>
                  <a:pt x="917504" y="76865"/>
                </a:lnTo>
                <a:lnTo>
                  <a:pt x="917130" y="76512"/>
                </a:lnTo>
                <a:lnTo>
                  <a:pt x="916745" y="76165"/>
                </a:lnTo>
                <a:lnTo>
                  <a:pt x="916351" y="75826"/>
                </a:lnTo>
                <a:lnTo>
                  <a:pt x="915945" y="75492"/>
                </a:lnTo>
                <a:lnTo>
                  <a:pt x="915529" y="75165"/>
                </a:lnTo>
                <a:lnTo>
                  <a:pt x="915103" y="74845"/>
                </a:lnTo>
                <a:lnTo>
                  <a:pt x="914666" y="74530"/>
                </a:lnTo>
                <a:lnTo>
                  <a:pt x="914218" y="74223"/>
                </a:lnTo>
                <a:lnTo>
                  <a:pt x="913760" y="73922"/>
                </a:lnTo>
                <a:lnTo>
                  <a:pt x="913292" y="73627"/>
                </a:lnTo>
                <a:lnTo>
                  <a:pt x="912813" y="73339"/>
                </a:lnTo>
                <a:lnTo>
                  <a:pt x="912323" y="73057"/>
                </a:lnTo>
                <a:lnTo>
                  <a:pt x="911823" y="72782"/>
                </a:lnTo>
                <a:lnTo>
                  <a:pt x="911312" y="72513"/>
                </a:lnTo>
                <a:lnTo>
                  <a:pt x="910791" y="72249"/>
                </a:lnTo>
                <a:lnTo>
                  <a:pt x="910259" y="71988"/>
                </a:lnTo>
                <a:lnTo>
                  <a:pt x="909716" y="71730"/>
                </a:lnTo>
                <a:lnTo>
                  <a:pt x="909163" y="71475"/>
                </a:lnTo>
                <a:lnTo>
                  <a:pt x="908599" y="71223"/>
                </a:lnTo>
                <a:lnTo>
                  <a:pt x="908024" y="70974"/>
                </a:lnTo>
                <a:lnTo>
                  <a:pt x="907439" y="70728"/>
                </a:lnTo>
                <a:lnTo>
                  <a:pt x="906843" y="70486"/>
                </a:lnTo>
                <a:lnTo>
                  <a:pt x="906236" y="70246"/>
                </a:lnTo>
                <a:lnTo>
                  <a:pt x="905619" y="70010"/>
                </a:lnTo>
                <a:lnTo>
                  <a:pt x="904991" y="69776"/>
                </a:lnTo>
                <a:lnTo>
                  <a:pt x="904352" y="69546"/>
                </a:lnTo>
                <a:lnTo>
                  <a:pt x="903703" y="69318"/>
                </a:lnTo>
                <a:lnTo>
                  <a:pt x="903043" y="69094"/>
                </a:lnTo>
                <a:lnTo>
                  <a:pt x="902372" y="68873"/>
                </a:lnTo>
                <a:lnTo>
                  <a:pt x="901690" y="68655"/>
                </a:lnTo>
                <a:lnTo>
                  <a:pt x="900998" y="68440"/>
                </a:lnTo>
                <a:lnTo>
                  <a:pt x="900295" y="68228"/>
                </a:lnTo>
                <a:lnTo>
                  <a:pt x="899582" y="68019"/>
                </a:lnTo>
                <a:lnTo>
                  <a:pt x="898858" y="67813"/>
                </a:lnTo>
                <a:lnTo>
                  <a:pt x="898123" y="67611"/>
                </a:lnTo>
                <a:lnTo>
                  <a:pt x="897378" y="67411"/>
                </a:lnTo>
                <a:lnTo>
                  <a:pt x="896621" y="67214"/>
                </a:lnTo>
                <a:lnTo>
                  <a:pt x="895855" y="67021"/>
                </a:lnTo>
                <a:lnTo>
                  <a:pt x="895165" y="66844"/>
                </a:lnTo>
                <a:lnTo>
                  <a:pt x="894488" y="66668"/>
                </a:lnTo>
                <a:lnTo>
                  <a:pt x="893822" y="66493"/>
                </a:lnTo>
                <a:lnTo>
                  <a:pt x="893168" y="66319"/>
                </a:lnTo>
                <a:lnTo>
                  <a:pt x="892526" y="66145"/>
                </a:lnTo>
                <a:lnTo>
                  <a:pt x="891895" y="65973"/>
                </a:lnTo>
                <a:lnTo>
                  <a:pt x="891276" y="65801"/>
                </a:lnTo>
                <a:lnTo>
                  <a:pt x="890669" y="65629"/>
                </a:lnTo>
                <a:lnTo>
                  <a:pt x="890074" y="65459"/>
                </a:lnTo>
                <a:lnTo>
                  <a:pt x="889490" y="65289"/>
                </a:lnTo>
                <a:lnTo>
                  <a:pt x="888918" y="65120"/>
                </a:lnTo>
                <a:lnTo>
                  <a:pt x="888357" y="64952"/>
                </a:lnTo>
                <a:lnTo>
                  <a:pt x="887809" y="64785"/>
                </a:lnTo>
                <a:lnTo>
                  <a:pt x="887272" y="64618"/>
                </a:lnTo>
                <a:lnTo>
                  <a:pt x="886746" y="64452"/>
                </a:lnTo>
                <a:lnTo>
                  <a:pt x="886233" y="64287"/>
                </a:lnTo>
                <a:lnTo>
                  <a:pt x="885731" y="64123"/>
                </a:lnTo>
                <a:lnTo>
                  <a:pt x="885241" y="63959"/>
                </a:lnTo>
                <a:lnTo>
                  <a:pt x="884762" y="63796"/>
                </a:lnTo>
                <a:lnTo>
                  <a:pt x="884295" y="63634"/>
                </a:lnTo>
                <a:lnTo>
                  <a:pt x="883840" y="63473"/>
                </a:lnTo>
                <a:lnTo>
                  <a:pt x="883397" y="63313"/>
                </a:lnTo>
                <a:lnTo>
                  <a:pt x="882965" y="63153"/>
                </a:lnTo>
                <a:lnTo>
                  <a:pt x="882545" y="62994"/>
                </a:lnTo>
                <a:lnTo>
                  <a:pt x="882136" y="62834"/>
                </a:lnTo>
                <a:lnTo>
                  <a:pt x="881737" y="62673"/>
                </a:lnTo>
                <a:lnTo>
                  <a:pt x="881347" y="62510"/>
                </a:lnTo>
                <a:lnTo>
                  <a:pt x="880968" y="62345"/>
                </a:lnTo>
                <a:lnTo>
                  <a:pt x="880598" y="62179"/>
                </a:lnTo>
                <a:lnTo>
                  <a:pt x="880239" y="62011"/>
                </a:lnTo>
                <a:lnTo>
                  <a:pt x="879889" y="61841"/>
                </a:lnTo>
                <a:lnTo>
                  <a:pt x="879550" y="61670"/>
                </a:lnTo>
                <a:lnTo>
                  <a:pt x="879220" y="61497"/>
                </a:lnTo>
                <a:lnTo>
                  <a:pt x="878901" y="61322"/>
                </a:lnTo>
                <a:lnTo>
                  <a:pt x="878591" y="61145"/>
                </a:lnTo>
                <a:lnTo>
                  <a:pt x="878291" y="60967"/>
                </a:lnTo>
                <a:lnTo>
                  <a:pt x="878001" y="60787"/>
                </a:lnTo>
                <a:lnTo>
                  <a:pt x="877721" y="60606"/>
                </a:lnTo>
                <a:lnTo>
                  <a:pt x="877451" y="60423"/>
                </a:lnTo>
                <a:lnTo>
                  <a:pt x="877191" y="60238"/>
                </a:lnTo>
                <a:lnTo>
                  <a:pt x="876941" y="60051"/>
                </a:lnTo>
                <a:lnTo>
                  <a:pt x="876701" y="59863"/>
                </a:lnTo>
                <a:lnTo>
                  <a:pt x="876471" y="59673"/>
                </a:lnTo>
                <a:lnTo>
                  <a:pt x="876251" y="59481"/>
                </a:lnTo>
                <a:lnTo>
                  <a:pt x="876040" y="59288"/>
                </a:lnTo>
                <a:lnTo>
                  <a:pt x="875840" y="59093"/>
                </a:lnTo>
                <a:lnTo>
                  <a:pt x="875649" y="58896"/>
                </a:lnTo>
                <a:lnTo>
                  <a:pt x="875469" y="58698"/>
                </a:lnTo>
                <a:lnTo>
                  <a:pt x="875297" y="58497"/>
                </a:lnTo>
                <a:lnTo>
                  <a:pt x="875133" y="58292"/>
                </a:lnTo>
                <a:lnTo>
                  <a:pt x="874975" y="58083"/>
                </a:lnTo>
                <a:lnTo>
                  <a:pt x="874826" y="57871"/>
                </a:lnTo>
                <a:lnTo>
                  <a:pt x="874683" y="57655"/>
                </a:lnTo>
                <a:lnTo>
                  <a:pt x="874548" y="57435"/>
                </a:lnTo>
                <a:lnTo>
                  <a:pt x="874420" y="57212"/>
                </a:lnTo>
                <a:lnTo>
                  <a:pt x="874299" y="56985"/>
                </a:lnTo>
                <a:lnTo>
                  <a:pt x="874186" y="56754"/>
                </a:lnTo>
                <a:lnTo>
                  <a:pt x="874080" y="56520"/>
                </a:lnTo>
                <a:lnTo>
                  <a:pt x="873981" y="56282"/>
                </a:lnTo>
                <a:lnTo>
                  <a:pt x="873890" y="56040"/>
                </a:lnTo>
                <a:lnTo>
                  <a:pt x="873805" y="55795"/>
                </a:lnTo>
                <a:lnTo>
                  <a:pt x="873729" y="55546"/>
                </a:lnTo>
                <a:lnTo>
                  <a:pt x="873659" y="55293"/>
                </a:lnTo>
                <a:lnTo>
                  <a:pt x="873597" y="55036"/>
                </a:lnTo>
                <a:lnTo>
                  <a:pt x="873542" y="54776"/>
                </a:lnTo>
                <a:lnTo>
                  <a:pt x="873495" y="54512"/>
                </a:lnTo>
                <a:lnTo>
                  <a:pt x="873454" y="54245"/>
                </a:lnTo>
                <a:lnTo>
                  <a:pt x="873422" y="53974"/>
                </a:lnTo>
                <a:lnTo>
                  <a:pt x="873396" y="53699"/>
                </a:lnTo>
                <a:lnTo>
                  <a:pt x="873378" y="53420"/>
                </a:lnTo>
                <a:lnTo>
                  <a:pt x="873367" y="53138"/>
                </a:lnTo>
                <a:lnTo>
                  <a:pt x="873363" y="52852"/>
                </a:lnTo>
                <a:lnTo>
                  <a:pt x="873371" y="52348"/>
                </a:lnTo>
                <a:lnTo>
                  <a:pt x="873396" y="51855"/>
                </a:lnTo>
                <a:lnTo>
                  <a:pt x="873437" y="51374"/>
                </a:lnTo>
                <a:lnTo>
                  <a:pt x="873494" y="50904"/>
                </a:lnTo>
                <a:lnTo>
                  <a:pt x="873568" y="50444"/>
                </a:lnTo>
                <a:lnTo>
                  <a:pt x="873658" y="49997"/>
                </a:lnTo>
                <a:lnTo>
                  <a:pt x="873764" y="49560"/>
                </a:lnTo>
                <a:lnTo>
                  <a:pt x="873887" y="49135"/>
                </a:lnTo>
                <a:lnTo>
                  <a:pt x="874026" y="48721"/>
                </a:lnTo>
                <a:lnTo>
                  <a:pt x="874182" y="48318"/>
                </a:lnTo>
                <a:lnTo>
                  <a:pt x="874354" y="47927"/>
                </a:lnTo>
                <a:lnTo>
                  <a:pt x="874542" y="47546"/>
                </a:lnTo>
                <a:lnTo>
                  <a:pt x="874747" y="47178"/>
                </a:lnTo>
                <a:lnTo>
                  <a:pt x="874968" y="46820"/>
                </a:lnTo>
                <a:lnTo>
                  <a:pt x="875206" y="46473"/>
                </a:lnTo>
                <a:lnTo>
                  <a:pt x="875460" y="46138"/>
                </a:lnTo>
                <a:lnTo>
                  <a:pt x="875730" y="45814"/>
                </a:lnTo>
                <a:lnTo>
                  <a:pt x="876017" y="45502"/>
                </a:lnTo>
                <a:lnTo>
                  <a:pt x="876320" y="45200"/>
                </a:lnTo>
                <a:lnTo>
                  <a:pt x="876639" y="44910"/>
                </a:lnTo>
                <a:lnTo>
                  <a:pt x="876975" y="44632"/>
                </a:lnTo>
                <a:lnTo>
                  <a:pt x="877327" y="44364"/>
                </a:lnTo>
                <a:lnTo>
                  <a:pt x="877695" y="44108"/>
                </a:lnTo>
                <a:lnTo>
                  <a:pt x="878080" y="43863"/>
                </a:lnTo>
                <a:lnTo>
                  <a:pt x="878478" y="43628"/>
                </a:lnTo>
                <a:lnTo>
                  <a:pt x="878886" y="43403"/>
                </a:lnTo>
                <a:lnTo>
                  <a:pt x="879304" y="43189"/>
                </a:lnTo>
                <a:lnTo>
                  <a:pt x="879732" y="42984"/>
                </a:lnTo>
                <a:lnTo>
                  <a:pt x="880170" y="42789"/>
                </a:lnTo>
                <a:lnTo>
                  <a:pt x="880618" y="42605"/>
                </a:lnTo>
                <a:lnTo>
                  <a:pt x="881076" y="42430"/>
                </a:lnTo>
                <a:lnTo>
                  <a:pt x="881543" y="42265"/>
                </a:lnTo>
                <a:lnTo>
                  <a:pt x="882021" y="42111"/>
                </a:lnTo>
                <a:lnTo>
                  <a:pt x="882509" y="41966"/>
                </a:lnTo>
                <a:lnTo>
                  <a:pt x="883006" y="41831"/>
                </a:lnTo>
                <a:lnTo>
                  <a:pt x="883514" y="41706"/>
                </a:lnTo>
                <a:lnTo>
                  <a:pt x="884031" y="41591"/>
                </a:lnTo>
                <a:lnTo>
                  <a:pt x="884558" y="41487"/>
                </a:lnTo>
                <a:lnTo>
                  <a:pt x="885096" y="41392"/>
                </a:lnTo>
                <a:lnTo>
                  <a:pt x="885643" y="41307"/>
                </a:lnTo>
                <a:lnTo>
                  <a:pt x="886200" y="41232"/>
                </a:lnTo>
                <a:lnTo>
                  <a:pt x="886767" y="41167"/>
                </a:lnTo>
                <a:lnTo>
                  <a:pt x="887344" y="41112"/>
                </a:lnTo>
                <a:lnTo>
                  <a:pt x="887932" y="41067"/>
                </a:lnTo>
                <a:lnTo>
                  <a:pt x="888528" y="41032"/>
                </a:lnTo>
                <a:lnTo>
                  <a:pt x="889135" y="41007"/>
                </a:lnTo>
                <a:lnTo>
                  <a:pt x="889752" y="40992"/>
                </a:lnTo>
                <a:lnTo>
                  <a:pt x="890379" y="40987"/>
                </a:lnTo>
                <a:lnTo>
                  <a:pt x="891007" y="40994"/>
                </a:lnTo>
                <a:lnTo>
                  <a:pt x="891626" y="41014"/>
                </a:lnTo>
                <a:lnTo>
                  <a:pt x="892237" y="41048"/>
                </a:lnTo>
                <a:lnTo>
                  <a:pt x="892840" y="41095"/>
                </a:lnTo>
                <a:lnTo>
                  <a:pt x="893434" y="41156"/>
                </a:lnTo>
                <a:lnTo>
                  <a:pt x="894020" y="41230"/>
                </a:lnTo>
                <a:lnTo>
                  <a:pt x="894597" y="41318"/>
                </a:lnTo>
                <a:lnTo>
                  <a:pt x="895167" y="41419"/>
                </a:lnTo>
                <a:lnTo>
                  <a:pt x="895728" y="41534"/>
                </a:lnTo>
                <a:lnTo>
                  <a:pt x="896280" y="41662"/>
                </a:lnTo>
                <a:lnTo>
                  <a:pt x="896824" y="41803"/>
                </a:lnTo>
                <a:lnTo>
                  <a:pt x="897360" y="41959"/>
                </a:lnTo>
                <a:lnTo>
                  <a:pt x="897888" y="42127"/>
                </a:lnTo>
                <a:lnTo>
                  <a:pt x="898407" y="42309"/>
                </a:lnTo>
                <a:lnTo>
                  <a:pt x="898918" y="42505"/>
                </a:lnTo>
                <a:lnTo>
                  <a:pt x="899421" y="42714"/>
                </a:lnTo>
                <a:lnTo>
                  <a:pt x="899915" y="42936"/>
                </a:lnTo>
                <a:lnTo>
                  <a:pt x="900401" y="43173"/>
                </a:lnTo>
                <a:lnTo>
                  <a:pt x="900878" y="43422"/>
                </a:lnTo>
                <a:lnTo>
                  <a:pt x="901348" y="43685"/>
                </a:lnTo>
                <a:lnTo>
                  <a:pt x="901808" y="43962"/>
                </a:lnTo>
                <a:lnTo>
                  <a:pt x="902261" y="44252"/>
                </a:lnTo>
                <a:lnTo>
                  <a:pt x="902705" y="44555"/>
                </a:lnTo>
                <a:lnTo>
                  <a:pt x="903141" y="44872"/>
                </a:lnTo>
                <a:lnTo>
                  <a:pt x="903564" y="45205"/>
                </a:lnTo>
                <a:lnTo>
                  <a:pt x="903969" y="45557"/>
                </a:lnTo>
                <a:lnTo>
                  <a:pt x="904355" y="45927"/>
                </a:lnTo>
                <a:lnTo>
                  <a:pt x="904724" y="46316"/>
                </a:lnTo>
                <a:lnTo>
                  <a:pt x="905075" y="46723"/>
                </a:lnTo>
                <a:lnTo>
                  <a:pt x="905408" y="47149"/>
                </a:lnTo>
                <a:lnTo>
                  <a:pt x="905722" y="47593"/>
                </a:lnTo>
                <a:lnTo>
                  <a:pt x="906019" y="48056"/>
                </a:lnTo>
                <a:lnTo>
                  <a:pt x="906298" y="48538"/>
                </a:lnTo>
                <a:lnTo>
                  <a:pt x="906559" y="49038"/>
                </a:lnTo>
                <a:lnTo>
                  <a:pt x="906802" y="49556"/>
                </a:lnTo>
                <a:lnTo>
                  <a:pt x="907027" y="50094"/>
                </a:lnTo>
                <a:lnTo>
                  <a:pt x="907233" y="50650"/>
                </a:lnTo>
                <a:lnTo>
                  <a:pt x="907422" y="51224"/>
                </a:lnTo>
                <a:lnTo>
                  <a:pt x="907593" y="51817"/>
                </a:lnTo>
                <a:lnTo>
                  <a:pt x="907746" y="52428"/>
                </a:lnTo>
                <a:lnTo>
                  <a:pt x="907881" y="53058"/>
                </a:lnTo>
                <a:lnTo>
                  <a:pt x="907998" y="53707"/>
                </a:lnTo>
                <a:lnTo>
                  <a:pt x="908097" y="54374"/>
                </a:lnTo>
                <a:lnTo>
                  <a:pt x="908178" y="55060"/>
                </a:lnTo>
                <a:lnTo>
                  <a:pt x="908241" y="55765"/>
                </a:lnTo>
                <a:lnTo>
                  <a:pt x="908286" y="56487"/>
                </a:lnTo>
                <a:lnTo>
                  <a:pt x="908313" y="57229"/>
                </a:lnTo>
                <a:lnTo>
                  <a:pt x="908322" y="57989"/>
                </a:lnTo>
                <a:lnTo>
                  <a:pt x="921968" y="57989"/>
                </a:lnTo>
                <a:lnTo>
                  <a:pt x="921964" y="57387"/>
                </a:lnTo>
                <a:lnTo>
                  <a:pt x="921951" y="56793"/>
                </a:lnTo>
                <a:lnTo>
                  <a:pt x="921929" y="56205"/>
                </a:lnTo>
                <a:lnTo>
                  <a:pt x="921899" y="55624"/>
                </a:lnTo>
                <a:lnTo>
                  <a:pt x="921860" y="55050"/>
                </a:lnTo>
                <a:lnTo>
                  <a:pt x="921813" y="54483"/>
                </a:lnTo>
                <a:lnTo>
                  <a:pt x="921757" y="53923"/>
                </a:lnTo>
                <a:lnTo>
                  <a:pt x="921692" y="53370"/>
                </a:lnTo>
                <a:lnTo>
                  <a:pt x="921619" y="52824"/>
                </a:lnTo>
                <a:lnTo>
                  <a:pt x="921537" y="52284"/>
                </a:lnTo>
                <a:lnTo>
                  <a:pt x="921446" y="51752"/>
                </a:lnTo>
                <a:lnTo>
                  <a:pt x="921347" y="51226"/>
                </a:lnTo>
                <a:lnTo>
                  <a:pt x="921239" y="50708"/>
                </a:lnTo>
                <a:lnTo>
                  <a:pt x="921123" y="50196"/>
                </a:lnTo>
                <a:lnTo>
                  <a:pt x="920997" y="49691"/>
                </a:lnTo>
                <a:lnTo>
                  <a:pt x="920864" y="49193"/>
                </a:lnTo>
                <a:lnTo>
                  <a:pt x="920721" y="48703"/>
                </a:lnTo>
                <a:lnTo>
                  <a:pt x="920570" y="48219"/>
                </a:lnTo>
                <a:lnTo>
                  <a:pt x="920411" y="47741"/>
                </a:lnTo>
                <a:lnTo>
                  <a:pt x="920242" y="47271"/>
                </a:lnTo>
                <a:lnTo>
                  <a:pt x="920066" y="46808"/>
                </a:lnTo>
                <a:lnTo>
                  <a:pt x="919880" y="46352"/>
                </a:lnTo>
                <a:lnTo>
                  <a:pt x="919686" y="45902"/>
                </a:lnTo>
                <a:lnTo>
                  <a:pt x="919483" y="45460"/>
                </a:lnTo>
                <a:lnTo>
                  <a:pt x="919273" y="45024"/>
                </a:lnTo>
                <a:lnTo>
                  <a:pt x="919056" y="44595"/>
                </a:lnTo>
                <a:lnTo>
                  <a:pt x="918832" y="44173"/>
                </a:lnTo>
                <a:lnTo>
                  <a:pt x="918602" y="43758"/>
                </a:lnTo>
                <a:lnTo>
                  <a:pt x="918365" y="43349"/>
                </a:lnTo>
                <a:lnTo>
                  <a:pt x="918122" y="42947"/>
                </a:lnTo>
                <a:lnTo>
                  <a:pt x="917872" y="42552"/>
                </a:lnTo>
                <a:lnTo>
                  <a:pt x="917616" y="42164"/>
                </a:lnTo>
                <a:lnTo>
                  <a:pt x="917353" y="41782"/>
                </a:lnTo>
                <a:lnTo>
                  <a:pt x="917083" y="41408"/>
                </a:lnTo>
                <a:lnTo>
                  <a:pt x="916807" y="41040"/>
                </a:lnTo>
                <a:lnTo>
                  <a:pt x="916524" y="40678"/>
                </a:lnTo>
                <a:lnTo>
                  <a:pt x="916235" y="40324"/>
                </a:lnTo>
                <a:lnTo>
                  <a:pt x="915939" y="39976"/>
                </a:lnTo>
                <a:lnTo>
                  <a:pt x="915637" y="39635"/>
                </a:lnTo>
                <a:lnTo>
                  <a:pt x="915327" y="39301"/>
                </a:lnTo>
                <a:lnTo>
                  <a:pt x="915012" y="38973"/>
                </a:lnTo>
                <a:lnTo>
                  <a:pt x="914690" y="38653"/>
                </a:lnTo>
                <a:lnTo>
                  <a:pt x="914361" y="38339"/>
                </a:lnTo>
                <a:lnTo>
                  <a:pt x="914025" y="38032"/>
                </a:lnTo>
                <a:lnTo>
                  <a:pt x="913683" y="37731"/>
                </a:lnTo>
                <a:lnTo>
                  <a:pt x="913335" y="37438"/>
                </a:lnTo>
                <a:lnTo>
                  <a:pt x="912980" y="37151"/>
                </a:lnTo>
                <a:lnTo>
                  <a:pt x="912618" y="36871"/>
                </a:lnTo>
                <a:lnTo>
                  <a:pt x="912251" y="36597"/>
                </a:lnTo>
                <a:lnTo>
                  <a:pt x="911879" y="36329"/>
                </a:lnTo>
                <a:lnTo>
                  <a:pt x="911502" y="36068"/>
                </a:lnTo>
                <a:lnTo>
                  <a:pt x="911121" y="35812"/>
                </a:lnTo>
                <a:lnTo>
                  <a:pt x="910736" y="35562"/>
                </a:lnTo>
                <a:lnTo>
                  <a:pt x="910346" y="35318"/>
                </a:lnTo>
                <a:lnTo>
                  <a:pt x="909952" y="35080"/>
                </a:lnTo>
                <a:lnTo>
                  <a:pt x="909552" y="34849"/>
                </a:lnTo>
                <a:lnTo>
                  <a:pt x="909149" y="34623"/>
                </a:lnTo>
                <a:lnTo>
                  <a:pt x="908741" y="34403"/>
                </a:lnTo>
                <a:lnTo>
                  <a:pt x="908328" y="34189"/>
                </a:lnTo>
                <a:lnTo>
                  <a:pt x="907911" y="33982"/>
                </a:lnTo>
                <a:lnTo>
                  <a:pt x="907489" y="33780"/>
                </a:lnTo>
                <a:lnTo>
                  <a:pt x="907063" y="33584"/>
                </a:lnTo>
                <a:lnTo>
                  <a:pt x="906632" y="33394"/>
                </a:lnTo>
                <a:lnTo>
                  <a:pt x="906197" y="33210"/>
                </a:lnTo>
                <a:lnTo>
                  <a:pt x="905757" y="33032"/>
                </a:lnTo>
                <a:lnTo>
                  <a:pt x="905313" y="32861"/>
                </a:lnTo>
                <a:lnTo>
                  <a:pt x="904864" y="32695"/>
                </a:lnTo>
                <a:lnTo>
                  <a:pt x="904410" y="32535"/>
                </a:lnTo>
                <a:lnTo>
                  <a:pt x="903953" y="32381"/>
                </a:lnTo>
                <a:lnTo>
                  <a:pt x="903490" y="32233"/>
                </a:lnTo>
                <a:lnTo>
                  <a:pt x="903023" y="32091"/>
                </a:lnTo>
                <a:lnTo>
                  <a:pt x="902551" y="31955"/>
                </a:lnTo>
                <a:lnTo>
                  <a:pt x="902076" y="31825"/>
                </a:lnTo>
                <a:lnTo>
                  <a:pt x="901598" y="31701"/>
                </a:lnTo>
                <a:lnTo>
                  <a:pt x="901117" y="31582"/>
                </a:lnTo>
                <a:lnTo>
                  <a:pt x="900634" y="31468"/>
                </a:lnTo>
                <a:lnTo>
                  <a:pt x="900147" y="31360"/>
                </a:lnTo>
                <a:lnTo>
                  <a:pt x="899658" y="31258"/>
                </a:lnTo>
                <a:lnTo>
                  <a:pt x="899166" y="31161"/>
                </a:lnTo>
                <a:lnTo>
                  <a:pt x="898672" y="31070"/>
                </a:lnTo>
                <a:lnTo>
                  <a:pt x="898174" y="30984"/>
                </a:lnTo>
                <a:lnTo>
                  <a:pt x="897674" y="30904"/>
                </a:lnTo>
                <a:lnTo>
                  <a:pt x="897171" y="30829"/>
                </a:lnTo>
                <a:lnTo>
                  <a:pt x="896665" y="30760"/>
                </a:lnTo>
                <a:lnTo>
                  <a:pt x="896157" y="30696"/>
                </a:lnTo>
                <a:lnTo>
                  <a:pt x="895645" y="30638"/>
                </a:lnTo>
                <a:lnTo>
                  <a:pt x="895131" y="30585"/>
                </a:lnTo>
                <a:lnTo>
                  <a:pt x="894614" y="30538"/>
                </a:lnTo>
                <a:lnTo>
                  <a:pt x="894095" y="30497"/>
                </a:lnTo>
                <a:lnTo>
                  <a:pt x="893572" y="30461"/>
                </a:lnTo>
                <a:lnTo>
                  <a:pt x="893047" y="30430"/>
                </a:lnTo>
                <a:lnTo>
                  <a:pt x="892519" y="30405"/>
                </a:lnTo>
                <a:lnTo>
                  <a:pt x="891988" y="30386"/>
                </a:lnTo>
                <a:lnTo>
                  <a:pt x="891455" y="30372"/>
                </a:lnTo>
                <a:lnTo>
                  <a:pt x="890918" y="30364"/>
                </a:lnTo>
                <a:lnTo>
                  <a:pt x="890379" y="30361"/>
                </a:lnTo>
                <a:lnTo>
                  <a:pt x="889833" y="30364"/>
                </a:lnTo>
                <a:lnTo>
                  <a:pt x="889291" y="30371"/>
                </a:lnTo>
                <a:lnTo>
                  <a:pt x="888752" y="30384"/>
                </a:lnTo>
                <a:lnTo>
                  <a:pt x="888216" y="30402"/>
                </a:lnTo>
                <a:lnTo>
                  <a:pt x="887683" y="30425"/>
                </a:lnTo>
                <a:lnTo>
                  <a:pt x="887154" y="30452"/>
                </a:lnTo>
                <a:lnTo>
                  <a:pt x="886629" y="30485"/>
                </a:lnTo>
                <a:lnTo>
                  <a:pt x="886106" y="30524"/>
                </a:lnTo>
                <a:lnTo>
                  <a:pt x="885587" y="30567"/>
                </a:lnTo>
                <a:lnTo>
                  <a:pt x="885072" y="30615"/>
                </a:lnTo>
                <a:lnTo>
                  <a:pt x="884560" y="30668"/>
                </a:lnTo>
                <a:lnTo>
                  <a:pt x="884051" y="30727"/>
                </a:lnTo>
                <a:lnTo>
                  <a:pt x="883545" y="30790"/>
                </a:lnTo>
                <a:lnTo>
                  <a:pt x="883043" y="30859"/>
                </a:lnTo>
                <a:lnTo>
                  <a:pt x="882544" y="30932"/>
                </a:lnTo>
                <a:lnTo>
                  <a:pt x="882049" y="31011"/>
                </a:lnTo>
                <a:lnTo>
                  <a:pt x="881557" y="31095"/>
                </a:lnTo>
                <a:lnTo>
                  <a:pt x="881068" y="31184"/>
                </a:lnTo>
                <a:lnTo>
                  <a:pt x="880583" y="31278"/>
                </a:lnTo>
                <a:lnTo>
                  <a:pt x="880101" y="31377"/>
                </a:lnTo>
                <a:lnTo>
                  <a:pt x="879622" y="31481"/>
                </a:lnTo>
                <a:lnTo>
                  <a:pt x="879147" y="31590"/>
                </a:lnTo>
                <a:lnTo>
                  <a:pt x="878675" y="31704"/>
                </a:lnTo>
                <a:lnTo>
                  <a:pt x="878207" y="31824"/>
                </a:lnTo>
                <a:lnTo>
                  <a:pt x="877742" y="31948"/>
                </a:lnTo>
                <a:lnTo>
                  <a:pt x="877283" y="32077"/>
                </a:lnTo>
                <a:lnTo>
                  <a:pt x="876829" y="32211"/>
                </a:lnTo>
                <a:lnTo>
                  <a:pt x="876379" y="32350"/>
                </a:lnTo>
                <a:lnTo>
                  <a:pt x="875935" y="32494"/>
                </a:lnTo>
                <a:lnTo>
                  <a:pt x="875495" y="32642"/>
                </a:lnTo>
                <a:lnTo>
                  <a:pt x="875061" y="32796"/>
                </a:lnTo>
                <a:lnTo>
                  <a:pt x="874631" y="32955"/>
                </a:lnTo>
                <a:lnTo>
                  <a:pt x="874207" y="33118"/>
                </a:lnTo>
                <a:lnTo>
                  <a:pt x="873787" y="33287"/>
                </a:lnTo>
                <a:lnTo>
                  <a:pt x="873373" y="33460"/>
                </a:lnTo>
                <a:lnTo>
                  <a:pt x="872963" y="33638"/>
                </a:lnTo>
                <a:lnTo>
                  <a:pt x="872558" y="33821"/>
                </a:lnTo>
                <a:lnTo>
                  <a:pt x="872159" y="34010"/>
                </a:lnTo>
                <a:lnTo>
                  <a:pt x="871764" y="34203"/>
                </a:lnTo>
                <a:lnTo>
                  <a:pt x="871374" y="34401"/>
                </a:lnTo>
                <a:lnTo>
                  <a:pt x="870989" y="34604"/>
                </a:lnTo>
                <a:lnTo>
                  <a:pt x="870610" y="34811"/>
                </a:lnTo>
                <a:lnTo>
                  <a:pt x="870235" y="35024"/>
                </a:lnTo>
                <a:lnTo>
                  <a:pt x="869865" y="35242"/>
                </a:lnTo>
                <a:lnTo>
                  <a:pt x="869500" y="35464"/>
                </a:lnTo>
                <a:lnTo>
                  <a:pt x="869140" y="35692"/>
                </a:lnTo>
                <a:lnTo>
                  <a:pt x="868785" y="35924"/>
                </a:lnTo>
                <a:lnTo>
                  <a:pt x="868435" y="36162"/>
                </a:lnTo>
                <a:lnTo>
                  <a:pt x="868091" y="36404"/>
                </a:lnTo>
                <a:lnTo>
                  <a:pt x="867753" y="36651"/>
                </a:lnTo>
                <a:lnTo>
                  <a:pt x="867422" y="36903"/>
                </a:lnTo>
                <a:lnTo>
                  <a:pt x="867097" y="37160"/>
                </a:lnTo>
                <a:lnTo>
                  <a:pt x="866778" y="37422"/>
                </a:lnTo>
                <a:lnTo>
                  <a:pt x="866466" y="37689"/>
                </a:lnTo>
                <a:lnTo>
                  <a:pt x="866160" y="37961"/>
                </a:lnTo>
                <a:lnTo>
                  <a:pt x="865861" y="38238"/>
                </a:lnTo>
                <a:lnTo>
                  <a:pt x="865568" y="38520"/>
                </a:lnTo>
                <a:lnTo>
                  <a:pt x="865282" y="38806"/>
                </a:lnTo>
                <a:lnTo>
                  <a:pt x="865002" y="39098"/>
                </a:lnTo>
                <a:lnTo>
                  <a:pt x="864729" y="39394"/>
                </a:lnTo>
                <a:lnTo>
                  <a:pt x="864462" y="39696"/>
                </a:lnTo>
                <a:lnTo>
                  <a:pt x="864201" y="40002"/>
                </a:lnTo>
                <a:lnTo>
                  <a:pt x="863947" y="40313"/>
                </a:lnTo>
                <a:lnTo>
                  <a:pt x="863699" y="40629"/>
                </a:lnTo>
                <a:lnTo>
                  <a:pt x="863458" y="40950"/>
                </a:lnTo>
                <a:lnTo>
                  <a:pt x="863223" y="41276"/>
                </a:lnTo>
                <a:lnTo>
                  <a:pt x="862995" y="41607"/>
                </a:lnTo>
                <a:lnTo>
                  <a:pt x="862773" y="41943"/>
                </a:lnTo>
                <a:lnTo>
                  <a:pt x="862557" y="42284"/>
                </a:lnTo>
                <a:lnTo>
                  <a:pt x="862348" y="42629"/>
                </a:lnTo>
                <a:lnTo>
                  <a:pt x="862145" y="42980"/>
                </a:lnTo>
                <a:lnTo>
                  <a:pt x="861949" y="43336"/>
                </a:lnTo>
                <a:lnTo>
                  <a:pt x="861760" y="43696"/>
                </a:lnTo>
                <a:lnTo>
                  <a:pt x="861579" y="44061"/>
                </a:lnTo>
                <a:lnTo>
                  <a:pt x="861406" y="44430"/>
                </a:lnTo>
                <a:lnTo>
                  <a:pt x="861241" y="44805"/>
                </a:lnTo>
                <a:lnTo>
                  <a:pt x="861084" y="45184"/>
                </a:lnTo>
                <a:lnTo>
                  <a:pt x="860935" y="45568"/>
                </a:lnTo>
                <a:lnTo>
                  <a:pt x="860795" y="45957"/>
                </a:lnTo>
                <a:lnTo>
                  <a:pt x="860662" y="46350"/>
                </a:lnTo>
                <a:lnTo>
                  <a:pt x="860537" y="46749"/>
                </a:lnTo>
                <a:lnTo>
                  <a:pt x="860421" y="47152"/>
                </a:lnTo>
                <a:lnTo>
                  <a:pt x="860312" y="47560"/>
                </a:lnTo>
                <a:lnTo>
                  <a:pt x="860211" y="47972"/>
                </a:lnTo>
                <a:lnTo>
                  <a:pt x="860119" y="48389"/>
                </a:lnTo>
                <a:lnTo>
                  <a:pt x="860035" y="48812"/>
                </a:lnTo>
                <a:lnTo>
                  <a:pt x="859958" y="49239"/>
                </a:lnTo>
                <a:lnTo>
                  <a:pt x="859890" y="49670"/>
                </a:lnTo>
                <a:lnTo>
                  <a:pt x="859829" y="50107"/>
                </a:lnTo>
                <a:lnTo>
                  <a:pt x="859777" y="50548"/>
                </a:lnTo>
                <a:lnTo>
                  <a:pt x="859733" y="50994"/>
                </a:lnTo>
                <a:lnTo>
                  <a:pt x="859697" y="51445"/>
                </a:lnTo>
                <a:lnTo>
                  <a:pt x="859669" y="51900"/>
                </a:lnTo>
                <a:lnTo>
                  <a:pt x="859648" y="52360"/>
                </a:lnTo>
                <a:lnTo>
                  <a:pt x="859636" y="52825"/>
                </a:lnTo>
                <a:lnTo>
                  <a:pt x="859632" y="53295"/>
                </a:lnTo>
                <a:lnTo>
                  <a:pt x="859638" y="53903"/>
                </a:lnTo>
                <a:lnTo>
                  <a:pt x="859655" y="54503"/>
                </a:lnTo>
                <a:lnTo>
                  <a:pt x="859684" y="55093"/>
                </a:lnTo>
                <a:lnTo>
                  <a:pt x="859724" y="55675"/>
                </a:lnTo>
                <a:lnTo>
                  <a:pt x="859775" y="56248"/>
                </a:lnTo>
                <a:lnTo>
                  <a:pt x="859838" y="56813"/>
                </a:lnTo>
                <a:lnTo>
                  <a:pt x="859912" y="57368"/>
                </a:lnTo>
                <a:lnTo>
                  <a:pt x="859997" y="57915"/>
                </a:lnTo>
                <a:lnTo>
                  <a:pt x="860094" y="58453"/>
                </a:lnTo>
                <a:lnTo>
                  <a:pt x="860203" y="58982"/>
                </a:lnTo>
                <a:lnTo>
                  <a:pt x="860322" y="59503"/>
                </a:lnTo>
                <a:lnTo>
                  <a:pt x="860454" y="60014"/>
                </a:lnTo>
                <a:lnTo>
                  <a:pt x="860596" y="60517"/>
                </a:lnTo>
                <a:lnTo>
                  <a:pt x="860750" y="61012"/>
                </a:lnTo>
                <a:lnTo>
                  <a:pt x="860916" y="61497"/>
                </a:lnTo>
                <a:lnTo>
                  <a:pt x="861092" y="61974"/>
                </a:lnTo>
                <a:lnTo>
                  <a:pt x="861281" y="62441"/>
                </a:lnTo>
                <a:lnTo>
                  <a:pt x="861480" y="62901"/>
                </a:lnTo>
                <a:lnTo>
                  <a:pt x="861691" y="63351"/>
                </a:lnTo>
                <a:lnTo>
                  <a:pt x="861914" y="63793"/>
                </a:lnTo>
                <a:lnTo>
                  <a:pt x="862148" y="64225"/>
                </a:lnTo>
                <a:lnTo>
                  <a:pt x="862393" y="64649"/>
                </a:lnTo>
                <a:lnTo>
                  <a:pt x="862650" y="65065"/>
                </a:lnTo>
                <a:lnTo>
                  <a:pt x="862918" y="65471"/>
                </a:lnTo>
                <a:lnTo>
                  <a:pt x="863197" y="65870"/>
                </a:lnTo>
                <a:lnTo>
                  <a:pt x="863487" y="66264"/>
                </a:lnTo>
                <a:lnTo>
                  <a:pt x="863789" y="66651"/>
                </a:lnTo>
                <a:lnTo>
                  <a:pt x="864102" y="67033"/>
                </a:lnTo>
                <a:lnTo>
                  <a:pt x="864425" y="67409"/>
                </a:lnTo>
                <a:lnTo>
                  <a:pt x="864760" y="67779"/>
                </a:lnTo>
                <a:lnTo>
                  <a:pt x="865106" y="68143"/>
                </a:lnTo>
                <a:lnTo>
                  <a:pt x="865463" y="68501"/>
                </a:lnTo>
                <a:lnTo>
                  <a:pt x="865832" y="68854"/>
                </a:lnTo>
                <a:lnTo>
                  <a:pt x="866211" y="69201"/>
                </a:lnTo>
                <a:lnTo>
                  <a:pt x="866602" y="69541"/>
                </a:lnTo>
                <a:lnTo>
                  <a:pt x="867003" y="69876"/>
                </a:lnTo>
                <a:lnTo>
                  <a:pt x="867416" y="70206"/>
                </a:lnTo>
                <a:lnTo>
                  <a:pt x="867840" y="70529"/>
                </a:lnTo>
                <a:lnTo>
                  <a:pt x="868275" y="70846"/>
                </a:lnTo>
                <a:lnTo>
                  <a:pt x="868721" y="71158"/>
                </a:lnTo>
                <a:lnTo>
                  <a:pt x="869178" y="71464"/>
                </a:lnTo>
                <a:lnTo>
                  <a:pt x="869646" y="71764"/>
                </a:lnTo>
                <a:lnTo>
                  <a:pt x="870125" y="72058"/>
                </a:lnTo>
                <a:lnTo>
                  <a:pt x="870616" y="72346"/>
                </a:lnTo>
                <a:lnTo>
                  <a:pt x="871118" y="72629"/>
                </a:lnTo>
                <a:lnTo>
                  <a:pt x="871630" y="72905"/>
                </a:lnTo>
                <a:lnTo>
                  <a:pt x="872154" y="73176"/>
                </a:lnTo>
                <a:lnTo>
                  <a:pt x="872689" y="73441"/>
                </a:lnTo>
                <a:lnTo>
                  <a:pt x="873235" y="73702"/>
                </a:lnTo>
                <a:lnTo>
                  <a:pt x="873792" y="73960"/>
                </a:lnTo>
                <a:lnTo>
                  <a:pt x="874359" y="74215"/>
                </a:lnTo>
                <a:lnTo>
                  <a:pt x="874938" y="74468"/>
                </a:lnTo>
                <a:lnTo>
                  <a:pt x="875527" y="74718"/>
                </a:lnTo>
                <a:lnTo>
                  <a:pt x="876127" y="74966"/>
                </a:lnTo>
                <a:lnTo>
                  <a:pt x="876738" y="75211"/>
                </a:lnTo>
                <a:lnTo>
                  <a:pt x="877360" y="75453"/>
                </a:lnTo>
                <a:lnTo>
                  <a:pt x="877992" y="75693"/>
                </a:lnTo>
                <a:lnTo>
                  <a:pt x="878636" y="75930"/>
                </a:lnTo>
                <a:lnTo>
                  <a:pt x="879290" y="76165"/>
                </a:lnTo>
                <a:lnTo>
                  <a:pt x="879955" y="76397"/>
                </a:lnTo>
                <a:lnTo>
                  <a:pt x="880630" y="76626"/>
                </a:lnTo>
                <a:lnTo>
                  <a:pt x="881317" y="76853"/>
                </a:lnTo>
                <a:lnTo>
                  <a:pt x="882015" y="77077"/>
                </a:lnTo>
                <a:lnTo>
                  <a:pt x="882723" y="77298"/>
                </a:lnTo>
                <a:lnTo>
                  <a:pt x="883442" y="77517"/>
                </a:lnTo>
                <a:lnTo>
                  <a:pt x="884172" y="77733"/>
                </a:lnTo>
                <a:lnTo>
                  <a:pt x="884913" y="77947"/>
                </a:lnTo>
                <a:lnTo>
                  <a:pt x="885664" y="78158"/>
                </a:lnTo>
                <a:lnTo>
                  <a:pt x="886426" y="78366"/>
                </a:lnTo>
                <a:lnTo>
                  <a:pt x="887200" y="78572"/>
                </a:lnTo>
                <a:lnTo>
                  <a:pt x="887984" y="78775"/>
                </a:lnTo>
                <a:lnTo>
                  <a:pt x="888779" y="78976"/>
                </a:lnTo>
                <a:lnTo>
                  <a:pt x="889756" y="79234"/>
                </a:lnTo>
                <a:lnTo>
                  <a:pt x="890708" y="79491"/>
                </a:lnTo>
                <a:lnTo>
                  <a:pt x="891635" y="79749"/>
                </a:lnTo>
                <a:lnTo>
                  <a:pt x="892538" y="80006"/>
                </a:lnTo>
                <a:lnTo>
                  <a:pt x="893415" y="80263"/>
                </a:lnTo>
                <a:lnTo>
                  <a:pt x="894267" y="80520"/>
                </a:lnTo>
                <a:lnTo>
                  <a:pt x="895094" y="80776"/>
                </a:lnTo>
                <a:lnTo>
                  <a:pt x="895897" y="81032"/>
                </a:lnTo>
                <a:lnTo>
                  <a:pt x="896674" y="81288"/>
                </a:lnTo>
                <a:lnTo>
                  <a:pt x="897426" y="81543"/>
                </a:lnTo>
                <a:lnTo>
                  <a:pt x="898153" y="81798"/>
                </a:lnTo>
                <a:lnTo>
                  <a:pt x="898855" y="82053"/>
                </a:lnTo>
                <a:lnTo>
                  <a:pt x="899533" y="82308"/>
                </a:lnTo>
                <a:lnTo>
                  <a:pt x="900185" y="82562"/>
                </a:lnTo>
                <a:lnTo>
                  <a:pt x="900812" y="82816"/>
                </a:lnTo>
                <a:lnTo>
                  <a:pt x="901414" y="83069"/>
                </a:lnTo>
                <a:lnTo>
                  <a:pt x="901991" y="83323"/>
                </a:lnTo>
                <a:lnTo>
                  <a:pt x="902544" y="83576"/>
                </a:lnTo>
                <a:lnTo>
                  <a:pt x="903071" y="83828"/>
                </a:lnTo>
                <a:lnTo>
                  <a:pt x="903573" y="84081"/>
                </a:lnTo>
                <a:lnTo>
                  <a:pt x="904050" y="84333"/>
                </a:lnTo>
                <a:lnTo>
                  <a:pt x="904502" y="84585"/>
                </a:lnTo>
                <a:lnTo>
                  <a:pt x="904929" y="84836"/>
                </a:lnTo>
                <a:lnTo>
                  <a:pt x="905331" y="85087"/>
                </a:lnTo>
                <a:lnTo>
                  <a:pt x="905713" y="85344"/>
                </a:lnTo>
                <a:lnTo>
                  <a:pt x="906078" y="85612"/>
                </a:lnTo>
                <a:lnTo>
                  <a:pt x="906427" y="85892"/>
                </a:lnTo>
                <a:lnTo>
                  <a:pt x="906760" y="86184"/>
                </a:lnTo>
                <a:lnTo>
                  <a:pt x="907076" y="86487"/>
                </a:lnTo>
                <a:lnTo>
                  <a:pt x="907377" y="86802"/>
                </a:lnTo>
                <a:lnTo>
                  <a:pt x="907661" y="87129"/>
                </a:lnTo>
                <a:lnTo>
                  <a:pt x="907929" y="87468"/>
                </a:lnTo>
                <a:lnTo>
                  <a:pt x="908180" y="87818"/>
                </a:lnTo>
                <a:lnTo>
                  <a:pt x="908416" y="88180"/>
                </a:lnTo>
                <a:lnTo>
                  <a:pt x="908635" y="88553"/>
                </a:lnTo>
                <a:lnTo>
                  <a:pt x="908838" y="88938"/>
                </a:lnTo>
                <a:lnTo>
                  <a:pt x="909024" y="89335"/>
                </a:lnTo>
                <a:lnTo>
                  <a:pt x="909195" y="89744"/>
                </a:lnTo>
                <a:lnTo>
                  <a:pt x="909349" y="90164"/>
                </a:lnTo>
                <a:lnTo>
                  <a:pt x="909487" y="90596"/>
                </a:lnTo>
                <a:lnTo>
                  <a:pt x="909609" y="91040"/>
                </a:lnTo>
                <a:lnTo>
                  <a:pt x="909714" y="91495"/>
                </a:lnTo>
                <a:lnTo>
                  <a:pt x="909804" y="91962"/>
                </a:lnTo>
                <a:lnTo>
                  <a:pt x="909877" y="92441"/>
                </a:lnTo>
                <a:lnTo>
                  <a:pt x="909933" y="92931"/>
                </a:lnTo>
                <a:lnTo>
                  <a:pt x="909974" y="93433"/>
                </a:lnTo>
                <a:lnTo>
                  <a:pt x="909998" y="93947"/>
                </a:lnTo>
                <a:lnTo>
                  <a:pt x="910006" y="94472"/>
                </a:lnTo>
                <a:lnTo>
                  <a:pt x="909997" y="95086"/>
                </a:lnTo>
                <a:lnTo>
                  <a:pt x="909970" y="95685"/>
                </a:lnTo>
                <a:lnTo>
                  <a:pt x="909925" y="96270"/>
                </a:lnTo>
                <a:lnTo>
                  <a:pt x="909863" y="96840"/>
                </a:lnTo>
                <a:lnTo>
                  <a:pt x="909782" y="97396"/>
                </a:lnTo>
                <a:lnTo>
                  <a:pt x="909683" y="97937"/>
                </a:lnTo>
                <a:lnTo>
                  <a:pt x="909566" y="98464"/>
                </a:lnTo>
                <a:lnTo>
                  <a:pt x="909431" y="98976"/>
                </a:lnTo>
                <a:lnTo>
                  <a:pt x="909278" y="99473"/>
                </a:lnTo>
                <a:lnTo>
                  <a:pt x="909107" y="99956"/>
                </a:lnTo>
                <a:lnTo>
                  <a:pt x="908918" y="100425"/>
                </a:lnTo>
                <a:lnTo>
                  <a:pt x="908711" y="100879"/>
                </a:lnTo>
                <a:lnTo>
                  <a:pt x="908486" y="101318"/>
                </a:lnTo>
                <a:lnTo>
                  <a:pt x="908244" y="101743"/>
                </a:lnTo>
                <a:lnTo>
                  <a:pt x="907983" y="102153"/>
                </a:lnTo>
                <a:lnTo>
                  <a:pt x="907704" y="102549"/>
                </a:lnTo>
                <a:lnTo>
                  <a:pt x="907407" y="102930"/>
                </a:lnTo>
                <a:lnTo>
                  <a:pt x="907092" y="103296"/>
                </a:lnTo>
                <a:lnTo>
                  <a:pt x="906760" y="103649"/>
                </a:lnTo>
                <a:lnTo>
                  <a:pt x="906409" y="103986"/>
                </a:lnTo>
                <a:lnTo>
                  <a:pt x="906040" y="104309"/>
                </a:lnTo>
                <a:lnTo>
                  <a:pt x="905653" y="104618"/>
                </a:lnTo>
                <a:lnTo>
                  <a:pt x="905249" y="104912"/>
                </a:lnTo>
                <a:lnTo>
                  <a:pt x="904826" y="105191"/>
                </a:lnTo>
                <a:lnTo>
                  <a:pt x="904389" y="105457"/>
                </a:lnTo>
                <a:lnTo>
                  <a:pt x="903943" y="105712"/>
                </a:lnTo>
                <a:lnTo>
                  <a:pt x="903487" y="105956"/>
                </a:lnTo>
                <a:lnTo>
                  <a:pt x="903021" y="106189"/>
                </a:lnTo>
                <a:lnTo>
                  <a:pt x="902545" y="106410"/>
                </a:lnTo>
                <a:lnTo>
                  <a:pt x="902059" y="106620"/>
                </a:lnTo>
                <a:lnTo>
                  <a:pt x="901564" y="106818"/>
                </a:lnTo>
                <a:lnTo>
                  <a:pt x="901059" y="107005"/>
                </a:lnTo>
                <a:lnTo>
                  <a:pt x="900544" y="107181"/>
                </a:lnTo>
                <a:lnTo>
                  <a:pt x="900019" y="107345"/>
                </a:lnTo>
                <a:lnTo>
                  <a:pt x="899484" y="107498"/>
                </a:lnTo>
                <a:lnTo>
                  <a:pt x="898940" y="107640"/>
                </a:lnTo>
                <a:lnTo>
                  <a:pt x="898386" y="107770"/>
                </a:lnTo>
                <a:lnTo>
                  <a:pt x="897822" y="107889"/>
                </a:lnTo>
                <a:lnTo>
                  <a:pt x="897248" y="107997"/>
                </a:lnTo>
                <a:lnTo>
                  <a:pt x="896664" y="108093"/>
                </a:lnTo>
                <a:lnTo>
                  <a:pt x="896071" y="108179"/>
                </a:lnTo>
                <a:lnTo>
                  <a:pt x="895468" y="108252"/>
                </a:lnTo>
                <a:lnTo>
                  <a:pt x="894855" y="108315"/>
                </a:lnTo>
                <a:lnTo>
                  <a:pt x="894232" y="108366"/>
                </a:lnTo>
                <a:lnTo>
                  <a:pt x="893599" y="108405"/>
                </a:lnTo>
                <a:lnTo>
                  <a:pt x="892957" y="108434"/>
                </a:lnTo>
                <a:lnTo>
                  <a:pt x="892305" y="108451"/>
                </a:lnTo>
                <a:lnTo>
                  <a:pt x="891643" y="108456"/>
                </a:lnTo>
                <a:lnTo>
                  <a:pt x="890904" y="108449"/>
                </a:lnTo>
                <a:lnTo>
                  <a:pt x="890175" y="108428"/>
                </a:lnTo>
                <a:lnTo>
                  <a:pt x="889456" y="108392"/>
                </a:lnTo>
                <a:lnTo>
                  <a:pt x="888748" y="108342"/>
                </a:lnTo>
                <a:lnTo>
                  <a:pt x="888050" y="108278"/>
                </a:lnTo>
                <a:lnTo>
                  <a:pt x="887362" y="108200"/>
                </a:lnTo>
                <a:lnTo>
                  <a:pt x="886685" y="108107"/>
                </a:lnTo>
                <a:lnTo>
                  <a:pt x="886017" y="108001"/>
                </a:lnTo>
                <a:lnTo>
                  <a:pt x="885360" y="107880"/>
                </a:lnTo>
                <a:lnTo>
                  <a:pt x="884714" y="107744"/>
                </a:lnTo>
                <a:lnTo>
                  <a:pt x="884077" y="107595"/>
                </a:lnTo>
                <a:lnTo>
                  <a:pt x="883451" y="107431"/>
                </a:lnTo>
                <a:lnTo>
                  <a:pt x="882834" y="107253"/>
                </a:lnTo>
                <a:lnTo>
                  <a:pt x="882228" y="107061"/>
                </a:lnTo>
                <a:lnTo>
                  <a:pt x="881633" y="106854"/>
                </a:lnTo>
                <a:lnTo>
                  <a:pt x="881047" y="106634"/>
                </a:lnTo>
                <a:lnTo>
                  <a:pt x="880472" y="106399"/>
                </a:lnTo>
                <a:lnTo>
                  <a:pt x="879907" y="106150"/>
                </a:lnTo>
                <a:lnTo>
                  <a:pt x="879353" y="105886"/>
                </a:lnTo>
                <a:lnTo>
                  <a:pt x="878808" y="105608"/>
                </a:lnTo>
                <a:lnTo>
                  <a:pt x="878274" y="105317"/>
                </a:lnTo>
                <a:lnTo>
                  <a:pt x="877750" y="105010"/>
                </a:lnTo>
                <a:lnTo>
                  <a:pt x="877236" y="104690"/>
                </a:lnTo>
                <a:lnTo>
                  <a:pt x="876733" y="104355"/>
                </a:lnTo>
                <a:lnTo>
                  <a:pt x="876245" y="104003"/>
                </a:lnTo>
                <a:lnTo>
                  <a:pt x="875777" y="103629"/>
                </a:lnTo>
                <a:lnTo>
                  <a:pt x="875331" y="103234"/>
                </a:lnTo>
                <a:lnTo>
                  <a:pt x="874905" y="102818"/>
                </a:lnTo>
                <a:lnTo>
                  <a:pt x="874500" y="102381"/>
                </a:lnTo>
                <a:lnTo>
                  <a:pt x="874116" y="101922"/>
                </a:lnTo>
                <a:lnTo>
                  <a:pt x="873753" y="101443"/>
                </a:lnTo>
                <a:lnTo>
                  <a:pt x="873410" y="100942"/>
                </a:lnTo>
                <a:lnTo>
                  <a:pt x="873088" y="100419"/>
                </a:lnTo>
                <a:lnTo>
                  <a:pt x="872787" y="99876"/>
                </a:lnTo>
                <a:lnTo>
                  <a:pt x="872507" y="99312"/>
                </a:lnTo>
                <a:lnTo>
                  <a:pt x="872247" y="98726"/>
                </a:lnTo>
                <a:lnTo>
                  <a:pt x="872008" y="98119"/>
                </a:lnTo>
                <a:lnTo>
                  <a:pt x="871790" y="97491"/>
                </a:lnTo>
                <a:lnTo>
                  <a:pt x="871593" y="96842"/>
                </a:lnTo>
                <a:lnTo>
                  <a:pt x="871416" y="96171"/>
                </a:lnTo>
                <a:lnTo>
                  <a:pt x="871260" y="95480"/>
                </a:lnTo>
                <a:lnTo>
                  <a:pt x="871126" y="94767"/>
                </a:lnTo>
                <a:lnTo>
                  <a:pt x="871011" y="94033"/>
                </a:lnTo>
                <a:lnTo>
                  <a:pt x="870918" y="93278"/>
                </a:lnTo>
                <a:lnTo>
                  <a:pt x="870845" y="92501"/>
                </a:lnTo>
                <a:lnTo>
                  <a:pt x="870793" y="91703"/>
                </a:lnTo>
                <a:lnTo>
                  <a:pt x="870762" y="90885"/>
                </a:lnTo>
                <a:lnTo>
                  <a:pt x="870752" y="90045"/>
                </a:lnTo>
                <a:lnTo>
                  <a:pt x="857189" y="90045"/>
                </a:lnTo>
                <a:lnTo>
                  <a:pt x="857194" y="90697"/>
                </a:lnTo>
                <a:lnTo>
                  <a:pt x="857208" y="91342"/>
                </a:lnTo>
                <a:lnTo>
                  <a:pt x="857231" y="91978"/>
                </a:lnTo>
                <a:lnTo>
                  <a:pt x="857263" y="92606"/>
                </a:lnTo>
                <a:lnTo>
                  <a:pt x="857305" y="93225"/>
                </a:lnTo>
                <a:lnTo>
                  <a:pt x="857355" y="93836"/>
                </a:lnTo>
                <a:lnTo>
                  <a:pt x="857415" y="94439"/>
                </a:lnTo>
                <a:lnTo>
                  <a:pt x="857484" y="95034"/>
                </a:lnTo>
                <a:lnTo>
                  <a:pt x="857563" y="95620"/>
                </a:lnTo>
                <a:lnTo>
                  <a:pt x="857650" y="96198"/>
                </a:lnTo>
                <a:lnTo>
                  <a:pt x="857747" y="96768"/>
                </a:lnTo>
                <a:lnTo>
                  <a:pt x="857853" y="97329"/>
                </a:lnTo>
                <a:lnTo>
                  <a:pt x="857968" y="97882"/>
                </a:lnTo>
                <a:lnTo>
                  <a:pt x="858092" y="98427"/>
                </a:lnTo>
                <a:lnTo>
                  <a:pt x="858226" y="98963"/>
                </a:lnTo>
                <a:lnTo>
                  <a:pt x="858369" y="99491"/>
                </a:lnTo>
                <a:lnTo>
                  <a:pt x="858521" y="100011"/>
                </a:lnTo>
                <a:lnTo>
                  <a:pt x="858682" y="100523"/>
                </a:lnTo>
                <a:lnTo>
                  <a:pt x="858852" y="101026"/>
                </a:lnTo>
                <a:lnTo>
                  <a:pt x="859032" y="101521"/>
                </a:lnTo>
                <a:lnTo>
                  <a:pt x="859221" y="102007"/>
                </a:lnTo>
                <a:lnTo>
                  <a:pt x="859419" y="102486"/>
                </a:lnTo>
                <a:lnTo>
                  <a:pt x="859626" y="102956"/>
                </a:lnTo>
                <a:lnTo>
                  <a:pt x="859843" y="103417"/>
                </a:lnTo>
                <a:lnTo>
                  <a:pt x="860068" y="103871"/>
                </a:lnTo>
                <a:lnTo>
                  <a:pt x="860300" y="104318"/>
                </a:lnTo>
                <a:lnTo>
                  <a:pt x="860539" y="104758"/>
                </a:lnTo>
                <a:lnTo>
                  <a:pt x="860785" y="105191"/>
                </a:lnTo>
                <a:lnTo>
                  <a:pt x="861038" y="105616"/>
                </a:lnTo>
                <a:lnTo>
                  <a:pt x="861299" y="106035"/>
                </a:lnTo>
                <a:lnTo>
                  <a:pt x="861566" y="106446"/>
                </a:lnTo>
                <a:lnTo>
                  <a:pt x="861841" y="106851"/>
                </a:lnTo>
                <a:lnTo>
                  <a:pt x="862123" y="107248"/>
                </a:lnTo>
                <a:lnTo>
                  <a:pt x="862412" y="107639"/>
                </a:lnTo>
                <a:lnTo>
                  <a:pt x="862709" y="108022"/>
                </a:lnTo>
                <a:lnTo>
                  <a:pt x="863012" y="108398"/>
                </a:lnTo>
                <a:lnTo>
                  <a:pt x="863323" y="108767"/>
                </a:lnTo>
                <a:lnTo>
                  <a:pt x="863641" y="109130"/>
                </a:lnTo>
                <a:lnTo>
                  <a:pt x="863966" y="109485"/>
                </a:lnTo>
                <a:lnTo>
                  <a:pt x="864298" y="109833"/>
                </a:lnTo>
                <a:lnTo>
                  <a:pt x="864638" y="110174"/>
                </a:lnTo>
                <a:lnTo>
                  <a:pt x="864984" y="110507"/>
                </a:lnTo>
                <a:lnTo>
                  <a:pt x="865338" y="110834"/>
                </a:lnTo>
                <a:lnTo>
                  <a:pt x="865699" y="111154"/>
                </a:lnTo>
                <a:lnTo>
                  <a:pt x="866067" y="111467"/>
                </a:lnTo>
                <a:lnTo>
                  <a:pt x="866442" y="111772"/>
                </a:lnTo>
                <a:lnTo>
                  <a:pt x="866824" y="112071"/>
                </a:lnTo>
                <a:lnTo>
                  <a:pt x="867214" y="112362"/>
                </a:lnTo>
                <a:lnTo>
                  <a:pt x="867609" y="112647"/>
                </a:lnTo>
                <a:lnTo>
                  <a:pt x="868010" y="112924"/>
                </a:lnTo>
                <a:lnTo>
                  <a:pt x="868416" y="113196"/>
                </a:lnTo>
                <a:lnTo>
                  <a:pt x="868827" y="113460"/>
                </a:lnTo>
                <a:lnTo>
                  <a:pt x="869243" y="113718"/>
                </a:lnTo>
                <a:lnTo>
                  <a:pt x="869665" y="113969"/>
                </a:lnTo>
                <a:lnTo>
                  <a:pt x="870091" y="114214"/>
                </a:lnTo>
                <a:lnTo>
                  <a:pt x="870522" y="114452"/>
                </a:lnTo>
                <a:lnTo>
                  <a:pt x="870959" y="114684"/>
                </a:lnTo>
                <a:lnTo>
                  <a:pt x="871401" y="114909"/>
                </a:lnTo>
                <a:lnTo>
                  <a:pt x="871848" y="115127"/>
                </a:lnTo>
                <a:lnTo>
                  <a:pt x="872300" y="115339"/>
                </a:lnTo>
                <a:lnTo>
                  <a:pt x="872757" y="115544"/>
                </a:lnTo>
                <a:lnTo>
                  <a:pt x="873219" y="115743"/>
                </a:lnTo>
                <a:lnTo>
                  <a:pt x="873686" y="115934"/>
                </a:lnTo>
                <a:lnTo>
                  <a:pt x="874159" y="116120"/>
                </a:lnTo>
                <a:lnTo>
                  <a:pt x="874636" y="116298"/>
                </a:lnTo>
                <a:lnTo>
                  <a:pt x="875119" y="116471"/>
                </a:lnTo>
                <a:lnTo>
                  <a:pt x="875607" y="116636"/>
                </a:lnTo>
                <a:lnTo>
                  <a:pt x="876100" y="116795"/>
                </a:lnTo>
                <a:lnTo>
                  <a:pt x="876598" y="116947"/>
                </a:lnTo>
                <a:lnTo>
                  <a:pt x="877101" y="117093"/>
                </a:lnTo>
                <a:lnTo>
                  <a:pt x="877609" y="117232"/>
                </a:lnTo>
                <a:lnTo>
                  <a:pt x="878122" y="117364"/>
                </a:lnTo>
                <a:lnTo>
                  <a:pt x="878640" y="117491"/>
                </a:lnTo>
                <a:lnTo>
                  <a:pt x="879160" y="117612"/>
                </a:lnTo>
                <a:lnTo>
                  <a:pt x="879683" y="117728"/>
                </a:lnTo>
                <a:lnTo>
                  <a:pt x="880209" y="117838"/>
                </a:lnTo>
                <a:lnTo>
                  <a:pt x="880737" y="117943"/>
                </a:lnTo>
                <a:lnTo>
                  <a:pt x="881268" y="118042"/>
                </a:lnTo>
                <a:lnTo>
                  <a:pt x="881802" y="118136"/>
                </a:lnTo>
                <a:lnTo>
                  <a:pt x="882339" y="118225"/>
                </a:lnTo>
                <a:lnTo>
                  <a:pt x="882879" y="118309"/>
                </a:lnTo>
                <a:lnTo>
                  <a:pt x="883421" y="118387"/>
                </a:lnTo>
                <a:lnTo>
                  <a:pt x="883966" y="118459"/>
                </a:lnTo>
                <a:lnTo>
                  <a:pt x="884514" y="118527"/>
                </a:lnTo>
                <a:lnTo>
                  <a:pt x="885065" y="118588"/>
                </a:lnTo>
                <a:lnTo>
                  <a:pt x="885618" y="118645"/>
                </a:lnTo>
                <a:lnTo>
                  <a:pt x="886174" y="118696"/>
                </a:lnTo>
                <a:lnTo>
                  <a:pt x="886733" y="118742"/>
                </a:lnTo>
                <a:lnTo>
                  <a:pt x="887295" y="118782"/>
                </a:lnTo>
                <a:lnTo>
                  <a:pt x="887860" y="118817"/>
                </a:lnTo>
                <a:lnTo>
                  <a:pt x="888427" y="118847"/>
                </a:lnTo>
                <a:lnTo>
                  <a:pt x="888997" y="118871"/>
                </a:lnTo>
                <a:lnTo>
                  <a:pt x="889570" y="118890"/>
                </a:lnTo>
                <a:lnTo>
                  <a:pt x="890146" y="118903"/>
                </a:lnTo>
                <a:lnTo>
                  <a:pt x="890724" y="118911"/>
                </a:lnTo>
                <a:lnTo>
                  <a:pt x="891306" y="118914"/>
                </a:lnTo>
                <a:lnTo>
                  <a:pt x="891880" y="118911"/>
                </a:lnTo>
                <a:lnTo>
                  <a:pt x="892450" y="118904"/>
                </a:lnTo>
                <a:lnTo>
                  <a:pt x="893017" y="118891"/>
                </a:lnTo>
                <a:lnTo>
                  <a:pt x="893581" y="118873"/>
                </a:lnTo>
                <a:close/>
                <a:moveTo>
                  <a:pt x="969187" y="118851"/>
                </a:moveTo>
                <a:lnTo>
                  <a:pt x="969745" y="118823"/>
                </a:lnTo>
                <a:lnTo>
                  <a:pt x="970298" y="118790"/>
                </a:lnTo>
                <a:lnTo>
                  <a:pt x="970849" y="118751"/>
                </a:lnTo>
                <a:lnTo>
                  <a:pt x="971396" y="118708"/>
                </a:lnTo>
                <a:lnTo>
                  <a:pt x="971939" y="118660"/>
                </a:lnTo>
                <a:lnTo>
                  <a:pt x="972480" y="118607"/>
                </a:lnTo>
                <a:lnTo>
                  <a:pt x="973017" y="118548"/>
                </a:lnTo>
                <a:lnTo>
                  <a:pt x="973550" y="118485"/>
                </a:lnTo>
                <a:lnTo>
                  <a:pt x="974080" y="118416"/>
                </a:lnTo>
                <a:lnTo>
                  <a:pt x="974607" y="118343"/>
                </a:lnTo>
                <a:lnTo>
                  <a:pt x="975131" y="118264"/>
                </a:lnTo>
                <a:lnTo>
                  <a:pt x="975651" y="118180"/>
                </a:lnTo>
                <a:lnTo>
                  <a:pt x="976168" y="118091"/>
                </a:lnTo>
                <a:lnTo>
                  <a:pt x="976681" y="117997"/>
                </a:lnTo>
                <a:lnTo>
                  <a:pt x="977191" y="117898"/>
                </a:lnTo>
                <a:lnTo>
                  <a:pt x="977698" y="117794"/>
                </a:lnTo>
                <a:lnTo>
                  <a:pt x="978201" y="117685"/>
                </a:lnTo>
                <a:lnTo>
                  <a:pt x="978701" y="117571"/>
                </a:lnTo>
                <a:lnTo>
                  <a:pt x="979198" y="117451"/>
                </a:lnTo>
                <a:lnTo>
                  <a:pt x="979690" y="117327"/>
                </a:lnTo>
                <a:lnTo>
                  <a:pt x="980177" y="117197"/>
                </a:lnTo>
                <a:lnTo>
                  <a:pt x="980659" y="117061"/>
                </a:lnTo>
                <a:lnTo>
                  <a:pt x="981135" y="116920"/>
                </a:lnTo>
                <a:lnTo>
                  <a:pt x="981606" y="116774"/>
                </a:lnTo>
                <a:lnTo>
                  <a:pt x="982072" y="116622"/>
                </a:lnTo>
                <a:lnTo>
                  <a:pt x="982533" y="116464"/>
                </a:lnTo>
                <a:lnTo>
                  <a:pt x="982988" y="116301"/>
                </a:lnTo>
                <a:lnTo>
                  <a:pt x="983438" y="116132"/>
                </a:lnTo>
                <a:lnTo>
                  <a:pt x="983883" y="115958"/>
                </a:lnTo>
                <a:lnTo>
                  <a:pt x="984323" y="115778"/>
                </a:lnTo>
                <a:lnTo>
                  <a:pt x="984757" y="115593"/>
                </a:lnTo>
                <a:lnTo>
                  <a:pt x="985186" y="115402"/>
                </a:lnTo>
                <a:lnTo>
                  <a:pt x="985610" y="115205"/>
                </a:lnTo>
                <a:lnTo>
                  <a:pt x="986029" y="115003"/>
                </a:lnTo>
                <a:lnTo>
                  <a:pt x="986442" y="114796"/>
                </a:lnTo>
                <a:lnTo>
                  <a:pt x="986850" y="114583"/>
                </a:lnTo>
                <a:lnTo>
                  <a:pt x="987253" y="114364"/>
                </a:lnTo>
                <a:lnTo>
                  <a:pt x="987650" y="114140"/>
                </a:lnTo>
                <a:lnTo>
                  <a:pt x="988043" y="113911"/>
                </a:lnTo>
                <a:lnTo>
                  <a:pt x="988430" y="113675"/>
                </a:lnTo>
                <a:lnTo>
                  <a:pt x="988811" y="113435"/>
                </a:lnTo>
                <a:lnTo>
                  <a:pt x="989188" y="113188"/>
                </a:lnTo>
                <a:lnTo>
                  <a:pt x="989559" y="112937"/>
                </a:lnTo>
                <a:lnTo>
                  <a:pt x="989924" y="112679"/>
                </a:lnTo>
                <a:lnTo>
                  <a:pt x="990282" y="112416"/>
                </a:lnTo>
                <a:lnTo>
                  <a:pt x="990634" y="112146"/>
                </a:lnTo>
                <a:lnTo>
                  <a:pt x="990978" y="111871"/>
                </a:lnTo>
                <a:lnTo>
                  <a:pt x="991316" y="111589"/>
                </a:lnTo>
                <a:lnTo>
                  <a:pt x="991646" y="111301"/>
                </a:lnTo>
                <a:lnTo>
                  <a:pt x="991970" y="111008"/>
                </a:lnTo>
                <a:lnTo>
                  <a:pt x="992287" y="110708"/>
                </a:lnTo>
                <a:lnTo>
                  <a:pt x="992597" y="110403"/>
                </a:lnTo>
                <a:lnTo>
                  <a:pt x="992901" y="110092"/>
                </a:lnTo>
                <a:lnTo>
                  <a:pt x="993197" y="109774"/>
                </a:lnTo>
                <a:lnTo>
                  <a:pt x="993486" y="109451"/>
                </a:lnTo>
                <a:lnTo>
                  <a:pt x="993769" y="109121"/>
                </a:lnTo>
                <a:lnTo>
                  <a:pt x="994045" y="108786"/>
                </a:lnTo>
                <a:lnTo>
                  <a:pt x="994314" y="108444"/>
                </a:lnTo>
                <a:lnTo>
                  <a:pt x="994576" y="108097"/>
                </a:lnTo>
                <a:lnTo>
                  <a:pt x="994831" y="107743"/>
                </a:lnTo>
                <a:lnTo>
                  <a:pt x="995079" y="107384"/>
                </a:lnTo>
                <a:lnTo>
                  <a:pt x="995320" y="107018"/>
                </a:lnTo>
                <a:lnTo>
                  <a:pt x="995555" y="106647"/>
                </a:lnTo>
                <a:lnTo>
                  <a:pt x="995783" y="106270"/>
                </a:lnTo>
                <a:lnTo>
                  <a:pt x="996003" y="105886"/>
                </a:lnTo>
                <a:lnTo>
                  <a:pt x="996217" y="105497"/>
                </a:lnTo>
                <a:lnTo>
                  <a:pt x="996424" y="105101"/>
                </a:lnTo>
                <a:lnTo>
                  <a:pt x="996624" y="104700"/>
                </a:lnTo>
                <a:lnTo>
                  <a:pt x="996814" y="104292"/>
                </a:lnTo>
                <a:lnTo>
                  <a:pt x="996997" y="103878"/>
                </a:lnTo>
                <a:lnTo>
                  <a:pt x="997171" y="103458"/>
                </a:lnTo>
                <a:lnTo>
                  <a:pt x="997336" y="103031"/>
                </a:lnTo>
                <a:lnTo>
                  <a:pt x="997493" y="102599"/>
                </a:lnTo>
                <a:lnTo>
                  <a:pt x="997641" y="102161"/>
                </a:lnTo>
                <a:lnTo>
                  <a:pt x="997781" y="101716"/>
                </a:lnTo>
                <a:lnTo>
                  <a:pt x="997913" y="101265"/>
                </a:lnTo>
                <a:lnTo>
                  <a:pt x="998036" y="100808"/>
                </a:lnTo>
                <a:lnTo>
                  <a:pt x="998150" y="100345"/>
                </a:lnTo>
                <a:lnTo>
                  <a:pt x="998256" y="99876"/>
                </a:lnTo>
                <a:lnTo>
                  <a:pt x="998354" y="99400"/>
                </a:lnTo>
                <a:lnTo>
                  <a:pt x="998443" y="98919"/>
                </a:lnTo>
                <a:lnTo>
                  <a:pt x="998524" y="98431"/>
                </a:lnTo>
                <a:lnTo>
                  <a:pt x="998596" y="97937"/>
                </a:lnTo>
                <a:lnTo>
                  <a:pt x="998659" y="97437"/>
                </a:lnTo>
                <a:lnTo>
                  <a:pt x="998714" y="96931"/>
                </a:lnTo>
                <a:lnTo>
                  <a:pt x="998761" y="96419"/>
                </a:lnTo>
                <a:lnTo>
                  <a:pt x="998799" y="95901"/>
                </a:lnTo>
                <a:lnTo>
                  <a:pt x="998829" y="95376"/>
                </a:lnTo>
                <a:lnTo>
                  <a:pt x="998850" y="94846"/>
                </a:lnTo>
                <a:lnTo>
                  <a:pt x="998863" y="94309"/>
                </a:lnTo>
                <a:lnTo>
                  <a:pt x="998867" y="93766"/>
                </a:lnTo>
                <a:lnTo>
                  <a:pt x="998862" y="93107"/>
                </a:lnTo>
                <a:lnTo>
                  <a:pt x="998845" y="92458"/>
                </a:lnTo>
                <a:lnTo>
                  <a:pt x="998818" y="91819"/>
                </a:lnTo>
                <a:lnTo>
                  <a:pt x="998779" y="91191"/>
                </a:lnTo>
                <a:lnTo>
                  <a:pt x="998730" y="90572"/>
                </a:lnTo>
                <a:lnTo>
                  <a:pt x="998670" y="89964"/>
                </a:lnTo>
                <a:lnTo>
                  <a:pt x="998598" y="89366"/>
                </a:lnTo>
                <a:lnTo>
                  <a:pt x="998516" y="88778"/>
                </a:lnTo>
                <a:lnTo>
                  <a:pt x="998423" y="88200"/>
                </a:lnTo>
                <a:lnTo>
                  <a:pt x="998319" y="87632"/>
                </a:lnTo>
                <a:lnTo>
                  <a:pt x="998203" y="87074"/>
                </a:lnTo>
                <a:lnTo>
                  <a:pt x="998077" y="86527"/>
                </a:lnTo>
                <a:lnTo>
                  <a:pt x="997940" y="85990"/>
                </a:lnTo>
                <a:lnTo>
                  <a:pt x="997792" y="85462"/>
                </a:lnTo>
                <a:lnTo>
                  <a:pt x="997633" y="84945"/>
                </a:lnTo>
                <a:lnTo>
                  <a:pt x="997463" y="84439"/>
                </a:lnTo>
                <a:lnTo>
                  <a:pt x="997282" y="83942"/>
                </a:lnTo>
                <a:lnTo>
                  <a:pt x="997090" y="83455"/>
                </a:lnTo>
                <a:lnTo>
                  <a:pt x="996887" y="82979"/>
                </a:lnTo>
                <a:lnTo>
                  <a:pt x="996673" y="82513"/>
                </a:lnTo>
                <a:lnTo>
                  <a:pt x="996449" y="82057"/>
                </a:lnTo>
                <a:lnTo>
                  <a:pt x="996213" y="81611"/>
                </a:lnTo>
                <a:lnTo>
                  <a:pt x="995966" y="81175"/>
                </a:lnTo>
                <a:lnTo>
                  <a:pt x="995708" y="80749"/>
                </a:lnTo>
                <a:lnTo>
                  <a:pt x="995440" y="80332"/>
                </a:lnTo>
                <a:lnTo>
                  <a:pt x="995161" y="79921"/>
                </a:lnTo>
                <a:lnTo>
                  <a:pt x="994871" y="79516"/>
                </a:lnTo>
                <a:lnTo>
                  <a:pt x="994571" y="79118"/>
                </a:lnTo>
                <a:lnTo>
                  <a:pt x="994260" y="78726"/>
                </a:lnTo>
                <a:lnTo>
                  <a:pt x="993939" y="78341"/>
                </a:lnTo>
                <a:lnTo>
                  <a:pt x="993607" y="77962"/>
                </a:lnTo>
                <a:lnTo>
                  <a:pt x="993265" y="77590"/>
                </a:lnTo>
                <a:lnTo>
                  <a:pt x="992913" y="77224"/>
                </a:lnTo>
                <a:lnTo>
                  <a:pt x="992549" y="76865"/>
                </a:lnTo>
                <a:lnTo>
                  <a:pt x="992175" y="76512"/>
                </a:lnTo>
                <a:lnTo>
                  <a:pt x="991791" y="76165"/>
                </a:lnTo>
                <a:lnTo>
                  <a:pt x="991396" y="75826"/>
                </a:lnTo>
                <a:lnTo>
                  <a:pt x="990991" y="75492"/>
                </a:lnTo>
                <a:lnTo>
                  <a:pt x="990575" y="75165"/>
                </a:lnTo>
                <a:lnTo>
                  <a:pt x="990148" y="74845"/>
                </a:lnTo>
                <a:lnTo>
                  <a:pt x="989712" y="74530"/>
                </a:lnTo>
                <a:lnTo>
                  <a:pt x="989264" y="74223"/>
                </a:lnTo>
                <a:lnTo>
                  <a:pt x="988806" y="73922"/>
                </a:lnTo>
                <a:lnTo>
                  <a:pt x="988337" y="73627"/>
                </a:lnTo>
                <a:lnTo>
                  <a:pt x="987858" y="73339"/>
                </a:lnTo>
                <a:lnTo>
                  <a:pt x="987369" y="73057"/>
                </a:lnTo>
                <a:lnTo>
                  <a:pt x="986868" y="72782"/>
                </a:lnTo>
                <a:lnTo>
                  <a:pt x="986358" y="72513"/>
                </a:lnTo>
                <a:lnTo>
                  <a:pt x="985836" y="72249"/>
                </a:lnTo>
                <a:lnTo>
                  <a:pt x="985305" y="71988"/>
                </a:lnTo>
                <a:lnTo>
                  <a:pt x="984762" y="71730"/>
                </a:lnTo>
                <a:lnTo>
                  <a:pt x="984209" y="71475"/>
                </a:lnTo>
                <a:lnTo>
                  <a:pt x="983645" y="71223"/>
                </a:lnTo>
                <a:lnTo>
                  <a:pt x="983070" y="70974"/>
                </a:lnTo>
                <a:lnTo>
                  <a:pt x="982485" y="70728"/>
                </a:lnTo>
                <a:lnTo>
                  <a:pt x="981889" y="70486"/>
                </a:lnTo>
                <a:lnTo>
                  <a:pt x="981282" y="70246"/>
                </a:lnTo>
                <a:lnTo>
                  <a:pt x="980664" y="70010"/>
                </a:lnTo>
                <a:lnTo>
                  <a:pt x="980036" y="69776"/>
                </a:lnTo>
                <a:lnTo>
                  <a:pt x="979398" y="69546"/>
                </a:lnTo>
                <a:lnTo>
                  <a:pt x="978748" y="69318"/>
                </a:lnTo>
                <a:lnTo>
                  <a:pt x="978088" y="69094"/>
                </a:lnTo>
                <a:lnTo>
                  <a:pt x="977417" y="68873"/>
                </a:lnTo>
                <a:lnTo>
                  <a:pt x="976736" y="68655"/>
                </a:lnTo>
                <a:lnTo>
                  <a:pt x="976044" y="68440"/>
                </a:lnTo>
                <a:lnTo>
                  <a:pt x="975341" y="68228"/>
                </a:lnTo>
                <a:lnTo>
                  <a:pt x="974628" y="68019"/>
                </a:lnTo>
                <a:lnTo>
                  <a:pt x="973903" y="67813"/>
                </a:lnTo>
                <a:lnTo>
                  <a:pt x="973169" y="67611"/>
                </a:lnTo>
                <a:lnTo>
                  <a:pt x="972423" y="67411"/>
                </a:lnTo>
                <a:lnTo>
                  <a:pt x="971667" y="67214"/>
                </a:lnTo>
                <a:lnTo>
                  <a:pt x="970900" y="67021"/>
                </a:lnTo>
                <a:lnTo>
                  <a:pt x="970211" y="66844"/>
                </a:lnTo>
                <a:lnTo>
                  <a:pt x="969534" y="66668"/>
                </a:lnTo>
                <a:lnTo>
                  <a:pt x="968868" y="66493"/>
                </a:lnTo>
                <a:lnTo>
                  <a:pt x="968214" y="66319"/>
                </a:lnTo>
                <a:lnTo>
                  <a:pt x="967572" y="66145"/>
                </a:lnTo>
                <a:lnTo>
                  <a:pt x="966941" y="65973"/>
                </a:lnTo>
                <a:lnTo>
                  <a:pt x="966322" y="65801"/>
                </a:lnTo>
                <a:lnTo>
                  <a:pt x="965715" y="65629"/>
                </a:lnTo>
                <a:lnTo>
                  <a:pt x="965119" y="65459"/>
                </a:lnTo>
                <a:lnTo>
                  <a:pt x="964536" y="65289"/>
                </a:lnTo>
                <a:lnTo>
                  <a:pt x="963963" y="65120"/>
                </a:lnTo>
                <a:lnTo>
                  <a:pt x="963403" y="64952"/>
                </a:lnTo>
                <a:lnTo>
                  <a:pt x="962854" y="64785"/>
                </a:lnTo>
                <a:lnTo>
                  <a:pt x="962317" y="64618"/>
                </a:lnTo>
                <a:lnTo>
                  <a:pt x="961792" y="64452"/>
                </a:lnTo>
                <a:lnTo>
                  <a:pt x="961278" y="64287"/>
                </a:lnTo>
                <a:lnTo>
                  <a:pt x="960776" y="64123"/>
                </a:lnTo>
                <a:lnTo>
                  <a:pt x="960286" y="63959"/>
                </a:lnTo>
                <a:lnTo>
                  <a:pt x="959808" y="63796"/>
                </a:lnTo>
                <a:lnTo>
                  <a:pt x="959341" y="63634"/>
                </a:lnTo>
                <a:lnTo>
                  <a:pt x="958886" y="63473"/>
                </a:lnTo>
                <a:lnTo>
                  <a:pt x="958442" y="63313"/>
                </a:lnTo>
                <a:lnTo>
                  <a:pt x="958011" y="63153"/>
                </a:lnTo>
                <a:lnTo>
                  <a:pt x="957591" y="62994"/>
                </a:lnTo>
                <a:lnTo>
                  <a:pt x="957181" y="62834"/>
                </a:lnTo>
                <a:lnTo>
                  <a:pt x="956782" y="62673"/>
                </a:lnTo>
                <a:lnTo>
                  <a:pt x="956393" y="62510"/>
                </a:lnTo>
                <a:lnTo>
                  <a:pt x="956014" y="62345"/>
                </a:lnTo>
                <a:lnTo>
                  <a:pt x="955644" y="62179"/>
                </a:lnTo>
                <a:lnTo>
                  <a:pt x="955285" y="62011"/>
                </a:lnTo>
                <a:lnTo>
                  <a:pt x="954935" y="61841"/>
                </a:lnTo>
                <a:lnTo>
                  <a:pt x="954596" y="61670"/>
                </a:lnTo>
                <a:lnTo>
                  <a:pt x="954266" y="61497"/>
                </a:lnTo>
                <a:lnTo>
                  <a:pt x="953946" y="61322"/>
                </a:lnTo>
                <a:lnTo>
                  <a:pt x="953636" y="61145"/>
                </a:lnTo>
                <a:lnTo>
                  <a:pt x="953337" y="60967"/>
                </a:lnTo>
                <a:lnTo>
                  <a:pt x="953047" y="60787"/>
                </a:lnTo>
                <a:lnTo>
                  <a:pt x="952767" y="60606"/>
                </a:lnTo>
                <a:lnTo>
                  <a:pt x="952497" y="60423"/>
                </a:lnTo>
                <a:lnTo>
                  <a:pt x="952237" y="60238"/>
                </a:lnTo>
                <a:lnTo>
                  <a:pt x="951987" y="60051"/>
                </a:lnTo>
                <a:lnTo>
                  <a:pt x="951747" y="59863"/>
                </a:lnTo>
                <a:lnTo>
                  <a:pt x="951516" y="59673"/>
                </a:lnTo>
                <a:lnTo>
                  <a:pt x="951296" y="59481"/>
                </a:lnTo>
                <a:lnTo>
                  <a:pt x="951086" y="59288"/>
                </a:lnTo>
                <a:lnTo>
                  <a:pt x="950886" y="59093"/>
                </a:lnTo>
                <a:lnTo>
                  <a:pt x="950695" y="58896"/>
                </a:lnTo>
                <a:lnTo>
                  <a:pt x="950515" y="58698"/>
                </a:lnTo>
                <a:lnTo>
                  <a:pt x="950343" y="58497"/>
                </a:lnTo>
                <a:lnTo>
                  <a:pt x="950178" y="58292"/>
                </a:lnTo>
                <a:lnTo>
                  <a:pt x="950021" y="58083"/>
                </a:lnTo>
                <a:lnTo>
                  <a:pt x="949871" y="57871"/>
                </a:lnTo>
                <a:lnTo>
                  <a:pt x="949729" y="57655"/>
                </a:lnTo>
                <a:lnTo>
                  <a:pt x="949593" y="57435"/>
                </a:lnTo>
                <a:lnTo>
                  <a:pt x="949465" y="57212"/>
                </a:lnTo>
                <a:lnTo>
                  <a:pt x="949345" y="56985"/>
                </a:lnTo>
                <a:lnTo>
                  <a:pt x="949231" y="56754"/>
                </a:lnTo>
                <a:lnTo>
                  <a:pt x="949125" y="56520"/>
                </a:lnTo>
                <a:lnTo>
                  <a:pt x="949027" y="56282"/>
                </a:lnTo>
                <a:lnTo>
                  <a:pt x="948935" y="56040"/>
                </a:lnTo>
                <a:lnTo>
                  <a:pt x="948851" y="55795"/>
                </a:lnTo>
                <a:lnTo>
                  <a:pt x="948774" y="55546"/>
                </a:lnTo>
                <a:lnTo>
                  <a:pt x="948705" y="55293"/>
                </a:lnTo>
                <a:lnTo>
                  <a:pt x="948643" y="55036"/>
                </a:lnTo>
                <a:lnTo>
                  <a:pt x="948588" y="54776"/>
                </a:lnTo>
                <a:lnTo>
                  <a:pt x="948540" y="54512"/>
                </a:lnTo>
                <a:lnTo>
                  <a:pt x="948500" y="54245"/>
                </a:lnTo>
                <a:lnTo>
                  <a:pt x="948467" y="53974"/>
                </a:lnTo>
                <a:lnTo>
                  <a:pt x="948442" y="53699"/>
                </a:lnTo>
                <a:lnTo>
                  <a:pt x="948423" y="53420"/>
                </a:lnTo>
                <a:lnTo>
                  <a:pt x="948412" y="53138"/>
                </a:lnTo>
                <a:lnTo>
                  <a:pt x="948409" y="52852"/>
                </a:lnTo>
                <a:lnTo>
                  <a:pt x="948417" y="52348"/>
                </a:lnTo>
                <a:lnTo>
                  <a:pt x="948441" y="51855"/>
                </a:lnTo>
                <a:lnTo>
                  <a:pt x="948482" y="51374"/>
                </a:lnTo>
                <a:lnTo>
                  <a:pt x="948540" y="50904"/>
                </a:lnTo>
                <a:lnTo>
                  <a:pt x="948613" y="50444"/>
                </a:lnTo>
                <a:lnTo>
                  <a:pt x="948704" y="49997"/>
                </a:lnTo>
                <a:lnTo>
                  <a:pt x="948810" y="49560"/>
                </a:lnTo>
                <a:lnTo>
                  <a:pt x="948933" y="49135"/>
                </a:lnTo>
                <a:lnTo>
                  <a:pt x="949072" y="48721"/>
                </a:lnTo>
                <a:lnTo>
                  <a:pt x="949228" y="48318"/>
                </a:lnTo>
                <a:lnTo>
                  <a:pt x="949400" y="47927"/>
                </a:lnTo>
                <a:lnTo>
                  <a:pt x="949588" y="47546"/>
                </a:lnTo>
                <a:lnTo>
                  <a:pt x="949793" y="47178"/>
                </a:lnTo>
                <a:lnTo>
                  <a:pt x="950014" y="46820"/>
                </a:lnTo>
                <a:lnTo>
                  <a:pt x="950251" y="46473"/>
                </a:lnTo>
                <a:lnTo>
                  <a:pt x="950505" y="46138"/>
                </a:lnTo>
                <a:lnTo>
                  <a:pt x="950776" y="45814"/>
                </a:lnTo>
                <a:lnTo>
                  <a:pt x="951062" y="45502"/>
                </a:lnTo>
                <a:lnTo>
                  <a:pt x="951365" y="45200"/>
                </a:lnTo>
                <a:lnTo>
                  <a:pt x="951685" y="44910"/>
                </a:lnTo>
                <a:lnTo>
                  <a:pt x="952020" y="44632"/>
                </a:lnTo>
                <a:lnTo>
                  <a:pt x="952373" y="44364"/>
                </a:lnTo>
                <a:lnTo>
                  <a:pt x="952741" y="44108"/>
                </a:lnTo>
                <a:lnTo>
                  <a:pt x="953126" y="43863"/>
                </a:lnTo>
                <a:lnTo>
                  <a:pt x="953524" y="43628"/>
                </a:lnTo>
                <a:lnTo>
                  <a:pt x="953932" y="43403"/>
                </a:lnTo>
                <a:lnTo>
                  <a:pt x="954350" y="43189"/>
                </a:lnTo>
                <a:lnTo>
                  <a:pt x="954778" y="42984"/>
                </a:lnTo>
                <a:lnTo>
                  <a:pt x="955216" y="42789"/>
                </a:lnTo>
                <a:lnTo>
                  <a:pt x="955664" y="42605"/>
                </a:lnTo>
                <a:lnTo>
                  <a:pt x="956121" y="42430"/>
                </a:lnTo>
                <a:lnTo>
                  <a:pt x="956589" y="42265"/>
                </a:lnTo>
                <a:lnTo>
                  <a:pt x="957067" y="42111"/>
                </a:lnTo>
                <a:lnTo>
                  <a:pt x="957554" y="41966"/>
                </a:lnTo>
                <a:lnTo>
                  <a:pt x="958052" y="41831"/>
                </a:lnTo>
                <a:lnTo>
                  <a:pt x="958559" y="41706"/>
                </a:lnTo>
                <a:lnTo>
                  <a:pt x="959077" y="41591"/>
                </a:lnTo>
                <a:lnTo>
                  <a:pt x="959604" y="41487"/>
                </a:lnTo>
                <a:lnTo>
                  <a:pt x="960141" y="41392"/>
                </a:lnTo>
                <a:lnTo>
                  <a:pt x="960689" y="41307"/>
                </a:lnTo>
                <a:lnTo>
                  <a:pt x="961246" y="41232"/>
                </a:lnTo>
                <a:lnTo>
                  <a:pt x="961813" y="41167"/>
                </a:lnTo>
                <a:lnTo>
                  <a:pt x="962390" y="41112"/>
                </a:lnTo>
                <a:lnTo>
                  <a:pt x="962977" y="41067"/>
                </a:lnTo>
                <a:lnTo>
                  <a:pt x="963574" y="41032"/>
                </a:lnTo>
                <a:lnTo>
                  <a:pt x="964181" y="41007"/>
                </a:lnTo>
                <a:lnTo>
                  <a:pt x="964798" y="40992"/>
                </a:lnTo>
                <a:lnTo>
                  <a:pt x="965425" y="40987"/>
                </a:lnTo>
                <a:lnTo>
                  <a:pt x="966052" y="40994"/>
                </a:lnTo>
                <a:lnTo>
                  <a:pt x="966672" y="41014"/>
                </a:lnTo>
                <a:lnTo>
                  <a:pt x="967283" y="41048"/>
                </a:lnTo>
                <a:lnTo>
                  <a:pt x="967885" y="41095"/>
                </a:lnTo>
                <a:lnTo>
                  <a:pt x="968479" y="41156"/>
                </a:lnTo>
                <a:lnTo>
                  <a:pt x="969065" y="41230"/>
                </a:lnTo>
                <a:lnTo>
                  <a:pt x="969643" y="41318"/>
                </a:lnTo>
                <a:lnTo>
                  <a:pt x="970212" y="41419"/>
                </a:lnTo>
                <a:lnTo>
                  <a:pt x="970773" y="41534"/>
                </a:lnTo>
                <a:lnTo>
                  <a:pt x="971326" y="41662"/>
                </a:lnTo>
                <a:lnTo>
                  <a:pt x="971870" y="41803"/>
                </a:lnTo>
                <a:lnTo>
                  <a:pt x="972406" y="41959"/>
                </a:lnTo>
                <a:lnTo>
                  <a:pt x="972934" y="42127"/>
                </a:lnTo>
                <a:lnTo>
                  <a:pt x="973453" y="42309"/>
                </a:lnTo>
                <a:lnTo>
                  <a:pt x="973964" y="42505"/>
                </a:lnTo>
                <a:lnTo>
                  <a:pt x="974466" y="42714"/>
                </a:lnTo>
                <a:lnTo>
                  <a:pt x="974960" y="42936"/>
                </a:lnTo>
                <a:lnTo>
                  <a:pt x="975446" y="43173"/>
                </a:lnTo>
                <a:lnTo>
                  <a:pt x="975924" y="43422"/>
                </a:lnTo>
                <a:lnTo>
                  <a:pt x="976393" y="43685"/>
                </a:lnTo>
                <a:lnTo>
                  <a:pt x="976854" y="43962"/>
                </a:lnTo>
                <a:lnTo>
                  <a:pt x="977307" y="44252"/>
                </a:lnTo>
                <a:lnTo>
                  <a:pt x="977751" y="44555"/>
                </a:lnTo>
                <a:lnTo>
                  <a:pt x="978187" y="44872"/>
                </a:lnTo>
                <a:lnTo>
                  <a:pt x="978609" y="45205"/>
                </a:lnTo>
                <a:lnTo>
                  <a:pt x="979014" y="45557"/>
                </a:lnTo>
                <a:lnTo>
                  <a:pt x="979401" y="45927"/>
                </a:lnTo>
                <a:lnTo>
                  <a:pt x="979770" y="46316"/>
                </a:lnTo>
                <a:lnTo>
                  <a:pt x="980120" y="46723"/>
                </a:lnTo>
                <a:lnTo>
                  <a:pt x="980453" y="47149"/>
                </a:lnTo>
                <a:lnTo>
                  <a:pt x="980768" y="47593"/>
                </a:lnTo>
                <a:lnTo>
                  <a:pt x="981065" y="48056"/>
                </a:lnTo>
                <a:lnTo>
                  <a:pt x="981344" y="48538"/>
                </a:lnTo>
                <a:lnTo>
                  <a:pt x="981605" y="49038"/>
                </a:lnTo>
                <a:lnTo>
                  <a:pt x="981847" y="49556"/>
                </a:lnTo>
                <a:lnTo>
                  <a:pt x="982072" y="50094"/>
                </a:lnTo>
                <a:lnTo>
                  <a:pt x="982279" y="50650"/>
                </a:lnTo>
                <a:lnTo>
                  <a:pt x="982468" y="51224"/>
                </a:lnTo>
                <a:lnTo>
                  <a:pt x="982639" y="51817"/>
                </a:lnTo>
                <a:lnTo>
                  <a:pt x="982792" y="52428"/>
                </a:lnTo>
                <a:lnTo>
                  <a:pt x="982927" y="53058"/>
                </a:lnTo>
                <a:lnTo>
                  <a:pt x="983044" y="53707"/>
                </a:lnTo>
                <a:lnTo>
                  <a:pt x="983143" y="54374"/>
                </a:lnTo>
                <a:lnTo>
                  <a:pt x="983223" y="55060"/>
                </a:lnTo>
                <a:lnTo>
                  <a:pt x="983286" y="55765"/>
                </a:lnTo>
                <a:lnTo>
                  <a:pt x="983331" y="56487"/>
                </a:lnTo>
                <a:lnTo>
                  <a:pt x="983358" y="57229"/>
                </a:lnTo>
                <a:lnTo>
                  <a:pt x="983367" y="57989"/>
                </a:lnTo>
                <a:lnTo>
                  <a:pt x="997014" y="57989"/>
                </a:lnTo>
                <a:lnTo>
                  <a:pt x="997010" y="57387"/>
                </a:lnTo>
                <a:lnTo>
                  <a:pt x="996997" y="56793"/>
                </a:lnTo>
                <a:lnTo>
                  <a:pt x="996975" y="56205"/>
                </a:lnTo>
                <a:lnTo>
                  <a:pt x="996945" y="55624"/>
                </a:lnTo>
                <a:lnTo>
                  <a:pt x="996906" y="55050"/>
                </a:lnTo>
                <a:lnTo>
                  <a:pt x="996859" y="54483"/>
                </a:lnTo>
                <a:lnTo>
                  <a:pt x="996802" y="53923"/>
                </a:lnTo>
                <a:lnTo>
                  <a:pt x="996738" y="53370"/>
                </a:lnTo>
                <a:lnTo>
                  <a:pt x="996664" y="52824"/>
                </a:lnTo>
                <a:lnTo>
                  <a:pt x="996582" y="52284"/>
                </a:lnTo>
                <a:lnTo>
                  <a:pt x="996492" y="51752"/>
                </a:lnTo>
                <a:lnTo>
                  <a:pt x="996393" y="51226"/>
                </a:lnTo>
                <a:lnTo>
                  <a:pt x="996285" y="50708"/>
                </a:lnTo>
                <a:lnTo>
                  <a:pt x="996168" y="50196"/>
                </a:lnTo>
                <a:lnTo>
                  <a:pt x="996043" y="49691"/>
                </a:lnTo>
                <a:lnTo>
                  <a:pt x="995909" y="49193"/>
                </a:lnTo>
                <a:lnTo>
                  <a:pt x="995767" y="48703"/>
                </a:lnTo>
                <a:lnTo>
                  <a:pt x="995616" y="48219"/>
                </a:lnTo>
                <a:lnTo>
                  <a:pt x="995456" y="47741"/>
                </a:lnTo>
                <a:lnTo>
                  <a:pt x="995288" y="47271"/>
                </a:lnTo>
                <a:lnTo>
                  <a:pt x="995111" y="46808"/>
                </a:lnTo>
                <a:lnTo>
                  <a:pt x="994926" y="46352"/>
                </a:lnTo>
                <a:lnTo>
                  <a:pt x="994732" y="45902"/>
                </a:lnTo>
                <a:lnTo>
                  <a:pt x="994529" y="45460"/>
                </a:lnTo>
                <a:lnTo>
                  <a:pt x="994318" y="45024"/>
                </a:lnTo>
                <a:lnTo>
                  <a:pt x="994102" y="44595"/>
                </a:lnTo>
                <a:lnTo>
                  <a:pt x="993878" y="44173"/>
                </a:lnTo>
                <a:lnTo>
                  <a:pt x="993648" y="43758"/>
                </a:lnTo>
                <a:lnTo>
                  <a:pt x="993411" y="43349"/>
                </a:lnTo>
                <a:lnTo>
                  <a:pt x="993168" y="42947"/>
                </a:lnTo>
                <a:lnTo>
                  <a:pt x="992918" y="42552"/>
                </a:lnTo>
                <a:lnTo>
                  <a:pt x="992662" y="42164"/>
                </a:lnTo>
                <a:lnTo>
                  <a:pt x="992399" y="41782"/>
                </a:lnTo>
                <a:lnTo>
                  <a:pt x="992129" y="41408"/>
                </a:lnTo>
                <a:lnTo>
                  <a:pt x="991853" y="41040"/>
                </a:lnTo>
                <a:lnTo>
                  <a:pt x="991570" y="40678"/>
                </a:lnTo>
                <a:lnTo>
                  <a:pt x="991281" y="40324"/>
                </a:lnTo>
                <a:lnTo>
                  <a:pt x="990985" y="39976"/>
                </a:lnTo>
                <a:lnTo>
                  <a:pt x="990682" y="39635"/>
                </a:lnTo>
                <a:lnTo>
                  <a:pt x="990373" y="39301"/>
                </a:lnTo>
                <a:lnTo>
                  <a:pt x="990057" y="38973"/>
                </a:lnTo>
                <a:lnTo>
                  <a:pt x="989735" y="38653"/>
                </a:lnTo>
                <a:lnTo>
                  <a:pt x="989406" y="38339"/>
                </a:lnTo>
                <a:lnTo>
                  <a:pt x="989071" y="38032"/>
                </a:lnTo>
                <a:lnTo>
                  <a:pt x="988729" y="37731"/>
                </a:lnTo>
                <a:lnTo>
                  <a:pt x="988380" y="37438"/>
                </a:lnTo>
                <a:lnTo>
                  <a:pt x="988025" y="37151"/>
                </a:lnTo>
                <a:lnTo>
                  <a:pt x="987663" y="36871"/>
                </a:lnTo>
                <a:lnTo>
                  <a:pt x="987296" y="36597"/>
                </a:lnTo>
                <a:lnTo>
                  <a:pt x="986924" y="36329"/>
                </a:lnTo>
                <a:lnTo>
                  <a:pt x="986548" y="36068"/>
                </a:lnTo>
                <a:lnTo>
                  <a:pt x="986167" y="35812"/>
                </a:lnTo>
                <a:lnTo>
                  <a:pt x="985782" y="35562"/>
                </a:lnTo>
                <a:lnTo>
                  <a:pt x="985392" y="35318"/>
                </a:lnTo>
                <a:lnTo>
                  <a:pt x="984997" y="35080"/>
                </a:lnTo>
                <a:lnTo>
                  <a:pt x="984598" y="34849"/>
                </a:lnTo>
                <a:lnTo>
                  <a:pt x="984195" y="34623"/>
                </a:lnTo>
                <a:lnTo>
                  <a:pt x="983786" y="34403"/>
                </a:lnTo>
                <a:lnTo>
                  <a:pt x="983374" y="34189"/>
                </a:lnTo>
                <a:lnTo>
                  <a:pt x="982957" y="33982"/>
                </a:lnTo>
                <a:lnTo>
                  <a:pt x="982535" y="33780"/>
                </a:lnTo>
                <a:lnTo>
                  <a:pt x="982109" y="33584"/>
                </a:lnTo>
                <a:lnTo>
                  <a:pt x="981678" y="33394"/>
                </a:lnTo>
                <a:lnTo>
                  <a:pt x="981243" y="33210"/>
                </a:lnTo>
                <a:lnTo>
                  <a:pt x="980803" y="33032"/>
                </a:lnTo>
                <a:lnTo>
                  <a:pt x="980358" y="32861"/>
                </a:lnTo>
                <a:lnTo>
                  <a:pt x="979910" y="32695"/>
                </a:lnTo>
                <a:lnTo>
                  <a:pt x="979456" y="32535"/>
                </a:lnTo>
                <a:lnTo>
                  <a:pt x="978998" y="32381"/>
                </a:lnTo>
                <a:lnTo>
                  <a:pt x="978536" y="32233"/>
                </a:lnTo>
                <a:lnTo>
                  <a:pt x="978069" y="32091"/>
                </a:lnTo>
                <a:lnTo>
                  <a:pt x="977597" y="31955"/>
                </a:lnTo>
                <a:lnTo>
                  <a:pt x="977122" y="31825"/>
                </a:lnTo>
                <a:lnTo>
                  <a:pt x="976644" y="31701"/>
                </a:lnTo>
                <a:lnTo>
                  <a:pt x="976163" y="31582"/>
                </a:lnTo>
                <a:lnTo>
                  <a:pt x="975679" y="31468"/>
                </a:lnTo>
                <a:lnTo>
                  <a:pt x="975193" y="31360"/>
                </a:lnTo>
                <a:lnTo>
                  <a:pt x="974704" y="31258"/>
                </a:lnTo>
                <a:lnTo>
                  <a:pt x="974212" y="31161"/>
                </a:lnTo>
                <a:lnTo>
                  <a:pt x="973717" y="31070"/>
                </a:lnTo>
                <a:lnTo>
                  <a:pt x="973220" y="30984"/>
                </a:lnTo>
                <a:lnTo>
                  <a:pt x="972720" y="30904"/>
                </a:lnTo>
                <a:lnTo>
                  <a:pt x="972217" y="30829"/>
                </a:lnTo>
                <a:lnTo>
                  <a:pt x="971711" y="30760"/>
                </a:lnTo>
                <a:lnTo>
                  <a:pt x="971202" y="30696"/>
                </a:lnTo>
                <a:lnTo>
                  <a:pt x="970691" y="30638"/>
                </a:lnTo>
                <a:lnTo>
                  <a:pt x="970177" y="30585"/>
                </a:lnTo>
                <a:lnTo>
                  <a:pt x="969660" y="30538"/>
                </a:lnTo>
                <a:lnTo>
                  <a:pt x="969140" y="30497"/>
                </a:lnTo>
                <a:lnTo>
                  <a:pt x="968618" y="30461"/>
                </a:lnTo>
                <a:lnTo>
                  <a:pt x="968093" y="30430"/>
                </a:lnTo>
                <a:lnTo>
                  <a:pt x="967565" y="30405"/>
                </a:lnTo>
                <a:lnTo>
                  <a:pt x="967034" y="30386"/>
                </a:lnTo>
                <a:lnTo>
                  <a:pt x="966500" y="30372"/>
                </a:lnTo>
                <a:lnTo>
                  <a:pt x="965964" y="30364"/>
                </a:lnTo>
                <a:lnTo>
                  <a:pt x="965425" y="30361"/>
                </a:lnTo>
                <a:lnTo>
                  <a:pt x="964879" y="30364"/>
                </a:lnTo>
                <a:lnTo>
                  <a:pt x="964336" y="30371"/>
                </a:lnTo>
                <a:lnTo>
                  <a:pt x="963797" y="30384"/>
                </a:lnTo>
                <a:lnTo>
                  <a:pt x="963261" y="30402"/>
                </a:lnTo>
                <a:lnTo>
                  <a:pt x="962729" y="30425"/>
                </a:lnTo>
                <a:lnTo>
                  <a:pt x="962200" y="30452"/>
                </a:lnTo>
                <a:lnTo>
                  <a:pt x="961674" y="30485"/>
                </a:lnTo>
                <a:lnTo>
                  <a:pt x="961152" y="30524"/>
                </a:lnTo>
                <a:lnTo>
                  <a:pt x="960633" y="30567"/>
                </a:lnTo>
                <a:lnTo>
                  <a:pt x="960117" y="30615"/>
                </a:lnTo>
                <a:lnTo>
                  <a:pt x="959605" y="30668"/>
                </a:lnTo>
                <a:lnTo>
                  <a:pt x="959096" y="30727"/>
                </a:lnTo>
                <a:lnTo>
                  <a:pt x="958591" y="30790"/>
                </a:lnTo>
                <a:lnTo>
                  <a:pt x="958089" y="30859"/>
                </a:lnTo>
                <a:lnTo>
                  <a:pt x="957590" y="30932"/>
                </a:lnTo>
                <a:lnTo>
                  <a:pt x="957095" y="31011"/>
                </a:lnTo>
                <a:lnTo>
                  <a:pt x="956603" y="31095"/>
                </a:lnTo>
                <a:lnTo>
                  <a:pt x="956114" y="31184"/>
                </a:lnTo>
                <a:lnTo>
                  <a:pt x="955629" y="31278"/>
                </a:lnTo>
                <a:lnTo>
                  <a:pt x="955147" y="31377"/>
                </a:lnTo>
                <a:lnTo>
                  <a:pt x="954668" y="31481"/>
                </a:lnTo>
                <a:lnTo>
                  <a:pt x="954193" y="31590"/>
                </a:lnTo>
                <a:lnTo>
                  <a:pt x="953721" y="31704"/>
                </a:lnTo>
                <a:lnTo>
                  <a:pt x="953252" y="31824"/>
                </a:lnTo>
                <a:lnTo>
                  <a:pt x="952788" y="31948"/>
                </a:lnTo>
                <a:lnTo>
                  <a:pt x="952329" y="32077"/>
                </a:lnTo>
                <a:lnTo>
                  <a:pt x="951874" y="32211"/>
                </a:lnTo>
                <a:lnTo>
                  <a:pt x="951425" y="32350"/>
                </a:lnTo>
                <a:lnTo>
                  <a:pt x="950980" y="32494"/>
                </a:lnTo>
                <a:lnTo>
                  <a:pt x="950541" y="32642"/>
                </a:lnTo>
                <a:lnTo>
                  <a:pt x="950107" y="32796"/>
                </a:lnTo>
                <a:lnTo>
                  <a:pt x="949677" y="32955"/>
                </a:lnTo>
                <a:lnTo>
                  <a:pt x="949252" y="33118"/>
                </a:lnTo>
                <a:lnTo>
                  <a:pt x="948833" y="33287"/>
                </a:lnTo>
                <a:lnTo>
                  <a:pt x="948418" y="33460"/>
                </a:lnTo>
                <a:lnTo>
                  <a:pt x="948009" y="33638"/>
                </a:lnTo>
                <a:lnTo>
                  <a:pt x="947604" y="33821"/>
                </a:lnTo>
                <a:lnTo>
                  <a:pt x="947204" y="34010"/>
                </a:lnTo>
                <a:lnTo>
                  <a:pt x="946810" y="34203"/>
                </a:lnTo>
                <a:lnTo>
                  <a:pt x="946420" y="34401"/>
                </a:lnTo>
                <a:lnTo>
                  <a:pt x="946035" y="34604"/>
                </a:lnTo>
                <a:lnTo>
                  <a:pt x="945655" y="34811"/>
                </a:lnTo>
                <a:lnTo>
                  <a:pt x="945280" y="35024"/>
                </a:lnTo>
                <a:lnTo>
                  <a:pt x="944911" y="35242"/>
                </a:lnTo>
                <a:lnTo>
                  <a:pt x="944546" y="35464"/>
                </a:lnTo>
                <a:lnTo>
                  <a:pt x="944186" y="35692"/>
                </a:lnTo>
                <a:lnTo>
                  <a:pt x="943831" y="35924"/>
                </a:lnTo>
                <a:lnTo>
                  <a:pt x="943481" y="36162"/>
                </a:lnTo>
                <a:lnTo>
                  <a:pt x="943137" y="36404"/>
                </a:lnTo>
                <a:lnTo>
                  <a:pt x="942799" y="36651"/>
                </a:lnTo>
                <a:lnTo>
                  <a:pt x="942467" y="36903"/>
                </a:lnTo>
                <a:lnTo>
                  <a:pt x="942142" y="37160"/>
                </a:lnTo>
                <a:lnTo>
                  <a:pt x="941824" y="37422"/>
                </a:lnTo>
                <a:lnTo>
                  <a:pt x="941512" y="37689"/>
                </a:lnTo>
                <a:lnTo>
                  <a:pt x="941206" y="37961"/>
                </a:lnTo>
                <a:lnTo>
                  <a:pt x="940907" y="38238"/>
                </a:lnTo>
                <a:lnTo>
                  <a:pt x="940614" y="38520"/>
                </a:lnTo>
                <a:lnTo>
                  <a:pt x="940328" y="38806"/>
                </a:lnTo>
                <a:lnTo>
                  <a:pt x="940048" y="39098"/>
                </a:lnTo>
                <a:lnTo>
                  <a:pt x="939774" y="39394"/>
                </a:lnTo>
                <a:lnTo>
                  <a:pt x="939507" y="39696"/>
                </a:lnTo>
                <a:lnTo>
                  <a:pt x="939247" y="40002"/>
                </a:lnTo>
                <a:lnTo>
                  <a:pt x="938993" y="40313"/>
                </a:lnTo>
                <a:lnTo>
                  <a:pt x="938745" y="40629"/>
                </a:lnTo>
                <a:lnTo>
                  <a:pt x="938503" y="40950"/>
                </a:lnTo>
                <a:lnTo>
                  <a:pt x="938269" y="41276"/>
                </a:lnTo>
                <a:lnTo>
                  <a:pt x="938040" y="41607"/>
                </a:lnTo>
                <a:lnTo>
                  <a:pt x="937818" y="41943"/>
                </a:lnTo>
                <a:lnTo>
                  <a:pt x="937603" y="42284"/>
                </a:lnTo>
                <a:lnTo>
                  <a:pt x="937393" y="42629"/>
                </a:lnTo>
                <a:lnTo>
                  <a:pt x="937191" y="42980"/>
                </a:lnTo>
                <a:lnTo>
                  <a:pt x="936995" y="43336"/>
                </a:lnTo>
                <a:lnTo>
                  <a:pt x="936806" y="43696"/>
                </a:lnTo>
                <a:lnTo>
                  <a:pt x="936625" y="44061"/>
                </a:lnTo>
                <a:lnTo>
                  <a:pt x="936452" y="44430"/>
                </a:lnTo>
                <a:lnTo>
                  <a:pt x="936287" y="44805"/>
                </a:lnTo>
                <a:lnTo>
                  <a:pt x="936130" y="45184"/>
                </a:lnTo>
                <a:lnTo>
                  <a:pt x="935981" y="45568"/>
                </a:lnTo>
                <a:lnTo>
                  <a:pt x="935840" y="45957"/>
                </a:lnTo>
                <a:lnTo>
                  <a:pt x="935708" y="46350"/>
                </a:lnTo>
                <a:lnTo>
                  <a:pt x="935583" y="46749"/>
                </a:lnTo>
                <a:lnTo>
                  <a:pt x="935466" y="47152"/>
                </a:lnTo>
                <a:lnTo>
                  <a:pt x="935358" y="47560"/>
                </a:lnTo>
                <a:lnTo>
                  <a:pt x="935257" y="47972"/>
                </a:lnTo>
                <a:lnTo>
                  <a:pt x="935165" y="48389"/>
                </a:lnTo>
                <a:lnTo>
                  <a:pt x="935080" y="48812"/>
                </a:lnTo>
                <a:lnTo>
                  <a:pt x="935004" y="49239"/>
                </a:lnTo>
                <a:lnTo>
                  <a:pt x="934935" y="49670"/>
                </a:lnTo>
                <a:lnTo>
                  <a:pt x="934875" y="50107"/>
                </a:lnTo>
                <a:lnTo>
                  <a:pt x="934823" y="50548"/>
                </a:lnTo>
                <a:lnTo>
                  <a:pt x="934779" y="50994"/>
                </a:lnTo>
                <a:lnTo>
                  <a:pt x="934742" y="51445"/>
                </a:lnTo>
                <a:lnTo>
                  <a:pt x="934714" y="51900"/>
                </a:lnTo>
                <a:lnTo>
                  <a:pt x="934694" y="52360"/>
                </a:lnTo>
                <a:lnTo>
                  <a:pt x="934682" y="52825"/>
                </a:lnTo>
                <a:lnTo>
                  <a:pt x="934678" y="53295"/>
                </a:lnTo>
                <a:lnTo>
                  <a:pt x="934684" y="53903"/>
                </a:lnTo>
                <a:lnTo>
                  <a:pt x="934701" y="54503"/>
                </a:lnTo>
                <a:lnTo>
                  <a:pt x="934729" y="55093"/>
                </a:lnTo>
                <a:lnTo>
                  <a:pt x="934769" y="55675"/>
                </a:lnTo>
                <a:lnTo>
                  <a:pt x="934821" y="56248"/>
                </a:lnTo>
                <a:lnTo>
                  <a:pt x="934883" y="56813"/>
                </a:lnTo>
                <a:lnTo>
                  <a:pt x="934957" y="57368"/>
                </a:lnTo>
                <a:lnTo>
                  <a:pt x="935043" y="57915"/>
                </a:lnTo>
                <a:lnTo>
                  <a:pt x="935140" y="58453"/>
                </a:lnTo>
                <a:lnTo>
                  <a:pt x="935248" y="58982"/>
                </a:lnTo>
                <a:lnTo>
                  <a:pt x="935368" y="59503"/>
                </a:lnTo>
                <a:lnTo>
                  <a:pt x="935499" y="60014"/>
                </a:lnTo>
                <a:lnTo>
                  <a:pt x="935642" y="60517"/>
                </a:lnTo>
                <a:lnTo>
                  <a:pt x="935796" y="61012"/>
                </a:lnTo>
                <a:lnTo>
                  <a:pt x="935961" y="61497"/>
                </a:lnTo>
                <a:lnTo>
                  <a:pt x="936138" y="61974"/>
                </a:lnTo>
                <a:lnTo>
                  <a:pt x="936326" y="62441"/>
                </a:lnTo>
                <a:lnTo>
                  <a:pt x="936526" y="62901"/>
                </a:lnTo>
                <a:lnTo>
                  <a:pt x="936737" y="63351"/>
                </a:lnTo>
                <a:lnTo>
                  <a:pt x="936959" y="63793"/>
                </a:lnTo>
                <a:lnTo>
                  <a:pt x="937193" y="64225"/>
                </a:lnTo>
                <a:lnTo>
                  <a:pt x="937439" y="64649"/>
                </a:lnTo>
                <a:lnTo>
                  <a:pt x="937695" y="65065"/>
                </a:lnTo>
                <a:lnTo>
                  <a:pt x="937963" y="65471"/>
                </a:lnTo>
                <a:lnTo>
                  <a:pt x="938243" y="65870"/>
                </a:lnTo>
                <a:lnTo>
                  <a:pt x="938533" y="66264"/>
                </a:lnTo>
                <a:lnTo>
                  <a:pt x="938835" y="66651"/>
                </a:lnTo>
                <a:lnTo>
                  <a:pt x="939147" y="67033"/>
                </a:lnTo>
                <a:lnTo>
                  <a:pt x="939471" y="67409"/>
                </a:lnTo>
                <a:lnTo>
                  <a:pt x="939806" y="67779"/>
                </a:lnTo>
                <a:lnTo>
                  <a:pt x="940152" y="68143"/>
                </a:lnTo>
                <a:lnTo>
                  <a:pt x="940509" y="68501"/>
                </a:lnTo>
                <a:lnTo>
                  <a:pt x="940877" y="68854"/>
                </a:lnTo>
                <a:lnTo>
                  <a:pt x="941257" y="69201"/>
                </a:lnTo>
                <a:lnTo>
                  <a:pt x="941647" y="69541"/>
                </a:lnTo>
                <a:lnTo>
                  <a:pt x="942049" y="69876"/>
                </a:lnTo>
                <a:lnTo>
                  <a:pt x="942461" y="70206"/>
                </a:lnTo>
                <a:lnTo>
                  <a:pt x="942885" y="70529"/>
                </a:lnTo>
                <a:lnTo>
                  <a:pt x="943320" y="70846"/>
                </a:lnTo>
                <a:lnTo>
                  <a:pt x="943766" y="71158"/>
                </a:lnTo>
                <a:lnTo>
                  <a:pt x="944223" y="71464"/>
                </a:lnTo>
                <a:lnTo>
                  <a:pt x="944692" y="71764"/>
                </a:lnTo>
                <a:lnTo>
                  <a:pt x="945171" y="72058"/>
                </a:lnTo>
                <a:lnTo>
                  <a:pt x="945662" y="72346"/>
                </a:lnTo>
                <a:lnTo>
                  <a:pt x="946163" y="72629"/>
                </a:lnTo>
                <a:lnTo>
                  <a:pt x="946676" y="72905"/>
                </a:lnTo>
                <a:lnTo>
                  <a:pt x="947200" y="73176"/>
                </a:lnTo>
                <a:lnTo>
                  <a:pt x="947735" y="73441"/>
                </a:lnTo>
                <a:lnTo>
                  <a:pt x="948281" y="73702"/>
                </a:lnTo>
                <a:lnTo>
                  <a:pt x="948838" y="73960"/>
                </a:lnTo>
                <a:lnTo>
                  <a:pt x="949405" y="74215"/>
                </a:lnTo>
                <a:lnTo>
                  <a:pt x="949984" y="74468"/>
                </a:lnTo>
                <a:lnTo>
                  <a:pt x="950573" y="74718"/>
                </a:lnTo>
                <a:lnTo>
                  <a:pt x="951173" y="74966"/>
                </a:lnTo>
                <a:lnTo>
                  <a:pt x="951784" y="75211"/>
                </a:lnTo>
                <a:lnTo>
                  <a:pt x="952405" y="75453"/>
                </a:lnTo>
                <a:lnTo>
                  <a:pt x="953038" y="75693"/>
                </a:lnTo>
                <a:lnTo>
                  <a:pt x="953681" y="75930"/>
                </a:lnTo>
                <a:lnTo>
                  <a:pt x="954335" y="76165"/>
                </a:lnTo>
                <a:lnTo>
                  <a:pt x="955000" y="76397"/>
                </a:lnTo>
                <a:lnTo>
                  <a:pt x="955676" y="76626"/>
                </a:lnTo>
                <a:lnTo>
                  <a:pt x="956363" y="76853"/>
                </a:lnTo>
                <a:lnTo>
                  <a:pt x="957060" y="77077"/>
                </a:lnTo>
                <a:lnTo>
                  <a:pt x="957768" y="77298"/>
                </a:lnTo>
                <a:lnTo>
                  <a:pt x="958488" y="77517"/>
                </a:lnTo>
                <a:lnTo>
                  <a:pt x="959217" y="77733"/>
                </a:lnTo>
                <a:lnTo>
                  <a:pt x="959958" y="77947"/>
                </a:lnTo>
                <a:lnTo>
                  <a:pt x="960710" y="78158"/>
                </a:lnTo>
                <a:lnTo>
                  <a:pt x="961472" y="78366"/>
                </a:lnTo>
                <a:lnTo>
                  <a:pt x="962245" y="78572"/>
                </a:lnTo>
                <a:lnTo>
                  <a:pt x="963029" y="78775"/>
                </a:lnTo>
                <a:lnTo>
                  <a:pt x="963824" y="78976"/>
                </a:lnTo>
                <a:lnTo>
                  <a:pt x="964802" y="79234"/>
                </a:lnTo>
                <a:lnTo>
                  <a:pt x="965754" y="79491"/>
                </a:lnTo>
                <a:lnTo>
                  <a:pt x="966681" y="79749"/>
                </a:lnTo>
                <a:lnTo>
                  <a:pt x="967583" y="80006"/>
                </a:lnTo>
                <a:lnTo>
                  <a:pt x="968461" y="80263"/>
                </a:lnTo>
                <a:lnTo>
                  <a:pt x="969313" y="80520"/>
                </a:lnTo>
                <a:lnTo>
                  <a:pt x="970140" y="80776"/>
                </a:lnTo>
                <a:lnTo>
                  <a:pt x="970942" y="81032"/>
                </a:lnTo>
                <a:lnTo>
                  <a:pt x="971720" y="81288"/>
                </a:lnTo>
                <a:lnTo>
                  <a:pt x="972472" y="81543"/>
                </a:lnTo>
                <a:lnTo>
                  <a:pt x="973199" y="81798"/>
                </a:lnTo>
                <a:lnTo>
                  <a:pt x="973901" y="82053"/>
                </a:lnTo>
                <a:lnTo>
                  <a:pt x="974578" y="82308"/>
                </a:lnTo>
                <a:lnTo>
                  <a:pt x="975231" y="82562"/>
                </a:lnTo>
                <a:lnTo>
                  <a:pt x="975858" y="82816"/>
                </a:lnTo>
                <a:lnTo>
                  <a:pt x="976460" y="83069"/>
                </a:lnTo>
                <a:lnTo>
                  <a:pt x="977037" y="83323"/>
                </a:lnTo>
                <a:lnTo>
                  <a:pt x="977589" y="83576"/>
                </a:lnTo>
                <a:lnTo>
                  <a:pt x="978116" y="83828"/>
                </a:lnTo>
                <a:lnTo>
                  <a:pt x="978618" y="84081"/>
                </a:lnTo>
                <a:lnTo>
                  <a:pt x="979096" y="84333"/>
                </a:lnTo>
                <a:lnTo>
                  <a:pt x="979548" y="84585"/>
                </a:lnTo>
                <a:lnTo>
                  <a:pt x="979975" y="84836"/>
                </a:lnTo>
                <a:lnTo>
                  <a:pt x="980377" y="85087"/>
                </a:lnTo>
                <a:lnTo>
                  <a:pt x="980758" y="85344"/>
                </a:lnTo>
                <a:lnTo>
                  <a:pt x="981124" y="85612"/>
                </a:lnTo>
                <a:lnTo>
                  <a:pt x="981473" y="85892"/>
                </a:lnTo>
                <a:lnTo>
                  <a:pt x="981805" y="86184"/>
                </a:lnTo>
                <a:lnTo>
                  <a:pt x="982122" y="86487"/>
                </a:lnTo>
                <a:lnTo>
                  <a:pt x="982422" y="86802"/>
                </a:lnTo>
                <a:lnTo>
                  <a:pt x="982706" y="87129"/>
                </a:lnTo>
                <a:lnTo>
                  <a:pt x="982974" y="87468"/>
                </a:lnTo>
                <a:lnTo>
                  <a:pt x="983226" y="87818"/>
                </a:lnTo>
                <a:lnTo>
                  <a:pt x="983461" y="88180"/>
                </a:lnTo>
                <a:lnTo>
                  <a:pt x="983680" y="88553"/>
                </a:lnTo>
                <a:lnTo>
                  <a:pt x="983883" y="88938"/>
                </a:lnTo>
                <a:lnTo>
                  <a:pt x="984070" y="89335"/>
                </a:lnTo>
                <a:lnTo>
                  <a:pt x="984240" y="89744"/>
                </a:lnTo>
                <a:lnTo>
                  <a:pt x="984395" y="90164"/>
                </a:lnTo>
                <a:lnTo>
                  <a:pt x="984533" y="90596"/>
                </a:lnTo>
                <a:lnTo>
                  <a:pt x="984654" y="91040"/>
                </a:lnTo>
                <a:lnTo>
                  <a:pt x="984760" y="91495"/>
                </a:lnTo>
                <a:lnTo>
                  <a:pt x="984849" y="91962"/>
                </a:lnTo>
                <a:lnTo>
                  <a:pt x="984922" y="92441"/>
                </a:lnTo>
                <a:lnTo>
                  <a:pt x="984979" y="92931"/>
                </a:lnTo>
                <a:lnTo>
                  <a:pt x="985020" y="93433"/>
                </a:lnTo>
                <a:lnTo>
                  <a:pt x="985044" y="93947"/>
                </a:lnTo>
                <a:lnTo>
                  <a:pt x="985052" y="94472"/>
                </a:lnTo>
                <a:lnTo>
                  <a:pt x="985043" y="95086"/>
                </a:lnTo>
                <a:lnTo>
                  <a:pt x="985016" y="95685"/>
                </a:lnTo>
                <a:lnTo>
                  <a:pt x="984971" y="96270"/>
                </a:lnTo>
                <a:lnTo>
                  <a:pt x="984908" y="96840"/>
                </a:lnTo>
                <a:lnTo>
                  <a:pt x="984827" y="97396"/>
                </a:lnTo>
                <a:lnTo>
                  <a:pt x="984728" y="97937"/>
                </a:lnTo>
                <a:lnTo>
                  <a:pt x="984611" y="98464"/>
                </a:lnTo>
                <a:lnTo>
                  <a:pt x="984476" y="98976"/>
                </a:lnTo>
                <a:lnTo>
                  <a:pt x="984324" y="99473"/>
                </a:lnTo>
                <a:lnTo>
                  <a:pt x="984153" y="99956"/>
                </a:lnTo>
                <a:lnTo>
                  <a:pt x="983964" y="100425"/>
                </a:lnTo>
                <a:lnTo>
                  <a:pt x="983757" y="100879"/>
                </a:lnTo>
                <a:lnTo>
                  <a:pt x="983532" y="101318"/>
                </a:lnTo>
                <a:lnTo>
                  <a:pt x="983289" y="101743"/>
                </a:lnTo>
                <a:lnTo>
                  <a:pt x="983028" y="102153"/>
                </a:lnTo>
                <a:lnTo>
                  <a:pt x="982750" y="102549"/>
                </a:lnTo>
                <a:lnTo>
                  <a:pt x="982453" y="102930"/>
                </a:lnTo>
                <a:lnTo>
                  <a:pt x="982138" y="103296"/>
                </a:lnTo>
                <a:lnTo>
                  <a:pt x="981805" y="103649"/>
                </a:lnTo>
                <a:lnTo>
                  <a:pt x="981454" y="103986"/>
                </a:lnTo>
                <a:lnTo>
                  <a:pt x="981086" y="104309"/>
                </a:lnTo>
                <a:lnTo>
                  <a:pt x="980699" y="104618"/>
                </a:lnTo>
                <a:lnTo>
                  <a:pt x="980294" y="104912"/>
                </a:lnTo>
                <a:lnTo>
                  <a:pt x="979871" y="105191"/>
                </a:lnTo>
                <a:lnTo>
                  <a:pt x="979435" y="105457"/>
                </a:lnTo>
                <a:lnTo>
                  <a:pt x="978988" y="105712"/>
                </a:lnTo>
                <a:lnTo>
                  <a:pt x="978532" y="105956"/>
                </a:lnTo>
                <a:lnTo>
                  <a:pt x="978066" y="106189"/>
                </a:lnTo>
                <a:lnTo>
                  <a:pt x="977590" y="106410"/>
                </a:lnTo>
                <a:lnTo>
                  <a:pt x="977105" y="106620"/>
                </a:lnTo>
                <a:lnTo>
                  <a:pt x="976609" y="106818"/>
                </a:lnTo>
                <a:lnTo>
                  <a:pt x="976104" y="107005"/>
                </a:lnTo>
                <a:lnTo>
                  <a:pt x="975589" y="107181"/>
                </a:lnTo>
                <a:lnTo>
                  <a:pt x="975064" y="107345"/>
                </a:lnTo>
                <a:lnTo>
                  <a:pt x="974530" y="107498"/>
                </a:lnTo>
                <a:lnTo>
                  <a:pt x="973985" y="107640"/>
                </a:lnTo>
                <a:lnTo>
                  <a:pt x="973431" y="107770"/>
                </a:lnTo>
                <a:lnTo>
                  <a:pt x="972867" y="107889"/>
                </a:lnTo>
                <a:lnTo>
                  <a:pt x="972293" y="107997"/>
                </a:lnTo>
                <a:lnTo>
                  <a:pt x="971710" y="108093"/>
                </a:lnTo>
                <a:lnTo>
                  <a:pt x="971116" y="108179"/>
                </a:lnTo>
                <a:lnTo>
                  <a:pt x="970513" y="108252"/>
                </a:lnTo>
                <a:lnTo>
                  <a:pt x="969900" y="108315"/>
                </a:lnTo>
                <a:lnTo>
                  <a:pt x="969277" y="108366"/>
                </a:lnTo>
                <a:lnTo>
                  <a:pt x="968645" y="108405"/>
                </a:lnTo>
                <a:lnTo>
                  <a:pt x="968002" y="108434"/>
                </a:lnTo>
                <a:lnTo>
                  <a:pt x="967350" y="108451"/>
                </a:lnTo>
                <a:lnTo>
                  <a:pt x="966688" y="108456"/>
                </a:lnTo>
                <a:lnTo>
                  <a:pt x="965949" y="108449"/>
                </a:lnTo>
                <a:lnTo>
                  <a:pt x="965221" y="108428"/>
                </a:lnTo>
                <a:lnTo>
                  <a:pt x="964502" y="108392"/>
                </a:lnTo>
                <a:lnTo>
                  <a:pt x="963794" y="108342"/>
                </a:lnTo>
                <a:lnTo>
                  <a:pt x="963096" y="108278"/>
                </a:lnTo>
                <a:lnTo>
                  <a:pt x="962408" y="108200"/>
                </a:lnTo>
                <a:lnTo>
                  <a:pt x="961730" y="108107"/>
                </a:lnTo>
                <a:lnTo>
                  <a:pt x="961063" y="108001"/>
                </a:lnTo>
                <a:lnTo>
                  <a:pt x="960406" y="107880"/>
                </a:lnTo>
                <a:lnTo>
                  <a:pt x="959759" y="107744"/>
                </a:lnTo>
                <a:lnTo>
                  <a:pt x="959123" y="107595"/>
                </a:lnTo>
                <a:lnTo>
                  <a:pt x="958496" y="107431"/>
                </a:lnTo>
                <a:lnTo>
                  <a:pt x="957880" y="107253"/>
                </a:lnTo>
                <a:lnTo>
                  <a:pt x="957274" y="107061"/>
                </a:lnTo>
                <a:lnTo>
                  <a:pt x="956679" y="106854"/>
                </a:lnTo>
                <a:lnTo>
                  <a:pt x="956093" y="106634"/>
                </a:lnTo>
                <a:lnTo>
                  <a:pt x="955518" y="106399"/>
                </a:lnTo>
                <a:lnTo>
                  <a:pt x="954953" y="106150"/>
                </a:lnTo>
                <a:lnTo>
                  <a:pt x="954398" y="105886"/>
                </a:lnTo>
                <a:lnTo>
                  <a:pt x="953854" y="105608"/>
                </a:lnTo>
                <a:lnTo>
                  <a:pt x="953320" y="105317"/>
                </a:lnTo>
                <a:lnTo>
                  <a:pt x="952796" y="105010"/>
                </a:lnTo>
                <a:lnTo>
                  <a:pt x="952282" y="104690"/>
                </a:lnTo>
                <a:lnTo>
                  <a:pt x="951778" y="104355"/>
                </a:lnTo>
                <a:lnTo>
                  <a:pt x="951290" y="104003"/>
                </a:lnTo>
                <a:lnTo>
                  <a:pt x="950823" y="103629"/>
                </a:lnTo>
                <a:lnTo>
                  <a:pt x="950376" y="103234"/>
                </a:lnTo>
                <a:lnTo>
                  <a:pt x="949951" y="102818"/>
                </a:lnTo>
                <a:lnTo>
                  <a:pt x="949546" y="102381"/>
                </a:lnTo>
                <a:lnTo>
                  <a:pt x="949162" y="101922"/>
                </a:lnTo>
                <a:lnTo>
                  <a:pt x="948798" y="101443"/>
                </a:lnTo>
                <a:lnTo>
                  <a:pt x="948456" y="100942"/>
                </a:lnTo>
                <a:lnTo>
                  <a:pt x="948134" y="100419"/>
                </a:lnTo>
                <a:lnTo>
                  <a:pt x="947833" y="99876"/>
                </a:lnTo>
                <a:lnTo>
                  <a:pt x="947552" y="99312"/>
                </a:lnTo>
                <a:lnTo>
                  <a:pt x="947293" y="98726"/>
                </a:lnTo>
                <a:lnTo>
                  <a:pt x="947054" y="98119"/>
                </a:lnTo>
                <a:lnTo>
                  <a:pt x="946836" y="97491"/>
                </a:lnTo>
                <a:lnTo>
                  <a:pt x="946638" y="96842"/>
                </a:lnTo>
                <a:lnTo>
                  <a:pt x="946462" y="96171"/>
                </a:lnTo>
                <a:lnTo>
                  <a:pt x="946306" y="95480"/>
                </a:lnTo>
                <a:lnTo>
                  <a:pt x="946171" y="94767"/>
                </a:lnTo>
                <a:lnTo>
                  <a:pt x="946057" y="94033"/>
                </a:lnTo>
                <a:lnTo>
                  <a:pt x="945964" y="93278"/>
                </a:lnTo>
                <a:lnTo>
                  <a:pt x="945891" y="92501"/>
                </a:lnTo>
                <a:lnTo>
                  <a:pt x="945839" y="91703"/>
                </a:lnTo>
                <a:lnTo>
                  <a:pt x="945808" y="90885"/>
                </a:lnTo>
                <a:lnTo>
                  <a:pt x="945797" y="90045"/>
                </a:lnTo>
                <a:lnTo>
                  <a:pt x="932235" y="90045"/>
                </a:lnTo>
                <a:lnTo>
                  <a:pt x="932240" y="90697"/>
                </a:lnTo>
                <a:lnTo>
                  <a:pt x="932254" y="91342"/>
                </a:lnTo>
                <a:lnTo>
                  <a:pt x="932277" y="91978"/>
                </a:lnTo>
                <a:lnTo>
                  <a:pt x="932309" y="92606"/>
                </a:lnTo>
                <a:lnTo>
                  <a:pt x="932350" y="93225"/>
                </a:lnTo>
                <a:lnTo>
                  <a:pt x="932401" y="93836"/>
                </a:lnTo>
                <a:lnTo>
                  <a:pt x="932461" y="94439"/>
                </a:lnTo>
                <a:lnTo>
                  <a:pt x="932530" y="95034"/>
                </a:lnTo>
                <a:lnTo>
                  <a:pt x="932608" y="95620"/>
                </a:lnTo>
                <a:lnTo>
                  <a:pt x="932696" y="96198"/>
                </a:lnTo>
                <a:lnTo>
                  <a:pt x="932793" y="96768"/>
                </a:lnTo>
                <a:lnTo>
                  <a:pt x="932898" y="97329"/>
                </a:lnTo>
                <a:lnTo>
                  <a:pt x="933014" y="97882"/>
                </a:lnTo>
                <a:lnTo>
                  <a:pt x="933138" y="98427"/>
                </a:lnTo>
                <a:lnTo>
                  <a:pt x="933272" y="98963"/>
                </a:lnTo>
                <a:lnTo>
                  <a:pt x="933414" y="99491"/>
                </a:lnTo>
                <a:lnTo>
                  <a:pt x="933566" y="100011"/>
                </a:lnTo>
                <a:lnTo>
                  <a:pt x="933728" y="100523"/>
                </a:lnTo>
                <a:lnTo>
                  <a:pt x="933898" y="101026"/>
                </a:lnTo>
                <a:lnTo>
                  <a:pt x="934078" y="101521"/>
                </a:lnTo>
                <a:lnTo>
                  <a:pt x="934267" y="102007"/>
                </a:lnTo>
                <a:lnTo>
                  <a:pt x="934465" y="102486"/>
                </a:lnTo>
                <a:lnTo>
                  <a:pt x="934672" y="102956"/>
                </a:lnTo>
                <a:lnTo>
                  <a:pt x="934889" y="103417"/>
                </a:lnTo>
                <a:lnTo>
                  <a:pt x="935113" y="103871"/>
                </a:lnTo>
                <a:lnTo>
                  <a:pt x="935345" y="104318"/>
                </a:lnTo>
                <a:lnTo>
                  <a:pt x="935584" y="104758"/>
                </a:lnTo>
                <a:lnTo>
                  <a:pt x="935830" y="105191"/>
                </a:lnTo>
                <a:lnTo>
                  <a:pt x="936084" y="105616"/>
                </a:lnTo>
                <a:lnTo>
                  <a:pt x="936344" y="106035"/>
                </a:lnTo>
                <a:lnTo>
                  <a:pt x="936612" y="106446"/>
                </a:lnTo>
                <a:lnTo>
                  <a:pt x="936887" y="106851"/>
                </a:lnTo>
                <a:lnTo>
                  <a:pt x="937169" y="107248"/>
                </a:lnTo>
                <a:lnTo>
                  <a:pt x="937458" y="107639"/>
                </a:lnTo>
                <a:lnTo>
                  <a:pt x="937755" y="108022"/>
                </a:lnTo>
                <a:lnTo>
                  <a:pt x="938058" y="108398"/>
                </a:lnTo>
                <a:lnTo>
                  <a:pt x="938369" y="108767"/>
                </a:lnTo>
                <a:lnTo>
                  <a:pt x="938687" y="109130"/>
                </a:lnTo>
                <a:lnTo>
                  <a:pt x="939012" y="109485"/>
                </a:lnTo>
                <a:lnTo>
                  <a:pt x="939344" y="109833"/>
                </a:lnTo>
                <a:lnTo>
                  <a:pt x="939683" y="110174"/>
                </a:lnTo>
                <a:lnTo>
                  <a:pt x="940030" y="110507"/>
                </a:lnTo>
                <a:lnTo>
                  <a:pt x="940383" y="110834"/>
                </a:lnTo>
                <a:lnTo>
                  <a:pt x="940744" y="111154"/>
                </a:lnTo>
                <a:lnTo>
                  <a:pt x="941112" y="111467"/>
                </a:lnTo>
                <a:lnTo>
                  <a:pt x="941488" y="111772"/>
                </a:lnTo>
                <a:lnTo>
                  <a:pt x="941870" y="112071"/>
                </a:lnTo>
                <a:lnTo>
                  <a:pt x="942259" y="112362"/>
                </a:lnTo>
                <a:lnTo>
                  <a:pt x="942655" y="112647"/>
                </a:lnTo>
                <a:lnTo>
                  <a:pt x="943056" y="112924"/>
                </a:lnTo>
                <a:lnTo>
                  <a:pt x="943462" y="113196"/>
                </a:lnTo>
                <a:lnTo>
                  <a:pt x="943873" y="113460"/>
                </a:lnTo>
                <a:lnTo>
                  <a:pt x="944289" y="113718"/>
                </a:lnTo>
                <a:lnTo>
                  <a:pt x="944710" y="113969"/>
                </a:lnTo>
                <a:lnTo>
                  <a:pt x="945137" y="114214"/>
                </a:lnTo>
                <a:lnTo>
                  <a:pt x="945568" y="114452"/>
                </a:lnTo>
                <a:lnTo>
                  <a:pt x="946005" y="114684"/>
                </a:lnTo>
                <a:lnTo>
                  <a:pt x="946446" y="114909"/>
                </a:lnTo>
                <a:lnTo>
                  <a:pt x="946893" y="115127"/>
                </a:lnTo>
                <a:lnTo>
                  <a:pt x="947345" y="115339"/>
                </a:lnTo>
                <a:lnTo>
                  <a:pt x="947802" y="115544"/>
                </a:lnTo>
                <a:lnTo>
                  <a:pt x="948265" y="115743"/>
                </a:lnTo>
                <a:lnTo>
                  <a:pt x="948732" y="115934"/>
                </a:lnTo>
                <a:lnTo>
                  <a:pt x="949204" y="116120"/>
                </a:lnTo>
                <a:lnTo>
                  <a:pt x="949682" y="116298"/>
                </a:lnTo>
                <a:lnTo>
                  <a:pt x="950165" y="116471"/>
                </a:lnTo>
                <a:lnTo>
                  <a:pt x="950652" y="116636"/>
                </a:lnTo>
                <a:lnTo>
                  <a:pt x="951145" y="116795"/>
                </a:lnTo>
                <a:lnTo>
                  <a:pt x="951643" y="116947"/>
                </a:lnTo>
                <a:lnTo>
                  <a:pt x="952146" y="117093"/>
                </a:lnTo>
                <a:lnTo>
                  <a:pt x="952655" y="117232"/>
                </a:lnTo>
                <a:lnTo>
                  <a:pt x="953168" y="117364"/>
                </a:lnTo>
                <a:lnTo>
                  <a:pt x="953686" y="117491"/>
                </a:lnTo>
                <a:lnTo>
                  <a:pt x="954206" y="117612"/>
                </a:lnTo>
                <a:lnTo>
                  <a:pt x="954729" y="117728"/>
                </a:lnTo>
                <a:lnTo>
                  <a:pt x="955254" y="117838"/>
                </a:lnTo>
                <a:lnTo>
                  <a:pt x="955783" y="117943"/>
                </a:lnTo>
                <a:lnTo>
                  <a:pt x="956314" y="118042"/>
                </a:lnTo>
                <a:lnTo>
                  <a:pt x="956848" y="118136"/>
                </a:lnTo>
                <a:lnTo>
                  <a:pt x="957385" y="118225"/>
                </a:lnTo>
                <a:lnTo>
                  <a:pt x="957924" y="118309"/>
                </a:lnTo>
                <a:lnTo>
                  <a:pt x="958467" y="118387"/>
                </a:lnTo>
                <a:lnTo>
                  <a:pt x="959012" y="118459"/>
                </a:lnTo>
                <a:lnTo>
                  <a:pt x="959560" y="118527"/>
                </a:lnTo>
                <a:lnTo>
                  <a:pt x="960110" y="118588"/>
                </a:lnTo>
                <a:lnTo>
                  <a:pt x="960664" y="118645"/>
                </a:lnTo>
                <a:lnTo>
                  <a:pt x="961220" y="118696"/>
                </a:lnTo>
                <a:lnTo>
                  <a:pt x="961779" y="118742"/>
                </a:lnTo>
                <a:lnTo>
                  <a:pt x="962341" y="118782"/>
                </a:lnTo>
                <a:lnTo>
                  <a:pt x="962906" y="118817"/>
                </a:lnTo>
                <a:lnTo>
                  <a:pt x="963473" y="118847"/>
                </a:lnTo>
                <a:lnTo>
                  <a:pt x="964043" y="118871"/>
                </a:lnTo>
                <a:lnTo>
                  <a:pt x="964616" y="118890"/>
                </a:lnTo>
                <a:lnTo>
                  <a:pt x="965192" y="118903"/>
                </a:lnTo>
                <a:lnTo>
                  <a:pt x="965770" y="118911"/>
                </a:lnTo>
                <a:lnTo>
                  <a:pt x="966351" y="118914"/>
                </a:lnTo>
                <a:lnTo>
                  <a:pt x="966925" y="118911"/>
                </a:lnTo>
                <a:lnTo>
                  <a:pt x="967496" y="118904"/>
                </a:lnTo>
                <a:lnTo>
                  <a:pt x="968063" y="118891"/>
                </a:lnTo>
                <a:lnTo>
                  <a:pt x="968627" y="118873"/>
                </a:lnTo>
                <a:lnTo>
                  <a:pt x="969187" y="118851"/>
                </a:lnTo>
                <a:close/>
                <a:moveTo>
                  <a:pt x="1025981" y="117396"/>
                </a:moveTo>
                <a:lnTo>
                  <a:pt x="1025981" y="31879"/>
                </a:lnTo>
                <a:lnTo>
                  <a:pt x="1011914" y="31879"/>
                </a:lnTo>
                <a:lnTo>
                  <a:pt x="1011914" y="117396"/>
                </a:lnTo>
                <a:lnTo>
                  <a:pt x="1025981" y="11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A74C2-3050-44AC-9A71-61FCC1FC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423" y="3080435"/>
            <a:ext cx="879668" cy="298237"/>
          </a:xfrm>
          <a:custGeom xmlns:a="http://schemas.openxmlformats.org/drawingml/2006/main">
            <a:pathLst>
              <a:path w="879668" h="298237">
                <a:moveTo>
                  <a:pt x="0" y="0"/>
                </a:moveTo>
                <a:lnTo>
                  <a:pt x="879668" y="0"/>
                </a:lnTo>
                <a:lnTo>
                  <a:pt x="879668" y="298237"/>
                </a:lnTo>
                <a:lnTo>
                  <a:pt x="0" y="2982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OnlineQA">
            <a:extLst xmlns:a="http://schemas.openxmlformats.org/drawingml/2006/main">
              <a:ext uri="{FF2B5EF4-FFF2-40B4-BE49-F238E27FC236}">
                <a16:creationId xmlns:a16="http://schemas.microsoft.com/office/drawing/2014/main" id="{83376791-E493-4E7C-BC8D-BA4F5F3E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763" y="3172368"/>
            <a:ext cx="671465" cy="141347"/>
          </a:xfrm>
          <a:custGeom xmlns:a="http://schemas.openxmlformats.org/drawingml/2006/main">
            <a:pathLst>
              <a:path w="671465" h="141347">
                <a:moveTo>
                  <a:pt x="248797" y="16325"/>
                </a:moveTo>
                <a:lnTo>
                  <a:pt x="249109" y="16297"/>
                </a:lnTo>
                <a:lnTo>
                  <a:pt x="249415" y="16261"/>
                </a:lnTo>
                <a:lnTo>
                  <a:pt x="249716" y="16216"/>
                </a:lnTo>
                <a:lnTo>
                  <a:pt x="250012" y="16164"/>
                </a:lnTo>
                <a:lnTo>
                  <a:pt x="250302" y="16104"/>
                </a:lnTo>
                <a:lnTo>
                  <a:pt x="250587" y="16035"/>
                </a:lnTo>
                <a:lnTo>
                  <a:pt x="250867" y="15959"/>
                </a:lnTo>
                <a:lnTo>
                  <a:pt x="251142" y="15874"/>
                </a:lnTo>
                <a:lnTo>
                  <a:pt x="251411" y="15781"/>
                </a:lnTo>
                <a:lnTo>
                  <a:pt x="251675" y="15681"/>
                </a:lnTo>
                <a:lnTo>
                  <a:pt x="251934" y="15572"/>
                </a:lnTo>
                <a:lnTo>
                  <a:pt x="252188" y="15455"/>
                </a:lnTo>
                <a:lnTo>
                  <a:pt x="252436" y="15330"/>
                </a:lnTo>
                <a:lnTo>
                  <a:pt x="252679" y="15198"/>
                </a:lnTo>
                <a:lnTo>
                  <a:pt x="252917" y="15057"/>
                </a:lnTo>
                <a:lnTo>
                  <a:pt x="253150" y="14908"/>
                </a:lnTo>
                <a:lnTo>
                  <a:pt x="253377" y="14751"/>
                </a:lnTo>
                <a:lnTo>
                  <a:pt x="253599" y="14586"/>
                </a:lnTo>
                <a:lnTo>
                  <a:pt x="253816" y="14412"/>
                </a:lnTo>
                <a:lnTo>
                  <a:pt x="254027" y="14231"/>
                </a:lnTo>
                <a:lnTo>
                  <a:pt x="254233" y="14042"/>
                </a:lnTo>
                <a:lnTo>
                  <a:pt x="254433" y="13847"/>
                </a:lnTo>
                <a:lnTo>
                  <a:pt x="254623" y="13647"/>
                </a:lnTo>
                <a:lnTo>
                  <a:pt x="254806" y="13443"/>
                </a:lnTo>
                <a:lnTo>
                  <a:pt x="254980" y="13235"/>
                </a:lnTo>
                <a:lnTo>
                  <a:pt x="255145" y="13023"/>
                </a:lnTo>
                <a:lnTo>
                  <a:pt x="255302" y="12806"/>
                </a:lnTo>
                <a:lnTo>
                  <a:pt x="255450" y="12585"/>
                </a:lnTo>
                <a:lnTo>
                  <a:pt x="255590" y="12360"/>
                </a:lnTo>
                <a:lnTo>
                  <a:pt x="255722" y="12131"/>
                </a:lnTo>
                <a:lnTo>
                  <a:pt x="255845" y="11897"/>
                </a:lnTo>
                <a:lnTo>
                  <a:pt x="255959" y="11659"/>
                </a:lnTo>
                <a:lnTo>
                  <a:pt x="256065" y="11417"/>
                </a:lnTo>
                <a:lnTo>
                  <a:pt x="256163" y="11171"/>
                </a:lnTo>
                <a:lnTo>
                  <a:pt x="256252" y="10920"/>
                </a:lnTo>
                <a:lnTo>
                  <a:pt x="256333" y="10665"/>
                </a:lnTo>
                <a:lnTo>
                  <a:pt x="256405" y="10406"/>
                </a:lnTo>
                <a:lnTo>
                  <a:pt x="256468" y="10143"/>
                </a:lnTo>
                <a:lnTo>
                  <a:pt x="256523" y="9875"/>
                </a:lnTo>
                <a:lnTo>
                  <a:pt x="256570" y="9603"/>
                </a:lnTo>
                <a:lnTo>
                  <a:pt x="256608" y="9327"/>
                </a:lnTo>
                <a:lnTo>
                  <a:pt x="256638" y="9047"/>
                </a:lnTo>
                <a:lnTo>
                  <a:pt x="256659" y="8762"/>
                </a:lnTo>
                <a:lnTo>
                  <a:pt x="256672" y="8474"/>
                </a:lnTo>
                <a:lnTo>
                  <a:pt x="256676" y="8181"/>
                </a:lnTo>
                <a:lnTo>
                  <a:pt x="256672" y="7888"/>
                </a:lnTo>
                <a:lnTo>
                  <a:pt x="256659" y="7599"/>
                </a:lnTo>
                <a:lnTo>
                  <a:pt x="256638" y="7314"/>
                </a:lnTo>
                <a:lnTo>
                  <a:pt x="256608" y="7034"/>
                </a:lnTo>
                <a:lnTo>
                  <a:pt x="256570" y="6758"/>
                </a:lnTo>
                <a:lnTo>
                  <a:pt x="256523" y="6486"/>
                </a:lnTo>
                <a:lnTo>
                  <a:pt x="256468" y="6218"/>
                </a:lnTo>
                <a:lnTo>
                  <a:pt x="256405" y="5955"/>
                </a:lnTo>
                <a:lnTo>
                  <a:pt x="256333" y="5696"/>
                </a:lnTo>
                <a:lnTo>
                  <a:pt x="256252" y="5441"/>
                </a:lnTo>
                <a:lnTo>
                  <a:pt x="256163" y="5191"/>
                </a:lnTo>
                <a:lnTo>
                  <a:pt x="256065" y="4944"/>
                </a:lnTo>
                <a:lnTo>
                  <a:pt x="255959" y="4702"/>
                </a:lnTo>
                <a:lnTo>
                  <a:pt x="255845" y="4464"/>
                </a:lnTo>
                <a:lnTo>
                  <a:pt x="255722" y="4231"/>
                </a:lnTo>
                <a:lnTo>
                  <a:pt x="255590" y="4001"/>
                </a:lnTo>
                <a:lnTo>
                  <a:pt x="255450" y="3776"/>
                </a:lnTo>
                <a:lnTo>
                  <a:pt x="255302" y="3555"/>
                </a:lnTo>
                <a:lnTo>
                  <a:pt x="255145" y="3339"/>
                </a:lnTo>
                <a:lnTo>
                  <a:pt x="254980" y="3126"/>
                </a:lnTo>
                <a:lnTo>
                  <a:pt x="254806" y="2918"/>
                </a:lnTo>
                <a:lnTo>
                  <a:pt x="254623" y="2714"/>
                </a:lnTo>
                <a:lnTo>
                  <a:pt x="254433" y="2515"/>
                </a:lnTo>
                <a:lnTo>
                  <a:pt x="254233" y="2319"/>
                </a:lnTo>
                <a:lnTo>
                  <a:pt x="254027" y="2130"/>
                </a:lnTo>
                <a:lnTo>
                  <a:pt x="253816" y="1949"/>
                </a:lnTo>
                <a:lnTo>
                  <a:pt x="253599" y="1776"/>
                </a:lnTo>
                <a:lnTo>
                  <a:pt x="253377" y="1611"/>
                </a:lnTo>
                <a:lnTo>
                  <a:pt x="253150" y="1454"/>
                </a:lnTo>
                <a:lnTo>
                  <a:pt x="252917" y="1305"/>
                </a:lnTo>
                <a:lnTo>
                  <a:pt x="252679" y="1164"/>
                </a:lnTo>
                <a:lnTo>
                  <a:pt x="252436" y="1031"/>
                </a:lnTo>
                <a:lnTo>
                  <a:pt x="252188" y="906"/>
                </a:lnTo>
                <a:lnTo>
                  <a:pt x="251934" y="789"/>
                </a:lnTo>
                <a:lnTo>
                  <a:pt x="251675" y="680"/>
                </a:lnTo>
                <a:lnTo>
                  <a:pt x="251411" y="580"/>
                </a:lnTo>
                <a:lnTo>
                  <a:pt x="251142" y="487"/>
                </a:lnTo>
                <a:lnTo>
                  <a:pt x="250867" y="403"/>
                </a:lnTo>
                <a:lnTo>
                  <a:pt x="250587" y="326"/>
                </a:lnTo>
                <a:lnTo>
                  <a:pt x="250302" y="258"/>
                </a:lnTo>
                <a:lnTo>
                  <a:pt x="250012" y="197"/>
                </a:lnTo>
                <a:lnTo>
                  <a:pt x="249716" y="145"/>
                </a:lnTo>
                <a:lnTo>
                  <a:pt x="249415" y="101"/>
                </a:lnTo>
                <a:lnTo>
                  <a:pt x="249109" y="64"/>
                </a:lnTo>
                <a:lnTo>
                  <a:pt x="248797" y="36"/>
                </a:lnTo>
                <a:lnTo>
                  <a:pt x="248480" y="16"/>
                </a:lnTo>
                <a:lnTo>
                  <a:pt x="248158" y="4"/>
                </a:lnTo>
                <a:lnTo>
                  <a:pt x="247831" y="0"/>
                </a:lnTo>
                <a:lnTo>
                  <a:pt x="247497" y="4"/>
                </a:lnTo>
                <a:lnTo>
                  <a:pt x="247169" y="16"/>
                </a:lnTo>
                <a:lnTo>
                  <a:pt x="246847" y="36"/>
                </a:lnTo>
                <a:lnTo>
                  <a:pt x="246530" y="64"/>
                </a:lnTo>
                <a:lnTo>
                  <a:pt x="246220" y="101"/>
                </a:lnTo>
                <a:lnTo>
                  <a:pt x="245915" y="145"/>
                </a:lnTo>
                <a:lnTo>
                  <a:pt x="245616" y="197"/>
                </a:lnTo>
                <a:lnTo>
                  <a:pt x="245323" y="258"/>
                </a:lnTo>
                <a:lnTo>
                  <a:pt x="245035" y="326"/>
                </a:lnTo>
                <a:lnTo>
                  <a:pt x="244754" y="403"/>
                </a:lnTo>
                <a:lnTo>
                  <a:pt x="244479" y="487"/>
                </a:lnTo>
                <a:lnTo>
                  <a:pt x="244209" y="580"/>
                </a:lnTo>
                <a:lnTo>
                  <a:pt x="243945" y="680"/>
                </a:lnTo>
                <a:lnTo>
                  <a:pt x="243687" y="789"/>
                </a:lnTo>
                <a:lnTo>
                  <a:pt x="243435" y="906"/>
                </a:lnTo>
                <a:lnTo>
                  <a:pt x="243189" y="1031"/>
                </a:lnTo>
                <a:lnTo>
                  <a:pt x="242948" y="1164"/>
                </a:lnTo>
                <a:lnTo>
                  <a:pt x="242714" y="1305"/>
                </a:lnTo>
                <a:lnTo>
                  <a:pt x="242485" y="1454"/>
                </a:lnTo>
                <a:lnTo>
                  <a:pt x="242262" y="1611"/>
                </a:lnTo>
                <a:lnTo>
                  <a:pt x="242045" y="1776"/>
                </a:lnTo>
                <a:lnTo>
                  <a:pt x="241834" y="1949"/>
                </a:lnTo>
                <a:lnTo>
                  <a:pt x="241629" y="2130"/>
                </a:lnTo>
                <a:lnTo>
                  <a:pt x="241429" y="2319"/>
                </a:lnTo>
                <a:lnTo>
                  <a:pt x="241237" y="2515"/>
                </a:lnTo>
                <a:lnTo>
                  <a:pt x="241052" y="2714"/>
                </a:lnTo>
                <a:lnTo>
                  <a:pt x="240876" y="2918"/>
                </a:lnTo>
                <a:lnTo>
                  <a:pt x="240708" y="3126"/>
                </a:lnTo>
                <a:lnTo>
                  <a:pt x="240549" y="3339"/>
                </a:lnTo>
                <a:lnTo>
                  <a:pt x="240397" y="3555"/>
                </a:lnTo>
                <a:lnTo>
                  <a:pt x="240254" y="3776"/>
                </a:lnTo>
                <a:lnTo>
                  <a:pt x="240119" y="4001"/>
                </a:lnTo>
                <a:lnTo>
                  <a:pt x="239992" y="4231"/>
                </a:lnTo>
                <a:lnTo>
                  <a:pt x="239873" y="4464"/>
                </a:lnTo>
                <a:lnTo>
                  <a:pt x="239762" y="4702"/>
                </a:lnTo>
                <a:lnTo>
                  <a:pt x="239660" y="4944"/>
                </a:lnTo>
                <a:lnTo>
                  <a:pt x="239566" y="5191"/>
                </a:lnTo>
                <a:lnTo>
                  <a:pt x="239480" y="5441"/>
                </a:lnTo>
                <a:lnTo>
                  <a:pt x="239402" y="5696"/>
                </a:lnTo>
                <a:lnTo>
                  <a:pt x="239332" y="5955"/>
                </a:lnTo>
                <a:lnTo>
                  <a:pt x="239271" y="6218"/>
                </a:lnTo>
                <a:lnTo>
                  <a:pt x="239218" y="6486"/>
                </a:lnTo>
                <a:lnTo>
                  <a:pt x="239173" y="6758"/>
                </a:lnTo>
                <a:lnTo>
                  <a:pt x="239136" y="7034"/>
                </a:lnTo>
                <a:lnTo>
                  <a:pt x="239107" y="7314"/>
                </a:lnTo>
                <a:lnTo>
                  <a:pt x="239087" y="7599"/>
                </a:lnTo>
                <a:lnTo>
                  <a:pt x="239075" y="7888"/>
                </a:lnTo>
                <a:lnTo>
                  <a:pt x="239070" y="8181"/>
                </a:lnTo>
                <a:lnTo>
                  <a:pt x="239075" y="8474"/>
                </a:lnTo>
                <a:lnTo>
                  <a:pt x="239087" y="8762"/>
                </a:lnTo>
                <a:lnTo>
                  <a:pt x="239107" y="9047"/>
                </a:lnTo>
                <a:lnTo>
                  <a:pt x="239136" y="9327"/>
                </a:lnTo>
                <a:lnTo>
                  <a:pt x="239173" y="9603"/>
                </a:lnTo>
                <a:lnTo>
                  <a:pt x="239218" y="9875"/>
                </a:lnTo>
                <a:lnTo>
                  <a:pt x="239271" y="10143"/>
                </a:lnTo>
                <a:lnTo>
                  <a:pt x="239332" y="10406"/>
                </a:lnTo>
                <a:lnTo>
                  <a:pt x="239402" y="10665"/>
                </a:lnTo>
                <a:lnTo>
                  <a:pt x="239480" y="10920"/>
                </a:lnTo>
                <a:lnTo>
                  <a:pt x="239566" y="11171"/>
                </a:lnTo>
                <a:lnTo>
                  <a:pt x="239660" y="11417"/>
                </a:lnTo>
                <a:lnTo>
                  <a:pt x="239762" y="11659"/>
                </a:lnTo>
                <a:lnTo>
                  <a:pt x="239873" y="11897"/>
                </a:lnTo>
                <a:lnTo>
                  <a:pt x="239992" y="12131"/>
                </a:lnTo>
                <a:lnTo>
                  <a:pt x="240119" y="12360"/>
                </a:lnTo>
                <a:lnTo>
                  <a:pt x="240254" y="12585"/>
                </a:lnTo>
                <a:lnTo>
                  <a:pt x="240397" y="12806"/>
                </a:lnTo>
                <a:lnTo>
                  <a:pt x="240549" y="13023"/>
                </a:lnTo>
                <a:lnTo>
                  <a:pt x="240708" y="13235"/>
                </a:lnTo>
                <a:lnTo>
                  <a:pt x="240876" y="13443"/>
                </a:lnTo>
                <a:lnTo>
                  <a:pt x="241052" y="13647"/>
                </a:lnTo>
                <a:lnTo>
                  <a:pt x="241237" y="13847"/>
                </a:lnTo>
                <a:lnTo>
                  <a:pt x="241429" y="14042"/>
                </a:lnTo>
                <a:lnTo>
                  <a:pt x="241629" y="14231"/>
                </a:lnTo>
                <a:lnTo>
                  <a:pt x="241834" y="14412"/>
                </a:lnTo>
                <a:lnTo>
                  <a:pt x="242045" y="14586"/>
                </a:lnTo>
                <a:lnTo>
                  <a:pt x="242262" y="14751"/>
                </a:lnTo>
                <a:lnTo>
                  <a:pt x="242485" y="14908"/>
                </a:lnTo>
                <a:lnTo>
                  <a:pt x="242714" y="15057"/>
                </a:lnTo>
                <a:lnTo>
                  <a:pt x="242948" y="15198"/>
                </a:lnTo>
                <a:lnTo>
                  <a:pt x="243189" y="15330"/>
                </a:lnTo>
                <a:lnTo>
                  <a:pt x="243435" y="15455"/>
                </a:lnTo>
                <a:lnTo>
                  <a:pt x="243687" y="15572"/>
                </a:lnTo>
                <a:lnTo>
                  <a:pt x="243945" y="15681"/>
                </a:lnTo>
                <a:lnTo>
                  <a:pt x="244209" y="15781"/>
                </a:lnTo>
                <a:lnTo>
                  <a:pt x="244479" y="15874"/>
                </a:lnTo>
                <a:lnTo>
                  <a:pt x="244754" y="15959"/>
                </a:lnTo>
                <a:lnTo>
                  <a:pt x="245035" y="16035"/>
                </a:lnTo>
                <a:lnTo>
                  <a:pt x="245323" y="16104"/>
                </a:lnTo>
                <a:lnTo>
                  <a:pt x="245616" y="16164"/>
                </a:lnTo>
                <a:lnTo>
                  <a:pt x="245915" y="16216"/>
                </a:lnTo>
                <a:lnTo>
                  <a:pt x="246220" y="16261"/>
                </a:lnTo>
                <a:lnTo>
                  <a:pt x="246530" y="16297"/>
                </a:lnTo>
                <a:lnTo>
                  <a:pt x="246847" y="16325"/>
                </a:lnTo>
                <a:lnTo>
                  <a:pt x="247169" y="16345"/>
                </a:lnTo>
                <a:lnTo>
                  <a:pt x="247497" y="16357"/>
                </a:lnTo>
                <a:lnTo>
                  <a:pt x="247831" y="16361"/>
                </a:lnTo>
                <a:lnTo>
                  <a:pt x="248158" y="16357"/>
                </a:lnTo>
                <a:lnTo>
                  <a:pt x="248480" y="16345"/>
                </a:lnTo>
                <a:lnTo>
                  <a:pt x="248797" y="16325"/>
                </a:lnTo>
                <a:close/>
                <a:moveTo>
                  <a:pt x="226187" y="105926"/>
                </a:moveTo>
                <a:lnTo>
                  <a:pt x="225578" y="105919"/>
                </a:lnTo>
                <a:lnTo>
                  <a:pt x="224989" y="105898"/>
                </a:lnTo>
                <a:lnTo>
                  <a:pt x="224418" y="105863"/>
                </a:lnTo>
                <a:lnTo>
                  <a:pt x="223867" y="105814"/>
                </a:lnTo>
                <a:lnTo>
                  <a:pt x="223334" y="105751"/>
                </a:lnTo>
                <a:lnTo>
                  <a:pt x="222820" y="105673"/>
                </a:lnTo>
                <a:lnTo>
                  <a:pt x="222325" y="105582"/>
                </a:lnTo>
                <a:lnTo>
                  <a:pt x="221848" y="105476"/>
                </a:lnTo>
                <a:lnTo>
                  <a:pt x="221391" y="105357"/>
                </a:lnTo>
                <a:lnTo>
                  <a:pt x="220953" y="105223"/>
                </a:lnTo>
                <a:lnTo>
                  <a:pt x="220533" y="105076"/>
                </a:lnTo>
                <a:lnTo>
                  <a:pt x="220132" y="104914"/>
                </a:lnTo>
                <a:lnTo>
                  <a:pt x="219750" y="104738"/>
                </a:lnTo>
                <a:lnTo>
                  <a:pt x="219387" y="104549"/>
                </a:lnTo>
                <a:lnTo>
                  <a:pt x="219043" y="104345"/>
                </a:lnTo>
                <a:lnTo>
                  <a:pt x="218718" y="104127"/>
                </a:lnTo>
                <a:lnTo>
                  <a:pt x="218411" y="103895"/>
                </a:lnTo>
                <a:lnTo>
                  <a:pt x="218124" y="103649"/>
                </a:lnTo>
                <a:lnTo>
                  <a:pt x="217855" y="103389"/>
                </a:lnTo>
                <a:lnTo>
                  <a:pt x="217605" y="103115"/>
                </a:lnTo>
                <a:lnTo>
                  <a:pt x="217374" y="102827"/>
                </a:lnTo>
                <a:lnTo>
                  <a:pt x="217162" y="102525"/>
                </a:lnTo>
                <a:lnTo>
                  <a:pt x="216969" y="102208"/>
                </a:lnTo>
                <a:lnTo>
                  <a:pt x="216794" y="101878"/>
                </a:lnTo>
                <a:lnTo>
                  <a:pt x="216633" y="101534"/>
                </a:lnTo>
                <a:lnTo>
                  <a:pt x="216478" y="101178"/>
                </a:lnTo>
                <a:lnTo>
                  <a:pt x="216330" y="100809"/>
                </a:lnTo>
                <a:lnTo>
                  <a:pt x="216189" y="100428"/>
                </a:lnTo>
                <a:lnTo>
                  <a:pt x="216055" y="100034"/>
                </a:lnTo>
                <a:lnTo>
                  <a:pt x="215928" y="99627"/>
                </a:lnTo>
                <a:lnTo>
                  <a:pt x="215808" y="99208"/>
                </a:lnTo>
                <a:lnTo>
                  <a:pt x="215694" y="98776"/>
                </a:lnTo>
                <a:lnTo>
                  <a:pt x="215588" y="98332"/>
                </a:lnTo>
                <a:lnTo>
                  <a:pt x="215488" y="97875"/>
                </a:lnTo>
                <a:lnTo>
                  <a:pt x="215395" y="97405"/>
                </a:lnTo>
                <a:lnTo>
                  <a:pt x="215310" y="96923"/>
                </a:lnTo>
                <a:lnTo>
                  <a:pt x="215230" y="96429"/>
                </a:lnTo>
                <a:lnTo>
                  <a:pt x="215158" y="95921"/>
                </a:lnTo>
                <a:lnTo>
                  <a:pt x="215093" y="95401"/>
                </a:lnTo>
                <a:lnTo>
                  <a:pt x="215035" y="94869"/>
                </a:lnTo>
                <a:lnTo>
                  <a:pt x="214983" y="94324"/>
                </a:lnTo>
                <a:lnTo>
                  <a:pt x="214938" y="93766"/>
                </a:lnTo>
                <a:lnTo>
                  <a:pt x="214901" y="93196"/>
                </a:lnTo>
                <a:lnTo>
                  <a:pt x="214870" y="92613"/>
                </a:lnTo>
                <a:lnTo>
                  <a:pt x="214846" y="92017"/>
                </a:lnTo>
                <a:lnTo>
                  <a:pt x="214828" y="91409"/>
                </a:lnTo>
                <a:lnTo>
                  <a:pt x="214818" y="90789"/>
                </a:lnTo>
                <a:lnTo>
                  <a:pt x="214815" y="90155"/>
                </a:lnTo>
                <a:lnTo>
                  <a:pt x="214815" y="3879"/>
                </a:lnTo>
                <a:lnTo>
                  <a:pt x="200747" y="3879"/>
                </a:lnTo>
                <a:lnTo>
                  <a:pt x="200747" y="90830"/>
                </a:lnTo>
                <a:lnTo>
                  <a:pt x="200750" y="91522"/>
                </a:lnTo>
                <a:lnTo>
                  <a:pt x="200761" y="92205"/>
                </a:lnTo>
                <a:lnTo>
                  <a:pt x="200778" y="92880"/>
                </a:lnTo>
                <a:lnTo>
                  <a:pt x="200802" y="93546"/>
                </a:lnTo>
                <a:lnTo>
                  <a:pt x="200833" y="94205"/>
                </a:lnTo>
                <a:lnTo>
                  <a:pt x="200871" y="94854"/>
                </a:lnTo>
                <a:lnTo>
                  <a:pt x="200915" y="95496"/>
                </a:lnTo>
                <a:lnTo>
                  <a:pt x="200967" y="96129"/>
                </a:lnTo>
                <a:lnTo>
                  <a:pt x="201025" y="96754"/>
                </a:lnTo>
                <a:lnTo>
                  <a:pt x="201091" y="97370"/>
                </a:lnTo>
                <a:lnTo>
                  <a:pt x="201163" y="97979"/>
                </a:lnTo>
                <a:lnTo>
                  <a:pt x="201242" y="98578"/>
                </a:lnTo>
                <a:lnTo>
                  <a:pt x="201328" y="99170"/>
                </a:lnTo>
                <a:lnTo>
                  <a:pt x="201421" y="99753"/>
                </a:lnTo>
                <a:lnTo>
                  <a:pt x="201520" y="100328"/>
                </a:lnTo>
                <a:lnTo>
                  <a:pt x="201627" y="100894"/>
                </a:lnTo>
                <a:lnTo>
                  <a:pt x="201740" y="101452"/>
                </a:lnTo>
                <a:lnTo>
                  <a:pt x="201860" y="102002"/>
                </a:lnTo>
                <a:lnTo>
                  <a:pt x="201988" y="102543"/>
                </a:lnTo>
                <a:lnTo>
                  <a:pt x="202122" y="103076"/>
                </a:lnTo>
                <a:lnTo>
                  <a:pt x="202263" y="103601"/>
                </a:lnTo>
                <a:lnTo>
                  <a:pt x="202410" y="104117"/>
                </a:lnTo>
                <a:lnTo>
                  <a:pt x="202565" y="104625"/>
                </a:lnTo>
                <a:lnTo>
                  <a:pt x="202727" y="105125"/>
                </a:lnTo>
                <a:lnTo>
                  <a:pt x="202897" y="105616"/>
                </a:lnTo>
                <a:lnTo>
                  <a:pt x="203080" y="106097"/>
                </a:lnTo>
                <a:lnTo>
                  <a:pt x="203273" y="106568"/>
                </a:lnTo>
                <a:lnTo>
                  <a:pt x="203479" y="107030"/>
                </a:lnTo>
                <a:lnTo>
                  <a:pt x="203696" y="107482"/>
                </a:lnTo>
                <a:lnTo>
                  <a:pt x="203924" y="107924"/>
                </a:lnTo>
                <a:lnTo>
                  <a:pt x="204164" y="108357"/>
                </a:lnTo>
                <a:lnTo>
                  <a:pt x="204416" y="108780"/>
                </a:lnTo>
                <a:lnTo>
                  <a:pt x="204679" y="109193"/>
                </a:lnTo>
                <a:lnTo>
                  <a:pt x="204954" y="109597"/>
                </a:lnTo>
                <a:lnTo>
                  <a:pt x="205240" y="109991"/>
                </a:lnTo>
                <a:lnTo>
                  <a:pt x="205538" y="110375"/>
                </a:lnTo>
                <a:lnTo>
                  <a:pt x="205847" y="110750"/>
                </a:lnTo>
                <a:lnTo>
                  <a:pt x="206168" y="111115"/>
                </a:lnTo>
                <a:lnTo>
                  <a:pt x="206501" y="111470"/>
                </a:lnTo>
                <a:lnTo>
                  <a:pt x="206845" y="111816"/>
                </a:lnTo>
                <a:lnTo>
                  <a:pt x="207200" y="112152"/>
                </a:lnTo>
                <a:lnTo>
                  <a:pt x="207568" y="112478"/>
                </a:lnTo>
                <a:lnTo>
                  <a:pt x="207946" y="112795"/>
                </a:lnTo>
                <a:lnTo>
                  <a:pt x="208337" y="113102"/>
                </a:lnTo>
                <a:lnTo>
                  <a:pt x="208738" y="113399"/>
                </a:lnTo>
                <a:lnTo>
                  <a:pt x="209152" y="113687"/>
                </a:lnTo>
                <a:lnTo>
                  <a:pt x="209577" y="113965"/>
                </a:lnTo>
                <a:lnTo>
                  <a:pt x="210013" y="114233"/>
                </a:lnTo>
                <a:lnTo>
                  <a:pt x="210463" y="114491"/>
                </a:lnTo>
                <a:lnTo>
                  <a:pt x="210930" y="114738"/>
                </a:lnTo>
                <a:lnTo>
                  <a:pt x="211412" y="114975"/>
                </a:lnTo>
                <a:lnTo>
                  <a:pt x="211911" y="115200"/>
                </a:lnTo>
                <a:lnTo>
                  <a:pt x="212425" y="115414"/>
                </a:lnTo>
                <a:lnTo>
                  <a:pt x="212956" y="115617"/>
                </a:lnTo>
                <a:lnTo>
                  <a:pt x="213503" y="115809"/>
                </a:lnTo>
                <a:lnTo>
                  <a:pt x="214066" y="115990"/>
                </a:lnTo>
                <a:lnTo>
                  <a:pt x="214645" y="116161"/>
                </a:lnTo>
                <a:lnTo>
                  <a:pt x="215240" y="116320"/>
                </a:lnTo>
                <a:lnTo>
                  <a:pt x="215851" y="116468"/>
                </a:lnTo>
                <a:lnTo>
                  <a:pt x="216478" y="116605"/>
                </a:lnTo>
                <a:lnTo>
                  <a:pt x="217122" y="116732"/>
                </a:lnTo>
                <a:lnTo>
                  <a:pt x="217781" y="116847"/>
                </a:lnTo>
                <a:lnTo>
                  <a:pt x="218457" y="116951"/>
                </a:lnTo>
                <a:lnTo>
                  <a:pt x="219148" y="117045"/>
                </a:lnTo>
                <a:lnTo>
                  <a:pt x="219856" y="117127"/>
                </a:lnTo>
                <a:lnTo>
                  <a:pt x="220580" y="117198"/>
                </a:lnTo>
                <a:lnTo>
                  <a:pt x="221319" y="117259"/>
                </a:lnTo>
                <a:lnTo>
                  <a:pt x="222075" y="117308"/>
                </a:lnTo>
                <a:lnTo>
                  <a:pt x="222847" y="117347"/>
                </a:lnTo>
                <a:lnTo>
                  <a:pt x="223636" y="117374"/>
                </a:lnTo>
                <a:lnTo>
                  <a:pt x="224440" y="117390"/>
                </a:lnTo>
                <a:lnTo>
                  <a:pt x="225260" y="117396"/>
                </a:lnTo>
                <a:lnTo>
                  <a:pt x="229977" y="117396"/>
                </a:lnTo>
                <a:lnTo>
                  <a:pt x="229977" y="105926"/>
                </a:lnTo>
                <a:lnTo>
                  <a:pt x="226187" y="105926"/>
                </a:lnTo>
                <a:close/>
                <a:moveTo>
                  <a:pt x="56604" y="118798"/>
                </a:moveTo>
                <a:lnTo>
                  <a:pt x="57968" y="118708"/>
                </a:lnTo>
                <a:lnTo>
                  <a:pt x="59313" y="118592"/>
                </a:lnTo>
                <a:lnTo>
                  <a:pt x="60638" y="118450"/>
                </a:lnTo>
                <a:lnTo>
                  <a:pt x="61944" y="118283"/>
                </a:lnTo>
                <a:lnTo>
                  <a:pt x="63230" y="118089"/>
                </a:lnTo>
                <a:lnTo>
                  <a:pt x="64496" y="117870"/>
                </a:lnTo>
                <a:lnTo>
                  <a:pt x="65744" y="117626"/>
                </a:lnTo>
                <a:lnTo>
                  <a:pt x="66971" y="117355"/>
                </a:lnTo>
                <a:lnTo>
                  <a:pt x="68180" y="117059"/>
                </a:lnTo>
                <a:lnTo>
                  <a:pt x="69369" y="116736"/>
                </a:lnTo>
                <a:lnTo>
                  <a:pt x="70538" y="116389"/>
                </a:lnTo>
                <a:lnTo>
                  <a:pt x="71688" y="116015"/>
                </a:lnTo>
                <a:lnTo>
                  <a:pt x="72819" y="115616"/>
                </a:lnTo>
                <a:lnTo>
                  <a:pt x="73930" y="115190"/>
                </a:lnTo>
                <a:lnTo>
                  <a:pt x="75022" y="114739"/>
                </a:lnTo>
                <a:lnTo>
                  <a:pt x="76094" y="114263"/>
                </a:lnTo>
                <a:lnTo>
                  <a:pt x="77146" y="113760"/>
                </a:lnTo>
                <a:lnTo>
                  <a:pt x="78180" y="113232"/>
                </a:lnTo>
                <a:lnTo>
                  <a:pt x="79194" y="112678"/>
                </a:lnTo>
                <a:lnTo>
                  <a:pt x="80188" y="112098"/>
                </a:lnTo>
                <a:lnTo>
                  <a:pt x="81163" y="111492"/>
                </a:lnTo>
                <a:lnTo>
                  <a:pt x="82118" y="110864"/>
                </a:lnTo>
                <a:lnTo>
                  <a:pt x="83054" y="110216"/>
                </a:lnTo>
                <a:lnTo>
                  <a:pt x="83970" y="109549"/>
                </a:lnTo>
                <a:lnTo>
                  <a:pt x="84866" y="108862"/>
                </a:lnTo>
                <a:lnTo>
                  <a:pt x="85742" y="108155"/>
                </a:lnTo>
                <a:lnTo>
                  <a:pt x="86599" y="107428"/>
                </a:lnTo>
                <a:lnTo>
                  <a:pt x="87436" y="106682"/>
                </a:lnTo>
                <a:lnTo>
                  <a:pt x="88253" y="105917"/>
                </a:lnTo>
                <a:lnTo>
                  <a:pt x="89050" y="105132"/>
                </a:lnTo>
                <a:lnTo>
                  <a:pt x="89828" y="104327"/>
                </a:lnTo>
                <a:lnTo>
                  <a:pt x="90586" y="103502"/>
                </a:lnTo>
                <a:lnTo>
                  <a:pt x="91324" y="102658"/>
                </a:lnTo>
                <a:lnTo>
                  <a:pt x="92043" y="101794"/>
                </a:lnTo>
                <a:lnTo>
                  <a:pt x="92741" y="100911"/>
                </a:lnTo>
                <a:lnTo>
                  <a:pt x="93420" y="100008"/>
                </a:lnTo>
                <a:lnTo>
                  <a:pt x="94079" y="99086"/>
                </a:lnTo>
                <a:lnTo>
                  <a:pt x="94719" y="98143"/>
                </a:lnTo>
                <a:lnTo>
                  <a:pt x="95339" y="97182"/>
                </a:lnTo>
                <a:lnTo>
                  <a:pt x="95939" y="96200"/>
                </a:lnTo>
                <a:lnTo>
                  <a:pt x="96519" y="95199"/>
                </a:lnTo>
                <a:lnTo>
                  <a:pt x="97079" y="94178"/>
                </a:lnTo>
                <a:lnTo>
                  <a:pt x="97620" y="93138"/>
                </a:lnTo>
                <a:lnTo>
                  <a:pt x="98141" y="92078"/>
                </a:lnTo>
                <a:lnTo>
                  <a:pt x="98642" y="90999"/>
                </a:lnTo>
                <a:lnTo>
                  <a:pt x="99123" y="89902"/>
                </a:lnTo>
                <a:lnTo>
                  <a:pt x="99584" y="88791"/>
                </a:lnTo>
                <a:lnTo>
                  <a:pt x="100024" y="87666"/>
                </a:lnTo>
                <a:lnTo>
                  <a:pt x="100444" y="86527"/>
                </a:lnTo>
                <a:lnTo>
                  <a:pt x="100843" y="85373"/>
                </a:lnTo>
                <a:lnTo>
                  <a:pt x="101222" y="84204"/>
                </a:lnTo>
                <a:lnTo>
                  <a:pt x="101580" y="83022"/>
                </a:lnTo>
                <a:lnTo>
                  <a:pt x="101918" y="81825"/>
                </a:lnTo>
                <a:lnTo>
                  <a:pt x="102236" y="80614"/>
                </a:lnTo>
                <a:lnTo>
                  <a:pt x="102532" y="79388"/>
                </a:lnTo>
                <a:lnTo>
                  <a:pt x="102809" y="78148"/>
                </a:lnTo>
                <a:lnTo>
                  <a:pt x="103065" y="76893"/>
                </a:lnTo>
                <a:lnTo>
                  <a:pt x="103300" y="75625"/>
                </a:lnTo>
                <a:lnTo>
                  <a:pt x="103515" y="74342"/>
                </a:lnTo>
                <a:lnTo>
                  <a:pt x="103710" y="73044"/>
                </a:lnTo>
                <a:lnTo>
                  <a:pt x="103884" y="71733"/>
                </a:lnTo>
                <a:lnTo>
                  <a:pt x="104037" y="70406"/>
                </a:lnTo>
                <a:lnTo>
                  <a:pt x="104170" y="69066"/>
                </a:lnTo>
                <a:lnTo>
                  <a:pt x="104283" y="67711"/>
                </a:lnTo>
                <a:lnTo>
                  <a:pt x="104375" y="66342"/>
                </a:lnTo>
                <a:lnTo>
                  <a:pt x="104447" y="64959"/>
                </a:lnTo>
                <a:lnTo>
                  <a:pt x="104498" y="63561"/>
                </a:lnTo>
                <a:lnTo>
                  <a:pt x="104529" y="62149"/>
                </a:lnTo>
                <a:lnTo>
                  <a:pt x="104539" y="60722"/>
                </a:lnTo>
                <a:lnTo>
                  <a:pt x="104529" y="59295"/>
                </a:lnTo>
                <a:lnTo>
                  <a:pt x="104498" y="57883"/>
                </a:lnTo>
                <a:lnTo>
                  <a:pt x="104447" y="56484"/>
                </a:lnTo>
                <a:lnTo>
                  <a:pt x="104375" y="55100"/>
                </a:lnTo>
                <a:lnTo>
                  <a:pt x="104283" y="53729"/>
                </a:lnTo>
                <a:lnTo>
                  <a:pt x="104170" y="52373"/>
                </a:lnTo>
                <a:lnTo>
                  <a:pt x="104037" y="51030"/>
                </a:lnTo>
                <a:lnTo>
                  <a:pt x="103884" y="49702"/>
                </a:lnTo>
                <a:lnTo>
                  <a:pt x="103710" y="48388"/>
                </a:lnTo>
                <a:lnTo>
                  <a:pt x="103515" y="47088"/>
                </a:lnTo>
                <a:lnTo>
                  <a:pt x="103300" y="45802"/>
                </a:lnTo>
                <a:lnTo>
                  <a:pt x="103065" y="44529"/>
                </a:lnTo>
                <a:lnTo>
                  <a:pt x="102809" y="43271"/>
                </a:lnTo>
                <a:lnTo>
                  <a:pt x="102532" y="42028"/>
                </a:lnTo>
                <a:lnTo>
                  <a:pt x="102236" y="40798"/>
                </a:lnTo>
                <a:lnTo>
                  <a:pt x="101918" y="39582"/>
                </a:lnTo>
                <a:lnTo>
                  <a:pt x="101580" y="38380"/>
                </a:lnTo>
                <a:lnTo>
                  <a:pt x="101222" y="37192"/>
                </a:lnTo>
                <a:lnTo>
                  <a:pt x="100843" y="36019"/>
                </a:lnTo>
                <a:lnTo>
                  <a:pt x="100444" y="34859"/>
                </a:lnTo>
                <a:lnTo>
                  <a:pt x="100024" y="33713"/>
                </a:lnTo>
                <a:lnTo>
                  <a:pt x="99584" y="32582"/>
                </a:lnTo>
                <a:lnTo>
                  <a:pt x="99123" y="31464"/>
                </a:lnTo>
                <a:lnTo>
                  <a:pt x="98642" y="30361"/>
                </a:lnTo>
                <a:lnTo>
                  <a:pt x="98141" y="29275"/>
                </a:lnTo>
                <a:lnTo>
                  <a:pt x="97620" y="28208"/>
                </a:lnTo>
                <a:lnTo>
                  <a:pt x="97079" y="27162"/>
                </a:lnTo>
                <a:lnTo>
                  <a:pt x="96519" y="26135"/>
                </a:lnTo>
                <a:lnTo>
                  <a:pt x="95939" y="25128"/>
                </a:lnTo>
                <a:lnTo>
                  <a:pt x="95339" y="24141"/>
                </a:lnTo>
                <a:lnTo>
                  <a:pt x="94719" y="23174"/>
                </a:lnTo>
                <a:lnTo>
                  <a:pt x="94079" y="22227"/>
                </a:lnTo>
                <a:lnTo>
                  <a:pt x="93420" y="21300"/>
                </a:lnTo>
                <a:lnTo>
                  <a:pt x="92741" y="20393"/>
                </a:lnTo>
                <a:lnTo>
                  <a:pt x="92043" y="19506"/>
                </a:lnTo>
                <a:lnTo>
                  <a:pt x="91324" y="18638"/>
                </a:lnTo>
                <a:lnTo>
                  <a:pt x="90586" y="17791"/>
                </a:lnTo>
                <a:lnTo>
                  <a:pt x="89828" y="16963"/>
                </a:lnTo>
                <a:lnTo>
                  <a:pt x="89050" y="16156"/>
                </a:lnTo>
                <a:lnTo>
                  <a:pt x="88253" y="15368"/>
                </a:lnTo>
                <a:lnTo>
                  <a:pt x="87436" y="14600"/>
                </a:lnTo>
                <a:lnTo>
                  <a:pt x="86599" y="13852"/>
                </a:lnTo>
                <a:lnTo>
                  <a:pt x="85742" y="13124"/>
                </a:lnTo>
                <a:lnTo>
                  <a:pt x="84866" y="12416"/>
                </a:lnTo>
                <a:lnTo>
                  <a:pt x="83970" y="11728"/>
                </a:lnTo>
                <a:lnTo>
                  <a:pt x="83054" y="11060"/>
                </a:lnTo>
                <a:lnTo>
                  <a:pt x="82118" y="10411"/>
                </a:lnTo>
                <a:lnTo>
                  <a:pt x="81163" y="9783"/>
                </a:lnTo>
                <a:lnTo>
                  <a:pt x="80188" y="9177"/>
                </a:lnTo>
                <a:lnTo>
                  <a:pt x="79194" y="8598"/>
                </a:lnTo>
                <a:lnTo>
                  <a:pt x="78180" y="8044"/>
                </a:lnTo>
                <a:lnTo>
                  <a:pt x="77146" y="7515"/>
                </a:lnTo>
                <a:lnTo>
                  <a:pt x="76094" y="7013"/>
                </a:lnTo>
                <a:lnTo>
                  <a:pt x="75022" y="6536"/>
                </a:lnTo>
                <a:lnTo>
                  <a:pt x="73930" y="6085"/>
                </a:lnTo>
                <a:lnTo>
                  <a:pt x="72819" y="5660"/>
                </a:lnTo>
                <a:lnTo>
                  <a:pt x="71688" y="5260"/>
                </a:lnTo>
                <a:lnTo>
                  <a:pt x="70538" y="4887"/>
                </a:lnTo>
                <a:lnTo>
                  <a:pt x="69369" y="4539"/>
                </a:lnTo>
                <a:lnTo>
                  <a:pt x="68180" y="4217"/>
                </a:lnTo>
                <a:lnTo>
                  <a:pt x="66971" y="3920"/>
                </a:lnTo>
                <a:lnTo>
                  <a:pt x="65744" y="3650"/>
                </a:lnTo>
                <a:lnTo>
                  <a:pt x="64496" y="3405"/>
                </a:lnTo>
                <a:lnTo>
                  <a:pt x="63230" y="3186"/>
                </a:lnTo>
                <a:lnTo>
                  <a:pt x="61944" y="2993"/>
                </a:lnTo>
                <a:lnTo>
                  <a:pt x="60638" y="2825"/>
                </a:lnTo>
                <a:lnTo>
                  <a:pt x="59313" y="2684"/>
                </a:lnTo>
                <a:lnTo>
                  <a:pt x="57968" y="2568"/>
                </a:lnTo>
                <a:lnTo>
                  <a:pt x="56604" y="2477"/>
                </a:lnTo>
                <a:lnTo>
                  <a:pt x="55221" y="2413"/>
                </a:lnTo>
                <a:lnTo>
                  <a:pt x="53818" y="2374"/>
                </a:lnTo>
                <a:lnTo>
                  <a:pt x="52396" y="2361"/>
                </a:lnTo>
                <a:lnTo>
                  <a:pt x="50960" y="2374"/>
                </a:lnTo>
                <a:lnTo>
                  <a:pt x="49543" y="2413"/>
                </a:lnTo>
                <a:lnTo>
                  <a:pt x="48147" y="2477"/>
                </a:lnTo>
                <a:lnTo>
                  <a:pt x="46771" y="2568"/>
                </a:lnTo>
                <a:lnTo>
                  <a:pt x="45414" y="2684"/>
                </a:lnTo>
                <a:lnTo>
                  <a:pt x="44077" y="2825"/>
                </a:lnTo>
                <a:lnTo>
                  <a:pt x="42761" y="2993"/>
                </a:lnTo>
                <a:lnTo>
                  <a:pt x="41464" y="3186"/>
                </a:lnTo>
                <a:lnTo>
                  <a:pt x="40187" y="3405"/>
                </a:lnTo>
                <a:lnTo>
                  <a:pt x="38929" y="3650"/>
                </a:lnTo>
                <a:lnTo>
                  <a:pt x="37692" y="3920"/>
                </a:lnTo>
                <a:lnTo>
                  <a:pt x="36475" y="4217"/>
                </a:lnTo>
                <a:lnTo>
                  <a:pt x="35277" y="4539"/>
                </a:lnTo>
                <a:lnTo>
                  <a:pt x="34100" y="4887"/>
                </a:lnTo>
                <a:lnTo>
                  <a:pt x="32942" y="5260"/>
                </a:lnTo>
                <a:lnTo>
                  <a:pt x="31804" y="5660"/>
                </a:lnTo>
                <a:lnTo>
                  <a:pt x="30686" y="6085"/>
                </a:lnTo>
                <a:lnTo>
                  <a:pt x="29588" y="6536"/>
                </a:lnTo>
                <a:lnTo>
                  <a:pt x="28510" y="7013"/>
                </a:lnTo>
                <a:lnTo>
                  <a:pt x="27452" y="7515"/>
                </a:lnTo>
                <a:lnTo>
                  <a:pt x="26414" y="8044"/>
                </a:lnTo>
                <a:lnTo>
                  <a:pt x="25395" y="8598"/>
                </a:lnTo>
                <a:lnTo>
                  <a:pt x="24397" y="9177"/>
                </a:lnTo>
                <a:lnTo>
                  <a:pt x="23418" y="9783"/>
                </a:lnTo>
                <a:lnTo>
                  <a:pt x="22459" y="10411"/>
                </a:lnTo>
                <a:lnTo>
                  <a:pt x="21520" y="11060"/>
                </a:lnTo>
                <a:lnTo>
                  <a:pt x="20601" y="11728"/>
                </a:lnTo>
                <a:lnTo>
                  <a:pt x="19702" y="12416"/>
                </a:lnTo>
                <a:lnTo>
                  <a:pt x="18823" y="13124"/>
                </a:lnTo>
                <a:lnTo>
                  <a:pt x="17964" y="13852"/>
                </a:lnTo>
                <a:lnTo>
                  <a:pt x="17124" y="14600"/>
                </a:lnTo>
                <a:lnTo>
                  <a:pt x="16305" y="15368"/>
                </a:lnTo>
                <a:lnTo>
                  <a:pt x="15505" y="16156"/>
                </a:lnTo>
                <a:lnTo>
                  <a:pt x="14725" y="16963"/>
                </a:lnTo>
                <a:lnTo>
                  <a:pt x="13965" y="17791"/>
                </a:lnTo>
                <a:lnTo>
                  <a:pt x="13225" y="18638"/>
                </a:lnTo>
                <a:lnTo>
                  <a:pt x="12505" y="19506"/>
                </a:lnTo>
                <a:lnTo>
                  <a:pt x="11805" y="20393"/>
                </a:lnTo>
                <a:lnTo>
                  <a:pt x="11125" y="21300"/>
                </a:lnTo>
                <a:lnTo>
                  <a:pt x="10464" y="22227"/>
                </a:lnTo>
                <a:lnTo>
                  <a:pt x="9824" y="23174"/>
                </a:lnTo>
                <a:lnTo>
                  <a:pt x="9203" y="24141"/>
                </a:lnTo>
                <a:lnTo>
                  <a:pt x="8602" y="25128"/>
                </a:lnTo>
                <a:lnTo>
                  <a:pt x="8021" y="26135"/>
                </a:lnTo>
                <a:lnTo>
                  <a:pt x="7460" y="27162"/>
                </a:lnTo>
                <a:lnTo>
                  <a:pt x="6919" y="28208"/>
                </a:lnTo>
                <a:lnTo>
                  <a:pt x="6398" y="29275"/>
                </a:lnTo>
                <a:lnTo>
                  <a:pt x="5897" y="30361"/>
                </a:lnTo>
                <a:lnTo>
                  <a:pt x="5415" y="31464"/>
                </a:lnTo>
                <a:lnTo>
                  <a:pt x="4955" y="32582"/>
                </a:lnTo>
                <a:lnTo>
                  <a:pt x="4515" y="33713"/>
                </a:lnTo>
                <a:lnTo>
                  <a:pt x="4095" y="34859"/>
                </a:lnTo>
                <a:lnTo>
                  <a:pt x="3696" y="36019"/>
                </a:lnTo>
                <a:lnTo>
                  <a:pt x="3317" y="37192"/>
                </a:lnTo>
                <a:lnTo>
                  <a:pt x="2959" y="38380"/>
                </a:lnTo>
                <a:lnTo>
                  <a:pt x="2621" y="39582"/>
                </a:lnTo>
                <a:lnTo>
                  <a:pt x="2303" y="40798"/>
                </a:lnTo>
                <a:lnTo>
                  <a:pt x="2006" y="42028"/>
                </a:lnTo>
                <a:lnTo>
                  <a:pt x="1730" y="43271"/>
                </a:lnTo>
                <a:lnTo>
                  <a:pt x="1474" y="44529"/>
                </a:lnTo>
                <a:lnTo>
                  <a:pt x="1239" y="45802"/>
                </a:lnTo>
                <a:lnTo>
                  <a:pt x="1024" y="47088"/>
                </a:lnTo>
                <a:lnTo>
                  <a:pt x="829" y="48388"/>
                </a:lnTo>
                <a:lnTo>
                  <a:pt x="655" y="49702"/>
                </a:lnTo>
                <a:lnTo>
                  <a:pt x="502" y="51030"/>
                </a:lnTo>
                <a:lnTo>
                  <a:pt x="369" y="52373"/>
                </a:lnTo>
                <a:lnTo>
                  <a:pt x="256" y="53729"/>
                </a:lnTo>
                <a:lnTo>
                  <a:pt x="164" y="55100"/>
                </a:lnTo>
                <a:lnTo>
                  <a:pt x="92" y="56484"/>
                </a:lnTo>
                <a:lnTo>
                  <a:pt x="41" y="57883"/>
                </a:lnTo>
                <a:lnTo>
                  <a:pt x="10" y="59295"/>
                </a:lnTo>
                <a:lnTo>
                  <a:pt x="0" y="60722"/>
                </a:lnTo>
                <a:lnTo>
                  <a:pt x="10" y="62149"/>
                </a:lnTo>
                <a:lnTo>
                  <a:pt x="41" y="63561"/>
                </a:lnTo>
                <a:lnTo>
                  <a:pt x="92" y="64959"/>
                </a:lnTo>
                <a:lnTo>
                  <a:pt x="164" y="66342"/>
                </a:lnTo>
                <a:lnTo>
                  <a:pt x="256" y="67711"/>
                </a:lnTo>
                <a:lnTo>
                  <a:pt x="369" y="69066"/>
                </a:lnTo>
                <a:lnTo>
                  <a:pt x="502" y="70406"/>
                </a:lnTo>
                <a:lnTo>
                  <a:pt x="655" y="71733"/>
                </a:lnTo>
                <a:lnTo>
                  <a:pt x="829" y="73044"/>
                </a:lnTo>
                <a:lnTo>
                  <a:pt x="1024" y="74342"/>
                </a:lnTo>
                <a:lnTo>
                  <a:pt x="1239" y="75625"/>
                </a:lnTo>
                <a:lnTo>
                  <a:pt x="1474" y="76893"/>
                </a:lnTo>
                <a:lnTo>
                  <a:pt x="1730" y="78148"/>
                </a:lnTo>
                <a:lnTo>
                  <a:pt x="2006" y="79388"/>
                </a:lnTo>
                <a:lnTo>
                  <a:pt x="2303" y="80614"/>
                </a:lnTo>
                <a:lnTo>
                  <a:pt x="2621" y="81825"/>
                </a:lnTo>
                <a:lnTo>
                  <a:pt x="2959" y="83022"/>
                </a:lnTo>
                <a:lnTo>
                  <a:pt x="3317" y="84204"/>
                </a:lnTo>
                <a:lnTo>
                  <a:pt x="3696" y="85373"/>
                </a:lnTo>
                <a:lnTo>
                  <a:pt x="4095" y="86527"/>
                </a:lnTo>
                <a:lnTo>
                  <a:pt x="4515" y="87666"/>
                </a:lnTo>
                <a:lnTo>
                  <a:pt x="4955" y="88791"/>
                </a:lnTo>
                <a:lnTo>
                  <a:pt x="5415" y="89902"/>
                </a:lnTo>
                <a:lnTo>
                  <a:pt x="5897" y="90999"/>
                </a:lnTo>
                <a:lnTo>
                  <a:pt x="6398" y="92078"/>
                </a:lnTo>
                <a:lnTo>
                  <a:pt x="6919" y="93138"/>
                </a:lnTo>
                <a:lnTo>
                  <a:pt x="7460" y="94178"/>
                </a:lnTo>
                <a:lnTo>
                  <a:pt x="8021" y="95199"/>
                </a:lnTo>
                <a:lnTo>
                  <a:pt x="8602" y="96200"/>
                </a:lnTo>
                <a:lnTo>
                  <a:pt x="9203" y="97182"/>
                </a:lnTo>
                <a:lnTo>
                  <a:pt x="9824" y="98143"/>
                </a:lnTo>
                <a:lnTo>
                  <a:pt x="10464" y="99086"/>
                </a:lnTo>
                <a:lnTo>
                  <a:pt x="11125" y="100008"/>
                </a:lnTo>
                <a:lnTo>
                  <a:pt x="11805" y="100911"/>
                </a:lnTo>
                <a:lnTo>
                  <a:pt x="12505" y="101794"/>
                </a:lnTo>
                <a:lnTo>
                  <a:pt x="13225" y="102658"/>
                </a:lnTo>
                <a:lnTo>
                  <a:pt x="13965" y="103502"/>
                </a:lnTo>
                <a:lnTo>
                  <a:pt x="14725" y="104327"/>
                </a:lnTo>
                <a:lnTo>
                  <a:pt x="15505" y="105132"/>
                </a:lnTo>
                <a:lnTo>
                  <a:pt x="16305" y="105917"/>
                </a:lnTo>
                <a:lnTo>
                  <a:pt x="17124" y="106682"/>
                </a:lnTo>
                <a:lnTo>
                  <a:pt x="17964" y="107428"/>
                </a:lnTo>
                <a:lnTo>
                  <a:pt x="18823" y="108155"/>
                </a:lnTo>
                <a:lnTo>
                  <a:pt x="19702" y="108862"/>
                </a:lnTo>
                <a:lnTo>
                  <a:pt x="20601" y="109549"/>
                </a:lnTo>
                <a:lnTo>
                  <a:pt x="21520" y="110216"/>
                </a:lnTo>
                <a:lnTo>
                  <a:pt x="22459" y="110864"/>
                </a:lnTo>
                <a:lnTo>
                  <a:pt x="23418" y="111492"/>
                </a:lnTo>
                <a:lnTo>
                  <a:pt x="24397" y="112098"/>
                </a:lnTo>
                <a:lnTo>
                  <a:pt x="25395" y="112678"/>
                </a:lnTo>
                <a:lnTo>
                  <a:pt x="26414" y="113232"/>
                </a:lnTo>
                <a:lnTo>
                  <a:pt x="27452" y="113760"/>
                </a:lnTo>
                <a:lnTo>
                  <a:pt x="28510" y="114263"/>
                </a:lnTo>
                <a:lnTo>
                  <a:pt x="29588" y="114739"/>
                </a:lnTo>
                <a:lnTo>
                  <a:pt x="30686" y="115190"/>
                </a:lnTo>
                <a:lnTo>
                  <a:pt x="31804" y="115616"/>
                </a:lnTo>
                <a:lnTo>
                  <a:pt x="32942" y="116015"/>
                </a:lnTo>
                <a:lnTo>
                  <a:pt x="34100" y="116389"/>
                </a:lnTo>
                <a:lnTo>
                  <a:pt x="35277" y="116736"/>
                </a:lnTo>
                <a:lnTo>
                  <a:pt x="36475" y="117059"/>
                </a:lnTo>
                <a:lnTo>
                  <a:pt x="37692" y="117355"/>
                </a:lnTo>
                <a:lnTo>
                  <a:pt x="38929" y="117626"/>
                </a:lnTo>
                <a:lnTo>
                  <a:pt x="40187" y="117870"/>
                </a:lnTo>
                <a:lnTo>
                  <a:pt x="41464" y="118089"/>
                </a:lnTo>
                <a:lnTo>
                  <a:pt x="42761" y="118283"/>
                </a:lnTo>
                <a:lnTo>
                  <a:pt x="44077" y="118450"/>
                </a:lnTo>
                <a:lnTo>
                  <a:pt x="45414" y="118592"/>
                </a:lnTo>
                <a:lnTo>
                  <a:pt x="46771" y="118708"/>
                </a:lnTo>
                <a:lnTo>
                  <a:pt x="48147" y="118798"/>
                </a:lnTo>
                <a:lnTo>
                  <a:pt x="49543" y="118862"/>
                </a:lnTo>
                <a:lnTo>
                  <a:pt x="50960" y="118901"/>
                </a:lnTo>
                <a:lnTo>
                  <a:pt x="52396" y="118914"/>
                </a:lnTo>
                <a:lnTo>
                  <a:pt x="53818" y="118901"/>
                </a:lnTo>
                <a:lnTo>
                  <a:pt x="55221" y="118862"/>
                </a:lnTo>
                <a:lnTo>
                  <a:pt x="56604" y="118798"/>
                </a:lnTo>
                <a:close/>
                <a:moveTo>
                  <a:pt x="49125" y="106420"/>
                </a:moveTo>
                <a:lnTo>
                  <a:pt x="48097" y="106346"/>
                </a:lnTo>
                <a:lnTo>
                  <a:pt x="47087" y="106249"/>
                </a:lnTo>
                <a:lnTo>
                  <a:pt x="46094" y="106132"/>
                </a:lnTo>
                <a:lnTo>
                  <a:pt x="45118" y="105993"/>
                </a:lnTo>
                <a:lnTo>
                  <a:pt x="44159" y="105833"/>
                </a:lnTo>
                <a:lnTo>
                  <a:pt x="43218" y="105651"/>
                </a:lnTo>
                <a:lnTo>
                  <a:pt x="42294" y="105448"/>
                </a:lnTo>
                <a:lnTo>
                  <a:pt x="41387" y="105223"/>
                </a:lnTo>
                <a:lnTo>
                  <a:pt x="40497" y="104977"/>
                </a:lnTo>
                <a:lnTo>
                  <a:pt x="39625" y="104710"/>
                </a:lnTo>
                <a:lnTo>
                  <a:pt x="38770" y="104422"/>
                </a:lnTo>
                <a:lnTo>
                  <a:pt x="37932" y="104112"/>
                </a:lnTo>
                <a:lnTo>
                  <a:pt x="37111" y="103780"/>
                </a:lnTo>
                <a:lnTo>
                  <a:pt x="36308" y="103428"/>
                </a:lnTo>
                <a:lnTo>
                  <a:pt x="35522" y="103054"/>
                </a:lnTo>
                <a:lnTo>
                  <a:pt x="34753" y="102658"/>
                </a:lnTo>
                <a:lnTo>
                  <a:pt x="34002" y="102241"/>
                </a:lnTo>
                <a:lnTo>
                  <a:pt x="33267" y="101803"/>
                </a:lnTo>
                <a:lnTo>
                  <a:pt x="32550" y="101343"/>
                </a:lnTo>
                <a:lnTo>
                  <a:pt x="31850" y="100862"/>
                </a:lnTo>
                <a:lnTo>
                  <a:pt x="31168" y="100360"/>
                </a:lnTo>
                <a:lnTo>
                  <a:pt x="30502" y="99840"/>
                </a:lnTo>
                <a:lnTo>
                  <a:pt x="29850" y="99304"/>
                </a:lnTo>
                <a:lnTo>
                  <a:pt x="29214" y="98754"/>
                </a:lnTo>
                <a:lnTo>
                  <a:pt x="28593" y="98190"/>
                </a:lnTo>
                <a:lnTo>
                  <a:pt x="27987" y="97610"/>
                </a:lnTo>
                <a:lnTo>
                  <a:pt x="27396" y="97016"/>
                </a:lnTo>
                <a:lnTo>
                  <a:pt x="26820" y="96406"/>
                </a:lnTo>
                <a:lnTo>
                  <a:pt x="26259" y="95782"/>
                </a:lnTo>
                <a:lnTo>
                  <a:pt x="25713" y="95144"/>
                </a:lnTo>
                <a:lnTo>
                  <a:pt x="25182" y="94490"/>
                </a:lnTo>
                <a:lnTo>
                  <a:pt x="24666" y="93822"/>
                </a:lnTo>
                <a:lnTo>
                  <a:pt x="24166" y="93139"/>
                </a:lnTo>
                <a:lnTo>
                  <a:pt x="23680" y="92441"/>
                </a:lnTo>
                <a:lnTo>
                  <a:pt x="23210" y="91728"/>
                </a:lnTo>
                <a:lnTo>
                  <a:pt x="22754" y="91001"/>
                </a:lnTo>
                <a:lnTo>
                  <a:pt x="22314" y="90258"/>
                </a:lnTo>
                <a:lnTo>
                  <a:pt x="21888" y="89501"/>
                </a:lnTo>
                <a:lnTo>
                  <a:pt x="21478" y="88730"/>
                </a:lnTo>
                <a:lnTo>
                  <a:pt x="21083" y="87943"/>
                </a:lnTo>
                <a:lnTo>
                  <a:pt x="20703" y="87142"/>
                </a:lnTo>
                <a:lnTo>
                  <a:pt x="20337" y="86325"/>
                </a:lnTo>
                <a:lnTo>
                  <a:pt x="19987" y="85494"/>
                </a:lnTo>
                <a:lnTo>
                  <a:pt x="19652" y="84649"/>
                </a:lnTo>
                <a:lnTo>
                  <a:pt x="19333" y="83788"/>
                </a:lnTo>
                <a:lnTo>
                  <a:pt x="19027" y="82916"/>
                </a:lnTo>
                <a:lnTo>
                  <a:pt x="18734" y="82037"/>
                </a:lnTo>
                <a:lnTo>
                  <a:pt x="18454" y="81149"/>
                </a:lnTo>
                <a:lnTo>
                  <a:pt x="18187" y="80254"/>
                </a:lnTo>
                <a:lnTo>
                  <a:pt x="17933" y="79351"/>
                </a:lnTo>
                <a:lnTo>
                  <a:pt x="17693" y="78441"/>
                </a:lnTo>
                <a:lnTo>
                  <a:pt x="17465" y="77522"/>
                </a:lnTo>
                <a:lnTo>
                  <a:pt x="17250" y="76596"/>
                </a:lnTo>
                <a:lnTo>
                  <a:pt x="17048" y="75662"/>
                </a:lnTo>
                <a:lnTo>
                  <a:pt x="16860" y="74720"/>
                </a:lnTo>
                <a:lnTo>
                  <a:pt x="16684" y="73771"/>
                </a:lnTo>
                <a:lnTo>
                  <a:pt x="16521" y="72814"/>
                </a:lnTo>
                <a:lnTo>
                  <a:pt x="16371" y="71849"/>
                </a:lnTo>
                <a:lnTo>
                  <a:pt x="16235" y="70876"/>
                </a:lnTo>
                <a:lnTo>
                  <a:pt x="16111" y="69896"/>
                </a:lnTo>
                <a:lnTo>
                  <a:pt x="16000" y="68907"/>
                </a:lnTo>
                <a:lnTo>
                  <a:pt x="15903" y="67911"/>
                </a:lnTo>
                <a:lnTo>
                  <a:pt x="15818" y="66908"/>
                </a:lnTo>
                <a:lnTo>
                  <a:pt x="15747" y="65896"/>
                </a:lnTo>
                <a:lnTo>
                  <a:pt x="15688" y="64877"/>
                </a:lnTo>
                <a:lnTo>
                  <a:pt x="15643" y="63850"/>
                </a:lnTo>
                <a:lnTo>
                  <a:pt x="15610" y="62815"/>
                </a:lnTo>
                <a:lnTo>
                  <a:pt x="15590" y="61772"/>
                </a:lnTo>
                <a:lnTo>
                  <a:pt x="15584" y="60722"/>
                </a:lnTo>
                <a:lnTo>
                  <a:pt x="15590" y="59665"/>
                </a:lnTo>
                <a:lnTo>
                  <a:pt x="15610" y="58616"/>
                </a:lnTo>
                <a:lnTo>
                  <a:pt x="15643" y="57575"/>
                </a:lnTo>
                <a:lnTo>
                  <a:pt x="15688" y="56542"/>
                </a:lnTo>
                <a:lnTo>
                  <a:pt x="15747" y="55517"/>
                </a:lnTo>
                <a:lnTo>
                  <a:pt x="15818" y="54500"/>
                </a:lnTo>
                <a:lnTo>
                  <a:pt x="15903" y="53491"/>
                </a:lnTo>
                <a:lnTo>
                  <a:pt x="16000" y="52490"/>
                </a:lnTo>
                <a:lnTo>
                  <a:pt x="16111" y="51497"/>
                </a:lnTo>
                <a:lnTo>
                  <a:pt x="16235" y="50512"/>
                </a:lnTo>
                <a:lnTo>
                  <a:pt x="16371" y="49536"/>
                </a:lnTo>
                <a:lnTo>
                  <a:pt x="16521" y="48567"/>
                </a:lnTo>
                <a:lnTo>
                  <a:pt x="16684" y="47607"/>
                </a:lnTo>
                <a:lnTo>
                  <a:pt x="16860" y="46654"/>
                </a:lnTo>
                <a:lnTo>
                  <a:pt x="17048" y="45710"/>
                </a:lnTo>
                <a:lnTo>
                  <a:pt x="17250" y="44773"/>
                </a:lnTo>
                <a:lnTo>
                  <a:pt x="17465" y="43845"/>
                </a:lnTo>
                <a:lnTo>
                  <a:pt x="17693" y="42924"/>
                </a:lnTo>
                <a:lnTo>
                  <a:pt x="17933" y="42012"/>
                </a:lnTo>
                <a:lnTo>
                  <a:pt x="18187" y="41108"/>
                </a:lnTo>
                <a:lnTo>
                  <a:pt x="18454" y="40212"/>
                </a:lnTo>
                <a:lnTo>
                  <a:pt x="18734" y="39324"/>
                </a:lnTo>
                <a:lnTo>
                  <a:pt x="19027" y="38444"/>
                </a:lnTo>
                <a:lnTo>
                  <a:pt x="19333" y="37572"/>
                </a:lnTo>
                <a:lnTo>
                  <a:pt x="19652" y="36711"/>
                </a:lnTo>
                <a:lnTo>
                  <a:pt x="19987" y="35865"/>
                </a:lnTo>
                <a:lnTo>
                  <a:pt x="20337" y="35034"/>
                </a:lnTo>
                <a:lnTo>
                  <a:pt x="20703" y="34217"/>
                </a:lnTo>
                <a:lnTo>
                  <a:pt x="21083" y="33415"/>
                </a:lnTo>
                <a:lnTo>
                  <a:pt x="21478" y="32628"/>
                </a:lnTo>
                <a:lnTo>
                  <a:pt x="21888" y="31855"/>
                </a:lnTo>
                <a:lnTo>
                  <a:pt x="22314" y="31097"/>
                </a:lnTo>
                <a:lnTo>
                  <a:pt x="22754" y="30353"/>
                </a:lnTo>
                <a:lnTo>
                  <a:pt x="23210" y="29624"/>
                </a:lnTo>
                <a:lnTo>
                  <a:pt x="23680" y="28910"/>
                </a:lnTo>
                <a:lnTo>
                  <a:pt x="24166" y="28210"/>
                </a:lnTo>
                <a:lnTo>
                  <a:pt x="24666" y="27526"/>
                </a:lnTo>
                <a:lnTo>
                  <a:pt x="25182" y="26855"/>
                </a:lnTo>
                <a:lnTo>
                  <a:pt x="25713" y="26200"/>
                </a:lnTo>
                <a:lnTo>
                  <a:pt x="26259" y="25559"/>
                </a:lnTo>
                <a:lnTo>
                  <a:pt x="26820" y="24932"/>
                </a:lnTo>
                <a:lnTo>
                  <a:pt x="27396" y="24320"/>
                </a:lnTo>
                <a:lnTo>
                  <a:pt x="27987" y="23723"/>
                </a:lnTo>
                <a:lnTo>
                  <a:pt x="28593" y="23141"/>
                </a:lnTo>
                <a:lnTo>
                  <a:pt x="29214" y="22573"/>
                </a:lnTo>
                <a:lnTo>
                  <a:pt x="29850" y="22020"/>
                </a:lnTo>
                <a:lnTo>
                  <a:pt x="30502" y="21481"/>
                </a:lnTo>
                <a:lnTo>
                  <a:pt x="31168" y="20958"/>
                </a:lnTo>
                <a:lnTo>
                  <a:pt x="31850" y="20452"/>
                </a:lnTo>
                <a:lnTo>
                  <a:pt x="32550" y="19967"/>
                </a:lnTo>
                <a:lnTo>
                  <a:pt x="33267" y="19505"/>
                </a:lnTo>
                <a:lnTo>
                  <a:pt x="34002" y="19063"/>
                </a:lnTo>
                <a:lnTo>
                  <a:pt x="34753" y="18644"/>
                </a:lnTo>
                <a:lnTo>
                  <a:pt x="35522" y="18246"/>
                </a:lnTo>
                <a:lnTo>
                  <a:pt x="36308" y="17869"/>
                </a:lnTo>
                <a:lnTo>
                  <a:pt x="37111" y="17514"/>
                </a:lnTo>
                <a:lnTo>
                  <a:pt x="37932" y="17180"/>
                </a:lnTo>
                <a:lnTo>
                  <a:pt x="38770" y="16868"/>
                </a:lnTo>
                <a:lnTo>
                  <a:pt x="39625" y="16578"/>
                </a:lnTo>
                <a:lnTo>
                  <a:pt x="40497" y="16309"/>
                </a:lnTo>
                <a:lnTo>
                  <a:pt x="41387" y="16061"/>
                </a:lnTo>
                <a:lnTo>
                  <a:pt x="42294" y="15835"/>
                </a:lnTo>
                <a:lnTo>
                  <a:pt x="43218" y="15631"/>
                </a:lnTo>
                <a:lnTo>
                  <a:pt x="44159" y="15448"/>
                </a:lnTo>
                <a:lnTo>
                  <a:pt x="45118" y="15286"/>
                </a:lnTo>
                <a:lnTo>
                  <a:pt x="46094" y="15146"/>
                </a:lnTo>
                <a:lnTo>
                  <a:pt x="47087" y="15028"/>
                </a:lnTo>
                <a:lnTo>
                  <a:pt x="48097" y="14931"/>
                </a:lnTo>
                <a:lnTo>
                  <a:pt x="49125" y="14856"/>
                </a:lnTo>
                <a:lnTo>
                  <a:pt x="50170" y="14802"/>
                </a:lnTo>
                <a:lnTo>
                  <a:pt x="51232" y="14770"/>
                </a:lnTo>
                <a:lnTo>
                  <a:pt x="52312" y="14759"/>
                </a:lnTo>
                <a:lnTo>
                  <a:pt x="53391" y="14770"/>
                </a:lnTo>
                <a:lnTo>
                  <a:pt x="54453" y="14802"/>
                </a:lnTo>
                <a:lnTo>
                  <a:pt x="55497" y="14856"/>
                </a:lnTo>
                <a:lnTo>
                  <a:pt x="56525" y="14931"/>
                </a:lnTo>
                <a:lnTo>
                  <a:pt x="57534" y="15028"/>
                </a:lnTo>
                <a:lnTo>
                  <a:pt x="58527" y="15146"/>
                </a:lnTo>
                <a:lnTo>
                  <a:pt x="59502" y="15286"/>
                </a:lnTo>
                <a:lnTo>
                  <a:pt x="60459" y="15448"/>
                </a:lnTo>
                <a:lnTo>
                  <a:pt x="61399" y="15631"/>
                </a:lnTo>
                <a:lnTo>
                  <a:pt x="62322" y="15835"/>
                </a:lnTo>
                <a:lnTo>
                  <a:pt x="63227" y="16061"/>
                </a:lnTo>
                <a:lnTo>
                  <a:pt x="64115" y="16309"/>
                </a:lnTo>
                <a:lnTo>
                  <a:pt x="64986" y="16578"/>
                </a:lnTo>
                <a:lnTo>
                  <a:pt x="65839" y="16868"/>
                </a:lnTo>
                <a:lnTo>
                  <a:pt x="66675" y="17180"/>
                </a:lnTo>
                <a:lnTo>
                  <a:pt x="67493" y="17514"/>
                </a:lnTo>
                <a:lnTo>
                  <a:pt x="68294" y="17869"/>
                </a:lnTo>
                <a:lnTo>
                  <a:pt x="69077" y="18246"/>
                </a:lnTo>
                <a:lnTo>
                  <a:pt x="69844" y="18644"/>
                </a:lnTo>
                <a:lnTo>
                  <a:pt x="70592" y="19063"/>
                </a:lnTo>
                <a:lnTo>
                  <a:pt x="71324" y="19505"/>
                </a:lnTo>
                <a:lnTo>
                  <a:pt x="72038" y="19967"/>
                </a:lnTo>
                <a:lnTo>
                  <a:pt x="72734" y="20452"/>
                </a:lnTo>
                <a:lnTo>
                  <a:pt x="73413" y="20958"/>
                </a:lnTo>
                <a:lnTo>
                  <a:pt x="74076" y="21481"/>
                </a:lnTo>
                <a:lnTo>
                  <a:pt x="74724" y="22020"/>
                </a:lnTo>
                <a:lnTo>
                  <a:pt x="75357" y="22573"/>
                </a:lnTo>
                <a:lnTo>
                  <a:pt x="75975" y="23141"/>
                </a:lnTo>
                <a:lnTo>
                  <a:pt x="76579" y="23723"/>
                </a:lnTo>
                <a:lnTo>
                  <a:pt x="77167" y="24320"/>
                </a:lnTo>
                <a:lnTo>
                  <a:pt x="77740" y="24932"/>
                </a:lnTo>
                <a:lnTo>
                  <a:pt x="78299" y="25559"/>
                </a:lnTo>
                <a:lnTo>
                  <a:pt x="78842" y="26200"/>
                </a:lnTo>
                <a:lnTo>
                  <a:pt x="79371" y="26855"/>
                </a:lnTo>
                <a:lnTo>
                  <a:pt x="79885" y="27526"/>
                </a:lnTo>
                <a:lnTo>
                  <a:pt x="80384" y="28210"/>
                </a:lnTo>
                <a:lnTo>
                  <a:pt x="80868" y="28910"/>
                </a:lnTo>
                <a:lnTo>
                  <a:pt x="81337" y="29624"/>
                </a:lnTo>
                <a:lnTo>
                  <a:pt x="81791" y="30353"/>
                </a:lnTo>
                <a:lnTo>
                  <a:pt x="82230" y="31097"/>
                </a:lnTo>
                <a:lnTo>
                  <a:pt x="82654" y="31855"/>
                </a:lnTo>
                <a:lnTo>
                  <a:pt x="83064" y="32628"/>
                </a:lnTo>
                <a:lnTo>
                  <a:pt x="83458" y="33415"/>
                </a:lnTo>
                <a:lnTo>
                  <a:pt x="83838" y="34217"/>
                </a:lnTo>
                <a:lnTo>
                  <a:pt x="84202" y="35034"/>
                </a:lnTo>
                <a:lnTo>
                  <a:pt x="84552" y="35865"/>
                </a:lnTo>
                <a:lnTo>
                  <a:pt x="84887" y="36711"/>
                </a:lnTo>
                <a:lnTo>
                  <a:pt x="85206" y="37572"/>
                </a:lnTo>
                <a:lnTo>
                  <a:pt x="85512" y="38444"/>
                </a:lnTo>
                <a:lnTo>
                  <a:pt x="85805" y="39324"/>
                </a:lnTo>
                <a:lnTo>
                  <a:pt x="86085" y="40212"/>
                </a:lnTo>
                <a:lnTo>
                  <a:pt x="86352" y="41108"/>
                </a:lnTo>
                <a:lnTo>
                  <a:pt x="86606" y="42012"/>
                </a:lnTo>
                <a:lnTo>
                  <a:pt x="86846" y="42924"/>
                </a:lnTo>
                <a:lnTo>
                  <a:pt x="87074" y="43845"/>
                </a:lnTo>
                <a:lnTo>
                  <a:pt x="87289" y="44773"/>
                </a:lnTo>
                <a:lnTo>
                  <a:pt x="87491" y="45710"/>
                </a:lnTo>
                <a:lnTo>
                  <a:pt x="87679" y="46654"/>
                </a:lnTo>
                <a:lnTo>
                  <a:pt x="87855" y="47607"/>
                </a:lnTo>
                <a:lnTo>
                  <a:pt x="88018" y="48567"/>
                </a:lnTo>
                <a:lnTo>
                  <a:pt x="88167" y="49536"/>
                </a:lnTo>
                <a:lnTo>
                  <a:pt x="88304" y="50512"/>
                </a:lnTo>
                <a:lnTo>
                  <a:pt x="88428" y="51497"/>
                </a:lnTo>
                <a:lnTo>
                  <a:pt x="88538" y="52490"/>
                </a:lnTo>
                <a:lnTo>
                  <a:pt x="88636" y="53491"/>
                </a:lnTo>
                <a:lnTo>
                  <a:pt x="88721" y="54500"/>
                </a:lnTo>
                <a:lnTo>
                  <a:pt x="88792" y="55517"/>
                </a:lnTo>
                <a:lnTo>
                  <a:pt x="88851" y="56542"/>
                </a:lnTo>
                <a:lnTo>
                  <a:pt x="88896" y="57575"/>
                </a:lnTo>
                <a:lnTo>
                  <a:pt x="88929" y="58616"/>
                </a:lnTo>
                <a:lnTo>
                  <a:pt x="88948" y="59665"/>
                </a:lnTo>
                <a:lnTo>
                  <a:pt x="88955" y="60722"/>
                </a:lnTo>
                <a:lnTo>
                  <a:pt x="88948" y="61772"/>
                </a:lnTo>
                <a:lnTo>
                  <a:pt x="88929" y="62815"/>
                </a:lnTo>
                <a:lnTo>
                  <a:pt x="88896" y="63850"/>
                </a:lnTo>
                <a:lnTo>
                  <a:pt x="88851" y="64877"/>
                </a:lnTo>
                <a:lnTo>
                  <a:pt x="88792" y="65896"/>
                </a:lnTo>
                <a:lnTo>
                  <a:pt x="88721" y="66908"/>
                </a:lnTo>
                <a:lnTo>
                  <a:pt x="88636" y="67911"/>
                </a:lnTo>
                <a:lnTo>
                  <a:pt x="88538" y="68907"/>
                </a:lnTo>
                <a:lnTo>
                  <a:pt x="88428" y="69896"/>
                </a:lnTo>
                <a:lnTo>
                  <a:pt x="88304" y="70876"/>
                </a:lnTo>
                <a:lnTo>
                  <a:pt x="88167" y="71849"/>
                </a:lnTo>
                <a:lnTo>
                  <a:pt x="88018" y="72814"/>
                </a:lnTo>
                <a:lnTo>
                  <a:pt x="87855" y="73771"/>
                </a:lnTo>
                <a:lnTo>
                  <a:pt x="87679" y="74720"/>
                </a:lnTo>
                <a:lnTo>
                  <a:pt x="87491" y="75662"/>
                </a:lnTo>
                <a:lnTo>
                  <a:pt x="87289" y="76596"/>
                </a:lnTo>
                <a:lnTo>
                  <a:pt x="87074" y="77522"/>
                </a:lnTo>
                <a:lnTo>
                  <a:pt x="86846" y="78441"/>
                </a:lnTo>
                <a:lnTo>
                  <a:pt x="86606" y="79351"/>
                </a:lnTo>
                <a:lnTo>
                  <a:pt x="86352" y="80254"/>
                </a:lnTo>
                <a:lnTo>
                  <a:pt x="86085" y="81149"/>
                </a:lnTo>
                <a:lnTo>
                  <a:pt x="85805" y="82037"/>
                </a:lnTo>
                <a:lnTo>
                  <a:pt x="85512" y="82916"/>
                </a:lnTo>
                <a:lnTo>
                  <a:pt x="85206" y="83788"/>
                </a:lnTo>
                <a:lnTo>
                  <a:pt x="84887" y="84649"/>
                </a:lnTo>
                <a:lnTo>
                  <a:pt x="84552" y="85494"/>
                </a:lnTo>
                <a:lnTo>
                  <a:pt x="84202" y="86325"/>
                </a:lnTo>
                <a:lnTo>
                  <a:pt x="83838" y="87142"/>
                </a:lnTo>
                <a:lnTo>
                  <a:pt x="83458" y="87943"/>
                </a:lnTo>
                <a:lnTo>
                  <a:pt x="83064" y="88730"/>
                </a:lnTo>
                <a:lnTo>
                  <a:pt x="82654" y="89501"/>
                </a:lnTo>
                <a:lnTo>
                  <a:pt x="82230" y="90258"/>
                </a:lnTo>
                <a:lnTo>
                  <a:pt x="81791" y="91001"/>
                </a:lnTo>
                <a:lnTo>
                  <a:pt x="81337" y="91728"/>
                </a:lnTo>
                <a:lnTo>
                  <a:pt x="80868" y="92441"/>
                </a:lnTo>
                <a:lnTo>
                  <a:pt x="80384" y="93139"/>
                </a:lnTo>
                <a:lnTo>
                  <a:pt x="79885" y="93822"/>
                </a:lnTo>
                <a:lnTo>
                  <a:pt x="79371" y="94490"/>
                </a:lnTo>
                <a:lnTo>
                  <a:pt x="78842" y="95144"/>
                </a:lnTo>
                <a:lnTo>
                  <a:pt x="78299" y="95782"/>
                </a:lnTo>
                <a:lnTo>
                  <a:pt x="77740" y="96406"/>
                </a:lnTo>
                <a:lnTo>
                  <a:pt x="77167" y="97016"/>
                </a:lnTo>
                <a:lnTo>
                  <a:pt x="76579" y="97610"/>
                </a:lnTo>
                <a:lnTo>
                  <a:pt x="75975" y="98190"/>
                </a:lnTo>
                <a:lnTo>
                  <a:pt x="75357" y="98754"/>
                </a:lnTo>
                <a:lnTo>
                  <a:pt x="74724" y="99304"/>
                </a:lnTo>
                <a:lnTo>
                  <a:pt x="74076" y="99840"/>
                </a:lnTo>
                <a:lnTo>
                  <a:pt x="73413" y="100360"/>
                </a:lnTo>
                <a:lnTo>
                  <a:pt x="72734" y="100862"/>
                </a:lnTo>
                <a:lnTo>
                  <a:pt x="72038" y="101343"/>
                </a:lnTo>
                <a:lnTo>
                  <a:pt x="71324" y="101803"/>
                </a:lnTo>
                <a:lnTo>
                  <a:pt x="70592" y="102241"/>
                </a:lnTo>
                <a:lnTo>
                  <a:pt x="69844" y="102658"/>
                </a:lnTo>
                <a:lnTo>
                  <a:pt x="69077" y="103054"/>
                </a:lnTo>
                <a:lnTo>
                  <a:pt x="68294" y="103428"/>
                </a:lnTo>
                <a:lnTo>
                  <a:pt x="67493" y="103780"/>
                </a:lnTo>
                <a:lnTo>
                  <a:pt x="66675" y="104112"/>
                </a:lnTo>
                <a:lnTo>
                  <a:pt x="65839" y="104422"/>
                </a:lnTo>
                <a:lnTo>
                  <a:pt x="64986" y="104710"/>
                </a:lnTo>
                <a:lnTo>
                  <a:pt x="64115" y="104977"/>
                </a:lnTo>
                <a:lnTo>
                  <a:pt x="63227" y="105223"/>
                </a:lnTo>
                <a:lnTo>
                  <a:pt x="62322" y="105448"/>
                </a:lnTo>
                <a:lnTo>
                  <a:pt x="61399" y="105651"/>
                </a:lnTo>
                <a:lnTo>
                  <a:pt x="60459" y="105833"/>
                </a:lnTo>
                <a:lnTo>
                  <a:pt x="59502" y="105993"/>
                </a:lnTo>
                <a:lnTo>
                  <a:pt x="58527" y="106132"/>
                </a:lnTo>
                <a:lnTo>
                  <a:pt x="57534" y="106249"/>
                </a:lnTo>
                <a:lnTo>
                  <a:pt x="56525" y="106346"/>
                </a:lnTo>
                <a:lnTo>
                  <a:pt x="55497" y="106420"/>
                </a:lnTo>
                <a:lnTo>
                  <a:pt x="54453" y="106474"/>
                </a:lnTo>
                <a:lnTo>
                  <a:pt x="53391" y="106506"/>
                </a:lnTo>
                <a:lnTo>
                  <a:pt x="52312" y="106517"/>
                </a:lnTo>
                <a:lnTo>
                  <a:pt x="51232" y="106506"/>
                </a:lnTo>
                <a:lnTo>
                  <a:pt x="50170" y="106474"/>
                </a:lnTo>
                <a:lnTo>
                  <a:pt x="49125" y="106420"/>
                </a:lnTo>
                <a:close/>
                <a:moveTo>
                  <a:pt x="132422" y="54994"/>
                </a:moveTo>
                <a:lnTo>
                  <a:pt x="132737" y="54583"/>
                </a:lnTo>
                <a:lnTo>
                  <a:pt x="133060" y="54175"/>
                </a:lnTo>
                <a:lnTo>
                  <a:pt x="133391" y="53769"/>
                </a:lnTo>
                <a:lnTo>
                  <a:pt x="133730" y="53365"/>
                </a:lnTo>
                <a:lnTo>
                  <a:pt x="134078" y="52963"/>
                </a:lnTo>
                <a:lnTo>
                  <a:pt x="134433" y="52564"/>
                </a:lnTo>
                <a:lnTo>
                  <a:pt x="134796" y="52167"/>
                </a:lnTo>
                <a:lnTo>
                  <a:pt x="135167" y="51773"/>
                </a:lnTo>
                <a:lnTo>
                  <a:pt x="135546" y="51381"/>
                </a:lnTo>
                <a:lnTo>
                  <a:pt x="135934" y="50991"/>
                </a:lnTo>
                <a:lnTo>
                  <a:pt x="136329" y="50604"/>
                </a:lnTo>
                <a:lnTo>
                  <a:pt x="136733" y="50219"/>
                </a:lnTo>
                <a:lnTo>
                  <a:pt x="137144" y="49836"/>
                </a:lnTo>
                <a:lnTo>
                  <a:pt x="137564" y="49455"/>
                </a:lnTo>
                <a:lnTo>
                  <a:pt x="137991" y="49077"/>
                </a:lnTo>
                <a:lnTo>
                  <a:pt x="138427" y="48701"/>
                </a:lnTo>
                <a:lnTo>
                  <a:pt x="138870" y="48328"/>
                </a:lnTo>
                <a:lnTo>
                  <a:pt x="139322" y="47957"/>
                </a:lnTo>
                <a:lnTo>
                  <a:pt x="139782" y="47588"/>
                </a:lnTo>
                <a:lnTo>
                  <a:pt x="140249" y="47221"/>
                </a:lnTo>
                <a:lnTo>
                  <a:pt x="140725" y="46857"/>
                </a:lnTo>
                <a:lnTo>
                  <a:pt x="141209" y="46496"/>
                </a:lnTo>
                <a:lnTo>
                  <a:pt x="141702" y="46142"/>
                </a:lnTo>
                <a:lnTo>
                  <a:pt x="142203" y="45804"/>
                </a:lnTo>
                <a:lnTo>
                  <a:pt x="142714" y="45481"/>
                </a:lnTo>
                <a:lnTo>
                  <a:pt x="143234" y="45173"/>
                </a:lnTo>
                <a:lnTo>
                  <a:pt x="143764" y="44880"/>
                </a:lnTo>
                <a:lnTo>
                  <a:pt x="144302" y="44602"/>
                </a:lnTo>
                <a:lnTo>
                  <a:pt x="144850" y="44339"/>
                </a:lnTo>
                <a:lnTo>
                  <a:pt x="145407" y="44091"/>
                </a:lnTo>
                <a:lnTo>
                  <a:pt x="145973" y="43859"/>
                </a:lnTo>
                <a:lnTo>
                  <a:pt x="146549" y="43641"/>
                </a:lnTo>
                <a:lnTo>
                  <a:pt x="147133" y="43438"/>
                </a:lnTo>
                <a:lnTo>
                  <a:pt x="147727" y="43250"/>
                </a:lnTo>
                <a:lnTo>
                  <a:pt x="148330" y="43077"/>
                </a:lnTo>
                <a:lnTo>
                  <a:pt x="148942" y="42919"/>
                </a:lnTo>
                <a:lnTo>
                  <a:pt x="149564" y="42777"/>
                </a:lnTo>
                <a:lnTo>
                  <a:pt x="150194" y="42649"/>
                </a:lnTo>
                <a:lnTo>
                  <a:pt x="150834" y="42536"/>
                </a:lnTo>
                <a:lnTo>
                  <a:pt x="151483" y="42439"/>
                </a:lnTo>
                <a:lnTo>
                  <a:pt x="152142" y="42356"/>
                </a:lnTo>
                <a:lnTo>
                  <a:pt x="152809" y="42288"/>
                </a:lnTo>
                <a:lnTo>
                  <a:pt x="153486" y="42236"/>
                </a:lnTo>
                <a:lnTo>
                  <a:pt x="154172" y="42198"/>
                </a:lnTo>
                <a:lnTo>
                  <a:pt x="154867" y="42176"/>
                </a:lnTo>
                <a:lnTo>
                  <a:pt x="155572" y="42168"/>
                </a:lnTo>
                <a:lnTo>
                  <a:pt x="156030" y="42173"/>
                </a:lnTo>
                <a:lnTo>
                  <a:pt x="156480" y="42187"/>
                </a:lnTo>
                <a:lnTo>
                  <a:pt x="156921" y="42211"/>
                </a:lnTo>
                <a:lnTo>
                  <a:pt x="157354" y="42244"/>
                </a:lnTo>
                <a:lnTo>
                  <a:pt x="157777" y="42286"/>
                </a:lnTo>
                <a:lnTo>
                  <a:pt x="158191" y="42338"/>
                </a:lnTo>
                <a:lnTo>
                  <a:pt x="158596" y="42400"/>
                </a:lnTo>
                <a:lnTo>
                  <a:pt x="158993" y="42471"/>
                </a:lnTo>
                <a:lnTo>
                  <a:pt x="159380" y="42551"/>
                </a:lnTo>
                <a:lnTo>
                  <a:pt x="159759" y="42641"/>
                </a:lnTo>
                <a:lnTo>
                  <a:pt x="160128" y="42740"/>
                </a:lnTo>
                <a:lnTo>
                  <a:pt x="160489" y="42849"/>
                </a:lnTo>
                <a:lnTo>
                  <a:pt x="160841" y="42967"/>
                </a:lnTo>
                <a:lnTo>
                  <a:pt x="161184" y="43094"/>
                </a:lnTo>
                <a:lnTo>
                  <a:pt x="161518" y="43232"/>
                </a:lnTo>
                <a:lnTo>
                  <a:pt x="161843" y="43378"/>
                </a:lnTo>
                <a:lnTo>
                  <a:pt x="162159" y="43534"/>
                </a:lnTo>
                <a:lnTo>
                  <a:pt x="162466" y="43699"/>
                </a:lnTo>
                <a:lnTo>
                  <a:pt x="162764" y="43874"/>
                </a:lnTo>
                <a:lnTo>
                  <a:pt x="163054" y="44059"/>
                </a:lnTo>
                <a:lnTo>
                  <a:pt x="163334" y="44252"/>
                </a:lnTo>
                <a:lnTo>
                  <a:pt x="163606" y="44456"/>
                </a:lnTo>
                <a:lnTo>
                  <a:pt x="163868" y="44668"/>
                </a:lnTo>
                <a:lnTo>
                  <a:pt x="164122" y="44891"/>
                </a:lnTo>
                <a:lnTo>
                  <a:pt x="164368" y="45121"/>
                </a:lnTo>
                <a:lnTo>
                  <a:pt x="164607" y="45358"/>
                </a:lnTo>
                <a:lnTo>
                  <a:pt x="164840" y="45603"/>
                </a:lnTo>
                <a:lnTo>
                  <a:pt x="165067" y="45856"/>
                </a:lnTo>
                <a:lnTo>
                  <a:pt x="165287" y="46115"/>
                </a:lnTo>
                <a:lnTo>
                  <a:pt x="165501" y="46382"/>
                </a:lnTo>
                <a:lnTo>
                  <a:pt x="165709" y="46656"/>
                </a:lnTo>
                <a:lnTo>
                  <a:pt x="165909" y="46937"/>
                </a:lnTo>
                <a:lnTo>
                  <a:pt x="166104" y="47226"/>
                </a:lnTo>
                <a:lnTo>
                  <a:pt x="166292" y="47522"/>
                </a:lnTo>
                <a:lnTo>
                  <a:pt x="166474" y="47825"/>
                </a:lnTo>
                <a:lnTo>
                  <a:pt x="166649" y="48136"/>
                </a:lnTo>
                <a:lnTo>
                  <a:pt x="166818" y="48453"/>
                </a:lnTo>
                <a:lnTo>
                  <a:pt x="166980" y="48778"/>
                </a:lnTo>
                <a:lnTo>
                  <a:pt x="167136" y="49111"/>
                </a:lnTo>
                <a:lnTo>
                  <a:pt x="167285" y="49451"/>
                </a:lnTo>
                <a:lnTo>
                  <a:pt x="167428" y="49798"/>
                </a:lnTo>
                <a:lnTo>
                  <a:pt x="167565" y="50152"/>
                </a:lnTo>
                <a:lnTo>
                  <a:pt x="167695" y="50513"/>
                </a:lnTo>
                <a:lnTo>
                  <a:pt x="167819" y="50882"/>
                </a:lnTo>
                <a:lnTo>
                  <a:pt x="167936" y="51258"/>
                </a:lnTo>
                <a:lnTo>
                  <a:pt x="168047" y="51642"/>
                </a:lnTo>
                <a:lnTo>
                  <a:pt x="168151" y="52033"/>
                </a:lnTo>
                <a:lnTo>
                  <a:pt x="168249" y="52431"/>
                </a:lnTo>
                <a:lnTo>
                  <a:pt x="168342" y="52835"/>
                </a:lnTo>
                <a:lnTo>
                  <a:pt x="168431" y="53243"/>
                </a:lnTo>
                <a:lnTo>
                  <a:pt x="168516" y="53656"/>
                </a:lnTo>
                <a:lnTo>
                  <a:pt x="168597" y="54074"/>
                </a:lnTo>
                <a:lnTo>
                  <a:pt x="168674" y="54496"/>
                </a:lnTo>
                <a:lnTo>
                  <a:pt x="168747" y="54923"/>
                </a:lnTo>
                <a:lnTo>
                  <a:pt x="168816" y="55355"/>
                </a:lnTo>
                <a:lnTo>
                  <a:pt x="168881" y="55792"/>
                </a:lnTo>
                <a:lnTo>
                  <a:pt x="168942" y="56233"/>
                </a:lnTo>
                <a:lnTo>
                  <a:pt x="169000" y="56678"/>
                </a:lnTo>
                <a:lnTo>
                  <a:pt x="169053" y="57129"/>
                </a:lnTo>
                <a:lnTo>
                  <a:pt x="169102" y="57584"/>
                </a:lnTo>
                <a:lnTo>
                  <a:pt x="169148" y="58044"/>
                </a:lnTo>
                <a:lnTo>
                  <a:pt x="169189" y="58508"/>
                </a:lnTo>
                <a:lnTo>
                  <a:pt x="169227" y="58977"/>
                </a:lnTo>
                <a:lnTo>
                  <a:pt x="169260" y="59451"/>
                </a:lnTo>
                <a:lnTo>
                  <a:pt x="169290" y="59929"/>
                </a:lnTo>
                <a:lnTo>
                  <a:pt x="169316" y="60412"/>
                </a:lnTo>
                <a:lnTo>
                  <a:pt x="169337" y="60900"/>
                </a:lnTo>
                <a:lnTo>
                  <a:pt x="169355" y="61392"/>
                </a:lnTo>
                <a:lnTo>
                  <a:pt x="169369" y="61889"/>
                </a:lnTo>
                <a:lnTo>
                  <a:pt x="169379" y="62390"/>
                </a:lnTo>
                <a:lnTo>
                  <a:pt x="169385" y="62897"/>
                </a:lnTo>
                <a:lnTo>
                  <a:pt x="169387" y="63408"/>
                </a:lnTo>
                <a:lnTo>
                  <a:pt x="169387" y="117396"/>
                </a:lnTo>
                <a:lnTo>
                  <a:pt x="183370" y="117396"/>
                </a:lnTo>
                <a:lnTo>
                  <a:pt x="183370" y="61792"/>
                </a:lnTo>
                <a:lnTo>
                  <a:pt x="183360" y="60557"/>
                </a:lnTo>
                <a:lnTo>
                  <a:pt x="183331" y="59345"/>
                </a:lnTo>
                <a:lnTo>
                  <a:pt x="183282" y="58157"/>
                </a:lnTo>
                <a:lnTo>
                  <a:pt x="183213" y="56992"/>
                </a:lnTo>
                <a:lnTo>
                  <a:pt x="183125" y="55850"/>
                </a:lnTo>
                <a:lnTo>
                  <a:pt x="183017" y="54732"/>
                </a:lnTo>
                <a:lnTo>
                  <a:pt x="182890" y="53637"/>
                </a:lnTo>
                <a:lnTo>
                  <a:pt x="182743" y="52565"/>
                </a:lnTo>
                <a:lnTo>
                  <a:pt x="182576" y="51517"/>
                </a:lnTo>
                <a:lnTo>
                  <a:pt x="182390" y="50492"/>
                </a:lnTo>
                <a:lnTo>
                  <a:pt x="182184" y="49491"/>
                </a:lnTo>
                <a:lnTo>
                  <a:pt x="181959" y="48512"/>
                </a:lnTo>
                <a:lnTo>
                  <a:pt x="181714" y="47558"/>
                </a:lnTo>
                <a:lnTo>
                  <a:pt x="181450" y="46626"/>
                </a:lnTo>
                <a:lnTo>
                  <a:pt x="181165" y="45718"/>
                </a:lnTo>
                <a:lnTo>
                  <a:pt x="180862" y="44833"/>
                </a:lnTo>
                <a:lnTo>
                  <a:pt x="180538" y="43972"/>
                </a:lnTo>
                <a:lnTo>
                  <a:pt x="180195" y="43134"/>
                </a:lnTo>
                <a:lnTo>
                  <a:pt x="179833" y="42320"/>
                </a:lnTo>
                <a:lnTo>
                  <a:pt x="179451" y="41528"/>
                </a:lnTo>
                <a:lnTo>
                  <a:pt x="179049" y="40760"/>
                </a:lnTo>
                <a:lnTo>
                  <a:pt x="178628" y="40016"/>
                </a:lnTo>
                <a:lnTo>
                  <a:pt x="178187" y="39295"/>
                </a:lnTo>
                <a:lnTo>
                  <a:pt x="177726" y="38597"/>
                </a:lnTo>
                <a:lnTo>
                  <a:pt x="177243" y="37925"/>
                </a:lnTo>
                <a:lnTo>
                  <a:pt x="176733" y="37282"/>
                </a:lnTo>
                <a:lnTo>
                  <a:pt x="176198" y="36667"/>
                </a:lnTo>
                <a:lnTo>
                  <a:pt x="175637" y="36080"/>
                </a:lnTo>
                <a:lnTo>
                  <a:pt x="175049" y="35523"/>
                </a:lnTo>
                <a:lnTo>
                  <a:pt x="174436" y="34994"/>
                </a:lnTo>
                <a:lnTo>
                  <a:pt x="173796" y="34493"/>
                </a:lnTo>
                <a:lnTo>
                  <a:pt x="173131" y="34021"/>
                </a:lnTo>
                <a:lnTo>
                  <a:pt x="172439" y="33578"/>
                </a:lnTo>
                <a:lnTo>
                  <a:pt x="171721" y="33164"/>
                </a:lnTo>
                <a:lnTo>
                  <a:pt x="170978" y="32777"/>
                </a:lnTo>
                <a:lnTo>
                  <a:pt x="170208" y="32420"/>
                </a:lnTo>
                <a:lnTo>
                  <a:pt x="169412" y="32091"/>
                </a:lnTo>
                <a:lnTo>
                  <a:pt x="168590" y="31791"/>
                </a:lnTo>
                <a:lnTo>
                  <a:pt x="167743" y="31519"/>
                </a:lnTo>
                <a:lnTo>
                  <a:pt x="166869" y="31276"/>
                </a:lnTo>
                <a:lnTo>
                  <a:pt x="165969" y="31062"/>
                </a:lnTo>
                <a:lnTo>
                  <a:pt x="165043" y="30876"/>
                </a:lnTo>
                <a:lnTo>
                  <a:pt x="164091" y="30718"/>
                </a:lnTo>
                <a:lnTo>
                  <a:pt x="163113" y="30590"/>
                </a:lnTo>
                <a:lnTo>
                  <a:pt x="162109" y="30490"/>
                </a:lnTo>
                <a:lnTo>
                  <a:pt x="161079" y="30418"/>
                </a:lnTo>
                <a:lnTo>
                  <a:pt x="160023" y="30375"/>
                </a:lnTo>
                <a:lnTo>
                  <a:pt x="158941" y="30361"/>
                </a:lnTo>
                <a:lnTo>
                  <a:pt x="158105" y="30368"/>
                </a:lnTo>
                <a:lnTo>
                  <a:pt x="157280" y="30391"/>
                </a:lnTo>
                <a:lnTo>
                  <a:pt x="156467" y="30428"/>
                </a:lnTo>
                <a:lnTo>
                  <a:pt x="155665" y="30479"/>
                </a:lnTo>
                <a:lnTo>
                  <a:pt x="154876" y="30546"/>
                </a:lnTo>
                <a:lnTo>
                  <a:pt x="154097" y="30627"/>
                </a:lnTo>
                <a:lnTo>
                  <a:pt x="153331" y="30723"/>
                </a:lnTo>
                <a:lnTo>
                  <a:pt x="152577" y="30834"/>
                </a:lnTo>
                <a:lnTo>
                  <a:pt x="151834" y="30960"/>
                </a:lnTo>
                <a:lnTo>
                  <a:pt x="151102" y="31100"/>
                </a:lnTo>
                <a:lnTo>
                  <a:pt x="150383" y="31256"/>
                </a:lnTo>
                <a:lnTo>
                  <a:pt x="149675" y="31426"/>
                </a:lnTo>
                <a:lnTo>
                  <a:pt x="148979" y="31611"/>
                </a:lnTo>
                <a:lnTo>
                  <a:pt x="148294" y="31810"/>
                </a:lnTo>
                <a:lnTo>
                  <a:pt x="147622" y="32025"/>
                </a:lnTo>
                <a:lnTo>
                  <a:pt x="146961" y="32254"/>
                </a:lnTo>
                <a:lnTo>
                  <a:pt x="146311" y="32498"/>
                </a:lnTo>
                <a:lnTo>
                  <a:pt x="145674" y="32757"/>
                </a:lnTo>
                <a:lnTo>
                  <a:pt x="145048" y="33030"/>
                </a:lnTo>
                <a:lnTo>
                  <a:pt x="144434" y="33319"/>
                </a:lnTo>
                <a:lnTo>
                  <a:pt x="143831" y="33622"/>
                </a:lnTo>
                <a:lnTo>
                  <a:pt x="143240" y="33940"/>
                </a:lnTo>
                <a:lnTo>
                  <a:pt x="142661" y="34272"/>
                </a:lnTo>
                <a:lnTo>
                  <a:pt x="142094" y="34620"/>
                </a:lnTo>
                <a:lnTo>
                  <a:pt x="141537" y="34976"/>
                </a:lnTo>
                <a:lnTo>
                  <a:pt x="140992" y="35334"/>
                </a:lnTo>
                <a:lnTo>
                  <a:pt x="140458" y="35695"/>
                </a:lnTo>
                <a:lnTo>
                  <a:pt x="139934" y="36057"/>
                </a:lnTo>
                <a:lnTo>
                  <a:pt x="139421" y="36422"/>
                </a:lnTo>
                <a:lnTo>
                  <a:pt x="138919" y="36789"/>
                </a:lnTo>
                <a:lnTo>
                  <a:pt x="138428" y="37158"/>
                </a:lnTo>
                <a:lnTo>
                  <a:pt x="137947" y="37530"/>
                </a:lnTo>
                <a:lnTo>
                  <a:pt x="137478" y="37903"/>
                </a:lnTo>
                <a:lnTo>
                  <a:pt x="137019" y="38279"/>
                </a:lnTo>
                <a:lnTo>
                  <a:pt x="136571" y="38657"/>
                </a:lnTo>
                <a:lnTo>
                  <a:pt x="136134" y="39037"/>
                </a:lnTo>
                <a:lnTo>
                  <a:pt x="135708" y="39419"/>
                </a:lnTo>
                <a:lnTo>
                  <a:pt x="135292" y="39804"/>
                </a:lnTo>
                <a:lnTo>
                  <a:pt x="134887" y="40191"/>
                </a:lnTo>
                <a:lnTo>
                  <a:pt x="134494" y="40580"/>
                </a:lnTo>
                <a:lnTo>
                  <a:pt x="134110" y="40971"/>
                </a:lnTo>
                <a:lnTo>
                  <a:pt x="133738" y="41364"/>
                </a:lnTo>
                <a:lnTo>
                  <a:pt x="133377" y="41760"/>
                </a:lnTo>
                <a:lnTo>
                  <a:pt x="133026" y="42158"/>
                </a:lnTo>
                <a:lnTo>
                  <a:pt x="132687" y="42557"/>
                </a:lnTo>
                <a:lnTo>
                  <a:pt x="132358" y="42960"/>
                </a:lnTo>
                <a:lnTo>
                  <a:pt x="132040" y="43364"/>
                </a:lnTo>
                <a:lnTo>
                  <a:pt x="131732" y="43770"/>
                </a:lnTo>
                <a:lnTo>
                  <a:pt x="131395" y="31879"/>
                </a:lnTo>
                <a:lnTo>
                  <a:pt x="117749" y="31879"/>
                </a:lnTo>
                <a:lnTo>
                  <a:pt x="117749" y="117396"/>
                </a:lnTo>
                <a:lnTo>
                  <a:pt x="131817" y="117396"/>
                </a:lnTo>
                <a:lnTo>
                  <a:pt x="131817" y="55823"/>
                </a:lnTo>
                <a:lnTo>
                  <a:pt x="132115" y="55407"/>
                </a:lnTo>
                <a:lnTo>
                  <a:pt x="132422" y="54994"/>
                </a:lnTo>
                <a:close/>
                <a:moveTo>
                  <a:pt x="289587" y="54994"/>
                </a:moveTo>
                <a:lnTo>
                  <a:pt x="289902" y="54583"/>
                </a:lnTo>
                <a:lnTo>
                  <a:pt x="290225" y="54175"/>
                </a:lnTo>
                <a:lnTo>
                  <a:pt x="290556" y="53769"/>
                </a:lnTo>
                <a:lnTo>
                  <a:pt x="290895" y="53365"/>
                </a:lnTo>
                <a:lnTo>
                  <a:pt x="291242" y="52963"/>
                </a:lnTo>
                <a:lnTo>
                  <a:pt x="291597" y="52564"/>
                </a:lnTo>
                <a:lnTo>
                  <a:pt x="291961" y="52167"/>
                </a:lnTo>
                <a:lnTo>
                  <a:pt x="292332" y="51773"/>
                </a:lnTo>
                <a:lnTo>
                  <a:pt x="292711" y="51381"/>
                </a:lnTo>
                <a:lnTo>
                  <a:pt x="293099" y="50991"/>
                </a:lnTo>
                <a:lnTo>
                  <a:pt x="293494" y="50604"/>
                </a:lnTo>
                <a:lnTo>
                  <a:pt x="293897" y="50219"/>
                </a:lnTo>
                <a:lnTo>
                  <a:pt x="294309" y="49836"/>
                </a:lnTo>
                <a:lnTo>
                  <a:pt x="294728" y="49455"/>
                </a:lnTo>
                <a:lnTo>
                  <a:pt x="295156" y="49077"/>
                </a:lnTo>
                <a:lnTo>
                  <a:pt x="295591" y="48701"/>
                </a:lnTo>
                <a:lnTo>
                  <a:pt x="296035" y="48328"/>
                </a:lnTo>
                <a:lnTo>
                  <a:pt x="296487" y="47957"/>
                </a:lnTo>
                <a:lnTo>
                  <a:pt x="296946" y="47588"/>
                </a:lnTo>
                <a:lnTo>
                  <a:pt x="297414" y="47221"/>
                </a:lnTo>
                <a:lnTo>
                  <a:pt x="297890" y="46857"/>
                </a:lnTo>
                <a:lnTo>
                  <a:pt x="298374" y="46496"/>
                </a:lnTo>
                <a:lnTo>
                  <a:pt x="298866" y="46142"/>
                </a:lnTo>
                <a:lnTo>
                  <a:pt x="299368" y="45804"/>
                </a:lnTo>
                <a:lnTo>
                  <a:pt x="299879" y="45481"/>
                </a:lnTo>
                <a:lnTo>
                  <a:pt x="300399" y="45173"/>
                </a:lnTo>
                <a:lnTo>
                  <a:pt x="300928" y="44880"/>
                </a:lnTo>
                <a:lnTo>
                  <a:pt x="301467" y="44602"/>
                </a:lnTo>
                <a:lnTo>
                  <a:pt x="302015" y="44339"/>
                </a:lnTo>
                <a:lnTo>
                  <a:pt x="302572" y="44091"/>
                </a:lnTo>
                <a:lnTo>
                  <a:pt x="303138" y="43859"/>
                </a:lnTo>
                <a:lnTo>
                  <a:pt x="303713" y="43641"/>
                </a:lnTo>
                <a:lnTo>
                  <a:pt x="304298" y="43438"/>
                </a:lnTo>
                <a:lnTo>
                  <a:pt x="304892" y="43250"/>
                </a:lnTo>
                <a:lnTo>
                  <a:pt x="305495" y="43077"/>
                </a:lnTo>
                <a:lnTo>
                  <a:pt x="306107" y="42919"/>
                </a:lnTo>
                <a:lnTo>
                  <a:pt x="306729" y="42777"/>
                </a:lnTo>
                <a:lnTo>
                  <a:pt x="307359" y="42649"/>
                </a:lnTo>
                <a:lnTo>
                  <a:pt x="307999" y="42536"/>
                </a:lnTo>
                <a:lnTo>
                  <a:pt x="308648" y="42439"/>
                </a:lnTo>
                <a:lnTo>
                  <a:pt x="309307" y="42356"/>
                </a:lnTo>
                <a:lnTo>
                  <a:pt x="309974" y="42288"/>
                </a:lnTo>
                <a:lnTo>
                  <a:pt x="310651" y="42236"/>
                </a:lnTo>
                <a:lnTo>
                  <a:pt x="311337" y="42198"/>
                </a:lnTo>
                <a:lnTo>
                  <a:pt x="312032" y="42176"/>
                </a:lnTo>
                <a:lnTo>
                  <a:pt x="312736" y="42168"/>
                </a:lnTo>
                <a:lnTo>
                  <a:pt x="313195" y="42173"/>
                </a:lnTo>
                <a:lnTo>
                  <a:pt x="313645" y="42187"/>
                </a:lnTo>
                <a:lnTo>
                  <a:pt x="314086" y="42211"/>
                </a:lnTo>
                <a:lnTo>
                  <a:pt x="314518" y="42244"/>
                </a:lnTo>
                <a:lnTo>
                  <a:pt x="314941" y="42286"/>
                </a:lnTo>
                <a:lnTo>
                  <a:pt x="315356" y="42338"/>
                </a:lnTo>
                <a:lnTo>
                  <a:pt x="315761" y="42400"/>
                </a:lnTo>
                <a:lnTo>
                  <a:pt x="316157" y="42471"/>
                </a:lnTo>
                <a:lnTo>
                  <a:pt x="316545" y="42551"/>
                </a:lnTo>
                <a:lnTo>
                  <a:pt x="316923" y="42641"/>
                </a:lnTo>
                <a:lnTo>
                  <a:pt x="317293" y="42740"/>
                </a:lnTo>
                <a:lnTo>
                  <a:pt x="317654" y="42849"/>
                </a:lnTo>
                <a:lnTo>
                  <a:pt x="318006" y="42967"/>
                </a:lnTo>
                <a:lnTo>
                  <a:pt x="318348" y="43094"/>
                </a:lnTo>
                <a:lnTo>
                  <a:pt x="318682" y="43232"/>
                </a:lnTo>
                <a:lnTo>
                  <a:pt x="319007" y="43378"/>
                </a:lnTo>
                <a:lnTo>
                  <a:pt x="319324" y="43534"/>
                </a:lnTo>
                <a:lnTo>
                  <a:pt x="319631" y="43699"/>
                </a:lnTo>
                <a:lnTo>
                  <a:pt x="319929" y="43874"/>
                </a:lnTo>
                <a:lnTo>
                  <a:pt x="320218" y="44059"/>
                </a:lnTo>
                <a:lnTo>
                  <a:pt x="320499" y="44252"/>
                </a:lnTo>
                <a:lnTo>
                  <a:pt x="320770" y="44456"/>
                </a:lnTo>
                <a:lnTo>
                  <a:pt x="321033" y="44668"/>
                </a:lnTo>
                <a:lnTo>
                  <a:pt x="321287" y="44891"/>
                </a:lnTo>
                <a:lnTo>
                  <a:pt x="321533" y="45121"/>
                </a:lnTo>
                <a:lnTo>
                  <a:pt x="321772" y="45358"/>
                </a:lnTo>
                <a:lnTo>
                  <a:pt x="322005" y="45603"/>
                </a:lnTo>
                <a:lnTo>
                  <a:pt x="322232" y="45856"/>
                </a:lnTo>
                <a:lnTo>
                  <a:pt x="322452" y="46115"/>
                </a:lnTo>
                <a:lnTo>
                  <a:pt x="322666" y="46382"/>
                </a:lnTo>
                <a:lnTo>
                  <a:pt x="322873" y="46656"/>
                </a:lnTo>
                <a:lnTo>
                  <a:pt x="323074" y="46937"/>
                </a:lnTo>
                <a:lnTo>
                  <a:pt x="323269" y="47226"/>
                </a:lnTo>
                <a:lnTo>
                  <a:pt x="323457" y="47522"/>
                </a:lnTo>
                <a:lnTo>
                  <a:pt x="323638" y="47825"/>
                </a:lnTo>
                <a:lnTo>
                  <a:pt x="323814" y="48136"/>
                </a:lnTo>
                <a:lnTo>
                  <a:pt x="323982" y="48453"/>
                </a:lnTo>
                <a:lnTo>
                  <a:pt x="324145" y="48778"/>
                </a:lnTo>
                <a:lnTo>
                  <a:pt x="324301" y="49111"/>
                </a:lnTo>
                <a:lnTo>
                  <a:pt x="324450" y="49451"/>
                </a:lnTo>
                <a:lnTo>
                  <a:pt x="324593" y="49798"/>
                </a:lnTo>
                <a:lnTo>
                  <a:pt x="324730" y="50152"/>
                </a:lnTo>
                <a:lnTo>
                  <a:pt x="324860" y="50513"/>
                </a:lnTo>
                <a:lnTo>
                  <a:pt x="324984" y="50882"/>
                </a:lnTo>
                <a:lnTo>
                  <a:pt x="325101" y="51258"/>
                </a:lnTo>
                <a:lnTo>
                  <a:pt x="325212" y="51642"/>
                </a:lnTo>
                <a:lnTo>
                  <a:pt x="325316" y="52033"/>
                </a:lnTo>
                <a:lnTo>
                  <a:pt x="325414" y="52431"/>
                </a:lnTo>
                <a:lnTo>
                  <a:pt x="325507" y="52835"/>
                </a:lnTo>
                <a:lnTo>
                  <a:pt x="325596" y="53243"/>
                </a:lnTo>
                <a:lnTo>
                  <a:pt x="325681" y="53656"/>
                </a:lnTo>
                <a:lnTo>
                  <a:pt x="325762" y="54074"/>
                </a:lnTo>
                <a:lnTo>
                  <a:pt x="325839" y="54496"/>
                </a:lnTo>
                <a:lnTo>
                  <a:pt x="325912" y="54923"/>
                </a:lnTo>
                <a:lnTo>
                  <a:pt x="325981" y="55355"/>
                </a:lnTo>
                <a:lnTo>
                  <a:pt x="326046" y="55792"/>
                </a:lnTo>
                <a:lnTo>
                  <a:pt x="326107" y="56233"/>
                </a:lnTo>
                <a:lnTo>
                  <a:pt x="326164" y="56678"/>
                </a:lnTo>
                <a:lnTo>
                  <a:pt x="326218" y="57129"/>
                </a:lnTo>
                <a:lnTo>
                  <a:pt x="326267" y="57584"/>
                </a:lnTo>
                <a:lnTo>
                  <a:pt x="326313" y="58044"/>
                </a:lnTo>
                <a:lnTo>
                  <a:pt x="326354" y="58508"/>
                </a:lnTo>
                <a:lnTo>
                  <a:pt x="326391" y="58977"/>
                </a:lnTo>
                <a:lnTo>
                  <a:pt x="326425" y="59451"/>
                </a:lnTo>
                <a:lnTo>
                  <a:pt x="326455" y="59929"/>
                </a:lnTo>
                <a:lnTo>
                  <a:pt x="326480" y="60412"/>
                </a:lnTo>
                <a:lnTo>
                  <a:pt x="326502" y="60900"/>
                </a:lnTo>
                <a:lnTo>
                  <a:pt x="326520" y="61392"/>
                </a:lnTo>
                <a:lnTo>
                  <a:pt x="326534" y="61889"/>
                </a:lnTo>
                <a:lnTo>
                  <a:pt x="326544" y="62390"/>
                </a:lnTo>
                <a:lnTo>
                  <a:pt x="326549" y="62897"/>
                </a:lnTo>
                <a:lnTo>
                  <a:pt x="326551" y="63408"/>
                </a:lnTo>
                <a:lnTo>
                  <a:pt x="326551" y="117396"/>
                </a:lnTo>
                <a:lnTo>
                  <a:pt x="340535" y="117396"/>
                </a:lnTo>
                <a:lnTo>
                  <a:pt x="340535" y="61792"/>
                </a:lnTo>
                <a:lnTo>
                  <a:pt x="340525" y="60557"/>
                </a:lnTo>
                <a:lnTo>
                  <a:pt x="340496" y="59345"/>
                </a:lnTo>
                <a:lnTo>
                  <a:pt x="340447" y="58157"/>
                </a:lnTo>
                <a:lnTo>
                  <a:pt x="340378" y="56992"/>
                </a:lnTo>
                <a:lnTo>
                  <a:pt x="340290" y="55850"/>
                </a:lnTo>
                <a:lnTo>
                  <a:pt x="340182" y="54732"/>
                </a:lnTo>
                <a:lnTo>
                  <a:pt x="340055" y="53637"/>
                </a:lnTo>
                <a:lnTo>
                  <a:pt x="339908" y="52565"/>
                </a:lnTo>
                <a:lnTo>
                  <a:pt x="339741" y="51517"/>
                </a:lnTo>
                <a:lnTo>
                  <a:pt x="339555" y="50492"/>
                </a:lnTo>
                <a:lnTo>
                  <a:pt x="339349" y="49491"/>
                </a:lnTo>
                <a:lnTo>
                  <a:pt x="339124" y="48512"/>
                </a:lnTo>
                <a:lnTo>
                  <a:pt x="338879" y="47558"/>
                </a:lnTo>
                <a:lnTo>
                  <a:pt x="338614" y="46626"/>
                </a:lnTo>
                <a:lnTo>
                  <a:pt x="338330" y="45718"/>
                </a:lnTo>
                <a:lnTo>
                  <a:pt x="338026" y="44833"/>
                </a:lnTo>
                <a:lnTo>
                  <a:pt x="337703" y="43972"/>
                </a:lnTo>
                <a:lnTo>
                  <a:pt x="337360" y="43134"/>
                </a:lnTo>
                <a:lnTo>
                  <a:pt x="336998" y="42320"/>
                </a:lnTo>
                <a:lnTo>
                  <a:pt x="336615" y="41528"/>
                </a:lnTo>
                <a:lnTo>
                  <a:pt x="336214" y="40760"/>
                </a:lnTo>
                <a:lnTo>
                  <a:pt x="335792" y="40016"/>
                </a:lnTo>
                <a:lnTo>
                  <a:pt x="335351" y="39295"/>
                </a:lnTo>
                <a:lnTo>
                  <a:pt x="334891" y="38597"/>
                </a:lnTo>
                <a:lnTo>
                  <a:pt x="334408" y="37925"/>
                </a:lnTo>
                <a:lnTo>
                  <a:pt x="333898" y="37282"/>
                </a:lnTo>
                <a:lnTo>
                  <a:pt x="333363" y="36667"/>
                </a:lnTo>
                <a:lnTo>
                  <a:pt x="332801" y="36080"/>
                </a:lnTo>
                <a:lnTo>
                  <a:pt x="332214" y="35523"/>
                </a:lnTo>
                <a:lnTo>
                  <a:pt x="331600" y="34994"/>
                </a:lnTo>
                <a:lnTo>
                  <a:pt x="330961" y="34493"/>
                </a:lnTo>
                <a:lnTo>
                  <a:pt x="330295" y="34021"/>
                </a:lnTo>
                <a:lnTo>
                  <a:pt x="329604" y="33578"/>
                </a:lnTo>
                <a:lnTo>
                  <a:pt x="328886" y="33164"/>
                </a:lnTo>
                <a:lnTo>
                  <a:pt x="328142" y="32777"/>
                </a:lnTo>
                <a:lnTo>
                  <a:pt x="327373" y="32420"/>
                </a:lnTo>
                <a:lnTo>
                  <a:pt x="326577" y="32091"/>
                </a:lnTo>
                <a:lnTo>
                  <a:pt x="325755" y="31791"/>
                </a:lnTo>
                <a:lnTo>
                  <a:pt x="324907" y="31519"/>
                </a:lnTo>
                <a:lnTo>
                  <a:pt x="324034" y="31276"/>
                </a:lnTo>
                <a:lnTo>
                  <a:pt x="323134" y="31062"/>
                </a:lnTo>
                <a:lnTo>
                  <a:pt x="322208" y="30876"/>
                </a:lnTo>
                <a:lnTo>
                  <a:pt x="321256" y="30718"/>
                </a:lnTo>
                <a:lnTo>
                  <a:pt x="320278" y="30590"/>
                </a:lnTo>
                <a:lnTo>
                  <a:pt x="319274" y="30490"/>
                </a:lnTo>
                <a:lnTo>
                  <a:pt x="318244" y="30418"/>
                </a:lnTo>
                <a:lnTo>
                  <a:pt x="317188" y="30375"/>
                </a:lnTo>
                <a:lnTo>
                  <a:pt x="316106" y="30361"/>
                </a:lnTo>
                <a:lnTo>
                  <a:pt x="315269" y="30368"/>
                </a:lnTo>
                <a:lnTo>
                  <a:pt x="314445" y="30391"/>
                </a:lnTo>
                <a:lnTo>
                  <a:pt x="313631" y="30428"/>
                </a:lnTo>
                <a:lnTo>
                  <a:pt x="312830" y="30479"/>
                </a:lnTo>
                <a:lnTo>
                  <a:pt x="312040" y="30546"/>
                </a:lnTo>
                <a:lnTo>
                  <a:pt x="311262" y="30627"/>
                </a:lnTo>
                <a:lnTo>
                  <a:pt x="310496" y="30723"/>
                </a:lnTo>
                <a:lnTo>
                  <a:pt x="309741" y="30834"/>
                </a:lnTo>
                <a:lnTo>
                  <a:pt x="308998" y="30960"/>
                </a:lnTo>
                <a:lnTo>
                  <a:pt x="308267" y="31100"/>
                </a:lnTo>
                <a:lnTo>
                  <a:pt x="307548" y="31256"/>
                </a:lnTo>
                <a:lnTo>
                  <a:pt x="306840" y="31426"/>
                </a:lnTo>
                <a:lnTo>
                  <a:pt x="306144" y="31611"/>
                </a:lnTo>
                <a:lnTo>
                  <a:pt x="305459" y="31810"/>
                </a:lnTo>
                <a:lnTo>
                  <a:pt x="304787" y="32025"/>
                </a:lnTo>
                <a:lnTo>
                  <a:pt x="304125" y="32254"/>
                </a:lnTo>
                <a:lnTo>
                  <a:pt x="303476" y="32498"/>
                </a:lnTo>
                <a:lnTo>
                  <a:pt x="302839" y="32757"/>
                </a:lnTo>
                <a:lnTo>
                  <a:pt x="302213" y="33030"/>
                </a:lnTo>
                <a:lnTo>
                  <a:pt x="301598" y="33319"/>
                </a:lnTo>
                <a:lnTo>
                  <a:pt x="300996" y="33622"/>
                </a:lnTo>
                <a:lnTo>
                  <a:pt x="300405" y="33940"/>
                </a:lnTo>
                <a:lnTo>
                  <a:pt x="299826" y="34272"/>
                </a:lnTo>
                <a:lnTo>
                  <a:pt x="299258" y="34620"/>
                </a:lnTo>
                <a:lnTo>
                  <a:pt x="298702" y="34976"/>
                </a:lnTo>
                <a:lnTo>
                  <a:pt x="298157" y="35334"/>
                </a:lnTo>
                <a:lnTo>
                  <a:pt x="297622" y="35695"/>
                </a:lnTo>
                <a:lnTo>
                  <a:pt x="297099" y="36057"/>
                </a:lnTo>
                <a:lnTo>
                  <a:pt x="296586" y="36422"/>
                </a:lnTo>
                <a:lnTo>
                  <a:pt x="296084" y="36789"/>
                </a:lnTo>
                <a:lnTo>
                  <a:pt x="295592" y="37158"/>
                </a:lnTo>
                <a:lnTo>
                  <a:pt x="295112" y="37530"/>
                </a:lnTo>
                <a:lnTo>
                  <a:pt x="294642" y="37903"/>
                </a:lnTo>
                <a:lnTo>
                  <a:pt x="294184" y="38279"/>
                </a:lnTo>
                <a:lnTo>
                  <a:pt x="293736" y="38657"/>
                </a:lnTo>
                <a:lnTo>
                  <a:pt x="293299" y="39037"/>
                </a:lnTo>
                <a:lnTo>
                  <a:pt x="292872" y="39419"/>
                </a:lnTo>
                <a:lnTo>
                  <a:pt x="292457" y="39804"/>
                </a:lnTo>
                <a:lnTo>
                  <a:pt x="292052" y="40191"/>
                </a:lnTo>
                <a:lnTo>
                  <a:pt x="291658" y="40580"/>
                </a:lnTo>
                <a:lnTo>
                  <a:pt x="291275" y="40971"/>
                </a:lnTo>
                <a:lnTo>
                  <a:pt x="290903" y="41364"/>
                </a:lnTo>
                <a:lnTo>
                  <a:pt x="290542" y="41760"/>
                </a:lnTo>
                <a:lnTo>
                  <a:pt x="290191" y="42158"/>
                </a:lnTo>
                <a:lnTo>
                  <a:pt x="289851" y="42557"/>
                </a:lnTo>
                <a:lnTo>
                  <a:pt x="289523" y="42960"/>
                </a:lnTo>
                <a:lnTo>
                  <a:pt x="289204" y="43364"/>
                </a:lnTo>
                <a:lnTo>
                  <a:pt x="288897" y="43770"/>
                </a:lnTo>
                <a:lnTo>
                  <a:pt x="288560" y="31879"/>
                </a:lnTo>
                <a:lnTo>
                  <a:pt x="274914" y="31879"/>
                </a:lnTo>
                <a:lnTo>
                  <a:pt x="274914" y="117396"/>
                </a:lnTo>
                <a:lnTo>
                  <a:pt x="288981" y="117396"/>
                </a:lnTo>
                <a:lnTo>
                  <a:pt x="288981" y="55823"/>
                </a:lnTo>
                <a:lnTo>
                  <a:pt x="289280" y="55407"/>
                </a:lnTo>
                <a:lnTo>
                  <a:pt x="289587" y="54994"/>
                </a:lnTo>
                <a:close/>
                <a:moveTo>
                  <a:pt x="240755" y="31879"/>
                </a:moveTo>
                <a:lnTo>
                  <a:pt x="240755" y="117396"/>
                </a:lnTo>
                <a:lnTo>
                  <a:pt x="254823" y="117396"/>
                </a:lnTo>
                <a:lnTo>
                  <a:pt x="254823" y="31879"/>
                </a:lnTo>
                <a:lnTo>
                  <a:pt x="240755" y="31879"/>
                </a:lnTo>
                <a:close/>
                <a:moveTo>
                  <a:pt x="655713" y="117396"/>
                </a:moveTo>
                <a:lnTo>
                  <a:pt x="671465" y="117396"/>
                </a:lnTo>
                <a:lnTo>
                  <a:pt x="629431" y="3879"/>
                </a:lnTo>
                <a:lnTo>
                  <a:pt x="613510" y="3879"/>
                </a:lnTo>
                <a:lnTo>
                  <a:pt x="571054" y="117396"/>
                </a:lnTo>
                <a:lnTo>
                  <a:pt x="586638" y="117396"/>
                </a:lnTo>
                <a:lnTo>
                  <a:pt x="597842" y="85517"/>
                </a:lnTo>
                <a:lnTo>
                  <a:pt x="645015" y="85517"/>
                </a:lnTo>
                <a:lnTo>
                  <a:pt x="655713" y="117396"/>
                </a:lnTo>
                <a:close/>
                <a:moveTo>
                  <a:pt x="621428" y="18976"/>
                </a:moveTo>
                <a:lnTo>
                  <a:pt x="640550" y="72782"/>
                </a:lnTo>
                <a:lnTo>
                  <a:pt x="601969" y="72782"/>
                </a:lnTo>
                <a:lnTo>
                  <a:pt x="621428" y="18976"/>
                </a:lnTo>
                <a:close/>
                <a:moveTo>
                  <a:pt x="540689" y="115616"/>
                </a:moveTo>
                <a:lnTo>
                  <a:pt x="541800" y="115190"/>
                </a:lnTo>
                <a:lnTo>
                  <a:pt x="542892" y="114739"/>
                </a:lnTo>
                <a:lnTo>
                  <a:pt x="543964" y="114263"/>
                </a:lnTo>
                <a:lnTo>
                  <a:pt x="545017" y="113760"/>
                </a:lnTo>
                <a:lnTo>
                  <a:pt x="546050" y="113232"/>
                </a:lnTo>
                <a:lnTo>
                  <a:pt x="547064" y="112678"/>
                </a:lnTo>
                <a:lnTo>
                  <a:pt x="548058" y="112098"/>
                </a:lnTo>
                <a:lnTo>
                  <a:pt x="549033" y="111492"/>
                </a:lnTo>
                <a:lnTo>
                  <a:pt x="549989" y="110864"/>
                </a:lnTo>
                <a:lnTo>
                  <a:pt x="550924" y="110216"/>
                </a:lnTo>
                <a:lnTo>
                  <a:pt x="551840" y="109549"/>
                </a:lnTo>
                <a:lnTo>
                  <a:pt x="552736" y="108862"/>
                </a:lnTo>
                <a:lnTo>
                  <a:pt x="553613" y="108155"/>
                </a:lnTo>
                <a:lnTo>
                  <a:pt x="554469" y="107428"/>
                </a:lnTo>
                <a:lnTo>
                  <a:pt x="555306" y="106682"/>
                </a:lnTo>
                <a:lnTo>
                  <a:pt x="556123" y="105917"/>
                </a:lnTo>
                <a:lnTo>
                  <a:pt x="556921" y="105132"/>
                </a:lnTo>
                <a:lnTo>
                  <a:pt x="557699" y="104327"/>
                </a:lnTo>
                <a:lnTo>
                  <a:pt x="558456" y="103502"/>
                </a:lnTo>
                <a:lnTo>
                  <a:pt x="559195" y="102658"/>
                </a:lnTo>
                <a:lnTo>
                  <a:pt x="559913" y="101794"/>
                </a:lnTo>
                <a:lnTo>
                  <a:pt x="560612" y="100911"/>
                </a:lnTo>
                <a:lnTo>
                  <a:pt x="561291" y="100008"/>
                </a:lnTo>
                <a:lnTo>
                  <a:pt x="561950" y="99086"/>
                </a:lnTo>
                <a:lnTo>
                  <a:pt x="562589" y="98143"/>
                </a:lnTo>
                <a:lnTo>
                  <a:pt x="563209" y="97182"/>
                </a:lnTo>
                <a:lnTo>
                  <a:pt x="563809" y="96200"/>
                </a:lnTo>
                <a:lnTo>
                  <a:pt x="564389" y="95199"/>
                </a:lnTo>
                <a:lnTo>
                  <a:pt x="564950" y="94178"/>
                </a:lnTo>
                <a:lnTo>
                  <a:pt x="565490" y="93138"/>
                </a:lnTo>
                <a:lnTo>
                  <a:pt x="566011" y="92078"/>
                </a:lnTo>
                <a:lnTo>
                  <a:pt x="566513" y="90999"/>
                </a:lnTo>
                <a:lnTo>
                  <a:pt x="566994" y="89902"/>
                </a:lnTo>
                <a:lnTo>
                  <a:pt x="567455" y="88791"/>
                </a:lnTo>
                <a:lnTo>
                  <a:pt x="567895" y="87666"/>
                </a:lnTo>
                <a:lnTo>
                  <a:pt x="568314" y="86527"/>
                </a:lnTo>
                <a:lnTo>
                  <a:pt x="568714" y="85373"/>
                </a:lnTo>
                <a:lnTo>
                  <a:pt x="569093" y="84204"/>
                </a:lnTo>
                <a:lnTo>
                  <a:pt x="569451" y="83022"/>
                </a:lnTo>
                <a:lnTo>
                  <a:pt x="569789" y="81825"/>
                </a:lnTo>
                <a:lnTo>
                  <a:pt x="570106" y="80614"/>
                </a:lnTo>
                <a:lnTo>
                  <a:pt x="570403" y="79388"/>
                </a:lnTo>
                <a:lnTo>
                  <a:pt x="570679" y="78148"/>
                </a:lnTo>
                <a:lnTo>
                  <a:pt x="570935" y="76893"/>
                </a:lnTo>
                <a:lnTo>
                  <a:pt x="571171" y="75625"/>
                </a:lnTo>
                <a:lnTo>
                  <a:pt x="571386" y="74342"/>
                </a:lnTo>
                <a:lnTo>
                  <a:pt x="571580" y="73044"/>
                </a:lnTo>
                <a:lnTo>
                  <a:pt x="571754" y="71733"/>
                </a:lnTo>
                <a:lnTo>
                  <a:pt x="571908" y="70406"/>
                </a:lnTo>
                <a:lnTo>
                  <a:pt x="572041" y="69066"/>
                </a:lnTo>
                <a:lnTo>
                  <a:pt x="572153" y="67711"/>
                </a:lnTo>
                <a:lnTo>
                  <a:pt x="572246" y="66342"/>
                </a:lnTo>
                <a:lnTo>
                  <a:pt x="572317" y="64959"/>
                </a:lnTo>
                <a:lnTo>
                  <a:pt x="572368" y="63561"/>
                </a:lnTo>
                <a:lnTo>
                  <a:pt x="572399" y="62149"/>
                </a:lnTo>
                <a:lnTo>
                  <a:pt x="572409" y="60722"/>
                </a:lnTo>
                <a:lnTo>
                  <a:pt x="572399" y="59295"/>
                </a:lnTo>
                <a:lnTo>
                  <a:pt x="572368" y="57883"/>
                </a:lnTo>
                <a:lnTo>
                  <a:pt x="572317" y="56484"/>
                </a:lnTo>
                <a:lnTo>
                  <a:pt x="572246" y="55100"/>
                </a:lnTo>
                <a:lnTo>
                  <a:pt x="572153" y="53729"/>
                </a:lnTo>
                <a:lnTo>
                  <a:pt x="572041" y="52373"/>
                </a:lnTo>
                <a:lnTo>
                  <a:pt x="571908" y="51030"/>
                </a:lnTo>
                <a:lnTo>
                  <a:pt x="571754" y="49702"/>
                </a:lnTo>
                <a:lnTo>
                  <a:pt x="571580" y="48388"/>
                </a:lnTo>
                <a:lnTo>
                  <a:pt x="571386" y="47088"/>
                </a:lnTo>
                <a:lnTo>
                  <a:pt x="571171" y="45802"/>
                </a:lnTo>
                <a:lnTo>
                  <a:pt x="570935" y="44529"/>
                </a:lnTo>
                <a:lnTo>
                  <a:pt x="570679" y="43271"/>
                </a:lnTo>
                <a:lnTo>
                  <a:pt x="570403" y="42028"/>
                </a:lnTo>
                <a:lnTo>
                  <a:pt x="570106" y="40798"/>
                </a:lnTo>
                <a:lnTo>
                  <a:pt x="569789" y="39582"/>
                </a:lnTo>
                <a:lnTo>
                  <a:pt x="569451" y="38380"/>
                </a:lnTo>
                <a:lnTo>
                  <a:pt x="569093" y="37192"/>
                </a:lnTo>
                <a:lnTo>
                  <a:pt x="568714" y="36019"/>
                </a:lnTo>
                <a:lnTo>
                  <a:pt x="568314" y="34859"/>
                </a:lnTo>
                <a:lnTo>
                  <a:pt x="567895" y="33713"/>
                </a:lnTo>
                <a:lnTo>
                  <a:pt x="567455" y="32582"/>
                </a:lnTo>
                <a:lnTo>
                  <a:pt x="566994" y="31464"/>
                </a:lnTo>
                <a:lnTo>
                  <a:pt x="566513" y="30361"/>
                </a:lnTo>
                <a:lnTo>
                  <a:pt x="566011" y="29275"/>
                </a:lnTo>
                <a:lnTo>
                  <a:pt x="565490" y="28208"/>
                </a:lnTo>
                <a:lnTo>
                  <a:pt x="564950" y="27162"/>
                </a:lnTo>
                <a:lnTo>
                  <a:pt x="564389" y="26135"/>
                </a:lnTo>
                <a:lnTo>
                  <a:pt x="563809" y="25128"/>
                </a:lnTo>
                <a:lnTo>
                  <a:pt x="563209" y="24141"/>
                </a:lnTo>
                <a:lnTo>
                  <a:pt x="562589" y="23174"/>
                </a:lnTo>
                <a:lnTo>
                  <a:pt x="561950" y="22227"/>
                </a:lnTo>
                <a:lnTo>
                  <a:pt x="561291" y="21300"/>
                </a:lnTo>
                <a:lnTo>
                  <a:pt x="560612" y="20393"/>
                </a:lnTo>
                <a:lnTo>
                  <a:pt x="559913" y="19506"/>
                </a:lnTo>
                <a:lnTo>
                  <a:pt x="559195" y="18638"/>
                </a:lnTo>
                <a:lnTo>
                  <a:pt x="558456" y="17791"/>
                </a:lnTo>
                <a:lnTo>
                  <a:pt x="557699" y="16963"/>
                </a:lnTo>
                <a:lnTo>
                  <a:pt x="556921" y="16156"/>
                </a:lnTo>
                <a:lnTo>
                  <a:pt x="556123" y="15368"/>
                </a:lnTo>
                <a:lnTo>
                  <a:pt x="555306" y="14600"/>
                </a:lnTo>
                <a:lnTo>
                  <a:pt x="554469" y="13852"/>
                </a:lnTo>
                <a:lnTo>
                  <a:pt x="553613" y="13124"/>
                </a:lnTo>
                <a:lnTo>
                  <a:pt x="552736" y="12416"/>
                </a:lnTo>
                <a:lnTo>
                  <a:pt x="551840" y="11728"/>
                </a:lnTo>
                <a:lnTo>
                  <a:pt x="550924" y="11060"/>
                </a:lnTo>
                <a:lnTo>
                  <a:pt x="549989" y="10411"/>
                </a:lnTo>
                <a:lnTo>
                  <a:pt x="549033" y="9783"/>
                </a:lnTo>
                <a:lnTo>
                  <a:pt x="548058" y="9177"/>
                </a:lnTo>
                <a:lnTo>
                  <a:pt x="547064" y="8598"/>
                </a:lnTo>
                <a:lnTo>
                  <a:pt x="546050" y="8044"/>
                </a:lnTo>
                <a:lnTo>
                  <a:pt x="545017" y="7515"/>
                </a:lnTo>
                <a:lnTo>
                  <a:pt x="543964" y="7013"/>
                </a:lnTo>
                <a:lnTo>
                  <a:pt x="542892" y="6536"/>
                </a:lnTo>
                <a:lnTo>
                  <a:pt x="541800" y="6085"/>
                </a:lnTo>
                <a:lnTo>
                  <a:pt x="540689" y="5660"/>
                </a:lnTo>
                <a:lnTo>
                  <a:pt x="539559" y="5260"/>
                </a:lnTo>
                <a:lnTo>
                  <a:pt x="538409" y="4887"/>
                </a:lnTo>
                <a:lnTo>
                  <a:pt x="537239" y="4539"/>
                </a:lnTo>
                <a:lnTo>
                  <a:pt x="536050" y="4217"/>
                </a:lnTo>
                <a:lnTo>
                  <a:pt x="534842" y="3920"/>
                </a:lnTo>
                <a:lnTo>
                  <a:pt x="533614" y="3650"/>
                </a:lnTo>
                <a:lnTo>
                  <a:pt x="532367" y="3405"/>
                </a:lnTo>
                <a:lnTo>
                  <a:pt x="531100" y="3186"/>
                </a:lnTo>
                <a:lnTo>
                  <a:pt x="529814" y="2993"/>
                </a:lnTo>
                <a:lnTo>
                  <a:pt x="528508" y="2825"/>
                </a:lnTo>
                <a:lnTo>
                  <a:pt x="527183" y="2684"/>
                </a:lnTo>
                <a:lnTo>
                  <a:pt x="525839" y="2568"/>
                </a:lnTo>
                <a:lnTo>
                  <a:pt x="524475" y="2477"/>
                </a:lnTo>
                <a:lnTo>
                  <a:pt x="523091" y="2413"/>
                </a:lnTo>
                <a:lnTo>
                  <a:pt x="521689" y="2374"/>
                </a:lnTo>
                <a:lnTo>
                  <a:pt x="520266" y="2361"/>
                </a:lnTo>
                <a:lnTo>
                  <a:pt x="518830" y="2374"/>
                </a:lnTo>
                <a:lnTo>
                  <a:pt x="517414" y="2413"/>
                </a:lnTo>
                <a:lnTo>
                  <a:pt x="516018" y="2477"/>
                </a:lnTo>
                <a:lnTo>
                  <a:pt x="514641" y="2568"/>
                </a:lnTo>
                <a:lnTo>
                  <a:pt x="513285" y="2684"/>
                </a:lnTo>
                <a:lnTo>
                  <a:pt x="511948" y="2825"/>
                </a:lnTo>
                <a:lnTo>
                  <a:pt x="510631" y="2993"/>
                </a:lnTo>
                <a:lnTo>
                  <a:pt x="509334" y="3186"/>
                </a:lnTo>
                <a:lnTo>
                  <a:pt x="508057" y="3405"/>
                </a:lnTo>
                <a:lnTo>
                  <a:pt x="506800" y="3650"/>
                </a:lnTo>
                <a:lnTo>
                  <a:pt x="505563" y="3920"/>
                </a:lnTo>
                <a:lnTo>
                  <a:pt x="504345" y="4217"/>
                </a:lnTo>
                <a:lnTo>
                  <a:pt x="503148" y="4539"/>
                </a:lnTo>
                <a:lnTo>
                  <a:pt x="501970" y="4887"/>
                </a:lnTo>
                <a:lnTo>
                  <a:pt x="500813" y="5260"/>
                </a:lnTo>
                <a:lnTo>
                  <a:pt x="499675" y="5660"/>
                </a:lnTo>
                <a:lnTo>
                  <a:pt x="498557" y="6085"/>
                </a:lnTo>
                <a:lnTo>
                  <a:pt x="497459" y="6536"/>
                </a:lnTo>
                <a:lnTo>
                  <a:pt x="496381" y="7013"/>
                </a:lnTo>
                <a:lnTo>
                  <a:pt x="495323" y="7515"/>
                </a:lnTo>
                <a:lnTo>
                  <a:pt x="494284" y="8044"/>
                </a:lnTo>
                <a:lnTo>
                  <a:pt x="493266" y="8598"/>
                </a:lnTo>
                <a:lnTo>
                  <a:pt x="492267" y="9177"/>
                </a:lnTo>
                <a:lnTo>
                  <a:pt x="491289" y="9783"/>
                </a:lnTo>
                <a:lnTo>
                  <a:pt x="490330" y="10411"/>
                </a:lnTo>
                <a:lnTo>
                  <a:pt x="489391" y="11060"/>
                </a:lnTo>
                <a:lnTo>
                  <a:pt x="488472" y="11728"/>
                </a:lnTo>
                <a:lnTo>
                  <a:pt x="487573" y="12416"/>
                </a:lnTo>
                <a:lnTo>
                  <a:pt x="486693" y="13124"/>
                </a:lnTo>
                <a:lnTo>
                  <a:pt x="485834" y="13852"/>
                </a:lnTo>
                <a:lnTo>
                  <a:pt x="484995" y="14600"/>
                </a:lnTo>
                <a:lnTo>
                  <a:pt x="484175" y="15368"/>
                </a:lnTo>
                <a:lnTo>
                  <a:pt x="483375" y="16156"/>
                </a:lnTo>
                <a:lnTo>
                  <a:pt x="482596" y="16963"/>
                </a:lnTo>
                <a:lnTo>
                  <a:pt x="481836" y="17791"/>
                </a:lnTo>
                <a:lnTo>
                  <a:pt x="481096" y="18638"/>
                </a:lnTo>
                <a:lnTo>
                  <a:pt x="480376" y="19506"/>
                </a:lnTo>
                <a:lnTo>
                  <a:pt x="479675" y="20393"/>
                </a:lnTo>
                <a:lnTo>
                  <a:pt x="478995" y="21300"/>
                </a:lnTo>
                <a:lnTo>
                  <a:pt x="478335" y="22227"/>
                </a:lnTo>
                <a:lnTo>
                  <a:pt x="477694" y="23174"/>
                </a:lnTo>
                <a:lnTo>
                  <a:pt x="477073" y="24141"/>
                </a:lnTo>
                <a:lnTo>
                  <a:pt x="476473" y="25128"/>
                </a:lnTo>
                <a:lnTo>
                  <a:pt x="475892" y="26135"/>
                </a:lnTo>
                <a:lnTo>
                  <a:pt x="475331" y="27162"/>
                </a:lnTo>
                <a:lnTo>
                  <a:pt x="474790" y="28208"/>
                </a:lnTo>
                <a:lnTo>
                  <a:pt x="474268" y="29275"/>
                </a:lnTo>
                <a:lnTo>
                  <a:pt x="473767" y="30361"/>
                </a:lnTo>
                <a:lnTo>
                  <a:pt x="473286" y="31464"/>
                </a:lnTo>
                <a:lnTo>
                  <a:pt x="472825" y="32582"/>
                </a:lnTo>
                <a:lnTo>
                  <a:pt x="472385" y="33713"/>
                </a:lnTo>
                <a:lnTo>
                  <a:pt x="471965" y="34859"/>
                </a:lnTo>
                <a:lnTo>
                  <a:pt x="471566" y="36019"/>
                </a:lnTo>
                <a:lnTo>
                  <a:pt x="471187" y="37192"/>
                </a:lnTo>
                <a:lnTo>
                  <a:pt x="470829" y="38380"/>
                </a:lnTo>
                <a:lnTo>
                  <a:pt x="470491" y="39582"/>
                </a:lnTo>
                <a:lnTo>
                  <a:pt x="470174" y="40798"/>
                </a:lnTo>
                <a:lnTo>
                  <a:pt x="469877" y="42028"/>
                </a:lnTo>
                <a:lnTo>
                  <a:pt x="469601" y="43271"/>
                </a:lnTo>
                <a:lnTo>
                  <a:pt x="469345" y="44529"/>
                </a:lnTo>
                <a:lnTo>
                  <a:pt x="469109" y="45802"/>
                </a:lnTo>
                <a:lnTo>
                  <a:pt x="468894" y="47088"/>
                </a:lnTo>
                <a:lnTo>
                  <a:pt x="468700" y="48388"/>
                </a:lnTo>
                <a:lnTo>
                  <a:pt x="468526" y="49702"/>
                </a:lnTo>
                <a:lnTo>
                  <a:pt x="468372" y="51030"/>
                </a:lnTo>
                <a:lnTo>
                  <a:pt x="468239" y="52373"/>
                </a:lnTo>
                <a:lnTo>
                  <a:pt x="468126" y="53729"/>
                </a:lnTo>
                <a:lnTo>
                  <a:pt x="468034" y="55100"/>
                </a:lnTo>
                <a:lnTo>
                  <a:pt x="467963" y="56484"/>
                </a:lnTo>
                <a:lnTo>
                  <a:pt x="467911" y="57883"/>
                </a:lnTo>
                <a:lnTo>
                  <a:pt x="467881" y="59295"/>
                </a:lnTo>
                <a:lnTo>
                  <a:pt x="467870" y="60722"/>
                </a:lnTo>
                <a:lnTo>
                  <a:pt x="467881" y="62149"/>
                </a:lnTo>
                <a:lnTo>
                  <a:pt x="467911" y="63561"/>
                </a:lnTo>
                <a:lnTo>
                  <a:pt x="467963" y="64959"/>
                </a:lnTo>
                <a:lnTo>
                  <a:pt x="468034" y="66342"/>
                </a:lnTo>
                <a:lnTo>
                  <a:pt x="468126" y="67711"/>
                </a:lnTo>
                <a:lnTo>
                  <a:pt x="468239" y="69066"/>
                </a:lnTo>
                <a:lnTo>
                  <a:pt x="468372" y="70406"/>
                </a:lnTo>
                <a:lnTo>
                  <a:pt x="468526" y="71733"/>
                </a:lnTo>
                <a:lnTo>
                  <a:pt x="468700" y="73044"/>
                </a:lnTo>
                <a:lnTo>
                  <a:pt x="468894" y="74342"/>
                </a:lnTo>
                <a:lnTo>
                  <a:pt x="469109" y="75625"/>
                </a:lnTo>
                <a:lnTo>
                  <a:pt x="469345" y="76893"/>
                </a:lnTo>
                <a:lnTo>
                  <a:pt x="469601" y="78148"/>
                </a:lnTo>
                <a:lnTo>
                  <a:pt x="469877" y="79388"/>
                </a:lnTo>
                <a:lnTo>
                  <a:pt x="470174" y="80614"/>
                </a:lnTo>
                <a:lnTo>
                  <a:pt x="470491" y="81825"/>
                </a:lnTo>
                <a:lnTo>
                  <a:pt x="470829" y="83022"/>
                </a:lnTo>
                <a:lnTo>
                  <a:pt x="471187" y="84204"/>
                </a:lnTo>
                <a:lnTo>
                  <a:pt x="471566" y="85373"/>
                </a:lnTo>
                <a:lnTo>
                  <a:pt x="471965" y="86527"/>
                </a:lnTo>
                <a:lnTo>
                  <a:pt x="472385" y="87666"/>
                </a:lnTo>
                <a:lnTo>
                  <a:pt x="472825" y="88791"/>
                </a:lnTo>
                <a:lnTo>
                  <a:pt x="473286" y="89902"/>
                </a:lnTo>
                <a:lnTo>
                  <a:pt x="473767" y="90999"/>
                </a:lnTo>
                <a:lnTo>
                  <a:pt x="474268" y="92078"/>
                </a:lnTo>
                <a:lnTo>
                  <a:pt x="474790" y="93138"/>
                </a:lnTo>
                <a:lnTo>
                  <a:pt x="475331" y="94178"/>
                </a:lnTo>
                <a:lnTo>
                  <a:pt x="475892" y="95199"/>
                </a:lnTo>
                <a:lnTo>
                  <a:pt x="476473" y="96200"/>
                </a:lnTo>
                <a:lnTo>
                  <a:pt x="477073" y="97182"/>
                </a:lnTo>
                <a:lnTo>
                  <a:pt x="477694" y="98143"/>
                </a:lnTo>
                <a:lnTo>
                  <a:pt x="478335" y="99086"/>
                </a:lnTo>
                <a:lnTo>
                  <a:pt x="478995" y="100008"/>
                </a:lnTo>
                <a:lnTo>
                  <a:pt x="479675" y="100911"/>
                </a:lnTo>
                <a:lnTo>
                  <a:pt x="480376" y="101794"/>
                </a:lnTo>
                <a:lnTo>
                  <a:pt x="481096" y="102658"/>
                </a:lnTo>
                <a:lnTo>
                  <a:pt x="481836" y="103502"/>
                </a:lnTo>
                <a:lnTo>
                  <a:pt x="482596" y="104327"/>
                </a:lnTo>
                <a:lnTo>
                  <a:pt x="483375" y="105132"/>
                </a:lnTo>
                <a:lnTo>
                  <a:pt x="484175" y="105917"/>
                </a:lnTo>
                <a:lnTo>
                  <a:pt x="484995" y="106682"/>
                </a:lnTo>
                <a:lnTo>
                  <a:pt x="485834" y="107428"/>
                </a:lnTo>
                <a:lnTo>
                  <a:pt x="486693" y="108155"/>
                </a:lnTo>
                <a:lnTo>
                  <a:pt x="487573" y="108862"/>
                </a:lnTo>
                <a:lnTo>
                  <a:pt x="488472" y="109549"/>
                </a:lnTo>
                <a:lnTo>
                  <a:pt x="489391" y="110216"/>
                </a:lnTo>
                <a:lnTo>
                  <a:pt x="490330" y="110864"/>
                </a:lnTo>
                <a:lnTo>
                  <a:pt x="491289" y="111492"/>
                </a:lnTo>
                <a:lnTo>
                  <a:pt x="492267" y="112098"/>
                </a:lnTo>
                <a:lnTo>
                  <a:pt x="493266" y="112678"/>
                </a:lnTo>
                <a:lnTo>
                  <a:pt x="494284" y="113232"/>
                </a:lnTo>
                <a:lnTo>
                  <a:pt x="495323" y="113760"/>
                </a:lnTo>
                <a:lnTo>
                  <a:pt x="496381" y="114263"/>
                </a:lnTo>
                <a:lnTo>
                  <a:pt x="497459" y="114739"/>
                </a:lnTo>
                <a:lnTo>
                  <a:pt x="498557" y="115190"/>
                </a:lnTo>
                <a:lnTo>
                  <a:pt x="499675" y="115616"/>
                </a:lnTo>
                <a:lnTo>
                  <a:pt x="500813" y="116015"/>
                </a:lnTo>
                <a:lnTo>
                  <a:pt x="501970" y="116389"/>
                </a:lnTo>
                <a:lnTo>
                  <a:pt x="503148" y="116736"/>
                </a:lnTo>
                <a:lnTo>
                  <a:pt x="504345" y="117059"/>
                </a:lnTo>
                <a:lnTo>
                  <a:pt x="505563" y="117355"/>
                </a:lnTo>
                <a:lnTo>
                  <a:pt x="506800" y="117626"/>
                </a:lnTo>
                <a:lnTo>
                  <a:pt x="508057" y="117870"/>
                </a:lnTo>
                <a:lnTo>
                  <a:pt x="509334" y="118089"/>
                </a:lnTo>
                <a:lnTo>
                  <a:pt x="510631" y="118283"/>
                </a:lnTo>
                <a:lnTo>
                  <a:pt x="511948" y="118450"/>
                </a:lnTo>
                <a:lnTo>
                  <a:pt x="513285" y="118592"/>
                </a:lnTo>
                <a:lnTo>
                  <a:pt x="514641" y="118708"/>
                </a:lnTo>
                <a:lnTo>
                  <a:pt x="516018" y="118798"/>
                </a:lnTo>
                <a:lnTo>
                  <a:pt x="517414" y="118862"/>
                </a:lnTo>
                <a:lnTo>
                  <a:pt x="518830" y="118901"/>
                </a:lnTo>
                <a:lnTo>
                  <a:pt x="520266" y="118914"/>
                </a:lnTo>
                <a:lnTo>
                  <a:pt x="521689" y="118901"/>
                </a:lnTo>
                <a:lnTo>
                  <a:pt x="523091" y="118862"/>
                </a:lnTo>
                <a:lnTo>
                  <a:pt x="524475" y="118798"/>
                </a:lnTo>
                <a:lnTo>
                  <a:pt x="525839" y="118708"/>
                </a:lnTo>
                <a:lnTo>
                  <a:pt x="526144" y="118681"/>
                </a:lnTo>
                <a:lnTo>
                  <a:pt x="526172" y="118738"/>
                </a:lnTo>
                <a:lnTo>
                  <a:pt x="526400" y="119194"/>
                </a:lnTo>
                <a:lnTo>
                  <a:pt x="526629" y="119647"/>
                </a:lnTo>
                <a:lnTo>
                  <a:pt x="526858" y="120096"/>
                </a:lnTo>
                <a:lnTo>
                  <a:pt x="527090" y="120542"/>
                </a:lnTo>
                <a:lnTo>
                  <a:pt x="527322" y="120984"/>
                </a:lnTo>
                <a:lnTo>
                  <a:pt x="527555" y="121423"/>
                </a:lnTo>
                <a:lnTo>
                  <a:pt x="527790" y="121858"/>
                </a:lnTo>
                <a:lnTo>
                  <a:pt x="528026" y="122290"/>
                </a:lnTo>
                <a:lnTo>
                  <a:pt x="528262" y="122718"/>
                </a:lnTo>
                <a:lnTo>
                  <a:pt x="528501" y="123142"/>
                </a:lnTo>
                <a:lnTo>
                  <a:pt x="528740" y="123564"/>
                </a:lnTo>
                <a:lnTo>
                  <a:pt x="528980" y="123981"/>
                </a:lnTo>
                <a:lnTo>
                  <a:pt x="529222" y="124395"/>
                </a:lnTo>
                <a:lnTo>
                  <a:pt x="529465" y="124806"/>
                </a:lnTo>
                <a:lnTo>
                  <a:pt x="529709" y="125213"/>
                </a:lnTo>
                <a:lnTo>
                  <a:pt x="529954" y="125616"/>
                </a:lnTo>
                <a:lnTo>
                  <a:pt x="530202" y="126016"/>
                </a:lnTo>
                <a:lnTo>
                  <a:pt x="530456" y="126411"/>
                </a:lnTo>
                <a:lnTo>
                  <a:pt x="530714" y="126801"/>
                </a:lnTo>
                <a:lnTo>
                  <a:pt x="530979" y="127188"/>
                </a:lnTo>
                <a:lnTo>
                  <a:pt x="531248" y="127570"/>
                </a:lnTo>
                <a:lnTo>
                  <a:pt x="531523" y="127947"/>
                </a:lnTo>
                <a:lnTo>
                  <a:pt x="531802" y="128320"/>
                </a:lnTo>
                <a:lnTo>
                  <a:pt x="532088" y="128689"/>
                </a:lnTo>
                <a:lnTo>
                  <a:pt x="532378" y="129053"/>
                </a:lnTo>
                <a:lnTo>
                  <a:pt x="532674" y="129413"/>
                </a:lnTo>
                <a:lnTo>
                  <a:pt x="532975" y="129768"/>
                </a:lnTo>
                <a:lnTo>
                  <a:pt x="533281" y="130119"/>
                </a:lnTo>
                <a:lnTo>
                  <a:pt x="533593" y="130466"/>
                </a:lnTo>
                <a:lnTo>
                  <a:pt x="533909" y="130808"/>
                </a:lnTo>
                <a:lnTo>
                  <a:pt x="534231" y="131146"/>
                </a:lnTo>
                <a:lnTo>
                  <a:pt x="534559" y="131480"/>
                </a:lnTo>
                <a:lnTo>
                  <a:pt x="534891" y="131809"/>
                </a:lnTo>
                <a:lnTo>
                  <a:pt x="535229" y="132134"/>
                </a:lnTo>
                <a:lnTo>
                  <a:pt x="535572" y="132454"/>
                </a:lnTo>
                <a:lnTo>
                  <a:pt x="535920" y="132770"/>
                </a:lnTo>
                <a:lnTo>
                  <a:pt x="536274" y="133081"/>
                </a:lnTo>
                <a:lnTo>
                  <a:pt x="536633" y="133388"/>
                </a:lnTo>
                <a:lnTo>
                  <a:pt x="536997" y="133691"/>
                </a:lnTo>
                <a:lnTo>
                  <a:pt x="537367" y="133989"/>
                </a:lnTo>
                <a:lnTo>
                  <a:pt x="537743" y="134282"/>
                </a:lnTo>
                <a:lnTo>
                  <a:pt x="538128" y="134570"/>
                </a:lnTo>
                <a:lnTo>
                  <a:pt x="538522" y="134851"/>
                </a:lnTo>
                <a:lnTo>
                  <a:pt x="538924" y="135127"/>
                </a:lnTo>
                <a:lnTo>
                  <a:pt x="539335" y="135398"/>
                </a:lnTo>
                <a:lnTo>
                  <a:pt x="539754" y="135662"/>
                </a:lnTo>
                <a:lnTo>
                  <a:pt x="540182" y="135921"/>
                </a:lnTo>
                <a:lnTo>
                  <a:pt x="540619" y="136174"/>
                </a:lnTo>
                <a:lnTo>
                  <a:pt x="541064" y="136422"/>
                </a:lnTo>
                <a:lnTo>
                  <a:pt x="541518" y="136663"/>
                </a:lnTo>
                <a:lnTo>
                  <a:pt x="541981" y="136899"/>
                </a:lnTo>
                <a:lnTo>
                  <a:pt x="542452" y="137129"/>
                </a:lnTo>
                <a:lnTo>
                  <a:pt x="542932" y="137354"/>
                </a:lnTo>
                <a:lnTo>
                  <a:pt x="543421" y="137572"/>
                </a:lnTo>
                <a:lnTo>
                  <a:pt x="543918" y="137785"/>
                </a:lnTo>
                <a:lnTo>
                  <a:pt x="544424" y="137993"/>
                </a:lnTo>
                <a:lnTo>
                  <a:pt x="544938" y="138194"/>
                </a:lnTo>
                <a:lnTo>
                  <a:pt x="545461" y="138390"/>
                </a:lnTo>
                <a:lnTo>
                  <a:pt x="545993" y="138580"/>
                </a:lnTo>
                <a:lnTo>
                  <a:pt x="546533" y="138764"/>
                </a:lnTo>
                <a:lnTo>
                  <a:pt x="547082" y="138943"/>
                </a:lnTo>
                <a:lnTo>
                  <a:pt x="547640" y="139116"/>
                </a:lnTo>
                <a:lnTo>
                  <a:pt x="548206" y="139283"/>
                </a:lnTo>
                <a:lnTo>
                  <a:pt x="548781" y="139445"/>
                </a:lnTo>
                <a:lnTo>
                  <a:pt x="549366" y="139600"/>
                </a:lnTo>
                <a:lnTo>
                  <a:pt x="549963" y="139748"/>
                </a:lnTo>
                <a:lnTo>
                  <a:pt x="550573" y="139891"/>
                </a:lnTo>
                <a:lnTo>
                  <a:pt x="551194" y="140026"/>
                </a:lnTo>
                <a:lnTo>
                  <a:pt x="551828" y="140155"/>
                </a:lnTo>
                <a:lnTo>
                  <a:pt x="552474" y="140277"/>
                </a:lnTo>
                <a:lnTo>
                  <a:pt x="553132" y="140393"/>
                </a:lnTo>
                <a:lnTo>
                  <a:pt x="553802" y="140502"/>
                </a:lnTo>
                <a:lnTo>
                  <a:pt x="554485" y="140604"/>
                </a:lnTo>
                <a:lnTo>
                  <a:pt x="555179" y="140700"/>
                </a:lnTo>
                <a:lnTo>
                  <a:pt x="555886" y="140789"/>
                </a:lnTo>
                <a:lnTo>
                  <a:pt x="556604" y="140872"/>
                </a:lnTo>
                <a:lnTo>
                  <a:pt x="557335" y="140948"/>
                </a:lnTo>
                <a:lnTo>
                  <a:pt x="558078" y="141017"/>
                </a:lnTo>
                <a:lnTo>
                  <a:pt x="558833" y="141080"/>
                </a:lnTo>
                <a:lnTo>
                  <a:pt x="559601" y="141136"/>
                </a:lnTo>
                <a:lnTo>
                  <a:pt x="560380" y="141186"/>
                </a:lnTo>
                <a:lnTo>
                  <a:pt x="561172" y="141228"/>
                </a:lnTo>
                <a:lnTo>
                  <a:pt x="561975" y="141265"/>
                </a:lnTo>
                <a:lnTo>
                  <a:pt x="562791" y="141295"/>
                </a:lnTo>
                <a:lnTo>
                  <a:pt x="563619" y="141318"/>
                </a:lnTo>
                <a:lnTo>
                  <a:pt x="564459" y="141334"/>
                </a:lnTo>
                <a:lnTo>
                  <a:pt x="565311" y="141344"/>
                </a:lnTo>
                <a:lnTo>
                  <a:pt x="566176" y="141347"/>
                </a:lnTo>
                <a:lnTo>
                  <a:pt x="571904" y="141347"/>
                </a:lnTo>
                <a:lnTo>
                  <a:pt x="571904" y="128022"/>
                </a:lnTo>
                <a:lnTo>
                  <a:pt x="567355" y="128022"/>
                </a:lnTo>
                <a:lnTo>
                  <a:pt x="566693" y="128021"/>
                </a:lnTo>
                <a:lnTo>
                  <a:pt x="566042" y="128016"/>
                </a:lnTo>
                <a:lnTo>
                  <a:pt x="565401" y="128007"/>
                </a:lnTo>
                <a:lnTo>
                  <a:pt x="564771" y="127995"/>
                </a:lnTo>
                <a:lnTo>
                  <a:pt x="564151" y="127980"/>
                </a:lnTo>
                <a:lnTo>
                  <a:pt x="563541" y="127961"/>
                </a:lnTo>
                <a:lnTo>
                  <a:pt x="562941" y="127939"/>
                </a:lnTo>
                <a:lnTo>
                  <a:pt x="562352" y="127914"/>
                </a:lnTo>
                <a:lnTo>
                  <a:pt x="561774" y="127885"/>
                </a:lnTo>
                <a:lnTo>
                  <a:pt x="561205" y="127853"/>
                </a:lnTo>
                <a:lnTo>
                  <a:pt x="560648" y="127817"/>
                </a:lnTo>
                <a:lnTo>
                  <a:pt x="560100" y="127779"/>
                </a:lnTo>
                <a:lnTo>
                  <a:pt x="559563" y="127736"/>
                </a:lnTo>
                <a:lnTo>
                  <a:pt x="559036" y="127690"/>
                </a:lnTo>
                <a:lnTo>
                  <a:pt x="558520" y="127641"/>
                </a:lnTo>
                <a:lnTo>
                  <a:pt x="558014" y="127589"/>
                </a:lnTo>
                <a:lnTo>
                  <a:pt x="557519" y="127533"/>
                </a:lnTo>
                <a:lnTo>
                  <a:pt x="557033" y="127474"/>
                </a:lnTo>
                <a:lnTo>
                  <a:pt x="556559" y="127411"/>
                </a:lnTo>
                <a:lnTo>
                  <a:pt x="556094" y="127345"/>
                </a:lnTo>
                <a:lnTo>
                  <a:pt x="555640" y="127276"/>
                </a:lnTo>
                <a:lnTo>
                  <a:pt x="555197" y="127203"/>
                </a:lnTo>
                <a:lnTo>
                  <a:pt x="554763" y="127127"/>
                </a:lnTo>
                <a:lnTo>
                  <a:pt x="554340" y="127047"/>
                </a:lnTo>
                <a:lnTo>
                  <a:pt x="553926" y="126964"/>
                </a:lnTo>
                <a:lnTo>
                  <a:pt x="553518" y="126878"/>
                </a:lnTo>
                <a:lnTo>
                  <a:pt x="553116" y="126788"/>
                </a:lnTo>
                <a:lnTo>
                  <a:pt x="552721" y="126695"/>
                </a:lnTo>
                <a:lnTo>
                  <a:pt x="552332" y="126599"/>
                </a:lnTo>
                <a:lnTo>
                  <a:pt x="551950" y="126499"/>
                </a:lnTo>
                <a:lnTo>
                  <a:pt x="551574" y="126395"/>
                </a:lnTo>
                <a:lnTo>
                  <a:pt x="551205" y="126289"/>
                </a:lnTo>
                <a:lnTo>
                  <a:pt x="550842" y="126179"/>
                </a:lnTo>
                <a:lnTo>
                  <a:pt x="550485" y="126065"/>
                </a:lnTo>
                <a:lnTo>
                  <a:pt x="550135" y="125948"/>
                </a:lnTo>
                <a:lnTo>
                  <a:pt x="549792" y="125828"/>
                </a:lnTo>
                <a:lnTo>
                  <a:pt x="549454" y="125705"/>
                </a:lnTo>
                <a:lnTo>
                  <a:pt x="549124" y="125578"/>
                </a:lnTo>
                <a:lnTo>
                  <a:pt x="548799" y="125447"/>
                </a:lnTo>
                <a:lnTo>
                  <a:pt x="548481" y="125314"/>
                </a:lnTo>
                <a:lnTo>
                  <a:pt x="548170" y="125176"/>
                </a:lnTo>
                <a:lnTo>
                  <a:pt x="547865" y="125036"/>
                </a:lnTo>
                <a:lnTo>
                  <a:pt x="547566" y="124892"/>
                </a:lnTo>
                <a:lnTo>
                  <a:pt x="547274" y="124745"/>
                </a:lnTo>
                <a:lnTo>
                  <a:pt x="546988" y="124594"/>
                </a:lnTo>
                <a:lnTo>
                  <a:pt x="546709" y="124440"/>
                </a:lnTo>
                <a:lnTo>
                  <a:pt x="546436" y="124283"/>
                </a:lnTo>
                <a:lnTo>
                  <a:pt x="546169" y="124122"/>
                </a:lnTo>
                <a:lnTo>
                  <a:pt x="545908" y="123957"/>
                </a:lnTo>
                <a:lnTo>
                  <a:pt x="545649" y="123789"/>
                </a:lnTo>
                <a:lnTo>
                  <a:pt x="545393" y="123616"/>
                </a:lnTo>
                <a:lnTo>
                  <a:pt x="545141" y="123439"/>
                </a:lnTo>
                <a:lnTo>
                  <a:pt x="544892" y="123259"/>
                </a:lnTo>
                <a:lnTo>
                  <a:pt x="544645" y="123073"/>
                </a:lnTo>
                <a:lnTo>
                  <a:pt x="544402" y="122884"/>
                </a:lnTo>
                <a:lnTo>
                  <a:pt x="544162" y="122691"/>
                </a:lnTo>
                <a:lnTo>
                  <a:pt x="543925" y="122493"/>
                </a:lnTo>
                <a:lnTo>
                  <a:pt x="543690" y="122292"/>
                </a:lnTo>
                <a:lnTo>
                  <a:pt x="543459" y="122086"/>
                </a:lnTo>
                <a:lnTo>
                  <a:pt x="543232" y="121876"/>
                </a:lnTo>
                <a:lnTo>
                  <a:pt x="543007" y="121662"/>
                </a:lnTo>
                <a:lnTo>
                  <a:pt x="542785" y="121444"/>
                </a:lnTo>
                <a:lnTo>
                  <a:pt x="542566" y="121222"/>
                </a:lnTo>
                <a:lnTo>
                  <a:pt x="542351" y="120995"/>
                </a:lnTo>
                <a:lnTo>
                  <a:pt x="542138" y="120765"/>
                </a:lnTo>
                <a:lnTo>
                  <a:pt x="541929" y="120530"/>
                </a:lnTo>
                <a:lnTo>
                  <a:pt x="541722" y="120291"/>
                </a:lnTo>
                <a:lnTo>
                  <a:pt x="541519" y="120048"/>
                </a:lnTo>
                <a:lnTo>
                  <a:pt x="541318" y="119801"/>
                </a:lnTo>
                <a:lnTo>
                  <a:pt x="541121" y="119550"/>
                </a:lnTo>
                <a:lnTo>
                  <a:pt x="540927" y="119295"/>
                </a:lnTo>
                <a:lnTo>
                  <a:pt x="540736" y="119035"/>
                </a:lnTo>
                <a:lnTo>
                  <a:pt x="540546" y="118772"/>
                </a:lnTo>
                <a:lnTo>
                  <a:pt x="540355" y="118504"/>
                </a:lnTo>
                <a:lnTo>
                  <a:pt x="540163" y="118233"/>
                </a:lnTo>
                <a:lnTo>
                  <a:pt x="539971" y="117957"/>
                </a:lnTo>
                <a:lnTo>
                  <a:pt x="539777" y="117677"/>
                </a:lnTo>
                <a:lnTo>
                  <a:pt x="539583" y="117393"/>
                </a:lnTo>
                <a:lnTo>
                  <a:pt x="539388" y="117105"/>
                </a:lnTo>
                <a:lnTo>
                  <a:pt x="539192" y="116813"/>
                </a:lnTo>
                <a:lnTo>
                  <a:pt x="538995" y="116516"/>
                </a:lnTo>
                <a:lnTo>
                  <a:pt x="538822" y="116254"/>
                </a:lnTo>
                <a:lnTo>
                  <a:pt x="539559" y="116015"/>
                </a:lnTo>
                <a:lnTo>
                  <a:pt x="540689" y="115616"/>
                </a:lnTo>
                <a:close/>
                <a:moveTo>
                  <a:pt x="515968" y="106346"/>
                </a:moveTo>
                <a:lnTo>
                  <a:pt x="514957" y="106249"/>
                </a:lnTo>
                <a:lnTo>
                  <a:pt x="513964" y="106132"/>
                </a:lnTo>
                <a:lnTo>
                  <a:pt x="512988" y="105993"/>
                </a:lnTo>
                <a:lnTo>
                  <a:pt x="512030" y="105833"/>
                </a:lnTo>
                <a:lnTo>
                  <a:pt x="511088" y="105651"/>
                </a:lnTo>
                <a:lnTo>
                  <a:pt x="510164" y="105448"/>
                </a:lnTo>
                <a:lnTo>
                  <a:pt x="509257" y="105223"/>
                </a:lnTo>
                <a:lnTo>
                  <a:pt x="508368" y="104977"/>
                </a:lnTo>
                <a:lnTo>
                  <a:pt x="507495" y="104710"/>
                </a:lnTo>
                <a:lnTo>
                  <a:pt x="506640" y="104422"/>
                </a:lnTo>
                <a:lnTo>
                  <a:pt x="505802" y="104112"/>
                </a:lnTo>
                <a:lnTo>
                  <a:pt x="504982" y="103780"/>
                </a:lnTo>
                <a:lnTo>
                  <a:pt x="504179" y="103428"/>
                </a:lnTo>
                <a:lnTo>
                  <a:pt x="503392" y="103054"/>
                </a:lnTo>
                <a:lnTo>
                  <a:pt x="502624" y="102658"/>
                </a:lnTo>
                <a:lnTo>
                  <a:pt x="501872" y="102241"/>
                </a:lnTo>
                <a:lnTo>
                  <a:pt x="501138" y="101803"/>
                </a:lnTo>
                <a:lnTo>
                  <a:pt x="500421" y="101343"/>
                </a:lnTo>
                <a:lnTo>
                  <a:pt x="499721" y="100862"/>
                </a:lnTo>
                <a:lnTo>
                  <a:pt x="499038" y="100360"/>
                </a:lnTo>
                <a:lnTo>
                  <a:pt x="498372" y="99840"/>
                </a:lnTo>
                <a:lnTo>
                  <a:pt x="497721" y="99304"/>
                </a:lnTo>
                <a:lnTo>
                  <a:pt x="497084" y="98754"/>
                </a:lnTo>
                <a:lnTo>
                  <a:pt x="496463" y="98190"/>
                </a:lnTo>
                <a:lnTo>
                  <a:pt x="495857" y="97610"/>
                </a:lnTo>
                <a:lnTo>
                  <a:pt x="495266" y="97016"/>
                </a:lnTo>
                <a:lnTo>
                  <a:pt x="494690" y="96406"/>
                </a:lnTo>
                <a:lnTo>
                  <a:pt x="494129" y="95782"/>
                </a:lnTo>
                <a:lnTo>
                  <a:pt x="493583" y="95144"/>
                </a:lnTo>
                <a:lnTo>
                  <a:pt x="493053" y="94490"/>
                </a:lnTo>
                <a:lnTo>
                  <a:pt x="492537" y="93822"/>
                </a:lnTo>
                <a:lnTo>
                  <a:pt x="492036" y="93139"/>
                </a:lnTo>
                <a:lnTo>
                  <a:pt x="491551" y="92441"/>
                </a:lnTo>
                <a:lnTo>
                  <a:pt x="491080" y="91728"/>
                </a:lnTo>
                <a:lnTo>
                  <a:pt x="490625" y="91001"/>
                </a:lnTo>
                <a:lnTo>
                  <a:pt x="490184" y="90258"/>
                </a:lnTo>
                <a:lnTo>
                  <a:pt x="489759" y="89501"/>
                </a:lnTo>
                <a:lnTo>
                  <a:pt x="489348" y="88730"/>
                </a:lnTo>
                <a:lnTo>
                  <a:pt x="488953" y="87943"/>
                </a:lnTo>
                <a:lnTo>
                  <a:pt x="488573" y="87142"/>
                </a:lnTo>
                <a:lnTo>
                  <a:pt x="488208" y="86325"/>
                </a:lnTo>
                <a:lnTo>
                  <a:pt x="487858" y="85494"/>
                </a:lnTo>
                <a:lnTo>
                  <a:pt x="487523" y="84649"/>
                </a:lnTo>
                <a:lnTo>
                  <a:pt x="487203" y="83788"/>
                </a:lnTo>
                <a:lnTo>
                  <a:pt x="486897" y="82916"/>
                </a:lnTo>
                <a:lnTo>
                  <a:pt x="486604" y="82037"/>
                </a:lnTo>
                <a:lnTo>
                  <a:pt x="486324" y="81149"/>
                </a:lnTo>
                <a:lnTo>
                  <a:pt x="486058" y="80254"/>
                </a:lnTo>
                <a:lnTo>
                  <a:pt x="485804" y="79351"/>
                </a:lnTo>
                <a:lnTo>
                  <a:pt x="485563" y="78441"/>
                </a:lnTo>
                <a:lnTo>
                  <a:pt x="485335" y="77522"/>
                </a:lnTo>
                <a:lnTo>
                  <a:pt x="485120" y="76596"/>
                </a:lnTo>
                <a:lnTo>
                  <a:pt x="484919" y="75662"/>
                </a:lnTo>
                <a:lnTo>
                  <a:pt x="484730" y="74720"/>
                </a:lnTo>
                <a:lnTo>
                  <a:pt x="484554" y="73771"/>
                </a:lnTo>
                <a:lnTo>
                  <a:pt x="484392" y="72814"/>
                </a:lnTo>
                <a:lnTo>
                  <a:pt x="484242" y="71849"/>
                </a:lnTo>
                <a:lnTo>
                  <a:pt x="484105" y="70876"/>
                </a:lnTo>
                <a:lnTo>
                  <a:pt x="483982" y="69896"/>
                </a:lnTo>
                <a:lnTo>
                  <a:pt x="483871" y="68907"/>
                </a:lnTo>
                <a:lnTo>
                  <a:pt x="483773" y="67911"/>
                </a:lnTo>
                <a:lnTo>
                  <a:pt x="483689" y="66908"/>
                </a:lnTo>
                <a:lnTo>
                  <a:pt x="483617" y="65896"/>
                </a:lnTo>
                <a:lnTo>
                  <a:pt x="483559" y="64877"/>
                </a:lnTo>
                <a:lnTo>
                  <a:pt x="483513" y="63850"/>
                </a:lnTo>
                <a:lnTo>
                  <a:pt x="483480" y="62815"/>
                </a:lnTo>
                <a:lnTo>
                  <a:pt x="483461" y="61772"/>
                </a:lnTo>
                <a:lnTo>
                  <a:pt x="483454" y="60722"/>
                </a:lnTo>
                <a:lnTo>
                  <a:pt x="483461" y="59665"/>
                </a:lnTo>
                <a:lnTo>
                  <a:pt x="483480" y="58616"/>
                </a:lnTo>
                <a:lnTo>
                  <a:pt x="483513" y="57575"/>
                </a:lnTo>
                <a:lnTo>
                  <a:pt x="483559" y="56542"/>
                </a:lnTo>
                <a:lnTo>
                  <a:pt x="483617" y="55517"/>
                </a:lnTo>
                <a:lnTo>
                  <a:pt x="483689" y="54500"/>
                </a:lnTo>
                <a:lnTo>
                  <a:pt x="483773" y="53491"/>
                </a:lnTo>
                <a:lnTo>
                  <a:pt x="483871" y="52490"/>
                </a:lnTo>
                <a:lnTo>
                  <a:pt x="483982" y="51497"/>
                </a:lnTo>
                <a:lnTo>
                  <a:pt x="484105" y="50512"/>
                </a:lnTo>
                <a:lnTo>
                  <a:pt x="484242" y="49536"/>
                </a:lnTo>
                <a:lnTo>
                  <a:pt x="484392" y="48567"/>
                </a:lnTo>
                <a:lnTo>
                  <a:pt x="484554" y="47607"/>
                </a:lnTo>
                <a:lnTo>
                  <a:pt x="484730" y="46654"/>
                </a:lnTo>
                <a:lnTo>
                  <a:pt x="484919" y="45710"/>
                </a:lnTo>
                <a:lnTo>
                  <a:pt x="485120" y="44773"/>
                </a:lnTo>
                <a:lnTo>
                  <a:pt x="485335" y="43845"/>
                </a:lnTo>
                <a:lnTo>
                  <a:pt x="485563" y="42924"/>
                </a:lnTo>
                <a:lnTo>
                  <a:pt x="485804" y="42012"/>
                </a:lnTo>
                <a:lnTo>
                  <a:pt x="486058" y="41108"/>
                </a:lnTo>
                <a:lnTo>
                  <a:pt x="486324" y="40212"/>
                </a:lnTo>
                <a:lnTo>
                  <a:pt x="486604" y="39324"/>
                </a:lnTo>
                <a:lnTo>
                  <a:pt x="486897" y="38444"/>
                </a:lnTo>
                <a:lnTo>
                  <a:pt x="487203" y="37572"/>
                </a:lnTo>
                <a:lnTo>
                  <a:pt x="487523" y="36711"/>
                </a:lnTo>
                <a:lnTo>
                  <a:pt x="487858" y="35865"/>
                </a:lnTo>
                <a:lnTo>
                  <a:pt x="488208" y="35034"/>
                </a:lnTo>
                <a:lnTo>
                  <a:pt x="488573" y="34217"/>
                </a:lnTo>
                <a:lnTo>
                  <a:pt x="488953" y="33415"/>
                </a:lnTo>
                <a:lnTo>
                  <a:pt x="489348" y="32628"/>
                </a:lnTo>
                <a:lnTo>
                  <a:pt x="489759" y="31855"/>
                </a:lnTo>
                <a:lnTo>
                  <a:pt x="490184" y="31097"/>
                </a:lnTo>
                <a:lnTo>
                  <a:pt x="490625" y="30353"/>
                </a:lnTo>
                <a:lnTo>
                  <a:pt x="491080" y="29624"/>
                </a:lnTo>
                <a:lnTo>
                  <a:pt x="491551" y="28910"/>
                </a:lnTo>
                <a:lnTo>
                  <a:pt x="492036" y="28210"/>
                </a:lnTo>
                <a:lnTo>
                  <a:pt x="492537" y="27526"/>
                </a:lnTo>
                <a:lnTo>
                  <a:pt x="493053" y="26855"/>
                </a:lnTo>
                <a:lnTo>
                  <a:pt x="493583" y="26200"/>
                </a:lnTo>
                <a:lnTo>
                  <a:pt x="494129" y="25559"/>
                </a:lnTo>
                <a:lnTo>
                  <a:pt x="494690" y="24932"/>
                </a:lnTo>
                <a:lnTo>
                  <a:pt x="495266" y="24320"/>
                </a:lnTo>
                <a:lnTo>
                  <a:pt x="495857" y="23723"/>
                </a:lnTo>
                <a:lnTo>
                  <a:pt x="496463" y="23141"/>
                </a:lnTo>
                <a:lnTo>
                  <a:pt x="497084" y="22573"/>
                </a:lnTo>
                <a:lnTo>
                  <a:pt x="497721" y="22020"/>
                </a:lnTo>
                <a:lnTo>
                  <a:pt x="498372" y="21481"/>
                </a:lnTo>
                <a:lnTo>
                  <a:pt x="499038" y="20958"/>
                </a:lnTo>
                <a:lnTo>
                  <a:pt x="499721" y="20452"/>
                </a:lnTo>
                <a:lnTo>
                  <a:pt x="500421" y="19967"/>
                </a:lnTo>
                <a:lnTo>
                  <a:pt x="501138" y="19505"/>
                </a:lnTo>
                <a:lnTo>
                  <a:pt x="501872" y="19063"/>
                </a:lnTo>
                <a:lnTo>
                  <a:pt x="502624" y="18644"/>
                </a:lnTo>
                <a:lnTo>
                  <a:pt x="503392" y="18246"/>
                </a:lnTo>
                <a:lnTo>
                  <a:pt x="504179" y="17869"/>
                </a:lnTo>
                <a:lnTo>
                  <a:pt x="504982" y="17514"/>
                </a:lnTo>
                <a:lnTo>
                  <a:pt x="505802" y="17180"/>
                </a:lnTo>
                <a:lnTo>
                  <a:pt x="506640" y="16868"/>
                </a:lnTo>
                <a:lnTo>
                  <a:pt x="507495" y="16578"/>
                </a:lnTo>
                <a:lnTo>
                  <a:pt x="508368" y="16309"/>
                </a:lnTo>
                <a:lnTo>
                  <a:pt x="509257" y="16061"/>
                </a:lnTo>
                <a:lnTo>
                  <a:pt x="510164" y="15835"/>
                </a:lnTo>
                <a:lnTo>
                  <a:pt x="511088" y="15631"/>
                </a:lnTo>
                <a:lnTo>
                  <a:pt x="512030" y="15448"/>
                </a:lnTo>
                <a:lnTo>
                  <a:pt x="512988" y="15286"/>
                </a:lnTo>
                <a:lnTo>
                  <a:pt x="513964" y="15146"/>
                </a:lnTo>
                <a:lnTo>
                  <a:pt x="514957" y="15028"/>
                </a:lnTo>
                <a:lnTo>
                  <a:pt x="515968" y="14931"/>
                </a:lnTo>
                <a:lnTo>
                  <a:pt x="516995" y="14856"/>
                </a:lnTo>
                <a:lnTo>
                  <a:pt x="518040" y="14802"/>
                </a:lnTo>
                <a:lnTo>
                  <a:pt x="519103" y="14770"/>
                </a:lnTo>
                <a:lnTo>
                  <a:pt x="520182" y="14759"/>
                </a:lnTo>
                <a:lnTo>
                  <a:pt x="521261" y="14770"/>
                </a:lnTo>
                <a:lnTo>
                  <a:pt x="522323" y="14802"/>
                </a:lnTo>
                <a:lnTo>
                  <a:pt x="523368" y="14856"/>
                </a:lnTo>
                <a:lnTo>
                  <a:pt x="524395" y="14931"/>
                </a:lnTo>
                <a:lnTo>
                  <a:pt x="525405" y="15028"/>
                </a:lnTo>
                <a:lnTo>
                  <a:pt x="526397" y="15146"/>
                </a:lnTo>
                <a:lnTo>
                  <a:pt x="527372" y="15286"/>
                </a:lnTo>
                <a:lnTo>
                  <a:pt x="528330" y="15448"/>
                </a:lnTo>
                <a:lnTo>
                  <a:pt x="529270" y="15631"/>
                </a:lnTo>
                <a:lnTo>
                  <a:pt x="530193" y="15835"/>
                </a:lnTo>
                <a:lnTo>
                  <a:pt x="531098" y="16061"/>
                </a:lnTo>
                <a:lnTo>
                  <a:pt x="531986" y="16309"/>
                </a:lnTo>
                <a:lnTo>
                  <a:pt x="532856" y="16578"/>
                </a:lnTo>
                <a:lnTo>
                  <a:pt x="533710" y="16868"/>
                </a:lnTo>
                <a:lnTo>
                  <a:pt x="534545" y="17180"/>
                </a:lnTo>
                <a:lnTo>
                  <a:pt x="535364" y="17514"/>
                </a:lnTo>
                <a:lnTo>
                  <a:pt x="536164" y="17869"/>
                </a:lnTo>
                <a:lnTo>
                  <a:pt x="536948" y="18246"/>
                </a:lnTo>
                <a:lnTo>
                  <a:pt x="537714" y="18644"/>
                </a:lnTo>
                <a:lnTo>
                  <a:pt x="538463" y="19063"/>
                </a:lnTo>
                <a:lnTo>
                  <a:pt x="539194" y="19505"/>
                </a:lnTo>
                <a:lnTo>
                  <a:pt x="539908" y="19967"/>
                </a:lnTo>
                <a:lnTo>
                  <a:pt x="540604" y="20452"/>
                </a:lnTo>
                <a:lnTo>
                  <a:pt x="541284" y="20958"/>
                </a:lnTo>
                <a:lnTo>
                  <a:pt x="541947" y="21481"/>
                </a:lnTo>
                <a:lnTo>
                  <a:pt x="542595" y="22020"/>
                </a:lnTo>
                <a:lnTo>
                  <a:pt x="543228" y="22573"/>
                </a:lnTo>
                <a:lnTo>
                  <a:pt x="543846" y="23141"/>
                </a:lnTo>
                <a:lnTo>
                  <a:pt x="544449" y="23723"/>
                </a:lnTo>
                <a:lnTo>
                  <a:pt x="545037" y="24320"/>
                </a:lnTo>
                <a:lnTo>
                  <a:pt x="545611" y="24932"/>
                </a:lnTo>
                <a:lnTo>
                  <a:pt x="546169" y="25559"/>
                </a:lnTo>
                <a:lnTo>
                  <a:pt x="546713" y="26200"/>
                </a:lnTo>
                <a:lnTo>
                  <a:pt x="547242" y="26855"/>
                </a:lnTo>
                <a:lnTo>
                  <a:pt x="547755" y="27526"/>
                </a:lnTo>
                <a:lnTo>
                  <a:pt x="548254" y="28210"/>
                </a:lnTo>
                <a:lnTo>
                  <a:pt x="548738" y="28910"/>
                </a:lnTo>
                <a:lnTo>
                  <a:pt x="549207" y="29624"/>
                </a:lnTo>
                <a:lnTo>
                  <a:pt x="549661" y="30353"/>
                </a:lnTo>
                <a:lnTo>
                  <a:pt x="550100" y="31097"/>
                </a:lnTo>
                <a:lnTo>
                  <a:pt x="550525" y="31855"/>
                </a:lnTo>
                <a:lnTo>
                  <a:pt x="550934" y="32628"/>
                </a:lnTo>
                <a:lnTo>
                  <a:pt x="551328" y="33415"/>
                </a:lnTo>
                <a:lnTo>
                  <a:pt x="551708" y="34217"/>
                </a:lnTo>
                <a:lnTo>
                  <a:pt x="552073" y="35034"/>
                </a:lnTo>
                <a:lnTo>
                  <a:pt x="552422" y="35865"/>
                </a:lnTo>
                <a:lnTo>
                  <a:pt x="552757" y="36711"/>
                </a:lnTo>
                <a:lnTo>
                  <a:pt x="553077" y="37572"/>
                </a:lnTo>
                <a:lnTo>
                  <a:pt x="553383" y="38444"/>
                </a:lnTo>
                <a:lnTo>
                  <a:pt x="553676" y="39324"/>
                </a:lnTo>
                <a:lnTo>
                  <a:pt x="553955" y="40212"/>
                </a:lnTo>
                <a:lnTo>
                  <a:pt x="554222" y="41108"/>
                </a:lnTo>
                <a:lnTo>
                  <a:pt x="554476" y="42012"/>
                </a:lnTo>
                <a:lnTo>
                  <a:pt x="554717" y="42924"/>
                </a:lnTo>
                <a:lnTo>
                  <a:pt x="554945" y="43845"/>
                </a:lnTo>
                <a:lnTo>
                  <a:pt x="555159" y="44773"/>
                </a:lnTo>
                <a:lnTo>
                  <a:pt x="555361" y="45710"/>
                </a:lnTo>
                <a:lnTo>
                  <a:pt x="555550" y="46654"/>
                </a:lnTo>
                <a:lnTo>
                  <a:pt x="555726" y="47607"/>
                </a:lnTo>
                <a:lnTo>
                  <a:pt x="555888" y="48567"/>
                </a:lnTo>
                <a:lnTo>
                  <a:pt x="556038" y="49536"/>
                </a:lnTo>
                <a:lnTo>
                  <a:pt x="556175" y="50512"/>
                </a:lnTo>
                <a:lnTo>
                  <a:pt x="556298" y="51497"/>
                </a:lnTo>
                <a:lnTo>
                  <a:pt x="556409" y="52490"/>
                </a:lnTo>
                <a:lnTo>
                  <a:pt x="556507" y="53491"/>
                </a:lnTo>
                <a:lnTo>
                  <a:pt x="556591" y="54500"/>
                </a:lnTo>
                <a:lnTo>
                  <a:pt x="556663" y="55517"/>
                </a:lnTo>
                <a:lnTo>
                  <a:pt x="556721" y="56542"/>
                </a:lnTo>
                <a:lnTo>
                  <a:pt x="556767" y="57575"/>
                </a:lnTo>
                <a:lnTo>
                  <a:pt x="556799" y="58616"/>
                </a:lnTo>
                <a:lnTo>
                  <a:pt x="556819" y="59665"/>
                </a:lnTo>
                <a:lnTo>
                  <a:pt x="556825" y="60722"/>
                </a:lnTo>
                <a:lnTo>
                  <a:pt x="556819" y="61772"/>
                </a:lnTo>
                <a:lnTo>
                  <a:pt x="556799" y="62815"/>
                </a:lnTo>
                <a:lnTo>
                  <a:pt x="556767" y="63850"/>
                </a:lnTo>
                <a:lnTo>
                  <a:pt x="556721" y="64877"/>
                </a:lnTo>
                <a:lnTo>
                  <a:pt x="556663" y="65896"/>
                </a:lnTo>
                <a:lnTo>
                  <a:pt x="556591" y="66908"/>
                </a:lnTo>
                <a:lnTo>
                  <a:pt x="556507" y="67911"/>
                </a:lnTo>
                <a:lnTo>
                  <a:pt x="556409" y="68907"/>
                </a:lnTo>
                <a:lnTo>
                  <a:pt x="556298" y="69896"/>
                </a:lnTo>
                <a:lnTo>
                  <a:pt x="556175" y="70876"/>
                </a:lnTo>
                <a:lnTo>
                  <a:pt x="556038" y="71849"/>
                </a:lnTo>
                <a:lnTo>
                  <a:pt x="555888" y="72814"/>
                </a:lnTo>
                <a:lnTo>
                  <a:pt x="555726" y="73771"/>
                </a:lnTo>
                <a:lnTo>
                  <a:pt x="555550" y="74720"/>
                </a:lnTo>
                <a:lnTo>
                  <a:pt x="555361" y="75662"/>
                </a:lnTo>
                <a:lnTo>
                  <a:pt x="555159" y="76596"/>
                </a:lnTo>
                <a:lnTo>
                  <a:pt x="554945" y="77522"/>
                </a:lnTo>
                <a:lnTo>
                  <a:pt x="554717" y="78441"/>
                </a:lnTo>
                <a:lnTo>
                  <a:pt x="554476" y="79351"/>
                </a:lnTo>
                <a:lnTo>
                  <a:pt x="554222" y="80254"/>
                </a:lnTo>
                <a:lnTo>
                  <a:pt x="553955" y="81149"/>
                </a:lnTo>
                <a:lnTo>
                  <a:pt x="553676" y="82037"/>
                </a:lnTo>
                <a:lnTo>
                  <a:pt x="553383" y="82916"/>
                </a:lnTo>
                <a:lnTo>
                  <a:pt x="553077" y="83788"/>
                </a:lnTo>
                <a:lnTo>
                  <a:pt x="552757" y="84649"/>
                </a:lnTo>
                <a:lnTo>
                  <a:pt x="552422" y="85494"/>
                </a:lnTo>
                <a:lnTo>
                  <a:pt x="552073" y="86325"/>
                </a:lnTo>
                <a:lnTo>
                  <a:pt x="551708" y="87142"/>
                </a:lnTo>
                <a:lnTo>
                  <a:pt x="551328" y="87943"/>
                </a:lnTo>
                <a:lnTo>
                  <a:pt x="550934" y="88730"/>
                </a:lnTo>
                <a:lnTo>
                  <a:pt x="550525" y="89501"/>
                </a:lnTo>
                <a:lnTo>
                  <a:pt x="550100" y="90258"/>
                </a:lnTo>
                <a:lnTo>
                  <a:pt x="549661" y="91001"/>
                </a:lnTo>
                <a:lnTo>
                  <a:pt x="549207" y="91728"/>
                </a:lnTo>
                <a:lnTo>
                  <a:pt x="548738" y="92441"/>
                </a:lnTo>
                <a:lnTo>
                  <a:pt x="548254" y="93139"/>
                </a:lnTo>
                <a:lnTo>
                  <a:pt x="547755" y="93822"/>
                </a:lnTo>
                <a:lnTo>
                  <a:pt x="547242" y="94490"/>
                </a:lnTo>
                <a:lnTo>
                  <a:pt x="546713" y="95144"/>
                </a:lnTo>
                <a:lnTo>
                  <a:pt x="546169" y="95782"/>
                </a:lnTo>
                <a:lnTo>
                  <a:pt x="545611" y="96406"/>
                </a:lnTo>
                <a:lnTo>
                  <a:pt x="545037" y="97016"/>
                </a:lnTo>
                <a:lnTo>
                  <a:pt x="544449" y="97610"/>
                </a:lnTo>
                <a:lnTo>
                  <a:pt x="543846" y="98190"/>
                </a:lnTo>
                <a:lnTo>
                  <a:pt x="543228" y="98754"/>
                </a:lnTo>
                <a:lnTo>
                  <a:pt x="542595" y="99304"/>
                </a:lnTo>
                <a:lnTo>
                  <a:pt x="541947" y="99840"/>
                </a:lnTo>
                <a:lnTo>
                  <a:pt x="541284" y="100360"/>
                </a:lnTo>
                <a:lnTo>
                  <a:pt x="540604" y="100862"/>
                </a:lnTo>
                <a:lnTo>
                  <a:pt x="539908" y="101343"/>
                </a:lnTo>
                <a:lnTo>
                  <a:pt x="539194" y="101803"/>
                </a:lnTo>
                <a:lnTo>
                  <a:pt x="538463" y="102241"/>
                </a:lnTo>
                <a:lnTo>
                  <a:pt x="537714" y="102658"/>
                </a:lnTo>
                <a:lnTo>
                  <a:pt x="536948" y="103054"/>
                </a:lnTo>
                <a:lnTo>
                  <a:pt x="536164" y="103428"/>
                </a:lnTo>
                <a:lnTo>
                  <a:pt x="535364" y="103780"/>
                </a:lnTo>
                <a:lnTo>
                  <a:pt x="534545" y="104112"/>
                </a:lnTo>
                <a:lnTo>
                  <a:pt x="533710" y="104422"/>
                </a:lnTo>
                <a:lnTo>
                  <a:pt x="532856" y="104710"/>
                </a:lnTo>
                <a:lnTo>
                  <a:pt x="531986" y="104977"/>
                </a:lnTo>
                <a:lnTo>
                  <a:pt x="531098" y="105223"/>
                </a:lnTo>
                <a:lnTo>
                  <a:pt x="530193" y="105448"/>
                </a:lnTo>
                <a:lnTo>
                  <a:pt x="529270" y="105651"/>
                </a:lnTo>
                <a:lnTo>
                  <a:pt x="528330" y="105833"/>
                </a:lnTo>
                <a:lnTo>
                  <a:pt x="527372" y="105993"/>
                </a:lnTo>
                <a:lnTo>
                  <a:pt x="526397" y="106132"/>
                </a:lnTo>
                <a:lnTo>
                  <a:pt x="525405" y="106249"/>
                </a:lnTo>
                <a:lnTo>
                  <a:pt x="524395" y="106346"/>
                </a:lnTo>
                <a:lnTo>
                  <a:pt x="523368" y="106420"/>
                </a:lnTo>
                <a:lnTo>
                  <a:pt x="522323" y="106474"/>
                </a:lnTo>
                <a:lnTo>
                  <a:pt x="521261" y="106506"/>
                </a:lnTo>
                <a:lnTo>
                  <a:pt x="520182" y="106517"/>
                </a:lnTo>
                <a:lnTo>
                  <a:pt x="519103" y="106506"/>
                </a:lnTo>
                <a:lnTo>
                  <a:pt x="518040" y="106474"/>
                </a:lnTo>
                <a:lnTo>
                  <a:pt x="516995" y="106420"/>
                </a:lnTo>
                <a:lnTo>
                  <a:pt x="515968" y="106346"/>
                </a:lnTo>
                <a:close/>
                <a:moveTo>
                  <a:pt x="394764" y="118859"/>
                </a:moveTo>
                <a:lnTo>
                  <a:pt x="395573" y="118815"/>
                </a:lnTo>
                <a:lnTo>
                  <a:pt x="396372" y="118760"/>
                </a:lnTo>
                <a:lnTo>
                  <a:pt x="397161" y="118692"/>
                </a:lnTo>
                <a:lnTo>
                  <a:pt x="397941" y="118612"/>
                </a:lnTo>
                <a:lnTo>
                  <a:pt x="398711" y="118520"/>
                </a:lnTo>
                <a:lnTo>
                  <a:pt x="399471" y="118415"/>
                </a:lnTo>
                <a:lnTo>
                  <a:pt x="400222" y="118298"/>
                </a:lnTo>
                <a:lnTo>
                  <a:pt x="400963" y="118168"/>
                </a:lnTo>
                <a:lnTo>
                  <a:pt x="401694" y="118026"/>
                </a:lnTo>
                <a:lnTo>
                  <a:pt x="402416" y="117872"/>
                </a:lnTo>
                <a:lnTo>
                  <a:pt x="403128" y="117706"/>
                </a:lnTo>
                <a:lnTo>
                  <a:pt x="403830" y="117527"/>
                </a:lnTo>
                <a:lnTo>
                  <a:pt x="404523" y="117336"/>
                </a:lnTo>
                <a:lnTo>
                  <a:pt x="405206" y="117133"/>
                </a:lnTo>
                <a:lnTo>
                  <a:pt x="405879" y="116917"/>
                </a:lnTo>
                <a:lnTo>
                  <a:pt x="406543" y="116689"/>
                </a:lnTo>
                <a:lnTo>
                  <a:pt x="407197" y="116449"/>
                </a:lnTo>
                <a:lnTo>
                  <a:pt x="407842" y="116196"/>
                </a:lnTo>
                <a:lnTo>
                  <a:pt x="408477" y="115931"/>
                </a:lnTo>
                <a:lnTo>
                  <a:pt x="409102" y="115654"/>
                </a:lnTo>
                <a:lnTo>
                  <a:pt x="409718" y="115364"/>
                </a:lnTo>
                <a:lnTo>
                  <a:pt x="410323" y="115063"/>
                </a:lnTo>
                <a:lnTo>
                  <a:pt x="410916" y="114751"/>
                </a:lnTo>
                <a:lnTo>
                  <a:pt x="411499" y="114429"/>
                </a:lnTo>
                <a:lnTo>
                  <a:pt x="412070" y="114097"/>
                </a:lnTo>
                <a:lnTo>
                  <a:pt x="412630" y="113754"/>
                </a:lnTo>
                <a:lnTo>
                  <a:pt x="413179" y="113401"/>
                </a:lnTo>
                <a:lnTo>
                  <a:pt x="413717" y="113038"/>
                </a:lnTo>
                <a:lnTo>
                  <a:pt x="414243" y="112665"/>
                </a:lnTo>
                <a:lnTo>
                  <a:pt x="414758" y="112281"/>
                </a:lnTo>
                <a:lnTo>
                  <a:pt x="415262" y="111886"/>
                </a:lnTo>
                <a:lnTo>
                  <a:pt x="415754" y="111482"/>
                </a:lnTo>
                <a:lnTo>
                  <a:pt x="416235" y="111067"/>
                </a:lnTo>
                <a:lnTo>
                  <a:pt x="416705" y="110641"/>
                </a:lnTo>
                <a:lnTo>
                  <a:pt x="417164" y="110206"/>
                </a:lnTo>
                <a:lnTo>
                  <a:pt x="417612" y="109760"/>
                </a:lnTo>
                <a:lnTo>
                  <a:pt x="418048" y="109303"/>
                </a:lnTo>
                <a:lnTo>
                  <a:pt x="418473" y="108837"/>
                </a:lnTo>
                <a:lnTo>
                  <a:pt x="418886" y="108360"/>
                </a:lnTo>
                <a:lnTo>
                  <a:pt x="419289" y="107872"/>
                </a:lnTo>
                <a:lnTo>
                  <a:pt x="419680" y="107375"/>
                </a:lnTo>
                <a:lnTo>
                  <a:pt x="420060" y="106867"/>
                </a:lnTo>
                <a:lnTo>
                  <a:pt x="420428" y="106348"/>
                </a:lnTo>
                <a:lnTo>
                  <a:pt x="420786" y="105820"/>
                </a:lnTo>
                <a:lnTo>
                  <a:pt x="421132" y="105281"/>
                </a:lnTo>
                <a:lnTo>
                  <a:pt x="421466" y="104732"/>
                </a:lnTo>
                <a:lnTo>
                  <a:pt x="421786" y="104174"/>
                </a:lnTo>
                <a:lnTo>
                  <a:pt x="422093" y="103608"/>
                </a:lnTo>
                <a:lnTo>
                  <a:pt x="422387" y="103033"/>
                </a:lnTo>
                <a:lnTo>
                  <a:pt x="422668" y="102450"/>
                </a:lnTo>
                <a:lnTo>
                  <a:pt x="422935" y="101858"/>
                </a:lnTo>
                <a:lnTo>
                  <a:pt x="423189" y="101257"/>
                </a:lnTo>
                <a:lnTo>
                  <a:pt x="423430" y="100647"/>
                </a:lnTo>
                <a:lnTo>
                  <a:pt x="423657" y="100029"/>
                </a:lnTo>
                <a:lnTo>
                  <a:pt x="423871" y="99402"/>
                </a:lnTo>
                <a:lnTo>
                  <a:pt x="424072" y="98767"/>
                </a:lnTo>
                <a:lnTo>
                  <a:pt x="424259" y="98122"/>
                </a:lnTo>
                <a:lnTo>
                  <a:pt x="424433" y="97470"/>
                </a:lnTo>
                <a:lnTo>
                  <a:pt x="424594" y="96808"/>
                </a:lnTo>
                <a:lnTo>
                  <a:pt x="424741" y="96138"/>
                </a:lnTo>
                <a:lnTo>
                  <a:pt x="424876" y="95459"/>
                </a:lnTo>
                <a:lnTo>
                  <a:pt x="424997" y="94771"/>
                </a:lnTo>
                <a:lnTo>
                  <a:pt x="425104" y="94075"/>
                </a:lnTo>
                <a:lnTo>
                  <a:pt x="425198" y="93370"/>
                </a:lnTo>
                <a:lnTo>
                  <a:pt x="425279" y="92656"/>
                </a:lnTo>
                <a:lnTo>
                  <a:pt x="425347" y="91934"/>
                </a:lnTo>
                <a:lnTo>
                  <a:pt x="425401" y="91203"/>
                </a:lnTo>
                <a:lnTo>
                  <a:pt x="425442" y="90464"/>
                </a:lnTo>
                <a:lnTo>
                  <a:pt x="425470" y="89715"/>
                </a:lnTo>
                <a:lnTo>
                  <a:pt x="411571" y="89715"/>
                </a:lnTo>
                <a:lnTo>
                  <a:pt x="411541" y="90449"/>
                </a:lnTo>
                <a:lnTo>
                  <a:pt x="411496" y="91168"/>
                </a:lnTo>
                <a:lnTo>
                  <a:pt x="411433" y="91872"/>
                </a:lnTo>
                <a:lnTo>
                  <a:pt x="411354" y="92562"/>
                </a:lnTo>
                <a:lnTo>
                  <a:pt x="411259" y="93238"/>
                </a:lnTo>
                <a:lnTo>
                  <a:pt x="411147" y="93899"/>
                </a:lnTo>
                <a:lnTo>
                  <a:pt x="411019" y="94546"/>
                </a:lnTo>
                <a:lnTo>
                  <a:pt x="410874" y="95178"/>
                </a:lnTo>
                <a:lnTo>
                  <a:pt x="410712" y="95795"/>
                </a:lnTo>
                <a:lnTo>
                  <a:pt x="410534" y="96398"/>
                </a:lnTo>
                <a:lnTo>
                  <a:pt x="410339" y="96987"/>
                </a:lnTo>
                <a:lnTo>
                  <a:pt x="410128" y="97561"/>
                </a:lnTo>
                <a:lnTo>
                  <a:pt x="409901" y="98121"/>
                </a:lnTo>
                <a:lnTo>
                  <a:pt x="409656" y="98666"/>
                </a:lnTo>
                <a:lnTo>
                  <a:pt x="409396" y="99196"/>
                </a:lnTo>
                <a:lnTo>
                  <a:pt x="409119" y="99713"/>
                </a:lnTo>
                <a:lnTo>
                  <a:pt x="408825" y="100214"/>
                </a:lnTo>
                <a:lnTo>
                  <a:pt x="408515" y="100701"/>
                </a:lnTo>
                <a:lnTo>
                  <a:pt x="408188" y="101174"/>
                </a:lnTo>
                <a:lnTo>
                  <a:pt x="407844" y="101632"/>
                </a:lnTo>
                <a:lnTo>
                  <a:pt x="407485" y="102076"/>
                </a:lnTo>
                <a:lnTo>
                  <a:pt x="407108" y="102505"/>
                </a:lnTo>
                <a:lnTo>
                  <a:pt x="406715" y="102920"/>
                </a:lnTo>
                <a:lnTo>
                  <a:pt x="406306" y="103320"/>
                </a:lnTo>
                <a:lnTo>
                  <a:pt x="405881" y="103704"/>
                </a:lnTo>
                <a:lnTo>
                  <a:pt x="405443" y="104073"/>
                </a:lnTo>
                <a:lnTo>
                  <a:pt x="404990" y="104425"/>
                </a:lnTo>
                <a:lnTo>
                  <a:pt x="404524" y="104760"/>
                </a:lnTo>
                <a:lnTo>
                  <a:pt x="404044" y="105080"/>
                </a:lnTo>
                <a:lnTo>
                  <a:pt x="403550" y="105382"/>
                </a:lnTo>
                <a:lnTo>
                  <a:pt x="403042" y="105669"/>
                </a:lnTo>
                <a:lnTo>
                  <a:pt x="402520" y="105939"/>
                </a:lnTo>
                <a:lnTo>
                  <a:pt x="401984" y="106193"/>
                </a:lnTo>
                <a:lnTo>
                  <a:pt x="401434" y="106430"/>
                </a:lnTo>
                <a:lnTo>
                  <a:pt x="400871" y="106651"/>
                </a:lnTo>
                <a:lnTo>
                  <a:pt x="400293" y="106856"/>
                </a:lnTo>
                <a:lnTo>
                  <a:pt x="399702" y="107044"/>
                </a:lnTo>
                <a:lnTo>
                  <a:pt x="399097" y="107216"/>
                </a:lnTo>
                <a:lnTo>
                  <a:pt x="398478" y="107372"/>
                </a:lnTo>
                <a:lnTo>
                  <a:pt x="397845" y="107511"/>
                </a:lnTo>
                <a:lnTo>
                  <a:pt x="397198" y="107634"/>
                </a:lnTo>
                <a:lnTo>
                  <a:pt x="396537" y="107740"/>
                </a:lnTo>
                <a:lnTo>
                  <a:pt x="395862" y="107830"/>
                </a:lnTo>
                <a:lnTo>
                  <a:pt x="395174" y="107904"/>
                </a:lnTo>
                <a:lnTo>
                  <a:pt x="394471" y="107961"/>
                </a:lnTo>
                <a:lnTo>
                  <a:pt x="393755" y="108002"/>
                </a:lnTo>
                <a:lnTo>
                  <a:pt x="393025" y="108026"/>
                </a:lnTo>
                <a:lnTo>
                  <a:pt x="392280" y="108035"/>
                </a:lnTo>
                <a:lnTo>
                  <a:pt x="391591" y="108027"/>
                </a:lnTo>
                <a:lnTo>
                  <a:pt x="390912" y="108005"/>
                </a:lnTo>
                <a:lnTo>
                  <a:pt x="390245" y="107968"/>
                </a:lnTo>
                <a:lnTo>
                  <a:pt x="389588" y="107916"/>
                </a:lnTo>
                <a:lnTo>
                  <a:pt x="388943" y="107849"/>
                </a:lnTo>
                <a:lnTo>
                  <a:pt x="388308" y="107768"/>
                </a:lnTo>
                <a:lnTo>
                  <a:pt x="387684" y="107672"/>
                </a:lnTo>
                <a:lnTo>
                  <a:pt x="387072" y="107561"/>
                </a:lnTo>
                <a:lnTo>
                  <a:pt x="386470" y="107435"/>
                </a:lnTo>
                <a:lnTo>
                  <a:pt x="385879" y="107294"/>
                </a:lnTo>
                <a:lnTo>
                  <a:pt x="385299" y="107138"/>
                </a:lnTo>
                <a:lnTo>
                  <a:pt x="384731" y="106968"/>
                </a:lnTo>
                <a:lnTo>
                  <a:pt x="384173" y="106783"/>
                </a:lnTo>
                <a:lnTo>
                  <a:pt x="383626" y="106583"/>
                </a:lnTo>
                <a:lnTo>
                  <a:pt x="383090" y="106368"/>
                </a:lnTo>
                <a:lnTo>
                  <a:pt x="382565" y="106138"/>
                </a:lnTo>
                <a:lnTo>
                  <a:pt x="382051" y="105894"/>
                </a:lnTo>
                <a:lnTo>
                  <a:pt x="381548" y="105635"/>
                </a:lnTo>
                <a:lnTo>
                  <a:pt x="381056" y="105360"/>
                </a:lnTo>
                <a:lnTo>
                  <a:pt x="380575" y="105072"/>
                </a:lnTo>
                <a:lnTo>
                  <a:pt x="380105" y="104768"/>
                </a:lnTo>
                <a:lnTo>
                  <a:pt x="379646" y="104449"/>
                </a:lnTo>
                <a:lnTo>
                  <a:pt x="379197" y="104116"/>
                </a:lnTo>
                <a:lnTo>
                  <a:pt x="378760" y="103768"/>
                </a:lnTo>
                <a:lnTo>
                  <a:pt x="378333" y="103407"/>
                </a:lnTo>
                <a:lnTo>
                  <a:pt x="377916" y="103037"/>
                </a:lnTo>
                <a:lnTo>
                  <a:pt x="377509" y="102657"/>
                </a:lnTo>
                <a:lnTo>
                  <a:pt x="377112" y="102267"/>
                </a:lnTo>
                <a:lnTo>
                  <a:pt x="376724" y="101867"/>
                </a:lnTo>
                <a:lnTo>
                  <a:pt x="376346" y="101458"/>
                </a:lnTo>
                <a:lnTo>
                  <a:pt x="375978" y="101039"/>
                </a:lnTo>
                <a:lnTo>
                  <a:pt x="375620" y="100610"/>
                </a:lnTo>
                <a:lnTo>
                  <a:pt x="375272" y="100172"/>
                </a:lnTo>
                <a:lnTo>
                  <a:pt x="374933" y="99724"/>
                </a:lnTo>
                <a:lnTo>
                  <a:pt x="374604" y="99266"/>
                </a:lnTo>
                <a:lnTo>
                  <a:pt x="374285" y="98798"/>
                </a:lnTo>
                <a:lnTo>
                  <a:pt x="373976" y="98321"/>
                </a:lnTo>
                <a:lnTo>
                  <a:pt x="373676" y="97834"/>
                </a:lnTo>
                <a:lnTo>
                  <a:pt x="373387" y="97338"/>
                </a:lnTo>
                <a:lnTo>
                  <a:pt x="373107" y="96831"/>
                </a:lnTo>
                <a:lnTo>
                  <a:pt x="372837" y="96315"/>
                </a:lnTo>
                <a:lnTo>
                  <a:pt x="372577" y="95789"/>
                </a:lnTo>
                <a:lnTo>
                  <a:pt x="372326" y="95253"/>
                </a:lnTo>
                <a:lnTo>
                  <a:pt x="372086" y="94708"/>
                </a:lnTo>
                <a:lnTo>
                  <a:pt x="371855" y="94153"/>
                </a:lnTo>
                <a:lnTo>
                  <a:pt x="371634" y="93588"/>
                </a:lnTo>
                <a:lnTo>
                  <a:pt x="371422" y="93014"/>
                </a:lnTo>
                <a:lnTo>
                  <a:pt x="371221" y="92430"/>
                </a:lnTo>
                <a:lnTo>
                  <a:pt x="371028" y="91838"/>
                </a:lnTo>
                <a:lnTo>
                  <a:pt x="370844" y="91242"/>
                </a:lnTo>
                <a:lnTo>
                  <a:pt x="370667" y="90641"/>
                </a:lnTo>
                <a:lnTo>
                  <a:pt x="370498" y="90035"/>
                </a:lnTo>
                <a:lnTo>
                  <a:pt x="370337" y="89425"/>
                </a:lnTo>
                <a:lnTo>
                  <a:pt x="370184" y="88809"/>
                </a:lnTo>
                <a:lnTo>
                  <a:pt x="370039" y="88189"/>
                </a:lnTo>
                <a:lnTo>
                  <a:pt x="369901" y="87564"/>
                </a:lnTo>
                <a:lnTo>
                  <a:pt x="369772" y="86935"/>
                </a:lnTo>
                <a:lnTo>
                  <a:pt x="369650" y="86300"/>
                </a:lnTo>
                <a:lnTo>
                  <a:pt x="369537" y="85661"/>
                </a:lnTo>
                <a:lnTo>
                  <a:pt x="369431" y="85017"/>
                </a:lnTo>
                <a:lnTo>
                  <a:pt x="369333" y="84368"/>
                </a:lnTo>
                <a:lnTo>
                  <a:pt x="369243" y="83714"/>
                </a:lnTo>
                <a:lnTo>
                  <a:pt x="369161" y="83056"/>
                </a:lnTo>
                <a:lnTo>
                  <a:pt x="369087" y="82393"/>
                </a:lnTo>
                <a:lnTo>
                  <a:pt x="369021" y="81725"/>
                </a:lnTo>
                <a:lnTo>
                  <a:pt x="368962" y="81052"/>
                </a:lnTo>
                <a:lnTo>
                  <a:pt x="368912" y="80374"/>
                </a:lnTo>
                <a:lnTo>
                  <a:pt x="368869" y="79692"/>
                </a:lnTo>
                <a:lnTo>
                  <a:pt x="368835" y="79005"/>
                </a:lnTo>
                <a:lnTo>
                  <a:pt x="368808" y="78313"/>
                </a:lnTo>
                <a:lnTo>
                  <a:pt x="368789" y="77616"/>
                </a:lnTo>
                <a:lnTo>
                  <a:pt x="368778" y="76915"/>
                </a:lnTo>
                <a:lnTo>
                  <a:pt x="425133" y="76915"/>
                </a:lnTo>
                <a:lnTo>
                  <a:pt x="425147" y="76847"/>
                </a:lnTo>
                <a:lnTo>
                  <a:pt x="425160" y="76776"/>
                </a:lnTo>
                <a:lnTo>
                  <a:pt x="425173" y="76701"/>
                </a:lnTo>
                <a:lnTo>
                  <a:pt x="425186" y="76623"/>
                </a:lnTo>
                <a:lnTo>
                  <a:pt x="425198" y="76541"/>
                </a:lnTo>
                <a:lnTo>
                  <a:pt x="425209" y="76456"/>
                </a:lnTo>
                <a:lnTo>
                  <a:pt x="425221" y="76367"/>
                </a:lnTo>
                <a:lnTo>
                  <a:pt x="425231" y="76275"/>
                </a:lnTo>
                <a:lnTo>
                  <a:pt x="425242" y="76180"/>
                </a:lnTo>
                <a:lnTo>
                  <a:pt x="425252" y="76080"/>
                </a:lnTo>
                <a:lnTo>
                  <a:pt x="425261" y="75978"/>
                </a:lnTo>
                <a:lnTo>
                  <a:pt x="425270" y="75872"/>
                </a:lnTo>
                <a:lnTo>
                  <a:pt x="425279" y="75762"/>
                </a:lnTo>
                <a:lnTo>
                  <a:pt x="425287" y="75649"/>
                </a:lnTo>
                <a:lnTo>
                  <a:pt x="425294" y="75532"/>
                </a:lnTo>
                <a:lnTo>
                  <a:pt x="425302" y="75412"/>
                </a:lnTo>
                <a:lnTo>
                  <a:pt x="425308" y="75288"/>
                </a:lnTo>
                <a:lnTo>
                  <a:pt x="425315" y="75161"/>
                </a:lnTo>
                <a:lnTo>
                  <a:pt x="425321" y="75030"/>
                </a:lnTo>
                <a:lnTo>
                  <a:pt x="425326" y="74896"/>
                </a:lnTo>
                <a:lnTo>
                  <a:pt x="425331" y="74758"/>
                </a:lnTo>
                <a:lnTo>
                  <a:pt x="425336" y="74617"/>
                </a:lnTo>
                <a:lnTo>
                  <a:pt x="425340" y="74472"/>
                </a:lnTo>
                <a:lnTo>
                  <a:pt x="425344" y="74324"/>
                </a:lnTo>
                <a:lnTo>
                  <a:pt x="425347" y="74175"/>
                </a:lnTo>
                <a:lnTo>
                  <a:pt x="425350" y="74027"/>
                </a:lnTo>
                <a:lnTo>
                  <a:pt x="425354" y="73881"/>
                </a:lnTo>
                <a:lnTo>
                  <a:pt x="425357" y="73737"/>
                </a:lnTo>
                <a:lnTo>
                  <a:pt x="425359" y="73595"/>
                </a:lnTo>
                <a:lnTo>
                  <a:pt x="425362" y="73454"/>
                </a:lnTo>
                <a:lnTo>
                  <a:pt x="425365" y="73315"/>
                </a:lnTo>
                <a:lnTo>
                  <a:pt x="425367" y="73177"/>
                </a:lnTo>
                <a:lnTo>
                  <a:pt x="425369" y="73042"/>
                </a:lnTo>
                <a:lnTo>
                  <a:pt x="425371" y="72908"/>
                </a:lnTo>
                <a:lnTo>
                  <a:pt x="425373" y="72775"/>
                </a:lnTo>
                <a:lnTo>
                  <a:pt x="425375" y="72644"/>
                </a:lnTo>
                <a:lnTo>
                  <a:pt x="425377" y="72515"/>
                </a:lnTo>
                <a:lnTo>
                  <a:pt x="425378" y="72388"/>
                </a:lnTo>
                <a:lnTo>
                  <a:pt x="425380" y="72262"/>
                </a:lnTo>
                <a:lnTo>
                  <a:pt x="425381" y="72138"/>
                </a:lnTo>
                <a:lnTo>
                  <a:pt x="425382" y="72016"/>
                </a:lnTo>
                <a:lnTo>
                  <a:pt x="425383" y="71895"/>
                </a:lnTo>
                <a:lnTo>
                  <a:pt x="425384" y="71776"/>
                </a:lnTo>
                <a:lnTo>
                  <a:pt x="425385" y="71659"/>
                </a:lnTo>
                <a:lnTo>
                  <a:pt x="425385" y="71543"/>
                </a:lnTo>
                <a:lnTo>
                  <a:pt x="425385" y="71429"/>
                </a:lnTo>
                <a:lnTo>
                  <a:pt x="425386" y="71317"/>
                </a:lnTo>
                <a:lnTo>
                  <a:pt x="425386" y="71206"/>
                </a:lnTo>
                <a:lnTo>
                  <a:pt x="425370" y="69575"/>
                </a:lnTo>
                <a:lnTo>
                  <a:pt x="425322" y="67976"/>
                </a:lnTo>
                <a:lnTo>
                  <a:pt x="425242" y="66409"/>
                </a:lnTo>
                <a:lnTo>
                  <a:pt x="425131" y="64874"/>
                </a:lnTo>
                <a:lnTo>
                  <a:pt x="424987" y="63372"/>
                </a:lnTo>
                <a:lnTo>
                  <a:pt x="424812" y="61901"/>
                </a:lnTo>
                <a:lnTo>
                  <a:pt x="424605" y="60462"/>
                </a:lnTo>
                <a:lnTo>
                  <a:pt x="424366" y="59055"/>
                </a:lnTo>
                <a:lnTo>
                  <a:pt x="424095" y="57680"/>
                </a:lnTo>
                <a:lnTo>
                  <a:pt x="423792" y="56338"/>
                </a:lnTo>
                <a:lnTo>
                  <a:pt x="423457" y="55027"/>
                </a:lnTo>
                <a:lnTo>
                  <a:pt x="423090" y="53748"/>
                </a:lnTo>
                <a:lnTo>
                  <a:pt x="422692" y="52502"/>
                </a:lnTo>
                <a:lnTo>
                  <a:pt x="422261" y="51287"/>
                </a:lnTo>
                <a:lnTo>
                  <a:pt x="421799" y="50105"/>
                </a:lnTo>
                <a:lnTo>
                  <a:pt x="421305" y="48954"/>
                </a:lnTo>
                <a:lnTo>
                  <a:pt x="420779" y="47836"/>
                </a:lnTo>
                <a:lnTo>
                  <a:pt x="420221" y="46749"/>
                </a:lnTo>
                <a:lnTo>
                  <a:pt x="419631" y="45695"/>
                </a:lnTo>
                <a:lnTo>
                  <a:pt x="419009" y="44672"/>
                </a:lnTo>
                <a:lnTo>
                  <a:pt x="418356" y="43682"/>
                </a:lnTo>
                <a:lnTo>
                  <a:pt x="417670" y="42724"/>
                </a:lnTo>
                <a:lnTo>
                  <a:pt x="416953" y="41797"/>
                </a:lnTo>
                <a:lnTo>
                  <a:pt x="416204" y="40903"/>
                </a:lnTo>
                <a:lnTo>
                  <a:pt x="415426" y="40043"/>
                </a:lnTo>
                <a:lnTo>
                  <a:pt x="414624" y="39219"/>
                </a:lnTo>
                <a:lnTo>
                  <a:pt x="413798" y="38432"/>
                </a:lnTo>
                <a:lnTo>
                  <a:pt x="412947" y="37682"/>
                </a:lnTo>
                <a:lnTo>
                  <a:pt x="412071" y="36968"/>
                </a:lnTo>
                <a:lnTo>
                  <a:pt x="411171" y="36291"/>
                </a:lnTo>
                <a:lnTo>
                  <a:pt x="410246" y="35650"/>
                </a:lnTo>
                <a:lnTo>
                  <a:pt x="409296" y="35046"/>
                </a:lnTo>
                <a:lnTo>
                  <a:pt x="408322" y="34479"/>
                </a:lnTo>
                <a:lnTo>
                  <a:pt x="407324" y="33948"/>
                </a:lnTo>
                <a:lnTo>
                  <a:pt x="406301" y="33454"/>
                </a:lnTo>
                <a:lnTo>
                  <a:pt x="405253" y="32997"/>
                </a:lnTo>
                <a:lnTo>
                  <a:pt x="404181" y="32576"/>
                </a:lnTo>
                <a:lnTo>
                  <a:pt x="403084" y="32191"/>
                </a:lnTo>
                <a:lnTo>
                  <a:pt x="401962" y="31843"/>
                </a:lnTo>
                <a:lnTo>
                  <a:pt x="400816" y="31532"/>
                </a:lnTo>
                <a:lnTo>
                  <a:pt x="399646" y="31258"/>
                </a:lnTo>
                <a:lnTo>
                  <a:pt x="398451" y="31020"/>
                </a:lnTo>
                <a:lnTo>
                  <a:pt x="397231" y="30819"/>
                </a:lnTo>
                <a:lnTo>
                  <a:pt x="395987" y="30654"/>
                </a:lnTo>
                <a:lnTo>
                  <a:pt x="394718" y="30526"/>
                </a:lnTo>
                <a:lnTo>
                  <a:pt x="393425" y="30434"/>
                </a:lnTo>
                <a:lnTo>
                  <a:pt x="392107" y="30379"/>
                </a:lnTo>
                <a:lnTo>
                  <a:pt x="390764" y="30361"/>
                </a:lnTo>
                <a:lnTo>
                  <a:pt x="389760" y="30371"/>
                </a:lnTo>
                <a:lnTo>
                  <a:pt x="388771" y="30400"/>
                </a:lnTo>
                <a:lnTo>
                  <a:pt x="387795" y="30449"/>
                </a:lnTo>
                <a:lnTo>
                  <a:pt x="386834" y="30517"/>
                </a:lnTo>
                <a:lnTo>
                  <a:pt x="385887" y="30605"/>
                </a:lnTo>
                <a:lnTo>
                  <a:pt x="384954" y="30712"/>
                </a:lnTo>
                <a:lnTo>
                  <a:pt x="384036" y="30839"/>
                </a:lnTo>
                <a:lnTo>
                  <a:pt x="383131" y="30985"/>
                </a:lnTo>
                <a:lnTo>
                  <a:pt x="382241" y="31151"/>
                </a:lnTo>
                <a:lnTo>
                  <a:pt x="381365" y="31336"/>
                </a:lnTo>
                <a:lnTo>
                  <a:pt x="380503" y="31541"/>
                </a:lnTo>
                <a:lnTo>
                  <a:pt x="379655" y="31765"/>
                </a:lnTo>
                <a:lnTo>
                  <a:pt x="378822" y="32009"/>
                </a:lnTo>
                <a:lnTo>
                  <a:pt x="378002" y="32272"/>
                </a:lnTo>
                <a:lnTo>
                  <a:pt x="377197" y="32555"/>
                </a:lnTo>
                <a:lnTo>
                  <a:pt x="376406" y="32857"/>
                </a:lnTo>
                <a:lnTo>
                  <a:pt x="375629" y="33179"/>
                </a:lnTo>
                <a:lnTo>
                  <a:pt x="374867" y="33520"/>
                </a:lnTo>
                <a:lnTo>
                  <a:pt x="374118" y="33881"/>
                </a:lnTo>
                <a:lnTo>
                  <a:pt x="373384" y="34261"/>
                </a:lnTo>
                <a:lnTo>
                  <a:pt x="372664" y="34661"/>
                </a:lnTo>
                <a:lnTo>
                  <a:pt x="371958" y="35080"/>
                </a:lnTo>
                <a:lnTo>
                  <a:pt x="371267" y="35519"/>
                </a:lnTo>
                <a:lnTo>
                  <a:pt x="370589" y="35977"/>
                </a:lnTo>
                <a:lnTo>
                  <a:pt x="369926" y="36453"/>
                </a:lnTo>
                <a:lnTo>
                  <a:pt x="369277" y="36944"/>
                </a:lnTo>
                <a:lnTo>
                  <a:pt x="368642" y="37449"/>
                </a:lnTo>
                <a:lnTo>
                  <a:pt x="368021" y="37970"/>
                </a:lnTo>
                <a:lnTo>
                  <a:pt x="367415" y="38506"/>
                </a:lnTo>
                <a:lnTo>
                  <a:pt x="366822" y="39057"/>
                </a:lnTo>
                <a:lnTo>
                  <a:pt x="366244" y="39623"/>
                </a:lnTo>
                <a:lnTo>
                  <a:pt x="365680" y="40204"/>
                </a:lnTo>
                <a:lnTo>
                  <a:pt x="365130" y="40801"/>
                </a:lnTo>
                <a:lnTo>
                  <a:pt x="364595" y="41412"/>
                </a:lnTo>
                <a:lnTo>
                  <a:pt x="364073" y="42038"/>
                </a:lnTo>
                <a:lnTo>
                  <a:pt x="363566" y="42680"/>
                </a:lnTo>
                <a:lnTo>
                  <a:pt x="363073" y="43337"/>
                </a:lnTo>
                <a:lnTo>
                  <a:pt x="362594" y="44008"/>
                </a:lnTo>
                <a:lnTo>
                  <a:pt x="362129" y="44695"/>
                </a:lnTo>
                <a:lnTo>
                  <a:pt x="361679" y="45397"/>
                </a:lnTo>
                <a:lnTo>
                  <a:pt x="361242" y="46114"/>
                </a:lnTo>
                <a:lnTo>
                  <a:pt x="360820" y="46846"/>
                </a:lnTo>
                <a:lnTo>
                  <a:pt x="360412" y="47593"/>
                </a:lnTo>
                <a:lnTo>
                  <a:pt x="360019" y="48356"/>
                </a:lnTo>
                <a:lnTo>
                  <a:pt x="359639" y="49133"/>
                </a:lnTo>
                <a:lnTo>
                  <a:pt x="359274" y="49926"/>
                </a:lnTo>
                <a:lnTo>
                  <a:pt x="358922" y="50733"/>
                </a:lnTo>
                <a:lnTo>
                  <a:pt x="358585" y="51556"/>
                </a:lnTo>
                <a:lnTo>
                  <a:pt x="358262" y="52391"/>
                </a:lnTo>
                <a:lnTo>
                  <a:pt x="357953" y="53238"/>
                </a:lnTo>
                <a:lnTo>
                  <a:pt x="357657" y="54095"/>
                </a:lnTo>
                <a:lnTo>
                  <a:pt x="357376" y="54963"/>
                </a:lnTo>
                <a:lnTo>
                  <a:pt x="357108" y="55842"/>
                </a:lnTo>
                <a:lnTo>
                  <a:pt x="356853" y="56731"/>
                </a:lnTo>
                <a:lnTo>
                  <a:pt x="356613" y="57632"/>
                </a:lnTo>
                <a:lnTo>
                  <a:pt x="356386" y="58543"/>
                </a:lnTo>
                <a:lnTo>
                  <a:pt x="356173" y="59465"/>
                </a:lnTo>
                <a:lnTo>
                  <a:pt x="355973" y="60398"/>
                </a:lnTo>
                <a:lnTo>
                  <a:pt x="355788" y="61342"/>
                </a:lnTo>
                <a:lnTo>
                  <a:pt x="355616" y="62296"/>
                </a:lnTo>
                <a:lnTo>
                  <a:pt x="355458" y="63261"/>
                </a:lnTo>
                <a:lnTo>
                  <a:pt x="355314" y="64237"/>
                </a:lnTo>
                <a:lnTo>
                  <a:pt x="355183" y="65224"/>
                </a:lnTo>
                <a:lnTo>
                  <a:pt x="355066" y="66222"/>
                </a:lnTo>
                <a:lnTo>
                  <a:pt x="354963" y="67231"/>
                </a:lnTo>
                <a:lnTo>
                  <a:pt x="354874" y="68250"/>
                </a:lnTo>
                <a:lnTo>
                  <a:pt x="354798" y="69280"/>
                </a:lnTo>
                <a:lnTo>
                  <a:pt x="354736" y="70321"/>
                </a:lnTo>
                <a:lnTo>
                  <a:pt x="354688" y="71373"/>
                </a:lnTo>
                <a:lnTo>
                  <a:pt x="354654" y="72435"/>
                </a:lnTo>
                <a:lnTo>
                  <a:pt x="354633" y="73509"/>
                </a:lnTo>
                <a:lnTo>
                  <a:pt x="354626" y="74593"/>
                </a:lnTo>
                <a:lnTo>
                  <a:pt x="354633" y="75634"/>
                </a:lnTo>
                <a:lnTo>
                  <a:pt x="354655" y="76667"/>
                </a:lnTo>
                <a:lnTo>
                  <a:pt x="354690" y="77691"/>
                </a:lnTo>
                <a:lnTo>
                  <a:pt x="354740" y="78707"/>
                </a:lnTo>
                <a:lnTo>
                  <a:pt x="354803" y="79713"/>
                </a:lnTo>
                <a:lnTo>
                  <a:pt x="354882" y="80712"/>
                </a:lnTo>
                <a:lnTo>
                  <a:pt x="354974" y="81701"/>
                </a:lnTo>
                <a:lnTo>
                  <a:pt x="355080" y="82682"/>
                </a:lnTo>
                <a:lnTo>
                  <a:pt x="355201" y="83654"/>
                </a:lnTo>
                <a:lnTo>
                  <a:pt x="355335" y="84617"/>
                </a:lnTo>
                <a:lnTo>
                  <a:pt x="355484" y="85572"/>
                </a:lnTo>
                <a:lnTo>
                  <a:pt x="355648" y="86518"/>
                </a:lnTo>
                <a:lnTo>
                  <a:pt x="355825" y="87455"/>
                </a:lnTo>
                <a:lnTo>
                  <a:pt x="356016" y="88384"/>
                </a:lnTo>
                <a:lnTo>
                  <a:pt x="356222" y="89304"/>
                </a:lnTo>
                <a:lnTo>
                  <a:pt x="356442" y="90215"/>
                </a:lnTo>
                <a:lnTo>
                  <a:pt x="356676" y="91117"/>
                </a:lnTo>
                <a:lnTo>
                  <a:pt x="356924" y="92011"/>
                </a:lnTo>
                <a:lnTo>
                  <a:pt x="357187" y="92896"/>
                </a:lnTo>
                <a:lnTo>
                  <a:pt x="357463" y="93773"/>
                </a:lnTo>
                <a:lnTo>
                  <a:pt x="357754" y="94641"/>
                </a:lnTo>
                <a:lnTo>
                  <a:pt x="358059" y="95500"/>
                </a:lnTo>
                <a:lnTo>
                  <a:pt x="358378" y="96350"/>
                </a:lnTo>
                <a:lnTo>
                  <a:pt x="358712" y="97192"/>
                </a:lnTo>
                <a:lnTo>
                  <a:pt x="359060" y="98022"/>
                </a:lnTo>
                <a:lnTo>
                  <a:pt x="359422" y="98838"/>
                </a:lnTo>
                <a:lnTo>
                  <a:pt x="359800" y="99639"/>
                </a:lnTo>
                <a:lnTo>
                  <a:pt x="360192" y="100425"/>
                </a:lnTo>
                <a:lnTo>
                  <a:pt x="360599" y="101197"/>
                </a:lnTo>
                <a:lnTo>
                  <a:pt x="361020" y="101954"/>
                </a:lnTo>
                <a:lnTo>
                  <a:pt x="361457" y="102696"/>
                </a:lnTo>
                <a:lnTo>
                  <a:pt x="361908" y="103424"/>
                </a:lnTo>
                <a:lnTo>
                  <a:pt x="362374" y="104137"/>
                </a:lnTo>
                <a:lnTo>
                  <a:pt x="362855" y="104835"/>
                </a:lnTo>
                <a:lnTo>
                  <a:pt x="363350" y="105519"/>
                </a:lnTo>
                <a:lnTo>
                  <a:pt x="363861" y="106188"/>
                </a:lnTo>
                <a:lnTo>
                  <a:pt x="364386" y="106843"/>
                </a:lnTo>
                <a:lnTo>
                  <a:pt x="364926" y="107483"/>
                </a:lnTo>
                <a:lnTo>
                  <a:pt x="365480" y="108108"/>
                </a:lnTo>
                <a:lnTo>
                  <a:pt x="366050" y="108719"/>
                </a:lnTo>
                <a:lnTo>
                  <a:pt x="366634" y="109315"/>
                </a:lnTo>
                <a:lnTo>
                  <a:pt x="367233" y="109897"/>
                </a:lnTo>
                <a:lnTo>
                  <a:pt x="367847" y="110464"/>
                </a:lnTo>
                <a:lnTo>
                  <a:pt x="368475" y="111016"/>
                </a:lnTo>
                <a:lnTo>
                  <a:pt x="369118" y="111554"/>
                </a:lnTo>
                <a:lnTo>
                  <a:pt x="369776" y="112077"/>
                </a:lnTo>
                <a:lnTo>
                  <a:pt x="370449" y="112585"/>
                </a:lnTo>
                <a:lnTo>
                  <a:pt x="371137" y="113079"/>
                </a:lnTo>
                <a:lnTo>
                  <a:pt x="371839" y="113555"/>
                </a:lnTo>
                <a:lnTo>
                  <a:pt x="372558" y="114011"/>
                </a:lnTo>
                <a:lnTo>
                  <a:pt x="373291" y="114447"/>
                </a:lnTo>
                <a:lnTo>
                  <a:pt x="374041" y="114862"/>
                </a:lnTo>
                <a:lnTo>
                  <a:pt x="374805" y="115257"/>
                </a:lnTo>
                <a:lnTo>
                  <a:pt x="375586" y="115632"/>
                </a:lnTo>
                <a:lnTo>
                  <a:pt x="376381" y="115986"/>
                </a:lnTo>
                <a:lnTo>
                  <a:pt x="377192" y="116321"/>
                </a:lnTo>
                <a:lnTo>
                  <a:pt x="378019" y="116635"/>
                </a:lnTo>
                <a:lnTo>
                  <a:pt x="378861" y="116928"/>
                </a:lnTo>
                <a:lnTo>
                  <a:pt x="379719" y="117202"/>
                </a:lnTo>
                <a:lnTo>
                  <a:pt x="380592" y="117455"/>
                </a:lnTo>
                <a:lnTo>
                  <a:pt x="381481" y="117688"/>
                </a:lnTo>
                <a:lnTo>
                  <a:pt x="382385" y="117901"/>
                </a:lnTo>
                <a:lnTo>
                  <a:pt x="383305" y="118093"/>
                </a:lnTo>
                <a:lnTo>
                  <a:pt x="384240" y="118266"/>
                </a:lnTo>
                <a:lnTo>
                  <a:pt x="385191" y="118418"/>
                </a:lnTo>
                <a:lnTo>
                  <a:pt x="386157" y="118549"/>
                </a:lnTo>
                <a:lnTo>
                  <a:pt x="387139" y="118661"/>
                </a:lnTo>
                <a:lnTo>
                  <a:pt x="388136" y="118752"/>
                </a:lnTo>
                <a:lnTo>
                  <a:pt x="389149" y="118823"/>
                </a:lnTo>
                <a:lnTo>
                  <a:pt x="390177" y="118873"/>
                </a:lnTo>
                <a:lnTo>
                  <a:pt x="391221" y="118904"/>
                </a:lnTo>
                <a:lnTo>
                  <a:pt x="392280" y="118914"/>
                </a:lnTo>
                <a:lnTo>
                  <a:pt x="393118" y="118908"/>
                </a:lnTo>
                <a:lnTo>
                  <a:pt x="393946" y="118889"/>
                </a:lnTo>
                <a:lnTo>
                  <a:pt x="394764" y="118859"/>
                </a:lnTo>
                <a:close/>
                <a:moveTo>
                  <a:pt x="369185" y="63603"/>
                </a:moveTo>
                <a:lnTo>
                  <a:pt x="369324" y="62637"/>
                </a:lnTo>
                <a:lnTo>
                  <a:pt x="369479" y="61692"/>
                </a:lnTo>
                <a:lnTo>
                  <a:pt x="369649" y="60767"/>
                </a:lnTo>
                <a:lnTo>
                  <a:pt x="369835" y="59864"/>
                </a:lnTo>
                <a:lnTo>
                  <a:pt x="370037" y="58980"/>
                </a:lnTo>
                <a:lnTo>
                  <a:pt x="370254" y="58118"/>
                </a:lnTo>
                <a:lnTo>
                  <a:pt x="370487" y="57276"/>
                </a:lnTo>
                <a:lnTo>
                  <a:pt x="370736" y="56455"/>
                </a:lnTo>
                <a:lnTo>
                  <a:pt x="371000" y="55654"/>
                </a:lnTo>
                <a:lnTo>
                  <a:pt x="371280" y="54874"/>
                </a:lnTo>
                <a:lnTo>
                  <a:pt x="371575" y="54115"/>
                </a:lnTo>
                <a:lnTo>
                  <a:pt x="371886" y="53376"/>
                </a:lnTo>
                <a:lnTo>
                  <a:pt x="372213" y="52659"/>
                </a:lnTo>
                <a:lnTo>
                  <a:pt x="372556" y="51961"/>
                </a:lnTo>
                <a:lnTo>
                  <a:pt x="372914" y="51285"/>
                </a:lnTo>
                <a:lnTo>
                  <a:pt x="373287" y="50629"/>
                </a:lnTo>
                <a:lnTo>
                  <a:pt x="373677" y="49994"/>
                </a:lnTo>
                <a:lnTo>
                  <a:pt x="374082" y="49380"/>
                </a:lnTo>
                <a:lnTo>
                  <a:pt x="374502" y="48786"/>
                </a:lnTo>
                <a:lnTo>
                  <a:pt x="374939" y="48213"/>
                </a:lnTo>
                <a:lnTo>
                  <a:pt x="375391" y="47660"/>
                </a:lnTo>
                <a:lnTo>
                  <a:pt x="375858" y="47130"/>
                </a:lnTo>
                <a:lnTo>
                  <a:pt x="376340" y="46622"/>
                </a:lnTo>
                <a:lnTo>
                  <a:pt x="376838" y="46136"/>
                </a:lnTo>
                <a:lnTo>
                  <a:pt x="377350" y="45673"/>
                </a:lnTo>
                <a:lnTo>
                  <a:pt x="377878" y="45233"/>
                </a:lnTo>
                <a:lnTo>
                  <a:pt x="378421" y="44815"/>
                </a:lnTo>
                <a:lnTo>
                  <a:pt x="378978" y="44420"/>
                </a:lnTo>
                <a:lnTo>
                  <a:pt x="379551" y="44047"/>
                </a:lnTo>
                <a:lnTo>
                  <a:pt x="380139" y="43697"/>
                </a:lnTo>
                <a:lnTo>
                  <a:pt x="380742" y="43369"/>
                </a:lnTo>
                <a:lnTo>
                  <a:pt x="381360" y="43064"/>
                </a:lnTo>
                <a:lnTo>
                  <a:pt x="381993" y="42782"/>
                </a:lnTo>
                <a:lnTo>
                  <a:pt x="382641" y="42522"/>
                </a:lnTo>
                <a:lnTo>
                  <a:pt x="383304" y="42285"/>
                </a:lnTo>
                <a:lnTo>
                  <a:pt x="383982" y="42071"/>
                </a:lnTo>
                <a:lnTo>
                  <a:pt x="384676" y="41879"/>
                </a:lnTo>
                <a:lnTo>
                  <a:pt x="385384" y="41709"/>
                </a:lnTo>
                <a:lnTo>
                  <a:pt x="386107" y="41563"/>
                </a:lnTo>
                <a:lnTo>
                  <a:pt x="386846" y="41438"/>
                </a:lnTo>
                <a:lnTo>
                  <a:pt x="387599" y="41337"/>
                </a:lnTo>
                <a:lnTo>
                  <a:pt x="388368" y="41258"/>
                </a:lnTo>
                <a:lnTo>
                  <a:pt x="389152" y="41201"/>
                </a:lnTo>
                <a:lnTo>
                  <a:pt x="389950" y="41167"/>
                </a:lnTo>
                <a:lnTo>
                  <a:pt x="390764" y="41156"/>
                </a:lnTo>
                <a:lnTo>
                  <a:pt x="391564" y="41167"/>
                </a:lnTo>
                <a:lnTo>
                  <a:pt x="392349" y="41202"/>
                </a:lnTo>
                <a:lnTo>
                  <a:pt x="393119" y="41258"/>
                </a:lnTo>
                <a:lnTo>
                  <a:pt x="393874" y="41338"/>
                </a:lnTo>
                <a:lnTo>
                  <a:pt x="394614" y="41440"/>
                </a:lnTo>
                <a:lnTo>
                  <a:pt x="395339" y="41565"/>
                </a:lnTo>
                <a:lnTo>
                  <a:pt x="396050" y="41713"/>
                </a:lnTo>
                <a:lnTo>
                  <a:pt x="396745" y="41884"/>
                </a:lnTo>
                <a:lnTo>
                  <a:pt x="397425" y="42077"/>
                </a:lnTo>
                <a:lnTo>
                  <a:pt x="398091" y="42293"/>
                </a:lnTo>
                <a:lnTo>
                  <a:pt x="398742" y="42532"/>
                </a:lnTo>
                <a:lnTo>
                  <a:pt x="399377" y="42793"/>
                </a:lnTo>
                <a:lnTo>
                  <a:pt x="399998" y="43078"/>
                </a:lnTo>
                <a:lnTo>
                  <a:pt x="400604" y="43385"/>
                </a:lnTo>
                <a:lnTo>
                  <a:pt x="401195" y="43714"/>
                </a:lnTo>
                <a:lnTo>
                  <a:pt x="401771" y="44067"/>
                </a:lnTo>
                <a:lnTo>
                  <a:pt x="402332" y="44442"/>
                </a:lnTo>
                <a:lnTo>
                  <a:pt x="402879" y="44840"/>
                </a:lnTo>
                <a:lnTo>
                  <a:pt x="403410" y="45261"/>
                </a:lnTo>
                <a:lnTo>
                  <a:pt x="403926" y="45704"/>
                </a:lnTo>
                <a:lnTo>
                  <a:pt x="404428" y="46170"/>
                </a:lnTo>
                <a:lnTo>
                  <a:pt x="404914" y="46659"/>
                </a:lnTo>
                <a:lnTo>
                  <a:pt x="405386" y="47171"/>
                </a:lnTo>
                <a:lnTo>
                  <a:pt x="405843" y="47705"/>
                </a:lnTo>
                <a:lnTo>
                  <a:pt x="406283" y="48261"/>
                </a:lnTo>
                <a:lnTo>
                  <a:pt x="406705" y="48837"/>
                </a:lnTo>
                <a:lnTo>
                  <a:pt x="407110" y="49434"/>
                </a:lnTo>
                <a:lnTo>
                  <a:pt x="407497" y="50050"/>
                </a:lnTo>
                <a:lnTo>
                  <a:pt x="407866" y="50687"/>
                </a:lnTo>
                <a:lnTo>
                  <a:pt x="408217" y="51344"/>
                </a:lnTo>
                <a:lnTo>
                  <a:pt x="408550" y="52021"/>
                </a:lnTo>
                <a:lnTo>
                  <a:pt x="408866" y="52718"/>
                </a:lnTo>
                <a:lnTo>
                  <a:pt x="409163" y="53436"/>
                </a:lnTo>
                <a:lnTo>
                  <a:pt x="409443" y="54174"/>
                </a:lnTo>
                <a:lnTo>
                  <a:pt x="409705" y="54932"/>
                </a:lnTo>
                <a:lnTo>
                  <a:pt x="409949" y="55710"/>
                </a:lnTo>
                <a:lnTo>
                  <a:pt x="410175" y="56508"/>
                </a:lnTo>
                <a:lnTo>
                  <a:pt x="410384" y="57327"/>
                </a:lnTo>
                <a:lnTo>
                  <a:pt x="410574" y="58166"/>
                </a:lnTo>
                <a:lnTo>
                  <a:pt x="410747" y="59025"/>
                </a:lnTo>
                <a:lnTo>
                  <a:pt x="410902" y="59904"/>
                </a:lnTo>
                <a:lnTo>
                  <a:pt x="411039" y="60804"/>
                </a:lnTo>
                <a:lnTo>
                  <a:pt x="411158" y="61724"/>
                </a:lnTo>
                <a:lnTo>
                  <a:pt x="411260" y="62664"/>
                </a:lnTo>
                <a:lnTo>
                  <a:pt x="411343" y="63624"/>
                </a:lnTo>
                <a:lnTo>
                  <a:pt x="411409" y="64604"/>
                </a:lnTo>
                <a:lnTo>
                  <a:pt x="411457" y="65605"/>
                </a:lnTo>
                <a:lnTo>
                  <a:pt x="411487" y="66626"/>
                </a:lnTo>
                <a:lnTo>
                  <a:pt x="368862" y="66626"/>
                </a:lnTo>
                <a:lnTo>
                  <a:pt x="368954" y="65598"/>
                </a:lnTo>
                <a:lnTo>
                  <a:pt x="369062" y="64590"/>
                </a:lnTo>
                <a:lnTo>
                  <a:pt x="369185" y="636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13336-F660-42C6-811F-8970540B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32" y="3148573"/>
            <a:ext cx="777559" cy="374010"/>
          </a:xfrm>
          <a:custGeom xmlns:a="http://schemas.openxmlformats.org/drawingml/2006/main">
            <a:pathLst>
              <a:path w="777559" h="374010" fill="none">
                <a:moveTo>
                  <a:pt x="0" y="0"/>
                </a:moveTo>
                <a:lnTo>
                  <a:pt x="777559" y="0"/>
                </a:lnTo>
                <a:lnTo>
                  <a:pt x="777559" y="374010"/>
                </a:lnTo>
                <a:lnTo>
                  <a:pt x="0" y="3740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78" name="Text VecDB">
            <a:extLst xmlns:a="http://schemas.openxmlformats.org/drawingml/2006/main">
              <a:ext uri="{FF2B5EF4-FFF2-40B4-BE49-F238E27FC236}">
                <a16:creationId xmlns:a16="http://schemas.microsoft.com/office/drawing/2014/main" id="{94540357-9ADD-4904-8B46-7AF76D48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056" y="3184529"/>
            <a:ext cx="449317" cy="115035"/>
          </a:xfrm>
          <a:custGeom xmlns:a="http://schemas.openxmlformats.org/drawingml/2006/main">
            <a:pathLst>
              <a:path w="449317" h="115035">
                <a:moveTo>
                  <a:pt x="40939" y="113516"/>
                </a:moveTo>
                <a:lnTo>
                  <a:pt x="0" y="0"/>
                </a:lnTo>
                <a:lnTo>
                  <a:pt x="16089" y="0"/>
                </a:lnTo>
                <a:lnTo>
                  <a:pt x="49869" y="97493"/>
                </a:lnTo>
                <a:lnTo>
                  <a:pt x="83648" y="0"/>
                </a:lnTo>
                <a:lnTo>
                  <a:pt x="99653" y="0"/>
                </a:lnTo>
                <a:lnTo>
                  <a:pt x="58461" y="113516"/>
                </a:lnTo>
                <a:lnTo>
                  <a:pt x="40939" y="113516"/>
                </a:lnTo>
                <a:close/>
                <a:moveTo>
                  <a:pt x="132084" y="115035"/>
                </a:moveTo>
                <a:cubicBezTo>
                  <a:pt x="123548" y="115035"/>
                  <a:pt x="116500" y="113090"/>
                  <a:pt x="110940" y="109200"/>
                </a:cubicBezTo>
                <a:cubicBezTo>
                  <a:pt x="105380" y="105308"/>
                  <a:pt x="101239" y="100012"/>
                  <a:pt x="98515" y="93313"/>
                </a:cubicBezTo>
                <a:cubicBezTo>
                  <a:pt x="95791" y="86613"/>
                  <a:pt x="94429" y="79080"/>
                  <a:pt x="94429" y="70713"/>
                </a:cubicBezTo>
                <a:cubicBezTo>
                  <a:pt x="94429" y="61997"/>
                  <a:pt x="95749" y="54318"/>
                  <a:pt x="98389" y="47676"/>
                </a:cubicBezTo>
                <a:cubicBezTo>
                  <a:pt x="101028" y="41035"/>
                  <a:pt x="105029" y="35842"/>
                  <a:pt x="110392" y="32098"/>
                </a:cubicBezTo>
                <a:cubicBezTo>
                  <a:pt x="115756" y="28354"/>
                  <a:pt x="122481" y="26482"/>
                  <a:pt x="130567" y="26482"/>
                </a:cubicBezTo>
                <a:cubicBezTo>
                  <a:pt x="141406" y="26482"/>
                  <a:pt x="149886" y="29996"/>
                  <a:pt x="156007" y="37024"/>
                </a:cubicBezTo>
                <a:cubicBezTo>
                  <a:pt x="162128" y="44050"/>
                  <a:pt x="165189" y="54151"/>
                  <a:pt x="165189" y="67327"/>
                </a:cubicBezTo>
                <a:cubicBezTo>
                  <a:pt x="165189" y="68205"/>
                  <a:pt x="165175" y="69244"/>
                  <a:pt x="165147" y="70444"/>
                </a:cubicBezTo>
                <a:cubicBezTo>
                  <a:pt x="165119" y="71644"/>
                  <a:pt x="165049" y="72508"/>
                  <a:pt x="164936" y="73035"/>
                </a:cubicBezTo>
                <a:lnTo>
                  <a:pt x="108581" y="73035"/>
                </a:lnTo>
                <a:cubicBezTo>
                  <a:pt x="108637" y="78666"/>
                  <a:pt x="109452" y="83838"/>
                  <a:pt x="111024" y="88550"/>
                </a:cubicBezTo>
                <a:cubicBezTo>
                  <a:pt x="112597" y="93263"/>
                  <a:pt x="115110" y="97042"/>
                  <a:pt x="118563" y="99888"/>
                </a:cubicBezTo>
                <a:cubicBezTo>
                  <a:pt x="122017" y="102733"/>
                  <a:pt x="126524" y="104155"/>
                  <a:pt x="132084" y="104155"/>
                </a:cubicBezTo>
                <a:cubicBezTo>
                  <a:pt x="138093" y="104155"/>
                  <a:pt x="142768" y="102584"/>
                  <a:pt x="146109" y="99440"/>
                </a:cubicBezTo>
                <a:cubicBezTo>
                  <a:pt x="149451" y="96297"/>
                  <a:pt x="151206" y="91762"/>
                  <a:pt x="151374" y="85836"/>
                </a:cubicBezTo>
                <a:lnTo>
                  <a:pt x="165273" y="85836"/>
                </a:lnTo>
                <a:cubicBezTo>
                  <a:pt x="165105" y="91857"/>
                  <a:pt x="163659" y="97045"/>
                  <a:pt x="160935" y="101401"/>
                </a:cubicBezTo>
                <a:cubicBezTo>
                  <a:pt x="158211" y="105755"/>
                  <a:pt x="154407" y="109116"/>
                  <a:pt x="149521" y="111485"/>
                </a:cubicBezTo>
                <a:cubicBezTo>
                  <a:pt x="144635" y="113851"/>
                  <a:pt x="138823" y="115035"/>
                  <a:pt x="132084" y="115035"/>
                </a:cubicBezTo>
                <a:moveTo>
                  <a:pt x="108666" y="62746"/>
                </a:moveTo>
                <a:lnTo>
                  <a:pt x="151290" y="62746"/>
                </a:lnTo>
                <a:cubicBezTo>
                  <a:pt x="151121" y="54499"/>
                  <a:pt x="149240" y="48192"/>
                  <a:pt x="145646" y="43826"/>
                </a:cubicBezTo>
                <a:cubicBezTo>
                  <a:pt x="142052" y="39460"/>
                  <a:pt x="137026" y="37277"/>
                  <a:pt x="130567" y="37277"/>
                </a:cubicBezTo>
                <a:cubicBezTo>
                  <a:pt x="123997" y="37277"/>
                  <a:pt x="118872" y="39445"/>
                  <a:pt x="115194" y="43781"/>
                </a:cubicBezTo>
                <a:cubicBezTo>
                  <a:pt x="111516" y="48117"/>
                  <a:pt x="109339" y="54439"/>
                  <a:pt x="108666" y="62746"/>
                </a:cubicBezTo>
                <a:close/>
                <a:moveTo>
                  <a:pt x="211529" y="115035"/>
                </a:moveTo>
                <a:cubicBezTo>
                  <a:pt x="204341" y="115035"/>
                  <a:pt x="197967" y="113393"/>
                  <a:pt x="192407" y="110111"/>
                </a:cubicBezTo>
                <a:cubicBezTo>
                  <a:pt x="186848" y="106828"/>
                  <a:pt x="182495" y="101918"/>
                  <a:pt x="179350" y="95382"/>
                </a:cubicBezTo>
                <a:cubicBezTo>
                  <a:pt x="176206" y="88844"/>
                  <a:pt x="174633" y="80709"/>
                  <a:pt x="174633" y="70977"/>
                </a:cubicBezTo>
                <a:cubicBezTo>
                  <a:pt x="174633" y="61247"/>
                  <a:pt x="176178" y="53069"/>
                  <a:pt x="179266" y="46446"/>
                </a:cubicBezTo>
                <a:cubicBezTo>
                  <a:pt x="182355" y="39820"/>
                  <a:pt x="186665" y="34836"/>
                  <a:pt x="192197" y="31494"/>
                </a:cubicBezTo>
                <a:cubicBezTo>
                  <a:pt x="197728" y="28152"/>
                  <a:pt x="204173" y="26482"/>
                  <a:pt x="211529" y="26482"/>
                </a:cubicBezTo>
                <a:cubicBezTo>
                  <a:pt x="217707" y="26482"/>
                  <a:pt x="223252" y="27568"/>
                  <a:pt x="228166" y="29742"/>
                </a:cubicBezTo>
                <a:cubicBezTo>
                  <a:pt x="233080" y="31913"/>
                  <a:pt x="237011" y="35188"/>
                  <a:pt x="239959" y="39564"/>
                </a:cubicBezTo>
                <a:cubicBezTo>
                  <a:pt x="242908" y="43939"/>
                  <a:pt x="244494" y="49474"/>
                  <a:pt x="244719" y="56168"/>
                </a:cubicBezTo>
                <a:lnTo>
                  <a:pt x="230820" y="56168"/>
                </a:lnTo>
                <a:cubicBezTo>
                  <a:pt x="230427" y="50491"/>
                  <a:pt x="228531" y="46022"/>
                  <a:pt x="225134" y="42761"/>
                </a:cubicBezTo>
                <a:cubicBezTo>
                  <a:pt x="221736" y="39498"/>
                  <a:pt x="217286" y="37867"/>
                  <a:pt x="211782" y="37867"/>
                </a:cubicBezTo>
                <a:cubicBezTo>
                  <a:pt x="204313" y="37867"/>
                  <a:pt x="198669" y="40768"/>
                  <a:pt x="194850" y="46569"/>
                </a:cubicBezTo>
                <a:cubicBezTo>
                  <a:pt x="191031" y="52371"/>
                  <a:pt x="189122" y="60509"/>
                  <a:pt x="189122" y="70982"/>
                </a:cubicBezTo>
                <a:cubicBezTo>
                  <a:pt x="189122" y="77884"/>
                  <a:pt x="189964" y="83774"/>
                  <a:pt x="191649" y="88653"/>
                </a:cubicBezTo>
                <a:cubicBezTo>
                  <a:pt x="193334" y="93532"/>
                  <a:pt x="195861" y="97252"/>
                  <a:pt x="199231" y="99812"/>
                </a:cubicBezTo>
                <a:cubicBezTo>
                  <a:pt x="202600" y="102370"/>
                  <a:pt x="206784" y="103649"/>
                  <a:pt x="211782" y="103649"/>
                </a:cubicBezTo>
                <a:cubicBezTo>
                  <a:pt x="217398" y="103649"/>
                  <a:pt x="222031" y="101989"/>
                  <a:pt x="225681" y="98668"/>
                </a:cubicBezTo>
                <a:cubicBezTo>
                  <a:pt x="229331" y="95347"/>
                  <a:pt x="231241" y="90458"/>
                  <a:pt x="231409" y="83999"/>
                </a:cubicBezTo>
                <a:lnTo>
                  <a:pt x="245224" y="83999"/>
                </a:lnTo>
                <a:cubicBezTo>
                  <a:pt x="245112" y="90876"/>
                  <a:pt x="243554" y="96622"/>
                  <a:pt x="240549" y="101238"/>
                </a:cubicBezTo>
                <a:cubicBezTo>
                  <a:pt x="237545" y="105852"/>
                  <a:pt x="233529" y="109305"/>
                  <a:pt x="228503" y="111598"/>
                </a:cubicBezTo>
                <a:cubicBezTo>
                  <a:pt x="223477" y="113889"/>
                  <a:pt x="217819" y="115035"/>
                  <a:pt x="211529" y="115035"/>
                </a:cubicBezTo>
                <a:close/>
                <a:moveTo>
                  <a:pt x="260397" y="113516"/>
                </a:moveTo>
                <a:lnTo>
                  <a:pt x="260397" y="0"/>
                </a:lnTo>
                <a:lnTo>
                  <a:pt x="296788" y="0"/>
                </a:lnTo>
                <a:cubicBezTo>
                  <a:pt x="308637" y="0"/>
                  <a:pt x="318745" y="2235"/>
                  <a:pt x="327113" y="6705"/>
                </a:cubicBezTo>
                <a:cubicBezTo>
                  <a:pt x="335481" y="11175"/>
                  <a:pt x="341869" y="17654"/>
                  <a:pt x="346277" y="26144"/>
                </a:cubicBezTo>
                <a:cubicBezTo>
                  <a:pt x="350686" y="34634"/>
                  <a:pt x="352890" y="44839"/>
                  <a:pt x="352890" y="56758"/>
                </a:cubicBezTo>
                <a:cubicBezTo>
                  <a:pt x="352890" y="68734"/>
                  <a:pt x="350672" y="78967"/>
                  <a:pt x="346235" y="87457"/>
                </a:cubicBezTo>
                <a:cubicBezTo>
                  <a:pt x="341799" y="95946"/>
                  <a:pt x="335411" y="102412"/>
                  <a:pt x="327071" y="106854"/>
                </a:cubicBezTo>
                <a:cubicBezTo>
                  <a:pt x="318731" y="111296"/>
                  <a:pt x="308637" y="113516"/>
                  <a:pt x="296788" y="113516"/>
                </a:cubicBezTo>
                <a:lnTo>
                  <a:pt x="260397" y="113516"/>
                </a:lnTo>
                <a:moveTo>
                  <a:pt x="275560" y="100782"/>
                </a:moveTo>
                <a:lnTo>
                  <a:pt x="293418" y="100782"/>
                </a:lnTo>
                <a:cubicBezTo>
                  <a:pt x="303358" y="100782"/>
                  <a:pt x="311557" y="99193"/>
                  <a:pt x="318015" y="96017"/>
                </a:cubicBezTo>
                <a:cubicBezTo>
                  <a:pt x="324474" y="92840"/>
                  <a:pt x="329303" y="87977"/>
                  <a:pt x="332504" y="81427"/>
                </a:cubicBezTo>
                <a:cubicBezTo>
                  <a:pt x="335705" y="74876"/>
                  <a:pt x="337306" y="66626"/>
                  <a:pt x="337306" y="56674"/>
                </a:cubicBezTo>
                <a:cubicBezTo>
                  <a:pt x="337306" y="46778"/>
                  <a:pt x="335677" y="38584"/>
                  <a:pt x="332420" y="32090"/>
                </a:cubicBezTo>
                <a:cubicBezTo>
                  <a:pt x="329163" y="25596"/>
                  <a:pt x="324291" y="20747"/>
                  <a:pt x="317805" y="17542"/>
                </a:cubicBezTo>
                <a:cubicBezTo>
                  <a:pt x="311319" y="14337"/>
                  <a:pt x="303190" y="12735"/>
                  <a:pt x="293418" y="12735"/>
                </a:cubicBezTo>
                <a:lnTo>
                  <a:pt x="275560" y="12735"/>
                </a:lnTo>
                <a:lnTo>
                  <a:pt x="275560" y="100782"/>
                </a:lnTo>
                <a:close/>
                <a:moveTo>
                  <a:pt x="367859" y="113516"/>
                </a:moveTo>
                <a:lnTo>
                  <a:pt x="367859" y="0"/>
                </a:lnTo>
                <a:lnTo>
                  <a:pt x="404250" y="0"/>
                </a:lnTo>
                <a:cubicBezTo>
                  <a:pt x="415650" y="0"/>
                  <a:pt x="424747" y="2305"/>
                  <a:pt x="431543" y="6916"/>
                </a:cubicBezTo>
                <a:cubicBezTo>
                  <a:pt x="438338" y="11526"/>
                  <a:pt x="441735" y="18554"/>
                  <a:pt x="441735" y="28000"/>
                </a:cubicBezTo>
                <a:cubicBezTo>
                  <a:pt x="441735" y="33959"/>
                  <a:pt x="440079" y="39273"/>
                  <a:pt x="436765" y="43939"/>
                </a:cubicBezTo>
                <a:cubicBezTo>
                  <a:pt x="433452" y="48606"/>
                  <a:pt x="429043" y="51642"/>
                  <a:pt x="423540" y="53047"/>
                </a:cubicBezTo>
                <a:cubicBezTo>
                  <a:pt x="431402" y="54341"/>
                  <a:pt x="437664" y="57475"/>
                  <a:pt x="442325" y="62451"/>
                </a:cubicBezTo>
                <a:cubicBezTo>
                  <a:pt x="446986" y="67427"/>
                  <a:pt x="449317" y="73569"/>
                  <a:pt x="449317" y="80878"/>
                </a:cubicBezTo>
                <a:cubicBezTo>
                  <a:pt x="449317" y="87738"/>
                  <a:pt x="447786" y="93599"/>
                  <a:pt x="444726" y="98462"/>
                </a:cubicBezTo>
                <a:cubicBezTo>
                  <a:pt x="441665" y="103326"/>
                  <a:pt x="437074" y="107051"/>
                  <a:pt x="430953" y="109637"/>
                </a:cubicBezTo>
                <a:cubicBezTo>
                  <a:pt x="424832" y="112223"/>
                  <a:pt x="417138" y="113516"/>
                  <a:pt x="407872" y="113516"/>
                </a:cubicBezTo>
                <a:lnTo>
                  <a:pt x="367859" y="113516"/>
                </a:lnTo>
                <a:moveTo>
                  <a:pt x="383022" y="100866"/>
                </a:moveTo>
                <a:lnTo>
                  <a:pt x="407535" y="100866"/>
                </a:lnTo>
                <a:cubicBezTo>
                  <a:pt x="412364" y="100866"/>
                  <a:pt x="416801" y="100262"/>
                  <a:pt x="420844" y="99053"/>
                </a:cubicBezTo>
                <a:cubicBezTo>
                  <a:pt x="424888" y="97844"/>
                  <a:pt x="428131" y="95707"/>
                  <a:pt x="430574" y="92643"/>
                </a:cubicBezTo>
                <a:cubicBezTo>
                  <a:pt x="433017" y="89579"/>
                  <a:pt x="434238" y="85348"/>
                  <a:pt x="434238" y="79951"/>
                </a:cubicBezTo>
                <a:cubicBezTo>
                  <a:pt x="434238" y="73429"/>
                  <a:pt x="431865" y="68565"/>
                  <a:pt x="427120" y="65361"/>
                </a:cubicBezTo>
                <a:cubicBezTo>
                  <a:pt x="422375" y="62156"/>
                  <a:pt x="415846" y="60553"/>
                  <a:pt x="407535" y="60553"/>
                </a:cubicBezTo>
                <a:lnTo>
                  <a:pt x="383022" y="60553"/>
                </a:lnTo>
                <a:lnTo>
                  <a:pt x="383022" y="100866"/>
                </a:lnTo>
                <a:moveTo>
                  <a:pt x="383022" y="48240"/>
                </a:moveTo>
                <a:lnTo>
                  <a:pt x="404165" y="48240"/>
                </a:lnTo>
                <a:cubicBezTo>
                  <a:pt x="411466" y="48240"/>
                  <a:pt x="417040" y="46568"/>
                  <a:pt x="420886" y="43222"/>
                </a:cubicBezTo>
                <a:cubicBezTo>
                  <a:pt x="424733" y="39877"/>
                  <a:pt x="426657" y="35365"/>
                  <a:pt x="426657" y="29686"/>
                </a:cubicBezTo>
                <a:cubicBezTo>
                  <a:pt x="426657" y="25863"/>
                  <a:pt x="425786" y="22672"/>
                  <a:pt x="424045" y="20114"/>
                </a:cubicBezTo>
                <a:cubicBezTo>
                  <a:pt x="422304" y="17556"/>
                  <a:pt x="419749" y="15644"/>
                  <a:pt x="416380" y="14379"/>
                </a:cubicBezTo>
                <a:cubicBezTo>
                  <a:pt x="413010" y="13114"/>
                  <a:pt x="408939" y="12482"/>
                  <a:pt x="404165" y="12482"/>
                </a:cubicBezTo>
                <a:lnTo>
                  <a:pt x="383022" y="12482"/>
                </a:lnTo>
                <a:lnTo>
                  <a:pt x="383022" y="482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Selection">
            <a:extLst xmlns:a="http://schemas.openxmlformats.org/drawingml/2006/main">
              <a:ext uri="{FF2B5EF4-FFF2-40B4-BE49-F238E27FC236}">
                <a16:creationId xmlns:a16="http://schemas.microsoft.com/office/drawing/2014/main" id="{7CF74B13-5CAB-45E6-8269-B60DEE1D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485" y="3371110"/>
            <a:ext cx="608261" cy="118914"/>
          </a:xfrm>
          <a:custGeom xmlns:a="http://schemas.openxmlformats.org/drawingml/2006/main">
            <a:pathLst>
              <a:path w="608261" h="118914">
                <a:moveTo>
                  <a:pt x="43298" y="118914"/>
                </a:moveTo>
                <a:cubicBezTo>
                  <a:pt x="35211" y="118914"/>
                  <a:pt x="27883" y="117677"/>
                  <a:pt x="21312" y="115203"/>
                </a:cubicBezTo>
                <a:cubicBezTo>
                  <a:pt x="14742" y="112729"/>
                  <a:pt x="9547" y="108850"/>
                  <a:pt x="5728" y="103565"/>
                </a:cubicBezTo>
                <a:cubicBezTo>
                  <a:pt x="1909" y="98280"/>
                  <a:pt x="0" y="91420"/>
                  <a:pt x="0" y="82987"/>
                </a:cubicBezTo>
                <a:lnTo>
                  <a:pt x="15163" y="82987"/>
                </a:lnTo>
                <a:cubicBezTo>
                  <a:pt x="15219" y="89003"/>
                  <a:pt x="16553" y="93726"/>
                  <a:pt x="19164" y="97155"/>
                </a:cubicBezTo>
                <a:cubicBezTo>
                  <a:pt x="21775" y="100585"/>
                  <a:pt x="25229" y="103003"/>
                  <a:pt x="29525" y="104408"/>
                </a:cubicBezTo>
                <a:cubicBezTo>
                  <a:pt x="33821" y="105814"/>
                  <a:pt x="38553" y="106517"/>
                  <a:pt x="43719" y="106517"/>
                </a:cubicBezTo>
                <a:cubicBezTo>
                  <a:pt x="48549" y="106517"/>
                  <a:pt x="52943" y="105800"/>
                  <a:pt x="56903" y="104366"/>
                </a:cubicBezTo>
                <a:cubicBezTo>
                  <a:pt x="60862" y="102932"/>
                  <a:pt x="64021" y="100768"/>
                  <a:pt x="66379" y="97872"/>
                </a:cubicBezTo>
                <a:cubicBezTo>
                  <a:pt x="68738" y="94977"/>
                  <a:pt x="69917" y="91280"/>
                  <a:pt x="69917" y="86782"/>
                </a:cubicBezTo>
                <a:cubicBezTo>
                  <a:pt x="69917" y="82790"/>
                  <a:pt x="68991" y="79529"/>
                  <a:pt x="67137" y="76999"/>
                </a:cubicBezTo>
                <a:cubicBezTo>
                  <a:pt x="65284" y="74469"/>
                  <a:pt x="62224" y="72262"/>
                  <a:pt x="57955" y="70379"/>
                </a:cubicBezTo>
                <a:cubicBezTo>
                  <a:pt x="53687" y="68495"/>
                  <a:pt x="47903" y="66626"/>
                  <a:pt x="40603" y="64770"/>
                </a:cubicBezTo>
                <a:cubicBezTo>
                  <a:pt x="32066" y="62521"/>
                  <a:pt x="25047" y="60061"/>
                  <a:pt x="19543" y="57391"/>
                </a:cubicBezTo>
                <a:cubicBezTo>
                  <a:pt x="14040" y="54720"/>
                  <a:pt x="9954" y="51389"/>
                  <a:pt x="7287" y="47397"/>
                </a:cubicBezTo>
                <a:cubicBezTo>
                  <a:pt x="4619" y="43405"/>
                  <a:pt x="3285" y="38345"/>
                  <a:pt x="3285" y="32216"/>
                </a:cubicBezTo>
                <a:cubicBezTo>
                  <a:pt x="3285" y="25751"/>
                  <a:pt x="4802" y="20311"/>
                  <a:pt x="7834" y="15897"/>
                </a:cubicBezTo>
                <a:cubicBezTo>
                  <a:pt x="10867" y="11484"/>
                  <a:pt x="15205" y="8124"/>
                  <a:pt x="20849" y="5819"/>
                </a:cubicBezTo>
                <a:cubicBezTo>
                  <a:pt x="26493" y="3514"/>
                  <a:pt x="33246" y="2361"/>
                  <a:pt x="41108" y="2361"/>
                </a:cubicBezTo>
                <a:cubicBezTo>
                  <a:pt x="48409" y="2361"/>
                  <a:pt x="55091" y="3542"/>
                  <a:pt x="61157" y="5904"/>
                </a:cubicBezTo>
                <a:cubicBezTo>
                  <a:pt x="67222" y="8265"/>
                  <a:pt x="72065" y="11807"/>
                  <a:pt x="75688" y="16530"/>
                </a:cubicBezTo>
                <a:cubicBezTo>
                  <a:pt x="79310" y="21253"/>
                  <a:pt x="81121" y="27128"/>
                  <a:pt x="81121" y="34156"/>
                </a:cubicBezTo>
                <a:lnTo>
                  <a:pt x="65874" y="34156"/>
                </a:lnTo>
                <a:cubicBezTo>
                  <a:pt x="65986" y="27747"/>
                  <a:pt x="63656" y="22897"/>
                  <a:pt x="58882" y="19608"/>
                </a:cubicBezTo>
                <a:cubicBezTo>
                  <a:pt x="54109" y="16319"/>
                  <a:pt x="48212" y="14674"/>
                  <a:pt x="41192" y="14674"/>
                </a:cubicBezTo>
                <a:cubicBezTo>
                  <a:pt x="34004" y="14674"/>
                  <a:pt x="28374" y="16122"/>
                  <a:pt x="24303" y="19018"/>
                </a:cubicBezTo>
                <a:cubicBezTo>
                  <a:pt x="20231" y="21913"/>
                  <a:pt x="18195" y="26144"/>
                  <a:pt x="18195" y="31710"/>
                </a:cubicBezTo>
                <a:cubicBezTo>
                  <a:pt x="18195" y="35028"/>
                  <a:pt x="19066" y="37797"/>
                  <a:pt x="20807" y="40018"/>
                </a:cubicBezTo>
                <a:cubicBezTo>
                  <a:pt x="22548" y="42238"/>
                  <a:pt x="25566" y="44248"/>
                  <a:pt x="29862" y="46048"/>
                </a:cubicBezTo>
                <a:cubicBezTo>
                  <a:pt x="34158" y="47847"/>
                  <a:pt x="40097" y="49730"/>
                  <a:pt x="47679" y="51698"/>
                </a:cubicBezTo>
                <a:cubicBezTo>
                  <a:pt x="56439" y="54059"/>
                  <a:pt x="63543" y="56590"/>
                  <a:pt x="68991" y="59288"/>
                </a:cubicBezTo>
                <a:cubicBezTo>
                  <a:pt x="74438" y="61987"/>
                  <a:pt x="78453" y="65445"/>
                  <a:pt x="81037" y="69662"/>
                </a:cubicBezTo>
                <a:cubicBezTo>
                  <a:pt x="83620" y="73878"/>
                  <a:pt x="84912" y="79417"/>
                  <a:pt x="84912" y="86276"/>
                </a:cubicBezTo>
                <a:cubicBezTo>
                  <a:pt x="84912" y="93585"/>
                  <a:pt x="83072" y="99643"/>
                  <a:pt x="79394" y="104450"/>
                </a:cubicBezTo>
                <a:cubicBezTo>
                  <a:pt x="75716" y="109257"/>
                  <a:pt x="70746" y="112870"/>
                  <a:pt x="64484" y="115288"/>
                </a:cubicBezTo>
                <a:cubicBezTo>
                  <a:pt x="58222" y="117705"/>
                  <a:pt x="51160" y="118914"/>
                  <a:pt x="43298" y="118914"/>
                </a:cubicBezTo>
                <a:close/>
                <a:moveTo>
                  <a:pt x="128959" y="118914"/>
                </a:moveTo>
                <a:cubicBezTo>
                  <a:pt x="120423" y="118914"/>
                  <a:pt x="113375" y="116969"/>
                  <a:pt x="107816" y="113079"/>
                </a:cubicBezTo>
                <a:cubicBezTo>
                  <a:pt x="102256" y="109187"/>
                  <a:pt x="98114" y="103892"/>
                  <a:pt x="95391" y="97192"/>
                </a:cubicBezTo>
                <a:cubicBezTo>
                  <a:pt x="92667" y="90493"/>
                  <a:pt x="91305" y="82960"/>
                  <a:pt x="91305" y="74593"/>
                </a:cubicBezTo>
                <a:cubicBezTo>
                  <a:pt x="91305" y="65876"/>
                  <a:pt x="92625" y="58197"/>
                  <a:pt x="95264" y="51556"/>
                </a:cubicBezTo>
                <a:cubicBezTo>
                  <a:pt x="97904" y="44914"/>
                  <a:pt x="101905" y="39721"/>
                  <a:pt x="107268" y="35977"/>
                </a:cubicBezTo>
                <a:cubicBezTo>
                  <a:pt x="112631" y="32233"/>
                  <a:pt x="119356" y="30361"/>
                  <a:pt x="127443" y="30361"/>
                </a:cubicBezTo>
                <a:cubicBezTo>
                  <a:pt x="138282" y="30361"/>
                  <a:pt x="146762" y="33875"/>
                  <a:pt x="152883" y="40903"/>
                </a:cubicBezTo>
                <a:cubicBezTo>
                  <a:pt x="159004" y="47929"/>
                  <a:pt x="162065" y="58030"/>
                  <a:pt x="162065" y="71206"/>
                </a:cubicBezTo>
                <a:cubicBezTo>
                  <a:pt x="162065" y="72085"/>
                  <a:pt x="162051" y="73124"/>
                  <a:pt x="162023" y="74324"/>
                </a:cubicBezTo>
                <a:cubicBezTo>
                  <a:pt x="161995" y="75524"/>
                  <a:pt x="161924" y="76387"/>
                  <a:pt x="161812" y="76915"/>
                </a:cubicBezTo>
                <a:lnTo>
                  <a:pt x="105457" y="76915"/>
                </a:lnTo>
                <a:cubicBezTo>
                  <a:pt x="105513" y="82546"/>
                  <a:pt x="106327" y="87718"/>
                  <a:pt x="107900" y="92430"/>
                </a:cubicBezTo>
                <a:cubicBezTo>
                  <a:pt x="109472" y="97142"/>
                  <a:pt x="111985" y="100921"/>
                  <a:pt x="115439" y="103768"/>
                </a:cubicBezTo>
                <a:cubicBezTo>
                  <a:pt x="118893" y="106612"/>
                  <a:pt x="123400" y="108035"/>
                  <a:pt x="128959" y="108035"/>
                </a:cubicBezTo>
                <a:cubicBezTo>
                  <a:pt x="134968" y="108035"/>
                  <a:pt x="139643" y="106463"/>
                  <a:pt x="142985" y="103320"/>
                </a:cubicBezTo>
                <a:cubicBezTo>
                  <a:pt x="146326" y="100176"/>
                  <a:pt x="148081" y="95642"/>
                  <a:pt x="148250" y="89715"/>
                </a:cubicBezTo>
                <a:lnTo>
                  <a:pt x="162149" y="89715"/>
                </a:lnTo>
                <a:cubicBezTo>
                  <a:pt x="161980" y="95736"/>
                  <a:pt x="160534" y="100925"/>
                  <a:pt x="157811" y="105281"/>
                </a:cubicBezTo>
                <a:cubicBezTo>
                  <a:pt x="155087" y="109634"/>
                  <a:pt x="151282" y="112996"/>
                  <a:pt x="146396" y="115364"/>
                </a:cubicBezTo>
                <a:cubicBezTo>
                  <a:pt x="141511" y="117731"/>
                  <a:pt x="135698" y="118914"/>
                  <a:pt x="128959" y="118914"/>
                </a:cubicBezTo>
                <a:moveTo>
                  <a:pt x="105541" y="66626"/>
                </a:moveTo>
                <a:lnTo>
                  <a:pt x="148165" y="66626"/>
                </a:lnTo>
                <a:cubicBezTo>
                  <a:pt x="147997" y="58378"/>
                  <a:pt x="146116" y="52071"/>
                  <a:pt x="142522" y="47705"/>
                </a:cubicBezTo>
                <a:cubicBezTo>
                  <a:pt x="138927" y="43339"/>
                  <a:pt x="133901" y="41156"/>
                  <a:pt x="127443" y="41156"/>
                </a:cubicBezTo>
                <a:cubicBezTo>
                  <a:pt x="120872" y="41156"/>
                  <a:pt x="115748" y="43324"/>
                  <a:pt x="112070" y="47660"/>
                </a:cubicBezTo>
                <a:cubicBezTo>
                  <a:pt x="108391" y="51997"/>
                  <a:pt x="106215" y="58318"/>
                  <a:pt x="105541" y="66626"/>
                </a:cubicBezTo>
                <a:close/>
                <a:moveTo>
                  <a:pt x="199428" y="117396"/>
                </a:moveTo>
                <a:cubicBezTo>
                  <a:pt x="192802" y="117396"/>
                  <a:pt x="187719" y="116342"/>
                  <a:pt x="184181" y="114233"/>
                </a:cubicBezTo>
                <a:cubicBezTo>
                  <a:pt x="180643" y="112125"/>
                  <a:pt x="178215" y="109089"/>
                  <a:pt x="176895" y="105125"/>
                </a:cubicBezTo>
                <a:cubicBezTo>
                  <a:pt x="175575" y="101161"/>
                  <a:pt x="174915" y="96396"/>
                  <a:pt x="174915" y="90830"/>
                </a:cubicBezTo>
                <a:lnTo>
                  <a:pt x="174915" y="3879"/>
                </a:lnTo>
                <a:lnTo>
                  <a:pt x="188983" y="3879"/>
                </a:lnTo>
                <a:lnTo>
                  <a:pt x="188983" y="90155"/>
                </a:lnTo>
                <a:cubicBezTo>
                  <a:pt x="188983" y="95272"/>
                  <a:pt x="189643" y="99179"/>
                  <a:pt x="190963" y="101878"/>
                </a:cubicBezTo>
                <a:cubicBezTo>
                  <a:pt x="192282" y="104577"/>
                  <a:pt x="195413" y="105926"/>
                  <a:pt x="200355" y="105926"/>
                </a:cubicBezTo>
                <a:lnTo>
                  <a:pt x="204146" y="105926"/>
                </a:lnTo>
                <a:lnTo>
                  <a:pt x="204146" y="117396"/>
                </a:lnTo>
                <a:lnTo>
                  <a:pt x="199428" y="117396"/>
                </a:lnTo>
                <a:close/>
                <a:moveTo>
                  <a:pt x="248549" y="118914"/>
                </a:moveTo>
                <a:cubicBezTo>
                  <a:pt x="240013" y="118914"/>
                  <a:pt x="232965" y="116969"/>
                  <a:pt x="227406" y="113079"/>
                </a:cubicBezTo>
                <a:cubicBezTo>
                  <a:pt x="221846" y="109187"/>
                  <a:pt x="217704" y="103892"/>
                  <a:pt x="214981" y="97192"/>
                </a:cubicBezTo>
                <a:cubicBezTo>
                  <a:pt x="212257" y="90493"/>
                  <a:pt x="210895" y="82960"/>
                  <a:pt x="210895" y="74593"/>
                </a:cubicBezTo>
                <a:cubicBezTo>
                  <a:pt x="210895" y="65876"/>
                  <a:pt x="212215" y="58197"/>
                  <a:pt x="214854" y="51556"/>
                </a:cubicBezTo>
                <a:cubicBezTo>
                  <a:pt x="217494" y="44914"/>
                  <a:pt x="221495" y="39721"/>
                  <a:pt x="226858" y="35977"/>
                </a:cubicBezTo>
                <a:cubicBezTo>
                  <a:pt x="232221" y="32233"/>
                  <a:pt x="238946" y="30361"/>
                  <a:pt x="247033" y="30361"/>
                </a:cubicBezTo>
                <a:cubicBezTo>
                  <a:pt x="257872" y="30361"/>
                  <a:pt x="266352" y="33875"/>
                  <a:pt x="272473" y="40903"/>
                </a:cubicBezTo>
                <a:cubicBezTo>
                  <a:pt x="278594" y="47929"/>
                  <a:pt x="281655" y="58030"/>
                  <a:pt x="281655" y="71206"/>
                </a:cubicBezTo>
                <a:cubicBezTo>
                  <a:pt x="281655" y="72085"/>
                  <a:pt x="281641" y="73124"/>
                  <a:pt x="281613" y="74324"/>
                </a:cubicBezTo>
                <a:cubicBezTo>
                  <a:pt x="281585" y="75524"/>
                  <a:pt x="281514" y="76387"/>
                  <a:pt x="281402" y="76915"/>
                </a:cubicBezTo>
                <a:lnTo>
                  <a:pt x="225047" y="76915"/>
                </a:lnTo>
                <a:cubicBezTo>
                  <a:pt x="225103" y="82546"/>
                  <a:pt x="225918" y="87718"/>
                  <a:pt x="227490" y="92430"/>
                </a:cubicBezTo>
                <a:cubicBezTo>
                  <a:pt x="229062" y="97142"/>
                  <a:pt x="231576" y="100921"/>
                  <a:pt x="235029" y="103768"/>
                </a:cubicBezTo>
                <a:cubicBezTo>
                  <a:pt x="238483" y="106612"/>
                  <a:pt x="242990" y="108035"/>
                  <a:pt x="248549" y="108035"/>
                </a:cubicBezTo>
                <a:cubicBezTo>
                  <a:pt x="254558" y="108035"/>
                  <a:pt x="259234" y="106463"/>
                  <a:pt x="262575" y="103320"/>
                </a:cubicBezTo>
                <a:cubicBezTo>
                  <a:pt x="265916" y="100176"/>
                  <a:pt x="267671" y="95642"/>
                  <a:pt x="267840" y="89715"/>
                </a:cubicBezTo>
                <a:lnTo>
                  <a:pt x="281739" y="89715"/>
                </a:lnTo>
                <a:cubicBezTo>
                  <a:pt x="281571" y="95736"/>
                  <a:pt x="280124" y="100925"/>
                  <a:pt x="277401" y="105281"/>
                </a:cubicBezTo>
                <a:cubicBezTo>
                  <a:pt x="274677" y="109634"/>
                  <a:pt x="270872" y="112996"/>
                  <a:pt x="265987" y="115364"/>
                </a:cubicBezTo>
                <a:cubicBezTo>
                  <a:pt x="261101" y="117731"/>
                  <a:pt x="255288" y="118914"/>
                  <a:pt x="248549" y="118914"/>
                </a:cubicBezTo>
                <a:moveTo>
                  <a:pt x="225131" y="66626"/>
                </a:moveTo>
                <a:lnTo>
                  <a:pt x="267756" y="66626"/>
                </a:lnTo>
                <a:cubicBezTo>
                  <a:pt x="267587" y="58378"/>
                  <a:pt x="265706" y="52071"/>
                  <a:pt x="262112" y="47705"/>
                </a:cubicBezTo>
                <a:cubicBezTo>
                  <a:pt x="258518" y="43339"/>
                  <a:pt x="253491" y="41156"/>
                  <a:pt x="247033" y="41156"/>
                </a:cubicBezTo>
                <a:cubicBezTo>
                  <a:pt x="240463" y="41156"/>
                  <a:pt x="235338" y="43324"/>
                  <a:pt x="231660" y="47660"/>
                </a:cubicBezTo>
                <a:cubicBezTo>
                  <a:pt x="227981" y="51997"/>
                  <a:pt x="225805" y="58318"/>
                  <a:pt x="225131" y="66626"/>
                </a:cubicBezTo>
                <a:close/>
                <a:moveTo>
                  <a:pt x="328116" y="118914"/>
                </a:moveTo>
                <a:cubicBezTo>
                  <a:pt x="320928" y="118914"/>
                  <a:pt x="314554" y="117273"/>
                  <a:pt x="308994" y="113991"/>
                </a:cubicBezTo>
                <a:cubicBezTo>
                  <a:pt x="303434" y="110707"/>
                  <a:pt x="299082" y="105797"/>
                  <a:pt x="295937" y="99261"/>
                </a:cubicBezTo>
                <a:cubicBezTo>
                  <a:pt x="292792" y="92723"/>
                  <a:pt x="291220" y="84588"/>
                  <a:pt x="291220" y="74856"/>
                </a:cubicBezTo>
                <a:cubicBezTo>
                  <a:pt x="291220" y="65126"/>
                  <a:pt x="292764" y="56949"/>
                  <a:pt x="295853" y="50325"/>
                </a:cubicBezTo>
                <a:cubicBezTo>
                  <a:pt x="298942" y="43699"/>
                  <a:pt x="303252" y="38716"/>
                  <a:pt x="308783" y="35374"/>
                </a:cubicBezTo>
                <a:cubicBezTo>
                  <a:pt x="314315" y="32032"/>
                  <a:pt x="320759" y="30361"/>
                  <a:pt x="328116" y="30361"/>
                </a:cubicBezTo>
                <a:cubicBezTo>
                  <a:pt x="334293" y="30361"/>
                  <a:pt x="339839" y="31448"/>
                  <a:pt x="344753" y="33621"/>
                </a:cubicBezTo>
                <a:cubicBezTo>
                  <a:pt x="349667" y="35793"/>
                  <a:pt x="353598" y="39067"/>
                  <a:pt x="356546" y="43444"/>
                </a:cubicBezTo>
                <a:cubicBezTo>
                  <a:pt x="359494" y="47819"/>
                  <a:pt x="361081" y="53353"/>
                  <a:pt x="361305" y="60047"/>
                </a:cubicBezTo>
                <a:lnTo>
                  <a:pt x="347406" y="60047"/>
                </a:lnTo>
                <a:cubicBezTo>
                  <a:pt x="347013" y="54370"/>
                  <a:pt x="345118" y="49902"/>
                  <a:pt x="341720" y="46641"/>
                </a:cubicBezTo>
                <a:cubicBezTo>
                  <a:pt x="338323" y="43378"/>
                  <a:pt x="333872" y="41746"/>
                  <a:pt x="328369" y="41746"/>
                </a:cubicBezTo>
                <a:cubicBezTo>
                  <a:pt x="320900" y="41746"/>
                  <a:pt x="315256" y="44647"/>
                  <a:pt x="311437" y="50449"/>
                </a:cubicBezTo>
                <a:cubicBezTo>
                  <a:pt x="307618" y="56250"/>
                  <a:pt x="305709" y="64388"/>
                  <a:pt x="305709" y="74862"/>
                </a:cubicBezTo>
                <a:cubicBezTo>
                  <a:pt x="305709" y="81763"/>
                  <a:pt x="306551" y="87653"/>
                  <a:pt x="308236" y="92533"/>
                </a:cubicBezTo>
                <a:cubicBezTo>
                  <a:pt x="309921" y="97412"/>
                  <a:pt x="312448" y="101131"/>
                  <a:pt x="315817" y="103691"/>
                </a:cubicBezTo>
                <a:cubicBezTo>
                  <a:pt x="319187" y="106250"/>
                  <a:pt x="323370" y="107529"/>
                  <a:pt x="328369" y="107529"/>
                </a:cubicBezTo>
                <a:cubicBezTo>
                  <a:pt x="333984" y="107529"/>
                  <a:pt x="338617" y="105868"/>
                  <a:pt x="342268" y="102548"/>
                </a:cubicBezTo>
                <a:cubicBezTo>
                  <a:pt x="345918" y="99227"/>
                  <a:pt x="347827" y="94337"/>
                  <a:pt x="347996" y="87878"/>
                </a:cubicBezTo>
                <a:lnTo>
                  <a:pt x="361811" y="87878"/>
                </a:lnTo>
                <a:cubicBezTo>
                  <a:pt x="361699" y="94755"/>
                  <a:pt x="360140" y="100501"/>
                  <a:pt x="357136" y="105117"/>
                </a:cubicBezTo>
                <a:cubicBezTo>
                  <a:pt x="354131" y="109731"/>
                  <a:pt x="350116" y="113184"/>
                  <a:pt x="345090" y="115477"/>
                </a:cubicBezTo>
                <a:cubicBezTo>
                  <a:pt x="340064" y="117768"/>
                  <a:pt x="334406" y="118914"/>
                  <a:pt x="328116" y="118914"/>
                </a:cubicBezTo>
                <a:close/>
                <a:moveTo>
                  <a:pt x="403892" y="117396"/>
                </a:moveTo>
                <a:cubicBezTo>
                  <a:pt x="397321" y="117396"/>
                  <a:pt x="392253" y="116292"/>
                  <a:pt x="388687" y="114083"/>
                </a:cubicBezTo>
                <a:cubicBezTo>
                  <a:pt x="385121" y="111875"/>
                  <a:pt x="382678" y="108693"/>
                  <a:pt x="381358" y="104540"/>
                </a:cubicBezTo>
                <a:cubicBezTo>
                  <a:pt x="380038" y="100386"/>
                  <a:pt x="379378" y="95394"/>
                  <a:pt x="379378" y="89562"/>
                </a:cubicBezTo>
                <a:lnTo>
                  <a:pt x="379378" y="43264"/>
                </a:lnTo>
                <a:lnTo>
                  <a:pt x="365732" y="43264"/>
                </a:lnTo>
                <a:lnTo>
                  <a:pt x="365732" y="31879"/>
                </a:lnTo>
                <a:lnTo>
                  <a:pt x="379378" y="31879"/>
                </a:lnTo>
                <a:lnTo>
                  <a:pt x="379378" y="13072"/>
                </a:lnTo>
                <a:lnTo>
                  <a:pt x="393446" y="13072"/>
                </a:lnTo>
                <a:lnTo>
                  <a:pt x="393446" y="31879"/>
                </a:lnTo>
                <a:lnTo>
                  <a:pt x="413747" y="31879"/>
                </a:lnTo>
                <a:lnTo>
                  <a:pt x="413747" y="43264"/>
                </a:lnTo>
                <a:lnTo>
                  <a:pt x="393446" y="43264"/>
                </a:lnTo>
                <a:lnTo>
                  <a:pt x="393446" y="89259"/>
                </a:lnTo>
                <a:cubicBezTo>
                  <a:pt x="393446" y="94666"/>
                  <a:pt x="394106" y="98795"/>
                  <a:pt x="395426" y="101649"/>
                </a:cubicBezTo>
                <a:cubicBezTo>
                  <a:pt x="396745" y="104500"/>
                  <a:pt x="399876" y="105926"/>
                  <a:pt x="404818" y="105926"/>
                </a:cubicBezTo>
                <a:lnTo>
                  <a:pt x="413747" y="105926"/>
                </a:lnTo>
                <a:lnTo>
                  <a:pt x="413747" y="117396"/>
                </a:lnTo>
                <a:lnTo>
                  <a:pt x="403892" y="117396"/>
                </a:lnTo>
                <a:close/>
                <a:moveTo>
                  <a:pt x="424948" y="117396"/>
                </a:moveTo>
                <a:lnTo>
                  <a:pt x="424948" y="31879"/>
                </a:lnTo>
                <a:lnTo>
                  <a:pt x="439015" y="31879"/>
                </a:lnTo>
                <a:lnTo>
                  <a:pt x="439015" y="117396"/>
                </a:lnTo>
                <a:lnTo>
                  <a:pt x="424948" y="117396"/>
                </a:lnTo>
                <a:moveTo>
                  <a:pt x="432024" y="16361"/>
                </a:moveTo>
                <a:cubicBezTo>
                  <a:pt x="429328" y="16361"/>
                  <a:pt x="427194" y="15588"/>
                  <a:pt x="425622" y="14042"/>
                </a:cubicBezTo>
                <a:cubicBezTo>
                  <a:pt x="424049" y="12496"/>
                  <a:pt x="423263" y="10542"/>
                  <a:pt x="423263" y="8181"/>
                </a:cubicBezTo>
                <a:cubicBezTo>
                  <a:pt x="423263" y="5819"/>
                  <a:pt x="424049" y="3865"/>
                  <a:pt x="425622" y="2319"/>
                </a:cubicBezTo>
                <a:cubicBezTo>
                  <a:pt x="427194" y="773"/>
                  <a:pt x="429328" y="0"/>
                  <a:pt x="432024" y="0"/>
                </a:cubicBezTo>
                <a:cubicBezTo>
                  <a:pt x="434663" y="0"/>
                  <a:pt x="436797" y="773"/>
                  <a:pt x="438426" y="2319"/>
                </a:cubicBezTo>
                <a:cubicBezTo>
                  <a:pt x="440054" y="3865"/>
                  <a:pt x="440869" y="5819"/>
                  <a:pt x="440869" y="8181"/>
                </a:cubicBezTo>
                <a:cubicBezTo>
                  <a:pt x="440869" y="10542"/>
                  <a:pt x="440054" y="12496"/>
                  <a:pt x="438426" y="14042"/>
                </a:cubicBezTo>
                <a:cubicBezTo>
                  <a:pt x="436797" y="15588"/>
                  <a:pt x="434663" y="16361"/>
                  <a:pt x="432024" y="16361"/>
                </a:cubicBezTo>
                <a:close/>
                <a:moveTo>
                  <a:pt x="491637" y="118914"/>
                </a:moveTo>
                <a:cubicBezTo>
                  <a:pt x="483944" y="118914"/>
                  <a:pt x="477373" y="117157"/>
                  <a:pt x="471926" y="113643"/>
                </a:cubicBezTo>
                <a:cubicBezTo>
                  <a:pt x="466478" y="110129"/>
                  <a:pt x="462309" y="105078"/>
                  <a:pt x="459417" y="98489"/>
                </a:cubicBezTo>
                <a:cubicBezTo>
                  <a:pt x="456524" y="91900"/>
                  <a:pt x="455078" y="84037"/>
                  <a:pt x="455078" y="74901"/>
                </a:cubicBezTo>
                <a:cubicBezTo>
                  <a:pt x="455078" y="65647"/>
                  <a:pt x="456524" y="57696"/>
                  <a:pt x="459417" y="51050"/>
                </a:cubicBezTo>
                <a:cubicBezTo>
                  <a:pt x="462309" y="44403"/>
                  <a:pt x="466478" y="39294"/>
                  <a:pt x="471926" y="35722"/>
                </a:cubicBezTo>
                <a:cubicBezTo>
                  <a:pt x="477373" y="32148"/>
                  <a:pt x="483944" y="30361"/>
                  <a:pt x="491637" y="30361"/>
                </a:cubicBezTo>
                <a:cubicBezTo>
                  <a:pt x="499500" y="30361"/>
                  <a:pt x="506239" y="32148"/>
                  <a:pt x="511854" y="35722"/>
                </a:cubicBezTo>
                <a:cubicBezTo>
                  <a:pt x="517470" y="39294"/>
                  <a:pt x="521766" y="44403"/>
                  <a:pt x="524743" y="51050"/>
                </a:cubicBezTo>
                <a:cubicBezTo>
                  <a:pt x="527719" y="57696"/>
                  <a:pt x="529207" y="65647"/>
                  <a:pt x="529207" y="74901"/>
                </a:cubicBezTo>
                <a:cubicBezTo>
                  <a:pt x="529207" y="84037"/>
                  <a:pt x="527719" y="91900"/>
                  <a:pt x="524743" y="98489"/>
                </a:cubicBezTo>
                <a:cubicBezTo>
                  <a:pt x="521766" y="105078"/>
                  <a:pt x="517470" y="110129"/>
                  <a:pt x="511854" y="113643"/>
                </a:cubicBezTo>
                <a:cubicBezTo>
                  <a:pt x="506239" y="117157"/>
                  <a:pt x="499500" y="118914"/>
                  <a:pt x="491637" y="118914"/>
                </a:cubicBezTo>
                <a:moveTo>
                  <a:pt x="491637" y="107782"/>
                </a:moveTo>
                <a:cubicBezTo>
                  <a:pt x="497309" y="107782"/>
                  <a:pt x="501816" y="106356"/>
                  <a:pt x="505158" y="103504"/>
                </a:cubicBezTo>
                <a:cubicBezTo>
                  <a:pt x="508499" y="100653"/>
                  <a:pt x="510914" y="96762"/>
                  <a:pt x="512402" y="91832"/>
                </a:cubicBezTo>
                <a:cubicBezTo>
                  <a:pt x="513890" y="86900"/>
                  <a:pt x="514634" y="81255"/>
                  <a:pt x="514634" y="74898"/>
                </a:cubicBezTo>
                <a:cubicBezTo>
                  <a:pt x="514634" y="68542"/>
                  <a:pt x="513890" y="62868"/>
                  <a:pt x="512402" y="57878"/>
                </a:cubicBezTo>
                <a:cubicBezTo>
                  <a:pt x="510914" y="52887"/>
                  <a:pt x="508499" y="48950"/>
                  <a:pt x="505158" y="46069"/>
                </a:cubicBezTo>
                <a:cubicBezTo>
                  <a:pt x="501816" y="43187"/>
                  <a:pt x="497309" y="41746"/>
                  <a:pt x="491637" y="41746"/>
                </a:cubicBezTo>
                <a:cubicBezTo>
                  <a:pt x="486302" y="41746"/>
                  <a:pt x="482006" y="43187"/>
                  <a:pt x="478749" y="46069"/>
                </a:cubicBezTo>
                <a:cubicBezTo>
                  <a:pt x="475492" y="48950"/>
                  <a:pt x="473147" y="52887"/>
                  <a:pt x="471715" y="57878"/>
                </a:cubicBezTo>
                <a:cubicBezTo>
                  <a:pt x="470283" y="62868"/>
                  <a:pt x="469567" y="68571"/>
                  <a:pt x="469567" y="74988"/>
                </a:cubicBezTo>
                <a:cubicBezTo>
                  <a:pt x="469567" y="81285"/>
                  <a:pt x="470283" y="86900"/>
                  <a:pt x="471715" y="91832"/>
                </a:cubicBezTo>
                <a:cubicBezTo>
                  <a:pt x="473147" y="96762"/>
                  <a:pt x="475492" y="100653"/>
                  <a:pt x="478749" y="103504"/>
                </a:cubicBezTo>
                <a:cubicBezTo>
                  <a:pt x="482006" y="106356"/>
                  <a:pt x="486302" y="107782"/>
                  <a:pt x="491637" y="107782"/>
                </a:cubicBezTo>
                <a:close/>
                <a:moveTo>
                  <a:pt x="542640" y="117396"/>
                </a:moveTo>
                <a:lnTo>
                  <a:pt x="542640" y="31879"/>
                </a:lnTo>
                <a:lnTo>
                  <a:pt x="556286" y="31879"/>
                </a:lnTo>
                <a:lnTo>
                  <a:pt x="556623" y="43770"/>
                </a:lnTo>
                <a:cubicBezTo>
                  <a:pt x="559038" y="40509"/>
                  <a:pt x="562492" y="37459"/>
                  <a:pt x="566985" y="34620"/>
                </a:cubicBezTo>
                <a:cubicBezTo>
                  <a:pt x="571477" y="31781"/>
                  <a:pt x="577093" y="30361"/>
                  <a:pt x="583832" y="30361"/>
                </a:cubicBezTo>
                <a:cubicBezTo>
                  <a:pt x="592593" y="30361"/>
                  <a:pt x="598854" y="33106"/>
                  <a:pt x="602617" y="38597"/>
                </a:cubicBezTo>
                <a:cubicBezTo>
                  <a:pt x="606380" y="44086"/>
                  <a:pt x="608261" y="51818"/>
                  <a:pt x="608261" y="61792"/>
                </a:cubicBezTo>
                <a:lnTo>
                  <a:pt x="608261" y="117396"/>
                </a:lnTo>
                <a:lnTo>
                  <a:pt x="594278" y="117396"/>
                </a:lnTo>
                <a:lnTo>
                  <a:pt x="594278" y="63408"/>
                </a:lnTo>
                <a:cubicBezTo>
                  <a:pt x="594278" y="59301"/>
                  <a:pt x="593898" y="55643"/>
                  <a:pt x="593140" y="52431"/>
                </a:cubicBezTo>
                <a:cubicBezTo>
                  <a:pt x="592382" y="49217"/>
                  <a:pt x="591006" y="46704"/>
                  <a:pt x="589013" y="44891"/>
                </a:cubicBezTo>
                <a:cubicBezTo>
                  <a:pt x="587019" y="43076"/>
                  <a:pt x="584169" y="42168"/>
                  <a:pt x="580463" y="42168"/>
                </a:cubicBezTo>
                <a:cubicBezTo>
                  <a:pt x="574791" y="42168"/>
                  <a:pt x="570003" y="43611"/>
                  <a:pt x="566100" y="46496"/>
                </a:cubicBezTo>
                <a:cubicBezTo>
                  <a:pt x="562197" y="49381"/>
                  <a:pt x="559066" y="52490"/>
                  <a:pt x="556708" y="55823"/>
                </a:cubicBezTo>
                <a:lnTo>
                  <a:pt x="556708" y="117396"/>
                </a:lnTo>
                <a:lnTo>
                  <a:pt x="542640" y="11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9426B-9AC9-47BC-8AFF-06680404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097" y="3294558"/>
            <a:ext cx="1633835" cy="82043"/>
          </a:xfrm>
          <a:custGeom xmlns:a="http://schemas.openxmlformats.org/drawingml/2006/main">
            <a:pathLst>
              <a:path w="1633835" h="82043">
                <a:moveTo>
                  <a:pt x="0" y="34183"/>
                </a:moveTo>
                <a:lnTo>
                  <a:pt x="0" y="47857"/>
                </a:lnTo>
                <a:lnTo>
                  <a:pt x="1551889" y="47858"/>
                </a:lnTo>
                <a:lnTo>
                  <a:pt x="1551889" y="82043"/>
                </a:lnTo>
                <a:lnTo>
                  <a:pt x="1633835" y="41021"/>
                </a:lnTo>
                <a:lnTo>
                  <a:pt x="1551889" y="0"/>
                </a:lnTo>
                <a:lnTo>
                  <a:pt x="1551889" y="34185"/>
                </a:lnTo>
                <a:lnTo>
                  <a:pt x="0" y="34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CCD32-FC1A-4605-AF73-66D2E595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740" y="2807784"/>
            <a:ext cx="81946" cy="340788"/>
          </a:xfrm>
          <a:custGeom xmlns:a="http://schemas.openxmlformats.org/drawingml/2006/main">
            <a:pathLst>
              <a:path w="81946" h="340788">
                <a:moveTo>
                  <a:pt x="47801" y="0"/>
                </a:moveTo>
                <a:lnTo>
                  <a:pt x="34143" y="0"/>
                </a:lnTo>
                <a:lnTo>
                  <a:pt x="34145" y="258746"/>
                </a:lnTo>
                <a:lnTo>
                  <a:pt x="0" y="258747"/>
                </a:lnTo>
                <a:lnTo>
                  <a:pt x="40973" y="340788"/>
                </a:lnTo>
                <a:lnTo>
                  <a:pt x="81946" y="258745"/>
                </a:lnTo>
                <a:lnTo>
                  <a:pt x="47801" y="258746"/>
                </a:lnTo>
                <a:lnTo>
                  <a:pt x="4780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A161D-92C6-4BF3-91BD-F7D3B42B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830" y="3522516"/>
            <a:ext cx="81941" cy="194506"/>
          </a:xfrm>
          <a:custGeom xmlns:a="http://schemas.openxmlformats.org/drawingml/2006/main">
            <a:pathLst>
              <a:path w="81941" h="194506">
                <a:moveTo>
                  <a:pt x="46711" y="0"/>
                </a:moveTo>
                <a:lnTo>
                  <a:pt x="33053" y="133"/>
                </a:lnTo>
                <a:lnTo>
                  <a:pt x="34142" y="112534"/>
                </a:lnTo>
                <a:lnTo>
                  <a:pt x="0" y="112865"/>
                </a:lnTo>
                <a:lnTo>
                  <a:pt x="41765" y="194506"/>
                </a:lnTo>
                <a:lnTo>
                  <a:pt x="81941" y="112070"/>
                </a:lnTo>
                <a:lnTo>
                  <a:pt x="47799" y="112401"/>
                </a:lnTo>
                <a:lnTo>
                  <a:pt x="467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11f442b244476"/>
          <a:stretch xmlns:a="http://schemas.openxmlformats.org/drawingml/2006/main"/>
        </p:blipFill>
        <p:spPr>
          <a:xfrm xmlns:a="http://schemas.openxmlformats.org/drawingml/2006/main">
            <a:off x="99335" y="2428552"/>
            <a:ext cx="380921" cy="380921"/>
          </a:xfrm>
          <a:prstGeom xmlns:a="http://schemas.openxmlformats.org/drawingml/2006/main" prst="rect">
            <a:avLst/>
          </a:prstGeom>
        </p:spPr>
      </p:pic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E9C8B-D3D6-4AAB-BEA7-D05F557B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746" y="4339119"/>
            <a:ext cx="10" cy="449747"/>
          </a:xfrm>
          <a:custGeom xmlns:a="http://schemas.openxmlformats.org/drawingml/2006/main">
            <a:pathLst>
              <a:path w="1" h="449747" fill="none">
                <a:moveTo>
                  <a:pt x="0" y="0"/>
                </a:moveTo>
                <a:lnTo>
                  <a:pt x="1" y="449747"/>
                </a:lnTo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68D45-4149-421F-B9B9-158DE46E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80" y="1066762"/>
            <a:ext cx="2486922" cy="798117"/>
          </a:xfrm>
          <a:custGeom xmlns:a="http://schemas.openxmlformats.org/drawingml/2006/main">
            <a:pathLst>
              <a:path w="2486922" h="798117" fill="none">
                <a:moveTo>
                  <a:pt x="0" y="0"/>
                </a:moveTo>
                <a:lnTo>
                  <a:pt x="2486922" y="0"/>
                </a:lnTo>
                <a:lnTo>
                  <a:pt x="2486922" y="798117"/>
                </a:lnTo>
                <a:lnTo>
                  <a:pt x="0" y="7981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35BEF-FFCB-44AF-9DA1-BA5E8307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755" y="1066762"/>
            <a:ext cx="1745544" cy="797373"/>
          </a:xfrm>
          <a:custGeom xmlns:a="http://schemas.openxmlformats.org/drawingml/2006/main">
            <a:pathLst>
              <a:path w="1745544" h="797373" fill="none">
                <a:moveTo>
                  <a:pt x="0" y="0"/>
                </a:moveTo>
                <a:lnTo>
                  <a:pt x="1745544" y="0"/>
                </a:lnTo>
                <a:lnTo>
                  <a:pt x="1745544" y="797373"/>
                </a:lnTo>
                <a:lnTo>
                  <a:pt x="0" y="7973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aed935a0748ce"/>
          <a:stretch xmlns:a="http://schemas.openxmlformats.org/drawingml/2006/main"/>
        </p:blipFill>
        <p:spPr>
          <a:xfrm xmlns:a="http://schemas.openxmlformats.org/drawingml/2006/main">
            <a:off x="5862840" y="1356176"/>
            <a:ext cx="306393" cy="306393"/>
          </a:xfrm>
          <a:prstGeom xmlns:a="http://schemas.openxmlformats.org/drawingml/2006/main" prst="rect">
            <a:avLst/>
          </a:prstGeom>
        </p:spPr>
      </p:pic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153F8-153A-46F8-8500-42F73350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06" y="1561527"/>
            <a:ext cx="482650" cy="82043"/>
          </a:xfrm>
          <a:custGeom xmlns:a="http://schemas.openxmlformats.org/drawingml/2006/main">
            <a:pathLst>
              <a:path w="482650" h="82043">
                <a:moveTo>
                  <a:pt x="0" y="34183"/>
                </a:moveTo>
                <a:lnTo>
                  <a:pt x="0" y="47857"/>
                </a:lnTo>
                <a:lnTo>
                  <a:pt x="400703" y="47858"/>
                </a:lnTo>
                <a:lnTo>
                  <a:pt x="400702" y="82043"/>
                </a:lnTo>
                <a:lnTo>
                  <a:pt x="482650" y="41021"/>
                </a:lnTo>
                <a:lnTo>
                  <a:pt x="400704" y="0"/>
                </a:lnTo>
                <a:lnTo>
                  <a:pt x="400703" y="34185"/>
                </a:lnTo>
                <a:lnTo>
                  <a:pt x="0" y="34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8B752-1288-4AA4-8AFA-32E799EB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436" y="1561597"/>
            <a:ext cx="200503" cy="82043"/>
          </a:xfrm>
          <a:custGeom xmlns:a="http://schemas.openxmlformats.org/drawingml/2006/main">
            <a:pathLst>
              <a:path w="200503" h="82043">
                <a:moveTo>
                  <a:pt x="118593" y="82043"/>
                </a:moveTo>
                <a:lnTo>
                  <a:pt x="200503" y="40949"/>
                </a:lnTo>
                <a:lnTo>
                  <a:pt x="118520" y="0"/>
                </a:lnTo>
                <a:lnTo>
                  <a:pt x="118551" y="34185"/>
                </a:lnTo>
                <a:lnTo>
                  <a:pt x="0" y="34290"/>
                </a:lnTo>
                <a:lnTo>
                  <a:pt x="12" y="47964"/>
                </a:lnTo>
                <a:lnTo>
                  <a:pt x="118563" y="47858"/>
                </a:lnTo>
                <a:lnTo>
                  <a:pt x="118593" y="820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64C36-482B-4F92-8AFF-96FB1979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58" y="1892951"/>
            <a:ext cx="4959031" cy="207010"/>
          </a:xfrm>
          <a:custGeom xmlns:a="http://schemas.openxmlformats.org/drawingml/2006/main">
            <a:pathLst>
              <a:path w="4959031" h="207010">
                <a:moveTo>
                  <a:pt x="4959031" y="0"/>
                </a:moveTo>
                <a:lnTo>
                  <a:pt x="4945373" y="0"/>
                </a:lnTo>
                <a:lnTo>
                  <a:pt x="4945373" y="159152"/>
                </a:lnTo>
                <a:lnTo>
                  <a:pt x="81946" y="159152"/>
                </a:lnTo>
                <a:lnTo>
                  <a:pt x="81946" y="124967"/>
                </a:lnTo>
                <a:lnTo>
                  <a:pt x="0" y="165989"/>
                </a:lnTo>
                <a:lnTo>
                  <a:pt x="81946" y="207010"/>
                </a:lnTo>
                <a:lnTo>
                  <a:pt x="81946" y="172826"/>
                </a:lnTo>
                <a:lnTo>
                  <a:pt x="4959031" y="172826"/>
                </a:lnTo>
                <a:lnTo>
                  <a:pt x="495903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LLMResponse">
            <a:extLst xmlns:a="http://schemas.openxmlformats.org/drawingml/2006/main">
              <a:ext uri="{FF2B5EF4-FFF2-40B4-BE49-F238E27FC236}">
                <a16:creationId xmlns:a16="http://schemas.microsoft.com/office/drawing/2014/main" id="{6A9BAEBE-7B7C-4218-802B-170A0EBE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378" y="1923693"/>
            <a:ext cx="798115" cy="114967"/>
          </a:xfrm>
          <a:custGeom xmlns:a="http://schemas.openxmlformats.org/drawingml/2006/main">
            <a:pathLst>
              <a:path w="798115" h="114967">
                <a:moveTo>
                  <a:pt x="12130" y="0"/>
                </a:moveTo>
                <a:lnTo>
                  <a:pt x="0" y="0"/>
                </a:lnTo>
                <a:lnTo>
                  <a:pt x="0" y="90813"/>
                </a:lnTo>
                <a:lnTo>
                  <a:pt x="54519" y="90813"/>
                </a:lnTo>
                <a:lnTo>
                  <a:pt x="54519" y="80355"/>
                </a:lnTo>
                <a:lnTo>
                  <a:pt x="12130" y="80355"/>
                </a:lnTo>
                <a:lnTo>
                  <a:pt x="12130" y="0"/>
                </a:lnTo>
                <a:close/>
                <a:moveTo>
                  <a:pt x="78709" y="0"/>
                </a:moveTo>
                <a:lnTo>
                  <a:pt x="66579" y="0"/>
                </a:lnTo>
                <a:lnTo>
                  <a:pt x="66579" y="90813"/>
                </a:lnTo>
                <a:lnTo>
                  <a:pt x="121097" y="90813"/>
                </a:lnTo>
                <a:lnTo>
                  <a:pt x="121097" y="80355"/>
                </a:lnTo>
                <a:lnTo>
                  <a:pt x="78709" y="80355"/>
                </a:lnTo>
                <a:lnTo>
                  <a:pt x="78709" y="0"/>
                </a:lnTo>
                <a:close/>
                <a:moveTo>
                  <a:pt x="144815" y="90813"/>
                </a:moveTo>
                <a:lnTo>
                  <a:pt x="144815" y="17183"/>
                </a:lnTo>
                <a:lnTo>
                  <a:pt x="171839" y="62206"/>
                </a:lnTo>
                <a:lnTo>
                  <a:pt x="179791" y="62206"/>
                </a:lnTo>
                <a:lnTo>
                  <a:pt x="206410" y="17178"/>
                </a:lnTo>
                <a:lnTo>
                  <a:pt x="206410" y="90813"/>
                </a:lnTo>
                <a:lnTo>
                  <a:pt x="218405" y="90813"/>
                </a:lnTo>
                <a:lnTo>
                  <a:pt x="218405" y="0"/>
                </a:lnTo>
                <a:lnTo>
                  <a:pt x="205399" y="0"/>
                </a:lnTo>
                <a:lnTo>
                  <a:pt x="176224" y="49335"/>
                </a:lnTo>
                <a:lnTo>
                  <a:pt x="146365" y="0"/>
                </a:lnTo>
                <a:lnTo>
                  <a:pt x="133157" y="0"/>
                </a:lnTo>
                <a:lnTo>
                  <a:pt x="133157" y="90813"/>
                </a:lnTo>
                <a:lnTo>
                  <a:pt x="144815" y="90813"/>
                </a:lnTo>
                <a:close/>
                <a:moveTo>
                  <a:pt x="296668" y="52359"/>
                </a:moveTo>
                <a:lnTo>
                  <a:pt x="297042" y="52368"/>
                </a:lnTo>
                <a:lnTo>
                  <a:pt x="297410" y="52384"/>
                </a:lnTo>
                <a:lnTo>
                  <a:pt x="297773" y="52406"/>
                </a:lnTo>
                <a:lnTo>
                  <a:pt x="298131" y="52433"/>
                </a:lnTo>
                <a:lnTo>
                  <a:pt x="298483" y="52468"/>
                </a:lnTo>
                <a:lnTo>
                  <a:pt x="298830" y="52508"/>
                </a:lnTo>
                <a:lnTo>
                  <a:pt x="299172" y="52555"/>
                </a:lnTo>
                <a:lnTo>
                  <a:pt x="299508" y="52607"/>
                </a:lnTo>
                <a:lnTo>
                  <a:pt x="299839" y="52666"/>
                </a:lnTo>
                <a:lnTo>
                  <a:pt x="300164" y="52731"/>
                </a:lnTo>
                <a:lnTo>
                  <a:pt x="300484" y="52803"/>
                </a:lnTo>
                <a:lnTo>
                  <a:pt x="300799" y="52880"/>
                </a:lnTo>
                <a:lnTo>
                  <a:pt x="301108" y="52964"/>
                </a:lnTo>
                <a:lnTo>
                  <a:pt x="301412" y="53054"/>
                </a:lnTo>
                <a:lnTo>
                  <a:pt x="301710" y="53151"/>
                </a:lnTo>
                <a:lnTo>
                  <a:pt x="302003" y="53253"/>
                </a:lnTo>
                <a:lnTo>
                  <a:pt x="302291" y="53362"/>
                </a:lnTo>
                <a:lnTo>
                  <a:pt x="302573" y="53476"/>
                </a:lnTo>
                <a:lnTo>
                  <a:pt x="302850" y="53598"/>
                </a:lnTo>
                <a:lnTo>
                  <a:pt x="303122" y="53725"/>
                </a:lnTo>
                <a:lnTo>
                  <a:pt x="303388" y="53858"/>
                </a:lnTo>
                <a:lnTo>
                  <a:pt x="303649" y="53998"/>
                </a:lnTo>
                <a:lnTo>
                  <a:pt x="303904" y="54144"/>
                </a:lnTo>
                <a:lnTo>
                  <a:pt x="304155" y="54296"/>
                </a:lnTo>
                <a:lnTo>
                  <a:pt x="304403" y="54456"/>
                </a:lnTo>
                <a:lnTo>
                  <a:pt x="304647" y="54623"/>
                </a:lnTo>
                <a:lnTo>
                  <a:pt x="304889" y="54798"/>
                </a:lnTo>
                <a:lnTo>
                  <a:pt x="305127" y="54980"/>
                </a:lnTo>
                <a:lnTo>
                  <a:pt x="305361" y="55168"/>
                </a:lnTo>
                <a:lnTo>
                  <a:pt x="305593" y="55365"/>
                </a:lnTo>
                <a:lnTo>
                  <a:pt x="305821" y="55568"/>
                </a:lnTo>
                <a:lnTo>
                  <a:pt x="306046" y="55779"/>
                </a:lnTo>
                <a:lnTo>
                  <a:pt x="306267" y="55997"/>
                </a:lnTo>
                <a:lnTo>
                  <a:pt x="306486" y="56222"/>
                </a:lnTo>
                <a:lnTo>
                  <a:pt x="306701" y="56455"/>
                </a:lnTo>
                <a:lnTo>
                  <a:pt x="306912" y="56694"/>
                </a:lnTo>
                <a:lnTo>
                  <a:pt x="307121" y="56941"/>
                </a:lnTo>
                <a:lnTo>
                  <a:pt x="307326" y="57196"/>
                </a:lnTo>
                <a:lnTo>
                  <a:pt x="307528" y="57457"/>
                </a:lnTo>
                <a:lnTo>
                  <a:pt x="307727" y="57726"/>
                </a:lnTo>
                <a:lnTo>
                  <a:pt x="307922" y="58002"/>
                </a:lnTo>
                <a:lnTo>
                  <a:pt x="308114" y="58286"/>
                </a:lnTo>
                <a:lnTo>
                  <a:pt x="308303" y="58576"/>
                </a:lnTo>
                <a:lnTo>
                  <a:pt x="308489" y="58874"/>
                </a:lnTo>
                <a:lnTo>
                  <a:pt x="308671" y="59179"/>
                </a:lnTo>
                <a:lnTo>
                  <a:pt x="308850" y="59492"/>
                </a:lnTo>
                <a:lnTo>
                  <a:pt x="309026" y="59811"/>
                </a:lnTo>
                <a:lnTo>
                  <a:pt x="309199" y="60139"/>
                </a:lnTo>
                <a:lnTo>
                  <a:pt x="309370" y="60474"/>
                </a:lnTo>
                <a:lnTo>
                  <a:pt x="309539" y="60818"/>
                </a:lnTo>
                <a:lnTo>
                  <a:pt x="309707" y="61171"/>
                </a:lnTo>
                <a:lnTo>
                  <a:pt x="309873" y="61532"/>
                </a:lnTo>
                <a:lnTo>
                  <a:pt x="310037" y="61901"/>
                </a:lnTo>
                <a:lnTo>
                  <a:pt x="310198" y="62278"/>
                </a:lnTo>
                <a:lnTo>
                  <a:pt x="310358" y="62664"/>
                </a:lnTo>
                <a:lnTo>
                  <a:pt x="310517" y="63058"/>
                </a:lnTo>
                <a:lnTo>
                  <a:pt x="310673" y="63460"/>
                </a:lnTo>
                <a:lnTo>
                  <a:pt x="310827" y="63871"/>
                </a:lnTo>
                <a:lnTo>
                  <a:pt x="310980" y="64289"/>
                </a:lnTo>
                <a:lnTo>
                  <a:pt x="311131" y="64717"/>
                </a:lnTo>
                <a:lnTo>
                  <a:pt x="311279" y="65152"/>
                </a:lnTo>
                <a:lnTo>
                  <a:pt x="311426" y="65596"/>
                </a:lnTo>
                <a:lnTo>
                  <a:pt x="311571" y="66048"/>
                </a:lnTo>
                <a:lnTo>
                  <a:pt x="311715" y="66509"/>
                </a:lnTo>
                <a:lnTo>
                  <a:pt x="311856" y="66978"/>
                </a:lnTo>
                <a:lnTo>
                  <a:pt x="311995" y="67455"/>
                </a:lnTo>
                <a:lnTo>
                  <a:pt x="312133" y="67940"/>
                </a:lnTo>
                <a:lnTo>
                  <a:pt x="312269" y="68434"/>
                </a:lnTo>
                <a:lnTo>
                  <a:pt x="312403" y="68936"/>
                </a:lnTo>
                <a:lnTo>
                  <a:pt x="312535" y="69447"/>
                </a:lnTo>
                <a:lnTo>
                  <a:pt x="312665" y="69965"/>
                </a:lnTo>
                <a:lnTo>
                  <a:pt x="317921" y="90813"/>
                </a:lnTo>
                <a:lnTo>
                  <a:pt x="330254" y="90813"/>
                </a:lnTo>
                <a:lnTo>
                  <a:pt x="324323" y="68076"/>
                </a:lnTo>
                <a:lnTo>
                  <a:pt x="324182" y="67524"/>
                </a:lnTo>
                <a:lnTo>
                  <a:pt x="324038" y="66979"/>
                </a:lnTo>
                <a:lnTo>
                  <a:pt x="323893" y="66442"/>
                </a:lnTo>
                <a:lnTo>
                  <a:pt x="323746" y="65913"/>
                </a:lnTo>
                <a:lnTo>
                  <a:pt x="323596" y="65393"/>
                </a:lnTo>
                <a:lnTo>
                  <a:pt x="323445" y="64880"/>
                </a:lnTo>
                <a:lnTo>
                  <a:pt x="323292" y="64375"/>
                </a:lnTo>
                <a:lnTo>
                  <a:pt x="323136" y="63878"/>
                </a:lnTo>
                <a:lnTo>
                  <a:pt x="322979" y="63389"/>
                </a:lnTo>
                <a:lnTo>
                  <a:pt x="322820" y="62908"/>
                </a:lnTo>
                <a:lnTo>
                  <a:pt x="322659" y="62435"/>
                </a:lnTo>
                <a:lnTo>
                  <a:pt x="322495" y="61970"/>
                </a:lnTo>
                <a:lnTo>
                  <a:pt x="322330" y="61513"/>
                </a:lnTo>
                <a:lnTo>
                  <a:pt x="322163" y="61064"/>
                </a:lnTo>
                <a:lnTo>
                  <a:pt x="321994" y="60623"/>
                </a:lnTo>
                <a:lnTo>
                  <a:pt x="321822" y="60190"/>
                </a:lnTo>
                <a:lnTo>
                  <a:pt x="321649" y="59765"/>
                </a:lnTo>
                <a:lnTo>
                  <a:pt x="321474" y="59347"/>
                </a:lnTo>
                <a:lnTo>
                  <a:pt x="321297" y="58938"/>
                </a:lnTo>
                <a:lnTo>
                  <a:pt x="321117" y="58537"/>
                </a:lnTo>
                <a:lnTo>
                  <a:pt x="320936" y="58143"/>
                </a:lnTo>
                <a:lnTo>
                  <a:pt x="320753" y="57758"/>
                </a:lnTo>
                <a:lnTo>
                  <a:pt x="320568" y="57381"/>
                </a:lnTo>
                <a:lnTo>
                  <a:pt x="320381" y="57011"/>
                </a:lnTo>
                <a:lnTo>
                  <a:pt x="320191" y="56649"/>
                </a:lnTo>
                <a:lnTo>
                  <a:pt x="319997" y="56294"/>
                </a:lnTo>
                <a:lnTo>
                  <a:pt x="319800" y="55946"/>
                </a:lnTo>
                <a:lnTo>
                  <a:pt x="319599" y="55605"/>
                </a:lnTo>
                <a:lnTo>
                  <a:pt x="319395" y="55270"/>
                </a:lnTo>
                <a:lnTo>
                  <a:pt x="319187" y="54943"/>
                </a:lnTo>
                <a:lnTo>
                  <a:pt x="318975" y="54622"/>
                </a:lnTo>
                <a:lnTo>
                  <a:pt x="318760" y="54309"/>
                </a:lnTo>
                <a:lnTo>
                  <a:pt x="318541" y="54002"/>
                </a:lnTo>
                <a:lnTo>
                  <a:pt x="318318" y="53702"/>
                </a:lnTo>
                <a:lnTo>
                  <a:pt x="318092" y="53409"/>
                </a:lnTo>
                <a:lnTo>
                  <a:pt x="317862" y="53123"/>
                </a:lnTo>
                <a:lnTo>
                  <a:pt x="317629" y="52844"/>
                </a:lnTo>
                <a:lnTo>
                  <a:pt x="317392" y="52572"/>
                </a:lnTo>
                <a:lnTo>
                  <a:pt x="317151" y="52307"/>
                </a:lnTo>
                <a:lnTo>
                  <a:pt x="316907" y="52049"/>
                </a:lnTo>
                <a:lnTo>
                  <a:pt x="316659" y="51797"/>
                </a:lnTo>
                <a:lnTo>
                  <a:pt x="316407" y="51553"/>
                </a:lnTo>
                <a:lnTo>
                  <a:pt x="316152" y="51315"/>
                </a:lnTo>
                <a:lnTo>
                  <a:pt x="315893" y="51084"/>
                </a:lnTo>
                <a:lnTo>
                  <a:pt x="315630" y="50861"/>
                </a:lnTo>
                <a:lnTo>
                  <a:pt x="315364" y="50644"/>
                </a:lnTo>
                <a:lnTo>
                  <a:pt x="315095" y="50434"/>
                </a:lnTo>
                <a:lnTo>
                  <a:pt x="314821" y="50231"/>
                </a:lnTo>
                <a:lnTo>
                  <a:pt x="314543" y="50034"/>
                </a:lnTo>
                <a:lnTo>
                  <a:pt x="314260" y="49843"/>
                </a:lnTo>
                <a:lnTo>
                  <a:pt x="313970" y="49658"/>
                </a:lnTo>
                <a:lnTo>
                  <a:pt x="313676" y="49478"/>
                </a:lnTo>
                <a:lnTo>
                  <a:pt x="313375" y="49304"/>
                </a:lnTo>
                <a:lnTo>
                  <a:pt x="313069" y="49136"/>
                </a:lnTo>
                <a:lnTo>
                  <a:pt x="312757" y="48974"/>
                </a:lnTo>
                <a:lnTo>
                  <a:pt x="312440" y="48818"/>
                </a:lnTo>
                <a:lnTo>
                  <a:pt x="312117" y="48667"/>
                </a:lnTo>
                <a:lnTo>
                  <a:pt x="311789" y="48522"/>
                </a:lnTo>
                <a:lnTo>
                  <a:pt x="311454" y="48382"/>
                </a:lnTo>
                <a:lnTo>
                  <a:pt x="311115" y="48249"/>
                </a:lnTo>
                <a:lnTo>
                  <a:pt x="310769" y="48121"/>
                </a:lnTo>
                <a:lnTo>
                  <a:pt x="310418" y="47999"/>
                </a:lnTo>
                <a:lnTo>
                  <a:pt x="310062" y="47882"/>
                </a:lnTo>
                <a:lnTo>
                  <a:pt x="309700" y="47772"/>
                </a:lnTo>
                <a:lnTo>
                  <a:pt x="309332" y="47667"/>
                </a:lnTo>
                <a:lnTo>
                  <a:pt x="308958" y="47568"/>
                </a:lnTo>
                <a:lnTo>
                  <a:pt x="308579" y="47474"/>
                </a:lnTo>
                <a:lnTo>
                  <a:pt x="308195" y="47387"/>
                </a:lnTo>
                <a:lnTo>
                  <a:pt x="307804" y="47305"/>
                </a:lnTo>
                <a:lnTo>
                  <a:pt x="307408" y="47228"/>
                </a:lnTo>
                <a:lnTo>
                  <a:pt x="307007" y="47158"/>
                </a:lnTo>
                <a:lnTo>
                  <a:pt x="306600" y="47093"/>
                </a:lnTo>
                <a:lnTo>
                  <a:pt x="307378" y="46907"/>
                </a:lnTo>
                <a:lnTo>
                  <a:pt x="308140" y="46706"/>
                </a:lnTo>
                <a:lnTo>
                  <a:pt x="308886" y="46492"/>
                </a:lnTo>
                <a:lnTo>
                  <a:pt x="309616" y="46265"/>
                </a:lnTo>
                <a:lnTo>
                  <a:pt x="310330" y="46024"/>
                </a:lnTo>
                <a:lnTo>
                  <a:pt x="311028" y="45769"/>
                </a:lnTo>
                <a:lnTo>
                  <a:pt x="311710" y="45501"/>
                </a:lnTo>
                <a:lnTo>
                  <a:pt x="312376" y="45219"/>
                </a:lnTo>
                <a:lnTo>
                  <a:pt x="313026" y="44924"/>
                </a:lnTo>
                <a:lnTo>
                  <a:pt x="313660" y="44615"/>
                </a:lnTo>
                <a:lnTo>
                  <a:pt x="314278" y="44292"/>
                </a:lnTo>
                <a:lnTo>
                  <a:pt x="314880" y="43956"/>
                </a:lnTo>
                <a:lnTo>
                  <a:pt x="315466" y="43606"/>
                </a:lnTo>
                <a:lnTo>
                  <a:pt x="316036" y="43243"/>
                </a:lnTo>
                <a:lnTo>
                  <a:pt x="316590" y="42866"/>
                </a:lnTo>
                <a:lnTo>
                  <a:pt x="317127" y="42475"/>
                </a:lnTo>
                <a:lnTo>
                  <a:pt x="317649" y="42071"/>
                </a:lnTo>
                <a:lnTo>
                  <a:pt x="318155" y="41654"/>
                </a:lnTo>
                <a:lnTo>
                  <a:pt x="318645" y="41222"/>
                </a:lnTo>
                <a:lnTo>
                  <a:pt x="319118" y="40777"/>
                </a:lnTo>
                <a:lnTo>
                  <a:pt x="319576" y="40319"/>
                </a:lnTo>
                <a:lnTo>
                  <a:pt x="320017" y="39847"/>
                </a:lnTo>
                <a:lnTo>
                  <a:pt x="320443" y="39361"/>
                </a:lnTo>
                <a:lnTo>
                  <a:pt x="320853" y="38862"/>
                </a:lnTo>
                <a:lnTo>
                  <a:pt x="321246" y="38352"/>
                </a:lnTo>
                <a:lnTo>
                  <a:pt x="321622" y="37832"/>
                </a:lnTo>
                <a:lnTo>
                  <a:pt x="321982" y="37304"/>
                </a:lnTo>
                <a:lnTo>
                  <a:pt x="322325" y="36767"/>
                </a:lnTo>
                <a:lnTo>
                  <a:pt x="322651" y="36221"/>
                </a:lnTo>
                <a:lnTo>
                  <a:pt x="322961" y="35666"/>
                </a:lnTo>
                <a:lnTo>
                  <a:pt x="323253" y="35102"/>
                </a:lnTo>
                <a:lnTo>
                  <a:pt x="323529" y="34529"/>
                </a:lnTo>
                <a:lnTo>
                  <a:pt x="323789" y="33947"/>
                </a:lnTo>
                <a:lnTo>
                  <a:pt x="324031" y="33357"/>
                </a:lnTo>
                <a:lnTo>
                  <a:pt x="324257" y="32757"/>
                </a:lnTo>
                <a:lnTo>
                  <a:pt x="324466" y="32149"/>
                </a:lnTo>
                <a:lnTo>
                  <a:pt x="324659" y="31532"/>
                </a:lnTo>
                <a:lnTo>
                  <a:pt x="324834" y="30905"/>
                </a:lnTo>
                <a:lnTo>
                  <a:pt x="324993" y="30270"/>
                </a:lnTo>
                <a:lnTo>
                  <a:pt x="325136" y="29626"/>
                </a:lnTo>
                <a:lnTo>
                  <a:pt x="325261" y="28973"/>
                </a:lnTo>
                <a:lnTo>
                  <a:pt x="325370" y="28312"/>
                </a:lnTo>
                <a:lnTo>
                  <a:pt x="325462" y="27641"/>
                </a:lnTo>
                <a:lnTo>
                  <a:pt x="325537" y="26961"/>
                </a:lnTo>
                <a:lnTo>
                  <a:pt x="325596" y="26273"/>
                </a:lnTo>
                <a:lnTo>
                  <a:pt x="325638" y="25575"/>
                </a:lnTo>
                <a:lnTo>
                  <a:pt x="325663" y="24869"/>
                </a:lnTo>
                <a:lnTo>
                  <a:pt x="325671" y="24154"/>
                </a:lnTo>
                <a:lnTo>
                  <a:pt x="325664" y="23451"/>
                </a:lnTo>
                <a:lnTo>
                  <a:pt x="325644" y="22759"/>
                </a:lnTo>
                <a:lnTo>
                  <a:pt x="325610" y="22078"/>
                </a:lnTo>
                <a:lnTo>
                  <a:pt x="325562" y="21408"/>
                </a:lnTo>
                <a:lnTo>
                  <a:pt x="325501" y="20749"/>
                </a:lnTo>
                <a:lnTo>
                  <a:pt x="325427" y="20102"/>
                </a:lnTo>
                <a:lnTo>
                  <a:pt x="325338" y="19465"/>
                </a:lnTo>
                <a:lnTo>
                  <a:pt x="325237" y="18839"/>
                </a:lnTo>
                <a:lnTo>
                  <a:pt x="325121" y="18224"/>
                </a:lnTo>
                <a:lnTo>
                  <a:pt x="324992" y="17620"/>
                </a:lnTo>
                <a:lnTo>
                  <a:pt x="324850" y="17027"/>
                </a:lnTo>
                <a:lnTo>
                  <a:pt x="324694" y="16446"/>
                </a:lnTo>
                <a:lnTo>
                  <a:pt x="324524" y="15875"/>
                </a:lnTo>
                <a:lnTo>
                  <a:pt x="324341" y="15315"/>
                </a:lnTo>
                <a:lnTo>
                  <a:pt x="324144" y="14766"/>
                </a:lnTo>
                <a:lnTo>
                  <a:pt x="323934" y="14228"/>
                </a:lnTo>
                <a:lnTo>
                  <a:pt x="323710" y="13702"/>
                </a:lnTo>
                <a:lnTo>
                  <a:pt x="323472" y="13186"/>
                </a:lnTo>
                <a:lnTo>
                  <a:pt x="323221" y="12681"/>
                </a:lnTo>
                <a:lnTo>
                  <a:pt x="322957" y="12188"/>
                </a:lnTo>
                <a:lnTo>
                  <a:pt x="322678" y="11705"/>
                </a:lnTo>
                <a:lnTo>
                  <a:pt x="322387" y="11233"/>
                </a:lnTo>
                <a:lnTo>
                  <a:pt x="322081" y="10772"/>
                </a:lnTo>
                <a:lnTo>
                  <a:pt x="321762" y="10323"/>
                </a:lnTo>
                <a:lnTo>
                  <a:pt x="321432" y="9883"/>
                </a:lnTo>
                <a:lnTo>
                  <a:pt x="321093" y="9454"/>
                </a:lnTo>
                <a:lnTo>
                  <a:pt x="320746" y="9035"/>
                </a:lnTo>
                <a:lnTo>
                  <a:pt x="320389" y="8625"/>
                </a:lnTo>
                <a:lnTo>
                  <a:pt x="320024" y="8225"/>
                </a:lnTo>
                <a:lnTo>
                  <a:pt x="319650" y="7835"/>
                </a:lnTo>
                <a:lnTo>
                  <a:pt x="319267" y="7455"/>
                </a:lnTo>
                <a:lnTo>
                  <a:pt x="318876" y="7084"/>
                </a:lnTo>
                <a:lnTo>
                  <a:pt x="318476" y="6724"/>
                </a:lnTo>
                <a:lnTo>
                  <a:pt x="318066" y="6373"/>
                </a:lnTo>
                <a:lnTo>
                  <a:pt x="317649" y="6032"/>
                </a:lnTo>
                <a:lnTo>
                  <a:pt x="317222" y="5701"/>
                </a:lnTo>
                <a:lnTo>
                  <a:pt x="316787" y="5380"/>
                </a:lnTo>
                <a:lnTo>
                  <a:pt x="316342" y="5069"/>
                </a:lnTo>
                <a:lnTo>
                  <a:pt x="315889" y="4767"/>
                </a:lnTo>
                <a:lnTo>
                  <a:pt x="315428" y="4475"/>
                </a:lnTo>
                <a:lnTo>
                  <a:pt x="314957" y="4194"/>
                </a:lnTo>
                <a:lnTo>
                  <a:pt x="314478" y="3922"/>
                </a:lnTo>
                <a:lnTo>
                  <a:pt x="313990" y="3659"/>
                </a:lnTo>
                <a:lnTo>
                  <a:pt x="313493" y="3407"/>
                </a:lnTo>
                <a:lnTo>
                  <a:pt x="312987" y="3165"/>
                </a:lnTo>
                <a:lnTo>
                  <a:pt x="312473" y="2932"/>
                </a:lnTo>
                <a:lnTo>
                  <a:pt x="311950" y="2709"/>
                </a:lnTo>
                <a:lnTo>
                  <a:pt x="311418" y="2496"/>
                </a:lnTo>
                <a:lnTo>
                  <a:pt x="310879" y="2293"/>
                </a:lnTo>
                <a:lnTo>
                  <a:pt x="310336" y="2098"/>
                </a:lnTo>
                <a:lnTo>
                  <a:pt x="309787" y="1911"/>
                </a:lnTo>
                <a:lnTo>
                  <a:pt x="309234" y="1734"/>
                </a:lnTo>
                <a:lnTo>
                  <a:pt x="308676" y="1565"/>
                </a:lnTo>
                <a:lnTo>
                  <a:pt x="308114" y="1404"/>
                </a:lnTo>
                <a:lnTo>
                  <a:pt x="307546" y="1253"/>
                </a:lnTo>
                <a:lnTo>
                  <a:pt x="306974" y="1109"/>
                </a:lnTo>
                <a:lnTo>
                  <a:pt x="306397" y="975"/>
                </a:lnTo>
                <a:lnTo>
                  <a:pt x="305815" y="849"/>
                </a:lnTo>
                <a:lnTo>
                  <a:pt x="305228" y="732"/>
                </a:lnTo>
                <a:lnTo>
                  <a:pt x="304637" y="624"/>
                </a:lnTo>
                <a:lnTo>
                  <a:pt x="304041" y="524"/>
                </a:lnTo>
                <a:lnTo>
                  <a:pt x="303440" y="433"/>
                </a:lnTo>
                <a:lnTo>
                  <a:pt x="302834" y="351"/>
                </a:lnTo>
                <a:lnTo>
                  <a:pt x="302223" y="277"/>
                </a:lnTo>
                <a:lnTo>
                  <a:pt x="301608" y="212"/>
                </a:lnTo>
                <a:lnTo>
                  <a:pt x="300987" y="156"/>
                </a:lnTo>
                <a:lnTo>
                  <a:pt x="300362" y="108"/>
                </a:lnTo>
                <a:lnTo>
                  <a:pt x="299732" y="69"/>
                </a:lnTo>
                <a:lnTo>
                  <a:pt x="299098" y="39"/>
                </a:lnTo>
                <a:lnTo>
                  <a:pt x="298458" y="17"/>
                </a:lnTo>
                <a:lnTo>
                  <a:pt x="297814" y="4"/>
                </a:lnTo>
                <a:lnTo>
                  <a:pt x="297165" y="0"/>
                </a:lnTo>
                <a:lnTo>
                  <a:pt x="262863" y="0"/>
                </a:lnTo>
                <a:lnTo>
                  <a:pt x="262863" y="90813"/>
                </a:lnTo>
                <a:lnTo>
                  <a:pt x="274994" y="90813"/>
                </a:lnTo>
                <a:lnTo>
                  <a:pt x="274994" y="52356"/>
                </a:lnTo>
                <a:lnTo>
                  <a:pt x="296289" y="52356"/>
                </a:lnTo>
                <a:lnTo>
                  <a:pt x="296668" y="52359"/>
                </a:lnTo>
                <a:close/>
                <a:moveTo>
                  <a:pt x="297407" y="10150"/>
                </a:moveTo>
                <a:lnTo>
                  <a:pt x="298079" y="10187"/>
                </a:lnTo>
                <a:lnTo>
                  <a:pt x="298738" y="10238"/>
                </a:lnTo>
                <a:lnTo>
                  <a:pt x="299383" y="10305"/>
                </a:lnTo>
                <a:lnTo>
                  <a:pt x="300014" y="10386"/>
                </a:lnTo>
                <a:lnTo>
                  <a:pt x="300631" y="10482"/>
                </a:lnTo>
                <a:lnTo>
                  <a:pt x="301235" y="10593"/>
                </a:lnTo>
                <a:lnTo>
                  <a:pt x="301824" y="10718"/>
                </a:lnTo>
                <a:lnTo>
                  <a:pt x="302399" y="10858"/>
                </a:lnTo>
                <a:lnTo>
                  <a:pt x="302961" y="11013"/>
                </a:lnTo>
                <a:lnTo>
                  <a:pt x="303508" y="11183"/>
                </a:lnTo>
                <a:lnTo>
                  <a:pt x="304042" y="11367"/>
                </a:lnTo>
                <a:lnTo>
                  <a:pt x="304561" y="11567"/>
                </a:lnTo>
                <a:lnTo>
                  <a:pt x="305067" y="11781"/>
                </a:lnTo>
                <a:lnTo>
                  <a:pt x="305559" y="12009"/>
                </a:lnTo>
                <a:lnTo>
                  <a:pt x="306037" y="12253"/>
                </a:lnTo>
                <a:lnTo>
                  <a:pt x="306501" y="12511"/>
                </a:lnTo>
                <a:lnTo>
                  <a:pt x="306951" y="12784"/>
                </a:lnTo>
                <a:lnTo>
                  <a:pt x="307387" y="13072"/>
                </a:lnTo>
                <a:lnTo>
                  <a:pt x="307809" y="13375"/>
                </a:lnTo>
                <a:lnTo>
                  <a:pt x="308217" y="13692"/>
                </a:lnTo>
                <a:lnTo>
                  <a:pt x="308612" y="14024"/>
                </a:lnTo>
                <a:lnTo>
                  <a:pt x="308992" y="14371"/>
                </a:lnTo>
                <a:lnTo>
                  <a:pt x="309358" y="14731"/>
                </a:lnTo>
                <a:lnTo>
                  <a:pt x="309708" y="15103"/>
                </a:lnTo>
                <a:lnTo>
                  <a:pt x="310042" y="15486"/>
                </a:lnTo>
                <a:lnTo>
                  <a:pt x="310361" y="15881"/>
                </a:lnTo>
                <a:lnTo>
                  <a:pt x="310665" y="16288"/>
                </a:lnTo>
                <a:lnTo>
                  <a:pt x="310953" y="16707"/>
                </a:lnTo>
                <a:lnTo>
                  <a:pt x="311225" y="17137"/>
                </a:lnTo>
                <a:lnTo>
                  <a:pt x="311482" y="17579"/>
                </a:lnTo>
                <a:lnTo>
                  <a:pt x="311723" y="18033"/>
                </a:lnTo>
                <a:lnTo>
                  <a:pt x="311948" y="18499"/>
                </a:lnTo>
                <a:lnTo>
                  <a:pt x="312159" y="18976"/>
                </a:lnTo>
                <a:lnTo>
                  <a:pt x="312353" y="19465"/>
                </a:lnTo>
                <a:lnTo>
                  <a:pt x="312532" y="19965"/>
                </a:lnTo>
                <a:lnTo>
                  <a:pt x="312695" y="20478"/>
                </a:lnTo>
                <a:lnTo>
                  <a:pt x="312843" y="21002"/>
                </a:lnTo>
                <a:lnTo>
                  <a:pt x="312975" y="21538"/>
                </a:lnTo>
                <a:lnTo>
                  <a:pt x="313092" y="22085"/>
                </a:lnTo>
                <a:lnTo>
                  <a:pt x="313193" y="22644"/>
                </a:lnTo>
                <a:lnTo>
                  <a:pt x="313279" y="23215"/>
                </a:lnTo>
                <a:lnTo>
                  <a:pt x="313349" y="23798"/>
                </a:lnTo>
                <a:lnTo>
                  <a:pt x="313403" y="24392"/>
                </a:lnTo>
                <a:lnTo>
                  <a:pt x="313442" y="24998"/>
                </a:lnTo>
                <a:lnTo>
                  <a:pt x="313466" y="25616"/>
                </a:lnTo>
                <a:lnTo>
                  <a:pt x="313473" y="26245"/>
                </a:lnTo>
                <a:lnTo>
                  <a:pt x="313469" y="26665"/>
                </a:lnTo>
                <a:lnTo>
                  <a:pt x="313457" y="27078"/>
                </a:lnTo>
                <a:lnTo>
                  <a:pt x="313436" y="27487"/>
                </a:lnTo>
                <a:lnTo>
                  <a:pt x="313407" y="27891"/>
                </a:lnTo>
                <a:lnTo>
                  <a:pt x="313370" y="28289"/>
                </a:lnTo>
                <a:lnTo>
                  <a:pt x="313324" y="28683"/>
                </a:lnTo>
                <a:lnTo>
                  <a:pt x="313270" y="29071"/>
                </a:lnTo>
                <a:lnTo>
                  <a:pt x="313208" y="29454"/>
                </a:lnTo>
                <a:lnTo>
                  <a:pt x="313137" y="29832"/>
                </a:lnTo>
                <a:lnTo>
                  <a:pt x="313058" y="30205"/>
                </a:lnTo>
                <a:lnTo>
                  <a:pt x="312971" y="30572"/>
                </a:lnTo>
                <a:lnTo>
                  <a:pt x="312875" y="30935"/>
                </a:lnTo>
                <a:lnTo>
                  <a:pt x="312771" y="31292"/>
                </a:lnTo>
                <a:lnTo>
                  <a:pt x="312659" y="31644"/>
                </a:lnTo>
                <a:lnTo>
                  <a:pt x="312539" y="31991"/>
                </a:lnTo>
                <a:lnTo>
                  <a:pt x="312410" y="32333"/>
                </a:lnTo>
                <a:lnTo>
                  <a:pt x="312273" y="32669"/>
                </a:lnTo>
                <a:lnTo>
                  <a:pt x="312128" y="33001"/>
                </a:lnTo>
                <a:lnTo>
                  <a:pt x="311974" y="33327"/>
                </a:lnTo>
                <a:lnTo>
                  <a:pt x="311812" y="33648"/>
                </a:lnTo>
                <a:lnTo>
                  <a:pt x="311642" y="33964"/>
                </a:lnTo>
                <a:lnTo>
                  <a:pt x="311463" y="34275"/>
                </a:lnTo>
                <a:lnTo>
                  <a:pt x="311276" y="34581"/>
                </a:lnTo>
                <a:lnTo>
                  <a:pt x="311081" y="34881"/>
                </a:lnTo>
                <a:lnTo>
                  <a:pt x="310879" y="35176"/>
                </a:lnTo>
                <a:lnTo>
                  <a:pt x="310671" y="35466"/>
                </a:lnTo>
                <a:lnTo>
                  <a:pt x="310457" y="35749"/>
                </a:lnTo>
                <a:lnTo>
                  <a:pt x="310238" y="36027"/>
                </a:lnTo>
                <a:lnTo>
                  <a:pt x="310013" y="36298"/>
                </a:lnTo>
                <a:lnTo>
                  <a:pt x="309782" y="36564"/>
                </a:lnTo>
                <a:lnTo>
                  <a:pt x="309545" y="36824"/>
                </a:lnTo>
                <a:lnTo>
                  <a:pt x="309303" y="37078"/>
                </a:lnTo>
                <a:lnTo>
                  <a:pt x="309055" y="37326"/>
                </a:lnTo>
                <a:lnTo>
                  <a:pt x="308801" y="37568"/>
                </a:lnTo>
                <a:lnTo>
                  <a:pt x="308541" y="37805"/>
                </a:lnTo>
                <a:lnTo>
                  <a:pt x="308276" y="38036"/>
                </a:lnTo>
                <a:lnTo>
                  <a:pt x="308005" y="38260"/>
                </a:lnTo>
                <a:lnTo>
                  <a:pt x="307728" y="38479"/>
                </a:lnTo>
                <a:lnTo>
                  <a:pt x="307446" y="38692"/>
                </a:lnTo>
                <a:lnTo>
                  <a:pt x="307157" y="38900"/>
                </a:lnTo>
                <a:lnTo>
                  <a:pt x="306863" y="39101"/>
                </a:lnTo>
                <a:lnTo>
                  <a:pt x="306564" y="39296"/>
                </a:lnTo>
                <a:lnTo>
                  <a:pt x="306258" y="39486"/>
                </a:lnTo>
                <a:lnTo>
                  <a:pt x="305947" y="39670"/>
                </a:lnTo>
                <a:lnTo>
                  <a:pt x="305630" y="39848"/>
                </a:lnTo>
                <a:lnTo>
                  <a:pt x="305308" y="40020"/>
                </a:lnTo>
                <a:lnTo>
                  <a:pt x="304979" y="40186"/>
                </a:lnTo>
                <a:lnTo>
                  <a:pt x="304645" y="40346"/>
                </a:lnTo>
                <a:lnTo>
                  <a:pt x="304307" y="40501"/>
                </a:lnTo>
                <a:lnTo>
                  <a:pt x="303965" y="40648"/>
                </a:lnTo>
                <a:lnTo>
                  <a:pt x="303620" y="40789"/>
                </a:lnTo>
                <a:lnTo>
                  <a:pt x="303271" y="40924"/>
                </a:lnTo>
                <a:lnTo>
                  <a:pt x="302920" y="41052"/>
                </a:lnTo>
                <a:lnTo>
                  <a:pt x="302565" y="41173"/>
                </a:lnTo>
                <a:lnTo>
                  <a:pt x="302206" y="41288"/>
                </a:lnTo>
                <a:lnTo>
                  <a:pt x="301845" y="41396"/>
                </a:lnTo>
                <a:lnTo>
                  <a:pt x="301480" y="41498"/>
                </a:lnTo>
                <a:lnTo>
                  <a:pt x="301112" y="41593"/>
                </a:lnTo>
                <a:lnTo>
                  <a:pt x="300741" y="41681"/>
                </a:lnTo>
                <a:lnTo>
                  <a:pt x="300366" y="41763"/>
                </a:lnTo>
                <a:lnTo>
                  <a:pt x="299988" y="41839"/>
                </a:lnTo>
                <a:lnTo>
                  <a:pt x="299607" y="41908"/>
                </a:lnTo>
                <a:lnTo>
                  <a:pt x="299222" y="41970"/>
                </a:lnTo>
                <a:lnTo>
                  <a:pt x="298835" y="42026"/>
                </a:lnTo>
                <a:lnTo>
                  <a:pt x="298444" y="42075"/>
                </a:lnTo>
                <a:lnTo>
                  <a:pt x="298049" y="42117"/>
                </a:lnTo>
                <a:lnTo>
                  <a:pt x="297652" y="42154"/>
                </a:lnTo>
                <a:lnTo>
                  <a:pt x="297251" y="42183"/>
                </a:lnTo>
                <a:lnTo>
                  <a:pt x="296847" y="42206"/>
                </a:lnTo>
                <a:lnTo>
                  <a:pt x="296440" y="42222"/>
                </a:lnTo>
                <a:lnTo>
                  <a:pt x="296029" y="42232"/>
                </a:lnTo>
                <a:lnTo>
                  <a:pt x="295615" y="42236"/>
                </a:lnTo>
                <a:lnTo>
                  <a:pt x="274994" y="42236"/>
                </a:lnTo>
                <a:lnTo>
                  <a:pt x="274994" y="10120"/>
                </a:lnTo>
                <a:lnTo>
                  <a:pt x="296019" y="10120"/>
                </a:lnTo>
                <a:lnTo>
                  <a:pt x="296720" y="10128"/>
                </a:lnTo>
                <a:lnTo>
                  <a:pt x="297407" y="10150"/>
                </a:lnTo>
                <a:close/>
                <a:moveTo>
                  <a:pt x="624738" y="41222"/>
                </a:moveTo>
                <a:lnTo>
                  <a:pt x="624984" y="40892"/>
                </a:lnTo>
                <a:lnTo>
                  <a:pt x="625236" y="40563"/>
                </a:lnTo>
                <a:lnTo>
                  <a:pt x="625494" y="40236"/>
                </a:lnTo>
                <a:lnTo>
                  <a:pt x="625759" y="39911"/>
                </a:lnTo>
                <a:lnTo>
                  <a:pt x="626030" y="39588"/>
                </a:lnTo>
                <a:lnTo>
                  <a:pt x="626308" y="39267"/>
                </a:lnTo>
                <a:lnTo>
                  <a:pt x="626592" y="38948"/>
                </a:lnTo>
                <a:lnTo>
                  <a:pt x="626883" y="38630"/>
                </a:lnTo>
                <a:lnTo>
                  <a:pt x="627180" y="38315"/>
                </a:lnTo>
                <a:lnTo>
                  <a:pt x="627483" y="38001"/>
                </a:lnTo>
                <a:lnTo>
                  <a:pt x="627793" y="37689"/>
                </a:lnTo>
                <a:lnTo>
                  <a:pt x="628109" y="37379"/>
                </a:lnTo>
                <a:lnTo>
                  <a:pt x="628432" y="37071"/>
                </a:lnTo>
                <a:lnTo>
                  <a:pt x="628761" y="36765"/>
                </a:lnTo>
                <a:lnTo>
                  <a:pt x="629097" y="36461"/>
                </a:lnTo>
                <a:lnTo>
                  <a:pt x="629439" y="36158"/>
                </a:lnTo>
                <a:lnTo>
                  <a:pt x="629787" y="35857"/>
                </a:lnTo>
                <a:lnTo>
                  <a:pt x="630142" y="35559"/>
                </a:lnTo>
                <a:lnTo>
                  <a:pt x="630504" y="35262"/>
                </a:lnTo>
                <a:lnTo>
                  <a:pt x="630871" y="34967"/>
                </a:lnTo>
                <a:lnTo>
                  <a:pt x="631246" y="34674"/>
                </a:lnTo>
                <a:lnTo>
                  <a:pt x="631626" y="34382"/>
                </a:lnTo>
                <a:lnTo>
                  <a:pt x="632013" y="34093"/>
                </a:lnTo>
                <a:lnTo>
                  <a:pt x="632407" y="33810"/>
                </a:lnTo>
                <a:lnTo>
                  <a:pt x="632809" y="33540"/>
                </a:lnTo>
                <a:lnTo>
                  <a:pt x="633217" y="33281"/>
                </a:lnTo>
                <a:lnTo>
                  <a:pt x="633634" y="33035"/>
                </a:lnTo>
                <a:lnTo>
                  <a:pt x="634057" y="32801"/>
                </a:lnTo>
                <a:lnTo>
                  <a:pt x="634488" y="32578"/>
                </a:lnTo>
                <a:lnTo>
                  <a:pt x="634926" y="32368"/>
                </a:lnTo>
                <a:lnTo>
                  <a:pt x="635372" y="32170"/>
                </a:lnTo>
                <a:lnTo>
                  <a:pt x="635825" y="31983"/>
                </a:lnTo>
                <a:lnTo>
                  <a:pt x="636285" y="31809"/>
                </a:lnTo>
                <a:lnTo>
                  <a:pt x="636753" y="31647"/>
                </a:lnTo>
                <a:lnTo>
                  <a:pt x="637228" y="31496"/>
                </a:lnTo>
                <a:lnTo>
                  <a:pt x="637710" y="31358"/>
                </a:lnTo>
                <a:lnTo>
                  <a:pt x="638200" y="31232"/>
                </a:lnTo>
                <a:lnTo>
                  <a:pt x="638697" y="31118"/>
                </a:lnTo>
                <a:lnTo>
                  <a:pt x="639202" y="31016"/>
                </a:lnTo>
                <a:lnTo>
                  <a:pt x="639714" y="30925"/>
                </a:lnTo>
                <a:lnTo>
                  <a:pt x="640233" y="30847"/>
                </a:lnTo>
                <a:lnTo>
                  <a:pt x="640760" y="30781"/>
                </a:lnTo>
                <a:lnTo>
                  <a:pt x="641294" y="30727"/>
                </a:lnTo>
                <a:lnTo>
                  <a:pt x="641835" y="30685"/>
                </a:lnTo>
                <a:lnTo>
                  <a:pt x="642384" y="30655"/>
                </a:lnTo>
                <a:lnTo>
                  <a:pt x="642940" y="30637"/>
                </a:lnTo>
                <a:lnTo>
                  <a:pt x="643503" y="30631"/>
                </a:lnTo>
                <a:lnTo>
                  <a:pt x="643870" y="30635"/>
                </a:lnTo>
                <a:lnTo>
                  <a:pt x="644230" y="30646"/>
                </a:lnTo>
                <a:lnTo>
                  <a:pt x="644583" y="30665"/>
                </a:lnTo>
                <a:lnTo>
                  <a:pt x="644929" y="30691"/>
                </a:lnTo>
                <a:lnTo>
                  <a:pt x="645267" y="30725"/>
                </a:lnTo>
                <a:lnTo>
                  <a:pt x="645599" y="30767"/>
                </a:lnTo>
                <a:lnTo>
                  <a:pt x="645923" y="30816"/>
                </a:lnTo>
                <a:lnTo>
                  <a:pt x="646240" y="30873"/>
                </a:lnTo>
                <a:lnTo>
                  <a:pt x="646550" y="30937"/>
                </a:lnTo>
                <a:lnTo>
                  <a:pt x="646853" y="31009"/>
                </a:lnTo>
                <a:lnTo>
                  <a:pt x="647149" y="31088"/>
                </a:lnTo>
                <a:lnTo>
                  <a:pt x="647437" y="31175"/>
                </a:lnTo>
                <a:lnTo>
                  <a:pt x="647719" y="31270"/>
                </a:lnTo>
                <a:lnTo>
                  <a:pt x="647993" y="31372"/>
                </a:lnTo>
                <a:lnTo>
                  <a:pt x="648260" y="31482"/>
                </a:lnTo>
                <a:lnTo>
                  <a:pt x="648520" y="31599"/>
                </a:lnTo>
                <a:lnTo>
                  <a:pt x="648773" y="31724"/>
                </a:lnTo>
                <a:lnTo>
                  <a:pt x="649019" y="31856"/>
                </a:lnTo>
                <a:lnTo>
                  <a:pt x="649257" y="31996"/>
                </a:lnTo>
                <a:lnTo>
                  <a:pt x="649489" y="32143"/>
                </a:lnTo>
                <a:lnTo>
                  <a:pt x="649713" y="32298"/>
                </a:lnTo>
                <a:lnTo>
                  <a:pt x="649931" y="32461"/>
                </a:lnTo>
                <a:lnTo>
                  <a:pt x="650141" y="32631"/>
                </a:lnTo>
                <a:lnTo>
                  <a:pt x="650344" y="32809"/>
                </a:lnTo>
                <a:lnTo>
                  <a:pt x="650540" y="32993"/>
                </a:lnTo>
                <a:lnTo>
                  <a:pt x="650732" y="33183"/>
                </a:lnTo>
                <a:lnTo>
                  <a:pt x="650918" y="33379"/>
                </a:lnTo>
                <a:lnTo>
                  <a:pt x="651100" y="33581"/>
                </a:lnTo>
                <a:lnTo>
                  <a:pt x="651276" y="33788"/>
                </a:lnTo>
                <a:lnTo>
                  <a:pt x="651447" y="34002"/>
                </a:lnTo>
                <a:lnTo>
                  <a:pt x="651613" y="34221"/>
                </a:lnTo>
                <a:lnTo>
                  <a:pt x="651774" y="34446"/>
                </a:lnTo>
                <a:lnTo>
                  <a:pt x="651929" y="34677"/>
                </a:lnTo>
                <a:lnTo>
                  <a:pt x="652080" y="34914"/>
                </a:lnTo>
                <a:lnTo>
                  <a:pt x="652225" y="35156"/>
                </a:lnTo>
                <a:lnTo>
                  <a:pt x="652365" y="35405"/>
                </a:lnTo>
                <a:lnTo>
                  <a:pt x="652500" y="35659"/>
                </a:lnTo>
                <a:lnTo>
                  <a:pt x="652630" y="35919"/>
                </a:lnTo>
                <a:lnTo>
                  <a:pt x="652755" y="36185"/>
                </a:lnTo>
                <a:lnTo>
                  <a:pt x="652874" y="36457"/>
                </a:lnTo>
                <a:lnTo>
                  <a:pt x="652989" y="36734"/>
                </a:lnTo>
                <a:lnTo>
                  <a:pt x="653098" y="37018"/>
                </a:lnTo>
                <a:lnTo>
                  <a:pt x="653202" y="37307"/>
                </a:lnTo>
                <a:lnTo>
                  <a:pt x="653301" y="37602"/>
                </a:lnTo>
                <a:lnTo>
                  <a:pt x="653395" y="37903"/>
                </a:lnTo>
                <a:lnTo>
                  <a:pt x="653484" y="38210"/>
                </a:lnTo>
                <a:lnTo>
                  <a:pt x="653567" y="38523"/>
                </a:lnTo>
                <a:lnTo>
                  <a:pt x="653646" y="38841"/>
                </a:lnTo>
                <a:lnTo>
                  <a:pt x="653720" y="39164"/>
                </a:lnTo>
                <a:lnTo>
                  <a:pt x="653791" y="39491"/>
                </a:lnTo>
                <a:lnTo>
                  <a:pt x="653859" y="39821"/>
                </a:lnTo>
                <a:lnTo>
                  <a:pt x="653924" y="40156"/>
                </a:lnTo>
                <a:lnTo>
                  <a:pt x="653985" y="40493"/>
                </a:lnTo>
                <a:lnTo>
                  <a:pt x="654044" y="40835"/>
                </a:lnTo>
                <a:lnTo>
                  <a:pt x="654099" y="41181"/>
                </a:lnTo>
                <a:lnTo>
                  <a:pt x="654151" y="41530"/>
                </a:lnTo>
                <a:lnTo>
                  <a:pt x="654200" y="41883"/>
                </a:lnTo>
                <a:lnTo>
                  <a:pt x="654246" y="42239"/>
                </a:lnTo>
                <a:lnTo>
                  <a:pt x="654288" y="42599"/>
                </a:lnTo>
                <a:lnTo>
                  <a:pt x="654328" y="42963"/>
                </a:lnTo>
                <a:lnTo>
                  <a:pt x="654364" y="43331"/>
                </a:lnTo>
                <a:lnTo>
                  <a:pt x="654397" y="43703"/>
                </a:lnTo>
                <a:lnTo>
                  <a:pt x="654427" y="44078"/>
                </a:lnTo>
                <a:lnTo>
                  <a:pt x="654454" y="44457"/>
                </a:lnTo>
                <a:lnTo>
                  <a:pt x="654478" y="44840"/>
                </a:lnTo>
                <a:lnTo>
                  <a:pt x="654499" y="45226"/>
                </a:lnTo>
                <a:lnTo>
                  <a:pt x="654516" y="45616"/>
                </a:lnTo>
                <a:lnTo>
                  <a:pt x="654530" y="46010"/>
                </a:lnTo>
                <a:lnTo>
                  <a:pt x="654541" y="46407"/>
                </a:lnTo>
                <a:lnTo>
                  <a:pt x="654549" y="46809"/>
                </a:lnTo>
                <a:lnTo>
                  <a:pt x="654554" y="47214"/>
                </a:lnTo>
                <a:lnTo>
                  <a:pt x="654555" y="47623"/>
                </a:lnTo>
                <a:lnTo>
                  <a:pt x="654555" y="90813"/>
                </a:lnTo>
                <a:lnTo>
                  <a:pt x="665742" y="90813"/>
                </a:lnTo>
                <a:lnTo>
                  <a:pt x="665742" y="46330"/>
                </a:lnTo>
                <a:lnTo>
                  <a:pt x="665734" y="45342"/>
                </a:lnTo>
                <a:lnTo>
                  <a:pt x="665711" y="44373"/>
                </a:lnTo>
                <a:lnTo>
                  <a:pt x="665672" y="43422"/>
                </a:lnTo>
                <a:lnTo>
                  <a:pt x="665617" y="42490"/>
                </a:lnTo>
                <a:lnTo>
                  <a:pt x="665546" y="41576"/>
                </a:lnTo>
                <a:lnTo>
                  <a:pt x="665460" y="40682"/>
                </a:lnTo>
                <a:lnTo>
                  <a:pt x="665358" y="39806"/>
                </a:lnTo>
                <a:lnTo>
                  <a:pt x="665240" y="38949"/>
                </a:lnTo>
                <a:lnTo>
                  <a:pt x="665107" y="38110"/>
                </a:lnTo>
                <a:lnTo>
                  <a:pt x="664958" y="37290"/>
                </a:lnTo>
                <a:lnTo>
                  <a:pt x="664794" y="36489"/>
                </a:lnTo>
                <a:lnTo>
                  <a:pt x="664613" y="35706"/>
                </a:lnTo>
                <a:lnTo>
                  <a:pt x="664417" y="34943"/>
                </a:lnTo>
                <a:lnTo>
                  <a:pt x="664206" y="34197"/>
                </a:lnTo>
                <a:lnTo>
                  <a:pt x="663978" y="33471"/>
                </a:lnTo>
                <a:lnTo>
                  <a:pt x="663735" y="32763"/>
                </a:lnTo>
                <a:lnTo>
                  <a:pt x="663477" y="32074"/>
                </a:lnTo>
                <a:lnTo>
                  <a:pt x="663202" y="31404"/>
                </a:lnTo>
                <a:lnTo>
                  <a:pt x="662912" y="30752"/>
                </a:lnTo>
                <a:lnTo>
                  <a:pt x="662607" y="30119"/>
                </a:lnTo>
                <a:lnTo>
                  <a:pt x="662285" y="29505"/>
                </a:lnTo>
                <a:lnTo>
                  <a:pt x="661948" y="28909"/>
                </a:lnTo>
                <a:lnTo>
                  <a:pt x="661595" y="28332"/>
                </a:lnTo>
                <a:lnTo>
                  <a:pt x="661227" y="27774"/>
                </a:lnTo>
                <a:lnTo>
                  <a:pt x="660840" y="27236"/>
                </a:lnTo>
                <a:lnTo>
                  <a:pt x="660433" y="26722"/>
                </a:lnTo>
                <a:lnTo>
                  <a:pt x="660005" y="26230"/>
                </a:lnTo>
                <a:lnTo>
                  <a:pt x="659555" y="25761"/>
                </a:lnTo>
                <a:lnTo>
                  <a:pt x="659085" y="25315"/>
                </a:lnTo>
                <a:lnTo>
                  <a:pt x="658595" y="24891"/>
                </a:lnTo>
                <a:lnTo>
                  <a:pt x="658083" y="24491"/>
                </a:lnTo>
                <a:lnTo>
                  <a:pt x="657551" y="24114"/>
                </a:lnTo>
                <a:lnTo>
                  <a:pt x="656997" y="23759"/>
                </a:lnTo>
                <a:lnTo>
                  <a:pt x="656423" y="23427"/>
                </a:lnTo>
                <a:lnTo>
                  <a:pt x="655828" y="23118"/>
                </a:lnTo>
                <a:lnTo>
                  <a:pt x="655212" y="22832"/>
                </a:lnTo>
                <a:lnTo>
                  <a:pt x="654576" y="22569"/>
                </a:lnTo>
                <a:lnTo>
                  <a:pt x="653918" y="22329"/>
                </a:lnTo>
                <a:lnTo>
                  <a:pt x="653240" y="22112"/>
                </a:lnTo>
                <a:lnTo>
                  <a:pt x="652541" y="21917"/>
                </a:lnTo>
                <a:lnTo>
                  <a:pt x="651821" y="21746"/>
                </a:lnTo>
                <a:lnTo>
                  <a:pt x="651081" y="21597"/>
                </a:lnTo>
                <a:lnTo>
                  <a:pt x="650319" y="21471"/>
                </a:lnTo>
                <a:lnTo>
                  <a:pt x="649537" y="21368"/>
                </a:lnTo>
                <a:lnTo>
                  <a:pt x="648734" y="21288"/>
                </a:lnTo>
                <a:lnTo>
                  <a:pt x="647910" y="21231"/>
                </a:lnTo>
                <a:lnTo>
                  <a:pt x="647065" y="21197"/>
                </a:lnTo>
                <a:lnTo>
                  <a:pt x="646199" y="21185"/>
                </a:lnTo>
                <a:lnTo>
                  <a:pt x="645530" y="21191"/>
                </a:lnTo>
                <a:lnTo>
                  <a:pt x="644870" y="21209"/>
                </a:lnTo>
                <a:lnTo>
                  <a:pt x="644219" y="21238"/>
                </a:lnTo>
                <a:lnTo>
                  <a:pt x="643578" y="21280"/>
                </a:lnTo>
                <a:lnTo>
                  <a:pt x="642947" y="21333"/>
                </a:lnTo>
                <a:lnTo>
                  <a:pt x="642324" y="21398"/>
                </a:lnTo>
                <a:lnTo>
                  <a:pt x="641711" y="21475"/>
                </a:lnTo>
                <a:lnTo>
                  <a:pt x="641107" y="21564"/>
                </a:lnTo>
                <a:lnTo>
                  <a:pt x="640513" y="21664"/>
                </a:lnTo>
                <a:lnTo>
                  <a:pt x="639928" y="21777"/>
                </a:lnTo>
                <a:lnTo>
                  <a:pt x="639352" y="21901"/>
                </a:lnTo>
                <a:lnTo>
                  <a:pt x="638786" y="22037"/>
                </a:lnTo>
                <a:lnTo>
                  <a:pt x="638229" y="22185"/>
                </a:lnTo>
                <a:lnTo>
                  <a:pt x="637682" y="22345"/>
                </a:lnTo>
                <a:lnTo>
                  <a:pt x="637143" y="22516"/>
                </a:lnTo>
                <a:lnTo>
                  <a:pt x="636615" y="22700"/>
                </a:lnTo>
                <a:lnTo>
                  <a:pt x="636095" y="22895"/>
                </a:lnTo>
                <a:lnTo>
                  <a:pt x="635585" y="23102"/>
                </a:lnTo>
                <a:lnTo>
                  <a:pt x="635084" y="23321"/>
                </a:lnTo>
                <a:lnTo>
                  <a:pt x="634593" y="23551"/>
                </a:lnTo>
                <a:lnTo>
                  <a:pt x="634111" y="23794"/>
                </a:lnTo>
                <a:lnTo>
                  <a:pt x="633638" y="24048"/>
                </a:lnTo>
                <a:lnTo>
                  <a:pt x="633175" y="24314"/>
                </a:lnTo>
                <a:lnTo>
                  <a:pt x="632721" y="24592"/>
                </a:lnTo>
                <a:lnTo>
                  <a:pt x="632276" y="24877"/>
                </a:lnTo>
                <a:lnTo>
                  <a:pt x="631840" y="25164"/>
                </a:lnTo>
                <a:lnTo>
                  <a:pt x="631412" y="25452"/>
                </a:lnTo>
                <a:lnTo>
                  <a:pt x="630993" y="25742"/>
                </a:lnTo>
                <a:lnTo>
                  <a:pt x="630583" y="26034"/>
                </a:lnTo>
                <a:lnTo>
                  <a:pt x="630181" y="26328"/>
                </a:lnTo>
                <a:lnTo>
                  <a:pt x="629788" y="26623"/>
                </a:lnTo>
                <a:lnTo>
                  <a:pt x="629404" y="26920"/>
                </a:lnTo>
                <a:lnTo>
                  <a:pt x="629028" y="27219"/>
                </a:lnTo>
                <a:lnTo>
                  <a:pt x="628661" y="27520"/>
                </a:lnTo>
                <a:lnTo>
                  <a:pt x="628303" y="27822"/>
                </a:lnTo>
                <a:lnTo>
                  <a:pt x="627953" y="28126"/>
                </a:lnTo>
                <a:lnTo>
                  <a:pt x="627612" y="28432"/>
                </a:lnTo>
                <a:lnTo>
                  <a:pt x="627280" y="28740"/>
                </a:lnTo>
                <a:lnTo>
                  <a:pt x="626956" y="29049"/>
                </a:lnTo>
                <a:lnTo>
                  <a:pt x="626641" y="29360"/>
                </a:lnTo>
                <a:lnTo>
                  <a:pt x="626334" y="29673"/>
                </a:lnTo>
                <a:lnTo>
                  <a:pt x="626037" y="29988"/>
                </a:lnTo>
                <a:lnTo>
                  <a:pt x="625748" y="30304"/>
                </a:lnTo>
                <a:lnTo>
                  <a:pt x="625467" y="30622"/>
                </a:lnTo>
                <a:lnTo>
                  <a:pt x="625195" y="30942"/>
                </a:lnTo>
                <a:lnTo>
                  <a:pt x="624932" y="31264"/>
                </a:lnTo>
                <a:lnTo>
                  <a:pt x="624678" y="31588"/>
                </a:lnTo>
                <a:lnTo>
                  <a:pt x="624432" y="31913"/>
                </a:lnTo>
                <a:lnTo>
                  <a:pt x="624162" y="22400"/>
                </a:lnTo>
                <a:lnTo>
                  <a:pt x="613245" y="22400"/>
                </a:lnTo>
                <a:lnTo>
                  <a:pt x="613245" y="90813"/>
                </a:lnTo>
                <a:lnTo>
                  <a:pt x="624499" y="90813"/>
                </a:lnTo>
                <a:lnTo>
                  <a:pt x="624499" y="41555"/>
                </a:lnTo>
                <a:lnTo>
                  <a:pt x="624738" y="41222"/>
                </a:lnTo>
                <a:close/>
                <a:moveTo>
                  <a:pt x="371415" y="91949"/>
                </a:moveTo>
                <a:lnTo>
                  <a:pt x="372054" y="91904"/>
                </a:lnTo>
                <a:lnTo>
                  <a:pt x="372685" y="91850"/>
                </a:lnTo>
                <a:lnTo>
                  <a:pt x="373309" y="91786"/>
                </a:lnTo>
                <a:lnTo>
                  <a:pt x="373925" y="91712"/>
                </a:lnTo>
                <a:lnTo>
                  <a:pt x="374533" y="91628"/>
                </a:lnTo>
                <a:lnTo>
                  <a:pt x="375134" y="91535"/>
                </a:lnTo>
                <a:lnTo>
                  <a:pt x="375727" y="91431"/>
                </a:lnTo>
                <a:lnTo>
                  <a:pt x="376312" y="91318"/>
                </a:lnTo>
                <a:lnTo>
                  <a:pt x="376889" y="91194"/>
                </a:lnTo>
                <a:lnTo>
                  <a:pt x="377459" y="91061"/>
                </a:lnTo>
                <a:lnTo>
                  <a:pt x="378021" y="90918"/>
                </a:lnTo>
                <a:lnTo>
                  <a:pt x="378575" y="90765"/>
                </a:lnTo>
                <a:lnTo>
                  <a:pt x="379122" y="90603"/>
                </a:lnTo>
                <a:lnTo>
                  <a:pt x="379660" y="90430"/>
                </a:lnTo>
                <a:lnTo>
                  <a:pt x="380191" y="90248"/>
                </a:lnTo>
                <a:lnTo>
                  <a:pt x="380715" y="90055"/>
                </a:lnTo>
                <a:lnTo>
                  <a:pt x="381230" y="89853"/>
                </a:lnTo>
                <a:lnTo>
                  <a:pt x="381738" y="89641"/>
                </a:lnTo>
                <a:lnTo>
                  <a:pt x="382238" y="89419"/>
                </a:lnTo>
                <a:lnTo>
                  <a:pt x="382731" y="89188"/>
                </a:lnTo>
                <a:lnTo>
                  <a:pt x="383215" y="88947"/>
                </a:lnTo>
                <a:lnTo>
                  <a:pt x="383690" y="88697"/>
                </a:lnTo>
                <a:lnTo>
                  <a:pt x="384156" y="88440"/>
                </a:lnTo>
                <a:lnTo>
                  <a:pt x="384613" y="88174"/>
                </a:lnTo>
                <a:lnTo>
                  <a:pt x="385061" y="87900"/>
                </a:lnTo>
                <a:lnTo>
                  <a:pt x="385500" y="87618"/>
                </a:lnTo>
                <a:lnTo>
                  <a:pt x="385930" y="87327"/>
                </a:lnTo>
                <a:lnTo>
                  <a:pt x="386351" y="87028"/>
                </a:lnTo>
                <a:lnTo>
                  <a:pt x="386763" y="86721"/>
                </a:lnTo>
                <a:lnTo>
                  <a:pt x="387166" y="86406"/>
                </a:lnTo>
                <a:lnTo>
                  <a:pt x="387560" y="86082"/>
                </a:lnTo>
                <a:lnTo>
                  <a:pt x="387945" y="85750"/>
                </a:lnTo>
                <a:lnTo>
                  <a:pt x="388321" y="85410"/>
                </a:lnTo>
                <a:lnTo>
                  <a:pt x="388688" y="85061"/>
                </a:lnTo>
                <a:lnTo>
                  <a:pt x="389046" y="84704"/>
                </a:lnTo>
                <a:lnTo>
                  <a:pt x="389395" y="84339"/>
                </a:lnTo>
                <a:lnTo>
                  <a:pt x="389735" y="83966"/>
                </a:lnTo>
                <a:lnTo>
                  <a:pt x="390066" y="83584"/>
                </a:lnTo>
                <a:lnTo>
                  <a:pt x="390388" y="83194"/>
                </a:lnTo>
                <a:lnTo>
                  <a:pt x="390701" y="82796"/>
                </a:lnTo>
                <a:lnTo>
                  <a:pt x="391005" y="82390"/>
                </a:lnTo>
                <a:lnTo>
                  <a:pt x="391299" y="81975"/>
                </a:lnTo>
                <a:lnTo>
                  <a:pt x="391585" y="81552"/>
                </a:lnTo>
                <a:lnTo>
                  <a:pt x="391862" y="81121"/>
                </a:lnTo>
                <a:lnTo>
                  <a:pt x="392129" y="80682"/>
                </a:lnTo>
                <a:lnTo>
                  <a:pt x="392386" y="80236"/>
                </a:lnTo>
                <a:lnTo>
                  <a:pt x="392631" y="79783"/>
                </a:lnTo>
                <a:lnTo>
                  <a:pt x="392866" y="79323"/>
                </a:lnTo>
                <a:lnTo>
                  <a:pt x="393091" y="78856"/>
                </a:lnTo>
                <a:lnTo>
                  <a:pt x="393305" y="78383"/>
                </a:lnTo>
                <a:lnTo>
                  <a:pt x="393508" y="77902"/>
                </a:lnTo>
                <a:lnTo>
                  <a:pt x="393700" y="77414"/>
                </a:lnTo>
                <a:lnTo>
                  <a:pt x="393882" y="76920"/>
                </a:lnTo>
                <a:lnTo>
                  <a:pt x="394054" y="76418"/>
                </a:lnTo>
                <a:lnTo>
                  <a:pt x="394214" y="75910"/>
                </a:lnTo>
                <a:lnTo>
                  <a:pt x="394364" y="75394"/>
                </a:lnTo>
                <a:lnTo>
                  <a:pt x="394503" y="74872"/>
                </a:lnTo>
                <a:lnTo>
                  <a:pt x="394632" y="74343"/>
                </a:lnTo>
                <a:lnTo>
                  <a:pt x="394750" y="73807"/>
                </a:lnTo>
                <a:lnTo>
                  <a:pt x="394857" y="73264"/>
                </a:lnTo>
                <a:lnTo>
                  <a:pt x="394954" y="72713"/>
                </a:lnTo>
                <a:lnTo>
                  <a:pt x="395040" y="72156"/>
                </a:lnTo>
                <a:lnTo>
                  <a:pt x="395115" y="71592"/>
                </a:lnTo>
                <a:lnTo>
                  <a:pt x="395180" y="71022"/>
                </a:lnTo>
                <a:lnTo>
                  <a:pt x="395234" y="70444"/>
                </a:lnTo>
                <a:lnTo>
                  <a:pt x="395278" y="69859"/>
                </a:lnTo>
                <a:lnTo>
                  <a:pt x="395311" y="69267"/>
                </a:lnTo>
                <a:lnTo>
                  <a:pt x="395333" y="68669"/>
                </a:lnTo>
                <a:lnTo>
                  <a:pt x="384213" y="68669"/>
                </a:lnTo>
                <a:lnTo>
                  <a:pt x="384190" y="69255"/>
                </a:lnTo>
                <a:lnTo>
                  <a:pt x="384153" y="69831"/>
                </a:lnTo>
                <a:lnTo>
                  <a:pt x="384103" y="70394"/>
                </a:lnTo>
                <a:lnTo>
                  <a:pt x="384040" y="70946"/>
                </a:lnTo>
                <a:lnTo>
                  <a:pt x="383964" y="71487"/>
                </a:lnTo>
                <a:lnTo>
                  <a:pt x="383874" y="72016"/>
                </a:lnTo>
                <a:lnTo>
                  <a:pt x="383772" y="72533"/>
                </a:lnTo>
                <a:lnTo>
                  <a:pt x="383656" y="73039"/>
                </a:lnTo>
                <a:lnTo>
                  <a:pt x="383526" y="73533"/>
                </a:lnTo>
                <a:lnTo>
                  <a:pt x="383384" y="74015"/>
                </a:lnTo>
                <a:lnTo>
                  <a:pt x="383228" y="74486"/>
                </a:lnTo>
                <a:lnTo>
                  <a:pt x="383059" y="74945"/>
                </a:lnTo>
                <a:lnTo>
                  <a:pt x="382877" y="75393"/>
                </a:lnTo>
                <a:lnTo>
                  <a:pt x="382682" y="75829"/>
                </a:lnTo>
                <a:lnTo>
                  <a:pt x="382473" y="76254"/>
                </a:lnTo>
                <a:lnTo>
                  <a:pt x="382252" y="76666"/>
                </a:lnTo>
                <a:lnTo>
                  <a:pt x="382017" y="77068"/>
                </a:lnTo>
                <a:lnTo>
                  <a:pt x="381768" y="77457"/>
                </a:lnTo>
                <a:lnTo>
                  <a:pt x="381507" y="77836"/>
                </a:lnTo>
                <a:lnTo>
                  <a:pt x="381232" y="78202"/>
                </a:lnTo>
                <a:lnTo>
                  <a:pt x="380944" y="78557"/>
                </a:lnTo>
                <a:lnTo>
                  <a:pt x="380643" y="78900"/>
                </a:lnTo>
                <a:lnTo>
                  <a:pt x="380329" y="79232"/>
                </a:lnTo>
                <a:lnTo>
                  <a:pt x="380002" y="79552"/>
                </a:lnTo>
                <a:lnTo>
                  <a:pt x="379662" y="79860"/>
                </a:lnTo>
                <a:lnTo>
                  <a:pt x="379311" y="80155"/>
                </a:lnTo>
                <a:lnTo>
                  <a:pt x="378949" y="80436"/>
                </a:lnTo>
                <a:lnTo>
                  <a:pt x="378576" y="80705"/>
                </a:lnTo>
                <a:lnTo>
                  <a:pt x="378192" y="80960"/>
                </a:lnTo>
                <a:lnTo>
                  <a:pt x="377797" y="81202"/>
                </a:lnTo>
                <a:lnTo>
                  <a:pt x="377390" y="81432"/>
                </a:lnTo>
                <a:lnTo>
                  <a:pt x="376973" y="81648"/>
                </a:lnTo>
                <a:lnTo>
                  <a:pt x="376544" y="81851"/>
                </a:lnTo>
                <a:lnTo>
                  <a:pt x="376104" y="82041"/>
                </a:lnTo>
                <a:lnTo>
                  <a:pt x="375654" y="82217"/>
                </a:lnTo>
                <a:lnTo>
                  <a:pt x="375192" y="82381"/>
                </a:lnTo>
                <a:lnTo>
                  <a:pt x="374718" y="82532"/>
                </a:lnTo>
                <a:lnTo>
                  <a:pt x="374234" y="82669"/>
                </a:lnTo>
                <a:lnTo>
                  <a:pt x="373739" y="82794"/>
                </a:lnTo>
                <a:lnTo>
                  <a:pt x="373233" y="82905"/>
                </a:lnTo>
                <a:lnTo>
                  <a:pt x="372715" y="83003"/>
                </a:lnTo>
                <a:lnTo>
                  <a:pt x="372186" y="83088"/>
                </a:lnTo>
                <a:lnTo>
                  <a:pt x="371647" y="83160"/>
                </a:lnTo>
                <a:lnTo>
                  <a:pt x="371096" y="83219"/>
                </a:lnTo>
                <a:lnTo>
                  <a:pt x="370534" y="83265"/>
                </a:lnTo>
                <a:lnTo>
                  <a:pt x="369961" y="83298"/>
                </a:lnTo>
                <a:lnTo>
                  <a:pt x="369376" y="83318"/>
                </a:lnTo>
                <a:lnTo>
                  <a:pt x="368781" y="83324"/>
                </a:lnTo>
                <a:lnTo>
                  <a:pt x="368230" y="83318"/>
                </a:lnTo>
                <a:lnTo>
                  <a:pt x="367687" y="83300"/>
                </a:lnTo>
                <a:lnTo>
                  <a:pt x="367153" y="83271"/>
                </a:lnTo>
                <a:lnTo>
                  <a:pt x="366627" y="83229"/>
                </a:lnTo>
                <a:lnTo>
                  <a:pt x="366111" y="83176"/>
                </a:lnTo>
                <a:lnTo>
                  <a:pt x="365603" y="83111"/>
                </a:lnTo>
                <a:lnTo>
                  <a:pt x="365104" y="83034"/>
                </a:lnTo>
                <a:lnTo>
                  <a:pt x="364614" y="82945"/>
                </a:lnTo>
                <a:lnTo>
                  <a:pt x="364133" y="82844"/>
                </a:lnTo>
                <a:lnTo>
                  <a:pt x="363660" y="82732"/>
                </a:lnTo>
                <a:lnTo>
                  <a:pt x="363196" y="82607"/>
                </a:lnTo>
                <a:lnTo>
                  <a:pt x="362741" y="82471"/>
                </a:lnTo>
                <a:lnTo>
                  <a:pt x="362295" y="82323"/>
                </a:lnTo>
                <a:lnTo>
                  <a:pt x="361857" y="82163"/>
                </a:lnTo>
                <a:lnTo>
                  <a:pt x="361429" y="81991"/>
                </a:lnTo>
                <a:lnTo>
                  <a:pt x="361009" y="81807"/>
                </a:lnTo>
                <a:lnTo>
                  <a:pt x="360598" y="81611"/>
                </a:lnTo>
                <a:lnTo>
                  <a:pt x="360195" y="81404"/>
                </a:lnTo>
                <a:lnTo>
                  <a:pt x="359802" y="81185"/>
                </a:lnTo>
                <a:lnTo>
                  <a:pt x="359417" y="80954"/>
                </a:lnTo>
                <a:lnTo>
                  <a:pt x="359041" y="80711"/>
                </a:lnTo>
                <a:lnTo>
                  <a:pt x="358673" y="80456"/>
                </a:lnTo>
                <a:lnTo>
                  <a:pt x="358315" y="80189"/>
                </a:lnTo>
                <a:lnTo>
                  <a:pt x="357965" y="79911"/>
                </a:lnTo>
                <a:lnTo>
                  <a:pt x="357624" y="79622"/>
                </a:lnTo>
                <a:lnTo>
                  <a:pt x="357290" y="79326"/>
                </a:lnTo>
                <a:lnTo>
                  <a:pt x="356964" y="79022"/>
                </a:lnTo>
                <a:lnTo>
                  <a:pt x="356646" y="78710"/>
                </a:lnTo>
                <a:lnTo>
                  <a:pt x="356336" y="78390"/>
                </a:lnTo>
                <a:lnTo>
                  <a:pt x="356034" y="78063"/>
                </a:lnTo>
                <a:lnTo>
                  <a:pt x="355739" y="77728"/>
                </a:lnTo>
                <a:lnTo>
                  <a:pt x="355453" y="77385"/>
                </a:lnTo>
                <a:lnTo>
                  <a:pt x="355174" y="77034"/>
                </a:lnTo>
                <a:lnTo>
                  <a:pt x="354903" y="76676"/>
                </a:lnTo>
                <a:lnTo>
                  <a:pt x="354640" y="76309"/>
                </a:lnTo>
                <a:lnTo>
                  <a:pt x="354385" y="75935"/>
                </a:lnTo>
                <a:lnTo>
                  <a:pt x="354137" y="75553"/>
                </a:lnTo>
                <a:lnTo>
                  <a:pt x="353898" y="75164"/>
                </a:lnTo>
                <a:lnTo>
                  <a:pt x="353666" y="74766"/>
                </a:lnTo>
                <a:lnTo>
                  <a:pt x="353442" y="74361"/>
                </a:lnTo>
                <a:lnTo>
                  <a:pt x="353226" y="73948"/>
                </a:lnTo>
                <a:lnTo>
                  <a:pt x="353018" y="73528"/>
                </a:lnTo>
                <a:lnTo>
                  <a:pt x="352818" y="73099"/>
                </a:lnTo>
                <a:lnTo>
                  <a:pt x="352625" y="72663"/>
                </a:lnTo>
                <a:lnTo>
                  <a:pt x="352441" y="72219"/>
                </a:lnTo>
                <a:lnTo>
                  <a:pt x="352264" y="71767"/>
                </a:lnTo>
                <a:lnTo>
                  <a:pt x="352095" y="71308"/>
                </a:lnTo>
                <a:lnTo>
                  <a:pt x="351934" y="70840"/>
                </a:lnTo>
                <a:lnTo>
                  <a:pt x="351779" y="70367"/>
                </a:lnTo>
                <a:lnTo>
                  <a:pt x="351632" y="69890"/>
                </a:lnTo>
                <a:lnTo>
                  <a:pt x="351490" y="69409"/>
                </a:lnTo>
                <a:lnTo>
                  <a:pt x="351355" y="68925"/>
                </a:lnTo>
                <a:lnTo>
                  <a:pt x="351226" y="68436"/>
                </a:lnTo>
                <a:lnTo>
                  <a:pt x="351104" y="67944"/>
                </a:lnTo>
                <a:lnTo>
                  <a:pt x="350988" y="67448"/>
                </a:lnTo>
                <a:lnTo>
                  <a:pt x="350878" y="66948"/>
                </a:lnTo>
                <a:lnTo>
                  <a:pt x="350774" y="66444"/>
                </a:lnTo>
                <a:lnTo>
                  <a:pt x="350677" y="65937"/>
                </a:lnTo>
                <a:lnTo>
                  <a:pt x="350586" y="65425"/>
                </a:lnTo>
                <a:lnTo>
                  <a:pt x="350502" y="64910"/>
                </a:lnTo>
                <a:lnTo>
                  <a:pt x="350423" y="64391"/>
                </a:lnTo>
                <a:lnTo>
                  <a:pt x="350351" y="63868"/>
                </a:lnTo>
                <a:lnTo>
                  <a:pt x="350286" y="63341"/>
                </a:lnTo>
                <a:lnTo>
                  <a:pt x="350226" y="62811"/>
                </a:lnTo>
                <a:lnTo>
                  <a:pt x="350173" y="62276"/>
                </a:lnTo>
                <a:lnTo>
                  <a:pt x="350127" y="61738"/>
                </a:lnTo>
                <a:lnTo>
                  <a:pt x="350086" y="61196"/>
                </a:lnTo>
                <a:lnTo>
                  <a:pt x="350052" y="60650"/>
                </a:lnTo>
                <a:lnTo>
                  <a:pt x="350025" y="60100"/>
                </a:lnTo>
                <a:lnTo>
                  <a:pt x="350003" y="59547"/>
                </a:lnTo>
                <a:lnTo>
                  <a:pt x="349988" y="58989"/>
                </a:lnTo>
                <a:lnTo>
                  <a:pt x="349979" y="58428"/>
                </a:lnTo>
                <a:lnTo>
                  <a:pt x="395063" y="58428"/>
                </a:lnTo>
                <a:lnTo>
                  <a:pt x="395074" y="58374"/>
                </a:lnTo>
                <a:lnTo>
                  <a:pt x="395085" y="58317"/>
                </a:lnTo>
                <a:lnTo>
                  <a:pt x="395095" y="58257"/>
                </a:lnTo>
                <a:lnTo>
                  <a:pt x="395105" y="58195"/>
                </a:lnTo>
                <a:lnTo>
                  <a:pt x="395115" y="58129"/>
                </a:lnTo>
                <a:lnTo>
                  <a:pt x="395124" y="58061"/>
                </a:lnTo>
                <a:lnTo>
                  <a:pt x="395133" y="57990"/>
                </a:lnTo>
                <a:lnTo>
                  <a:pt x="395142" y="57917"/>
                </a:lnTo>
                <a:lnTo>
                  <a:pt x="395150" y="57840"/>
                </a:lnTo>
                <a:lnTo>
                  <a:pt x="395158" y="57761"/>
                </a:lnTo>
                <a:lnTo>
                  <a:pt x="395166" y="57679"/>
                </a:lnTo>
                <a:lnTo>
                  <a:pt x="395173" y="57594"/>
                </a:lnTo>
                <a:lnTo>
                  <a:pt x="395180" y="57506"/>
                </a:lnTo>
                <a:lnTo>
                  <a:pt x="395186" y="57415"/>
                </a:lnTo>
                <a:lnTo>
                  <a:pt x="395192" y="57322"/>
                </a:lnTo>
                <a:lnTo>
                  <a:pt x="395198" y="57226"/>
                </a:lnTo>
                <a:lnTo>
                  <a:pt x="395203" y="57127"/>
                </a:lnTo>
                <a:lnTo>
                  <a:pt x="395209" y="57025"/>
                </a:lnTo>
                <a:lnTo>
                  <a:pt x="395213" y="56920"/>
                </a:lnTo>
                <a:lnTo>
                  <a:pt x="395218" y="56813"/>
                </a:lnTo>
                <a:lnTo>
                  <a:pt x="395222" y="56703"/>
                </a:lnTo>
                <a:lnTo>
                  <a:pt x="395225" y="56590"/>
                </a:lnTo>
                <a:lnTo>
                  <a:pt x="395229" y="56474"/>
                </a:lnTo>
                <a:lnTo>
                  <a:pt x="395232" y="56356"/>
                </a:lnTo>
                <a:lnTo>
                  <a:pt x="395234" y="56236"/>
                </a:lnTo>
                <a:lnTo>
                  <a:pt x="395237" y="56118"/>
                </a:lnTo>
                <a:lnTo>
                  <a:pt x="395240" y="56002"/>
                </a:lnTo>
                <a:lnTo>
                  <a:pt x="395242" y="55886"/>
                </a:lnTo>
                <a:lnTo>
                  <a:pt x="395244" y="55772"/>
                </a:lnTo>
                <a:lnTo>
                  <a:pt x="395246" y="55660"/>
                </a:lnTo>
                <a:lnTo>
                  <a:pt x="395248" y="55548"/>
                </a:lnTo>
                <a:lnTo>
                  <a:pt x="395250" y="55438"/>
                </a:lnTo>
                <a:lnTo>
                  <a:pt x="395252" y="55330"/>
                </a:lnTo>
                <a:lnTo>
                  <a:pt x="395254" y="55222"/>
                </a:lnTo>
                <a:lnTo>
                  <a:pt x="395256" y="55117"/>
                </a:lnTo>
                <a:lnTo>
                  <a:pt x="395257" y="55012"/>
                </a:lnTo>
                <a:lnTo>
                  <a:pt x="395258" y="54909"/>
                </a:lnTo>
                <a:lnTo>
                  <a:pt x="395260" y="54807"/>
                </a:lnTo>
                <a:lnTo>
                  <a:pt x="395261" y="54706"/>
                </a:lnTo>
                <a:lnTo>
                  <a:pt x="395262" y="54607"/>
                </a:lnTo>
                <a:lnTo>
                  <a:pt x="395263" y="54509"/>
                </a:lnTo>
                <a:lnTo>
                  <a:pt x="395263" y="54413"/>
                </a:lnTo>
                <a:lnTo>
                  <a:pt x="395264" y="54317"/>
                </a:lnTo>
                <a:lnTo>
                  <a:pt x="395264" y="54223"/>
                </a:lnTo>
                <a:lnTo>
                  <a:pt x="395265" y="54131"/>
                </a:lnTo>
                <a:lnTo>
                  <a:pt x="395265" y="54040"/>
                </a:lnTo>
                <a:lnTo>
                  <a:pt x="395265" y="53950"/>
                </a:lnTo>
                <a:lnTo>
                  <a:pt x="395265" y="53861"/>
                </a:lnTo>
                <a:lnTo>
                  <a:pt x="395253" y="52557"/>
                </a:lnTo>
                <a:lnTo>
                  <a:pt x="395214" y="51277"/>
                </a:lnTo>
                <a:lnTo>
                  <a:pt x="395151" y="50024"/>
                </a:lnTo>
                <a:lnTo>
                  <a:pt x="395061" y="48796"/>
                </a:lnTo>
                <a:lnTo>
                  <a:pt x="394947" y="47594"/>
                </a:lnTo>
                <a:lnTo>
                  <a:pt x="394806" y="46417"/>
                </a:lnTo>
                <a:lnTo>
                  <a:pt x="394641" y="45266"/>
                </a:lnTo>
                <a:lnTo>
                  <a:pt x="394449" y="44141"/>
                </a:lnTo>
                <a:lnTo>
                  <a:pt x="394232" y="43041"/>
                </a:lnTo>
                <a:lnTo>
                  <a:pt x="393990" y="41967"/>
                </a:lnTo>
                <a:lnTo>
                  <a:pt x="393722" y="40918"/>
                </a:lnTo>
                <a:lnTo>
                  <a:pt x="393429" y="39895"/>
                </a:lnTo>
                <a:lnTo>
                  <a:pt x="393110" y="38898"/>
                </a:lnTo>
                <a:lnTo>
                  <a:pt x="392766" y="37926"/>
                </a:lnTo>
                <a:lnTo>
                  <a:pt x="392396" y="36980"/>
                </a:lnTo>
                <a:lnTo>
                  <a:pt x="392001" y="36060"/>
                </a:lnTo>
                <a:lnTo>
                  <a:pt x="391580" y="35165"/>
                </a:lnTo>
                <a:lnTo>
                  <a:pt x="391134" y="34296"/>
                </a:lnTo>
                <a:lnTo>
                  <a:pt x="390662" y="33452"/>
                </a:lnTo>
                <a:lnTo>
                  <a:pt x="390164" y="32634"/>
                </a:lnTo>
                <a:lnTo>
                  <a:pt x="389641" y="31842"/>
                </a:lnTo>
                <a:lnTo>
                  <a:pt x="389093" y="31075"/>
                </a:lnTo>
                <a:lnTo>
                  <a:pt x="388519" y="30334"/>
                </a:lnTo>
                <a:lnTo>
                  <a:pt x="387920" y="29619"/>
                </a:lnTo>
                <a:lnTo>
                  <a:pt x="387298" y="28931"/>
                </a:lnTo>
                <a:lnTo>
                  <a:pt x="386656" y="28272"/>
                </a:lnTo>
                <a:lnTo>
                  <a:pt x="385995" y="27642"/>
                </a:lnTo>
                <a:lnTo>
                  <a:pt x="385314" y="27042"/>
                </a:lnTo>
                <a:lnTo>
                  <a:pt x="384614" y="26471"/>
                </a:lnTo>
                <a:lnTo>
                  <a:pt x="383893" y="25929"/>
                </a:lnTo>
                <a:lnTo>
                  <a:pt x="383153" y="25417"/>
                </a:lnTo>
                <a:lnTo>
                  <a:pt x="382394" y="24934"/>
                </a:lnTo>
                <a:lnTo>
                  <a:pt x="381615" y="24480"/>
                </a:lnTo>
                <a:lnTo>
                  <a:pt x="380816" y="24055"/>
                </a:lnTo>
                <a:lnTo>
                  <a:pt x="379997" y="23660"/>
                </a:lnTo>
                <a:lnTo>
                  <a:pt x="379159" y="23294"/>
                </a:lnTo>
                <a:lnTo>
                  <a:pt x="378301" y="22957"/>
                </a:lnTo>
                <a:lnTo>
                  <a:pt x="377424" y="22649"/>
                </a:lnTo>
                <a:lnTo>
                  <a:pt x="376527" y="22371"/>
                </a:lnTo>
                <a:lnTo>
                  <a:pt x="375610" y="22122"/>
                </a:lnTo>
                <a:lnTo>
                  <a:pt x="374674" y="21903"/>
                </a:lnTo>
                <a:lnTo>
                  <a:pt x="373717" y="21712"/>
                </a:lnTo>
                <a:lnTo>
                  <a:pt x="372742" y="21551"/>
                </a:lnTo>
                <a:lnTo>
                  <a:pt x="371746" y="21420"/>
                </a:lnTo>
                <a:lnTo>
                  <a:pt x="370731" y="21317"/>
                </a:lnTo>
                <a:lnTo>
                  <a:pt x="369696" y="21244"/>
                </a:lnTo>
                <a:lnTo>
                  <a:pt x="368642" y="21200"/>
                </a:lnTo>
                <a:lnTo>
                  <a:pt x="367568" y="21185"/>
                </a:lnTo>
                <a:lnTo>
                  <a:pt x="366765" y="21193"/>
                </a:lnTo>
                <a:lnTo>
                  <a:pt x="365973" y="21216"/>
                </a:lnTo>
                <a:lnTo>
                  <a:pt x="365193" y="21255"/>
                </a:lnTo>
                <a:lnTo>
                  <a:pt x="364424" y="21310"/>
                </a:lnTo>
                <a:lnTo>
                  <a:pt x="363667" y="21380"/>
                </a:lnTo>
                <a:lnTo>
                  <a:pt x="362920" y="21466"/>
                </a:lnTo>
                <a:lnTo>
                  <a:pt x="362185" y="21567"/>
                </a:lnTo>
                <a:lnTo>
                  <a:pt x="361462" y="21684"/>
                </a:lnTo>
                <a:lnTo>
                  <a:pt x="360750" y="21817"/>
                </a:lnTo>
                <a:lnTo>
                  <a:pt x="360049" y="21965"/>
                </a:lnTo>
                <a:lnTo>
                  <a:pt x="359359" y="22129"/>
                </a:lnTo>
                <a:lnTo>
                  <a:pt x="358681" y="22308"/>
                </a:lnTo>
                <a:lnTo>
                  <a:pt x="358014" y="22504"/>
                </a:lnTo>
                <a:lnTo>
                  <a:pt x="357359" y="22714"/>
                </a:lnTo>
                <a:lnTo>
                  <a:pt x="356715" y="22940"/>
                </a:lnTo>
                <a:lnTo>
                  <a:pt x="356082" y="23182"/>
                </a:lnTo>
                <a:lnTo>
                  <a:pt x="355460" y="23440"/>
                </a:lnTo>
                <a:lnTo>
                  <a:pt x="354850" y="23713"/>
                </a:lnTo>
                <a:lnTo>
                  <a:pt x="354252" y="24001"/>
                </a:lnTo>
                <a:lnTo>
                  <a:pt x="353664" y="24305"/>
                </a:lnTo>
                <a:lnTo>
                  <a:pt x="353088" y="24625"/>
                </a:lnTo>
                <a:lnTo>
                  <a:pt x="352523" y="24961"/>
                </a:lnTo>
                <a:lnTo>
                  <a:pt x="351970" y="25312"/>
                </a:lnTo>
                <a:lnTo>
                  <a:pt x="351428" y="25678"/>
                </a:lnTo>
                <a:lnTo>
                  <a:pt x="350897" y="26059"/>
                </a:lnTo>
                <a:lnTo>
                  <a:pt x="350378" y="26451"/>
                </a:lnTo>
                <a:lnTo>
                  <a:pt x="349870" y="26856"/>
                </a:lnTo>
                <a:lnTo>
                  <a:pt x="349374" y="27272"/>
                </a:lnTo>
                <a:lnTo>
                  <a:pt x="348888" y="27701"/>
                </a:lnTo>
                <a:lnTo>
                  <a:pt x="348415" y="28142"/>
                </a:lnTo>
                <a:lnTo>
                  <a:pt x="347952" y="28595"/>
                </a:lnTo>
                <a:lnTo>
                  <a:pt x="347501" y="29060"/>
                </a:lnTo>
                <a:lnTo>
                  <a:pt x="347061" y="29537"/>
                </a:lnTo>
                <a:lnTo>
                  <a:pt x="346632" y="30026"/>
                </a:lnTo>
                <a:lnTo>
                  <a:pt x="346215" y="30527"/>
                </a:lnTo>
                <a:lnTo>
                  <a:pt x="345809" y="31040"/>
                </a:lnTo>
                <a:lnTo>
                  <a:pt x="345415" y="31566"/>
                </a:lnTo>
                <a:lnTo>
                  <a:pt x="345032" y="32103"/>
                </a:lnTo>
                <a:lnTo>
                  <a:pt x="344660" y="32653"/>
                </a:lnTo>
                <a:lnTo>
                  <a:pt x="344300" y="33214"/>
                </a:lnTo>
                <a:lnTo>
                  <a:pt x="343951" y="33788"/>
                </a:lnTo>
                <a:lnTo>
                  <a:pt x="343613" y="34373"/>
                </a:lnTo>
                <a:lnTo>
                  <a:pt x="343287" y="34971"/>
                </a:lnTo>
                <a:lnTo>
                  <a:pt x="342972" y="35581"/>
                </a:lnTo>
                <a:lnTo>
                  <a:pt x="342668" y="36203"/>
                </a:lnTo>
                <a:lnTo>
                  <a:pt x="342376" y="36837"/>
                </a:lnTo>
                <a:lnTo>
                  <a:pt x="342095" y="37483"/>
                </a:lnTo>
                <a:lnTo>
                  <a:pt x="341825" y="38141"/>
                </a:lnTo>
                <a:lnTo>
                  <a:pt x="341567" y="38809"/>
                </a:lnTo>
                <a:lnTo>
                  <a:pt x="341319" y="39487"/>
                </a:lnTo>
                <a:lnTo>
                  <a:pt x="341083" y="40172"/>
                </a:lnTo>
                <a:lnTo>
                  <a:pt x="340857" y="40867"/>
                </a:lnTo>
                <a:lnTo>
                  <a:pt x="340643" y="41570"/>
                </a:lnTo>
                <a:lnTo>
                  <a:pt x="340439" y="42282"/>
                </a:lnTo>
                <a:lnTo>
                  <a:pt x="340247" y="43002"/>
                </a:lnTo>
                <a:lnTo>
                  <a:pt x="340065" y="43731"/>
                </a:lnTo>
                <a:lnTo>
                  <a:pt x="339895" y="44469"/>
                </a:lnTo>
                <a:lnTo>
                  <a:pt x="339735" y="45215"/>
                </a:lnTo>
                <a:lnTo>
                  <a:pt x="339587" y="45970"/>
                </a:lnTo>
                <a:lnTo>
                  <a:pt x="339450" y="46733"/>
                </a:lnTo>
                <a:lnTo>
                  <a:pt x="339323" y="47506"/>
                </a:lnTo>
                <a:lnTo>
                  <a:pt x="339208" y="48286"/>
                </a:lnTo>
                <a:lnTo>
                  <a:pt x="339103" y="49076"/>
                </a:lnTo>
                <a:lnTo>
                  <a:pt x="339010" y="49874"/>
                </a:lnTo>
                <a:lnTo>
                  <a:pt x="338927" y="50681"/>
                </a:lnTo>
                <a:lnTo>
                  <a:pt x="338856" y="51496"/>
                </a:lnTo>
                <a:lnTo>
                  <a:pt x="338795" y="52320"/>
                </a:lnTo>
                <a:lnTo>
                  <a:pt x="338746" y="53153"/>
                </a:lnTo>
                <a:lnTo>
                  <a:pt x="338707" y="53995"/>
                </a:lnTo>
                <a:lnTo>
                  <a:pt x="338680" y="54845"/>
                </a:lnTo>
                <a:lnTo>
                  <a:pt x="338663" y="55703"/>
                </a:lnTo>
                <a:lnTo>
                  <a:pt x="338658" y="56571"/>
                </a:lnTo>
                <a:lnTo>
                  <a:pt x="338663" y="57404"/>
                </a:lnTo>
                <a:lnTo>
                  <a:pt x="338680" y="58230"/>
                </a:lnTo>
                <a:lnTo>
                  <a:pt x="338709" y="59049"/>
                </a:lnTo>
                <a:lnTo>
                  <a:pt x="338748" y="59862"/>
                </a:lnTo>
                <a:lnTo>
                  <a:pt x="338800" y="60667"/>
                </a:lnTo>
                <a:lnTo>
                  <a:pt x="338862" y="61466"/>
                </a:lnTo>
                <a:lnTo>
                  <a:pt x="338936" y="62257"/>
                </a:lnTo>
                <a:lnTo>
                  <a:pt x="339021" y="63042"/>
                </a:lnTo>
                <a:lnTo>
                  <a:pt x="339117" y="63819"/>
                </a:lnTo>
                <a:lnTo>
                  <a:pt x="339225" y="64590"/>
                </a:lnTo>
                <a:lnTo>
                  <a:pt x="339344" y="65354"/>
                </a:lnTo>
                <a:lnTo>
                  <a:pt x="339475" y="66111"/>
                </a:lnTo>
                <a:lnTo>
                  <a:pt x="339617" y="66860"/>
                </a:lnTo>
                <a:lnTo>
                  <a:pt x="339770" y="67603"/>
                </a:lnTo>
                <a:lnTo>
                  <a:pt x="339934" y="68339"/>
                </a:lnTo>
                <a:lnTo>
                  <a:pt x="340110" y="69068"/>
                </a:lnTo>
                <a:lnTo>
                  <a:pt x="340298" y="69790"/>
                </a:lnTo>
                <a:lnTo>
                  <a:pt x="340496" y="70505"/>
                </a:lnTo>
                <a:lnTo>
                  <a:pt x="340706" y="71214"/>
                </a:lnTo>
                <a:lnTo>
                  <a:pt x="340927" y="71915"/>
                </a:lnTo>
                <a:lnTo>
                  <a:pt x="341160" y="72609"/>
                </a:lnTo>
                <a:lnTo>
                  <a:pt x="341404" y="73296"/>
                </a:lnTo>
                <a:lnTo>
                  <a:pt x="341659" y="73977"/>
                </a:lnTo>
                <a:lnTo>
                  <a:pt x="341926" y="74650"/>
                </a:lnTo>
                <a:lnTo>
                  <a:pt x="342204" y="75314"/>
                </a:lnTo>
                <a:lnTo>
                  <a:pt x="342494" y="75967"/>
                </a:lnTo>
                <a:lnTo>
                  <a:pt x="342796" y="76607"/>
                </a:lnTo>
                <a:lnTo>
                  <a:pt x="343110" y="77236"/>
                </a:lnTo>
                <a:lnTo>
                  <a:pt x="343436" y="77854"/>
                </a:lnTo>
                <a:lnTo>
                  <a:pt x="343773" y="78459"/>
                </a:lnTo>
                <a:lnTo>
                  <a:pt x="344122" y="79053"/>
                </a:lnTo>
                <a:lnTo>
                  <a:pt x="344483" y="79635"/>
                </a:lnTo>
                <a:lnTo>
                  <a:pt x="344856" y="80206"/>
                </a:lnTo>
                <a:lnTo>
                  <a:pt x="345241" y="80765"/>
                </a:lnTo>
                <a:lnTo>
                  <a:pt x="345637" y="81312"/>
                </a:lnTo>
                <a:lnTo>
                  <a:pt x="346045" y="81847"/>
                </a:lnTo>
                <a:lnTo>
                  <a:pt x="346465" y="82371"/>
                </a:lnTo>
                <a:lnTo>
                  <a:pt x="346897" y="82883"/>
                </a:lnTo>
                <a:lnTo>
                  <a:pt x="347341" y="83383"/>
                </a:lnTo>
                <a:lnTo>
                  <a:pt x="347797" y="83872"/>
                </a:lnTo>
                <a:lnTo>
                  <a:pt x="348264" y="84349"/>
                </a:lnTo>
                <a:lnTo>
                  <a:pt x="348743" y="84814"/>
                </a:lnTo>
                <a:lnTo>
                  <a:pt x="349234" y="85267"/>
                </a:lnTo>
                <a:lnTo>
                  <a:pt x="349737" y="85709"/>
                </a:lnTo>
                <a:lnTo>
                  <a:pt x="350251" y="86139"/>
                </a:lnTo>
                <a:lnTo>
                  <a:pt x="350778" y="86558"/>
                </a:lnTo>
                <a:lnTo>
                  <a:pt x="351316" y="86965"/>
                </a:lnTo>
                <a:lnTo>
                  <a:pt x="351866" y="87360"/>
                </a:lnTo>
                <a:lnTo>
                  <a:pt x="352428" y="87741"/>
                </a:lnTo>
                <a:lnTo>
                  <a:pt x="353003" y="88105"/>
                </a:lnTo>
                <a:lnTo>
                  <a:pt x="353590" y="88454"/>
                </a:lnTo>
                <a:lnTo>
                  <a:pt x="354189" y="88786"/>
                </a:lnTo>
                <a:lnTo>
                  <a:pt x="354801" y="89102"/>
                </a:lnTo>
                <a:lnTo>
                  <a:pt x="355425" y="89402"/>
                </a:lnTo>
                <a:lnTo>
                  <a:pt x="356062" y="89686"/>
                </a:lnTo>
                <a:lnTo>
                  <a:pt x="356711" y="89953"/>
                </a:lnTo>
                <a:lnTo>
                  <a:pt x="357372" y="90204"/>
                </a:lnTo>
                <a:lnTo>
                  <a:pt x="358046" y="90439"/>
                </a:lnTo>
                <a:lnTo>
                  <a:pt x="358732" y="90658"/>
                </a:lnTo>
                <a:lnTo>
                  <a:pt x="359431" y="90861"/>
                </a:lnTo>
                <a:lnTo>
                  <a:pt x="360142" y="91047"/>
                </a:lnTo>
                <a:lnTo>
                  <a:pt x="360865" y="91217"/>
                </a:lnTo>
                <a:lnTo>
                  <a:pt x="361601" y="91371"/>
                </a:lnTo>
                <a:lnTo>
                  <a:pt x="362349" y="91509"/>
                </a:lnTo>
                <a:lnTo>
                  <a:pt x="363110" y="91631"/>
                </a:lnTo>
                <a:lnTo>
                  <a:pt x="363883" y="91736"/>
                </a:lnTo>
                <a:lnTo>
                  <a:pt x="364668" y="91825"/>
                </a:lnTo>
                <a:lnTo>
                  <a:pt x="365466" y="91898"/>
                </a:lnTo>
                <a:lnTo>
                  <a:pt x="366276" y="91955"/>
                </a:lnTo>
                <a:lnTo>
                  <a:pt x="367099" y="91995"/>
                </a:lnTo>
                <a:lnTo>
                  <a:pt x="367934" y="92020"/>
                </a:lnTo>
                <a:lnTo>
                  <a:pt x="368781" y="92028"/>
                </a:lnTo>
                <a:lnTo>
                  <a:pt x="369451" y="92023"/>
                </a:lnTo>
                <a:lnTo>
                  <a:pt x="370113" y="92008"/>
                </a:lnTo>
                <a:lnTo>
                  <a:pt x="370768" y="91983"/>
                </a:lnTo>
                <a:lnTo>
                  <a:pt x="371415" y="91949"/>
                </a:lnTo>
                <a:close/>
                <a:moveTo>
                  <a:pt x="350416" y="47006"/>
                </a:moveTo>
                <a:lnTo>
                  <a:pt x="350540" y="46250"/>
                </a:lnTo>
                <a:lnTo>
                  <a:pt x="350676" y="45510"/>
                </a:lnTo>
                <a:lnTo>
                  <a:pt x="350825" y="44787"/>
                </a:lnTo>
                <a:lnTo>
                  <a:pt x="350986" y="44081"/>
                </a:lnTo>
                <a:lnTo>
                  <a:pt x="351160" y="43391"/>
                </a:lnTo>
                <a:lnTo>
                  <a:pt x="351346" y="42717"/>
                </a:lnTo>
                <a:lnTo>
                  <a:pt x="351545" y="42060"/>
                </a:lnTo>
                <a:lnTo>
                  <a:pt x="351757" y="41420"/>
                </a:lnTo>
                <a:lnTo>
                  <a:pt x="351981" y="40796"/>
                </a:lnTo>
                <a:lnTo>
                  <a:pt x="352217" y="40188"/>
                </a:lnTo>
                <a:lnTo>
                  <a:pt x="352466" y="39598"/>
                </a:lnTo>
                <a:lnTo>
                  <a:pt x="352727" y="39023"/>
                </a:lnTo>
                <a:lnTo>
                  <a:pt x="353001" y="38466"/>
                </a:lnTo>
                <a:lnTo>
                  <a:pt x="353288" y="37924"/>
                </a:lnTo>
                <a:lnTo>
                  <a:pt x="353587" y="37400"/>
                </a:lnTo>
                <a:lnTo>
                  <a:pt x="353898" y="36892"/>
                </a:lnTo>
                <a:lnTo>
                  <a:pt x="354222" y="36400"/>
                </a:lnTo>
                <a:lnTo>
                  <a:pt x="354559" y="35925"/>
                </a:lnTo>
                <a:lnTo>
                  <a:pt x="354908" y="35467"/>
                </a:lnTo>
                <a:lnTo>
                  <a:pt x="355269" y="35025"/>
                </a:lnTo>
                <a:lnTo>
                  <a:pt x="355643" y="34600"/>
                </a:lnTo>
                <a:lnTo>
                  <a:pt x="356029" y="34194"/>
                </a:lnTo>
                <a:lnTo>
                  <a:pt x="356427" y="33805"/>
                </a:lnTo>
                <a:lnTo>
                  <a:pt x="356837" y="33435"/>
                </a:lnTo>
                <a:lnTo>
                  <a:pt x="357259" y="33083"/>
                </a:lnTo>
                <a:lnTo>
                  <a:pt x="357693" y="32748"/>
                </a:lnTo>
                <a:lnTo>
                  <a:pt x="358139" y="32432"/>
                </a:lnTo>
                <a:lnTo>
                  <a:pt x="358598" y="32134"/>
                </a:lnTo>
                <a:lnTo>
                  <a:pt x="359068" y="31854"/>
                </a:lnTo>
                <a:lnTo>
                  <a:pt x="359550" y="31592"/>
                </a:lnTo>
                <a:lnTo>
                  <a:pt x="360045" y="31348"/>
                </a:lnTo>
                <a:lnTo>
                  <a:pt x="360551" y="31122"/>
                </a:lnTo>
                <a:lnTo>
                  <a:pt x="361070" y="30914"/>
                </a:lnTo>
                <a:lnTo>
                  <a:pt x="361600" y="30725"/>
                </a:lnTo>
                <a:lnTo>
                  <a:pt x="362143" y="30553"/>
                </a:lnTo>
                <a:lnTo>
                  <a:pt x="362697" y="30399"/>
                </a:lnTo>
                <a:lnTo>
                  <a:pt x="363264" y="30264"/>
                </a:lnTo>
                <a:lnTo>
                  <a:pt x="363843" y="30146"/>
                </a:lnTo>
                <a:lnTo>
                  <a:pt x="364433" y="30047"/>
                </a:lnTo>
                <a:lnTo>
                  <a:pt x="365036" y="29966"/>
                </a:lnTo>
                <a:lnTo>
                  <a:pt x="365651" y="29903"/>
                </a:lnTo>
                <a:lnTo>
                  <a:pt x="366278" y="29857"/>
                </a:lnTo>
                <a:lnTo>
                  <a:pt x="366917" y="29830"/>
                </a:lnTo>
                <a:lnTo>
                  <a:pt x="367568" y="29821"/>
                </a:lnTo>
                <a:lnTo>
                  <a:pt x="368208" y="29830"/>
                </a:lnTo>
                <a:lnTo>
                  <a:pt x="368836" y="29858"/>
                </a:lnTo>
                <a:lnTo>
                  <a:pt x="369452" y="29903"/>
                </a:lnTo>
                <a:lnTo>
                  <a:pt x="370056" y="29967"/>
                </a:lnTo>
                <a:lnTo>
                  <a:pt x="370648" y="30049"/>
                </a:lnTo>
                <a:lnTo>
                  <a:pt x="371228" y="30149"/>
                </a:lnTo>
                <a:lnTo>
                  <a:pt x="371796" y="30267"/>
                </a:lnTo>
                <a:lnTo>
                  <a:pt x="372353" y="30403"/>
                </a:lnTo>
                <a:lnTo>
                  <a:pt x="372897" y="30558"/>
                </a:lnTo>
                <a:lnTo>
                  <a:pt x="373430" y="30731"/>
                </a:lnTo>
                <a:lnTo>
                  <a:pt x="373950" y="30922"/>
                </a:lnTo>
                <a:lnTo>
                  <a:pt x="374459" y="31131"/>
                </a:lnTo>
                <a:lnTo>
                  <a:pt x="374955" y="31359"/>
                </a:lnTo>
                <a:lnTo>
                  <a:pt x="375440" y="31604"/>
                </a:lnTo>
                <a:lnTo>
                  <a:pt x="375913" y="31868"/>
                </a:lnTo>
                <a:lnTo>
                  <a:pt x="376374" y="32150"/>
                </a:lnTo>
                <a:lnTo>
                  <a:pt x="376823" y="32450"/>
                </a:lnTo>
                <a:lnTo>
                  <a:pt x="377260" y="32768"/>
                </a:lnTo>
                <a:lnTo>
                  <a:pt x="377685" y="33105"/>
                </a:lnTo>
                <a:lnTo>
                  <a:pt x="378098" y="33460"/>
                </a:lnTo>
                <a:lnTo>
                  <a:pt x="378499" y="33833"/>
                </a:lnTo>
                <a:lnTo>
                  <a:pt x="378888" y="34224"/>
                </a:lnTo>
                <a:lnTo>
                  <a:pt x="379266" y="34633"/>
                </a:lnTo>
                <a:lnTo>
                  <a:pt x="379631" y="35061"/>
                </a:lnTo>
                <a:lnTo>
                  <a:pt x="379983" y="35505"/>
                </a:lnTo>
                <a:lnTo>
                  <a:pt x="380321" y="35966"/>
                </a:lnTo>
                <a:lnTo>
                  <a:pt x="380645" y="36443"/>
                </a:lnTo>
                <a:lnTo>
                  <a:pt x="380954" y="36936"/>
                </a:lnTo>
                <a:lnTo>
                  <a:pt x="381250" y="37446"/>
                </a:lnTo>
                <a:lnTo>
                  <a:pt x="381530" y="37971"/>
                </a:lnTo>
                <a:lnTo>
                  <a:pt x="381797" y="38513"/>
                </a:lnTo>
                <a:lnTo>
                  <a:pt x="382049" y="39071"/>
                </a:lnTo>
                <a:lnTo>
                  <a:pt x="382288" y="39645"/>
                </a:lnTo>
                <a:lnTo>
                  <a:pt x="382511" y="40235"/>
                </a:lnTo>
                <a:lnTo>
                  <a:pt x="382721" y="40842"/>
                </a:lnTo>
                <a:lnTo>
                  <a:pt x="382916" y="41464"/>
                </a:lnTo>
                <a:lnTo>
                  <a:pt x="383097" y="42103"/>
                </a:lnTo>
                <a:lnTo>
                  <a:pt x="383264" y="42758"/>
                </a:lnTo>
                <a:lnTo>
                  <a:pt x="383416" y="43429"/>
                </a:lnTo>
                <a:lnTo>
                  <a:pt x="383554" y="44116"/>
                </a:lnTo>
                <a:lnTo>
                  <a:pt x="383678" y="44820"/>
                </a:lnTo>
                <a:lnTo>
                  <a:pt x="383788" y="45540"/>
                </a:lnTo>
                <a:lnTo>
                  <a:pt x="383883" y="46275"/>
                </a:lnTo>
                <a:lnTo>
                  <a:pt x="383964" y="47027"/>
                </a:lnTo>
                <a:lnTo>
                  <a:pt x="384031" y="47795"/>
                </a:lnTo>
                <a:lnTo>
                  <a:pt x="384084" y="48580"/>
                </a:lnTo>
                <a:lnTo>
                  <a:pt x="384122" y="49380"/>
                </a:lnTo>
                <a:lnTo>
                  <a:pt x="384146" y="50197"/>
                </a:lnTo>
                <a:lnTo>
                  <a:pt x="350047" y="50197"/>
                </a:lnTo>
                <a:lnTo>
                  <a:pt x="350120" y="49374"/>
                </a:lnTo>
                <a:lnTo>
                  <a:pt x="350206" y="48569"/>
                </a:lnTo>
                <a:lnTo>
                  <a:pt x="350305" y="47779"/>
                </a:lnTo>
                <a:lnTo>
                  <a:pt x="350416" y="47006"/>
                </a:lnTo>
                <a:close/>
                <a:moveTo>
                  <a:pt x="435467" y="91995"/>
                </a:moveTo>
                <a:lnTo>
                  <a:pt x="435915" y="91977"/>
                </a:lnTo>
                <a:lnTo>
                  <a:pt x="436361" y="91954"/>
                </a:lnTo>
                <a:lnTo>
                  <a:pt x="436804" y="91928"/>
                </a:lnTo>
                <a:lnTo>
                  <a:pt x="437244" y="91898"/>
                </a:lnTo>
                <a:lnTo>
                  <a:pt x="437682" y="91863"/>
                </a:lnTo>
                <a:lnTo>
                  <a:pt x="438117" y="91824"/>
                </a:lnTo>
                <a:lnTo>
                  <a:pt x="438549" y="91782"/>
                </a:lnTo>
                <a:lnTo>
                  <a:pt x="438978" y="91735"/>
                </a:lnTo>
                <a:lnTo>
                  <a:pt x="439405" y="91684"/>
                </a:lnTo>
                <a:lnTo>
                  <a:pt x="439829" y="91629"/>
                </a:lnTo>
                <a:lnTo>
                  <a:pt x="440251" y="91571"/>
                </a:lnTo>
                <a:lnTo>
                  <a:pt x="440670" y="91508"/>
                </a:lnTo>
                <a:lnTo>
                  <a:pt x="441086" y="91441"/>
                </a:lnTo>
                <a:lnTo>
                  <a:pt x="441499" y="91369"/>
                </a:lnTo>
                <a:lnTo>
                  <a:pt x="441910" y="91294"/>
                </a:lnTo>
                <a:lnTo>
                  <a:pt x="442318" y="91215"/>
                </a:lnTo>
                <a:lnTo>
                  <a:pt x="442723" y="91132"/>
                </a:lnTo>
                <a:lnTo>
                  <a:pt x="443126" y="91044"/>
                </a:lnTo>
                <a:lnTo>
                  <a:pt x="443526" y="90953"/>
                </a:lnTo>
                <a:lnTo>
                  <a:pt x="443923" y="90857"/>
                </a:lnTo>
                <a:lnTo>
                  <a:pt x="444317" y="90758"/>
                </a:lnTo>
                <a:lnTo>
                  <a:pt x="444707" y="90654"/>
                </a:lnTo>
                <a:lnTo>
                  <a:pt x="445092" y="90546"/>
                </a:lnTo>
                <a:lnTo>
                  <a:pt x="445473" y="90433"/>
                </a:lnTo>
                <a:lnTo>
                  <a:pt x="445850" y="90315"/>
                </a:lnTo>
                <a:lnTo>
                  <a:pt x="446223" y="90194"/>
                </a:lnTo>
                <a:lnTo>
                  <a:pt x="446591" y="90068"/>
                </a:lnTo>
                <a:lnTo>
                  <a:pt x="446956" y="89937"/>
                </a:lnTo>
                <a:lnTo>
                  <a:pt x="447316" y="89802"/>
                </a:lnTo>
                <a:lnTo>
                  <a:pt x="447672" y="89663"/>
                </a:lnTo>
                <a:lnTo>
                  <a:pt x="448023" y="89519"/>
                </a:lnTo>
                <a:lnTo>
                  <a:pt x="448371" y="89370"/>
                </a:lnTo>
                <a:lnTo>
                  <a:pt x="448714" y="89218"/>
                </a:lnTo>
                <a:lnTo>
                  <a:pt x="449053" y="89061"/>
                </a:lnTo>
                <a:lnTo>
                  <a:pt x="449388" y="88899"/>
                </a:lnTo>
                <a:lnTo>
                  <a:pt x="449719" y="88733"/>
                </a:lnTo>
                <a:lnTo>
                  <a:pt x="450045" y="88563"/>
                </a:lnTo>
                <a:lnTo>
                  <a:pt x="450367" y="88388"/>
                </a:lnTo>
                <a:lnTo>
                  <a:pt x="450685" y="88209"/>
                </a:lnTo>
                <a:lnTo>
                  <a:pt x="450999" y="88025"/>
                </a:lnTo>
                <a:lnTo>
                  <a:pt x="451309" y="87837"/>
                </a:lnTo>
                <a:lnTo>
                  <a:pt x="451614" y="87644"/>
                </a:lnTo>
                <a:lnTo>
                  <a:pt x="451915" y="87447"/>
                </a:lnTo>
                <a:lnTo>
                  <a:pt x="452212" y="87246"/>
                </a:lnTo>
                <a:lnTo>
                  <a:pt x="452504" y="87040"/>
                </a:lnTo>
                <a:lnTo>
                  <a:pt x="452791" y="86829"/>
                </a:lnTo>
                <a:lnTo>
                  <a:pt x="453072" y="86613"/>
                </a:lnTo>
                <a:lnTo>
                  <a:pt x="453347" y="86393"/>
                </a:lnTo>
                <a:lnTo>
                  <a:pt x="453618" y="86168"/>
                </a:lnTo>
                <a:lnTo>
                  <a:pt x="453882" y="85938"/>
                </a:lnTo>
                <a:lnTo>
                  <a:pt x="454141" y="85703"/>
                </a:lnTo>
                <a:lnTo>
                  <a:pt x="454395" y="85463"/>
                </a:lnTo>
                <a:lnTo>
                  <a:pt x="454643" y="85219"/>
                </a:lnTo>
                <a:lnTo>
                  <a:pt x="454885" y="84970"/>
                </a:lnTo>
                <a:lnTo>
                  <a:pt x="455123" y="84716"/>
                </a:lnTo>
                <a:lnTo>
                  <a:pt x="455354" y="84457"/>
                </a:lnTo>
                <a:lnTo>
                  <a:pt x="455580" y="84193"/>
                </a:lnTo>
                <a:lnTo>
                  <a:pt x="455801" y="83925"/>
                </a:lnTo>
                <a:lnTo>
                  <a:pt x="456016" y="83652"/>
                </a:lnTo>
                <a:lnTo>
                  <a:pt x="456226" y="83374"/>
                </a:lnTo>
                <a:lnTo>
                  <a:pt x="456430" y="83091"/>
                </a:lnTo>
                <a:lnTo>
                  <a:pt x="456628" y="82803"/>
                </a:lnTo>
                <a:lnTo>
                  <a:pt x="456821" y="82511"/>
                </a:lnTo>
                <a:lnTo>
                  <a:pt x="457009" y="82214"/>
                </a:lnTo>
                <a:lnTo>
                  <a:pt x="457191" y="81912"/>
                </a:lnTo>
                <a:lnTo>
                  <a:pt x="457368" y="81605"/>
                </a:lnTo>
                <a:lnTo>
                  <a:pt x="457539" y="81294"/>
                </a:lnTo>
                <a:lnTo>
                  <a:pt x="457704" y="80977"/>
                </a:lnTo>
                <a:lnTo>
                  <a:pt x="457864" y="80656"/>
                </a:lnTo>
                <a:lnTo>
                  <a:pt x="458017" y="80330"/>
                </a:lnTo>
                <a:lnTo>
                  <a:pt x="458162" y="79999"/>
                </a:lnTo>
                <a:lnTo>
                  <a:pt x="458302" y="79663"/>
                </a:lnTo>
                <a:lnTo>
                  <a:pt x="458434" y="79322"/>
                </a:lnTo>
                <a:lnTo>
                  <a:pt x="458559" y="78976"/>
                </a:lnTo>
                <a:lnTo>
                  <a:pt x="458678" y="78625"/>
                </a:lnTo>
                <a:lnTo>
                  <a:pt x="458790" y="78269"/>
                </a:lnTo>
                <a:lnTo>
                  <a:pt x="458895" y="77908"/>
                </a:lnTo>
                <a:lnTo>
                  <a:pt x="458994" y="77543"/>
                </a:lnTo>
                <a:lnTo>
                  <a:pt x="459085" y="77172"/>
                </a:lnTo>
                <a:lnTo>
                  <a:pt x="459170" y="76797"/>
                </a:lnTo>
                <a:lnTo>
                  <a:pt x="459248" y="76417"/>
                </a:lnTo>
                <a:lnTo>
                  <a:pt x="459319" y="76032"/>
                </a:lnTo>
                <a:lnTo>
                  <a:pt x="459384" y="75641"/>
                </a:lnTo>
                <a:lnTo>
                  <a:pt x="459442" y="75246"/>
                </a:lnTo>
                <a:lnTo>
                  <a:pt x="459492" y="74846"/>
                </a:lnTo>
                <a:lnTo>
                  <a:pt x="459537" y="74442"/>
                </a:lnTo>
                <a:lnTo>
                  <a:pt x="459574" y="74032"/>
                </a:lnTo>
                <a:lnTo>
                  <a:pt x="459604" y="73617"/>
                </a:lnTo>
                <a:lnTo>
                  <a:pt x="459628" y="73197"/>
                </a:lnTo>
                <a:lnTo>
                  <a:pt x="459645" y="72773"/>
                </a:lnTo>
                <a:lnTo>
                  <a:pt x="459655" y="72344"/>
                </a:lnTo>
                <a:lnTo>
                  <a:pt x="459659" y="71909"/>
                </a:lnTo>
                <a:lnTo>
                  <a:pt x="459654" y="71382"/>
                </a:lnTo>
                <a:lnTo>
                  <a:pt x="459641" y="70863"/>
                </a:lnTo>
                <a:lnTo>
                  <a:pt x="459619" y="70352"/>
                </a:lnTo>
                <a:lnTo>
                  <a:pt x="459588" y="69849"/>
                </a:lnTo>
                <a:lnTo>
                  <a:pt x="459549" y="69354"/>
                </a:lnTo>
                <a:lnTo>
                  <a:pt x="459501" y="68867"/>
                </a:lnTo>
                <a:lnTo>
                  <a:pt x="459444" y="68389"/>
                </a:lnTo>
                <a:lnTo>
                  <a:pt x="459378" y="67918"/>
                </a:lnTo>
                <a:lnTo>
                  <a:pt x="459303" y="67456"/>
                </a:lnTo>
                <a:lnTo>
                  <a:pt x="459220" y="67002"/>
                </a:lnTo>
                <a:lnTo>
                  <a:pt x="459128" y="66556"/>
                </a:lnTo>
                <a:lnTo>
                  <a:pt x="459027" y="66118"/>
                </a:lnTo>
                <a:lnTo>
                  <a:pt x="458917" y="65688"/>
                </a:lnTo>
                <a:lnTo>
                  <a:pt x="458799" y="65266"/>
                </a:lnTo>
                <a:lnTo>
                  <a:pt x="458672" y="64853"/>
                </a:lnTo>
                <a:lnTo>
                  <a:pt x="458536" y="64447"/>
                </a:lnTo>
                <a:lnTo>
                  <a:pt x="458391" y="64050"/>
                </a:lnTo>
                <a:lnTo>
                  <a:pt x="458237" y="63661"/>
                </a:lnTo>
                <a:lnTo>
                  <a:pt x="458075" y="63280"/>
                </a:lnTo>
                <a:lnTo>
                  <a:pt x="457904" y="62907"/>
                </a:lnTo>
                <a:lnTo>
                  <a:pt x="457724" y="62542"/>
                </a:lnTo>
                <a:lnTo>
                  <a:pt x="457535" y="62185"/>
                </a:lnTo>
                <a:lnTo>
                  <a:pt x="457338" y="61836"/>
                </a:lnTo>
                <a:lnTo>
                  <a:pt x="457132" y="61496"/>
                </a:lnTo>
                <a:lnTo>
                  <a:pt x="456917" y="61162"/>
                </a:lnTo>
                <a:lnTo>
                  <a:pt x="456694" y="60833"/>
                </a:lnTo>
                <a:lnTo>
                  <a:pt x="456462" y="60509"/>
                </a:lnTo>
                <a:lnTo>
                  <a:pt x="456222" y="60191"/>
                </a:lnTo>
                <a:lnTo>
                  <a:pt x="455973" y="59877"/>
                </a:lnTo>
                <a:lnTo>
                  <a:pt x="455716" y="59569"/>
                </a:lnTo>
                <a:lnTo>
                  <a:pt x="455451" y="59266"/>
                </a:lnTo>
                <a:lnTo>
                  <a:pt x="455177" y="58968"/>
                </a:lnTo>
                <a:lnTo>
                  <a:pt x="454895" y="58676"/>
                </a:lnTo>
                <a:lnTo>
                  <a:pt x="454604" y="58388"/>
                </a:lnTo>
                <a:lnTo>
                  <a:pt x="454305" y="58106"/>
                </a:lnTo>
                <a:lnTo>
                  <a:pt x="453998" y="57829"/>
                </a:lnTo>
                <a:lnTo>
                  <a:pt x="453682" y="57557"/>
                </a:lnTo>
                <a:lnTo>
                  <a:pt x="453358" y="57290"/>
                </a:lnTo>
                <a:lnTo>
                  <a:pt x="453025" y="57028"/>
                </a:lnTo>
                <a:lnTo>
                  <a:pt x="452684" y="56772"/>
                </a:lnTo>
                <a:lnTo>
                  <a:pt x="452334" y="56521"/>
                </a:lnTo>
                <a:lnTo>
                  <a:pt x="451976" y="56275"/>
                </a:lnTo>
                <a:lnTo>
                  <a:pt x="451610" y="56034"/>
                </a:lnTo>
                <a:lnTo>
                  <a:pt x="451235" y="55798"/>
                </a:lnTo>
                <a:lnTo>
                  <a:pt x="450852" y="55568"/>
                </a:lnTo>
                <a:lnTo>
                  <a:pt x="450460" y="55342"/>
                </a:lnTo>
                <a:lnTo>
                  <a:pt x="450060" y="55122"/>
                </a:lnTo>
                <a:lnTo>
                  <a:pt x="449651" y="54907"/>
                </a:lnTo>
                <a:lnTo>
                  <a:pt x="449234" y="54696"/>
                </a:lnTo>
                <a:lnTo>
                  <a:pt x="448809" y="54487"/>
                </a:lnTo>
                <a:lnTo>
                  <a:pt x="448375" y="54280"/>
                </a:lnTo>
                <a:lnTo>
                  <a:pt x="447932" y="54076"/>
                </a:lnTo>
                <a:lnTo>
                  <a:pt x="447481" y="53875"/>
                </a:lnTo>
                <a:lnTo>
                  <a:pt x="447021" y="53676"/>
                </a:lnTo>
                <a:lnTo>
                  <a:pt x="446553" y="53479"/>
                </a:lnTo>
                <a:lnTo>
                  <a:pt x="446076" y="53285"/>
                </a:lnTo>
                <a:lnTo>
                  <a:pt x="445590" y="53093"/>
                </a:lnTo>
                <a:lnTo>
                  <a:pt x="445097" y="52904"/>
                </a:lnTo>
                <a:lnTo>
                  <a:pt x="444594" y="52717"/>
                </a:lnTo>
                <a:lnTo>
                  <a:pt x="444083" y="52533"/>
                </a:lnTo>
                <a:lnTo>
                  <a:pt x="443564" y="52351"/>
                </a:lnTo>
                <a:lnTo>
                  <a:pt x="443036" y="52172"/>
                </a:lnTo>
                <a:lnTo>
                  <a:pt x="442499" y="51995"/>
                </a:lnTo>
                <a:lnTo>
                  <a:pt x="441954" y="51820"/>
                </a:lnTo>
                <a:lnTo>
                  <a:pt x="441400" y="51648"/>
                </a:lnTo>
                <a:lnTo>
                  <a:pt x="440838" y="51479"/>
                </a:lnTo>
                <a:lnTo>
                  <a:pt x="440267" y="51312"/>
                </a:lnTo>
                <a:lnTo>
                  <a:pt x="439688" y="51147"/>
                </a:lnTo>
                <a:lnTo>
                  <a:pt x="439100" y="50985"/>
                </a:lnTo>
                <a:lnTo>
                  <a:pt x="438504" y="50825"/>
                </a:lnTo>
                <a:lnTo>
                  <a:pt x="437899" y="50668"/>
                </a:lnTo>
                <a:lnTo>
                  <a:pt x="437285" y="50513"/>
                </a:lnTo>
                <a:lnTo>
                  <a:pt x="436734" y="50372"/>
                </a:lnTo>
                <a:lnTo>
                  <a:pt x="436192" y="50231"/>
                </a:lnTo>
                <a:lnTo>
                  <a:pt x="435659" y="50091"/>
                </a:lnTo>
                <a:lnTo>
                  <a:pt x="435136" y="49952"/>
                </a:lnTo>
                <a:lnTo>
                  <a:pt x="434622" y="49813"/>
                </a:lnTo>
                <a:lnTo>
                  <a:pt x="434118" y="49675"/>
                </a:lnTo>
                <a:lnTo>
                  <a:pt x="433623" y="49537"/>
                </a:lnTo>
                <a:lnTo>
                  <a:pt x="433137" y="49400"/>
                </a:lnTo>
                <a:lnTo>
                  <a:pt x="432661" y="49264"/>
                </a:lnTo>
                <a:lnTo>
                  <a:pt x="432193" y="49128"/>
                </a:lnTo>
                <a:lnTo>
                  <a:pt x="431736" y="48993"/>
                </a:lnTo>
                <a:lnTo>
                  <a:pt x="431287" y="48858"/>
                </a:lnTo>
                <a:lnTo>
                  <a:pt x="430848" y="48724"/>
                </a:lnTo>
                <a:lnTo>
                  <a:pt x="430419" y="48591"/>
                </a:lnTo>
                <a:lnTo>
                  <a:pt x="429999" y="48458"/>
                </a:lnTo>
                <a:lnTo>
                  <a:pt x="429588" y="48326"/>
                </a:lnTo>
                <a:lnTo>
                  <a:pt x="429186" y="48195"/>
                </a:lnTo>
                <a:lnTo>
                  <a:pt x="428794" y="48064"/>
                </a:lnTo>
                <a:lnTo>
                  <a:pt x="428411" y="47933"/>
                </a:lnTo>
                <a:lnTo>
                  <a:pt x="428038" y="47804"/>
                </a:lnTo>
                <a:lnTo>
                  <a:pt x="427674" y="47675"/>
                </a:lnTo>
                <a:lnTo>
                  <a:pt x="427319" y="47546"/>
                </a:lnTo>
                <a:lnTo>
                  <a:pt x="426974" y="47419"/>
                </a:lnTo>
                <a:lnTo>
                  <a:pt x="426638" y="47292"/>
                </a:lnTo>
                <a:lnTo>
                  <a:pt x="426310" y="47164"/>
                </a:lnTo>
                <a:lnTo>
                  <a:pt x="425991" y="47035"/>
                </a:lnTo>
                <a:lnTo>
                  <a:pt x="425679" y="46904"/>
                </a:lnTo>
                <a:lnTo>
                  <a:pt x="425376" y="46773"/>
                </a:lnTo>
                <a:lnTo>
                  <a:pt x="425080" y="46640"/>
                </a:lnTo>
                <a:lnTo>
                  <a:pt x="424793" y="46505"/>
                </a:lnTo>
                <a:lnTo>
                  <a:pt x="424513" y="46369"/>
                </a:lnTo>
                <a:lnTo>
                  <a:pt x="424241" y="46232"/>
                </a:lnTo>
                <a:lnTo>
                  <a:pt x="423978" y="46094"/>
                </a:lnTo>
                <a:lnTo>
                  <a:pt x="423722" y="45954"/>
                </a:lnTo>
                <a:lnTo>
                  <a:pt x="423474" y="45813"/>
                </a:lnTo>
                <a:lnTo>
                  <a:pt x="423234" y="45670"/>
                </a:lnTo>
                <a:lnTo>
                  <a:pt x="423002" y="45526"/>
                </a:lnTo>
                <a:lnTo>
                  <a:pt x="422779" y="45381"/>
                </a:lnTo>
                <a:lnTo>
                  <a:pt x="422563" y="45234"/>
                </a:lnTo>
                <a:lnTo>
                  <a:pt x="422355" y="45087"/>
                </a:lnTo>
                <a:lnTo>
                  <a:pt x="422154" y="44937"/>
                </a:lnTo>
                <a:lnTo>
                  <a:pt x="421962" y="44787"/>
                </a:lnTo>
                <a:lnTo>
                  <a:pt x="421778" y="44635"/>
                </a:lnTo>
                <a:lnTo>
                  <a:pt x="421602" y="44481"/>
                </a:lnTo>
                <a:lnTo>
                  <a:pt x="421434" y="44327"/>
                </a:lnTo>
                <a:lnTo>
                  <a:pt x="421273" y="44171"/>
                </a:lnTo>
                <a:lnTo>
                  <a:pt x="421121" y="44013"/>
                </a:lnTo>
                <a:lnTo>
                  <a:pt x="420977" y="43855"/>
                </a:lnTo>
                <a:lnTo>
                  <a:pt x="420839" y="43694"/>
                </a:lnTo>
                <a:lnTo>
                  <a:pt x="420708" y="43530"/>
                </a:lnTo>
                <a:lnTo>
                  <a:pt x="420582" y="43363"/>
                </a:lnTo>
                <a:lnTo>
                  <a:pt x="420462" y="43193"/>
                </a:lnTo>
                <a:lnTo>
                  <a:pt x="420348" y="43020"/>
                </a:lnTo>
                <a:lnTo>
                  <a:pt x="420240" y="42845"/>
                </a:lnTo>
                <a:lnTo>
                  <a:pt x="420137" y="42666"/>
                </a:lnTo>
                <a:lnTo>
                  <a:pt x="420041" y="42484"/>
                </a:lnTo>
                <a:lnTo>
                  <a:pt x="419950" y="42300"/>
                </a:lnTo>
                <a:lnTo>
                  <a:pt x="419865" y="42112"/>
                </a:lnTo>
                <a:lnTo>
                  <a:pt x="419786" y="41922"/>
                </a:lnTo>
                <a:lnTo>
                  <a:pt x="419713" y="41728"/>
                </a:lnTo>
                <a:lnTo>
                  <a:pt x="419646" y="41532"/>
                </a:lnTo>
                <a:lnTo>
                  <a:pt x="419585" y="41333"/>
                </a:lnTo>
                <a:lnTo>
                  <a:pt x="419529" y="41131"/>
                </a:lnTo>
                <a:lnTo>
                  <a:pt x="419479" y="40926"/>
                </a:lnTo>
                <a:lnTo>
                  <a:pt x="419435" y="40717"/>
                </a:lnTo>
                <a:lnTo>
                  <a:pt x="419397" y="40506"/>
                </a:lnTo>
                <a:lnTo>
                  <a:pt x="419365" y="40292"/>
                </a:lnTo>
                <a:lnTo>
                  <a:pt x="419339" y="40075"/>
                </a:lnTo>
                <a:lnTo>
                  <a:pt x="419318" y="39856"/>
                </a:lnTo>
                <a:lnTo>
                  <a:pt x="419304" y="39633"/>
                </a:lnTo>
                <a:lnTo>
                  <a:pt x="419295" y="39407"/>
                </a:lnTo>
                <a:lnTo>
                  <a:pt x="419292" y="39178"/>
                </a:lnTo>
                <a:lnTo>
                  <a:pt x="419299" y="38775"/>
                </a:lnTo>
                <a:lnTo>
                  <a:pt x="419318" y="38381"/>
                </a:lnTo>
                <a:lnTo>
                  <a:pt x="419351" y="37996"/>
                </a:lnTo>
                <a:lnTo>
                  <a:pt x="419397" y="37619"/>
                </a:lnTo>
                <a:lnTo>
                  <a:pt x="419456" y="37252"/>
                </a:lnTo>
                <a:lnTo>
                  <a:pt x="419528" y="36894"/>
                </a:lnTo>
                <a:lnTo>
                  <a:pt x="419613" y="36545"/>
                </a:lnTo>
                <a:lnTo>
                  <a:pt x="419711" y="36204"/>
                </a:lnTo>
                <a:lnTo>
                  <a:pt x="419823" y="35873"/>
                </a:lnTo>
                <a:lnTo>
                  <a:pt x="419947" y="35551"/>
                </a:lnTo>
                <a:lnTo>
                  <a:pt x="420085" y="35238"/>
                </a:lnTo>
                <a:lnTo>
                  <a:pt x="420235" y="34934"/>
                </a:lnTo>
                <a:lnTo>
                  <a:pt x="420399" y="34638"/>
                </a:lnTo>
                <a:lnTo>
                  <a:pt x="420576" y="34352"/>
                </a:lnTo>
                <a:lnTo>
                  <a:pt x="420766" y="34075"/>
                </a:lnTo>
                <a:lnTo>
                  <a:pt x="420969" y="33807"/>
                </a:lnTo>
                <a:lnTo>
                  <a:pt x="421185" y="33548"/>
                </a:lnTo>
                <a:lnTo>
                  <a:pt x="421415" y="33298"/>
                </a:lnTo>
                <a:lnTo>
                  <a:pt x="421657" y="33057"/>
                </a:lnTo>
                <a:lnTo>
                  <a:pt x="421913" y="32825"/>
                </a:lnTo>
                <a:lnTo>
                  <a:pt x="422181" y="32602"/>
                </a:lnTo>
                <a:lnTo>
                  <a:pt x="422463" y="32388"/>
                </a:lnTo>
                <a:lnTo>
                  <a:pt x="422758" y="32183"/>
                </a:lnTo>
                <a:lnTo>
                  <a:pt x="423066" y="31987"/>
                </a:lnTo>
                <a:lnTo>
                  <a:pt x="423384" y="31799"/>
                </a:lnTo>
                <a:lnTo>
                  <a:pt x="423711" y="31619"/>
                </a:lnTo>
                <a:lnTo>
                  <a:pt x="424045" y="31447"/>
                </a:lnTo>
                <a:lnTo>
                  <a:pt x="424387" y="31284"/>
                </a:lnTo>
                <a:lnTo>
                  <a:pt x="424738" y="31128"/>
                </a:lnTo>
                <a:lnTo>
                  <a:pt x="425096" y="30980"/>
                </a:lnTo>
                <a:lnTo>
                  <a:pt x="425462" y="30840"/>
                </a:lnTo>
                <a:lnTo>
                  <a:pt x="425836" y="30709"/>
                </a:lnTo>
                <a:lnTo>
                  <a:pt x="426218" y="30585"/>
                </a:lnTo>
                <a:lnTo>
                  <a:pt x="426609" y="30469"/>
                </a:lnTo>
                <a:lnTo>
                  <a:pt x="427007" y="30361"/>
                </a:lnTo>
                <a:lnTo>
                  <a:pt x="427413" y="30261"/>
                </a:lnTo>
                <a:lnTo>
                  <a:pt x="427826" y="30170"/>
                </a:lnTo>
                <a:lnTo>
                  <a:pt x="428248" y="30086"/>
                </a:lnTo>
                <a:lnTo>
                  <a:pt x="428678" y="30010"/>
                </a:lnTo>
                <a:lnTo>
                  <a:pt x="429116" y="29942"/>
                </a:lnTo>
                <a:lnTo>
                  <a:pt x="429562" y="29882"/>
                </a:lnTo>
                <a:lnTo>
                  <a:pt x="430015" y="29830"/>
                </a:lnTo>
                <a:lnTo>
                  <a:pt x="430477" y="29786"/>
                </a:lnTo>
                <a:lnTo>
                  <a:pt x="430947" y="29750"/>
                </a:lnTo>
                <a:lnTo>
                  <a:pt x="431424" y="29722"/>
                </a:lnTo>
                <a:lnTo>
                  <a:pt x="431910" y="29702"/>
                </a:lnTo>
                <a:lnTo>
                  <a:pt x="432403" y="29690"/>
                </a:lnTo>
                <a:lnTo>
                  <a:pt x="432905" y="29686"/>
                </a:lnTo>
                <a:lnTo>
                  <a:pt x="433407" y="29692"/>
                </a:lnTo>
                <a:lnTo>
                  <a:pt x="433902" y="29708"/>
                </a:lnTo>
                <a:lnTo>
                  <a:pt x="434391" y="29735"/>
                </a:lnTo>
                <a:lnTo>
                  <a:pt x="434873" y="29773"/>
                </a:lnTo>
                <a:lnTo>
                  <a:pt x="435349" y="29821"/>
                </a:lnTo>
                <a:lnTo>
                  <a:pt x="435817" y="29881"/>
                </a:lnTo>
                <a:lnTo>
                  <a:pt x="436279" y="29951"/>
                </a:lnTo>
                <a:lnTo>
                  <a:pt x="436735" y="30032"/>
                </a:lnTo>
                <a:lnTo>
                  <a:pt x="437184" y="30123"/>
                </a:lnTo>
                <a:lnTo>
                  <a:pt x="437626" y="30226"/>
                </a:lnTo>
                <a:lnTo>
                  <a:pt x="438061" y="30339"/>
                </a:lnTo>
                <a:lnTo>
                  <a:pt x="438490" y="30463"/>
                </a:lnTo>
                <a:lnTo>
                  <a:pt x="438912" y="30598"/>
                </a:lnTo>
                <a:lnTo>
                  <a:pt x="439327" y="30744"/>
                </a:lnTo>
                <a:lnTo>
                  <a:pt x="439736" y="30900"/>
                </a:lnTo>
                <a:lnTo>
                  <a:pt x="440138" y="31068"/>
                </a:lnTo>
                <a:lnTo>
                  <a:pt x="440533" y="31246"/>
                </a:lnTo>
                <a:lnTo>
                  <a:pt x="440922" y="31434"/>
                </a:lnTo>
                <a:lnTo>
                  <a:pt x="441304" y="31634"/>
                </a:lnTo>
                <a:lnTo>
                  <a:pt x="441680" y="31845"/>
                </a:lnTo>
                <a:lnTo>
                  <a:pt x="442048" y="32066"/>
                </a:lnTo>
                <a:lnTo>
                  <a:pt x="442410" y="32298"/>
                </a:lnTo>
                <a:lnTo>
                  <a:pt x="442766" y="32541"/>
                </a:lnTo>
                <a:lnTo>
                  <a:pt x="443114" y="32794"/>
                </a:lnTo>
                <a:lnTo>
                  <a:pt x="443453" y="33061"/>
                </a:lnTo>
                <a:lnTo>
                  <a:pt x="443776" y="33342"/>
                </a:lnTo>
                <a:lnTo>
                  <a:pt x="444086" y="33638"/>
                </a:lnTo>
                <a:lnTo>
                  <a:pt x="444381" y="33949"/>
                </a:lnTo>
                <a:lnTo>
                  <a:pt x="444661" y="34275"/>
                </a:lnTo>
                <a:lnTo>
                  <a:pt x="444928" y="34615"/>
                </a:lnTo>
                <a:lnTo>
                  <a:pt x="445179" y="34971"/>
                </a:lnTo>
                <a:lnTo>
                  <a:pt x="445417" y="35341"/>
                </a:lnTo>
                <a:lnTo>
                  <a:pt x="445640" y="35727"/>
                </a:lnTo>
                <a:lnTo>
                  <a:pt x="445849" y="36127"/>
                </a:lnTo>
                <a:lnTo>
                  <a:pt x="446043" y="36542"/>
                </a:lnTo>
                <a:lnTo>
                  <a:pt x="446223" y="36971"/>
                </a:lnTo>
                <a:lnTo>
                  <a:pt x="446388" y="37416"/>
                </a:lnTo>
                <a:lnTo>
                  <a:pt x="446539" y="37876"/>
                </a:lnTo>
                <a:lnTo>
                  <a:pt x="446676" y="38350"/>
                </a:lnTo>
                <a:lnTo>
                  <a:pt x="446798" y="38839"/>
                </a:lnTo>
                <a:lnTo>
                  <a:pt x="446906" y="39343"/>
                </a:lnTo>
                <a:lnTo>
                  <a:pt x="447000" y="39862"/>
                </a:lnTo>
                <a:lnTo>
                  <a:pt x="447079" y="40396"/>
                </a:lnTo>
                <a:lnTo>
                  <a:pt x="447144" y="40945"/>
                </a:lnTo>
                <a:lnTo>
                  <a:pt x="447194" y="41508"/>
                </a:lnTo>
                <a:lnTo>
                  <a:pt x="447230" y="42086"/>
                </a:lnTo>
                <a:lnTo>
                  <a:pt x="447252" y="42680"/>
                </a:lnTo>
                <a:lnTo>
                  <a:pt x="447259" y="43288"/>
                </a:lnTo>
                <a:lnTo>
                  <a:pt x="458176" y="43288"/>
                </a:lnTo>
                <a:lnTo>
                  <a:pt x="458173" y="42806"/>
                </a:lnTo>
                <a:lnTo>
                  <a:pt x="458162" y="42331"/>
                </a:lnTo>
                <a:lnTo>
                  <a:pt x="458145" y="41860"/>
                </a:lnTo>
                <a:lnTo>
                  <a:pt x="458121" y="41396"/>
                </a:lnTo>
                <a:lnTo>
                  <a:pt x="458090" y="40937"/>
                </a:lnTo>
                <a:lnTo>
                  <a:pt x="458052" y="40483"/>
                </a:lnTo>
                <a:lnTo>
                  <a:pt x="458007" y="40035"/>
                </a:lnTo>
                <a:lnTo>
                  <a:pt x="457955" y="39592"/>
                </a:lnTo>
                <a:lnTo>
                  <a:pt x="457897" y="39155"/>
                </a:lnTo>
                <a:lnTo>
                  <a:pt x="457831" y="38724"/>
                </a:lnTo>
                <a:lnTo>
                  <a:pt x="457758" y="38298"/>
                </a:lnTo>
                <a:lnTo>
                  <a:pt x="457679" y="37877"/>
                </a:lnTo>
                <a:lnTo>
                  <a:pt x="457593" y="37463"/>
                </a:lnTo>
                <a:lnTo>
                  <a:pt x="457500" y="37053"/>
                </a:lnTo>
                <a:lnTo>
                  <a:pt x="457400" y="36649"/>
                </a:lnTo>
                <a:lnTo>
                  <a:pt x="457293" y="36251"/>
                </a:lnTo>
                <a:lnTo>
                  <a:pt x="457179" y="35858"/>
                </a:lnTo>
                <a:lnTo>
                  <a:pt x="457058" y="35471"/>
                </a:lnTo>
                <a:lnTo>
                  <a:pt x="456930" y="35090"/>
                </a:lnTo>
                <a:lnTo>
                  <a:pt x="456796" y="34713"/>
                </a:lnTo>
                <a:lnTo>
                  <a:pt x="456654" y="34343"/>
                </a:lnTo>
                <a:lnTo>
                  <a:pt x="456506" y="33978"/>
                </a:lnTo>
                <a:lnTo>
                  <a:pt x="456350" y="33618"/>
                </a:lnTo>
                <a:lnTo>
                  <a:pt x="456188" y="33264"/>
                </a:lnTo>
                <a:lnTo>
                  <a:pt x="456020" y="32916"/>
                </a:lnTo>
                <a:lnTo>
                  <a:pt x="455846" y="32573"/>
                </a:lnTo>
                <a:lnTo>
                  <a:pt x="455667" y="32235"/>
                </a:lnTo>
                <a:lnTo>
                  <a:pt x="455483" y="31903"/>
                </a:lnTo>
                <a:lnTo>
                  <a:pt x="455294" y="31576"/>
                </a:lnTo>
                <a:lnTo>
                  <a:pt x="455099" y="31254"/>
                </a:lnTo>
                <a:lnTo>
                  <a:pt x="454899" y="30938"/>
                </a:lnTo>
                <a:lnTo>
                  <a:pt x="454694" y="30628"/>
                </a:lnTo>
                <a:lnTo>
                  <a:pt x="454484" y="30322"/>
                </a:lnTo>
                <a:lnTo>
                  <a:pt x="454268" y="30023"/>
                </a:lnTo>
                <a:lnTo>
                  <a:pt x="454047" y="29728"/>
                </a:lnTo>
                <a:lnTo>
                  <a:pt x="453821" y="29439"/>
                </a:lnTo>
                <a:lnTo>
                  <a:pt x="453590" y="29156"/>
                </a:lnTo>
                <a:lnTo>
                  <a:pt x="453353" y="28877"/>
                </a:lnTo>
                <a:lnTo>
                  <a:pt x="453111" y="28605"/>
                </a:lnTo>
                <a:lnTo>
                  <a:pt x="452864" y="28337"/>
                </a:lnTo>
                <a:lnTo>
                  <a:pt x="452611" y="28075"/>
                </a:lnTo>
                <a:lnTo>
                  <a:pt x="452353" y="27819"/>
                </a:lnTo>
                <a:lnTo>
                  <a:pt x="452090" y="27568"/>
                </a:lnTo>
                <a:lnTo>
                  <a:pt x="451822" y="27322"/>
                </a:lnTo>
                <a:lnTo>
                  <a:pt x="451548" y="27081"/>
                </a:lnTo>
                <a:lnTo>
                  <a:pt x="451269" y="26847"/>
                </a:lnTo>
                <a:lnTo>
                  <a:pt x="450985" y="26617"/>
                </a:lnTo>
                <a:lnTo>
                  <a:pt x="450696" y="26393"/>
                </a:lnTo>
                <a:lnTo>
                  <a:pt x="450402" y="26174"/>
                </a:lnTo>
                <a:lnTo>
                  <a:pt x="450105" y="25960"/>
                </a:lnTo>
                <a:lnTo>
                  <a:pt x="449803" y="25750"/>
                </a:lnTo>
                <a:lnTo>
                  <a:pt x="449499" y="25546"/>
                </a:lnTo>
                <a:lnTo>
                  <a:pt x="449190" y="25346"/>
                </a:lnTo>
                <a:lnTo>
                  <a:pt x="448878" y="25151"/>
                </a:lnTo>
                <a:lnTo>
                  <a:pt x="448563" y="24961"/>
                </a:lnTo>
                <a:lnTo>
                  <a:pt x="448244" y="24775"/>
                </a:lnTo>
                <a:lnTo>
                  <a:pt x="447921" y="24595"/>
                </a:lnTo>
                <a:lnTo>
                  <a:pt x="447594" y="24419"/>
                </a:lnTo>
                <a:lnTo>
                  <a:pt x="447264" y="24248"/>
                </a:lnTo>
                <a:lnTo>
                  <a:pt x="446930" y="24082"/>
                </a:lnTo>
                <a:lnTo>
                  <a:pt x="446593" y="23920"/>
                </a:lnTo>
                <a:lnTo>
                  <a:pt x="446252" y="23764"/>
                </a:lnTo>
                <a:lnTo>
                  <a:pt x="445907" y="23612"/>
                </a:lnTo>
                <a:lnTo>
                  <a:pt x="445559" y="23465"/>
                </a:lnTo>
                <a:lnTo>
                  <a:pt x="445207" y="23322"/>
                </a:lnTo>
                <a:lnTo>
                  <a:pt x="444852" y="23185"/>
                </a:lnTo>
                <a:lnTo>
                  <a:pt x="444493" y="23052"/>
                </a:lnTo>
                <a:lnTo>
                  <a:pt x="444130" y="22924"/>
                </a:lnTo>
                <a:lnTo>
                  <a:pt x="443764" y="22801"/>
                </a:lnTo>
                <a:lnTo>
                  <a:pt x="443394" y="22683"/>
                </a:lnTo>
                <a:lnTo>
                  <a:pt x="443020" y="22570"/>
                </a:lnTo>
                <a:lnTo>
                  <a:pt x="442643" y="22461"/>
                </a:lnTo>
                <a:lnTo>
                  <a:pt x="442263" y="22357"/>
                </a:lnTo>
                <a:lnTo>
                  <a:pt x="441880" y="22257"/>
                </a:lnTo>
                <a:lnTo>
                  <a:pt x="441495" y="22162"/>
                </a:lnTo>
                <a:lnTo>
                  <a:pt x="441109" y="22071"/>
                </a:lnTo>
                <a:lnTo>
                  <a:pt x="440720" y="21985"/>
                </a:lnTo>
                <a:lnTo>
                  <a:pt x="440328" y="21903"/>
                </a:lnTo>
                <a:lnTo>
                  <a:pt x="439935" y="21825"/>
                </a:lnTo>
                <a:lnTo>
                  <a:pt x="439539" y="21752"/>
                </a:lnTo>
                <a:lnTo>
                  <a:pt x="439141" y="21684"/>
                </a:lnTo>
                <a:lnTo>
                  <a:pt x="438741" y="21619"/>
                </a:lnTo>
                <a:lnTo>
                  <a:pt x="438338" y="21560"/>
                </a:lnTo>
                <a:lnTo>
                  <a:pt x="437934" y="21504"/>
                </a:lnTo>
                <a:lnTo>
                  <a:pt x="437527" y="21453"/>
                </a:lnTo>
                <a:lnTo>
                  <a:pt x="437118" y="21407"/>
                </a:lnTo>
                <a:lnTo>
                  <a:pt x="436707" y="21365"/>
                </a:lnTo>
                <a:lnTo>
                  <a:pt x="436293" y="21327"/>
                </a:lnTo>
                <a:lnTo>
                  <a:pt x="435877" y="21294"/>
                </a:lnTo>
                <a:lnTo>
                  <a:pt x="435459" y="21265"/>
                </a:lnTo>
                <a:lnTo>
                  <a:pt x="435039" y="21241"/>
                </a:lnTo>
                <a:lnTo>
                  <a:pt x="434617" y="21221"/>
                </a:lnTo>
                <a:lnTo>
                  <a:pt x="434192" y="21205"/>
                </a:lnTo>
                <a:lnTo>
                  <a:pt x="433765" y="21194"/>
                </a:lnTo>
                <a:lnTo>
                  <a:pt x="433336" y="21187"/>
                </a:lnTo>
                <a:lnTo>
                  <a:pt x="432905" y="21185"/>
                </a:lnTo>
                <a:lnTo>
                  <a:pt x="432468" y="21187"/>
                </a:lnTo>
                <a:lnTo>
                  <a:pt x="432034" y="21193"/>
                </a:lnTo>
                <a:lnTo>
                  <a:pt x="431603" y="21204"/>
                </a:lnTo>
                <a:lnTo>
                  <a:pt x="431174" y="21218"/>
                </a:lnTo>
                <a:lnTo>
                  <a:pt x="430748" y="21236"/>
                </a:lnTo>
                <a:lnTo>
                  <a:pt x="430325" y="21258"/>
                </a:lnTo>
                <a:lnTo>
                  <a:pt x="429904" y="21285"/>
                </a:lnTo>
                <a:lnTo>
                  <a:pt x="429487" y="21315"/>
                </a:lnTo>
                <a:lnTo>
                  <a:pt x="429071" y="21350"/>
                </a:lnTo>
                <a:lnTo>
                  <a:pt x="428659" y="21388"/>
                </a:lnTo>
                <a:lnTo>
                  <a:pt x="428249" y="21431"/>
                </a:lnTo>
                <a:lnTo>
                  <a:pt x="427842" y="21478"/>
                </a:lnTo>
                <a:lnTo>
                  <a:pt x="427438" y="21529"/>
                </a:lnTo>
                <a:lnTo>
                  <a:pt x="427036" y="21583"/>
                </a:lnTo>
                <a:lnTo>
                  <a:pt x="426637" y="21642"/>
                </a:lnTo>
                <a:lnTo>
                  <a:pt x="426241" y="21705"/>
                </a:lnTo>
                <a:lnTo>
                  <a:pt x="425847" y="21772"/>
                </a:lnTo>
                <a:lnTo>
                  <a:pt x="425456" y="21843"/>
                </a:lnTo>
                <a:lnTo>
                  <a:pt x="425068" y="21919"/>
                </a:lnTo>
                <a:lnTo>
                  <a:pt x="424682" y="21998"/>
                </a:lnTo>
                <a:lnTo>
                  <a:pt x="424299" y="22081"/>
                </a:lnTo>
                <a:lnTo>
                  <a:pt x="423919" y="22169"/>
                </a:lnTo>
                <a:lnTo>
                  <a:pt x="423542" y="22260"/>
                </a:lnTo>
                <a:lnTo>
                  <a:pt x="423167" y="22355"/>
                </a:lnTo>
                <a:lnTo>
                  <a:pt x="422795" y="22455"/>
                </a:lnTo>
                <a:lnTo>
                  <a:pt x="422428" y="22558"/>
                </a:lnTo>
                <a:lnTo>
                  <a:pt x="422064" y="22665"/>
                </a:lnTo>
                <a:lnTo>
                  <a:pt x="421705" y="22776"/>
                </a:lnTo>
                <a:lnTo>
                  <a:pt x="421349" y="22891"/>
                </a:lnTo>
                <a:lnTo>
                  <a:pt x="420998" y="23010"/>
                </a:lnTo>
                <a:lnTo>
                  <a:pt x="420650" y="23133"/>
                </a:lnTo>
                <a:lnTo>
                  <a:pt x="420307" y="23260"/>
                </a:lnTo>
                <a:lnTo>
                  <a:pt x="419967" y="23391"/>
                </a:lnTo>
                <a:lnTo>
                  <a:pt x="419631" y="23526"/>
                </a:lnTo>
                <a:lnTo>
                  <a:pt x="419300" y="23664"/>
                </a:lnTo>
                <a:lnTo>
                  <a:pt x="418972" y="23807"/>
                </a:lnTo>
                <a:lnTo>
                  <a:pt x="418648" y="23954"/>
                </a:lnTo>
                <a:lnTo>
                  <a:pt x="418328" y="24104"/>
                </a:lnTo>
                <a:lnTo>
                  <a:pt x="418013" y="24259"/>
                </a:lnTo>
                <a:lnTo>
                  <a:pt x="417701" y="24417"/>
                </a:lnTo>
                <a:lnTo>
                  <a:pt x="417393" y="24579"/>
                </a:lnTo>
                <a:lnTo>
                  <a:pt x="417089" y="24746"/>
                </a:lnTo>
                <a:lnTo>
                  <a:pt x="416789" y="24916"/>
                </a:lnTo>
                <a:lnTo>
                  <a:pt x="416493" y="25090"/>
                </a:lnTo>
                <a:lnTo>
                  <a:pt x="416202" y="25268"/>
                </a:lnTo>
                <a:lnTo>
                  <a:pt x="415914" y="25450"/>
                </a:lnTo>
                <a:lnTo>
                  <a:pt x="415630" y="25636"/>
                </a:lnTo>
                <a:lnTo>
                  <a:pt x="415350" y="25826"/>
                </a:lnTo>
                <a:lnTo>
                  <a:pt x="415074" y="26020"/>
                </a:lnTo>
                <a:lnTo>
                  <a:pt x="414804" y="26217"/>
                </a:lnTo>
                <a:lnTo>
                  <a:pt x="414539" y="26419"/>
                </a:lnTo>
                <a:lnTo>
                  <a:pt x="414279" y="26625"/>
                </a:lnTo>
                <a:lnTo>
                  <a:pt x="414024" y="26834"/>
                </a:lnTo>
                <a:lnTo>
                  <a:pt x="413774" y="27048"/>
                </a:lnTo>
                <a:lnTo>
                  <a:pt x="413530" y="27265"/>
                </a:lnTo>
                <a:lnTo>
                  <a:pt x="413291" y="27487"/>
                </a:lnTo>
                <a:lnTo>
                  <a:pt x="413056" y="27712"/>
                </a:lnTo>
                <a:lnTo>
                  <a:pt x="412827" y="27941"/>
                </a:lnTo>
                <a:lnTo>
                  <a:pt x="412603" y="28175"/>
                </a:lnTo>
                <a:lnTo>
                  <a:pt x="412385" y="28412"/>
                </a:lnTo>
                <a:lnTo>
                  <a:pt x="412171" y="28653"/>
                </a:lnTo>
                <a:lnTo>
                  <a:pt x="411962" y="28898"/>
                </a:lnTo>
                <a:lnTo>
                  <a:pt x="411759" y="29147"/>
                </a:lnTo>
                <a:lnTo>
                  <a:pt x="411561" y="29400"/>
                </a:lnTo>
                <a:lnTo>
                  <a:pt x="411368" y="29657"/>
                </a:lnTo>
                <a:lnTo>
                  <a:pt x="411180" y="29917"/>
                </a:lnTo>
                <a:lnTo>
                  <a:pt x="410997" y="30182"/>
                </a:lnTo>
                <a:lnTo>
                  <a:pt x="410820" y="30451"/>
                </a:lnTo>
                <a:lnTo>
                  <a:pt x="410647" y="30723"/>
                </a:lnTo>
                <a:lnTo>
                  <a:pt x="410480" y="31000"/>
                </a:lnTo>
                <a:lnTo>
                  <a:pt x="410318" y="31280"/>
                </a:lnTo>
                <a:lnTo>
                  <a:pt x="410161" y="31565"/>
                </a:lnTo>
                <a:lnTo>
                  <a:pt x="410009" y="31853"/>
                </a:lnTo>
                <a:lnTo>
                  <a:pt x="409865" y="32145"/>
                </a:lnTo>
                <a:lnTo>
                  <a:pt x="409726" y="32441"/>
                </a:lnTo>
                <a:lnTo>
                  <a:pt x="409594" y="32740"/>
                </a:lnTo>
                <a:lnTo>
                  <a:pt x="409469" y="33044"/>
                </a:lnTo>
                <a:lnTo>
                  <a:pt x="409350" y="33351"/>
                </a:lnTo>
                <a:lnTo>
                  <a:pt x="409237" y="33662"/>
                </a:lnTo>
                <a:lnTo>
                  <a:pt x="409131" y="33977"/>
                </a:lnTo>
                <a:lnTo>
                  <a:pt x="409031" y="34295"/>
                </a:lnTo>
                <a:lnTo>
                  <a:pt x="408938" y="34618"/>
                </a:lnTo>
                <a:lnTo>
                  <a:pt x="408851" y="34944"/>
                </a:lnTo>
                <a:lnTo>
                  <a:pt x="408771" y="35274"/>
                </a:lnTo>
                <a:lnTo>
                  <a:pt x="408697" y="35608"/>
                </a:lnTo>
                <a:lnTo>
                  <a:pt x="408629" y="35946"/>
                </a:lnTo>
                <a:lnTo>
                  <a:pt x="408568" y="36287"/>
                </a:lnTo>
                <a:lnTo>
                  <a:pt x="408513" y="36633"/>
                </a:lnTo>
                <a:lnTo>
                  <a:pt x="408465" y="36982"/>
                </a:lnTo>
                <a:lnTo>
                  <a:pt x="408423" y="37335"/>
                </a:lnTo>
                <a:lnTo>
                  <a:pt x="408388" y="37691"/>
                </a:lnTo>
                <a:lnTo>
                  <a:pt x="408359" y="38052"/>
                </a:lnTo>
                <a:lnTo>
                  <a:pt x="408336" y="38416"/>
                </a:lnTo>
                <a:lnTo>
                  <a:pt x="408320" y="38785"/>
                </a:lnTo>
                <a:lnTo>
                  <a:pt x="408311" y="39157"/>
                </a:lnTo>
                <a:lnTo>
                  <a:pt x="408307" y="39533"/>
                </a:lnTo>
                <a:lnTo>
                  <a:pt x="408312" y="40019"/>
                </a:lnTo>
                <a:lnTo>
                  <a:pt x="408326" y="40499"/>
                </a:lnTo>
                <a:lnTo>
                  <a:pt x="408348" y="40971"/>
                </a:lnTo>
                <a:lnTo>
                  <a:pt x="408380" y="41437"/>
                </a:lnTo>
                <a:lnTo>
                  <a:pt x="408421" y="41895"/>
                </a:lnTo>
                <a:lnTo>
                  <a:pt x="408472" y="42347"/>
                </a:lnTo>
                <a:lnTo>
                  <a:pt x="408531" y="42791"/>
                </a:lnTo>
                <a:lnTo>
                  <a:pt x="408599" y="43228"/>
                </a:lnTo>
                <a:lnTo>
                  <a:pt x="408677" y="43659"/>
                </a:lnTo>
                <a:lnTo>
                  <a:pt x="408764" y="44082"/>
                </a:lnTo>
                <a:lnTo>
                  <a:pt x="408860" y="44499"/>
                </a:lnTo>
                <a:lnTo>
                  <a:pt x="408964" y="44908"/>
                </a:lnTo>
                <a:lnTo>
                  <a:pt x="409079" y="45310"/>
                </a:lnTo>
                <a:lnTo>
                  <a:pt x="409202" y="45706"/>
                </a:lnTo>
                <a:lnTo>
                  <a:pt x="409334" y="46094"/>
                </a:lnTo>
                <a:lnTo>
                  <a:pt x="409476" y="46475"/>
                </a:lnTo>
                <a:lnTo>
                  <a:pt x="409626" y="46850"/>
                </a:lnTo>
                <a:lnTo>
                  <a:pt x="409786" y="47217"/>
                </a:lnTo>
                <a:lnTo>
                  <a:pt x="409955" y="47577"/>
                </a:lnTo>
                <a:lnTo>
                  <a:pt x="410133" y="47930"/>
                </a:lnTo>
                <a:lnTo>
                  <a:pt x="410320" y="48277"/>
                </a:lnTo>
                <a:lnTo>
                  <a:pt x="410516" y="48616"/>
                </a:lnTo>
                <a:lnTo>
                  <a:pt x="410721" y="48948"/>
                </a:lnTo>
                <a:lnTo>
                  <a:pt x="410936" y="49273"/>
                </a:lnTo>
                <a:lnTo>
                  <a:pt x="411159" y="49593"/>
                </a:lnTo>
                <a:lnTo>
                  <a:pt x="411391" y="49907"/>
                </a:lnTo>
                <a:lnTo>
                  <a:pt x="411633" y="50218"/>
                </a:lnTo>
                <a:lnTo>
                  <a:pt x="411883" y="50523"/>
                </a:lnTo>
                <a:lnTo>
                  <a:pt x="412142" y="50824"/>
                </a:lnTo>
                <a:lnTo>
                  <a:pt x="412410" y="51120"/>
                </a:lnTo>
                <a:lnTo>
                  <a:pt x="412687" y="51411"/>
                </a:lnTo>
                <a:lnTo>
                  <a:pt x="412972" y="51698"/>
                </a:lnTo>
                <a:lnTo>
                  <a:pt x="413267" y="51980"/>
                </a:lnTo>
                <a:lnTo>
                  <a:pt x="413570" y="52257"/>
                </a:lnTo>
                <a:lnTo>
                  <a:pt x="413883" y="52530"/>
                </a:lnTo>
                <a:lnTo>
                  <a:pt x="414204" y="52798"/>
                </a:lnTo>
                <a:lnTo>
                  <a:pt x="414534" y="53061"/>
                </a:lnTo>
                <a:lnTo>
                  <a:pt x="414873" y="53320"/>
                </a:lnTo>
                <a:lnTo>
                  <a:pt x="415221" y="53574"/>
                </a:lnTo>
                <a:lnTo>
                  <a:pt x="415578" y="53823"/>
                </a:lnTo>
                <a:lnTo>
                  <a:pt x="415944" y="54068"/>
                </a:lnTo>
                <a:lnTo>
                  <a:pt x="416318" y="54307"/>
                </a:lnTo>
                <a:lnTo>
                  <a:pt x="416702" y="54543"/>
                </a:lnTo>
                <a:lnTo>
                  <a:pt x="417094" y="54773"/>
                </a:lnTo>
                <a:lnTo>
                  <a:pt x="417496" y="54999"/>
                </a:lnTo>
                <a:lnTo>
                  <a:pt x="417906" y="55221"/>
                </a:lnTo>
                <a:lnTo>
                  <a:pt x="418325" y="55437"/>
                </a:lnTo>
                <a:lnTo>
                  <a:pt x="418753" y="55649"/>
                </a:lnTo>
                <a:lnTo>
                  <a:pt x="419190" y="55858"/>
                </a:lnTo>
                <a:lnTo>
                  <a:pt x="419635" y="56064"/>
                </a:lnTo>
                <a:lnTo>
                  <a:pt x="420089" y="56269"/>
                </a:lnTo>
                <a:lnTo>
                  <a:pt x="420552" y="56471"/>
                </a:lnTo>
                <a:lnTo>
                  <a:pt x="421023" y="56671"/>
                </a:lnTo>
                <a:lnTo>
                  <a:pt x="421503" y="56869"/>
                </a:lnTo>
                <a:lnTo>
                  <a:pt x="421992" y="57065"/>
                </a:lnTo>
                <a:lnTo>
                  <a:pt x="422489" y="57259"/>
                </a:lnTo>
                <a:lnTo>
                  <a:pt x="422995" y="57451"/>
                </a:lnTo>
                <a:lnTo>
                  <a:pt x="423510" y="57641"/>
                </a:lnTo>
                <a:lnTo>
                  <a:pt x="424033" y="57828"/>
                </a:lnTo>
                <a:lnTo>
                  <a:pt x="424565" y="58014"/>
                </a:lnTo>
                <a:lnTo>
                  <a:pt x="425106" y="58197"/>
                </a:lnTo>
                <a:lnTo>
                  <a:pt x="425655" y="58379"/>
                </a:lnTo>
                <a:lnTo>
                  <a:pt x="426213" y="58558"/>
                </a:lnTo>
                <a:lnTo>
                  <a:pt x="426780" y="58735"/>
                </a:lnTo>
                <a:lnTo>
                  <a:pt x="427355" y="58910"/>
                </a:lnTo>
                <a:lnTo>
                  <a:pt x="427939" y="59083"/>
                </a:lnTo>
                <a:lnTo>
                  <a:pt x="428532" y="59254"/>
                </a:lnTo>
                <a:lnTo>
                  <a:pt x="429133" y="59423"/>
                </a:lnTo>
                <a:lnTo>
                  <a:pt x="429743" y="59589"/>
                </a:lnTo>
                <a:lnTo>
                  <a:pt x="430361" y="59754"/>
                </a:lnTo>
                <a:lnTo>
                  <a:pt x="430989" y="59916"/>
                </a:lnTo>
                <a:lnTo>
                  <a:pt x="431624" y="60077"/>
                </a:lnTo>
                <a:lnTo>
                  <a:pt x="432406" y="60283"/>
                </a:lnTo>
                <a:lnTo>
                  <a:pt x="433168" y="60490"/>
                </a:lnTo>
                <a:lnTo>
                  <a:pt x="433910" y="60696"/>
                </a:lnTo>
                <a:lnTo>
                  <a:pt x="434632" y="60901"/>
                </a:lnTo>
                <a:lnTo>
                  <a:pt x="435333" y="61107"/>
                </a:lnTo>
                <a:lnTo>
                  <a:pt x="436015" y="61312"/>
                </a:lnTo>
                <a:lnTo>
                  <a:pt x="436677" y="61517"/>
                </a:lnTo>
                <a:lnTo>
                  <a:pt x="437319" y="61722"/>
                </a:lnTo>
                <a:lnTo>
                  <a:pt x="437941" y="61927"/>
                </a:lnTo>
                <a:lnTo>
                  <a:pt x="438542" y="62131"/>
                </a:lnTo>
                <a:lnTo>
                  <a:pt x="439124" y="62335"/>
                </a:lnTo>
                <a:lnTo>
                  <a:pt x="439686" y="62539"/>
                </a:lnTo>
                <a:lnTo>
                  <a:pt x="440228" y="62743"/>
                </a:lnTo>
                <a:lnTo>
                  <a:pt x="440749" y="62946"/>
                </a:lnTo>
                <a:lnTo>
                  <a:pt x="441251" y="63149"/>
                </a:lnTo>
                <a:lnTo>
                  <a:pt x="441733" y="63352"/>
                </a:lnTo>
                <a:lnTo>
                  <a:pt x="442195" y="63555"/>
                </a:lnTo>
                <a:lnTo>
                  <a:pt x="442636" y="63757"/>
                </a:lnTo>
                <a:lnTo>
                  <a:pt x="443058" y="63959"/>
                </a:lnTo>
                <a:lnTo>
                  <a:pt x="443460" y="64161"/>
                </a:lnTo>
                <a:lnTo>
                  <a:pt x="443841" y="64363"/>
                </a:lnTo>
                <a:lnTo>
                  <a:pt x="444203" y="64564"/>
                </a:lnTo>
                <a:lnTo>
                  <a:pt x="444545" y="64765"/>
                </a:lnTo>
                <a:lnTo>
                  <a:pt x="444867" y="64966"/>
                </a:lnTo>
                <a:lnTo>
                  <a:pt x="445172" y="65172"/>
                </a:lnTo>
                <a:lnTo>
                  <a:pt x="445464" y="65386"/>
                </a:lnTo>
                <a:lnTo>
                  <a:pt x="445743" y="65610"/>
                </a:lnTo>
                <a:lnTo>
                  <a:pt x="446009" y="65844"/>
                </a:lnTo>
                <a:lnTo>
                  <a:pt x="446263" y="66086"/>
                </a:lnTo>
                <a:lnTo>
                  <a:pt x="446503" y="66338"/>
                </a:lnTo>
                <a:lnTo>
                  <a:pt x="446730" y="66600"/>
                </a:lnTo>
                <a:lnTo>
                  <a:pt x="446944" y="66871"/>
                </a:lnTo>
                <a:lnTo>
                  <a:pt x="447146" y="67151"/>
                </a:lnTo>
                <a:lnTo>
                  <a:pt x="447334" y="67440"/>
                </a:lnTo>
                <a:lnTo>
                  <a:pt x="447509" y="67739"/>
                </a:lnTo>
                <a:lnTo>
                  <a:pt x="447672" y="68047"/>
                </a:lnTo>
                <a:lnTo>
                  <a:pt x="447821" y="68365"/>
                </a:lnTo>
                <a:lnTo>
                  <a:pt x="447957" y="68692"/>
                </a:lnTo>
                <a:lnTo>
                  <a:pt x="448081" y="69028"/>
                </a:lnTo>
                <a:lnTo>
                  <a:pt x="448191" y="69373"/>
                </a:lnTo>
                <a:lnTo>
                  <a:pt x="448289" y="69728"/>
                </a:lnTo>
                <a:lnTo>
                  <a:pt x="448373" y="70092"/>
                </a:lnTo>
                <a:lnTo>
                  <a:pt x="448444" y="70466"/>
                </a:lnTo>
                <a:lnTo>
                  <a:pt x="448503" y="70849"/>
                </a:lnTo>
                <a:lnTo>
                  <a:pt x="448548" y="71241"/>
                </a:lnTo>
                <a:lnTo>
                  <a:pt x="448581" y="71643"/>
                </a:lnTo>
                <a:lnTo>
                  <a:pt x="448600" y="72054"/>
                </a:lnTo>
                <a:lnTo>
                  <a:pt x="448607" y="72474"/>
                </a:lnTo>
                <a:lnTo>
                  <a:pt x="448600" y="72965"/>
                </a:lnTo>
                <a:lnTo>
                  <a:pt x="448578" y="73445"/>
                </a:lnTo>
                <a:lnTo>
                  <a:pt x="448542" y="73913"/>
                </a:lnTo>
                <a:lnTo>
                  <a:pt x="448492" y="74369"/>
                </a:lnTo>
                <a:lnTo>
                  <a:pt x="448427" y="74813"/>
                </a:lnTo>
                <a:lnTo>
                  <a:pt x="448348" y="75246"/>
                </a:lnTo>
                <a:lnTo>
                  <a:pt x="448254" y="75667"/>
                </a:lnTo>
                <a:lnTo>
                  <a:pt x="448146" y="76077"/>
                </a:lnTo>
                <a:lnTo>
                  <a:pt x="448024" y="76475"/>
                </a:lnTo>
                <a:lnTo>
                  <a:pt x="447887" y="76861"/>
                </a:lnTo>
                <a:lnTo>
                  <a:pt x="447736" y="77236"/>
                </a:lnTo>
                <a:lnTo>
                  <a:pt x="447571" y="77599"/>
                </a:lnTo>
                <a:lnTo>
                  <a:pt x="447391" y="77951"/>
                </a:lnTo>
                <a:lnTo>
                  <a:pt x="447196" y="78291"/>
                </a:lnTo>
                <a:lnTo>
                  <a:pt x="446988" y="78619"/>
                </a:lnTo>
                <a:lnTo>
                  <a:pt x="446765" y="78935"/>
                </a:lnTo>
                <a:lnTo>
                  <a:pt x="446527" y="79240"/>
                </a:lnTo>
                <a:lnTo>
                  <a:pt x="446275" y="79534"/>
                </a:lnTo>
                <a:lnTo>
                  <a:pt x="446009" y="79815"/>
                </a:lnTo>
                <a:lnTo>
                  <a:pt x="445729" y="80085"/>
                </a:lnTo>
                <a:lnTo>
                  <a:pt x="445434" y="80344"/>
                </a:lnTo>
                <a:lnTo>
                  <a:pt x="445124" y="80591"/>
                </a:lnTo>
                <a:lnTo>
                  <a:pt x="444800" y="80826"/>
                </a:lnTo>
                <a:lnTo>
                  <a:pt x="444462" y="81049"/>
                </a:lnTo>
                <a:lnTo>
                  <a:pt x="444113" y="81262"/>
                </a:lnTo>
                <a:lnTo>
                  <a:pt x="443756" y="81466"/>
                </a:lnTo>
                <a:lnTo>
                  <a:pt x="443391" y="81661"/>
                </a:lnTo>
                <a:lnTo>
                  <a:pt x="443018" y="81847"/>
                </a:lnTo>
                <a:lnTo>
                  <a:pt x="442637" y="82024"/>
                </a:lnTo>
                <a:lnTo>
                  <a:pt x="442249" y="82192"/>
                </a:lnTo>
                <a:lnTo>
                  <a:pt x="441853" y="82351"/>
                </a:lnTo>
                <a:lnTo>
                  <a:pt x="441448" y="82500"/>
                </a:lnTo>
                <a:lnTo>
                  <a:pt x="441036" y="82641"/>
                </a:lnTo>
                <a:lnTo>
                  <a:pt x="440617" y="82773"/>
                </a:lnTo>
                <a:lnTo>
                  <a:pt x="440189" y="82895"/>
                </a:lnTo>
                <a:lnTo>
                  <a:pt x="439753" y="83008"/>
                </a:lnTo>
                <a:lnTo>
                  <a:pt x="439310" y="83113"/>
                </a:lnTo>
                <a:lnTo>
                  <a:pt x="438859" y="83208"/>
                </a:lnTo>
                <a:lnTo>
                  <a:pt x="438400" y="83294"/>
                </a:lnTo>
                <a:lnTo>
                  <a:pt x="437933" y="83371"/>
                </a:lnTo>
                <a:lnTo>
                  <a:pt x="437458" y="83439"/>
                </a:lnTo>
                <a:lnTo>
                  <a:pt x="436976" y="83498"/>
                </a:lnTo>
                <a:lnTo>
                  <a:pt x="436485" y="83548"/>
                </a:lnTo>
                <a:lnTo>
                  <a:pt x="435987" y="83589"/>
                </a:lnTo>
                <a:lnTo>
                  <a:pt x="435481" y="83621"/>
                </a:lnTo>
                <a:lnTo>
                  <a:pt x="434967" y="83643"/>
                </a:lnTo>
                <a:lnTo>
                  <a:pt x="434445" y="83657"/>
                </a:lnTo>
                <a:lnTo>
                  <a:pt x="433916" y="83661"/>
                </a:lnTo>
                <a:lnTo>
                  <a:pt x="433324" y="83656"/>
                </a:lnTo>
                <a:lnTo>
                  <a:pt x="432741" y="83639"/>
                </a:lnTo>
                <a:lnTo>
                  <a:pt x="432167" y="83610"/>
                </a:lnTo>
                <a:lnTo>
                  <a:pt x="431600" y="83570"/>
                </a:lnTo>
                <a:lnTo>
                  <a:pt x="431042" y="83519"/>
                </a:lnTo>
                <a:lnTo>
                  <a:pt x="430491" y="83456"/>
                </a:lnTo>
                <a:lnTo>
                  <a:pt x="429949" y="83382"/>
                </a:lnTo>
                <a:lnTo>
                  <a:pt x="429416" y="83297"/>
                </a:lnTo>
                <a:lnTo>
                  <a:pt x="428890" y="83200"/>
                </a:lnTo>
                <a:lnTo>
                  <a:pt x="428372" y="83092"/>
                </a:lnTo>
                <a:lnTo>
                  <a:pt x="427863" y="82972"/>
                </a:lnTo>
                <a:lnTo>
                  <a:pt x="427362" y="82841"/>
                </a:lnTo>
                <a:lnTo>
                  <a:pt x="426869" y="82699"/>
                </a:lnTo>
                <a:lnTo>
                  <a:pt x="426384" y="82545"/>
                </a:lnTo>
                <a:lnTo>
                  <a:pt x="425908" y="82380"/>
                </a:lnTo>
                <a:lnTo>
                  <a:pt x="425439" y="82203"/>
                </a:lnTo>
                <a:lnTo>
                  <a:pt x="424979" y="82015"/>
                </a:lnTo>
                <a:lnTo>
                  <a:pt x="424527" y="81816"/>
                </a:lnTo>
                <a:lnTo>
                  <a:pt x="424084" y="81605"/>
                </a:lnTo>
                <a:lnTo>
                  <a:pt x="423648" y="81383"/>
                </a:lnTo>
                <a:lnTo>
                  <a:pt x="423221" y="81150"/>
                </a:lnTo>
                <a:lnTo>
                  <a:pt x="422801" y="80905"/>
                </a:lnTo>
                <a:lnTo>
                  <a:pt x="422390" y="80648"/>
                </a:lnTo>
                <a:lnTo>
                  <a:pt x="421988" y="80381"/>
                </a:lnTo>
                <a:lnTo>
                  <a:pt x="421597" y="80099"/>
                </a:lnTo>
                <a:lnTo>
                  <a:pt x="421223" y="79800"/>
                </a:lnTo>
                <a:lnTo>
                  <a:pt x="420866" y="79484"/>
                </a:lnTo>
                <a:lnTo>
                  <a:pt x="420526" y="79151"/>
                </a:lnTo>
                <a:lnTo>
                  <a:pt x="420202" y="78801"/>
                </a:lnTo>
                <a:lnTo>
                  <a:pt x="419894" y="78434"/>
                </a:lnTo>
                <a:lnTo>
                  <a:pt x="419604" y="78050"/>
                </a:lnTo>
                <a:lnTo>
                  <a:pt x="419329" y="77650"/>
                </a:lnTo>
                <a:lnTo>
                  <a:pt x="419072" y="77232"/>
                </a:lnTo>
                <a:lnTo>
                  <a:pt x="418831" y="76797"/>
                </a:lnTo>
                <a:lnTo>
                  <a:pt x="418607" y="76346"/>
                </a:lnTo>
                <a:lnTo>
                  <a:pt x="418399" y="75877"/>
                </a:lnTo>
                <a:lnTo>
                  <a:pt x="418208" y="75392"/>
                </a:lnTo>
                <a:lnTo>
                  <a:pt x="418034" y="74889"/>
                </a:lnTo>
                <a:lnTo>
                  <a:pt x="417876" y="74370"/>
                </a:lnTo>
                <a:lnTo>
                  <a:pt x="417735" y="73833"/>
                </a:lnTo>
                <a:lnTo>
                  <a:pt x="417610" y="73280"/>
                </a:lnTo>
                <a:lnTo>
                  <a:pt x="417502" y="72710"/>
                </a:lnTo>
                <a:lnTo>
                  <a:pt x="417411" y="72123"/>
                </a:lnTo>
                <a:lnTo>
                  <a:pt x="417336" y="71518"/>
                </a:lnTo>
                <a:lnTo>
                  <a:pt x="417278" y="70897"/>
                </a:lnTo>
                <a:lnTo>
                  <a:pt x="417236" y="70259"/>
                </a:lnTo>
                <a:lnTo>
                  <a:pt x="417211" y="69604"/>
                </a:lnTo>
                <a:lnTo>
                  <a:pt x="417203" y="68932"/>
                </a:lnTo>
                <a:lnTo>
                  <a:pt x="406353" y="68932"/>
                </a:lnTo>
                <a:lnTo>
                  <a:pt x="406357" y="69454"/>
                </a:lnTo>
                <a:lnTo>
                  <a:pt x="406368" y="69970"/>
                </a:lnTo>
                <a:lnTo>
                  <a:pt x="406386" y="70479"/>
                </a:lnTo>
                <a:lnTo>
                  <a:pt x="406412" y="70981"/>
                </a:lnTo>
                <a:lnTo>
                  <a:pt x="406445" y="71477"/>
                </a:lnTo>
                <a:lnTo>
                  <a:pt x="406486" y="71966"/>
                </a:lnTo>
                <a:lnTo>
                  <a:pt x="406534" y="72448"/>
                </a:lnTo>
                <a:lnTo>
                  <a:pt x="406589" y="72924"/>
                </a:lnTo>
                <a:lnTo>
                  <a:pt x="406652" y="73393"/>
                </a:lnTo>
                <a:lnTo>
                  <a:pt x="406722" y="73855"/>
                </a:lnTo>
                <a:lnTo>
                  <a:pt x="406799" y="74311"/>
                </a:lnTo>
                <a:lnTo>
                  <a:pt x="406884" y="74760"/>
                </a:lnTo>
                <a:lnTo>
                  <a:pt x="406976" y="75202"/>
                </a:lnTo>
                <a:lnTo>
                  <a:pt x="407075" y="75638"/>
                </a:lnTo>
                <a:lnTo>
                  <a:pt x="407182" y="76067"/>
                </a:lnTo>
                <a:lnTo>
                  <a:pt x="407297" y="76490"/>
                </a:lnTo>
                <a:lnTo>
                  <a:pt x="407418" y="76905"/>
                </a:lnTo>
                <a:lnTo>
                  <a:pt x="407547" y="77315"/>
                </a:lnTo>
                <a:lnTo>
                  <a:pt x="407684" y="77717"/>
                </a:lnTo>
                <a:lnTo>
                  <a:pt x="407827" y="78113"/>
                </a:lnTo>
                <a:lnTo>
                  <a:pt x="407978" y="78502"/>
                </a:lnTo>
                <a:lnTo>
                  <a:pt x="408137" y="78885"/>
                </a:lnTo>
                <a:lnTo>
                  <a:pt x="408303" y="79261"/>
                </a:lnTo>
                <a:lnTo>
                  <a:pt x="408476" y="79630"/>
                </a:lnTo>
                <a:lnTo>
                  <a:pt x="408656" y="79993"/>
                </a:lnTo>
                <a:lnTo>
                  <a:pt x="408841" y="80351"/>
                </a:lnTo>
                <a:lnTo>
                  <a:pt x="409032" y="80703"/>
                </a:lnTo>
                <a:lnTo>
                  <a:pt x="409229" y="81049"/>
                </a:lnTo>
                <a:lnTo>
                  <a:pt x="409432" y="81389"/>
                </a:lnTo>
                <a:lnTo>
                  <a:pt x="409640" y="81724"/>
                </a:lnTo>
                <a:lnTo>
                  <a:pt x="409855" y="82054"/>
                </a:lnTo>
                <a:lnTo>
                  <a:pt x="410075" y="82377"/>
                </a:lnTo>
                <a:lnTo>
                  <a:pt x="410300" y="82695"/>
                </a:lnTo>
                <a:lnTo>
                  <a:pt x="410532" y="83007"/>
                </a:lnTo>
                <a:lnTo>
                  <a:pt x="410769" y="83314"/>
                </a:lnTo>
                <a:lnTo>
                  <a:pt x="411011" y="83615"/>
                </a:lnTo>
                <a:lnTo>
                  <a:pt x="411260" y="83910"/>
                </a:lnTo>
                <a:lnTo>
                  <a:pt x="411514" y="84200"/>
                </a:lnTo>
                <a:lnTo>
                  <a:pt x="411774" y="84484"/>
                </a:lnTo>
                <a:lnTo>
                  <a:pt x="412040" y="84763"/>
                </a:lnTo>
                <a:lnTo>
                  <a:pt x="412312" y="85035"/>
                </a:lnTo>
                <a:lnTo>
                  <a:pt x="412589" y="85302"/>
                </a:lnTo>
                <a:lnTo>
                  <a:pt x="412872" y="85564"/>
                </a:lnTo>
                <a:lnTo>
                  <a:pt x="413160" y="85820"/>
                </a:lnTo>
                <a:lnTo>
                  <a:pt x="413455" y="86070"/>
                </a:lnTo>
                <a:lnTo>
                  <a:pt x="413755" y="86314"/>
                </a:lnTo>
                <a:lnTo>
                  <a:pt x="414061" y="86553"/>
                </a:lnTo>
                <a:lnTo>
                  <a:pt x="414373" y="86786"/>
                </a:lnTo>
                <a:lnTo>
                  <a:pt x="414689" y="87014"/>
                </a:lnTo>
                <a:lnTo>
                  <a:pt x="415010" y="87236"/>
                </a:lnTo>
                <a:lnTo>
                  <a:pt x="415334" y="87453"/>
                </a:lnTo>
                <a:lnTo>
                  <a:pt x="415663" y="87665"/>
                </a:lnTo>
                <a:lnTo>
                  <a:pt x="415996" y="87871"/>
                </a:lnTo>
                <a:lnTo>
                  <a:pt x="416333" y="88072"/>
                </a:lnTo>
                <a:lnTo>
                  <a:pt x="416674" y="88268"/>
                </a:lnTo>
                <a:lnTo>
                  <a:pt x="417019" y="88458"/>
                </a:lnTo>
                <a:lnTo>
                  <a:pt x="417369" y="88644"/>
                </a:lnTo>
                <a:lnTo>
                  <a:pt x="417722" y="88824"/>
                </a:lnTo>
                <a:lnTo>
                  <a:pt x="418080" y="88998"/>
                </a:lnTo>
                <a:lnTo>
                  <a:pt x="418441" y="89168"/>
                </a:lnTo>
                <a:lnTo>
                  <a:pt x="418807" y="89332"/>
                </a:lnTo>
                <a:lnTo>
                  <a:pt x="419177" y="89490"/>
                </a:lnTo>
                <a:lnTo>
                  <a:pt x="419551" y="89644"/>
                </a:lnTo>
                <a:lnTo>
                  <a:pt x="419928" y="89792"/>
                </a:lnTo>
                <a:lnTo>
                  <a:pt x="420311" y="89935"/>
                </a:lnTo>
                <a:lnTo>
                  <a:pt x="420697" y="90073"/>
                </a:lnTo>
                <a:lnTo>
                  <a:pt x="421087" y="90205"/>
                </a:lnTo>
                <a:lnTo>
                  <a:pt x="421481" y="90332"/>
                </a:lnTo>
                <a:lnTo>
                  <a:pt x="421880" y="90454"/>
                </a:lnTo>
                <a:lnTo>
                  <a:pt x="422282" y="90571"/>
                </a:lnTo>
                <a:lnTo>
                  <a:pt x="422689" y="90682"/>
                </a:lnTo>
                <a:lnTo>
                  <a:pt x="423100" y="90788"/>
                </a:lnTo>
                <a:lnTo>
                  <a:pt x="423513" y="90889"/>
                </a:lnTo>
                <a:lnTo>
                  <a:pt x="423930" y="90986"/>
                </a:lnTo>
                <a:lnTo>
                  <a:pt x="424348" y="91078"/>
                </a:lnTo>
                <a:lnTo>
                  <a:pt x="424768" y="91167"/>
                </a:lnTo>
                <a:lnTo>
                  <a:pt x="425191" y="91251"/>
                </a:lnTo>
                <a:lnTo>
                  <a:pt x="425616" y="91330"/>
                </a:lnTo>
                <a:lnTo>
                  <a:pt x="426043" y="91406"/>
                </a:lnTo>
                <a:lnTo>
                  <a:pt x="426473" y="91477"/>
                </a:lnTo>
                <a:lnTo>
                  <a:pt x="426904" y="91543"/>
                </a:lnTo>
                <a:lnTo>
                  <a:pt x="427338" y="91606"/>
                </a:lnTo>
                <a:lnTo>
                  <a:pt x="427774" y="91664"/>
                </a:lnTo>
                <a:lnTo>
                  <a:pt x="428213" y="91718"/>
                </a:lnTo>
                <a:lnTo>
                  <a:pt x="428653" y="91767"/>
                </a:lnTo>
                <a:lnTo>
                  <a:pt x="429096" y="91812"/>
                </a:lnTo>
                <a:lnTo>
                  <a:pt x="429541" y="91853"/>
                </a:lnTo>
                <a:lnTo>
                  <a:pt x="429988" y="91890"/>
                </a:lnTo>
                <a:lnTo>
                  <a:pt x="430438" y="91922"/>
                </a:lnTo>
                <a:lnTo>
                  <a:pt x="430889" y="91950"/>
                </a:lnTo>
                <a:lnTo>
                  <a:pt x="431343" y="91974"/>
                </a:lnTo>
                <a:lnTo>
                  <a:pt x="431799" y="91993"/>
                </a:lnTo>
                <a:lnTo>
                  <a:pt x="432258" y="92008"/>
                </a:lnTo>
                <a:lnTo>
                  <a:pt x="432718" y="92019"/>
                </a:lnTo>
                <a:lnTo>
                  <a:pt x="433181" y="92025"/>
                </a:lnTo>
                <a:lnTo>
                  <a:pt x="433646" y="92028"/>
                </a:lnTo>
                <a:lnTo>
                  <a:pt x="434105" y="92026"/>
                </a:lnTo>
                <a:lnTo>
                  <a:pt x="434562" y="92019"/>
                </a:lnTo>
                <a:lnTo>
                  <a:pt x="435015" y="92009"/>
                </a:lnTo>
                <a:lnTo>
                  <a:pt x="435467" y="91995"/>
                </a:lnTo>
                <a:close/>
                <a:moveTo>
                  <a:pt x="572366" y="91910"/>
                </a:moveTo>
                <a:lnTo>
                  <a:pt x="573110" y="91845"/>
                </a:lnTo>
                <a:lnTo>
                  <a:pt x="573845" y="91764"/>
                </a:lnTo>
                <a:lnTo>
                  <a:pt x="574570" y="91669"/>
                </a:lnTo>
                <a:lnTo>
                  <a:pt x="575286" y="91559"/>
                </a:lnTo>
                <a:lnTo>
                  <a:pt x="575993" y="91435"/>
                </a:lnTo>
                <a:lnTo>
                  <a:pt x="576690" y="91296"/>
                </a:lnTo>
                <a:lnTo>
                  <a:pt x="577378" y="91142"/>
                </a:lnTo>
                <a:lnTo>
                  <a:pt x="578057" y="90973"/>
                </a:lnTo>
                <a:lnTo>
                  <a:pt x="578726" y="90790"/>
                </a:lnTo>
                <a:lnTo>
                  <a:pt x="579386" y="90593"/>
                </a:lnTo>
                <a:lnTo>
                  <a:pt x="580036" y="90380"/>
                </a:lnTo>
                <a:lnTo>
                  <a:pt x="580677" y="90153"/>
                </a:lnTo>
                <a:lnTo>
                  <a:pt x="581309" y="89912"/>
                </a:lnTo>
                <a:lnTo>
                  <a:pt x="581932" y="89656"/>
                </a:lnTo>
                <a:lnTo>
                  <a:pt x="582545" y="89385"/>
                </a:lnTo>
                <a:lnTo>
                  <a:pt x="583148" y="89099"/>
                </a:lnTo>
                <a:lnTo>
                  <a:pt x="583743" y="88799"/>
                </a:lnTo>
                <a:lnTo>
                  <a:pt x="584328" y="88484"/>
                </a:lnTo>
                <a:lnTo>
                  <a:pt x="584903" y="88155"/>
                </a:lnTo>
                <a:lnTo>
                  <a:pt x="585470" y="87811"/>
                </a:lnTo>
                <a:lnTo>
                  <a:pt x="586026" y="87453"/>
                </a:lnTo>
                <a:lnTo>
                  <a:pt x="586571" y="87082"/>
                </a:lnTo>
                <a:lnTo>
                  <a:pt x="587105" y="86699"/>
                </a:lnTo>
                <a:lnTo>
                  <a:pt x="587628" y="86303"/>
                </a:lnTo>
                <a:lnTo>
                  <a:pt x="588140" y="85894"/>
                </a:lnTo>
                <a:lnTo>
                  <a:pt x="588641" y="85472"/>
                </a:lnTo>
                <a:lnTo>
                  <a:pt x="589131" y="85037"/>
                </a:lnTo>
                <a:lnTo>
                  <a:pt x="589610" y="84590"/>
                </a:lnTo>
                <a:lnTo>
                  <a:pt x="590078" y="84129"/>
                </a:lnTo>
                <a:lnTo>
                  <a:pt x="590535" y="83656"/>
                </a:lnTo>
                <a:lnTo>
                  <a:pt x="590982" y="83170"/>
                </a:lnTo>
                <a:lnTo>
                  <a:pt x="591417" y="82672"/>
                </a:lnTo>
                <a:lnTo>
                  <a:pt x="591841" y="82160"/>
                </a:lnTo>
                <a:lnTo>
                  <a:pt x="592254" y="81636"/>
                </a:lnTo>
                <a:lnTo>
                  <a:pt x="592656" y="81099"/>
                </a:lnTo>
                <a:lnTo>
                  <a:pt x="593047" y="80549"/>
                </a:lnTo>
                <a:lnTo>
                  <a:pt x="593427" y="79986"/>
                </a:lnTo>
                <a:lnTo>
                  <a:pt x="593796" y="79410"/>
                </a:lnTo>
                <a:lnTo>
                  <a:pt x="594155" y="78822"/>
                </a:lnTo>
                <a:lnTo>
                  <a:pt x="594502" y="78220"/>
                </a:lnTo>
                <a:lnTo>
                  <a:pt x="594838" y="77606"/>
                </a:lnTo>
                <a:lnTo>
                  <a:pt x="595163" y="76980"/>
                </a:lnTo>
                <a:lnTo>
                  <a:pt x="595477" y="76340"/>
                </a:lnTo>
                <a:lnTo>
                  <a:pt x="595780" y="75687"/>
                </a:lnTo>
                <a:lnTo>
                  <a:pt x="596072" y="75023"/>
                </a:lnTo>
                <a:lnTo>
                  <a:pt x="596351" y="74349"/>
                </a:lnTo>
                <a:lnTo>
                  <a:pt x="596617" y="73663"/>
                </a:lnTo>
                <a:lnTo>
                  <a:pt x="596872" y="72967"/>
                </a:lnTo>
                <a:lnTo>
                  <a:pt x="597113" y="72260"/>
                </a:lnTo>
                <a:lnTo>
                  <a:pt x="597343" y="71543"/>
                </a:lnTo>
                <a:lnTo>
                  <a:pt x="597560" y="70815"/>
                </a:lnTo>
                <a:lnTo>
                  <a:pt x="597764" y="70077"/>
                </a:lnTo>
                <a:lnTo>
                  <a:pt x="597957" y="69328"/>
                </a:lnTo>
                <a:lnTo>
                  <a:pt x="598137" y="68568"/>
                </a:lnTo>
                <a:lnTo>
                  <a:pt x="598304" y="67798"/>
                </a:lnTo>
                <a:lnTo>
                  <a:pt x="598459" y="67017"/>
                </a:lnTo>
                <a:lnTo>
                  <a:pt x="598602" y="66225"/>
                </a:lnTo>
                <a:lnTo>
                  <a:pt x="598732" y="65423"/>
                </a:lnTo>
                <a:lnTo>
                  <a:pt x="598850" y="64610"/>
                </a:lnTo>
                <a:lnTo>
                  <a:pt x="598955" y="63787"/>
                </a:lnTo>
                <a:lnTo>
                  <a:pt x="599048" y="62953"/>
                </a:lnTo>
                <a:lnTo>
                  <a:pt x="599129" y="62108"/>
                </a:lnTo>
                <a:lnTo>
                  <a:pt x="599197" y="61253"/>
                </a:lnTo>
                <a:lnTo>
                  <a:pt x="599253" y="60387"/>
                </a:lnTo>
                <a:lnTo>
                  <a:pt x="599296" y="59510"/>
                </a:lnTo>
                <a:lnTo>
                  <a:pt x="599327" y="58623"/>
                </a:lnTo>
                <a:lnTo>
                  <a:pt x="599346" y="57726"/>
                </a:lnTo>
                <a:lnTo>
                  <a:pt x="599352" y="56817"/>
                </a:lnTo>
                <a:lnTo>
                  <a:pt x="599346" y="55897"/>
                </a:lnTo>
                <a:lnTo>
                  <a:pt x="599327" y="54988"/>
                </a:lnTo>
                <a:lnTo>
                  <a:pt x="599296" y="54090"/>
                </a:lnTo>
                <a:lnTo>
                  <a:pt x="599253" y="53203"/>
                </a:lnTo>
                <a:lnTo>
                  <a:pt x="599197" y="52326"/>
                </a:lnTo>
                <a:lnTo>
                  <a:pt x="599129" y="51460"/>
                </a:lnTo>
                <a:lnTo>
                  <a:pt x="599048" y="50606"/>
                </a:lnTo>
                <a:lnTo>
                  <a:pt x="598955" y="49762"/>
                </a:lnTo>
                <a:lnTo>
                  <a:pt x="598850" y="48929"/>
                </a:lnTo>
                <a:lnTo>
                  <a:pt x="598732" y="48106"/>
                </a:lnTo>
                <a:lnTo>
                  <a:pt x="598602" y="47295"/>
                </a:lnTo>
                <a:lnTo>
                  <a:pt x="598459" y="46495"/>
                </a:lnTo>
                <a:lnTo>
                  <a:pt x="598304" y="45705"/>
                </a:lnTo>
                <a:lnTo>
                  <a:pt x="598137" y="44926"/>
                </a:lnTo>
                <a:lnTo>
                  <a:pt x="597957" y="44158"/>
                </a:lnTo>
                <a:lnTo>
                  <a:pt x="597764" y="43401"/>
                </a:lnTo>
                <a:lnTo>
                  <a:pt x="597560" y="42655"/>
                </a:lnTo>
                <a:lnTo>
                  <a:pt x="597343" y="41920"/>
                </a:lnTo>
                <a:lnTo>
                  <a:pt x="597113" y="41195"/>
                </a:lnTo>
                <a:lnTo>
                  <a:pt x="596872" y="40482"/>
                </a:lnTo>
                <a:lnTo>
                  <a:pt x="596617" y="39779"/>
                </a:lnTo>
                <a:lnTo>
                  <a:pt x="596351" y="39087"/>
                </a:lnTo>
                <a:lnTo>
                  <a:pt x="596072" y="38406"/>
                </a:lnTo>
                <a:lnTo>
                  <a:pt x="595780" y="37736"/>
                </a:lnTo>
                <a:lnTo>
                  <a:pt x="595477" y="37078"/>
                </a:lnTo>
                <a:lnTo>
                  <a:pt x="595163" y="36432"/>
                </a:lnTo>
                <a:lnTo>
                  <a:pt x="594838" y="35800"/>
                </a:lnTo>
                <a:lnTo>
                  <a:pt x="594502" y="35180"/>
                </a:lnTo>
                <a:lnTo>
                  <a:pt x="594155" y="34573"/>
                </a:lnTo>
                <a:lnTo>
                  <a:pt x="593796" y="33979"/>
                </a:lnTo>
                <a:lnTo>
                  <a:pt x="593427" y="33397"/>
                </a:lnTo>
                <a:lnTo>
                  <a:pt x="593047" y="32829"/>
                </a:lnTo>
                <a:lnTo>
                  <a:pt x="592656" y="32273"/>
                </a:lnTo>
                <a:lnTo>
                  <a:pt x="592254" y="31730"/>
                </a:lnTo>
                <a:lnTo>
                  <a:pt x="591841" y="31200"/>
                </a:lnTo>
                <a:lnTo>
                  <a:pt x="591417" y="30683"/>
                </a:lnTo>
                <a:lnTo>
                  <a:pt x="590982" y="30178"/>
                </a:lnTo>
                <a:lnTo>
                  <a:pt x="590535" y="29686"/>
                </a:lnTo>
                <a:lnTo>
                  <a:pt x="590078" y="29207"/>
                </a:lnTo>
                <a:lnTo>
                  <a:pt x="589610" y="28741"/>
                </a:lnTo>
                <a:lnTo>
                  <a:pt x="589131" y="28288"/>
                </a:lnTo>
                <a:lnTo>
                  <a:pt x="588641" y="27848"/>
                </a:lnTo>
                <a:lnTo>
                  <a:pt x="588140" y="27420"/>
                </a:lnTo>
                <a:lnTo>
                  <a:pt x="587628" y="27005"/>
                </a:lnTo>
                <a:lnTo>
                  <a:pt x="587105" y="26603"/>
                </a:lnTo>
                <a:lnTo>
                  <a:pt x="586571" y="26214"/>
                </a:lnTo>
                <a:lnTo>
                  <a:pt x="586026" y="25837"/>
                </a:lnTo>
                <a:lnTo>
                  <a:pt x="585470" y="25474"/>
                </a:lnTo>
                <a:lnTo>
                  <a:pt x="584903" y="25124"/>
                </a:lnTo>
                <a:lnTo>
                  <a:pt x="584328" y="24789"/>
                </a:lnTo>
                <a:lnTo>
                  <a:pt x="583743" y="24469"/>
                </a:lnTo>
                <a:lnTo>
                  <a:pt x="583148" y="24163"/>
                </a:lnTo>
                <a:lnTo>
                  <a:pt x="582545" y="23873"/>
                </a:lnTo>
                <a:lnTo>
                  <a:pt x="581932" y="23598"/>
                </a:lnTo>
                <a:lnTo>
                  <a:pt x="581309" y="23337"/>
                </a:lnTo>
                <a:lnTo>
                  <a:pt x="580677" y="23091"/>
                </a:lnTo>
                <a:lnTo>
                  <a:pt x="580036" y="22860"/>
                </a:lnTo>
                <a:lnTo>
                  <a:pt x="579386" y="22645"/>
                </a:lnTo>
                <a:lnTo>
                  <a:pt x="578726" y="22443"/>
                </a:lnTo>
                <a:lnTo>
                  <a:pt x="578057" y="22257"/>
                </a:lnTo>
                <a:lnTo>
                  <a:pt x="577378" y="22086"/>
                </a:lnTo>
                <a:lnTo>
                  <a:pt x="576690" y="21930"/>
                </a:lnTo>
                <a:lnTo>
                  <a:pt x="575993" y="21788"/>
                </a:lnTo>
                <a:lnTo>
                  <a:pt x="575286" y="21662"/>
                </a:lnTo>
                <a:lnTo>
                  <a:pt x="574570" y="21550"/>
                </a:lnTo>
                <a:lnTo>
                  <a:pt x="573845" y="21453"/>
                </a:lnTo>
                <a:lnTo>
                  <a:pt x="573110" y="21371"/>
                </a:lnTo>
                <a:lnTo>
                  <a:pt x="572366" y="21304"/>
                </a:lnTo>
                <a:lnTo>
                  <a:pt x="571612" y="21252"/>
                </a:lnTo>
                <a:lnTo>
                  <a:pt x="570850" y="21215"/>
                </a:lnTo>
                <a:lnTo>
                  <a:pt x="570077" y="21193"/>
                </a:lnTo>
                <a:lnTo>
                  <a:pt x="569296" y="21185"/>
                </a:lnTo>
                <a:lnTo>
                  <a:pt x="568531" y="21193"/>
                </a:lnTo>
                <a:lnTo>
                  <a:pt x="567776" y="21215"/>
                </a:lnTo>
                <a:lnTo>
                  <a:pt x="567030" y="21252"/>
                </a:lnTo>
                <a:lnTo>
                  <a:pt x="566293" y="21304"/>
                </a:lnTo>
                <a:lnTo>
                  <a:pt x="565566" y="21371"/>
                </a:lnTo>
                <a:lnTo>
                  <a:pt x="564848" y="21453"/>
                </a:lnTo>
                <a:lnTo>
                  <a:pt x="564140" y="21550"/>
                </a:lnTo>
                <a:lnTo>
                  <a:pt x="563440" y="21662"/>
                </a:lnTo>
                <a:lnTo>
                  <a:pt x="562751" y="21788"/>
                </a:lnTo>
                <a:lnTo>
                  <a:pt x="562070" y="21930"/>
                </a:lnTo>
                <a:lnTo>
                  <a:pt x="561399" y="22086"/>
                </a:lnTo>
                <a:lnTo>
                  <a:pt x="560737" y="22257"/>
                </a:lnTo>
                <a:lnTo>
                  <a:pt x="560085" y="22443"/>
                </a:lnTo>
                <a:lnTo>
                  <a:pt x="559442" y="22645"/>
                </a:lnTo>
                <a:lnTo>
                  <a:pt x="558808" y="22860"/>
                </a:lnTo>
                <a:lnTo>
                  <a:pt x="558184" y="23091"/>
                </a:lnTo>
                <a:lnTo>
                  <a:pt x="557569" y="23337"/>
                </a:lnTo>
                <a:lnTo>
                  <a:pt x="556964" y="23598"/>
                </a:lnTo>
                <a:lnTo>
                  <a:pt x="556367" y="23873"/>
                </a:lnTo>
                <a:lnTo>
                  <a:pt x="555780" y="24163"/>
                </a:lnTo>
                <a:lnTo>
                  <a:pt x="555203" y="24469"/>
                </a:lnTo>
                <a:lnTo>
                  <a:pt x="554635" y="24789"/>
                </a:lnTo>
                <a:lnTo>
                  <a:pt x="554076" y="25124"/>
                </a:lnTo>
                <a:lnTo>
                  <a:pt x="553527" y="25474"/>
                </a:lnTo>
                <a:lnTo>
                  <a:pt x="552987" y="25837"/>
                </a:lnTo>
                <a:lnTo>
                  <a:pt x="552458" y="26214"/>
                </a:lnTo>
                <a:lnTo>
                  <a:pt x="551940" y="26603"/>
                </a:lnTo>
                <a:lnTo>
                  <a:pt x="551433" y="27005"/>
                </a:lnTo>
                <a:lnTo>
                  <a:pt x="550936" y="27420"/>
                </a:lnTo>
                <a:lnTo>
                  <a:pt x="550450" y="27848"/>
                </a:lnTo>
                <a:lnTo>
                  <a:pt x="549974" y="28288"/>
                </a:lnTo>
                <a:lnTo>
                  <a:pt x="549509" y="28741"/>
                </a:lnTo>
                <a:lnTo>
                  <a:pt x="549055" y="29207"/>
                </a:lnTo>
                <a:lnTo>
                  <a:pt x="548612" y="29686"/>
                </a:lnTo>
                <a:lnTo>
                  <a:pt x="548179" y="30178"/>
                </a:lnTo>
                <a:lnTo>
                  <a:pt x="547756" y="30683"/>
                </a:lnTo>
                <a:lnTo>
                  <a:pt x="547345" y="31200"/>
                </a:lnTo>
                <a:lnTo>
                  <a:pt x="546944" y="31730"/>
                </a:lnTo>
                <a:lnTo>
                  <a:pt x="546553" y="32273"/>
                </a:lnTo>
                <a:lnTo>
                  <a:pt x="546174" y="32829"/>
                </a:lnTo>
                <a:lnTo>
                  <a:pt x="545805" y="33397"/>
                </a:lnTo>
                <a:lnTo>
                  <a:pt x="545446" y="33979"/>
                </a:lnTo>
                <a:lnTo>
                  <a:pt x="545098" y="34573"/>
                </a:lnTo>
                <a:lnTo>
                  <a:pt x="544761" y="35180"/>
                </a:lnTo>
                <a:lnTo>
                  <a:pt x="544435" y="35800"/>
                </a:lnTo>
                <a:lnTo>
                  <a:pt x="544119" y="36432"/>
                </a:lnTo>
                <a:lnTo>
                  <a:pt x="543814" y="37078"/>
                </a:lnTo>
                <a:lnTo>
                  <a:pt x="543519" y="37736"/>
                </a:lnTo>
                <a:lnTo>
                  <a:pt x="543236" y="38406"/>
                </a:lnTo>
                <a:lnTo>
                  <a:pt x="542965" y="39087"/>
                </a:lnTo>
                <a:lnTo>
                  <a:pt x="542706" y="39779"/>
                </a:lnTo>
                <a:lnTo>
                  <a:pt x="542459" y="40482"/>
                </a:lnTo>
                <a:lnTo>
                  <a:pt x="542224" y="41195"/>
                </a:lnTo>
                <a:lnTo>
                  <a:pt x="542001" y="41920"/>
                </a:lnTo>
                <a:lnTo>
                  <a:pt x="541790" y="42655"/>
                </a:lnTo>
                <a:lnTo>
                  <a:pt x="541591" y="43401"/>
                </a:lnTo>
                <a:lnTo>
                  <a:pt x="541404" y="44158"/>
                </a:lnTo>
                <a:lnTo>
                  <a:pt x="541230" y="44926"/>
                </a:lnTo>
                <a:lnTo>
                  <a:pt x="541067" y="45705"/>
                </a:lnTo>
                <a:lnTo>
                  <a:pt x="540916" y="46495"/>
                </a:lnTo>
                <a:lnTo>
                  <a:pt x="540778" y="47295"/>
                </a:lnTo>
                <a:lnTo>
                  <a:pt x="540651" y="48106"/>
                </a:lnTo>
                <a:lnTo>
                  <a:pt x="540537" y="48929"/>
                </a:lnTo>
                <a:lnTo>
                  <a:pt x="540434" y="49762"/>
                </a:lnTo>
                <a:lnTo>
                  <a:pt x="540344" y="50606"/>
                </a:lnTo>
                <a:lnTo>
                  <a:pt x="540266" y="51460"/>
                </a:lnTo>
                <a:lnTo>
                  <a:pt x="540199" y="52326"/>
                </a:lnTo>
                <a:lnTo>
                  <a:pt x="540145" y="53203"/>
                </a:lnTo>
                <a:lnTo>
                  <a:pt x="540103" y="54090"/>
                </a:lnTo>
                <a:lnTo>
                  <a:pt x="540073" y="54988"/>
                </a:lnTo>
                <a:lnTo>
                  <a:pt x="540055" y="55897"/>
                </a:lnTo>
                <a:lnTo>
                  <a:pt x="540049" y="56817"/>
                </a:lnTo>
                <a:lnTo>
                  <a:pt x="540055" y="57726"/>
                </a:lnTo>
                <a:lnTo>
                  <a:pt x="540073" y="58623"/>
                </a:lnTo>
                <a:lnTo>
                  <a:pt x="540103" y="59510"/>
                </a:lnTo>
                <a:lnTo>
                  <a:pt x="540145" y="60387"/>
                </a:lnTo>
                <a:lnTo>
                  <a:pt x="540199" y="61253"/>
                </a:lnTo>
                <a:lnTo>
                  <a:pt x="540266" y="62108"/>
                </a:lnTo>
                <a:lnTo>
                  <a:pt x="540344" y="62953"/>
                </a:lnTo>
                <a:lnTo>
                  <a:pt x="540434" y="63787"/>
                </a:lnTo>
                <a:lnTo>
                  <a:pt x="540537" y="64610"/>
                </a:lnTo>
                <a:lnTo>
                  <a:pt x="540651" y="65423"/>
                </a:lnTo>
                <a:lnTo>
                  <a:pt x="540778" y="66225"/>
                </a:lnTo>
                <a:lnTo>
                  <a:pt x="540916" y="67017"/>
                </a:lnTo>
                <a:lnTo>
                  <a:pt x="541067" y="67798"/>
                </a:lnTo>
                <a:lnTo>
                  <a:pt x="541230" y="68568"/>
                </a:lnTo>
                <a:lnTo>
                  <a:pt x="541404" y="69328"/>
                </a:lnTo>
                <a:lnTo>
                  <a:pt x="541591" y="70077"/>
                </a:lnTo>
                <a:lnTo>
                  <a:pt x="541790" y="70815"/>
                </a:lnTo>
                <a:lnTo>
                  <a:pt x="542001" y="71543"/>
                </a:lnTo>
                <a:lnTo>
                  <a:pt x="542224" y="72260"/>
                </a:lnTo>
                <a:lnTo>
                  <a:pt x="542459" y="72967"/>
                </a:lnTo>
                <a:lnTo>
                  <a:pt x="542706" y="73663"/>
                </a:lnTo>
                <a:lnTo>
                  <a:pt x="542965" y="74349"/>
                </a:lnTo>
                <a:lnTo>
                  <a:pt x="543236" y="75023"/>
                </a:lnTo>
                <a:lnTo>
                  <a:pt x="543519" y="75687"/>
                </a:lnTo>
                <a:lnTo>
                  <a:pt x="543814" y="76340"/>
                </a:lnTo>
                <a:lnTo>
                  <a:pt x="544119" y="76980"/>
                </a:lnTo>
                <a:lnTo>
                  <a:pt x="544435" y="77606"/>
                </a:lnTo>
                <a:lnTo>
                  <a:pt x="544761" y="78220"/>
                </a:lnTo>
                <a:lnTo>
                  <a:pt x="545098" y="78822"/>
                </a:lnTo>
                <a:lnTo>
                  <a:pt x="545446" y="79410"/>
                </a:lnTo>
                <a:lnTo>
                  <a:pt x="545805" y="79986"/>
                </a:lnTo>
                <a:lnTo>
                  <a:pt x="546174" y="80549"/>
                </a:lnTo>
                <a:lnTo>
                  <a:pt x="546553" y="81099"/>
                </a:lnTo>
                <a:lnTo>
                  <a:pt x="546944" y="81636"/>
                </a:lnTo>
                <a:lnTo>
                  <a:pt x="547345" y="82160"/>
                </a:lnTo>
                <a:lnTo>
                  <a:pt x="547756" y="82672"/>
                </a:lnTo>
                <a:lnTo>
                  <a:pt x="548179" y="83170"/>
                </a:lnTo>
                <a:lnTo>
                  <a:pt x="548612" y="83656"/>
                </a:lnTo>
                <a:lnTo>
                  <a:pt x="549055" y="84129"/>
                </a:lnTo>
                <a:lnTo>
                  <a:pt x="549509" y="84590"/>
                </a:lnTo>
                <a:lnTo>
                  <a:pt x="549974" y="85037"/>
                </a:lnTo>
                <a:lnTo>
                  <a:pt x="550450" y="85472"/>
                </a:lnTo>
                <a:lnTo>
                  <a:pt x="550936" y="85894"/>
                </a:lnTo>
                <a:lnTo>
                  <a:pt x="551433" y="86303"/>
                </a:lnTo>
                <a:lnTo>
                  <a:pt x="551940" y="86699"/>
                </a:lnTo>
                <a:lnTo>
                  <a:pt x="552458" y="87082"/>
                </a:lnTo>
                <a:lnTo>
                  <a:pt x="552987" y="87453"/>
                </a:lnTo>
                <a:lnTo>
                  <a:pt x="553527" y="87811"/>
                </a:lnTo>
                <a:lnTo>
                  <a:pt x="554076" y="88155"/>
                </a:lnTo>
                <a:lnTo>
                  <a:pt x="554635" y="88484"/>
                </a:lnTo>
                <a:lnTo>
                  <a:pt x="555203" y="88799"/>
                </a:lnTo>
                <a:lnTo>
                  <a:pt x="555780" y="89099"/>
                </a:lnTo>
                <a:lnTo>
                  <a:pt x="556367" y="89385"/>
                </a:lnTo>
                <a:lnTo>
                  <a:pt x="556964" y="89656"/>
                </a:lnTo>
                <a:lnTo>
                  <a:pt x="557569" y="89912"/>
                </a:lnTo>
                <a:lnTo>
                  <a:pt x="558184" y="90153"/>
                </a:lnTo>
                <a:lnTo>
                  <a:pt x="558808" y="90380"/>
                </a:lnTo>
                <a:lnTo>
                  <a:pt x="559442" y="90593"/>
                </a:lnTo>
                <a:lnTo>
                  <a:pt x="560085" y="90790"/>
                </a:lnTo>
                <a:lnTo>
                  <a:pt x="560737" y="90973"/>
                </a:lnTo>
                <a:lnTo>
                  <a:pt x="561399" y="91142"/>
                </a:lnTo>
                <a:lnTo>
                  <a:pt x="562070" y="91296"/>
                </a:lnTo>
                <a:lnTo>
                  <a:pt x="562751" y="91435"/>
                </a:lnTo>
                <a:lnTo>
                  <a:pt x="563440" y="91559"/>
                </a:lnTo>
                <a:lnTo>
                  <a:pt x="564140" y="91669"/>
                </a:lnTo>
                <a:lnTo>
                  <a:pt x="564848" y="91764"/>
                </a:lnTo>
                <a:lnTo>
                  <a:pt x="565566" y="91845"/>
                </a:lnTo>
                <a:lnTo>
                  <a:pt x="566293" y="91910"/>
                </a:lnTo>
                <a:lnTo>
                  <a:pt x="567030" y="91962"/>
                </a:lnTo>
                <a:lnTo>
                  <a:pt x="567776" y="91998"/>
                </a:lnTo>
                <a:lnTo>
                  <a:pt x="568531" y="92020"/>
                </a:lnTo>
                <a:lnTo>
                  <a:pt x="569296" y="92028"/>
                </a:lnTo>
                <a:lnTo>
                  <a:pt x="570077" y="92020"/>
                </a:lnTo>
                <a:lnTo>
                  <a:pt x="570850" y="91998"/>
                </a:lnTo>
                <a:lnTo>
                  <a:pt x="571612" y="91962"/>
                </a:lnTo>
                <a:lnTo>
                  <a:pt x="572366" y="91910"/>
                </a:lnTo>
                <a:close/>
                <a:moveTo>
                  <a:pt x="567231" y="83027"/>
                </a:moveTo>
                <a:lnTo>
                  <a:pt x="566737" y="82973"/>
                </a:lnTo>
                <a:lnTo>
                  <a:pt x="566251" y="82908"/>
                </a:lnTo>
                <a:lnTo>
                  <a:pt x="565773" y="82831"/>
                </a:lnTo>
                <a:lnTo>
                  <a:pt x="565305" y="82742"/>
                </a:lnTo>
                <a:lnTo>
                  <a:pt x="564845" y="82641"/>
                </a:lnTo>
                <a:lnTo>
                  <a:pt x="564394" y="82528"/>
                </a:lnTo>
                <a:lnTo>
                  <a:pt x="563951" y="82403"/>
                </a:lnTo>
                <a:lnTo>
                  <a:pt x="563517" y="82266"/>
                </a:lnTo>
                <a:lnTo>
                  <a:pt x="563092" y="82118"/>
                </a:lnTo>
                <a:lnTo>
                  <a:pt x="562675" y="81957"/>
                </a:lnTo>
                <a:lnTo>
                  <a:pt x="562267" y="81785"/>
                </a:lnTo>
                <a:lnTo>
                  <a:pt x="561868" y="81601"/>
                </a:lnTo>
                <a:lnTo>
                  <a:pt x="561477" y="81405"/>
                </a:lnTo>
                <a:lnTo>
                  <a:pt x="561095" y="81197"/>
                </a:lnTo>
                <a:lnTo>
                  <a:pt x="560722" y="80977"/>
                </a:lnTo>
                <a:lnTo>
                  <a:pt x="560357" y="80745"/>
                </a:lnTo>
                <a:lnTo>
                  <a:pt x="560001" y="80502"/>
                </a:lnTo>
                <a:lnTo>
                  <a:pt x="559654" y="80246"/>
                </a:lnTo>
                <a:lnTo>
                  <a:pt x="559315" y="79979"/>
                </a:lnTo>
                <a:lnTo>
                  <a:pt x="558985" y="79700"/>
                </a:lnTo>
                <a:lnTo>
                  <a:pt x="558663" y="79410"/>
                </a:lnTo>
                <a:lnTo>
                  <a:pt x="558349" y="79112"/>
                </a:lnTo>
                <a:lnTo>
                  <a:pt x="558042" y="78805"/>
                </a:lnTo>
                <a:lnTo>
                  <a:pt x="557743" y="78490"/>
                </a:lnTo>
                <a:lnTo>
                  <a:pt x="557452" y="78166"/>
                </a:lnTo>
                <a:lnTo>
                  <a:pt x="557168" y="77833"/>
                </a:lnTo>
                <a:lnTo>
                  <a:pt x="556891" y="77491"/>
                </a:lnTo>
                <a:lnTo>
                  <a:pt x="556623" y="77141"/>
                </a:lnTo>
                <a:lnTo>
                  <a:pt x="556362" y="76783"/>
                </a:lnTo>
                <a:lnTo>
                  <a:pt x="556108" y="76415"/>
                </a:lnTo>
                <a:lnTo>
                  <a:pt x="555862" y="76039"/>
                </a:lnTo>
                <a:lnTo>
                  <a:pt x="555624" y="75654"/>
                </a:lnTo>
                <a:lnTo>
                  <a:pt x="555393" y="75261"/>
                </a:lnTo>
                <a:lnTo>
                  <a:pt x="555170" y="74859"/>
                </a:lnTo>
                <a:lnTo>
                  <a:pt x="554955" y="74448"/>
                </a:lnTo>
                <a:lnTo>
                  <a:pt x="554747" y="74029"/>
                </a:lnTo>
                <a:lnTo>
                  <a:pt x="554547" y="73601"/>
                </a:lnTo>
                <a:lnTo>
                  <a:pt x="554354" y="73164"/>
                </a:lnTo>
                <a:lnTo>
                  <a:pt x="554169" y="72718"/>
                </a:lnTo>
                <a:lnTo>
                  <a:pt x="553992" y="72264"/>
                </a:lnTo>
                <a:lnTo>
                  <a:pt x="553822" y="71802"/>
                </a:lnTo>
                <a:lnTo>
                  <a:pt x="553660" y="71330"/>
                </a:lnTo>
                <a:lnTo>
                  <a:pt x="553505" y="70850"/>
                </a:lnTo>
                <a:lnTo>
                  <a:pt x="553358" y="70362"/>
                </a:lnTo>
                <a:lnTo>
                  <a:pt x="553218" y="69866"/>
                </a:lnTo>
                <a:lnTo>
                  <a:pt x="553084" y="69364"/>
                </a:lnTo>
                <a:lnTo>
                  <a:pt x="552955" y="68856"/>
                </a:lnTo>
                <a:lnTo>
                  <a:pt x="552833" y="68343"/>
                </a:lnTo>
                <a:lnTo>
                  <a:pt x="552717" y="67825"/>
                </a:lnTo>
                <a:lnTo>
                  <a:pt x="552606" y="67300"/>
                </a:lnTo>
                <a:lnTo>
                  <a:pt x="552502" y="66770"/>
                </a:lnTo>
                <a:lnTo>
                  <a:pt x="552403" y="66234"/>
                </a:lnTo>
                <a:lnTo>
                  <a:pt x="552311" y="65693"/>
                </a:lnTo>
                <a:lnTo>
                  <a:pt x="552224" y="65145"/>
                </a:lnTo>
                <a:lnTo>
                  <a:pt x="552144" y="64592"/>
                </a:lnTo>
                <a:lnTo>
                  <a:pt x="552069" y="64034"/>
                </a:lnTo>
                <a:lnTo>
                  <a:pt x="552001" y="63470"/>
                </a:lnTo>
                <a:lnTo>
                  <a:pt x="551938" y="62900"/>
                </a:lnTo>
                <a:lnTo>
                  <a:pt x="551881" y="62324"/>
                </a:lnTo>
                <a:lnTo>
                  <a:pt x="551831" y="61743"/>
                </a:lnTo>
                <a:lnTo>
                  <a:pt x="551786" y="61155"/>
                </a:lnTo>
                <a:lnTo>
                  <a:pt x="551747" y="60563"/>
                </a:lnTo>
                <a:lnTo>
                  <a:pt x="551714" y="59964"/>
                </a:lnTo>
                <a:lnTo>
                  <a:pt x="551687" y="59360"/>
                </a:lnTo>
                <a:lnTo>
                  <a:pt x="551667" y="58750"/>
                </a:lnTo>
                <a:lnTo>
                  <a:pt x="551652" y="58135"/>
                </a:lnTo>
                <a:lnTo>
                  <a:pt x="551643" y="57514"/>
                </a:lnTo>
                <a:lnTo>
                  <a:pt x="551640" y="56887"/>
                </a:lnTo>
                <a:lnTo>
                  <a:pt x="551643" y="56248"/>
                </a:lnTo>
                <a:lnTo>
                  <a:pt x="551652" y="55615"/>
                </a:lnTo>
                <a:lnTo>
                  <a:pt x="551667" y="54989"/>
                </a:lnTo>
                <a:lnTo>
                  <a:pt x="551687" y="54368"/>
                </a:lnTo>
                <a:lnTo>
                  <a:pt x="551714" y="53753"/>
                </a:lnTo>
                <a:lnTo>
                  <a:pt x="551747" y="53144"/>
                </a:lnTo>
                <a:lnTo>
                  <a:pt x="551786" y="52541"/>
                </a:lnTo>
                <a:lnTo>
                  <a:pt x="551831" y="51944"/>
                </a:lnTo>
                <a:lnTo>
                  <a:pt x="551881" y="51353"/>
                </a:lnTo>
                <a:lnTo>
                  <a:pt x="551938" y="50767"/>
                </a:lnTo>
                <a:lnTo>
                  <a:pt x="552001" y="50188"/>
                </a:lnTo>
                <a:lnTo>
                  <a:pt x="552069" y="49615"/>
                </a:lnTo>
                <a:lnTo>
                  <a:pt x="552144" y="49048"/>
                </a:lnTo>
                <a:lnTo>
                  <a:pt x="552224" y="48486"/>
                </a:lnTo>
                <a:lnTo>
                  <a:pt x="552311" y="47931"/>
                </a:lnTo>
                <a:lnTo>
                  <a:pt x="552403" y="47381"/>
                </a:lnTo>
                <a:lnTo>
                  <a:pt x="552502" y="46838"/>
                </a:lnTo>
                <a:lnTo>
                  <a:pt x="552606" y="46300"/>
                </a:lnTo>
                <a:lnTo>
                  <a:pt x="552717" y="45768"/>
                </a:lnTo>
                <a:lnTo>
                  <a:pt x="552833" y="45243"/>
                </a:lnTo>
                <a:lnTo>
                  <a:pt x="552955" y="44723"/>
                </a:lnTo>
                <a:lnTo>
                  <a:pt x="553084" y="44209"/>
                </a:lnTo>
                <a:lnTo>
                  <a:pt x="553218" y="43701"/>
                </a:lnTo>
                <a:lnTo>
                  <a:pt x="553358" y="43199"/>
                </a:lnTo>
                <a:lnTo>
                  <a:pt x="553505" y="42704"/>
                </a:lnTo>
                <a:lnTo>
                  <a:pt x="553660" y="42218"/>
                </a:lnTo>
                <a:lnTo>
                  <a:pt x="553822" y="41741"/>
                </a:lnTo>
                <a:lnTo>
                  <a:pt x="553992" y="41273"/>
                </a:lnTo>
                <a:lnTo>
                  <a:pt x="554169" y="40813"/>
                </a:lnTo>
                <a:lnTo>
                  <a:pt x="554354" y="40362"/>
                </a:lnTo>
                <a:lnTo>
                  <a:pt x="554547" y="39920"/>
                </a:lnTo>
                <a:lnTo>
                  <a:pt x="554747" y="39487"/>
                </a:lnTo>
                <a:lnTo>
                  <a:pt x="554955" y="39063"/>
                </a:lnTo>
                <a:lnTo>
                  <a:pt x="555170" y="38647"/>
                </a:lnTo>
                <a:lnTo>
                  <a:pt x="555393" y="38240"/>
                </a:lnTo>
                <a:lnTo>
                  <a:pt x="555624" y="37842"/>
                </a:lnTo>
                <a:lnTo>
                  <a:pt x="555862" y="37453"/>
                </a:lnTo>
                <a:lnTo>
                  <a:pt x="556108" y="37072"/>
                </a:lnTo>
                <a:lnTo>
                  <a:pt x="556362" y="36701"/>
                </a:lnTo>
                <a:lnTo>
                  <a:pt x="556623" y="36338"/>
                </a:lnTo>
                <a:lnTo>
                  <a:pt x="556891" y="35984"/>
                </a:lnTo>
                <a:lnTo>
                  <a:pt x="557168" y="35638"/>
                </a:lnTo>
                <a:lnTo>
                  <a:pt x="557452" y="35302"/>
                </a:lnTo>
                <a:lnTo>
                  <a:pt x="557743" y="34974"/>
                </a:lnTo>
                <a:lnTo>
                  <a:pt x="558042" y="34655"/>
                </a:lnTo>
                <a:lnTo>
                  <a:pt x="558349" y="34345"/>
                </a:lnTo>
                <a:lnTo>
                  <a:pt x="558663" y="34044"/>
                </a:lnTo>
                <a:lnTo>
                  <a:pt x="558985" y="33751"/>
                </a:lnTo>
                <a:lnTo>
                  <a:pt x="559315" y="33469"/>
                </a:lnTo>
                <a:lnTo>
                  <a:pt x="559654" y="33199"/>
                </a:lnTo>
                <a:lnTo>
                  <a:pt x="560001" y="32941"/>
                </a:lnTo>
                <a:lnTo>
                  <a:pt x="560357" y="32695"/>
                </a:lnTo>
                <a:lnTo>
                  <a:pt x="560722" y="32461"/>
                </a:lnTo>
                <a:lnTo>
                  <a:pt x="561095" y="32239"/>
                </a:lnTo>
                <a:lnTo>
                  <a:pt x="561477" y="32028"/>
                </a:lnTo>
                <a:lnTo>
                  <a:pt x="561868" y="31830"/>
                </a:lnTo>
                <a:lnTo>
                  <a:pt x="562267" y="31644"/>
                </a:lnTo>
                <a:lnTo>
                  <a:pt x="562675" y="31470"/>
                </a:lnTo>
                <a:lnTo>
                  <a:pt x="563092" y="31308"/>
                </a:lnTo>
                <a:lnTo>
                  <a:pt x="563517" y="31158"/>
                </a:lnTo>
                <a:lnTo>
                  <a:pt x="563951" y="31020"/>
                </a:lnTo>
                <a:lnTo>
                  <a:pt x="564394" y="30894"/>
                </a:lnTo>
                <a:lnTo>
                  <a:pt x="564845" y="30780"/>
                </a:lnTo>
                <a:lnTo>
                  <a:pt x="565305" y="30678"/>
                </a:lnTo>
                <a:lnTo>
                  <a:pt x="565773" y="30588"/>
                </a:lnTo>
                <a:lnTo>
                  <a:pt x="566251" y="30510"/>
                </a:lnTo>
                <a:lnTo>
                  <a:pt x="566737" y="30444"/>
                </a:lnTo>
                <a:lnTo>
                  <a:pt x="567231" y="30390"/>
                </a:lnTo>
                <a:lnTo>
                  <a:pt x="567734" y="30348"/>
                </a:lnTo>
                <a:lnTo>
                  <a:pt x="568246" y="30318"/>
                </a:lnTo>
                <a:lnTo>
                  <a:pt x="568767" y="30300"/>
                </a:lnTo>
                <a:lnTo>
                  <a:pt x="569296" y="30294"/>
                </a:lnTo>
                <a:lnTo>
                  <a:pt x="569858" y="30300"/>
                </a:lnTo>
                <a:lnTo>
                  <a:pt x="570411" y="30318"/>
                </a:lnTo>
                <a:lnTo>
                  <a:pt x="570954" y="30348"/>
                </a:lnTo>
                <a:lnTo>
                  <a:pt x="571487" y="30390"/>
                </a:lnTo>
                <a:lnTo>
                  <a:pt x="572011" y="30444"/>
                </a:lnTo>
                <a:lnTo>
                  <a:pt x="572524" y="30510"/>
                </a:lnTo>
                <a:lnTo>
                  <a:pt x="573028" y="30588"/>
                </a:lnTo>
                <a:lnTo>
                  <a:pt x="573523" y="30678"/>
                </a:lnTo>
                <a:lnTo>
                  <a:pt x="574007" y="30780"/>
                </a:lnTo>
                <a:lnTo>
                  <a:pt x="574482" y="30894"/>
                </a:lnTo>
                <a:lnTo>
                  <a:pt x="574948" y="31020"/>
                </a:lnTo>
                <a:lnTo>
                  <a:pt x="575403" y="31158"/>
                </a:lnTo>
                <a:lnTo>
                  <a:pt x="575849" y="31308"/>
                </a:lnTo>
                <a:lnTo>
                  <a:pt x="576285" y="31470"/>
                </a:lnTo>
                <a:lnTo>
                  <a:pt x="576711" y="31644"/>
                </a:lnTo>
                <a:lnTo>
                  <a:pt x="577128" y="31830"/>
                </a:lnTo>
                <a:lnTo>
                  <a:pt x="577535" y="32028"/>
                </a:lnTo>
                <a:lnTo>
                  <a:pt x="577932" y="32239"/>
                </a:lnTo>
                <a:lnTo>
                  <a:pt x="578320" y="32461"/>
                </a:lnTo>
                <a:lnTo>
                  <a:pt x="578698" y="32695"/>
                </a:lnTo>
                <a:lnTo>
                  <a:pt x="579066" y="32941"/>
                </a:lnTo>
                <a:lnTo>
                  <a:pt x="579424" y="33199"/>
                </a:lnTo>
                <a:lnTo>
                  <a:pt x="579773" y="33469"/>
                </a:lnTo>
                <a:lnTo>
                  <a:pt x="580112" y="33751"/>
                </a:lnTo>
                <a:lnTo>
                  <a:pt x="580442" y="34044"/>
                </a:lnTo>
                <a:lnTo>
                  <a:pt x="580765" y="34345"/>
                </a:lnTo>
                <a:lnTo>
                  <a:pt x="581080" y="34655"/>
                </a:lnTo>
                <a:lnTo>
                  <a:pt x="581387" y="34974"/>
                </a:lnTo>
                <a:lnTo>
                  <a:pt x="581686" y="35302"/>
                </a:lnTo>
                <a:lnTo>
                  <a:pt x="581978" y="35638"/>
                </a:lnTo>
                <a:lnTo>
                  <a:pt x="582262" y="35984"/>
                </a:lnTo>
                <a:lnTo>
                  <a:pt x="582538" y="36338"/>
                </a:lnTo>
                <a:lnTo>
                  <a:pt x="582807" y="36701"/>
                </a:lnTo>
                <a:lnTo>
                  <a:pt x="583067" y="37072"/>
                </a:lnTo>
                <a:lnTo>
                  <a:pt x="583320" y="37453"/>
                </a:lnTo>
                <a:lnTo>
                  <a:pt x="583566" y="37842"/>
                </a:lnTo>
                <a:lnTo>
                  <a:pt x="583803" y="38240"/>
                </a:lnTo>
                <a:lnTo>
                  <a:pt x="584033" y="38647"/>
                </a:lnTo>
                <a:lnTo>
                  <a:pt x="584255" y="39063"/>
                </a:lnTo>
                <a:lnTo>
                  <a:pt x="584470" y="39487"/>
                </a:lnTo>
                <a:lnTo>
                  <a:pt x="584677" y="39920"/>
                </a:lnTo>
                <a:lnTo>
                  <a:pt x="584876" y="40362"/>
                </a:lnTo>
                <a:lnTo>
                  <a:pt x="585067" y="40813"/>
                </a:lnTo>
                <a:lnTo>
                  <a:pt x="585251" y="41273"/>
                </a:lnTo>
                <a:lnTo>
                  <a:pt x="585426" y="41741"/>
                </a:lnTo>
                <a:lnTo>
                  <a:pt x="585594" y="42218"/>
                </a:lnTo>
                <a:lnTo>
                  <a:pt x="585755" y="42704"/>
                </a:lnTo>
                <a:lnTo>
                  <a:pt x="585908" y="43199"/>
                </a:lnTo>
                <a:lnTo>
                  <a:pt x="586053" y="43701"/>
                </a:lnTo>
                <a:lnTo>
                  <a:pt x="586193" y="44208"/>
                </a:lnTo>
                <a:lnTo>
                  <a:pt x="586326" y="44722"/>
                </a:lnTo>
                <a:lnTo>
                  <a:pt x="586453" y="45241"/>
                </a:lnTo>
                <a:lnTo>
                  <a:pt x="586574" y="45765"/>
                </a:lnTo>
                <a:lnTo>
                  <a:pt x="586689" y="46296"/>
                </a:lnTo>
                <a:lnTo>
                  <a:pt x="586797" y="46832"/>
                </a:lnTo>
                <a:lnTo>
                  <a:pt x="586900" y="47373"/>
                </a:lnTo>
                <a:lnTo>
                  <a:pt x="586996" y="47921"/>
                </a:lnTo>
                <a:lnTo>
                  <a:pt x="587086" y="48474"/>
                </a:lnTo>
                <a:lnTo>
                  <a:pt x="587169" y="49033"/>
                </a:lnTo>
                <a:lnTo>
                  <a:pt x="587247" y="49597"/>
                </a:lnTo>
                <a:lnTo>
                  <a:pt x="587318" y="50167"/>
                </a:lnTo>
                <a:lnTo>
                  <a:pt x="587383" y="50743"/>
                </a:lnTo>
                <a:lnTo>
                  <a:pt x="587442" y="51325"/>
                </a:lnTo>
                <a:lnTo>
                  <a:pt x="587495" y="51912"/>
                </a:lnTo>
                <a:lnTo>
                  <a:pt x="587541" y="52505"/>
                </a:lnTo>
                <a:lnTo>
                  <a:pt x="587582" y="53104"/>
                </a:lnTo>
                <a:lnTo>
                  <a:pt x="587616" y="53708"/>
                </a:lnTo>
                <a:lnTo>
                  <a:pt x="587644" y="54318"/>
                </a:lnTo>
                <a:lnTo>
                  <a:pt x="587665" y="54934"/>
                </a:lnTo>
                <a:lnTo>
                  <a:pt x="587681" y="55555"/>
                </a:lnTo>
                <a:lnTo>
                  <a:pt x="587690" y="56182"/>
                </a:lnTo>
                <a:lnTo>
                  <a:pt x="587693" y="56815"/>
                </a:lnTo>
                <a:lnTo>
                  <a:pt x="587690" y="57448"/>
                </a:lnTo>
                <a:lnTo>
                  <a:pt x="587681" y="58075"/>
                </a:lnTo>
                <a:lnTo>
                  <a:pt x="587665" y="58695"/>
                </a:lnTo>
                <a:lnTo>
                  <a:pt x="587644" y="59310"/>
                </a:lnTo>
                <a:lnTo>
                  <a:pt x="587616" y="59919"/>
                </a:lnTo>
                <a:lnTo>
                  <a:pt x="587582" y="60522"/>
                </a:lnTo>
                <a:lnTo>
                  <a:pt x="587541" y="61119"/>
                </a:lnTo>
                <a:lnTo>
                  <a:pt x="587495" y="61711"/>
                </a:lnTo>
                <a:lnTo>
                  <a:pt x="587442" y="62296"/>
                </a:lnTo>
                <a:lnTo>
                  <a:pt x="587383" y="62875"/>
                </a:lnTo>
                <a:lnTo>
                  <a:pt x="587318" y="63448"/>
                </a:lnTo>
                <a:lnTo>
                  <a:pt x="587247" y="64016"/>
                </a:lnTo>
                <a:lnTo>
                  <a:pt x="587169" y="64577"/>
                </a:lnTo>
                <a:lnTo>
                  <a:pt x="587086" y="65133"/>
                </a:lnTo>
                <a:lnTo>
                  <a:pt x="586996" y="65682"/>
                </a:lnTo>
                <a:lnTo>
                  <a:pt x="586900" y="66226"/>
                </a:lnTo>
                <a:lnTo>
                  <a:pt x="586797" y="66764"/>
                </a:lnTo>
                <a:lnTo>
                  <a:pt x="586689" y="67296"/>
                </a:lnTo>
                <a:lnTo>
                  <a:pt x="586574" y="67821"/>
                </a:lnTo>
                <a:lnTo>
                  <a:pt x="586453" y="68341"/>
                </a:lnTo>
                <a:lnTo>
                  <a:pt x="586326" y="68855"/>
                </a:lnTo>
                <a:lnTo>
                  <a:pt x="586193" y="69363"/>
                </a:lnTo>
                <a:lnTo>
                  <a:pt x="586053" y="69865"/>
                </a:lnTo>
                <a:lnTo>
                  <a:pt x="585908" y="70362"/>
                </a:lnTo>
                <a:lnTo>
                  <a:pt x="585755" y="70850"/>
                </a:lnTo>
                <a:lnTo>
                  <a:pt x="585594" y="71330"/>
                </a:lnTo>
                <a:lnTo>
                  <a:pt x="585426" y="71802"/>
                </a:lnTo>
                <a:lnTo>
                  <a:pt x="585251" y="72264"/>
                </a:lnTo>
                <a:lnTo>
                  <a:pt x="585067" y="72718"/>
                </a:lnTo>
                <a:lnTo>
                  <a:pt x="584876" y="73164"/>
                </a:lnTo>
                <a:lnTo>
                  <a:pt x="584677" y="73601"/>
                </a:lnTo>
                <a:lnTo>
                  <a:pt x="584470" y="74029"/>
                </a:lnTo>
                <a:lnTo>
                  <a:pt x="584255" y="74448"/>
                </a:lnTo>
                <a:lnTo>
                  <a:pt x="584033" y="74859"/>
                </a:lnTo>
                <a:lnTo>
                  <a:pt x="583803" y="75261"/>
                </a:lnTo>
                <a:lnTo>
                  <a:pt x="583566" y="75654"/>
                </a:lnTo>
                <a:lnTo>
                  <a:pt x="583320" y="76039"/>
                </a:lnTo>
                <a:lnTo>
                  <a:pt x="583067" y="76415"/>
                </a:lnTo>
                <a:lnTo>
                  <a:pt x="582807" y="76783"/>
                </a:lnTo>
                <a:lnTo>
                  <a:pt x="582538" y="77141"/>
                </a:lnTo>
                <a:lnTo>
                  <a:pt x="582262" y="77491"/>
                </a:lnTo>
                <a:lnTo>
                  <a:pt x="581978" y="77833"/>
                </a:lnTo>
                <a:lnTo>
                  <a:pt x="581686" y="78166"/>
                </a:lnTo>
                <a:lnTo>
                  <a:pt x="581387" y="78490"/>
                </a:lnTo>
                <a:lnTo>
                  <a:pt x="581080" y="78805"/>
                </a:lnTo>
                <a:lnTo>
                  <a:pt x="580765" y="79112"/>
                </a:lnTo>
                <a:lnTo>
                  <a:pt x="580442" y="79410"/>
                </a:lnTo>
                <a:lnTo>
                  <a:pt x="580112" y="79700"/>
                </a:lnTo>
                <a:lnTo>
                  <a:pt x="579773" y="79979"/>
                </a:lnTo>
                <a:lnTo>
                  <a:pt x="579424" y="80246"/>
                </a:lnTo>
                <a:lnTo>
                  <a:pt x="579066" y="80502"/>
                </a:lnTo>
                <a:lnTo>
                  <a:pt x="578698" y="80745"/>
                </a:lnTo>
                <a:lnTo>
                  <a:pt x="578320" y="80977"/>
                </a:lnTo>
                <a:lnTo>
                  <a:pt x="577932" y="81197"/>
                </a:lnTo>
                <a:lnTo>
                  <a:pt x="577535" y="81405"/>
                </a:lnTo>
                <a:lnTo>
                  <a:pt x="577128" y="81601"/>
                </a:lnTo>
                <a:lnTo>
                  <a:pt x="576711" y="81785"/>
                </a:lnTo>
                <a:lnTo>
                  <a:pt x="576285" y="81957"/>
                </a:lnTo>
                <a:lnTo>
                  <a:pt x="575849" y="82118"/>
                </a:lnTo>
                <a:lnTo>
                  <a:pt x="575403" y="82266"/>
                </a:lnTo>
                <a:lnTo>
                  <a:pt x="574948" y="82403"/>
                </a:lnTo>
                <a:lnTo>
                  <a:pt x="574482" y="82528"/>
                </a:lnTo>
                <a:lnTo>
                  <a:pt x="574007" y="82641"/>
                </a:lnTo>
                <a:lnTo>
                  <a:pt x="573523" y="82742"/>
                </a:lnTo>
                <a:lnTo>
                  <a:pt x="573028" y="82831"/>
                </a:lnTo>
                <a:lnTo>
                  <a:pt x="572524" y="82908"/>
                </a:lnTo>
                <a:lnTo>
                  <a:pt x="572011" y="82973"/>
                </a:lnTo>
                <a:lnTo>
                  <a:pt x="571487" y="83027"/>
                </a:lnTo>
                <a:lnTo>
                  <a:pt x="570954" y="83068"/>
                </a:lnTo>
                <a:lnTo>
                  <a:pt x="570411" y="83098"/>
                </a:lnTo>
                <a:lnTo>
                  <a:pt x="569858" y="83116"/>
                </a:lnTo>
                <a:lnTo>
                  <a:pt x="569296" y="83122"/>
                </a:lnTo>
                <a:lnTo>
                  <a:pt x="568767" y="83116"/>
                </a:lnTo>
                <a:lnTo>
                  <a:pt x="568246" y="83098"/>
                </a:lnTo>
                <a:lnTo>
                  <a:pt x="567734" y="83068"/>
                </a:lnTo>
                <a:lnTo>
                  <a:pt x="567231" y="83027"/>
                </a:lnTo>
                <a:close/>
                <a:moveTo>
                  <a:pt x="706887" y="91995"/>
                </a:moveTo>
                <a:lnTo>
                  <a:pt x="707335" y="91977"/>
                </a:lnTo>
                <a:lnTo>
                  <a:pt x="707781" y="91954"/>
                </a:lnTo>
                <a:lnTo>
                  <a:pt x="708224" y="91928"/>
                </a:lnTo>
                <a:lnTo>
                  <a:pt x="708664" y="91898"/>
                </a:lnTo>
                <a:lnTo>
                  <a:pt x="709102" y="91863"/>
                </a:lnTo>
                <a:lnTo>
                  <a:pt x="709537" y="91824"/>
                </a:lnTo>
                <a:lnTo>
                  <a:pt x="709969" y="91782"/>
                </a:lnTo>
                <a:lnTo>
                  <a:pt x="710399" y="91735"/>
                </a:lnTo>
                <a:lnTo>
                  <a:pt x="710825" y="91684"/>
                </a:lnTo>
                <a:lnTo>
                  <a:pt x="711250" y="91629"/>
                </a:lnTo>
                <a:lnTo>
                  <a:pt x="711671" y="91571"/>
                </a:lnTo>
                <a:lnTo>
                  <a:pt x="712090" y="91508"/>
                </a:lnTo>
                <a:lnTo>
                  <a:pt x="712506" y="91441"/>
                </a:lnTo>
                <a:lnTo>
                  <a:pt x="712919" y="91369"/>
                </a:lnTo>
                <a:lnTo>
                  <a:pt x="713330" y="91294"/>
                </a:lnTo>
                <a:lnTo>
                  <a:pt x="713738" y="91215"/>
                </a:lnTo>
                <a:lnTo>
                  <a:pt x="714143" y="91132"/>
                </a:lnTo>
                <a:lnTo>
                  <a:pt x="714546" y="91044"/>
                </a:lnTo>
                <a:lnTo>
                  <a:pt x="714946" y="90953"/>
                </a:lnTo>
                <a:lnTo>
                  <a:pt x="715343" y="90857"/>
                </a:lnTo>
                <a:lnTo>
                  <a:pt x="715737" y="90758"/>
                </a:lnTo>
                <a:lnTo>
                  <a:pt x="716127" y="90654"/>
                </a:lnTo>
                <a:lnTo>
                  <a:pt x="716512" y="90546"/>
                </a:lnTo>
                <a:lnTo>
                  <a:pt x="716893" y="90433"/>
                </a:lnTo>
                <a:lnTo>
                  <a:pt x="717270" y="90315"/>
                </a:lnTo>
                <a:lnTo>
                  <a:pt x="717643" y="90194"/>
                </a:lnTo>
                <a:lnTo>
                  <a:pt x="718012" y="90068"/>
                </a:lnTo>
                <a:lnTo>
                  <a:pt x="718376" y="89937"/>
                </a:lnTo>
                <a:lnTo>
                  <a:pt x="718736" y="89802"/>
                </a:lnTo>
                <a:lnTo>
                  <a:pt x="719092" y="89663"/>
                </a:lnTo>
                <a:lnTo>
                  <a:pt x="719444" y="89519"/>
                </a:lnTo>
                <a:lnTo>
                  <a:pt x="719791" y="89370"/>
                </a:lnTo>
                <a:lnTo>
                  <a:pt x="720134" y="89218"/>
                </a:lnTo>
                <a:lnTo>
                  <a:pt x="720473" y="89061"/>
                </a:lnTo>
                <a:lnTo>
                  <a:pt x="720808" y="88899"/>
                </a:lnTo>
                <a:lnTo>
                  <a:pt x="721139" y="88733"/>
                </a:lnTo>
                <a:lnTo>
                  <a:pt x="721465" y="88563"/>
                </a:lnTo>
                <a:lnTo>
                  <a:pt x="721787" y="88388"/>
                </a:lnTo>
                <a:lnTo>
                  <a:pt x="722105" y="88209"/>
                </a:lnTo>
                <a:lnTo>
                  <a:pt x="722419" y="88025"/>
                </a:lnTo>
                <a:lnTo>
                  <a:pt x="722729" y="87837"/>
                </a:lnTo>
                <a:lnTo>
                  <a:pt x="723034" y="87644"/>
                </a:lnTo>
                <a:lnTo>
                  <a:pt x="723335" y="87447"/>
                </a:lnTo>
                <a:lnTo>
                  <a:pt x="723632" y="87246"/>
                </a:lnTo>
                <a:lnTo>
                  <a:pt x="723924" y="87040"/>
                </a:lnTo>
                <a:lnTo>
                  <a:pt x="724211" y="86829"/>
                </a:lnTo>
                <a:lnTo>
                  <a:pt x="724492" y="86613"/>
                </a:lnTo>
                <a:lnTo>
                  <a:pt x="724768" y="86393"/>
                </a:lnTo>
                <a:lnTo>
                  <a:pt x="725038" y="86168"/>
                </a:lnTo>
                <a:lnTo>
                  <a:pt x="725302" y="85938"/>
                </a:lnTo>
                <a:lnTo>
                  <a:pt x="725561" y="85703"/>
                </a:lnTo>
                <a:lnTo>
                  <a:pt x="725815" y="85463"/>
                </a:lnTo>
                <a:lnTo>
                  <a:pt x="726063" y="85219"/>
                </a:lnTo>
                <a:lnTo>
                  <a:pt x="726306" y="84970"/>
                </a:lnTo>
                <a:lnTo>
                  <a:pt x="726543" y="84716"/>
                </a:lnTo>
                <a:lnTo>
                  <a:pt x="726774" y="84457"/>
                </a:lnTo>
                <a:lnTo>
                  <a:pt x="727000" y="84193"/>
                </a:lnTo>
                <a:lnTo>
                  <a:pt x="727221" y="83925"/>
                </a:lnTo>
                <a:lnTo>
                  <a:pt x="727436" y="83652"/>
                </a:lnTo>
                <a:lnTo>
                  <a:pt x="727646" y="83374"/>
                </a:lnTo>
                <a:lnTo>
                  <a:pt x="727850" y="83091"/>
                </a:lnTo>
                <a:lnTo>
                  <a:pt x="728048" y="82803"/>
                </a:lnTo>
                <a:lnTo>
                  <a:pt x="728242" y="82511"/>
                </a:lnTo>
                <a:lnTo>
                  <a:pt x="728429" y="82214"/>
                </a:lnTo>
                <a:lnTo>
                  <a:pt x="728611" y="81912"/>
                </a:lnTo>
                <a:lnTo>
                  <a:pt x="728788" y="81605"/>
                </a:lnTo>
                <a:lnTo>
                  <a:pt x="728959" y="81294"/>
                </a:lnTo>
                <a:lnTo>
                  <a:pt x="729125" y="80977"/>
                </a:lnTo>
                <a:lnTo>
                  <a:pt x="729284" y="80656"/>
                </a:lnTo>
                <a:lnTo>
                  <a:pt x="729437" y="80330"/>
                </a:lnTo>
                <a:lnTo>
                  <a:pt x="729583" y="79999"/>
                </a:lnTo>
                <a:lnTo>
                  <a:pt x="729722" y="79663"/>
                </a:lnTo>
                <a:lnTo>
                  <a:pt x="729854" y="79322"/>
                </a:lnTo>
                <a:lnTo>
                  <a:pt x="729980" y="78976"/>
                </a:lnTo>
                <a:lnTo>
                  <a:pt x="730098" y="78625"/>
                </a:lnTo>
                <a:lnTo>
                  <a:pt x="730210" y="78269"/>
                </a:lnTo>
                <a:lnTo>
                  <a:pt x="730315" y="77908"/>
                </a:lnTo>
                <a:lnTo>
                  <a:pt x="730414" y="77543"/>
                </a:lnTo>
                <a:lnTo>
                  <a:pt x="730505" y="77172"/>
                </a:lnTo>
                <a:lnTo>
                  <a:pt x="730590" y="76797"/>
                </a:lnTo>
                <a:lnTo>
                  <a:pt x="730668" y="76417"/>
                </a:lnTo>
                <a:lnTo>
                  <a:pt x="730740" y="76032"/>
                </a:lnTo>
                <a:lnTo>
                  <a:pt x="730804" y="75641"/>
                </a:lnTo>
                <a:lnTo>
                  <a:pt x="730862" y="75246"/>
                </a:lnTo>
                <a:lnTo>
                  <a:pt x="730913" y="74846"/>
                </a:lnTo>
                <a:lnTo>
                  <a:pt x="730957" y="74442"/>
                </a:lnTo>
                <a:lnTo>
                  <a:pt x="730994" y="74032"/>
                </a:lnTo>
                <a:lnTo>
                  <a:pt x="731025" y="73617"/>
                </a:lnTo>
                <a:lnTo>
                  <a:pt x="731048" y="73197"/>
                </a:lnTo>
                <a:lnTo>
                  <a:pt x="731065" y="72773"/>
                </a:lnTo>
                <a:lnTo>
                  <a:pt x="731076" y="72344"/>
                </a:lnTo>
                <a:lnTo>
                  <a:pt x="731079" y="71909"/>
                </a:lnTo>
                <a:lnTo>
                  <a:pt x="731075" y="71382"/>
                </a:lnTo>
                <a:lnTo>
                  <a:pt x="731061" y="70863"/>
                </a:lnTo>
                <a:lnTo>
                  <a:pt x="731039" y="70352"/>
                </a:lnTo>
                <a:lnTo>
                  <a:pt x="731009" y="69849"/>
                </a:lnTo>
                <a:lnTo>
                  <a:pt x="730969" y="69354"/>
                </a:lnTo>
                <a:lnTo>
                  <a:pt x="730921" y="68867"/>
                </a:lnTo>
                <a:lnTo>
                  <a:pt x="730864" y="68389"/>
                </a:lnTo>
                <a:lnTo>
                  <a:pt x="730798" y="67918"/>
                </a:lnTo>
                <a:lnTo>
                  <a:pt x="730724" y="67456"/>
                </a:lnTo>
                <a:lnTo>
                  <a:pt x="730640" y="67002"/>
                </a:lnTo>
                <a:lnTo>
                  <a:pt x="730548" y="66556"/>
                </a:lnTo>
                <a:lnTo>
                  <a:pt x="730447" y="66118"/>
                </a:lnTo>
                <a:lnTo>
                  <a:pt x="730337" y="65688"/>
                </a:lnTo>
                <a:lnTo>
                  <a:pt x="730219" y="65266"/>
                </a:lnTo>
                <a:lnTo>
                  <a:pt x="730092" y="64853"/>
                </a:lnTo>
                <a:lnTo>
                  <a:pt x="729956" y="64447"/>
                </a:lnTo>
                <a:lnTo>
                  <a:pt x="729811" y="64050"/>
                </a:lnTo>
                <a:lnTo>
                  <a:pt x="729657" y="63661"/>
                </a:lnTo>
                <a:lnTo>
                  <a:pt x="729495" y="63280"/>
                </a:lnTo>
                <a:lnTo>
                  <a:pt x="729324" y="62907"/>
                </a:lnTo>
                <a:lnTo>
                  <a:pt x="729144" y="62542"/>
                </a:lnTo>
                <a:lnTo>
                  <a:pt x="728955" y="62185"/>
                </a:lnTo>
                <a:lnTo>
                  <a:pt x="728758" y="61836"/>
                </a:lnTo>
                <a:lnTo>
                  <a:pt x="728552" y="61496"/>
                </a:lnTo>
                <a:lnTo>
                  <a:pt x="728337" y="61162"/>
                </a:lnTo>
                <a:lnTo>
                  <a:pt x="728114" y="60833"/>
                </a:lnTo>
                <a:lnTo>
                  <a:pt x="727882" y="60509"/>
                </a:lnTo>
                <a:lnTo>
                  <a:pt x="727642" y="60191"/>
                </a:lnTo>
                <a:lnTo>
                  <a:pt x="727394" y="59877"/>
                </a:lnTo>
                <a:lnTo>
                  <a:pt x="727137" y="59569"/>
                </a:lnTo>
                <a:lnTo>
                  <a:pt x="726871" y="59266"/>
                </a:lnTo>
                <a:lnTo>
                  <a:pt x="726597" y="58968"/>
                </a:lnTo>
                <a:lnTo>
                  <a:pt x="726315" y="58676"/>
                </a:lnTo>
                <a:lnTo>
                  <a:pt x="726025" y="58388"/>
                </a:lnTo>
                <a:lnTo>
                  <a:pt x="725726" y="58106"/>
                </a:lnTo>
                <a:lnTo>
                  <a:pt x="725418" y="57829"/>
                </a:lnTo>
                <a:lnTo>
                  <a:pt x="725102" y="57557"/>
                </a:lnTo>
                <a:lnTo>
                  <a:pt x="724778" y="57290"/>
                </a:lnTo>
                <a:lnTo>
                  <a:pt x="724445" y="57028"/>
                </a:lnTo>
                <a:lnTo>
                  <a:pt x="724104" y="56772"/>
                </a:lnTo>
                <a:lnTo>
                  <a:pt x="723754" y="56521"/>
                </a:lnTo>
                <a:lnTo>
                  <a:pt x="723396" y="56275"/>
                </a:lnTo>
                <a:lnTo>
                  <a:pt x="723030" y="56034"/>
                </a:lnTo>
                <a:lnTo>
                  <a:pt x="722655" y="55798"/>
                </a:lnTo>
                <a:lnTo>
                  <a:pt x="722272" y="55568"/>
                </a:lnTo>
                <a:lnTo>
                  <a:pt x="721880" y="55342"/>
                </a:lnTo>
                <a:lnTo>
                  <a:pt x="721480" y="55122"/>
                </a:lnTo>
                <a:lnTo>
                  <a:pt x="721071" y="54907"/>
                </a:lnTo>
                <a:lnTo>
                  <a:pt x="720654" y="54696"/>
                </a:lnTo>
                <a:lnTo>
                  <a:pt x="720229" y="54487"/>
                </a:lnTo>
                <a:lnTo>
                  <a:pt x="719795" y="54280"/>
                </a:lnTo>
                <a:lnTo>
                  <a:pt x="719352" y="54076"/>
                </a:lnTo>
                <a:lnTo>
                  <a:pt x="718901" y="53875"/>
                </a:lnTo>
                <a:lnTo>
                  <a:pt x="718441" y="53676"/>
                </a:lnTo>
                <a:lnTo>
                  <a:pt x="717973" y="53479"/>
                </a:lnTo>
                <a:lnTo>
                  <a:pt x="717496" y="53285"/>
                </a:lnTo>
                <a:lnTo>
                  <a:pt x="717011" y="53093"/>
                </a:lnTo>
                <a:lnTo>
                  <a:pt x="716517" y="52904"/>
                </a:lnTo>
                <a:lnTo>
                  <a:pt x="716014" y="52717"/>
                </a:lnTo>
                <a:lnTo>
                  <a:pt x="715503" y="52533"/>
                </a:lnTo>
                <a:lnTo>
                  <a:pt x="714984" y="52351"/>
                </a:lnTo>
                <a:lnTo>
                  <a:pt x="714456" y="52172"/>
                </a:lnTo>
                <a:lnTo>
                  <a:pt x="713919" y="51995"/>
                </a:lnTo>
                <a:lnTo>
                  <a:pt x="713374" y="51820"/>
                </a:lnTo>
                <a:lnTo>
                  <a:pt x="712820" y="51648"/>
                </a:lnTo>
                <a:lnTo>
                  <a:pt x="712258" y="51479"/>
                </a:lnTo>
                <a:lnTo>
                  <a:pt x="711687" y="51312"/>
                </a:lnTo>
                <a:lnTo>
                  <a:pt x="711108" y="51147"/>
                </a:lnTo>
                <a:lnTo>
                  <a:pt x="710520" y="50985"/>
                </a:lnTo>
                <a:lnTo>
                  <a:pt x="709924" y="50825"/>
                </a:lnTo>
                <a:lnTo>
                  <a:pt x="709319" y="50668"/>
                </a:lnTo>
                <a:lnTo>
                  <a:pt x="708705" y="50513"/>
                </a:lnTo>
                <a:lnTo>
                  <a:pt x="708154" y="50372"/>
                </a:lnTo>
                <a:lnTo>
                  <a:pt x="707612" y="50231"/>
                </a:lnTo>
                <a:lnTo>
                  <a:pt x="707080" y="50091"/>
                </a:lnTo>
                <a:lnTo>
                  <a:pt x="706556" y="49952"/>
                </a:lnTo>
                <a:lnTo>
                  <a:pt x="706043" y="49813"/>
                </a:lnTo>
                <a:lnTo>
                  <a:pt x="705538" y="49675"/>
                </a:lnTo>
                <a:lnTo>
                  <a:pt x="705043" y="49537"/>
                </a:lnTo>
                <a:lnTo>
                  <a:pt x="704557" y="49400"/>
                </a:lnTo>
                <a:lnTo>
                  <a:pt x="704081" y="49264"/>
                </a:lnTo>
                <a:lnTo>
                  <a:pt x="703614" y="49128"/>
                </a:lnTo>
                <a:lnTo>
                  <a:pt x="703156" y="48993"/>
                </a:lnTo>
                <a:lnTo>
                  <a:pt x="702708" y="48858"/>
                </a:lnTo>
                <a:lnTo>
                  <a:pt x="702269" y="48724"/>
                </a:lnTo>
                <a:lnTo>
                  <a:pt x="701839" y="48591"/>
                </a:lnTo>
                <a:lnTo>
                  <a:pt x="701419" y="48458"/>
                </a:lnTo>
                <a:lnTo>
                  <a:pt x="701008" y="48326"/>
                </a:lnTo>
                <a:lnTo>
                  <a:pt x="700606" y="48195"/>
                </a:lnTo>
                <a:lnTo>
                  <a:pt x="700214" y="48064"/>
                </a:lnTo>
                <a:lnTo>
                  <a:pt x="699831" y="47933"/>
                </a:lnTo>
                <a:lnTo>
                  <a:pt x="699458" y="47804"/>
                </a:lnTo>
                <a:lnTo>
                  <a:pt x="699094" y="47675"/>
                </a:lnTo>
                <a:lnTo>
                  <a:pt x="698739" y="47546"/>
                </a:lnTo>
                <a:lnTo>
                  <a:pt x="698394" y="47419"/>
                </a:lnTo>
                <a:lnTo>
                  <a:pt x="698058" y="47292"/>
                </a:lnTo>
                <a:lnTo>
                  <a:pt x="697730" y="47164"/>
                </a:lnTo>
                <a:lnTo>
                  <a:pt x="697411" y="47035"/>
                </a:lnTo>
                <a:lnTo>
                  <a:pt x="697100" y="46904"/>
                </a:lnTo>
                <a:lnTo>
                  <a:pt x="696796" y="46773"/>
                </a:lnTo>
                <a:lnTo>
                  <a:pt x="696501" y="46640"/>
                </a:lnTo>
                <a:lnTo>
                  <a:pt x="696213" y="46505"/>
                </a:lnTo>
                <a:lnTo>
                  <a:pt x="695933" y="46369"/>
                </a:lnTo>
                <a:lnTo>
                  <a:pt x="695662" y="46232"/>
                </a:lnTo>
                <a:lnTo>
                  <a:pt x="695398" y="46094"/>
                </a:lnTo>
                <a:lnTo>
                  <a:pt x="695142" y="45954"/>
                </a:lnTo>
                <a:lnTo>
                  <a:pt x="694894" y="45813"/>
                </a:lnTo>
                <a:lnTo>
                  <a:pt x="694655" y="45670"/>
                </a:lnTo>
                <a:lnTo>
                  <a:pt x="694423" y="45526"/>
                </a:lnTo>
                <a:lnTo>
                  <a:pt x="694199" y="45381"/>
                </a:lnTo>
                <a:lnTo>
                  <a:pt x="693983" y="45234"/>
                </a:lnTo>
                <a:lnTo>
                  <a:pt x="693775" y="45087"/>
                </a:lnTo>
                <a:lnTo>
                  <a:pt x="693575" y="44937"/>
                </a:lnTo>
                <a:lnTo>
                  <a:pt x="693383" y="44787"/>
                </a:lnTo>
                <a:lnTo>
                  <a:pt x="693198" y="44635"/>
                </a:lnTo>
                <a:lnTo>
                  <a:pt x="693022" y="44481"/>
                </a:lnTo>
                <a:lnTo>
                  <a:pt x="692854" y="44327"/>
                </a:lnTo>
                <a:lnTo>
                  <a:pt x="692694" y="44171"/>
                </a:lnTo>
                <a:lnTo>
                  <a:pt x="692541" y="44013"/>
                </a:lnTo>
                <a:lnTo>
                  <a:pt x="692397" y="43855"/>
                </a:lnTo>
                <a:lnTo>
                  <a:pt x="692260" y="43694"/>
                </a:lnTo>
                <a:lnTo>
                  <a:pt x="692128" y="43530"/>
                </a:lnTo>
                <a:lnTo>
                  <a:pt x="692002" y="43363"/>
                </a:lnTo>
                <a:lnTo>
                  <a:pt x="691882" y="43193"/>
                </a:lnTo>
                <a:lnTo>
                  <a:pt x="691768" y="43020"/>
                </a:lnTo>
                <a:lnTo>
                  <a:pt x="691660" y="42845"/>
                </a:lnTo>
                <a:lnTo>
                  <a:pt x="691558" y="42666"/>
                </a:lnTo>
                <a:lnTo>
                  <a:pt x="691461" y="42484"/>
                </a:lnTo>
                <a:lnTo>
                  <a:pt x="691370" y="42300"/>
                </a:lnTo>
                <a:lnTo>
                  <a:pt x="691286" y="42112"/>
                </a:lnTo>
                <a:lnTo>
                  <a:pt x="691207" y="41922"/>
                </a:lnTo>
                <a:lnTo>
                  <a:pt x="691133" y="41728"/>
                </a:lnTo>
                <a:lnTo>
                  <a:pt x="691066" y="41532"/>
                </a:lnTo>
                <a:lnTo>
                  <a:pt x="691005" y="41333"/>
                </a:lnTo>
                <a:lnTo>
                  <a:pt x="690949" y="41131"/>
                </a:lnTo>
                <a:lnTo>
                  <a:pt x="690899" y="40926"/>
                </a:lnTo>
                <a:lnTo>
                  <a:pt x="690856" y="40717"/>
                </a:lnTo>
                <a:lnTo>
                  <a:pt x="690818" y="40506"/>
                </a:lnTo>
                <a:lnTo>
                  <a:pt x="690785" y="40292"/>
                </a:lnTo>
                <a:lnTo>
                  <a:pt x="690759" y="40075"/>
                </a:lnTo>
                <a:lnTo>
                  <a:pt x="690739" y="39856"/>
                </a:lnTo>
                <a:lnTo>
                  <a:pt x="690724" y="39633"/>
                </a:lnTo>
                <a:lnTo>
                  <a:pt x="690715" y="39407"/>
                </a:lnTo>
                <a:lnTo>
                  <a:pt x="690712" y="39178"/>
                </a:lnTo>
                <a:lnTo>
                  <a:pt x="690719" y="38775"/>
                </a:lnTo>
                <a:lnTo>
                  <a:pt x="690738" y="38381"/>
                </a:lnTo>
                <a:lnTo>
                  <a:pt x="690771" y="37996"/>
                </a:lnTo>
                <a:lnTo>
                  <a:pt x="690817" y="37619"/>
                </a:lnTo>
                <a:lnTo>
                  <a:pt x="690876" y="37252"/>
                </a:lnTo>
                <a:lnTo>
                  <a:pt x="690948" y="36894"/>
                </a:lnTo>
                <a:lnTo>
                  <a:pt x="691033" y="36545"/>
                </a:lnTo>
                <a:lnTo>
                  <a:pt x="691132" y="36204"/>
                </a:lnTo>
                <a:lnTo>
                  <a:pt x="691243" y="35873"/>
                </a:lnTo>
                <a:lnTo>
                  <a:pt x="691367" y="35551"/>
                </a:lnTo>
                <a:lnTo>
                  <a:pt x="691505" y="35238"/>
                </a:lnTo>
                <a:lnTo>
                  <a:pt x="691656" y="34934"/>
                </a:lnTo>
                <a:lnTo>
                  <a:pt x="691819" y="34638"/>
                </a:lnTo>
                <a:lnTo>
                  <a:pt x="691996" y="34352"/>
                </a:lnTo>
                <a:lnTo>
                  <a:pt x="692186" y="34075"/>
                </a:lnTo>
                <a:lnTo>
                  <a:pt x="692389" y="33807"/>
                </a:lnTo>
                <a:lnTo>
                  <a:pt x="692606" y="33548"/>
                </a:lnTo>
                <a:lnTo>
                  <a:pt x="692835" y="33298"/>
                </a:lnTo>
                <a:lnTo>
                  <a:pt x="693077" y="33057"/>
                </a:lnTo>
                <a:lnTo>
                  <a:pt x="693333" y="32825"/>
                </a:lnTo>
                <a:lnTo>
                  <a:pt x="693602" y="32602"/>
                </a:lnTo>
                <a:lnTo>
                  <a:pt x="693883" y="32388"/>
                </a:lnTo>
                <a:lnTo>
                  <a:pt x="694178" y="32183"/>
                </a:lnTo>
                <a:lnTo>
                  <a:pt x="694486" y="31987"/>
                </a:lnTo>
                <a:lnTo>
                  <a:pt x="694805" y="31799"/>
                </a:lnTo>
                <a:lnTo>
                  <a:pt x="695131" y="31619"/>
                </a:lnTo>
                <a:lnTo>
                  <a:pt x="695465" y="31447"/>
                </a:lnTo>
                <a:lnTo>
                  <a:pt x="695808" y="31284"/>
                </a:lnTo>
                <a:lnTo>
                  <a:pt x="696158" y="31128"/>
                </a:lnTo>
                <a:lnTo>
                  <a:pt x="696516" y="30980"/>
                </a:lnTo>
                <a:lnTo>
                  <a:pt x="696882" y="30840"/>
                </a:lnTo>
                <a:lnTo>
                  <a:pt x="697257" y="30709"/>
                </a:lnTo>
                <a:lnTo>
                  <a:pt x="697639" y="30585"/>
                </a:lnTo>
                <a:lnTo>
                  <a:pt x="698029" y="30469"/>
                </a:lnTo>
                <a:lnTo>
                  <a:pt x="698427" y="30361"/>
                </a:lnTo>
                <a:lnTo>
                  <a:pt x="698833" y="30261"/>
                </a:lnTo>
                <a:lnTo>
                  <a:pt x="699247" y="30170"/>
                </a:lnTo>
                <a:lnTo>
                  <a:pt x="699669" y="30086"/>
                </a:lnTo>
                <a:lnTo>
                  <a:pt x="700098" y="30010"/>
                </a:lnTo>
                <a:lnTo>
                  <a:pt x="700536" y="29942"/>
                </a:lnTo>
                <a:lnTo>
                  <a:pt x="700982" y="29882"/>
                </a:lnTo>
                <a:lnTo>
                  <a:pt x="701436" y="29830"/>
                </a:lnTo>
                <a:lnTo>
                  <a:pt x="701897" y="29786"/>
                </a:lnTo>
                <a:lnTo>
                  <a:pt x="702367" y="29750"/>
                </a:lnTo>
                <a:lnTo>
                  <a:pt x="702845" y="29722"/>
                </a:lnTo>
                <a:lnTo>
                  <a:pt x="703330" y="29702"/>
                </a:lnTo>
                <a:lnTo>
                  <a:pt x="703824" y="29690"/>
                </a:lnTo>
                <a:lnTo>
                  <a:pt x="704325" y="29686"/>
                </a:lnTo>
                <a:lnTo>
                  <a:pt x="704827" y="29692"/>
                </a:lnTo>
                <a:lnTo>
                  <a:pt x="705323" y="29708"/>
                </a:lnTo>
                <a:lnTo>
                  <a:pt x="705811" y="29735"/>
                </a:lnTo>
                <a:lnTo>
                  <a:pt x="706293" y="29773"/>
                </a:lnTo>
                <a:lnTo>
                  <a:pt x="706769" y="29821"/>
                </a:lnTo>
                <a:lnTo>
                  <a:pt x="707238" y="29881"/>
                </a:lnTo>
                <a:lnTo>
                  <a:pt x="707700" y="29951"/>
                </a:lnTo>
                <a:lnTo>
                  <a:pt x="708155" y="30032"/>
                </a:lnTo>
                <a:lnTo>
                  <a:pt x="708604" y="30123"/>
                </a:lnTo>
                <a:lnTo>
                  <a:pt x="709046" y="30226"/>
                </a:lnTo>
                <a:lnTo>
                  <a:pt x="709481" y="30339"/>
                </a:lnTo>
                <a:lnTo>
                  <a:pt x="709910" y="30463"/>
                </a:lnTo>
                <a:lnTo>
                  <a:pt x="710332" y="30598"/>
                </a:lnTo>
                <a:lnTo>
                  <a:pt x="710747" y="30744"/>
                </a:lnTo>
                <a:lnTo>
                  <a:pt x="711156" y="30900"/>
                </a:lnTo>
                <a:lnTo>
                  <a:pt x="711558" y="31068"/>
                </a:lnTo>
                <a:lnTo>
                  <a:pt x="711954" y="31246"/>
                </a:lnTo>
                <a:lnTo>
                  <a:pt x="712342" y="31434"/>
                </a:lnTo>
                <a:lnTo>
                  <a:pt x="712724" y="31634"/>
                </a:lnTo>
                <a:lnTo>
                  <a:pt x="713100" y="31845"/>
                </a:lnTo>
                <a:lnTo>
                  <a:pt x="713468" y="32066"/>
                </a:lnTo>
                <a:lnTo>
                  <a:pt x="713831" y="32298"/>
                </a:lnTo>
                <a:lnTo>
                  <a:pt x="714186" y="32541"/>
                </a:lnTo>
                <a:lnTo>
                  <a:pt x="714535" y="32794"/>
                </a:lnTo>
                <a:lnTo>
                  <a:pt x="714873" y="33061"/>
                </a:lnTo>
                <a:lnTo>
                  <a:pt x="715197" y="33342"/>
                </a:lnTo>
                <a:lnTo>
                  <a:pt x="715506" y="33638"/>
                </a:lnTo>
                <a:lnTo>
                  <a:pt x="715801" y="33949"/>
                </a:lnTo>
                <a:lnTo>
                  <a:pt x="716082" y="34275"/>
                </a:lnTo>
                <a:lnTo>
                  <a:pt x="716348" y="34615"/>
                </a:lnTo>
                <a:lnTo>
                  <a:pt x="716600" y="34971"/>
                </a:lnTo>
                <a:lnTo>
                  <a:pt x="716837" y="35341"/>
                </a:lnTo>
                <a:lnTo>
                  <a:pt x="717060" y="35727"/>
                </a:lnTo>
                <a:lnTo>
                  <a:pt x="717269" y="36127"/>
                </a:lnTo>
                <a:lnTo>
                  <a:pt x="717463" y="36542"/>
                </a:lnTo>
                <a:lnTo>
                  <a:pt x="717643" y="36971"/>
                </a:lnTo>
                <a:lnTo>
                  <a:pt x="717808" y="37416"/>
                </a:lnTo>
                <a:lnTo>
                  <a:pt x="717960" y="37876"/>
                </a:lnTo>
                <a:lnTo>
                  <a:pt x="718096" y="38350"/>
                </a:lnTo>
                <a:lnTo>
                  <a:pt x="718219" y="38839"/>
                </a:lnTo>
                <a:lnTo>
                  <a:pt x="718327" y="39343"/>
                </a:lnTo>
                <a:lnTo>
                  <a:pt x="718420" y="39862"/>
                </a:lnTo>
                <a:lnTo>
                  <a:pt x="718499" y="40396"/>
                </a:lnTo>
                <a:lnTo>
                  <a:pt x="718564" y="40945"/>
                </a:lnTo>
                <a:lnTo>
                  <a:pt x="718614" y="41508"/>
                </a:lnTo>
                <a:lnTo>
                  <a:pt x="718650" y="42086"/>
                </a:lnTo>
                <a:lnTo>
                  <a:pt x="718672" y="42680"/>
                </a:lnTo>
                <a:lnTo>
                  <a:pt x="718679" y="43288"/>
                </a:lnTo>
                <a:lnTo>
                  <a:pt x="729596" y="43288"/>
                </a:lnTo>
                <a:lnTo>
                  <a:pt x="729593" y="42806"/>
                </a:lnTo>
                <a:lnTo>
                  <a:pt x="729583" y="42331"/>
                </a:lnTo>
                <a:lnTo>
                  <a:pt x="729565" y="41860"/>
                </a:lnTo>
                <a:lnTo>
                  <a:pt x="729541" y="41396"/>
                </a:lnTo>
                <a:lnTo>
                  <a:pt x="729510" y="40937"/>
                </a:lnTo>
                <a:lnTo>
                  <a:pt x="729472" y="40483"/>
                </a:lnTo>
                <a:lnTo>
                  <a:pt x="729427" y="40035"/>
                </a:lnTo>
                <a:lnTo>
                  <a:pt x="729375" y="39592"/>
                </a:lnTo>
                <a:lnTo>
                  <a:pt x="729317" y="39155"/>
                </a:lnTo>
                <a:lnTo>
                  <a:pt x="729251" y="38724"/>
                </a:lnTo>
                <a:lnTo>
                  <a:pt x="729179" y="38298"/>
                </a:lnTo>
                <a:lnTo>
                  <a:pt x="729099" y="37877"/>
                </a:lnTo>
                <a:lnTo>
                  <a:pt x="729013" y="37463"/>
                </a:lnTo>
                <a:lnTo>
                  <a:pt x="728920" y="37053"/>
                </a:lnTo>
                <a:lnTo>
                  <a:pt x="728820" y="36649"/>
                </a:lnTo>
                <a:lnTo>
                  <a:pt x="728713" y="36251"/>
                </a:lnTo>
                <a:lnTo>
                  <a:pt x="728599" y="35858"/>
                </a:lnTo>
                <a:lnTo>
                  <a:pt x="728478" y="35471"/>
                </a:lnTo>
                <a:lnTo>
                  <a:pt x="728350" y="35090"/>
                </a:lnTo>
                <a:lnTo>
                  <a:pt x="728216" y="34713"/>
                </a:lnTo>
                <a:lnTo>
                  <a:pt x="728074" y="34343"/>
                </a:lnTo>
                <a:lnTo>
                  <a:pt x="727926" y="33978"/>
                </a:lnTo>
                <a:lnTo>
                  <a:pt x="727771" y="33618"/>
                </a:lnTo>
                <a:lnTo>
                  <a:pt x="727608" y="33264"/>
                </a:lnTo>
                <a:lnTo>
                  <a:pt x="727440" y="32916"/>
                </a:lnTo>
                <a:lnTo>
                  <a:pt x="727266" y="32573"/>
                </a:lnTo>
                <a:lnTo>
                  <a:pt x="727088" y="32235"/>
                </a:lnTo>
                <a:lnTo>
                  <a:pt x="726904" y="31903"/>
                </a:lnTo>
                <a:lnTo>
                  <a:pt x="726714" y="31576"/>
                </a:lnTo>
                <a:lnTo>
                  <a:pt x="726520" y="31254"/>
                </a:lnTo>
                <a:lnTo>
                  <a:pt x="726320" y="30938"/>
                </a:lnTo>
                <a:lnTo>
                  <a:pt x="726114" y="30628"/>
                </a:lnTo>
                <a:lnTo>
                  <a:pt x="725904" y="30322"/>
                </a:lnTo>
                <a:lnTo>
                  <a:pt x="725688" y="30023"/>
                </a:lnTo>
                <a:lnTo>
                  <a:pt x="725467" y="29728"/>
                </a:lnTo>
                <a:lnTo>
                  <a:pt x="725241" y="29439"/>
                </a:lnTo>
                <a:lnTo>
                  <a:pt x="725010" y="29156"/>
                </a:lnTo>
                <a:lnTo>
                  <a:pt x="724773" y="28877"/>
                </a:lnTo>
                <a:lnTo>
                  <a:pt x="724531" y="28605"/>
                </a:lnTo>
                <a:lnTo>
                  <a:pt x="724284" y="28337"/>
                </a:lnTo>
                <a:lnTo>
                  <a:pt x="724031" y="28075"/>
                </a:lnTo>
                <a:lnTo>
                  <a:pt x="723773" y="27819"/>
                </a:lnTo>
                <a:lnTo>
                  <a:pt x="723510" y="27568"/>
                </a:lnTo>
                <a:lnTo>
                  <a:pt x="723242" y="27322"/>
                </a:lnTo>
                <a:lnTo>
                  <a:pt x="722968" y="27081"/>
                </a:lnTo>
                <a:lnTo>
                  <a:pt x="722690" y="26847"/>
                </a:lnTo>
                <a:lnTo>
                  <a:pt x="722405" y="26617"/>
                </a:lnTo>
                <a:lnTo>
                  <a:pt x="722116" y="26393"/>
                </a:lnTo>
                <a:lnTo>
                  <a:pt x="721822" y="26174"/>
                </a:lnTo>
                <a:lnTo>
                  <a:pt x="721525" y="25960"/>
                </a:lnTo>
                <a:lnTo>
                  <a:pt x="721224" y="25750"/>
                </a:lnTo>
                <a:lnTo>
                  <a:pt x="720919" y="25546"/>
                </a:lnTo>
                <a:lnTo>
                  <a:pt x="720611" y="25346"/>
                </a:lnTo>
                <a:lnTo>
                  <a:pt x="720299" y="25151"/>
                </a:lnTo>
                <a:lnTo>
                  <a:pt x="719983" y="24961"/>
                </a:lnTo>
                <a:lnTo>
                  <a:pt x="719664" y="24775"/>
                </a:lnTo>
                <a:lnTo>
                  <a:pt x="719341" y="24595"/>
                </a:lnTo>
                <a:lnTo>
                  <a:pt x="719014" y="24419"/>
                </a:lnTo>
                <a:lnTo>
                  <a:pt x="718684" y="24248"/>
                </a:lnTo>
                <a:lnTo>
                  <a:pt x="718351" y="24082"/>
                </a:lnTo>
                <a:lnTo>
                  <a:pt x="718013" y="23920"/>
                </a:lnTo>
                <a:lnTo>
                  <a:pt x="717672" y="23764"/>
                </a:lnTo>
                <a:lnTo>
                  <a:pt x="717328" y="23612"/>
                </a:lnTo>
                <a:lnTo>
                  <a:pt x="716979" y="23465"/>
                </a:lnTo>
                <a:lnTo>
                  <a:pt x="716628" y="23322"/>
                </a:lnTo>
                <a:lnTo>
                  <a:pt x="716272" y="23185"/>
                </a:lnTo>
                <a:lnTo>
                  <a:pt x="715913" y="23052"/>
                </a:lnTo>
                <a:lnTo>
                  <a:pt x="715550" y="22924"/>
                </a:lnTo>
                <a:lnTo>
                  <a:pt x="715184" y="22801"/>
                </a:lnTo>
                <a:lnTo>
                  <a:pt x="714814" y="22683"/>
                </a:lnTo>
                <a:lnTo>
                  <a:pt x="714440" y="22570"/>
                </a:lnTo>
                <a:lnTo>
                  <a:pt x="714063" y="22461"/>
                </a:lnTo>
                <a:lnTo>
                  <a:pt x="713683" y="22357"/>
                </a:lnTo>
                <a:lnTo>
                  <a:pt x="713300" y="22257"/>
                </a:lnTo>
                <a:lnTo>
                  <a:pt x="712916" y="22162"/>
                </a:lnTo>
                <a:lnTo>
                  <a:pt x="712529" y="22071"/>
                </a:lnTo>
                <a:lnTo>
                  <a:pt x="712140" y="21985"/>
                </a:lnTo>
                <a:lnTo>
                  <a:pt x="711748" y="21903"/>
                </a:lnTo>
                <a:lnTo>
                  <a:pt x="711355" y="21825"/>
                </a:lnTo>
                <a:lnTo>
                  <a:pt x="710959" y="21752"/>
                </a:lnTo>
                <a:lnTo>
                  <a:pt x="710561" y="21684"/>
                </a:lnTo>
                <a:lnTo>
                  <a:pt x="710161" y="21619"/>
                </a:lnTo>
                <a:lnTo>
                  <a:pt x="709759" y="21560"/>
                </a:lnTo>
                <a:lnTo>
                  <a:pt x="709354" y="21504"/>
                </a:lnTo>
                <a:lnTo>
                  <a:pt x="708947" y="21453"/>
                </a:lnTo>
                <a:lnTo>
                  <a:pt x="708538" y="21407"/>
                </a:lnTo>
                <a:lnTo>
                  <a:pt x="708127" y="21365"/>
                </a:lnTo>
                <a:lnTo>
                  <a:pt x="707713" y="21327"/>
                </a:lnTo>
                <a:lnTo>
                  <a:pt x="707298" y="21294"/>
                </a:lnTo>
                <a:lnTo>
                  <a:pt x="706880" y="21265"/>
                </a:lnTo>
                <a:lnTo>
                  <a:pt x="706459" y="21241"/>
                </a:lnTo>
                <a:lnTo>
                  <a:pt x="706037" y="21221"/>
                </a:lnTo>
                <a:lnTo>
                  <a:pt x="705612" y="21205"/>
                </a:lnTo>
                <a:lnTo>
                  <a:pt x="705185" y="21194"/>
                </a:lnTo>
                <a:lnTo>
                  <a:pt x="704756" y="21187"/>
                </a:lnTo>
                <a:lnTo>
                  <a:pt x="704325" y="21185"/>
                </a:lnTo>
                <a:lnTo>
                  <a:pt x="703888" y="21187"/>
                </a:lnTo>
                <a:lnTo>
                  <a:pt x="703454" y="21193"/>
                </a:lnTo>
                <a:lnTo>
                  <a:pt x="703023" y="21204"/>
                </a:lnTo>
                <a:lnTo>
                  <a:pt x="702594" y="21218"/>
                </a:lnTo>
                <a:lnTo>
                  <a:pt x="702168" y="21236"/>
                </a:lnTo>
                <a:lnTo>
                  <a:pt x="701745" y="21258"/>
                </a:lnTo>
                <a:lnTo>
                  <a:pt x="701325" y="21285"/>
                </a:lnTo>
                <a:lnTo>
                  <a:pt x="700907" y="21315"/>
                </a:lnTo>
                <a:lnTo>
                  <a:pt x="700492" y="21350"/>
                </a:lnTo>
                <a:lnTo>
                  <a:pt x="700079" y="21388"/>
                </a:lnTo>
                <a:lnTo>
                  <a:pt x="699669" y="21431"/>
                </a:lnTo>
                <a:lnTo>
                  <a:pt x="699262" y="21478"/>
                </a:lnTo>
                <a:lnTo>
                  <a:pt x="698858" y="21529"/>
                </a:lnTo>
                <a:lnTo>
                  <a:pt x="698456" y="21583"/>
                </a:lnTo>
                <a:lnTo>
                  <a:pt x="698057" y="21642"/>
                </a:lnTo>
                <a:lnTo>
                  <a:pt x="697661" y="21705"/>
                </a:lnTo>
                <a:lnTo>
                  <a:pt x="697267" y="21772"/>
                </a:lnTo>
                <a:lnTo>
                  <a:pt x="696876" y="21843"/>
                </a:lnTo>
                <a:lnTo>
                  <a:pt x="696488" y="21919"/>
                </a:lnTo>
                <a:lnTo>
                  <a:pt x="696102" y="21998"/>
                </a:lnTo>
                <a:lnTo>
                  <a:pt x="695720" y="22081"/>
                </a:lnTo>
                <a:lnTo>
                  <a:pt x="695339" y="22169"/>
                </a:lnTo>
                <a:lnTo>
                  <a:pt x="694962" y="22260"/>
                </a:lnTo>
                <a:lnTo>
                  <a:pt x="694587" y="22355"/>
                </a:lnTo>
                <a:lnTo>
                  <a:pt x="694216" y="22455"/>
                </a:lnTo>
                <a:lnTo>
                  <a:pt x="693848" y="22558"/>
                </a:lnTo>
                <a:lnTo>
                  <a:pt x="693485" y="22665"/>
                </a:lnTo>
                <a:lnTo>
                  <a:pt x="693125" y="22776"/>
                </a:lnTo>
                <a:lnTo>
                  <a:pt x="692770" y="22891"/>
                </a:lnTo>
                <a:lnTo>
                  <a:pt x="692418" y="23010"/>
                </a:lnTo>
                <a:lnTo>
                  <a:pt x="692070" y="23133"/>
                </a:lnTo>
                <a:lnTo>
                  <a:pt x="691727" y="23260"/>
                </a:lnTo>
                <a:lnTo>
                  <a:pt x="691387" y="23391"/>
                </a:lnTo>
                <a:lnTo>
                  <a:pt x="691052" y="23526"/>
                </a:lnTo>
                <a:lnTo>
                  <a:pt x="690720" y="23664"/>
                </a:lnTo>
                <a:lnTo>
                  <a:pt x="690392" y="23807"/>
                </a:lnTo>
                <a:lnTo>
                  <a:pt x="690068" y="23954"/>
                </a:lnTo>
                <a:lnTo>
                  <a:pt x="689749" y="24104"/>
                </a:lnTo>
                <a:lnTo>
                  <a:pt x="689433" y="24259"/>
                </a:lnTo>
                <a:lnTo>
                  <a:pt x="689121" y="24417"/>
                </a:lnTo>
                <a:lnTo>
                  <a:pt x="688813" y="24579"/>
                </a:lnTo>
                <a:lnTo>
                  <a:pt x="688509" y="24746"/>
                </a:lnTo>
                <a:lnTo>
                  <a:pt x="688210" y="24916"/>
                </a:lnTo>
                <a:lnTo>
                  <a:pt x="687914" y="25090"/>
                </a:lnTo>
                <a:lnTo>
                  <a:pt x="687622" y="25268"/>
                </a:lnTo>
                <a:lnTo>
                  <a:pt x="687334" y="25450"/>
                </a:lnTo>
                <a:lnTo>
                  <a:pt x="687050" y="25636"/>
                </a:lnTo>
                <a:lnTo>
                  <a:pt x="686770" y="25826"/>
                </a:lnTo>
                <a:lnTo>
                  <a:pt x="686494" y="26020"/>
                </a:lnTo>
                <a:lnTo>
                  <a:pt x="686224" y="26217"/>
                </a:lnTo>
                <a:lnTo>
                  <a:pt x="685959" y="26419"/>
                </a:lnTo>
                <a:lnTo>
                  <a:pt x="685699" y="26625"/>
                </a:lnTo>
                <a:lnTo>
                  <a:pt x="685444" y="26834"/>
                </a:lnTo>
                <a:lnTo>
                  <a:pt x="685195" y="27048"/>
                </a:lnTo>
                <a:lnTo>
                  <a:pt x="684950" y="27265"/>
                </a:lnTo>
                <a:lnTo>
                  <a:pt x="684711" y="27487"/>
                </a:lnTo>
                <a:lnTo>
                  <a:pt x="684477" y="27712"/>
                </a:lnTo>
                <a:lnTo>
                  <a:pt x="684247" y="27941"/>
                </a:lnTo>
                <a:lnTo>
                  <a:pt x="684024" y="28175"/>
                </a:lnTo>
                <a:lnTo>
                  <a:pt x="683805" y="28412"/>
                </a:lnTo>
                <a:lnTo>
                  <a:pt x="683591" y="28653"/>
                </a:lnTo>
                <a:lnTo>
                  <a:pt x="683383" y="28898"/>
                </a:lnTo>
                <a:lnTo>
                  <a:pt x="683179" y="29147"/>
                </a:lnTo>
                <a:lnTo>
                  <a:pt x="682981" y="29400"/>
                </a:lnTo>
                <a:lnTo>
                  <a:pt x="682788" y="29657"/>
                </a:lnTo>
                <a:lnTo>
                  <a:pt x="682600" y="29917"/>
                </a:lnTo>
                <a:lnTo>
                  <a:pt x="682417" y="30182"/>
                </a:lnTo>
                <a:lnTo>
                  <a:pt x="682240" y="30451"/>
                </a:lnTo>
                <a:lnTo>
                  <a:pt x="682067" y="30723"/>
                </a:lnTo>
                <a:lnTo>
                  <a:pt x="681900" y="31000"/>
                </a:lnTo>
                <a:lnTo>
                  <a:pt x="681738" y="31280"/>
                </a:lnTo>
                <a:lnTo>
                  <a:pt x="681581" y="31565"/>
                </a:lnTo>
                <a:lnTo>
                  <a:pt x="681430" y="31853"/>
                </a:lnTo>
                <a:lnTo>
                  <a:pt x="681285" y="32145"/>
                </a:lnTo>
                <a:lnTo>
                  <a:pt x="681147" y="32441"/>
                </a:lnTo>
                <a:lnTo>
                  <a:pt x="681015" y="32740"/>
                </a:lnTo>
                <a:lnTo>
                  <a:pt x="680889" y="33044"/>
                </a:lnTo>
                <a:lnTo>
                  <a:pt x="680770" y="33351"/>
                </a:lnTo>
                <a:lnTo>
                  <a:pt x="680657" y="33662"/>
                </a:lnTo>
                <a:lnTo>
                  <a:pt x="680551" y="33977"/>
                </a:lnTo>
                <a:lnTo>
                  <a:pt x="680452" y="34295"/>
                </a:lnTo>
                <a:lnTo>
                  <a:pt x="680358" y="34618"/>
                </a:lnTo>
                <a:lnTo>
                  <a:pt x="680271" y="34944"/>
                </a:lnTo>
                <a:lnTo>
                  <a:pt x="680191" y="35274"/>
                </a:lnTo>
                <a:lnTo>
                  <a:pt x="680117" y="35608"/>
                </a:lnTo>
                <a:lnTo>
                  <a:pt x="680049" y="35946"/>
                </a:lnTo>
                <a:lnTo>
                  <a:pt x="679988" y="36287"/>
                </a:lnTo>
                <a:lnTo>
                  <a:pt x="679934" y="36633"/>
                </a:lnTo>
                <a:lnTo>
                  <a:pt x="679885" y="36982"/>
                </a:lnTo>
                <a:lnTo>
                  <a:pt x="679843" y="37335"/>
                </a:lnTo>
                <a:lnTo>
                  <a:pt x="679808" y="37691"/>
                </a:lnTo>
                <a:lnTo>
                  <a:pt x="679779" y="38052"/>
                </a:lnTo>
                <a:lnTo>
                  <a:pt x="679757" y="38416"/>
                </a:lnTo>
                <a:lnTo>
                  <a:pt x="679741" y="38785"/>
                </a:lnTo>
                <a:lnTo>
                  <a:pt x="679731" y="39157"/>
                </a:lnTo>
                <a:lnTo>
                  <a:pt x="679728" y="39533"/>
                </a:lnTo>
                <a:lnTo>
                  <a:pt x="679732" y="40019"/>
                </a:lnTo>
                <a:lnTo>
                  <a:pt x="679746" y="40499"/>
                </a:lnTo>
                <a:lnTo>
                  <a:pt x="679769" y="40971"/>
                </a:lnTo>
                <a:lnTo>
                  <a:pt x="679801" y="41437"/>
                </a:lnTo>
                <a:lnTo>
                  <a:pt x="679842" y="41895"/>
                </a:lnTo>
                <a:lnTo>
                  <a:pt x="679892" y="42347"/>
                </a:lnTo>
                <a:lnTo>
                  <a:pt x="679951" y="42791"/>
                </a:lnTo>
                <a:lnTo>
                  <a:pt x="680020" y="43228"/>
                </a:lnTo>
                <a:lnTo>
                  <a:pt x="680097" y="43659"/>
                </a:lnTo>
                <a:lnTo>
                  <a:pt x="680184" y="44082"/>
                </a:lnTo>
                <a:lnTo>
                  <a:pt x="680280" y="44499"/>
                </a:lnTo>
                <a:lnTo>
                  <a:pt x="680385" y="44908"/>
                </a:lnTo>
                <a:lnTo>
                  <a:pt x="680499" y="45310"/>
                </a:lnTo>
                <a:lnTo>
                  <a:pt x="680622" y="45706"/>
                </a:lnTo>
                <a:lnTo>
                  <a:pt x="680754" y="46094"/>
                </a:lnTo>
                <a:lnTo>
                  <a:pt x="680896" y="46475"/>
                </a:lnTo>
                <a:lnTo>
                  <a:pt x="681046" y="46850"/>
                </a:lnTo>
                <a:lnTo>
                  <a:pt x="681206" y="47217"/>
                </a:lnTo>
                <a:lnTo>
                  <a:pt x="681375" y="47577"/>
                </a:lnTo>
                <a:lnTo>
                  <a:pt x="681553" y="47930"/>
                </a:lnTo>
                <a:lnTo>
                  <a:pt x="681740" y="48277"/>
                </a:lnTo>
                <a:lnTo>
                  <a:pt x="681936" y="48616"/>
                </a:lnTo>
                <a:lnTo>
                  <a:pt x="682141" y="48948"/>
                </a:lnTo>
                <a:lnTo>
                  <a:pt x="682356" y="49273"/>
                </a:lnTo>
                <a:lnTo>
                  <a:pt x="682579" y="49593"/>
                </a:lnTo>
                <a:lnTo>
                  <a:pt x="682812" y="49907"/>
                </a:lnTo>
                <a:lnTo>
                  <a:pt x="683053" y="50218"/>
                </a:lnTo>
                <a:lnTo>
                  <a:pt x="683303" y="50523"/>
                </a:lnTo>
                <a:lnTo>
                  <a:pt x="683562" y="50824"/>
                </a:lnTo>
                <a:lnTo>
                  <a:pt x="683830" y="51120"/>
                </a:lnTo>
                <a:lnTo>
                  <a:pt x="684107" y="51411"/>
                </a:lnTo>
                <a:lnTo>
                  <a:pt x="684393" y="51698"/>
                </a:lnTo>
                <a:lnTo>
                  <a:pt x="684687" y="51980"/>
                </a:lnTo>
                <a:lnTo>
                  <a:pt x="684991" y="52257"/>
                </a:lnTo>
                <a:lnTo>
                  <a:pt x="685303" y="52530"/>
                </a:lnTo>
                <a:lnTo>
                  <a:pt x="685624" y="52798"/>
                </a:lnTo>
                <a:lnTo>
                  <a:pt x="685954" y="53061"/>
                </a:lnTo>
                <a:lnTo>
                  <a:pt x="686293" y="53320"/>
                </a:lnTo>
                <a:lnTo>
                  <a:pt x="686641" y="53574"/>
                </a:lnTo>
                <a:lnTo>
                  <a:pt x="686998" y="53823"/>
                </a:lnTo>
                <a:lnTo>
                  <a:pt x="687364" y="54068"/>
                </a:lnTo>
                <a:lnTo>
                  <a:pt x="687739" y="54307"/>
                </a:lnTo>
                <a:lnTo>
                  <a:pt x="688122" y="54543"/>
                </a:lnTo>
                <a:lnTo>
                  <a:pt x="688515" y="54773"/>
                </a:lnTo>
                <a:lnTo>
                  <a:pt x="688916" y="54999"/>
                </a:lnTo>
                <a:lnTo>
                  <a:pt x="689326" y="55221"/>
                </a:lnTo>
                <a:lnTo>
                  <a:pt x="689745" y="55437"/>
                </a:lnTo>
                <a:lnTo>
                  <a:pt x="690173" y="55649"/>
                </a:lnTo>
                <a:lnTo>
                  <a:pt x="690610" y="55858"/>
                </a:lnTo>
                <a:lnTo>
                  <a:pt x="691055" y="56064"/>
                </a:lnTo>
                <a:lnTo>
                  <a:pt x="691509" y="56269"/>
                </a:lnTo>
                <a:lnTo>
                  <a:pt x="691972" y="56471"/>
                </a:lnTo>
                <a:lnTo>
                  <a:pt x="692443" y="56671"/>
                </a:lnTo>
                <a:lnTo>
                  <a:pt x="692923" y="56869"/>
                </a:lnTo>
                <a:lnTo>
                  <a:pt x="693412" y="57065"/>
                </a:lnTo>
                <a:lnTo>
                  <a:pt x="693910" y="57259"/>
                </a:lnTo>
                <a:lnTo>
                  <a:pt x="694416" y="57451"/>
                </a:lnTo>
                <a:lnTo>
                  <a:pt x="694930" y="57641"/>
                </a:lnTo>
                <a:lnTo>
                  <a:pt x="695454" y="57828"/>
                </a:lnTo>
                <a:lnTo>
                  <a:pt x="695985" y="58014"/>
                </a:lnTo>
                <a:lnTo>
                  <a:pt x="696526" y="58197"/>
                </a:lnTo>
                <a:lnTo>
                  <a:pt x="697075" y="58379"/>
                </a:lnTo>
                <a:lnTo>
                  <a:pt x="697633" y="58558"/>
                </a:lnTo>
                <a:lnTo>
                  <a:pt x="698200" y="58735"/>
                </a:lnTo>
                <a:lnTo>
                  <a:pt x="698775" y="58910"/>
                </a:lnTo>
                <a:lnTo>
                  <a:pt x="699359" y="59083"/>
                </a:lnTo>
                <a:lnTo>
                  <a:pt x="699952" y="59254"/>
                </a:lnTo>
                <a:lnTo>
                  <a:pt x="700553" y="59423"/>
                </a:lnTo>
                <a:lnTo>
                  <a:pt x="701163" y="59589"/>
                </a:lnTo>
                <a:lnTo>
                  <a:pt x="701782" y="59754"/>
                </a:lnTo>
                <a:lnTo>
                  <a:pt x="702409" y="59916"/>
                </a:lnTo>
                <a:lnTo>
                  <a:pt x="703045" y="60077"/>
                </a:lnTo>
                <a:lnTo>
                  <a:pt x="703826" y="60283"/>
                </a:lnTo>
                <a:lnTo>
                  <a:pt x="704588" y="60490"/>
                </a:lnTo>
                <a:lnTo>
                  <a:pt x="705330" y="60696"/>
                </a:lnTo>
                <a:lnTo>
                  <a:pt x="706052" y="60901"/>
                </a:lnTo>
                <a:lnTo>
                  <a:pt x="706754" y="61107"/>
                </a:lnTo>
                <a:lnTo>
                  <a:pt x="707436" y="61312"/>
                </a:lnTo>
                <a:lnTo>
                  <a:pt x="708097" y="61517"/>
                </a:lnTo>
                <a:lnTo>
                  <a:pt x="708739" y="61722"/>
                </a:lnTo>
                <a:lnTo>
                  <a:pt x="709361" y="61927"/>
                </a:lnTo>
                <a:lnTo>
                  <a:pt x="709963" y="62131"/>
                </a:lnTo>
                <a:lnTo>
                  <a:pt x="710544" y="62335"/>
                </a:lnTo>
                <a:lnTo>
                  <a:pt x="711106" y="62539"/>
                </a:lnTo>
                <a:lnTo>
                  <a:pt x="711648" y="62743"/>
                </a:lnTo>
                <a:lnTo>
                  <a:pt x="712170" y="62946"/>
                </a:lnTo>
                <a:lnTo>
                  <a:pt x="712671" y="63149"/>
                </a:lnTo>
                <a:lnTo>
                  <a:pt x="713153" y="63352"/>
                </a:lnTo>
                <a:lnTo>
                  <a:pt x="713615" y="63555"/>
                </a:lnTo>
                <a:lnTo>
                  <a:pt x="714057" y="63757"/>
                </a:lnTo>
                <a:lnTo>
                  <a:pt x="714478" y="63959"/>
                </a:lnTo>
                <a:lnTo>
                  <a:pt x="714880" y="64161"/>
                </a:lnTo>
                <a:lnTo>
                  <a:pt x="715262" y="64363"/>
                </a:lnTo>
                <a:lnTo>
                  <a:pt x="715623" y="64564"/>
                </a:lnTo>
                <a:lnTo>
                  <a:pt x="715965" y="64765"/>
                </a:lnTo>
                <a:lnTo>
                  <a:pt x="716287" y="64966"/>
                </a:lnTo>
                <a:lnTo>
                  <a:pt x="716592" y="65172"/>
                </a:lnTo>
                <a:lnTo>
                  <a:pt x="716884" y="65386"/>
                </a:lnTo>
                <a:lnTo>
                  <a:pt x="717163" y="65610"/>
                </a:lnTo>
                <a:lnTo>
                  <a:pt x="717430" y="65844"/>
                </a:lnTo>
                <a:lnTo>
                  <a:pt x="717683" y="66086"/>
                </a:lnTo>
                <a:lnTo>
                  <a:pt x="717923" y="66338"/>
                </a:lnTo>
                <a:lnTo>
                  <a:pt x="718150" y="66600"/>
                </a:lnTo>
                <a:lnTo>
                  <a:pt x="718365" y="66871"/>
                </a:lnTo>
                <a:lnTo>
                  <a:pt x="718566" y="67151"/>
                </a:lnTo>
                <a:lnTo>
                  <a:pt x="718754" y="67440"/>
                </a:lnTo>
                <a:lnTo>
                  <a:pt x="718930" y="67739"/>
                </a:lnTo>
                <a:lnTo>
                  <a:pt x="719092" y="68047"/>
                </a:lnTo>
                <a:lnTo>
                  <a:pt x="719241" y="68365"/>
                </a:lnTo>
                <a:lnTo>
                  <a:pt x="719378" y="68692"/>
                </a:lnTo>
                <a:lnTo>
                  <a:pt x="719501" y="69028"/>
                </a:lnTo>
                <a:lnTo>
                  <a:pt x="719611" y="69373"/>
                </a:lnTo>
                <a:lnTo>
                  <a:pt x="719709" y="69728"/>
                </a:lnTo>
                <a:lnTo>
                  <a:pt x="719793" y="70092"/>
                </a:lnTo>
                <a:lnTo>
                  <a:pt x="719865" y="70466"/>
                </a:lnTo>
                <a:lnTo>
                  <a:pt x="719923" y="70849"/>
                </a:lnTo>
                <a:lnTo>
                  <a:pt x="719968" y="71241"/>
                </a:lnTo>
                <a:lnTo>
                  <a:pt x="720001" y="71643"/>
                </a:lnTo>
                <a:lnTo>
                  <a:pt x="720020" y="72054"/>
                </a:lnTo>
                <a:lnTo>
                  <a:pt x="720027" y="72474"/>
                </a:lnTo>
                <a:lnTo>
                  <a:pt x="720020" y="72965"/>
                </a:lnTo>
                <a:lnTo>
                  <a:pt x="719998" y="73445"/>
                </a:lnTo>
                <a:lnTo>
                  <a:pt x="719962" y="73913"/>
                </a:lnTo>
                <a:lnTo>
                  <a:pt x="719912" y="74369"/>
                </a:lnTo>
                <a:lnTo>
                  <a:pt x="719847" y="74813"/>
                </a:lnTo>
                <a:lnTo>
                  <a:pt x="719768" y="75246"/>
                </a:lnTo>
                <a:lnTo>
                  <a:pt x="719674" y="75667"/>
                </a:lnTo>
                <a:lnTo>
                  <a:pt x="719566" y="76077"/>
                </a:lnTo>
                <a:lnTo>
                  <a:pt x="719444" y="76475"/>
                </a:lnTo>
                <a:lnTo>
                  <a:pt x="719307" y="76861"/>
                </a:lnTo>
                <a:lnTo>
                  <a:pt x="719156" y="77236"/>
                </a:lnTo>
                <a:lnTo>
                  <a:pt x="718991" y="77599"/>
                </a:lnTo>
                <a:lnTo>
                  <a:pt x="718811" y="77951"/>
                </a:lnTo>
                <a:lnTo>
                  <a:pt x="718617" y="78291"/>
                </a:lnTo>
                <a:lnTo>
                  <a:pt x="718408" y="78619"/>
                </a:lnTo>
                <a:lnTo>
                  <a:pt x="718185" y="78935"/>
                </a:lnTo>
                <a:lnTo>
                  <a:pt x="717947" y="79240"/>
                </a:lnTo>
                <a:lnTo>
                  <a:pt x="717696" y="79534"/>
                </a:lnTo>
                <a:lnTo>
                  <a:pt x="717429" y="79815"/>
                </a:lnTo>
                <a:lnTo>
                  <a:pt x="717149" y="80085"/>
                </a:lnTo>
                <a:lnTo>
                  <a:pt x="716854" y="80344"/>
                </a:lnTo>
                <a:lnTo>
                  <a:pt x="716544" y="80591"/>
                </a:lnTo>
                <a:lnTo>
                  <a:pt x="716221" y="80826"/>
                </a:lnTo>
                <a:lnTo>
                  <a:pt x="715882" y="81049"/>
                </a:lnTo>
                <a:lnTo>
                  <a:pt x="715533" y="81262"/>
                </a:lnTo>
                <a:lnTo>
                  <a:pt x="715176" y="81466"/>
                </a:lnTo>
                <a:lnTo>
                  <a:pt x="714811" y="81661"/>
                </a:lnTo>
                <a:lnTo>
                  <a:pt x="714438" y="81847"/>
                </a:lnTo>
                <a:lnTo>
                  <a:pt x="714058" y="82024"/>
                </a:lnTo>
                <a:lnTo>
                  <a:pt x="713669" y="82192"/>
                </a:lnTo>
                <a:lnTo>
                  <a:pt x="713273" y="82351"/>
                </a:lnTo>
                <a:lnTo>
                  <a:pt x="712869" y="82500"/>
                </a:lnTo>
                <a:lnTo>
                  <a:pt x="712457" y="82641"/>
                </a:lnTo>
                <a:lnTo>
                  <a:pt x="712037" y="82773"/>
                </a:lnTo>
                <a:lnTo>
                  <a:pt x="711609" y="82895"/>
                </a:lnTo>
                <a:lnTo>
                  <a:pt x="711174" y="83008"/>
                </a:lnTo>
                <a:lnTo>
                  <a:pt x="710730" y="83113"/>
                </a:lnTo>
                <a:lnTo>
                  <a:pt x="710279" y="83208"/>
                </a:lnTo>
                <a:lnTo>
                  <a:pt x="709820" y="83294"/>
                </a:lnTo>
                <a:lnTo>
                  <a:pt x="709353" y="83371"/>
                </a:lnTo>
                <a:lnTo>
                  <a:pt x="708878" y="83439"/>
                </a:lnTo>
                <a:lnTo>
                  <a:pt x="708396" y="83498"/>
                </a:lnTo>
                <a:lnTo>
                  <a:pt x="707905" y="83548"/>
                </a:lnTo>
                <a:lnTo>
                  <a:pt x="707407" y="83589"/>
                </a:lnTo>
                <a:lnTo>
                  <a:pt x="706901" y="83621"/>
                </a:lnTo>
                <a:lnTo>
                  <a:pt x="706387" y="83643"/>
                </a:lnTo>
                <a:lnTo>
                  <a:pt x="705865" y="83657"/>
                </a:lnTo>
                <a:lnTo>
                  <a:pt x="705336" y="83661"/>
                </a:lnTo>
                <a:lnTo>
                  <a:pt x="704745" y="83656"/>
                </a:lnTo>
                <a:lnTo>
                  <a:pt x="704162" y="83639"/>
                </a:lnTo>
                <a:lnTo>
                  <a:pt x="703587" y="83610"/>
                </a:lnTo>
                <a:lnTo>
                  <a:pt x="703020" y="83570"/>
                </a:lnTo>
                <a:lnTo>
                  <a:pt x="702462" y="83519"/>
                </a:lnTo>
                <a:lnTo>
                  <a:pt x="701912" y="83456"/>
                </a:lnTo>
                <a:lnTo>
                  <a:pt x="701370" y="83382"/>
                </a:lnTo>
                <a:lnTo>
                  <a:pt x="700836" y="83297"/>
                </a:lnTo>
                <a:lnTo>
                  <a:pt x="700310" y="83200"/>
                </a:lnTo>
                <a:lnTo>
                  <a:pt x="699793" y="83092"/>
                </a:lnTo>
                <a:lnTo>
                  <a:pt x="699283" y="82972"/>
                </a:lnTo>
                <a:lnTo>
                  <a:pt x="698782" y="82841"/>
                </a:lnTo>
                <a:lnTo>
                  <a:pt x="698289" y="82699"/>
                </a:lnTo>
                <a:lnTo>
                  <a:pt x="697805" y="82545"/>
                </a:lnTo>
                <a:lnTo>
                  <a:pt x="697328" y="82380"/>
                </a:lnTo>
                <a:lnTo>
                  <a:pt x="696860" y="82203"/>
                </a:lnTo>
                <a:lnTo>
                  <a:pt x="696400" y="82015"/>
                </a:lnTo>
                <a:lnTo>
                  <a:pt x="695948" y="81816"/>
                </a:lnTo>
                <a:lnTo>
                  <a:pt x="695504" y="81605"/>
                </a:lnTo>
                <a:lnTo>
                  <a:pt x="695068" y="81383"/>
                </a:lnTo>
                <a:lnTo>
                  <a:pt x="694641" y="81150"/>
                </a:lnTo>
                <a:lnTo>
                  <a:pt x="694222" y="80905"/>
                </a:lnTo>
                <a:lnTo>
                  <a:pt x="693811" y="80648"/>
                </a:lnTo>
                <a:lnTo>
                  <a:pt x="693408" y="80381"/>
                </a:lnTo>
                <a:lnTo>
                  <a:pt x="693017" y="80099"/>
                </a:lnTo>
                <a:lnTo>
                  <a:pt x="692644" y="79800"/>
                </a:lnTo>
                <a:lnTo>
                  <a:pt x="692286" y="79484"/>
                </a:lnTo>
                <a:lnTo>
                  <a:pt x="691946" y="79151"/>
                </a:lnTo>
                <a:lnTo>
                  <a:pt x="691622" y="78801"/>
                </a:lnTo>
                <a:lnTo>
                  <a:pt x="691315" y="78434"/>
                </a:lnTo>
                <a:lnTo>
                  <a:pt x="691024" y="78050"/>
                </a:lnTo>
                <a:lnTo>
                  <a:pt x="690750" y="77650"/>
                </a:lnTo>
                <a:lnTo>
                  <a:pt x="690492" y="77232"/>
                </a:lnTo>
                <a:lnTo>
                  <a:pt x="690251" y="76797"/>
                </a:lnTo>
                <a:lnTo>
                  <a:pt x="690027" y="76346"/>
                </a:lnTo>
                <a:lnTo>
                  <a:pt x="689819" y="75877"/>
                </a:lnTo>
                <a:lnTo>
                  <a:pt x="689628" y="75392"/>
                </a:lnTo>
                <a:lnTo>
                  <a:pt x="689454" y="74889"/>
                </a:lnTo>
                <a:lnTo>
                  <a:pt x="689296" y="74370"/>
                </a:lnTo>
                <a:lnTo>
                  <a:pt x="689155" y="73833"/>
                </a:lnTo>
                <a:lnTo>
                  <a:pt x="689030" y="73280"/>
                </a:lnTo>
                <a:lnTo>
                  <a:pt x="688922" y="72710"/>
                </a:lnTo>
                <a:lnTo>
                  <a:pt x="688831" y="72123"/>
                </a:lnTo>
                <a:lnTo>
                  <a:pt x="688756" y="71518"/>
                </a:lnTo>
                <a:lnTo>
                  <a:pt x="688698" y="70897"/>
                </a:lnTo>
                <a:lnTo>
                  <a:pt x="688656" y="70259"/>
                </a:lnTo>
                <a:lnTo>
                  <a:pt x="688631" y="69604"/>
                </a:lnTo>
                <a:lnTo>
                  <a:pt x="688623" y="68932"/>
                </a:lnTo>
                <a:lnTo>
                  <a:pt x="677773" y="68932"/>
                </a:lnTo>
                <a:lnTo>
                  <a:pt x="677777" y="69454"/>
                </a:lnTo>
                <a:lnTo>
                  <a:pt x="677788" y="69970"/>
                </a:lnTo>
                <a:lnTo>
                  <a:pt x="677806" y="70479"/>
                </a:lnTo>
                <a:lnTo>
                  <a:pt x="677832" y="70981"/>
                </a:lnTo>
                <a:lnTo>
                  <a:pt x="677865" y="71477"/>
                </a:lnTo>
                <a:lnTo>
                  <a:pt x="677906" y="71966"/>
                </a:lnTo>
                <a:lnTo>
                  <a:pt x="677954" y="72448"/>
                </a:lnTo>
                <a:lnTo>
                  <a:pt x="678009" y="72924"/>
                </a:lnTo>
                <a:lnTo>
                  <a:pt x="678072" y="73393"/>
                </a:lnTo>
                <a:lnTo>
                  <a:pt x="678142" y="73855"/>
                </a:lnTo>
                <a:lnTo>
                  <a:pt x="678219" y="74311"/>
                </a:lnTo>
                <a:lnTo>
                  <a:pt x="678304" y="74760"/>
                </a:lnTo>
                <a:lnTo>
                  <a:pt x="678396" y="75202"/>
                </a:lnTo>
                <a:lnTo>
                  <a:pt x="678496" y="75638"/>
                </a:lnTo>
                <a:lnTo>
                  <a:pt x="678603" y="76067"/>
                </a:lnTo>
                <a:lnTo>
                  <a:pt x="678717" y="76490"/>
                </a:lnTo>
                <a:lnTo>
                  <a:pt x="678838" y="76905"/>
                </a:lnTo>
                <a:lnTo>
                  <a:pt x="678967" y="77315"/>
                </a:lnTo>
                <a:lnTo>
                  <a:pt x="679104" y="77717"/>
                </a:lnTo>
                <a:lnTo>
                  <a:pt x="679247" y="78113"/>
                </a:lnTo>
                <a:lnTo>
                  <a:pt x="679399" y="78502"/>
                </a:lnTo>
                <a:lnTo>
                  <a:pt x="679557" y="78885"/>
                </a:lnTo>
                <a:lnTo>
                  <a:pt x="679723" y="79261"/>
                </a:lnTo>
                <a:lnTo>
                  <a:pt x="679896" y="79630"/>
                </a:lnTo>
                <a:lnTo>
                  <a:pt x="680076" y="79993"/>
                </a:lnTo>
                <a:lnTo>
                  <a:pt x="680261" y="80351"/>
                </a:lnTo>
                <a:lnTo>
                  <a:pt x="680453" y="80703"/>
                </a:lnTo>
                <a:lnTo>
                  <a:pt x="680650" y="81049"/>
                </a:lnTo>
                <a:lnTo>
                  <a:pt x="680852" y="81389"/>
                </a:lnTo>
                <a:lnTo>
                  <a:pt x="681061" y="81724"/>
                </a:lnTo>
                <a:lnTo>
                  <a:pt x="681275" y="82054"/>
                </a:lnTo>
                <a:lnTo>
                  <a:pt x="681495" y="82377"/>
                </a:lnTo>
                <a:lnTo>
                  <a:pt x="681720" y="82695"/>
                </a:lnTo>
                <a:lnTo>
                  <a:pt x="681952" y="83007"/>
                </a:lnTo>
                <a:lnTo>
                  <a:pt x="682189" y="83314"/>
                </a:lnTo>
                <a:lnTo>
                  <a:pt x="682432" y="83615"/>
                </a:lnTo>
                <a:lnTo>
                  <a:pt x="682680" y="83910"/>
                </a:lnTo>
                <a:lnTo>
                  <a:pt x="682935" y="84200"/>
                </a:lnTo>
                <a:lnTo>
                  <a:pt x="683195" y="84484"/>
                </a:lnTo>
                <a:lnTo>
                  <a:pt x="683460" y="84763"/>
                </a:lnTo>
                <a:lnTo>
                  <a:pt x="683732" y="85035"/>
                </a:lnTo>
                <a:lnTo>
                  <a:pt x="684009" y="85302"/>
                </a:lnTo>
                <a:lnTo>
                  <a:pt x="684292" y="85564"/>
                </a:lnTo>
                <a:lnTo>
                  <a:pt x="684581" y="85820"/>
                </a:lnTo>
                <a:lnTo>
                  <a:pt x="684875" y="86070"/>
                </a:lnTo>
                <a:lnTo>
                  <a:pt x="685175" y="86314"/>
                </a:lnTo>
                <a:lnTo>
                  <a:pt x="685481" y="86553"/>
                </a:lnTo>
                <a:lnTo>
                  <a:pt x="685793" y="86786"/>
                </a:lnTo>
                <a:lnTo>
                  <a:pt x="686109" y="87014"/>
                </a:lnTo>
                <a:lnTo>
                  <a:pt x="686430" y="87236"/>
                </a:lnTo>
                <a:lnTo>
                  <a:pt x="686755" y="87453"/>
                </a:lnTo>
                <a:lnTo>
                  <a:pt x="687083" y="87665"/>
                </a:lnTo>
                <a:lnTo>
                  <a:pt x="687416" y="87871"/>
                </a:lnTo>
                <a:lnTo>
                  <a:pt x="687753" y="88072"/>
                </a:lnTo>
                <a:lnTo>
                  <a:pt x="688094" y="88268"/>
                </a:lnTo>
                <a:lnTo>
                  <a:pt x="688440" y="88458"/>
                </a:lnTo>
                <a:lnTo>
                  <a:pt x="688789" y="88644"/>
                </a:lnTo>
                <a:lnTo>
                  <a:pt x="689142" y="88824"/>
                </a:lnTo>
                <a:lnTo>
                  <a:pt x="689500" y="88998"/>
                </a:lnTo>
                <a:lnTo>
                  <a:pt x="689861" y="89168"/>
                </a:lnTo>
                <a:lnTo>
                  <a:pt x="690227" y="89332"/>
                </a:lnTo>
                <a:lnTo>
                  <a:pt x="690597" y="89490"/>
                </a:lnTo>
                <a:lnTo>
                  <a:pt x="690971" y="89644"/>
                </a:lnTo>
                <a:lnTo>
                  <a:pt x="691349" y="89792"/>
                </a:lnTo>
                <a:lnTo>
                  <a:pt x="691731" y="89935"/>
                </a:lnTo>
                <a:lnTo>
                  <a:pt x="692117" y="90073"/>
                </a:lnTo>
                <a:lnTo>
                  <a:pt x="692507" y="90205"/>
                </a:lnTo>
                <a:lnTo>
                  <a:pt x="692901" y="90332"/>
                </a:lnTo>
                <a:lnTo>
                  <a:pt x="693300" y="90454"/>
                </a:lnTo>
                <a:lnTo>
                  <a:pt x="693702" y="90571"/>
                </a:lnTo>
                <a:lnTo>
                  <a:pt x="694109" y="90682"/>
                </a:lnTo>
                <a:lnTo>
                  <a:pt x="694520" y="90788"/>
                </a:lnTo>
                <a:lnTo>
                  <a:pt x="694934" y="90889"/>
                </a:lnTo>
                <a:lnTo>
                  <a:pt x="695350" y="90986"/>
                </a:lnTo>
                <a:lnTo>
                  <a:pt x="695768" y="91078"/>
                </a:lnTo>
                <a:lnTo>
                  <a:pt x="696189" y="91167"/>
                </a:lnTo>
                <a:lnTo>
                  <a:pt x="696611" y="91251"/>
                </a:lnTo>
                <a:lnTo>
                  <a:pt x="697036" y="91330"/>
                </a:lnTo>
                <a:lnTo>
                  <a:pt x="697464" y="91406"/>
                </a:lnTo>
                <a:lnTo>
                  <a:pt x="697893" y="91477"/>
                </a:lnTo>
                <a:lnTo>
                  <a:pt x="698325" y="91543"/>
                </a:lnTo>
                <a:lnTo>
                  <a:pt x="698759" y="91606"/>
                </a:lnTo>
                <a:lnTo>
                  <a:pt x="699195" y="91664"/>
                </a:lnTo>
                <a:lnTo>
                  <a:pt x="699633" y="91718"/>
                </a:lnTo>
                <a:lnTo>
                  <a:pt x="700074" y="91767"/>
                </a:lnTo>
                <a:lnTo>
                  <a:pt x="700516" y="91812"/>
                </a:lnTo>
                <a:lnTo>
                  <a:pt x="700961" y="91853"/>
                </a:lnTo>
                <a:lnTo>
                  <a:pt x="701409" y="91890"/>
                </a:lnTo>
                <a:lnTo>
                  <a:pt x="701858" y="91922"/>
                </a:lnTo>
                <a:lnTo>
                  <a:pt x="702310" y="91950"/>
                </a:lnTo>
                <a:lnTo>
                  <a:pt x="702764" y="91974"/>
                </a:lnTo>
                <a:lnTo>
                  <a:pt x="703220" y="91993"/>
                </a:lnTo>
                <a:lnTo>
                  <a:pt x="703678" y="92008"/>
                </a:lnTo>
                <a:lnTo>
                  <a:pt x="704139" y="92019"/>
                </a:lnTo>
                <a:lnTo>
                  <a:pt x="704601" y="92025"/>
                </a:lnTo>
                <a:lnTo>
                  <a:pt x="705066" y="92028"/>
                </a:lnTo>
                <a:lnTo>
                  <a:pt x="705525" y="92026"/>
                </a:lnTo>
                <a:lnTo>
                  <a:pt x="705982" y="92019"/>
                </a:lnTo>
                <a:lnTo>
                  <a:pt x="706436" y="92009"/>
                </a:lnTo>
                <a:lnTo>
                  <a:pt x="706887" y="91995"/>
                </a:lnTo>
                <a:close/>
                <a:moveTo>
                  <a:pt x="774197" y="91949"/>
                </a:moveTo>
                <a:lnTo>
                  <a:pt x="774836" y="91904"/>
                </a:lnTo>
                <a:lnTo>
                  <a:pt x="775468" y="91850"/>
                </a:lnTo>
                <a:lnTo>
                  <a:pt x="776092" y="91786"/>
                </a:lnTo>
                <a:lnTo>
                  <a:pt x="776708" y="91712"/>
                </a:lnTo>
                <a:lnTo>
                  <a:pt x="777316" y="91628"/>
                </a:lnTo>
                <a:lnTo>
                  <a:pt x="777916" y="91535"/>
                </a:lnTo>
                <a:lnTo>
                  <a:pt x="778509" y="91431"/>
                </a:lnTo>
                <a:lnTo>
                  <a:pt x="779094" y="91318"/>
                </a:lnTo>
                <a:lnTo>
                  <a:pt x="779672" y="91194"/>
                </a:lnTo>
                <a:lnTo>
                  <a:pt x="780241" y="91061"/>
                </a:lnTo>
                <a:lnTo>
                  <a:pt x="780803" y="90918"/>
                </a:lnTo>
                <a:lnTo>
                  <a:pt x="781357" y="90765"/>
                </a:lnTo>
                <a:lnTo>
                  <a:pt x="781904" y="90603"/>
                </a:lnTo>
                <a:lnTo>
                  <a:pt x="782443" y="90430"/>
                </a:lnTo>
                <a:lnTo>
                  <a:pt x="782974" y="90248"/>
                </a:lnTo>
                <a:lnTo>
                  <a:pt x="783497" y="90055"/>
                </a:lnTo>
                <a:lnTo>
                  <a:pt x="784013" y="89853"/>
                </a:lnTo>
                <a:lnTo>
                  <a:pt x="784521" y="89641"/>
                </a:lnTo>
                <a:lnTo>
                  <a:pt x="785021" y="89419"/>
                </a:lnTo>
                <a:lnTo>
                  <a:pt x="785513" y="89188"/>
                </a:lnTo>
                <a:lnTo>
                  <a:pt x="785997" y="88947"/>
                </a:lnTo>
                <a:lnTo>
                  <a:pt x="786472" y="88697"/>
                </a:lnTo>
                <a:lnTo>
                  <a:pt x="786938" y="88440"/>
                </a:lnTo>
                <a:lnTo>
                  <a:pt x="787395" y="88174"/>
                </a:lnTo>
                <a:lnTo>
                  <a:pt x="787843" y="87900"/>
                </a:lnTo>
                <a:lnTo>
                  <a:pt x="788282" y="87618"/>
                </a:lnTo>
                <a:lnTo>
                  <a:pt x="788713" y="87327"/>
                </a:lnTo>
                <a:lnTo>
                  <a:pt x="789134" y="87028"/>
                </a:lnTo>
                <a:lnTo>
                  <a:pt x="789546" y="86721"/>
                </a:lnTo>
                <a:lnTo>
                  <a:pt x="789949" y="86406"/>
                </a:lnTo>
                <a:lnTo>
                  <a:pt x="790343" y="86082"/>
                </a:lnTo>
                <a:lnTo>
                  <a:pt x="790727" y="85750"/>
                </a:lnTo>
                <a:lnTo>
                  <a:pt x="791103" y="85410"/>
                </a:lnTo>
                <a:lnTo>
                  <a:pt x="791470" y="85061"/>
                </a:lnTo>
                <a:lnTo>
                  <a:pt x="791828" y="84704"/>
                </a:lnTo>
                <a:lnTo>
                  <a:pt x="792177" y="84339"/>
                </a:lnTo>
                <a:lnTo>
                  <a:pt x="792517" y="83966"/>
                </a:lnTo>
                <a:lnTo>
                  <a:pt x="792848" y="83584"/>
                </a:lnTo>
                <a:lnTo>
                  <a:pt x="793170" y="83194"/>
                </a:lnTo>
                <a:lnTo>
                  <a:pt x="793483" y="82796"/>
                </a:lnTo>
                <a:lnTo>
                  <a:pt x="793787" y="82390"/>
                </a:lnTo>
                <a:lnTo>
                  <a:pt x="794082" y="81975"/>
                </a:lnTo>
                <a:lnTo>
                  <a:pt x="794368" y="81552"/>
                </a:lnTo>
                <a:lnTo>
                  <a:pt x="794645" y="81121"/>
                </a:lnTo>
                <a:lnTo>
                  <a:pt x="794912" y="80682"/>
                </a:lnTo>
                <a:lnTo>
                  <a:pt x="795168" y="80236"/>
                </a:lnTo>
                <a:lnTo>
                  <a:pt x="795414" y="79783"/>
                </a:lnTo>
                <a:lnTo>
                  <a:pt x="795649" y="79323"/>
                </a:lnTo>
                <a:lnTo>
                  <a:pt x="795873" y="78856"/>
                </a:lnTo>
                <a:lnTo>
                  <a:pt x="796087" y="78383"/>
                </a:lnTo>
                <a:lnTo>
                  <a:pt x="796290" y="77902"/>
                </a:lnTo>
                <a:lnTo>
                  <a:pt x="796483" y="77414"/>
                </a:lnTo>
                <a:lnTo>
                  <a:pt x="796665" y="76920"/>
                </a:lnTo>
                <a:lnTo>
                  <a:pt x="796836" y="76418"/>
                </a:lnTo>
                <a:lnTo>
                  <a:pt x="796996" y="75910"/>
                </a:lnTo>
                <a:lnTo>
                  <a:pt x="797146" y="75394"/>
                </a:lnTo>
                <a:lnTo>
                  <a:pt x="797286" y="74872"/>
                </a:lnTo>
                <a:lnTo>
                  <a:pt x="797414" y="74343"/>
                </a:lnTo>
                <a:lnTo>
                  <a:pt x="797532" y="73807"/>
                </a:lnTo>
                <a:lnTo>
                  <a:pt x="797640" y="73264"/>
                </a:lnTo>
                <a:lnTo>
                  <a:pt x="797736" y="72713"/>
                </a:lnTo>
                <a:lnTo>
                  <a:pt x="797822" y="72156"/>
                </a:lnTo>
                <a:lnTo>
                  <a:pt x="797898" y="71592"/>
                </a:lnTo>
                <a:lnTo>
                  <a:pt x="797963" y="71022"/>
                </a:lnTo>
                <a:lnTo>
                  <a:pt x="798017" y="70444"/>
                </a:lnTo>
                <a:lnTo>
                  <a:pt x="798060" y="69859"/>
                </a:lnTo>
                <a:lnTo>
                  <a:pt x="798093" y="69267"/>
                </a:lnTo>
                <a:lnTo>
                  <a:pt x="798115" y="68669"/>
                </a:lnTo>
                <a:lnTo>
                  <a:pt x="786996" y="68669"/>
                </a:lnTo>
                <a:lnTo>
                  <a:pt x="786972" y="69255"/>
                </a:lnTo>
                <a:lnTo>
                  <a:pt x="786936" y="69831"/>
                </a:lnTo>
                <a:lnTo>
                  <a:pt x="786886" y="70394"/>
                </a:lnTo>
                <a:lnTo>
                  <a:pt x="786823" y="70946"/>
                </a:lnTo>
                <a:lnTo>
                  <a:pt x="786746" y="71487"/>
                </a:lnTo>
                <a:lnTo>
                  <a:pt x="786657" y="72016"/>
                </a:lnTo>
                <a:lnTo>
                  <a:pt x="786554" y="72533"/>
                </a:lnTo>
                <a:lnTo>
                  <a:pt x="786438" y="73039"/>
                </a:lnTo>
                <a:lnTo>
                  <a:pt x="786309" y="73533"/>
                </a:lnTo>
                <a:lnTo>
                  <a:pt x="786166" y="74015"/>
                </a:lnTo>
                <a:lnTo>
                  <a:pt x="786011" y="74486"/>
                </a:lnTo>
                <a:lnTo>
                  <a:pt x="785842" y="74945"/>
                </a:lnTo>
                <a:lnTo>
                  <a:pt x="785660" y="75393"/>
                </a:lnTo>
                <a:lnTo>
                  <a:pt x="785464" y="75829"/>
                </a:lnTo>
                <a:lnTo>
                  <a:pt x="785256" y="76254"/>
                </a:lnTo>
                <a:lnTo>
                  <a:pt x="785034" y="76666"/>
                </a:lnTo>
                <a:lnTo>
                  <a:pt x="784799" y="77068"/>
                </a:lnTo>
                <a:lnTo>
                  <a:pt x="784551" y="77457"/>
                </a:lnTo>
                <a:lnTo>
                  <a:pt x="784289" y="77836"/>
                </a:lnTo>
                <a:lnTo>
                  <a:pt x="784015" y="78202"/>
                </a:lnTo>
                <a:lnTo>
                  <a:pt x="783727" y="78557"/>
                </a:lnTo>
                <a:lnTo>
                  <a:pt x="783426" y="78900"/>
                </a:lnTo>
                <a:lnTo>
                  <a:pt x="783111" y="79232"/>
                </a:lnTo>
                <a:lnTo>
                  <a:pt x="782784" y="79552"/>
                </a:lnTo>
                <a:lnTo>
                  <a:pt x="782444" y="79860"/>
                </a:lnTo>
                <a:lnTo>
                  <a:pt x="782093" y="80155"/>
                </a:lnTo>
                <a:lnTo>
                  <a:pt x="781731" y="80436"/>
                </a:lnTo>
                <a:lnTo>
                  <a:pt x="781358" y="80705"/>
                </a:lnTo>
                <a:lnTo>
                  <a:pt x="780974" y="80960"/>
                </a:lnTo>
                <a:lnTo>
                  <a:pt x="780579" y="81202"/>
                </a:lnTo>
                <a:lnTo>
                  <a:pt x="780173" y="81432"/>
                </a:lnTo>
                <a:lnTo>
                  <a:pt x="779755" y="81648"/>
                </a:lnTo>
                <a:lnTo>
                  <a:pt x="779326" y="81851"/>
                </a:lnTo>
                <a:lnTo>
                  <a:pt x="778887" y="82041"/>
                </a:lnTo>
                <a:lnTo>
                  <a:pt x="778436" y="82217"/>
                </a:lnTo>
                <a:lnTo>
                  <a:pt x="777974" y="82381"/>
                </a:lnTo>
                <a:lnTo>
                  <a:pt x="777501" y="82532"/>
                </a:lnTo>
                <a:lnTo>
                  <a:pt x="777017" y="82669"/>
                </a:lnTo>
                <a:lnTo>
                  <a:pt x="776521" y="82794"/>
                </a:lnTo>
                <a:lnTo>
                  <a:pt x="776015" y="82905"/>
                </a:lnTo>
                <a:lnTo>
                  <a:pt x="775497" y="83003"/>
                </a:lnTo>
                <a:lnTo>
                  <a:pt x="774969" y="83088"/>
                </a:lnTo>
                <a:lnTo>
                  <a:pt x="774429" y="83160"/>
                </a:lnTo>
                <a:lnTo>
                  <a:pt x="773878" y="83219"/>
                </a:lnTo>
                <a:lnTo>
                  <a:pt x="773316" y="83265"/>
                </a:lnTo>
                <a:lnTo>
                  <a:pt x="772743" y="83298"/>
                </a:lnTo>
                <a:lnTo>
                  <a:pt x="772159" y="83318"/>
                </a:lnTo>
                <a:lnTo>
                  <a:pt x="771563" y="83324"/>
                </a:lnTo>
                <a:lnTo>
                  <a:pt x="771012" y="83318"/>
                </a:lnTo>
                <a:lnTo>
                  <a:pt x="770469" y="83300"/>
                </a:lnTo>
                <a:lnTo>
                  <a:pt x="769935" y="83271"/>
                </a:lnTo>
                <a:lnTo>
                  <a:pt x="769410" y="83229"/>
                </a:lnTo>
                <a:lnTo>
                  <a:pt x="768893" y="83176"/>
                </a:lnTo>
                <a:lnTo>
                  <a:pt x="768386" y="83111"/>
                </a:lnTo>
                <a:lnTo>
                  <a:pt x="767887" y="83034"/>
                </a:lnTo>
                <a:lnTo>
                  <a:pt x="767396" y="82945"/>
                </a:lnTo>
                <a:lnTo>
                  <a:pt x="766915" y="82844"/>
                </a:lnTo>
                <a:lnTo>
                  <a:pt x="766442" y="82732"/>
                </a:lnTo>
                <a:lnTo>
                  <a:pt x="765979" y="82607"/>
                </a:lnTo>
                <a:lnTo>
                  <a:pt x="765524" y="82471"/>
                </a:lnTo>
                <a:lnTo>
                  <a:pt x="765077" y="82323"/>
                </a:lnTo>
                <a:lnTo>
                  <a:pt x="764640" y="82163"/>
                </a:lnTo>
                <a:lnTo>
                  <a:pt x="764211" y="81991"/>
                </a:lnTo>
                <a:lnTo>
                  <a:pt x="763791" y="81807"/>
                </a:lnTo>
                <a:lnTo>
                  <a:pt x="763380" y="81611"/>
                </a:lnTo>
                <a:lnTo>
                  <a:pt x="762978" y="81404"/>
                </a:lnTo>
                <a:lnTo>
                  <a:pt x="762584" y="81185"/>
                </a:lnTo>
                <a:lnTo>
                  <a:pt x="762199" y="80954"/>
                </a:lnTo>
                <a:lnTo>
                  <a:pt x="761823" y="80711"/>
                </a:lnTo>
                <a:lnTo>
                  <a:pt x="761456" y="80456"/>
                </a:lnTo>
                <a:lnTo>
                  <a:pt x="761097" y="80189"/>
                </a:lnTo>
                <a:lnTo>
                  <a:pt x="760747" y="79911"/>
                </a:lnTo>
                <a:lnTo>
                  <a:pt x="760406" y="79622"/>
                </a:lnTo>
                <a:lnTo>
                  <a:pt x="760072" y="79326"/>
                </a:lnTo>
                <a:lnTo>
                  <a:pt x="759746" y="79022"/>
                </a:lnTo>
                <a:lnTo>
                  <a:pt x="759429" y="78710"/>
                </a:lnTo>
                <a:lnTo>
                  <a:pt x="759118" y="78390"/>
                </a:lnTo>
                <a:lnTo>
                  <a:pt x="758816" y="78063"/>
                </a:lnTo>
                <a:lnTo>
                  <a:pt x="758522" y="77728"/>
                </a:lnTo>
                <a:lnTo>
                  <a:pt x="758235" y="77385"/>
                </a:lnTo>
                <a:lnTo>
                  <a:pt x="757956" y="77034"/>
                </a:lnTo>
                <a:lnTo>
                  <a:pt x="757686" y="76676"/>
                </a:lnTo>
                <a:lnTo>
                  <a:pt x="757422" y="76309"/>
                </a:lnTo>
                <a:lnTo>
                  <a:pt x="757167" y="75935"/>
                </a:lnTo>
                <a:lnTo>
                  <a:pt x="756920" y="75553"/>
                </a:lnTo>
                <a:lnTo>
                  <a:pt x="756680" y="75164"/>
                </a:lnTo>
                <a:lnTo>
                  <a:pt x="756449" y="74766"/>
                </a:lnTo>
                <a:lnTo>
                  <a:pt x="756225" y="74361"/>
                </a:lnTo>
                <a:lnTo>
                  <a:pt x="756009" y="73948"/>
                </a:lnTo>
                <a:lnTo>
                  <a:pt x="755800" y="73528"/>
                </a:lnTo>
                <a:lnTo>
                  <a:pt x="755600" y="73099"/>
                </a:lnTo>
                <a:lnTo>
                  <a:pt x="755408" y="72663"/>
                </a:lnTo>
                <a:lnTo>
                  <a:pt x="755223" y="72219"/>
                </a:lnTo>
                <a:lnTo>
                  <a:pt x="755046" y="71767"/>
                </a:lnTo>
                <a:lnTo>
                  <a:pt x="754877" y="71308"/>
                </a:lnTo>
                <a:lnTo>
                  <a:pt x="754716" y="70840"/>
                </a:lnTo>
                <a:lnTo>
                  <a:pt x="754562" y="70367"/>
                </a:lnTo>
                <a:lnTo>
                  <a:pt x="754414" y="69890"/>
                </a:lnTo>
                <a:lnTo>
                  <a:pt x="754273" y="69409"/>
                </a:lnTo>
                <a:lnTo>
                  <a:pt x="754137" y="68925"/>
                </a:lnTo>
                <a:lnTo>
                  <a:pt x="754009" y="68436"/>
                </a:lnTo>
                <a:lnTo>
                  <a:pt x="753886" y="67944"/>
                </a:lnTo>
                <a:lnTo>
                  <a:pt x="753770" y="67448"/>
                </a:lnTo>
                <a:lnTo>
                  <a:pt x="753660" y="66948"/>
                </a:lnTo>
                <a:lnTo>
                  <a:pt x="753557" y="66444"/>
                </a:lnTo>
                <a:lnTo>
                  <a:pt x="753459" y="65937"/>
                </a:lnTo>
                <a:lnTo>
                  <a:pt x="753368" y="65425"/>
                </a:lnTo>
                <a:lnTo>
                  <a:pt x="753284" y="64910"/>
                </a:lnTo>
                <a:lnTo>
                  <a:pt x="753206" y="64391"/>
                </a:lnTo>
                <a:lnTo>
                  <a:pt x="753134" y="63868"/>
                </a:lnTo>
                <a:lnTo>
                  <a:pt x="753068" y="63341"/>
                </a:lnTo>
                <a:lnTo>
                  <a:pt x="753009" y="62811"/>
                </a:lnTo>
                <a:lnTo>
                  <a:pt x="752956" y="62276"/>
                </a:lnTo>
                <a:lnTo>
                  <a:pt x="752909" y="61738"/>
                </a:lnTo>
                <a:lnTo>
                  <a:pt x="752869" y="61196"/>
                </a:lnTo>
                <a:lnTo>
                  <a:pt x="752835" y="60650"/>
                </a:lnTo>
                <a:lnTo>
                  <a:pt x="752807" y="60100"/>
                </a:lnTo>
                <a:lnTo>
                  <a:pt x="752785" y="59547"/>
                </a:lnTo>
                <a:lnTo>
                  <a:pt x="752770" y="58989"/>
                </a:lnTo>
                <a:lnTo>
                  <a:pt x="752762" y="58428"/>
                </a:lnTo>
                <a:lnTo>
                  <a:pt x="797846" y="58428"/>
                </a:lnTo>
                <a:lnTo>
                  <a:pt x="797857" y="58374"/>
                </a:lnTo>
                <a:lnTo>
                  <a:pt x="797867" y="58317"/>
                </a:lnTo>
                <a:lnTo>
                  <a:pt x="797878" y="58257"/>
                </a:lnTo>
                <a:lnTo>
                  <a:pt x="797888" y="58195"/>
                </a:lnTo>
                <a:lnTo>
                  <a:pt x="797897" y="58129"/>
                </a:lnTo>
                <a:lnTo>
                  <a:pt x="797907" y="58061"/>
                </a:lnTo>
                <a:lnTo>
                  <a:pt x="797916" y="57990"/>
                </a:lnTo>
                <a:lnTo>
                  <a:pt x="797924" y="57917"/>
                </a:lnTo>
                <a:lnTo>
                  <a:pt x="797932" y="57840"/>
                </a:lnTo>
                <a:lnTo>
                  <a:pt x="797940" y="57761"/>
                </a:lnTo>
                <a:lnTo>
                  <a:pt x="797948" y="57679"/>
                </a:lnTo>
                <a:lnTo>
                  <a:pt x="797955" y="57594"/>
                </a:lnTo>
                <a:lnTo>
                  <a:pt x="797962" y="57506"/>
                </a:lnTo>
                <a:lnTo>
                  <a:pt x="797968" y="57415"/>
                </a:lnTo>
                <a:lnTo>
                  <a:pt x="797975" y="57322"/>
                </a:lnTo>
                <a:lnTo>
                  <a:pt x="797980" y="57226"/>
                </a:lnTo>
                <a:lnTo>
                  <a:pt x="797986" y="57127"/>
                </a:lnTo>
                <a:lnTo>
                  <a:pt x="797991" y="57025"/>
                </a:lnTo>
                <a:lnTo>
                  <a:pt x="797996" y="56920"/>
                </a:lnTo>
                <a:lnTo>
                  <a:pt x="798000" y="56813"/>
                </a:lnTo>
                <a:lnTo>
                  <a:pt x="798004" y="56703"/>
                </a:lnTo>
                <a:lnTo>
                  <a:pt x="798008" y="56590"/>
                </a:lnTo>
                <a:lnTo>
                  <a:pt x="798011" y="56474"/>
                </a:lnTo>
                <a:lnTo>
                  <a:pt x="798014" y="56356"/>
                </a:lnTo>
                <a:lnTo>
                  <a:pt x="798017" y="56236"/>
                </a:lnTo>
                <a:lnTo>
                  <a:pt x="798019" y="56118"/>
                </a:lnTo>
                <a:lnTo>
                  <a:pt x="798022" y="56002"/>
                </a:lnTo>
                <a:lnTo>
                  <a:pt x="798024" y="55886"/>
                </a:lnTo>
                <a:lnTo>
                  <a:pt x="798027" y="55772"/>
                </a:lnTo>
                <a:lnTo>
                  <a:pt x="798029" y="55660"/>
                </a:lnTo>
                <a:lnTo>
                  <a:pt x="798031" y="55548"/>
                </a:lnTo>
                <a:lnTo>
                  <a:pt x="798033" y="55438"/>
                </a:lnTo>
                <a:lnTo>
                  <a:pt x="798035" y="55330"/>
                </a:lnTo>
                <a:lnTo>
                  <a:pt x="798036" y="55222"/>
                </a:lnTo>
                <a:lnTo>
                  <a:pt x="798038" y="55117"/>
                </a:lnTo>
                <a:lnTo>
                  <a:pt x="798039" y="55012"/>
                </a:lnTo>
                <a:lnTo>
                  <a:pt x="798041" y="54909"/>
                </a:lnTo>
                <a:lnTo>
                  <a:pt x="798042" y="54807"/>
                </a:lnTo>
                <a:lnTo>
                  <a:pt x="798043" y="54706"/>
                </a:lnTo>
                <a:lnTo>
                  <a:pt x="798044" y="54607"/>
                </a:lnTo>
                <a:lnTo>
                  <a:pt x="798045" y="54509"/>
                </a:lnTo>
                <a:lnTo>
                  <a:pt x="798046" y="54413"/>
                </a:lnTo>
                <a:lnTo>
                  <a:pt x="798046" y="54317"/>
                </a:lnTo>
                <a:lnTo>
                  <a:pt x="798047" y="54223"/>
                </a:lnTo>
                <a:lnTo>
                  <a:pt x="798047" y="54131"/>
                </a:lnTo>
                <a:lnTo>
                  <a:pt x="798048" y="54040"/>
                </a:lnTo>
                <a:lnTo>
                  <a:pt x="798048" y="53950"/>
                </a:lnTo>
                <a:lnTo>
                  <a:pt x="798048" y="53861"/>
                </a:lnTo>
                <a:lnTo>
                  <a:pt x="798035" y="52557"/>
                </a:lnTo>
                <a:lnTo>
                  <a:pt x="797997" y="51277"/>
                </a:lnTo>
                <a:lnTo>
                  <a:pt x="797933" y="50024"/>
                </a:lnTo>
                <a:lnTo>
                  <a:pt x="797844" y="48796"/>
                </a:lnTo>
                <a:lnTo>
                  <a:pt x="797729" y="47594"/>
                </a:lnTo>
                <a:lnTo>
                  <a:pt x="797589" y="46417"/>
                </a:lnTo>
                <a:lnTo>
                  <a:pt x="797423" y="45266"/>
                </a:lnTo>
                <a:lnTo>
                  <a:pt x="797232" y="44141"/>
                </a:lnTo>
                <a:lnTo>
                  <a:pt x="797015" y="43041"/>
                </a:lnTo>
                <a:lnTo>
                  <a:pt x="796772" y="41967"/>
                </a:lnTo>
                <a:lnTo>
                  <a:pt x="796505" y="40918"/>
                </a:lnTo>
                <a:lnTo>
                  <a:pt x="796211" y="39895"/>
                </a:lnTo>
                <a:lnTo>
                  <a:pt x="795893" y="38898"/>
                </a:lnTo>
                <a:lnTo>
                  <a:pt x="795548" y="37926"/>
                </a:lnTo>
                <a:lnTo>
                  <a:pt x="795178" y="36980"/>
                </a:lnTo>
                <a:lnTo>
                  <a:pt x="794783" y="36060"/>
                </a:lnTo>
                <a:lnTo>
                  <a:pt x="794362" y="35165"/>
                </a:lnTo>
                <a:lnTo>
                  <a:pt x="793916" y="34296"/>
                </a:lnTo>
                <a:lnTo>
                  <a:pt x="793444" y="33452"/>
                </a:lnTo>
                <a:lnTo>
                  <a:pt x="792947" y="32634"/>
                </a:lnTo>
                <a:lnTo>
                  <a:pt x="792424" y="31842"/>
                </a:lnTo>
                <a:lnTo>
                  <a:pt x="791875" y="31075"/>
                </a:lnTo>
                <a:lnTo>
                  <a:pt x="791302" y="30334"/>
                </a:lnTo>
                <a:lnTo>
                  <a:pt x="790702" y="29619"/>
                </a:lnTo>
                <a:lnTo>
                  <a:pt x="790080" y="28931"/>
                </a:lnTo>
                <a:lnTo>
                  <a:pt x="789439" y="28272"/>
                </a:lnTo>
                <a:lnTo>
                  <a:pt x="788777" y="27642"/>
                </a:lnTo>
                <a:lnTo>
                  <a:pt x="788096" y="27042"/>
                </a:lnTo>
                <a:lnTo>
                  <a:pt x="787396" y="26471"/>
                </a:lnTo>
                <a:lnTo>
                  <a:pt x="786676" y="25929"/>
                </a:lnTo>
                <a:lnTo>
                  <a:pt x="785936" y="25417"/>
                </a:lnTo>
                <a:lnTo>
                  <a:pt x="785176" y="24934"/>
                </a:lnTo>
                <a:lnTo>
                  <a:pt x="784397" y="24480"/>
                </a:lnTo>
                <a:lnTo>
                  <a:pt x="783598" y="24055"/>
                </a:lnTo>
                <a:lnTo>
                  <a:pt x="782780" y="23660"/>
                </a:lnTo>
                <a:lnTo>
                  <a:pt x="781942" y="23294"/>
                </a:lnTo>
                <a:lnTo>
                  <a:pt x="781084" y="22957"/>
                </a:lnTo>
                <a:lnTo>
                  <a:pt x="780206" y="22649"/>
                </a:lnTo>
                <a:lnTo>
                  <a:pt x="779309" y="22371"/>
                </a:lnTo>
                <a:lnTo>
                  <a:pt x="778392" y="22122"/>
                </a:lnTo>
                <a:lnTo>
                  <a:pt x="777456" y="21903"/>
                </a:lnTo>
                <a:lnTo>
                  <a:pt x="776500" y="21712"/>
                </a:lnTo>
                <a:lnTo>
                  <a:pt x="775524" y="21551"/>
                </a:lnTo>
                <a:lnTo>
                  <a:pt x="774529" y="21420"/>
                </a:lnTo>
                <a:lnTo>
                  <a:pt x="773514" y="21317"/>
                </a:lnTo>
                <a:lnTo>
                  <a:pt x="772479" y="21244"/>
                </a:lnTo>
                <a:lnTo>
                  <a:pt x="771424" y="21200"/>
                </a:lnTo>
                <a:lnTo>
                  <a:pt x="770350" y="21185"/>
                </a:lnTo>
                <a:lnTo>
                  <a:pt x="769547" y="21193"/>
                </a:lnTo>
                <a:lnTo>
                  <a:pt x="768756" y="21216"/>
                </a:lnTo>
                <a:lnTo>
                  <a:pt x="767975" y="21255"/>
                </a:lnTo>
                <a:lnTo>
                  <a:pt x="767206" y="21310"/>
                </a:lnTo>
                <a:lnTo>
                  <a:pt x="766449" y="21380"/>
                </a:lnTo>
                <a:lnTo>
                  <a:pt x="765703" y="21466"/>
                </a:lnTo>
                <a:lnTo>
                  <a:pt x="764968" y="21567"/>
                </a:lnTo>
                <a:lnTo>
                  <a:pt x="764244" y="21684"/>
                </a:lnTo>
                <a:lnTo>
                  <a:pt x="763532" y="21817"/>
                </a:lnTo>
                <a:lnTo>
                  <a:pt x="762831" y="21965"/>
                </a:lnTo>
                <a:lnTo>
                  <a:pt x="762142" y="22129"/>
                </a:lnTo>
                <a:lnTo>
                  <a:pt x="761463" y="22308"/>
                </a:lnTo>
                <a:lnTo>
                  <a:pt x="760797" y="22504"/>
                </a:lnTo>
                <a:lnTo>
                  <a:pt x="760141" y="22714"/>
                </a:lnTo>
                <a:lnTo>
                  <a:pt x="759497" y="22940"/>
                </a:lnTo>
                <a:lnTo>
                  <a:pt x="758864" y="23182"/>
                </a:lnTo>
                <a:lnTo>
                  <a:pt x="758243" y="23440"/>
                </a:lnTo>
                <a:lnTo>
                  <a:pt x="757633" y="23713"/>
                </a:lnTo>
                <a:lnTo>
                  <a:pt x="757034" y="24001"/>
                </a:lnTo>
                <a:lnTo>
                  <a:pt x="756447" y="24305"/>
                </a:lnTo>
                <a:lnTo>
                  <a:pt x="755870" y="24625"/>
                </a:lnTo>
                <a:lnTo>
                  <a:pt x="755306" y="24961"/>
                </a:lnTo>
                <a:lnTo>
                  <a:pt x="754752" y="25312"/>
                </a:lnTo>
                <a:lnTo>
                  <a:pt x="754210" y="25678"/>
                </a:lnTo>
                <a:lnTo>
                  <a:pt x="753680" y="26059"/>
                </a:lnTo>
                <a:lnTo>
                  <a:pt x="753161" y="26451"/>
                </a:lnTo>
                <a:lnTo>
                  <a:pt x="752653" y="26856"/>
                </a:lnTo>
                <a:lnTo>
                  <a:pt x="752156" y="27272"/>
                </a:lnTo>
                <a:lnTo>
                  <a:pt x="751671" y="27701"/>
                </a:lnTo>
                <a:lnTo>
                  <a:pt x="751197" y="28142"/>
                </a:lnTo>
                <a:lnTo>
                  <a:pt x="750734" y="28595"/>
                </a:lnTo>
                <a:lnTo>
                  <a:pt x="750283" y="29060"/>
                </a:lnTo>
                <a:lnTo>
                  <a:pt x="749843" y="29537"/>
                </a:lnTo>
                <a:lnTo>
                  <a:pt x="749415" y="30026"/>
                </a:lnTo>
                <a:lnTo>
                  <a:pt x="748998" y="30527"/>
                </a:lnTo>
                <a:lnTo>
                  <a:pt x="748592" y="31040"/>
                </a:lnTo>
                <a:lnTo>
                  <a:pt x="748197" y="31566"/>
                </a:lnTo>
                <a:lnTo>
                  <a:pt x="747814" y="32103"/>
                </a:lnTo>
                <a:lnTo>
                  <a:pt x="747443" y="32653"/>
                </a:lnTo>
                <a:lnTo>
                  <a:pt x="747082" y="33214"/>
                </a:lnTo>
                <a:lnTo>
                  <a:pt x="746733" y="33788"/>
                </a:lnTo>
                <a:lnTo>
                  <a:pt x="746395" y="34373"/>
                </a:lnTo>
                <a:lnTo>
                  <a:pt x="746069" y="34971"/>
                </a:lnTo>
                <a:lnTo>
                  <a:pt x="745754" y="35581"/>
                </a:lnTo>
                <a:lnTo>
                  <a:pt x="745450" y="36203"/>
                </a:lnTo>
                <a:lnTo>
                  <a:pt x="745158" y="36837"/>
                </a:lnTo>
                <a:lnTo>
                  <a:pt x="744877" y="37483"/>
                </a:lnTo>
                <a:lnTo>
                  <a:pt x="744607" y="38141"/>
                </a:lnTo>
                <a:lnTo>
                  <a:pt x="744349" y="38809"/>
                </a:lnTo>
                <a:lnTo>
                  <a:pt x="744101" y="39487"/>
                </a:lnTo>
                <a:lnTo>
                  <a:pt x="743865" y="40172"/>
                </a:lnTo>
                <a:lnTo>
                  <a:pt x="743640" y="40867"/>
                </a:lnTo>
                <a:lnTo>
                  <a:pt x="743425" y="41570"/>
                </a:lnTo>
                <a:lnTo>
                  <a:pt x="743222" y="42282"/>
                </a:lnTo>
                <a:lnTo>
                  <a:pt x="743029" y="43002"/>
                </a:lnTo>
                <a:lnTo>
                  <a:pt x="742848" y="43731"/>
                </a:lnTo>
                <a:lnTo>
                  <a:pt x="742677" y="44469"/>
                </a:lnTo>
                <a:lnTo>
                  <a:pt x="742518" y="45215"/>
                </a:lnTo>
                <a:lnTo>
                  <a:pt x="742369" y="45970"/>
                </a:lnTo>
                <a:lnTo>
                  <a:pt x="742232" y="46733"/>
                </a:lnTo>
                <a:lnTo>
                  <a:pt x="742105" y="47506"/>
                </a:lnTo>
                <a:lnTo>
                  <a:pt x="741990" y="48286"/>
                </a:lnTo>
                <a:lnTo>
                  <a:pt x="741885" y="49076"/>
                </a:lnTo>
                <a:lnTo>
                  <a:pt x="741792" y="49874"/>
                </a:lnTo>
                <a:lnTo>
                  <a:pt x="741709" y="50681"/>
                </a:lnTo>
                <a:lnTo>
                  <a:pt x="741638" y="51496"/>
                </a:lnTo>
                <a:lnTo>
                  <a:pt x="741578" y="52320"/>
                </a:lnTo>
                <a:lnTo>
                  <a:pt x="741528" y="53153"/>
                </a:lnTo>
                <a:lnTo>
                  <a:pt x="741490" y="53995"/>
                </a:lnTo>
                <a:lnTo>
                  <a:pt x="741462" y="54845"/>
                </a:lnTo>
                <a:lnTo>
                  <a:pt x="741446" y="55703"/>
                </a:lnTo>
                <a:lnTo>
                  <a:pt x="741440" y="56571"/>
                </a:lnTo>
                <a:lnTo>
                  <a:pt x="741446" y="57404"/>
                </a:lnTo>
                <a:lnTo>
                  <a:pt x="741463" y="58230"/>
                </a:lnTo>
                <a:lnTo>
                  <a:pt x="741491" y="59049"/>
                </a:lnTo>
                <a:lnTo>
                  <a:pt x="741531" y="59862"/>
                </a:lnTo>
                <a:lnTo>
                  <a:pt x="741582" y="60667"/>
                </a:lnTo>
                <a:lnTo>
                  <a:pt x="741644" y="61466"/>
                </a:lnTo>
                <a:lnTo>
                  <a:pt x="741718" y="62257"/>
                </a:lnTo>
                <a:lnTo>
                  <a:pt x="741803" y="63042"/>
                </a:lnTo>
                <a:lnTo>
                  <a:pt x="741900" y="63819"/>
                </a:lnTo>
                <a:lnTo>
                  <a:pt x="742007" y="64590"/>
                </a:lnTo>
                <a:lnTo>
                  <a:pt x="742127" y="65354"/>
                </a:lnTo>
                <a:lnTo>
                  <a:pt x="742257" y="66111"/>
                </a:lnTo>
                <a:lnTo>
                  <a:pt x="742399" y="66860"/>
                </a:lnTo>
                <a:lnTo>
                  <a:pt x="742552" y="67603"/>
                </a:lnTo>
                <a:lnTo>
                  <a:pt x="742717" y="68339"/>
                </a:lnTo>
                <a:lnTo>
                  <a:pt x="742893" y="69068"/>
                </a:lnTo>
                <a:lnTo>
                  <a:pt x="743080" y="69790"/>
                </a:lnTo>
                <a:lnTo>
                  <a:pt x="743279" y="70505"/>
                </a:lnTo>
                <a:lnTo>
                  <a:pt x="743488" y="71214"/>
                </a:lnTo>
                <a:lnTo>
                  <a:pt x="743710" y="71915"/>
                </a:lnTo>
                <a:lnTo>
                  <a:pt x="743942" y="72609"/>
                </a:lnTo>
                <a:lnTo>
                  <a:pt x="744186" y="73296"/>
                </a:lnTo>
                <a:lnTo>
                  <a:pt x="744442" y="73977"/>
                </a:lnTo>
                <a:lnTo>
                  <a:pt x="744708" y="74650"/>
                </a:lnTo>
                <a:lnTo>
                  <a:pt x="744987" y="75314"/>
                </a:lnTo>
                <a:lnTo>
                  <a:pt x="745277" y="75967"/>
                </a:lnTo>
                <a:lnTo>
                  <a:pt x="745579" y="76607"/>
                </a:lnTo>
                <a:lnTo>
                  <a:pt x="745892" y="77236"/>
                </a:lnTo>
                <a:lnTo>
                  <a:pt x="746218" y="77854"/>
                </a:lnTo>
                <a:lnTo>
                  <a:pt x="746555" y="78459"/>
                </a:lnTo>
                <a:lnTo>
                  <a:pt x="746905" y="79053"/>
                </a:lnTo>
                <a:lnTo>
                  <a:pt x="747266" y="79635"/>
                </a:lnTo>
                <a:lnTo>
                  <a:pt x="747638" y="80206"/>
                </a:lnTo>
                <a:lnTo>
                  <a:pt x="748023" y="80765"/>
                </a:lnTo>
                <a:lnTo>
                  <a:pt x="748419" y="81312"/>
                </a:lnTo>
                <a:lnTo>
                  <a:pt x="748828" y="81847"/>
                </a:lnTo>
                <a:lnTo>
                  <a:pt x="749248" y="82371"/>
                </a:lnTo>
                <a:lnTo>
                  <a:pt x="749680" y="82883"/>
                </a:lnTo>
                <a:lnTo>
                  <a:pt x="750123" y="83383"/>
                </a:lnTo>
                <a:lnTo>
                  <a:pt x="750579" y="83872"/>
                </a:lnTo>
                <a:lnTo>
                  <a:pt x="751046" y="84349"/>
                </a:lnTo>
                <a:lnTo>
                  <a:pt x="751525" y="84814"/>
                </a:lnTo>
                <a:lnTo>
                  <a:pt x="752016" y="85267"/>
                </a:lnTo>
                <a:lnTo>
                  <a:pt x="752519" y="85709"/>
                </a:lnTo>
                <a:lnTo>
                  <a:pt x="753034" y="86139"/>
                </a:lnTo>
                <a:lnTo>
                  <a:pt x="753560" y="86558"/>
                </a:lnTo>
                <a:lnTo>
                  <a:pt x="754098" y="86965"/>
                </a:lnTo>
                <a:lnTo>
                  <a:pt x="754649" y="87360"/>
                </a:lnTo>
                <a:lnTo>
                  <a:pt x="755211" y="87741"/>
                </a:lnTo>
                <a:lnTo>
                  <a:pt x="755785" y="88105"/>
                </a:lnTo>
                <a:lnTo>
                  <a:pt x="756372" y="88454"/>
                </a:lnTo>
                <a:lnTo>
                  <a:pt x="756972" y="88786"/>
                </a:lnTo>
                <a:lnTo>
                  <a:pt x="757583" y="89102"/>
                </a:lnTo>
                <a:lnTo>
                  <a:pt x="758208" y="89402"/>
                </a:lnTo>
                <a:lnTo>
                  <a:pt x="758844" y="89686"/>
                </a:lnTo>
                <a:lnTo>
                  <a:pt x="759493" y="89953"/>
                </a:lnTo>
                <a:lnTo>
                  <a:pt x="760154" y="90204"/>
                </a:lnTo>
                <a:lnTo>
                  <a:pt x="760828" y="90439"/>
                </a:lnTo>
                <a:lnTo>
                  <a:pt x="761514" y="90658"/>
                </a:lnTo>
                <a:lnTo>
                  <a:pt x="762213" y="90861"/>
                </a:lnTo>
                <a:lnTo>
                  <a:pt x="762924" y="91047"/>
                </a:lnTo>
                <a:lnTo>
                  <a:pt x="763647" y="91217"/>
                </a:lnTo>
                <a:lnTo>
                  <a:pt x="764383" y="91371"/>
                </a:lnTo>
                <a:lnTo>
                  <a:pt x="765131" y="91509"/>
                </a:lnTo>
                <a:lnTo>
                  <a:pt x="765892" y="91631"/>
                </a:lnTo>
                <a:lnTo>
                  <a:pt x="766665" y="91736"/>
                </a:lnTo>
                <a:lnTo>
                  <a:pt x="767450" y="91825"/>
                </a:lnTo>
                <a:lnTo>
                  <a:pt x="768248" y="91898"/>
                </a:lnTo>
                <a:lnTo>
                  <a:pt x="769058" y="91955"/>
                </a:lnTo>
                <a:lnTo>
                  <a:pt x="769881" y="91995"/>
                </a:lnTo>
                <a:lnTo>
                  <a:pt x="770716" y="92020"/>
                </a:lnTo>
                <a:lnTo>
                  <a:pt x="771563" y="92028"/>
                </a:lnTo>
                <a:lnTo>
                  <a:pt x="772233" y="92023"/>
                </a:lnTo>
                <a:lnTo>
                  <a:pt x="772896" y="92008"/>
                </a:lnTo>
                <a:lnTo>
                  <a:pt x="773550" y="91983"/>
                </a:lnTo>
                <a:lnTo>
                  <a:pt x="774197" y="91949"/>
                </a:lnTo>
                <a:close/>
                <a:moveTo>
                  <a:pt x="753199" y="47006"/>
                </a:moveTo>
                <a:lnTo>
                  <a:pt x="753322" y="46250"/>
                </a:lnTo>
                <a:lnTo>
                  <a:pt x="753459" y="45510"/>
                </a:lnTo>
                <a:lnTo>
                  <a:pt x="753607" y="44787"/>
                </a:lnTo>
                <a:lnTo>
                  <a:pt x="753769" y="44081"/>
                </a:lnTo>
                <a:lnTo>
                  <a:pt x="753942" y="43391"/>
                </a:lnTo>
                <a:lnTo>
                  <a:pt x="754129" y="42717"/>
                </a:lnTo>
                <a:lnTo>
                  <a:pt x="754328" y="42060"/>
                </a:lnTo>
                <a:lnTo>
                  <a:pt x="754539" y="41420"/>
                </a:lnTo>
                <a:lnTo>
                  <a:pt x="754763" y="40796"/>
                </a:lnTo>
                <a:lnTo>
                  <a:pt x="754999" y="40188"/>
                </a:lnTo>
                <a:lnTo>
                  <a:pt x="755248" y="39598"/>
                </a:lnTo>
                <a:lnTo>
                  <a:pt x="755510" y="39023"/>
                </a:lnTo>
                <a:lnTo>
                  <a:pt x="755784" y="38466"/>
                </a:lnTo>
                <a:lnTo>
                  <a:pt x="756070" y="37924"/>
                </a:lnTo>
                <a:lnTo>
                  <a:pt x="756369" y="37400"/>
                </a:lnTo>
                <a:lnTo>
                  <a:pt x="756681" y="36892"/>
                </a:lnTo>
                <a:lnTo>
                  <a:pt x="757005" y="36400"/>
                </a:lnTo>
                <a:lnTo>
                  <a:pt x="757341" y="35925"/>
                </a:lnTo>
                <a:lnTo>
                  <a:pt x="757690" y="35467"/>
                </a:lnTo>
                <a:lnTo>
                  <a:pt x="758052" y="35025"/>
                </a:lnTo>
                <a:lnTo>
                  <a:pt x="758426" y="34600"/>
                </a:lnTo>
                <a:lnTo>
                  <a:pt x="758811" y="34194"/>
                </a:lnTo>
                <a:lnTo>
                  <a:pt x="759209" y="33805"/>
                </a:lnTo>
                <a:lnTo>
                  <a:pt x="759619" y="33435"/>
                </a:lnTo>
                <a:lnTo>
                  <a:pt x="760042" y="33083"/>
                </a:lnTo>
                <a:lnTo>
                  <a:pt x="760476" y="32748"/>
                </a:lnTo>
                <a:lnTo>
                  <a:pt x="760922" y="32432"/>
                </a:lnTo>
                <a:lnTo>
                  <a:pt x="761380" y="32134"/>
                </a:lnTo>
                <a:lnTo>
                  <a:pt x="761850" y="31854"/>
                </a:lnTo>
                <a:lnTo>
                  <a:pt x="762333" y="31592"/>
                </a:lnTo>
                <a:lnTo>
                  <a:pt x="762827" y="31348"/>
                </a:lnTo>
                <a:lnTo>
                  <a:pt x="763333" y="31122"/>
                </a:lnTo>
                <a:lnTo>
                  <a:pt x="763852" y="30914"/>
                </a:lnTo>
                <a:lnTo>
                  <a:pt x="764382" y="30725"/>
                </a:lnTo>
                <a:lnTo>
                  <a:pt x="764925" y="30553"/>
                </a:lnTo>
                <a:lnTo>
                  <a:pt x="765480" y="30399"/>
                </a:lnTo>
                <a:lnTo>
                  <a:pt x="766046" y="30264"/>
                </a:lnTo>
                <a:lnTo>
                  <a:pt x="766625" y="30146"/>
                </a:lnTo>
                <a:lnTo>
                  <a:pt x="767216" y="30047"/>
                </a:lnTo>
                <a:lnTo>
                  <a:pt x="767819" y="29966"/>
                </a:lnTo>
                <a:lnTo>
                  <a:pt x="768433" y="29903"/>
                </a:lnTo>
                <a:lnTo>
                  <a:pt x="769060" y="29857"/>
                </a:lnTo>
                <a:lnTo>
                  <a:pt x="769699" y="29830"/>
                </a:lnTo>
                <a:lnTo>
                  <a:pt x="770350" y="29821"/>
                </a:lnTo>
                <a:lnTo>
                  <a:pt x="770990" y="29830"/>
                </a:lnTo>
                <a:lnTo>
                  <a:pt x="771618" y="29858"/>
                </a:lnTo>
                <a:lnTo>
                  <a:pt x="772234" y="29903"/>
                </a:lnTo>
                <a:lnTo>
                  <a:pt x="772838" y="29967"/>
                </a:lnTo>
                <a:lnTo>
                  <a:pt x="773430" y="30049"/>
                </a:lnTo>
                <a:lnTo>
                  <a:pt x="774011" y="30149"/>
                </a:lnTo>
                <a:lnTo>
                  <a:pt x="774579" y="30267"/>
                </a:lnTo>
                <a:lnTo>
                  <a:pt x="775135" y="30403"/>
                </a:lnTo>
                <a:lnTo>
                  <a:pt x="775679" y="30558"/>
                </a:lnTo>
                <a:lnTo>
                  <a:pt x="776212" y="30731"/>
                </a:lnTo>
                <a:lnTo>
                  <a:pt x="776732" y="30922"/>
                </a:lnTo>
                <a:lnTo>
                  <a:pt x="777241" y="31131"/>
                </a:lnTo>
                <a:lnTo>
                  <a:pt x="777738" y="31359"/>
                </a:lnTo>
                <a:lnTo>
                  <a:pt x="778222" y="31604"/>
                </a:lnTo>
                <a:lnTo>
                  <a:pt x="778695" y="31868"/>
                </a:lnTo>
                <a:lnTo>
                  <a:pt x="779156" y="32150"/>
                </a:lnTo>
                <a:lnTo>
                  <a:pt x="779605" y="32450"/>
                </a:lnTo>
                <a:lnTo>
                  <a:pt x="780042" y="32768"/>
                </a:lnTo>
                <a:lnTo>
                  <a:pt x="780467" y="33105"/>
                </a:lnTo>
                <a:lnTo>
                  <a:pt x="780880" y="33460"/>
                </a:lnTo>
                <a:lnTo>
                  <a:pt x="781281" y="33833"/>
                </a:lnTo>
                <a:lnTo>
                  <a:pt x="781671" y="34224"/>
                </a:lnTo>
                <a:lnTo>
                  <a:pt x="782048" y="34633"/>
                </a:lnTo>
                <a:lnTo>
                  <a:pt x="782413" y="35061"/>
                </a:lnTo>
                <a:lnTo>
                  <a:pt x="782766" y="35505"/>
                </a:lnTo>
                <a:lnTo>
                  <a:pt x="783104" y="35966"/>
                </a:lnTo>
                <a:lnTo>
                  <a:pt x="783427" y="36443"/>
                </a:lnTo>
                <a:lnTo>
                  <a:pt x="783737" y="36936"/>
                </a:lnTo>
                <a:lnTo>
                  <a:pt x="784032" y="37446"/>
                </a:lnTo>
                <a:lnTo>
                  <a:pt x="784313" y="37971"/>
                </a:lnTo>
                <a:lnTo>
                  <a:pt x="784579" y="38513"/>
                </a:lnTo>
                <a:lnTo>
                  <a:pt x="784832" y="39071"/>
                </a:lnTo>
                <a:lnTo>
                  <a:pt x="785070" y="39645"/>
                </a:lnTo>
                <a:lnTo>
                  <a:pt x="785294" y="40235"/>
                </a:lnTo>
                <a:lnTo>
                  <a:pt x="785503" y="40842"/>
                </a:lnTo>
                <a:lnTo>
                  <a:pt x="785699" y="41464"/>
                </a:lnTo>
                <a:lnTo>
                  <a:pt x="785879" y="42103"/>
                </a:lnTo>
                <a:lnTo>
                  <a:pt x="786046" y="42758"/>
                </a:lnTo>
                <a:lnTo>
                  <a:pt x="786199" y="43429"/>
                </a:lnTo>
                <a:lnTo>
                  <a:pt x="786337" y="44116"/>
                </a:lnTo>
                <a:lnTo>
                  <a:pt x="786461" y="44820"/>
                </a:lnTo>
                <a:lnTo>
                  <a:pt x="786570" y="45540"/>
                </a:lnTo>
                <a:lnTo>
                  <a:pt x="786666" y="46275"/>
                </a:lnTo>
                <a:lnTo>
                  <a:pt x="786747" y="47027"/>
                </a:lnTo>
                <a:lnTo>
                  <a:pt x="786814" y="47795"/>
                </a:lnTo>
                <a:lnTo>
                  <a:pt x="786866" y="48580"/>
                </a:lnTo>
                <a:lnTo>
                  <a:pt x="786904" y="49380"/>
                </a:lnTo>
                <a:lnTo>
                  <a:pt x="786928" y="50197"/>
                </a:lnTo>
                <a:lnTo>
                  <a:pt x="752829" y="50197"/>
                </a:lnTo>
                <a:lnTo>
                  <a:pt x="752903" y="49374"/>
                </a:lnTo>
                <a:lnTo>
                  <a:pt x="752989" y="48569"/>
                </a:lnTo>
                <a:lnTo>
                  <a:pt x="753087" y="47779"/>
                </a:lnTo>
                <a:lnTo>
                  <a:pt x="753199" y="47006"/>
                </a:lnTo>
                <a:close/>
                <a:moveTo>
                  <a:pt x="484823" y="82386"/>
                </a:moveTo>
                <a:lnTo>
                  <a:pt x="485124" y="82783"/>
                </a:lnTo>
                <a:lnTo>
                  <a:pt x="485431" y="83171"/>
                </a:lnTo>
                <a:lnTo>
                  <a:pt x="485743" y="83552"/>
                </a:lnTo>
                <a:lnTo>
                  <a:pt x="486061" y="83925"/>
                </a:lnTo>
                <a:lnTo>
                  <a:pt x="486384" y="84290"/>
                </a:lnTo>
                <a:lnTo>
                  <a:pt x="486714" y="84647"/>
                </a:lnTo>
                <a:lnTo>
                  <a:pt x="487049" y="84997"/>
                </a:lnTo>
                <a:lnTo>
                  <a:pt x="487390" y="85338"/>
                </a:lnTo>
                <a:lnTo>
                  <a:pt x="487736" y="85672"/>
                </a:lnTo>
                <a:lnTo>
                  <a:pt x="488089" y="85998"/>
                </a:lnTo>
                <a:lnTo>
                  <a:pt x="488447" y="86316"/>
                </a:lnTo>
                <a:lnTo>
                  <a:pt x="488811" y="86626"/>
                </a:lnTo>
                <a:lnTo>
                  <a:pt x="489180" y="86928"/>
                </a:lnTo>
                <a:lnTo>
                  <a:pt x="489555" y="87222"/>
                </a:lnTo>
                <a:lnTo>
                  <a:pt x="489936" y="87509"/>
                </a:lnTo>
                <a:lnTo>
                  <a:pt x="490323" y="87788"/>
                </a:lnTo>
                <a:lnTo>
                  <a:pt x="490716" y="88058"/>
                </a:lnTo>
                <a:lnTo>
                  <a:pt x="491114" y="88322"/>
                </a:lnTo>
                <a:lnTo>
                  <a:pt x="491518" y="88577"/>
                </a:lnTo>
                <a:lnTo>
                  <a:pt x="491927" y="88824"/>
                </a:lnTo>
                <a:lnTo>
                  <a:pt x="492343" y="89063"/>
                </a:lnTo>
                <a:lnTo>
                  <a:pt x="492764" y="89295"/>
                </a:lnTo>
                <a:lnTo>
                  <a:pt x="493191" y="89518"/>
                </a:lnTo>
                <a:lnTo>
                  <a:pt x="493625" y="89732"/>
                </a:lnTo>
                <a:lnTo>
                  <a:pt x="494066" y="89936"/>
                </a:lnTo>
                <a:lnTo>
                  <a:pt x="494513" y="90130"/>
                </a:lnTo>
                <a:lnTo>
                  <a:pt x="494967" y="90315"/>
                </a:lnTo>
                <a:lnTo>
                  <a:pt x="495428" y="90491"/>
                </a:lnTo>
                <a:lnTo>
                  <a:pt x="495895" y="90657"/>
                </a:lnTo>
                <a:lnTo>
                  <a:pt x="496369" y="90813"/>
                </a:lnTo>
                <a:lnTo>
                  <a:pt x="496850" y="90960"/>
                </a:lnTo>
                <a:lnTo>
                  <a:pt x="497337" y="91098"/>
                </a:lnTo>
                <a:lnTo>
                  <a:pt x="497831" y="91226"/>
                </a:lnTo>
                <a:lnTo>
                  <a:pt x="498332" y="91344"/>
                </a:lnTo>
                <a:lnTo>
                  <a:pt x="498839" y="91454"/>
                </a:lnTo>
                <a:lnTo>
                  <a:pt x="499353" y="91553"/>
                </a:lnTo>
                <a:lnTo>
                  <a:pt x="499874" y="91643"/>
                </a:lnTo>
                <a:lnTo>
                  <a:pt x="500402" y="91724"/>
                </a:lnTo>
                <a:lnTo>
                  <a:pt x="500936" y="91795"/>
                </a:lnTo>
                <a:lnTo>
                  <a:pt x="501476" y="91857"/>
                </a:lnTo>
                <a:lnTo>
                  <a:pt x="502024" y="91909"/>
                </a:lnTo>
                <a:lnTo>
                  <a:pt x="502578" y="91952"/>
                </a:lnTo>
                <a:lnTo>
                  <a:pt x="503138" y="91985"/>
                </a:lnTo>
                <a:lnTo>
                  <a:pt x="503706" y="92009"/>
                </a:lnTo>
                <a:lnTo>
                  <a:pt x="504280" y="92023"/>
                </a:lnTo>
                <a:lnTo>
                  <a:pt x="504861" y="92028"/>
                </a:lnTo>
                <a:lnTo>
                  <a:pt x="505497" y="92021"/>
                </a:lnTo>
                <a:lnTo>
                  <a:pt x="506127" y="92000"/>
                </a:lnTo>
                <a:lnTo>
                  <a:pt x="506750" y="91966"/>
                </a:lnTo>
                <a:lnTo>
                  <a:pt x="507365" y="91917"/>
                </a:lnTo>
                <a:lnTo>
                  <a:pt x="507974" y="91855"/>
                </a:lnTo>
                <a:lnTo>
                  <a:pt x="508575" y="91780"/>
                </a:lnTo>
                <a:lnTo>
                  <a:pt x="509170" y="91690"/>
                </a:lnTo>
                <a:lnTo>
                  <a:pt x="509758" y="91587"/>
                </a:lnTo>
                <a:lnTo>
                  <a:pt x="510338" y="91470"/>
                </a:lnTo>
                <a:lnTo>
                  <a:pt x="510912" y="91339"/>
                </a:lnTo>
                <a:lnTo>
                  <a:pt x="511478" y="91194"/>
                </a:lnTo>
                <a:lnTo>
                  <a:pt x="512038" y="91036"/>
                </a:lnTo>
                <a:lnTo>
                  <a:pt x="512590" y="90864"/>
                </a:lnTo>
                <a:lnTo>
                  <a:pt x="513135" y="90678"/>
                </a:lnTo>
                <a:lnTo>
                  <a:pt x="513674" y="90478"/>
                </a:lnTo>
                <a:lnTo>
                  <a:pt x="514205" y="90265"/>
                </a:lnTo>
                <a:lnTo>
                  <a:pt x="514730" y="90038"/>
                </a:lnTo>
                <a:lnTo>
                  <a:pt x="515247" y="89797"/>
                </a:lnTo>
                <a:lnTo>
                  <a:pt x="515757" y="89542"/>
                </a:lnTo>
                <a:lnTo>
                  <a:pt x="516261" y="89274"/>
                </a:lnTo>
                <a:lnTo>
                  <a:pt x="516757" y="88991"/>
                </a:lnTo>
                <a:lnTo>
                  <a:pt x="517246" y="88695"/>
                </a:lnTo>
                <a:lnTo>
                  <a:pt x="517729" y="88385"/>
                </a:lnTo>
                <a:lnTo>
                  <a:pt x="518204" y="88062"/>
                </a:lnTo>
                <a:lnTo>
                  <a:pt x="518671" y="87724"/>
                </a:lnTo>
                <a:lnTo>
                  <a:pt x="519129" y="87373"/>
                </a:lnTo>
                <a:lnTo>
                  <a:pt x="519579" y="87008"/>
                </a:lnTo>
                <a:lnTo>
                  <a:pt x="520020" y="86629"/>
                </a:lnTo>
                <a:lnTo>
                  <a:pt x="520451" y="86236"/>
                </a:lnTo>
                <a:lnTo>
                  <a:pt x="520874" y="85830"/>
                </a:lnTo>
                <a:lnTo>
                  <a:pt x="521288" y="85410"/>
                </a:lnTo>
                <a:lnTo>
                  <a:pt x="521693" y="84976"/>
                </a:lnTo>
                <a:lnTo>
                  <a:pt x="522089" y="84528"/>
                </a:lnTo>
                <a:lnTo>
                  <a:pt x="522476" y="84067"/>
                </a:lnTo>
                <a:lnTo>
                  <a:pt x="522855" y="83591"/>
                </a:lnTo>
                <a:lnTo>
                  <a:pt x="523224" y="83102"/>
                </a:lnTo>
                <a:lnTo>
                  <a:pt x="523585" y="82599"/>
                </a:lnTo>
                <a:lnTo>
                  <a:pt x="523937" y="82083"/>
                </a:lnTo>
                <a:lnTo>
                  <a:pt x="524279" y="81553"/>
                </a:lnTo>
                <a:lnTo>
                  <a:pt x="524613" y="81008"/>
                </a:lnTo>
                <a:lnTo>
                  <a:pt x="524938" y="80451"/>
                </a:lnTo>
                <a:lnTo>
                  <a:pt x="525254" y="79879"/>
                </a:lnTo>
                <a:lnTo>
                  <a:pt x="525562" y="79293"/>
                </a:lnTo>
                <a:lnTo>
                  <a:pt x="525860" y="78694"/>
                </a:lnTo>
                <a:lnTo>
                  <a:pt x="526149" y="78081"/>
                </a:lnTo>
                <a:lnTo>
                  <a:pt x="526430" y="77455"/>
                </a:lnTo>
                <a:lnTo>
                  <a:pt x="526702" y="76814"/>
                </a:lnTo>
                <a:lnTo>
                  <a:pt x="526964" y="76160"/>
                </a:lnTo>
                <a:lnTo>
                  <a:pt x="527217" y="75492"/>
                </a:lnTo>
                <a:lnTo>
                  <a:pt x="527460" y="74812"/>
                </a:lnTo>
                <a:lnTo>
                  <a:pt x="527691" y="74118"/>
                </a:lnTo>
                <a:lnTo>
                  <a:pt x="527912" y="73412"/>
                </a:lnTo>
                <a:lnTo>
                  <a:pt x="528122" y="72692"/>
                </a:lnTo>
                <a:lnTo>
                  <a:pt x="528321" y="71960"/>
                </a:lnTo>
                <a:lnTo>
                  <a:pt x="528509" y="71215"/>
                </a:lnTo>
                <a:lnTo>
                  <a:pt x="528687" y="70457"/>
                </a:lnTo>
                <a:lnTo>
                  <a:pt x="528854" y="69686"/>
                </a:lnTo>
                <a:lnTo>
                  <a:pt x="529010" y="68902"/>
                </a:lnTo>
                <a:lnTo>
                  <a:pt x="529155" y="68105"/>
                </a:lnTo>
                <a:lnTo>
                  <a:pt x="529289" y="67296"/>
                </a:lnTo>
                <a:lnTo>
                  <a:pt x="529413" y="66473"/>
                </a:lnTo>
                <a:lnTo>
                  <a:pt x="529526" y="65637"/>
                </a:lnTo>
                <a:lnTo>
                  <a:pt x="529628" y="64789"/>
                </a:lnTo>
                <a:lnTo>
                  <a:pt x="529720" y="63927"/>
                </a:lnTo>
                <a:lnTo>
                  <a:pt x="529801" y="63053"/>
                </a:lnTo>
                <a:lnTo>
                  <a:pt x="529871" y="62166"/>
                </a:lnTo>
                <a:lnTo>
                  <a:pt x="529930" y="61265"/>
                </a:lnTo>
                <a:lnTo>
                  <a:pt x="529978" y="60352"/>
                </a:lnTo>
                <a:lnTo>
                  <a:pt x="530016" y="59426"/>
                </a:lnTo>
                <a:lnTo>
                  <a:pt x="530043" y="58487"/>
                </a:lnTo>
                <a:lnTo>
                  <a:pt x="530059" y="57535"/>
                </a:lnTo>
                <a:lnTo>
                  <a:pt x="530064" y="56571"/>
                </a:lnTo>
                <a:lnTo>
                  <a:pt x="530059" y="55600"/>
                </a:lnTo>
                <a:lnTo>
                  <a:pt x="530044" y="54643"/>
                </a:lnTo>
                <a:lnTo>
                  <a:pt x="530018" y="53700"/>
                </a:lnTo>
                <a:lnTo>
                  <a:pt x="529981" y="52770"/>
                </a:lnTo>
                <a:lnTo>
                  <a:pt x="529934" y="51853"/>
                </a:lnTo>
                <a:lnTo>
                  <a:pt x="529877" y="50950"/>
                </a:lnTo>
                <a:lnTo>
                  <a:pt x="529809" y="50060"/>
                </a:lnTo>
                <a:lnTo>
                  <a:pt x="529731" y="49183"/>
                </a:lnTo>
                <a:lnTo>
                  <a:pt x="529643" y="48320"/>
                </a:lnTo>
                <a:lnTo>
                  <a:pt x="529544" y="47470"/>
                </a:lnTo>
                <a:lnTo>
                  <a:pt x="529434" y="46634"/>
                </a:lnTo>
                <a:lnTo>
                  <a:pt x="529315" y="45811"/>
                </a:lnTo>
                <a:lnTo>
                  <a:pt x="529185" y="45002"/>
                </a:lnTo>
                <a:lnTo>
                  <a:pt x="529044" y="44206"/>
                </a:lnTo>
                <a:lnTo>
                  <a:pt x="528893" y="43423"/>
                </a:lnTo>
                <a:lnTo>
                  <a:pt x="528732" y="42654"/>
                </a:lnTo>
                <a:lnTo>
                  <a:pt x="528560" y="41898"/>
                </a:lnTo>
                <a:lnTo>
                  <a:pt x="528378" y="41156"/>
                </a:lnTo>
                <a:lnTo>
                  <a:pt x="528185" y="40427"/>
                </a:lnTo>
                <a:lnTo>
                  <a:pt x="527982" y="39712"/>
                </a:lnTo>
                <a:lnTo>
                  <a:pt x="527768" y="39009"/>
                </a:lnTo>
                <a:lnTo>
                  <a:pt x="527545" y="38321"/>
                </a:lnTo>
                <a:lnTo>
                  <a:pt x="527310" y="37645"/>
                </a:lnTo>
                <a:lnTo>
                  <a:pt x="527066" y="36984"/>
                </a:lnTo>
                <a:lnTo>
                  <a:pt x="526811" y="36335"/>
                </a:lnTo>
                <a:lnTo>
                  <a:pt x="526548" y="35700"/>
                </a:lnTo>
                <a:lnTo>
                  <a:pt x="526275" y="35078"/>
                </a:lnTo>
                <a:lnTo>
                  <a:pt x="525994" y="34470"/>
                </a:lnTo>
                <a:lnTo>
                  <a:pt x="525703" y="33876"/>
                </a:lnTo>
                <a:lnTo>
                  <a:pt x="525404" y="33295"/>
                </a:lnTo>
                <a:lnTo>
                  <a:pt x="525096" y="32728"/>
                </a:lnTo>
                <a:lnTo>
                  <a:pt x="524778" y="32174"/>
                </a:lnTo>
                <a:lnTo>
                  <a:pt x="524452" y="31633"/>
                </a:lnTo>
                <a:lnTo>
                  <a:pt x="524116" y="31107"/>
                </a:lnTo>
                <a:lnTo>
                  <a:pt x="523772" y="30593"/>
                </a:lnTo>
                <a:lnTo>
                  <a:pt x="523418" y="30094"/>
                </a:lnTo>
                <a:lnTo>
                  <a:pt x="523056" y="29608"/>
                </a:lnTo>
                <a:lnTo>
                  <a:pt x="522684" y="29135"/>
                </a:lnTo>
                <a:lnTo>
                  <a:pt x="522304" y="28676"/>
                </a:lnTo>
                <a:lnTo>
                  <a:pt x="521914" y="28230"/>
                </a:lnTo>
                <a:lnTo>
                  <a:pt x="521515" y="27798"/>
                </a:lnTo>
                <a:lnTo>
                  <a:pt x="521108" y="27380"/>
                </a:lnTo>
                <a:lnTo>
                  <a:pt x="520691" y="26975"/>
                </a:lnTo>
                <a:lnTo>
                  <a:pt x="520266" y="26584"/>
                </a:lnTo>
                <a:lnTo>
                  <a:pt x="519831" y="26206"/>
                </a:lnTo>
                <a:lnTo>
                  <a:pt x="519388" y="25841"/>
                </a:lnTo>
                <a:lnTo>
                  <a:pt x="518935" y="25491"/>
                </a:lnTo>
                <a:lnTo>
                  <a:pt x="518473" y="25153"/>
                </a:lnTo>
                <a:lnTo>
                  <a:pt x="518004" y="24829"/>
                </a:lnTo>
                <a:lnTo>
                  <a:pt x="517527" y="24519"/>
                </a:lnTo>
                <a:lnTo>
                  <a:pt x="517042" y="24223"/>
                </a:lnTo>
                <a:lnTo>
                  <a:pt x="516551" y="23941"/>
                </a:lnTo>
                <a:lnTo>
                  <a:pt x="516052" y="23672"/>
                </a:lnTo>
                <a:lnTo>
                  <a:pt x="515546" y="23417"/>
                </a:lnTo>
                <a:lnTo>
                  <a:pt x="515033" y="23176"/>
                </a:lnTo>
                <a:lnTo>
                  <a:pt x="514512" y="22949"/>
                </a:lnTo>
                <a:lnTo>
                  <a:pt x="513985" y="22735"/>
                </a:lnTo>
                <a:lnTo>
                  <a:pt x="513449" y="22535"/>
                </a:lnTo>
                <a:lnTo>
                  <a:pt x="512907" y="22349"/>
                </a:lnTo>
                <a:lnTo>
                  <a:pt x="512358" y="22177"/>
                </a:lnTo>
                <a:lnTo>
                  <a:pt x="511801" y="22019"/>
                </a:lnTo>
                <a:lnTo>
                  <a:pt x="511237" y="21874"/>
                </a:lnTo>
                <a:lnTo>
                  <a:pt x="510666" y="21743"/>
                </a:lnTo>
                <a:lnTo>
                  <a:pt x="510087" y="21626"/>
                </a:lnTo>
                <a:lnTo>
                  <a:pt x="509501" y="21523"/>
                </a:lnTo>
                <a:lnTo>
                  <a:pt x="508908" y="21433"/>
                </a:lnTo>
                <a:lnTo>
                  <a:pt x="508308" y="21357"/>
                </a:lnTo>
                <a:lnTo>
                  <a:pt x="507700" y="21295"/>
                </a:lnTo>
                <a:lnTo>
                  <a:pt x="507085" y="21247"/>
                </a:lnTo>
                <a:lnTo>
                  <a:pt x="506463" y="21213"/>
                </a:lnTo>
                <a:lnTo>
                  <a:pt x="505834" y="21192"/>
                </a:lnTo>
                <a:lnTo>
                  <a:pt x="505197" y="21185"/>
                </a:lnTo>
                <a:lnTo>
                  <a:pt x="504617" y="21191"/>
                </a:lnTo>
                <a:lnTo>
                  <a:pt x="504042" y="21208"/>
                </a:lnTo>
                <a:lnTo>
                  <a:pt x="503474" y="21236"/>
                </a:lnTo>
                <a:lnTo>
                  <a:pt x="502912" y="21275"/>
                </a:lnTo>
                <a:lnTo>
                  <a:pt x="502356" y="21326"/>
                </a:lnTo>
                <a:lnTo>
                  <a:pt x="501807" y="21388"/>
                </a:lnTo>
                <a:lnTo>
                  <a:pt x="501264" y="21461"/>
                </a:lnTo>
                <a:lnTo>
                  <a:pt x="500727" y="21545"/>
                </a:lnTo>
                <a:lnTo>
                  <a:pt x="500197" y="21641"/>
                </a:lnTo>
                <a:lnTo>
                  <a:pt x="499673" y="21747"/>
                </a:lnTo>
                <a:lnTo>
                  <a:pt x="499155" y="21866"/>
                </a:lnTo>
                <a:lnTo>
                  <a:pt x="498644" y="21995"/>
                </a:lnTo>
                <a:lnTo>
                  <a:pt x="498139" y="22135"/>
                </a:lnTo>
                <a:lnTo>
                  <a:pt x="497640" y="22287"/>
                </a:lnTo>
                <a:lnTo>
                  <a:pt x="497148" y="22450"/>
                </a:lnTo>
                <a:lnTo>
                  <a:pt x="496661" y="22625"/>
                </a:lnTo>
                <a:lnTo>
                  <a:pt x="496182" y="22810"/>
                </a:lnTo>
                <a:lnTo>
                  <a:pt x="495708" y="23007"/>
                </a:lnTo>
                <a:lnTo>
                  <a:pt x="495241" y="23215"/>
                </a:lnTo>
                <a:lnTo>
                  <a:pt x="494780" y="23434"/>
                </a:lnTo>
                <a:lnTo>
                  <a:pt x="494326" y="23665"/>
                </a:lnTo>
                <a:lnTo>
                  <a:pt x="493877" y="23906"/>
                </a:lnTo>
                <a:lnTo>
                  <a:pt x="493435" y="24159"/>
                </a:lnTo>
                <a:lnTo>
                  <a:pt x="493000" y="24424"/>
                </a:lnTo>
                <a:lnTo>
                  <a:pt x="492571" y="24697"/>
                </a:lnTo>
                <a:lnTo>
                  <a:pt x="492148" y="24978"/>
                </a:lnTo>
                <a:lnTo>
                  <a:pt x="491731" y="25267"/>
                </a:lnTo>
                <a:lnTo>
                  <a:pt x="491321" y="25563"/>
                </a:lnTo>
                <a:lnTo>
                  <a:pt x="490917" y="25867"/>
                </a:lnTo>
                <a:lnTo>
                  <a:pt x="490519" y="26178"/>
                </a:lnTo>
                <a:lnTo>
                  <a:pt x="490128" y="26497"/>
                </a:lnTo>
                <a:lnTo>
                  <a:pt x="489743" y="26823"/>
                </a:lnTo>
                <a:lnTo>
                  <a:pt x="489364" y="27156"/>
                </a:lnTo>
                <a:lnTo>
                  <a:pt x="488992" y="27497"/>
                </a:lnTo>
                <a:lnTo>
                  <a:pt x="488625" y="27846"/>
                </a:lnTo>
                <a:lnTo>
                  <a:pt x="488266" y="28202"/>
                </a:lnTo>
                <a:lnTo>
                  <a:pt x="487912" y="28566"/>
                </a:lnTo>
                <a:lnTo>
                  <a:pt x="487565" y="28937"/>
                </a:lnTo>
                <a:lnTo>
                  <a:pt x="487224" y="29315"/>
                </a:lnTo>
                <a:lnTo>
                  <a:pt x="486890" y="29701"/>
                </a:lnTo>
                <a:lnTo>
                  <a:pt x="486562" y="30095"/>
                </a:lnTo>
                <a:lnTo>
                  <a:pt x="486240" y="30496"/>
                </a:lnTo>
                <a:lnTo>
                  <a:pt x="485924" y="30905"/>
                </a:lnTo>
                <a:lnTo>
                  <a:pt x="485615" y="31321"/>
                </a:lnTo>
                <a:lnTo>
                  <a:pt x="485312" y="31744"/>
                </a:lnTo>
                <a:lnTo>
                  <a:pt x="485016" y="32175"/>
                </a:lnTo>
                <a:lnTo>
                  <a:pt x="484725" y="32614"/>
                </a:lnTo>
                <a:lnTo>
                  <a:pt x="484441" y="33060"/>
                </a:lnTo>
                <a:lnTo>
                  <a:pt x="484374" y="22400"/>
                </a:lnTo>
                <a:lnTo>
                  <a:pt x="473187" y="22400"/>
                </a:lnTo>
                <a:lnTo>
                  <a:pt x="473187" y="114967"/>
                </a:lnTo>
                <a:lnTo>
                  <a:pt x="484239" y="114967"/>
                </a:lnTo>
                <a:lnTo>
                  <a:pt x="484239" y="81570"/>
                </a:lnTo>
                <a:lnTo>
                  <a:pt x="484528" y="81982"/>
                </a:lnTo>
                <a:lnTo>
                  <a:pt x="484823" y="82386"/>
                </a:lnTo>
                <a:close/>
                <a:moveTo>
                  <a:pt x="500607" y="82688"/>
                </a:moveTo>
                <a:lnTo>
                  <a:pt x="500085" y="82634"/>
                </a:lnTo>
                <a:lnTo>
                  <a:pt x="499570" y="82569"/>
                </a:lnTo>
                <a:lnTo>
                  <a:pt x="499063" y="82491"/>
                </a:lnTo>
                <a:lnTo>
                  <a:pt x="498563" y="82401"/>
                </a:lnTo>
                <a:lnTo>
                  <a:pt x="498071" y="82299"/>
                </a:lnTo>
                <a:lnTo>
                  <a:pt x="497586" y="82185"/>
                </a:lnTo>
                <a:lnTo>
                  <a:pt x="497109" y="82059"/>
                </a:lnTo>
                <a:lnTo>
                  <a:pt x="496639" y="81921"/>
                </a:lnTo>
                <a:lnTo>
                  <a:pt x="496177" y="81771"/>
                </a:lnTo>
                <a:lnTo>
                  <a:pt x="495722" y="81609"/>
                </a:lnTo>
                <a:lnTo>
                  <a:pt x="495274" y="81435"/>
                </a:lnTo>
                <a:lnTo>
                  <a:pt x="494834" y="81249"/>
                </a:lnTo>
                <a:lnTo>
                  <a:pt x="494402" y="81052"/>
                </a:lnTo>
                <a:lnTo>
                  <a:pt x="493977" y="80842"/>
                </a:lnTo>
                <a:lnTo>
                  <a:pt x="493560" y="80620"/>
                </a:lnTo>
                <a:lnTo>
                  <a:pt x="493150" y="80386"/>
                </a:lnTo>
                <a:lnTo>
                  <a:pt x="492747" y="80140"/>
                </a:lnTo>
                <a:lnTo>
                  <a:pt x="492352" y="79882"/>
                </a:lnTo>
                <a:lnTo>
                  <a:pt x="491965" y="79613"/>
                </a:lnTo>
                <a:lnTo>
                  <a:pt x="491585" y="79331"/>
                </a:lnTo>
                <a:lnTo>
                  <a:pt x="491212" y="79040"/>
                </a:lnTo>
                <a:lnTo>
                  <a:pt x="490846" y="78742"/>
                </a:lnTo>
                <a:lnTo>
                  <a:pt x="490486" y="78439"/>
                </a:lnTo>
                <a:lnTo>
                  <a:pt x="490134" y="78129"/>
                </a:lnTo>
                <a:lnTo>
                  <a:pt x="489788" y="77812"/>
                </a:lnTo>
                <a:lnTo>
                  <a:pt x="489449" y="77490"/>
                </a:lnTo>
                <a:lnTo>
                  <a:pt x="489117" y="77161"/>
                </a:lnTo>
                <a:lnTo>
                  <a:pt x="488792" y="76826"/>
                </a:lnTo>
                <a:lnTo>
                  <a:pt x="488473" y="76484"/>
                </a:lnTo>
                <a:lnTo>
                  <a:pt x="488161" y="76136"/>
                </a:lnTo>
                <a:lnTo>
                  <a:pt x="487856" y="75782"/>
                </a:lnTo>
                <a:lnTo>
                  <a:pt x="487558" y="75422"/>
                </a:lnTo>
                <a:lnTo>
                  <a:pt x="487267" y="75055"/>
                </a:lnTo>
                <a:lnTo>
                  <a:pt x="486982" y="74682"/>
                </a:lnTo>
                <a:lnTo>
                  <a:pt x="486704" y="74303"/>
                </a:lnTo>
                <a:lnTo>
                  <a:pt x="486433" y="73917"/>
                </a:lnTo>
                <a:lnTo>
                  <a:pt x="486169" y="73526"/>
                </a:lnTo>
                <a:lnTo>
                  <a:pt x="485911" y="73127"/>
                </a:lnTo>
                <a:lnTo>
                  <a:pt x="485661" y="72723"/>
                </a:lnTo>
                <a:lnTo>
                  <a:pt x="485417" y="72312"/>
                </a:lnTo>
                <a:lnTo>
                  <a:pt x="485179" y="71895"/>
                </a:lnTo>
                <a:lnTo>
                  <a:pt x="484949" y="71472"/>
                </a:lnTo>
                <a:lnTo>
                  <a:pt x="484726" y="71042"/>
                </a:lnTo>
                <a:lnTo>
                  <a:pt x="484509" y="70606"/>
                </a:lnTo>
                <a:lnTo>
                  <a:pt x="484509" y="43825"/>
                </a:lnTo>
                <a:lnTo>
                  <a:pt x="484725" y="43371"/>
                </a:lnTo>
                <a:lnTo>
                  <a:pt x="484949" y="42921"/>
                </a:lnTo>
                <a:lnTo>
                  <a:pt x="485179" y="42477"/>
                </a:lnTo>
                <a:lnTo>
                  <a:pt x="485416" y="42038"/>
                </a:lnTo>
                <a:lnTo>
                  <a:pt x="485659" y="41604"/>
                </a:lnTo>
                <a:lnTo>
                  <a:pt x="485909" y="41175"/>
                </a:lnTo>
                <a:lnTo>
                  <a:pt x="486166" y="40751"/>
                </a:lnTo>
                <a:lnTo>
                  <a:pt x="486429" y="40332"/>
                </a:lnTo>
                <a:lnTo>
                  <a:pt x="486699" y="39918"/>
                </a:lnTo>
                <a:lnTo>
                  <a:pt x="486976" y="39509"/>
                </a:lnTo>
                <a:lnTo>
                  <a:pt x="487260" y="39105"/>
                </a:lnTo>
                <a:lnTo>
                  <a:pt x="487550" y="38707"/>
                </a:lnTo>
                <a:lnTo>
                  <a:pt x="487846" y="38313"/>
                </a:lnTo>
                <a:lnTo>
                  <a:pt x="488150" y="37925"/>
                </a:lnTo>
                <a:lnTo>
                  <a:pt x="488460" y="37541"/>
                </a:lnTo>
                <a:lnTo>
                  <a:pt x="488777" y="37163"/>
                </a:lnTo>
                <a:lnTo>
                  <a:pt x="489100" y="36789"/>
                </a:lnTo>
                <a:lnTo>
                  <a:pt x="489430" y="36421"/>
                </a:lnTo>
                <a:lnTo>
                  <a:pt x="489767" y="36058"/>
                </a:lnTo>
                <a:lnTo>
                  <a:pt x="490111" y="35700"/>
                </a:lnTo>
                <a:lnTo>
                  <a:pt x="490461" y="35347"/>
                </a:lnTo>
                <a:lnTo>
                  <a:pt x="490817" y="34999"/>
                </a:lnTo>
                <a:lnTo>
                  <a:pt x="491181" y="34656"/>
                </a:lnTo>
                <a:lnTo>
                  <a:pt x="491551" y="34318"/>
                </a:lnTo>
                <a:lnTo>
                  <a:pt x="491928" y="33990"/>
                </a:lnTo>
                <a:lnTo>
                  <a:pt x="492314" y="33676"/>
                </a:lnTo>
                <a:lnTo>
                  <a:pt x="492708" y="33375"/>
                </a:lnTo>
                <a:lnTo>
                  <a:pt x="493109" y="33089"/>
                </a:lnTo>
                <a:lnTo>
                  <a:pt x="493519" y="32816"/>
                </a:lnTo>
                <a:lnTo>
                  <a:pt x="493937" y="32558"/>
                </a:lnTo>
                <a:lnTo>
                  <a:pt x="494363" y="32313"/>
                </a:lnTo>
                <a:lnTo>
                  <a:pt x="494797" y="32082"/>
                </a:lnTo>
                <a:lnTo>
                  <a:pt x="495239" y="31866"/>
                </a:lnTo>
                <a:lnTo>
                  <a:pt x="495689" y="31663"/>
                </a:lnTo>
                <a:lnTo>
                  <a:pt x="496147" y="31474"/>
                </a:lnTo>
                <a:lnTo>
                  <a:pt x="496614" y="31300"/>
                </a:lnTo>
                <a:lnTo>
                  <a:pt x="497088" y="31139"/>
                </a:lnTo>
                <a:lnTo>
                  <a:pt x="497570" y="30992"/>
                </a:lnTo>
                <a:lnTo>
                  <a:pt x="498061" y="30860"/>
                </a:lnTo>
                <a:lnTo>
                  <a:pt x="498560" y="30741"/>
                </a:lnTo>
                <a:lnTo>
                  <a:pt x="499066" y="30636"/>
                </a:lnTo>
                <a:lnTo>
                  <a:pt x="499581" y="30545"/>
                </a:lnTo>
                <a:lnTo>
                  <a:pt x="500104" y="30468"/>
                </a:lnTo>
                <a:lnTo>
                  <a:pt x="500635" y="30405"/>
                </a:lnTo>
                <a:lnTo>
                  <a:pt x="501174" y="30356"/>
                </a:lnTo>
                <a:lnTo>
                  <a:pt x="501721" y="30322"/>
                </a:lnTo>
                <a:lnTo>
                  <a:pt x="502276" y="30301"/>
                </a:lnTo>
                <a:lnTo>
                  <a:pt x="502839" y="30294"/>
                </a:lnTo>
                <a:lnTo>
                  <a:pt x="503478" y="30305"/>
                </a:lnTo>
                <a:lnTo>
                  <a:pt x="504104" y="30341"/>
                </a:lnTo>
                <a:lnTo>
                  <a:pt x="504717" y="30400"/>
                </a:lnTo>
                <a:lnTo>
                  <a:pt x="505316" y="30482"/>
                </a:lnTo>
                <a:lnTo>
                  <a:pt x="505903" y="30589"/>
                </a:lnTo>
                <a:lnTo>
                  <a:pt x="506476" y="30719"/>
                </a:lnTo>
                <a:lnTo>
                  <a:pt x="507036" y="30872"/>
                </a:lnTo>
                <a:lnTo>
                  <a:pt x="507582" y="31049"/>
                </a:lnTo>
                <a:lnTo>
                  <a:pt x="508116" y="31250"/>
                </a:lnTo>
                <a:lnTo>
                  <a:pt x="508636" y="31474"/>
                </a:lnTo>
                <a:lnTo>
                  <a:pt x="509143" y="31722"/>
                </a:lnTo>
                <a:lnTo>
                  <a:pt x="509637" y="31994"/>
                </a:lnTo>
                <a:lnTo>
                  <a:pt x="510117" y="32289"/>
                </a:lnTo>
                <a:lnTo>
                  <a:pt x="510585" y="32608"/>
                </a:lnTo>
                <a:lnTo>
                  <a:pt x="511039" y="32950"/>
                </a:lnTo>
                <a:lnTo>
                  <a:pt x="511480" y="33317"/>
                </a:lnTo>
                <a:lnTo>
                  <a:pt x="511907" y="33706"/>
                </a:lnTo>
                <a:lnTo>
                  <a:pt x="512322" y="34120"/>
                </a:lnTo>
                <a:lnTo>
                  <a:pt x="512723" y="34556"/>
                </a:lnTo>
                <a:lnTo>
                  <a:pt x="513111" y="35017"/>
                </a:lnTo>
                <a:lnTo>
                  <a:pt x="513486" y="35501"/>
                </a:lnTo>
                <a:lnTo>
                  <a:pt x="513848" y="36009"/>
                </a:lnTo>
                <a:lnTo>
                  <a:pt x="514196" y="36540"/>
                </a:lnTo>
                <a:lnTo>
                  <a:pt x="514531" y="37095"/>
                </a:lnTo>
                <a:lnTo>
                  <a:pt x="514853" y="37672"/>
                </a:lnTo>
                <a:lnTo>
                  <a:pt x="515161" y="38270"/>
                </a:lnTo>
                <a:lnTo>
                  <a:pt x="515455" y="38888"/>
                </a:lnTo>
                <a:lnTo>
                  <a:pt x="515736" y="39526"/>
                </a:lnTo>
                <a:lnTo>
                  <a:pt x="516003" y="40184"/>
                </a:lnTo>
                <a:lnTo>
                  <a:pt x="516256" y="40863"/>
                </a:lnTo>
                <a:lnTo>
                  <a:pt x="516495" y="41563"/>
                </a:lnTo>
                <a:lnTo>
                  <a:pt x="516721" y="42283"/>
                </a:lnTo>
                <a:lnTo>
                  <a:pt x="516933" y="43023"/>
                </a:lnTo>
                <a:lnTo>
                  <a:pt x="517132" y="43784"/>
                </a:lnTo>
                <a:lnTo>
                  <a:pt x="517317" y="44565"/>
                </a:lnTo>
                <a:lnTo>
                  <a:pt x="517488" y="45366"/>
                </a:lnTo>
                <a:lnTo>
                  <a:pt x="517645" y="46188"/>
                </a:lnTo>
                <a:lnTo>
                  <a:pt x="517789" y="47030"/>
                </a:lnTo>
                <a:lnTo>
                  <a:pt x="517919" y="47893"/>
                </a:lnTo>
                <a:lnTo>
                  <a:pt x="518035" y="48776"/>
                </a:lnTo>
                <a:lnTo>
                  <a:pt x="518138" y="49679"/>
                </a:lnTo>
                <a:lnTo>
                  <a:pt x="518227" y="50603"/>
                </a:lnTo>
                <a:lnTo>
                  <a:pt x="518302" y="51547"/>
                </a:lnTo>
                <a:lnTo>
                  <a:pt x="518364" y="52512"/>
                </a:lnTo>
                <a:lnTo>
                  <a:pt x="518412" y="53497"/>
                </a:lnTo>
                <a:lnTo>
                  <a:pt x="518446" y="54503"/>
                </a:lnTo>
                <a:lnTo>
                  <a:pt x="518466" y="55529"/>
                </a:lnTo>
                <a:lnTo>
                  <a:pt x="518473" y="56575"/>
                </a:lnTo>
                <a:lnTo>
                  <a:pt x="518467" y="57609"/>
                </a:lnTo>
                <a:lnTo>
                  <a:pt x="518446" y="58624"/>
                </a:lnTo>
                <a:lnTo>
                  <a:pt x="518413" y="59619"/>
                </a:lnTo>
                <a:lnTo>
                  <a:pt x="518366" y="60595"/>
                </a:lnTo>
                <a:lnTo>
                  <a:pt x="518305" y="61550"/>
                </a:lnTo>
                <a:lnTo>
                  <a:pt x="518231" y="62486"/>
                </a:lnTo>
                <a:lnTo>
                  <a:pt x="518144" y="63402"/>
                </a:lnTo>
                <a:lnTo>
                  <a:pt x="518043" y="64298"/>
                </a:lnTo>
                <a:lnTo>
                  <a:pt x="517928" y="65175"/>
                </a:lnTo>
                <a:lnTo>
                  <a:pt x="517801" y="66031"/>
                </a:lnTo>
                <a:lnTo>
                  <a:pt x="517659" y="66868"/>
                </a:lnTo>
                <a:lnTo>
                  <a:pt x="517505" y="67685"/>
                </a:lnTo>
                <a:lnTo>
                  <a:pt x="517336" y="68482"/>
                </a:lnTo>
                <a:lnTo>
                  <a:pt x="517155" y="69260"/>
                </a:lnTo>
                <a:lnTo>
                  <a:pt x="516960" y="70018"/>
                </a:lnTo>
                <a:lnTo>
                  <a:pt x="516751" y="70755"/>
                </a:lnTo>
                <a:lnTo>
                  <a:pt x="516529" y="71474"/>
                </a:lnTo>
                <a:lnTo>
                  <a:pt x="516294" y="72172"/>
                </a:lnTo>
                <a:lnTo>
                  <a:pt x="516045" y="72851"/>
                </a:lnTo>
                <a:lnTo>
                  <a:pt x="515782" y="73509"/>
                </a:lnTo>
                <a:lnTo>
                  <a:pt x="515507" y="74148"/>
                </a:lnTo>
                <a:lnTo>
                  <a:pt x="515217" y="74768"/>
                </a:lnTo>
                <a:lnTo>
                  <a:pt x="514915" y="75367"/>
                </a:lnTo>
                <a:lnTo>
                  <a:pt x="514598" y="75947"/>
                </a:lnTo>
                <a:lnTo>
                  <a:pt x="514268" y="76505"/>
                </a:lnTo>
                <a:lnTo>
                  <a:pt x="513924" y="77039"/>
                </a:lnTo>
                <a:lnTo>
                  <a:pt x="513566" y="77549"/>
                </a:lnTo>
                <a:lnTo>
                  <a:pt x="513193" y="78036"/>
                </a:lnTo>
                <a:lnTo>
                  <a:pt x="512807" y="78499"/>
                </a:lnTo>
                <a:lnTo>
                  <a:pt x="512406" y="78938"/>
                </a:lnTo>
                <a:lnTo>
                  <a:pt x="511991" y="79354"/>
                </a:lnTo>
                <a:lnTo>
                  <a:pt x="511562" y="79745"/>
                </a:lnTo>
                <a:lnTo>
                  <a:pt x="511119" y="80113"/>
                </a:lnTo>
                <a:lnTo>
                  <a:pt x="510661" y="80458"/>
                </a:lnTo>
                <a:lnTo>
                  <a:pt x="510190" y="80778"/>
                </a:lnTo>
                <a:lnTo>
                  <a:pt x="509704" y="81075"/>
                </a:lnTo>
                <a:lnTo>
                  <a:pt x="509204" y="81348"/>
                </a:lnTo>
                <a:lnTo>
                  <a:pt x="508690" y="81597"/>
                </a:lnTo>
                <a:lnTo>
                  <a:pt x="508162" y="81823"/>
                </a:lnTo>
                <a:lnTo>
                  <a:pt x="507620" y="82025"/>
                </a:lnTo>
                <a:lnTo>
                  <a:pt x="507063" y="82203"/>
                </a:lnTo>
                <a:lnTo>
                  <a:pt x="506493" y="82357"/>
                </a:lnTo>
                <a:lnTo>
                  <a:pt x="505908" y="82488"/>
                </a:lnTo>
                <a:lnTo>
                  <a:pt x="505309" y="82594"/>
                </a:lnTo>
                <a:lnTo>
                  <a:pt x="504696" y="82678"/>
                </a:lnTo>
                <a:lnTo>
                  <a:pt x="504068" y="82737"/>
                </a:lnTo>
                <a:lnTo>
                  <a:pt x="503427" y="82773"/>
                </a:lnTo>
                <a:lnTo>
                  <a:pt x="502771" y="82784"/>
                </a:lnTo>
                <a:lnTo>
                  <a:pt x="502219" y="82778"/>
                </a:lnTo>
                <a:lnTo>
                  <a:pt x="501674" y="82760"/>
                </a:lnTo>
                <a:lnTo>
                  <a:pt x="501137" y="82730"/>
                </a:lnTo>
                <a:lnTo>
                  <a:pt x="500607" y="826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5EC4F-3AE6-4BCF-A966-3AE1D67B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660" y="1158676"/>
            <a:ext cx="430099" cy="300141"/>
          </a:xfrm>
          <a:custGeom xmlns:a="http://schemas.openxmlformats.org/drawingml/2006/main">
            <a:pathLst>
              <a:path w="430099" h="300141" fill="none">
                <a:moveTo>
                  <a:pt x="0" y="46853"/>
                </a:moveTo>
                <a:lnTo>
                  <a:pt x="370264" y="46853"/>
                </a:lnTo>
                <a:lnTo>
                  <a:pt x="370264" y="229765"/>
                </a:lnTo>
                <a:cubicBezTo>
                  <a:pt x="185142" y="229765"/>
                  <a:pt x="185142" y="300141"/>
                  <a:pt x="0" y="264953"/>
                </a:cubicBezTo>
                <a:lnTo>
                  <a:pt x="0" y="46853"/>
                </a:lnTo>
                <a:close/>
                <a:moveTo>
                  <a:pt x="30505" y="46853"/>
                </a:moveTo>
                <a:lnTo>
                  <a:pt x="30505" y="23140"/>
                </a:lnTo>
                <a:lnTo>
                  <a:pt x="398240" y="23140"/>
                </a:lnTo>
                <a:lnTo>
                  <a:pt x="398240" y="207199"/>
                </a:lnTo>
                <a:cubicBezTo>
                  <a:pt x="384262" y="207199"/>
                  <a:pt x="370264" y="208474"/>
                  <a:pt x="370264" y="208474"/>
                </a:cubicBezTo>
                <a:moveTo>
                  <a:pt x="59178" y="23140"/>
                </a:moveTo>
                <a:lnTo>
                  <a:pt x="59178" y="0"/>
                </a:lnTo>
                <a:lnTo>
                  <a:pt x="430099" y="0"/>
                </a:lnTo>
                <a:lnTo>
                  <a:pt x="430099" y="183486"/>
                </a:lnTo>
                <a:cubicBezTo>
                  <a:pt x="414169" y="183486"/>
                  <a:pt x="398240" y="184442"/>
                  <a:pt x="398240" y="1844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93" name="Text Retrieved">
            <a:extLst xmlns:a="http://schemas.openxmlformats.org/drawingml/2006/main">
              <a:ext uri="{FF2B5EF4-FFF2-40B4-BE49-F238E27FC236}">
                <a16:creationId xmlns:a16="http://schemas.microsoft.com/office/drawing/2014/main" id="{7035F0A3-5E39-4B12-A67D-4ACE0A03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857" y="1476879"/>
            <a:ext cx="457278" cy="83240"/>
          </a:xfrm>
          <a:custGeom xmlns:a="http://schemas.openxmlformats.org/drawingml/2006/main">
            <a:pathLst>
              <a:path w="457278" h="83240">
                <a:moveTo>
                  <a:pt x="0" y="82177"/>
                </a:moveTo>
                <a:lnTo>
                  <a:pt x="0" y="2716"/>
                </a:lnTo>
                <a:lnTo>
                  <a:pt x="30014" y="2716"/>
                </a:lnTo>
                <a:cubicBezTo>
                  <a:pt x="34574" y="2716"/>
                  <a:pt x="38731" y="3444"/>
                  <a:pt x="42485" y="4900"/>
                </a:cubicBezTo>
                <a:cubicBezTo>
                  <a:pt x="46239" y="6356"/>
                  <a:pt x="49257" y="8639"/>
                  <a:pt x="51537" y="11748"/>
                </a:cubicBezTo>
                <a:cubicBezTo>
                  <a:pt x="53817" y="14857"/>
                  <a:pt x="54957" y="18891"/>
                  <a:pt x="54957" y="23850"/>
                </a:cubicBezTo>
                <a:cubicBezTo>
                  <a:pt x="54957" y="28888"/>
                  <a:pt x="53551" y="33178"/>
                  <a:pt x="50741" y="36720"/>
                </a:cubicBezTo>
                <a:cubicBezTo>
                  <a:pt x="47930" y="40262"/>
                  <a:pt x="43773" y="42663"/>
                  <a:pt x="38269" y="43922"/>
                </a:cubicBezTo>
                <a:cubicBezTo>
                  <a:pt x="41139" y="44355"/>
                  <a:pt x="43537" y="45270"/>
                  <a:pt x="45463" y="46667"/>
                </a:cubicBezTo>
                <a:cubicBezTo>
                  <a:pt x="47389" y="48065"/>
                  <a:pt x="49011" y="50042"/>
                  <a:pt x="50328" y="52600"/>
                </a:cubicBezTo>
                <a:cubicBezTo>
                  <a:pt x="51645" y="55159"/>
                  <a:pt x="52795" y="58386"/>
                  <a:pt x="53777" y="62282"/>
                </a:cubicBezTo>
                <a:lnTo>
                  <a:pt x="58966" y="82177"/>
                </a:lnTo>
                <a:lnTo>
                  <a:pt x="48176" y="82177"/>
                </a:lnTo>
                <a:lnTo>
                  <a:pt x="43576" y="63935"/>
                </a:lnTo>
                <a:cubicBezTo>
                  <a:pt x="42672" y="60275"/>
                  <a:pt x="41611" y="57313"/>
                  <a:pt x="40392" y="55050"/>
                </a:cubicBezTo>
                <a:cubicBezTo>
                  <a:pt x="39173" y="52787"/>
                  <a:pt x="37680" y="51134"/>
                  <a:pt x="35911" y="50091"/>
                </a:cubicBezTo>
                <a:cubicBezTo>
                  <a:pt x="34142" y="49049"/>
                  <a:pt x="31920" y="48527"/>
                  <a:pt x="29247" y="48527"/>
                </a:cubicBezTo>
                <a:lnTo>
                  <a:pt x="10614" y="48527"/>
                </a:lnTo>
                <a:lnTo>
                  <a:pt x="10614" y="82177"/>
                </a:lnTo>
                <a:lnTo>
                  <a:pt x="0" y="82177"/>
                </a:lnTo>
                <a:moveTo>
                  <a:pt x="10614" y="39672"/>
                </a:moveTo>
                <a:lnTo>
                  <a:pt x="28658" y="39672"/>
                </a:lnTo>
                <a:cubicBezTo>
                  <a:pt x="31567" y="39672"/>
                  <a:pt x="34200" y="39121"/>
                  <a:pt x="36559" y="38019"/>
                </a:cubicBezTo>
                <a:cubicBezTo>
                  <a:pt x="38918" y="36917"/>
                  <a:pt x="40795" y="35323"/>
                  <a:pt x="42190" y="33237"/>
                </a:cubicBezTo>
                <a:cubicBezTo>
                  <a:pt x="43586" y="31151"/>
                  <a:pt x="44284" y="28632"/>
                  <a:pt x="44284" y="25680"/>
                </a:cubicBezTo>
                <a:cubicBezTo>
                  <a:pt x="44284" y="21233"/>
                  <a:pt x="42977" y="17770"/>
                  <a:pt x="40362" y="15290"/>
                </a:cubicBezTo>
                <a:cubicBezTo>
                  <a:pt x="37748" y="12811"/>
                  <a:pt x="33965" y="11571"/>
                  <a:pt x="29011" y="11571"/>
                </a:cubicBezTo>
                <a:lnTo>
                  <a:pt x="10614" y="11571"/>
                </a:lnTo>
                <a:lnTo>
                  <a:pt x="10614" y="39672"/>
                </a:lnTo>
                <a:close/>
                <a:moveTo>
                  <a:pt x="95878" y="83240"/>
                </a:moveTo>
                <a:cubicBezTo>
                  <a:pt x="89902" y="83240"/>
                  <a:pt x="84969" y="81878"/>
                  <a:pt x="81077" y="79155"/>
                </a:cubicBezTo>
                <a:cubicBezTo>
                  <a:pt x="77185" y="76431"/>
                  <a:pt x="74286" y="72724"/>
                  <a:pt x="72380" y="68035"/>
                </a:cubicBezTo>
                <a:cubicBezTo>
                  <a:pt x="70473" y="63345"/>
                  <a:pt x="69520" y="58072"/>
                  <a:pt x="69520" y="52215"/>
                </a:cubicBezTo>
                <a:cubicBezTo>
                  <a:pt x="69520" y="46113"/>
                  <a:pt x="70443" y="40738"/>
                  <a:pt x="72291" y="36089"/>
                </a:cubicBezTo>
                <a:cubicBezTo>
                  <a:pt x="74139" y="31440"/>
                  <a:pt x="76940" y="27805"/>
                  <a:pt x="80694" y="25184"/>
                </a:cubicBezTo>
                <a:cubicBezTo>
                  <a:pt x="84448" y="22563"/>
                  <a:pt x="89155" y="21253"/>
                  <a:pt x="94816" y="21253"/>
                </a:cubicBezTo>
                <a:cubicBezTo>
                  <a:pt x="102403" y="21253"/>
                  <a:pt x="108339" y="23713"/>
                  <a:pt x="112624" y="28632"/>
                </a:cubicBezTo>
                <a:cubicBezTo>
                  <a:pt x="116909" y="33551"/>
                  <a:pt x="119051" y="40621"/>
                  <a:pt x="119051" y="49844"/>
                </a:cubicBezTo>
                <a:cubicBezTo>
                  <a:pt x="119051" y="50459"/>
                  <a:pt x="119042" y="51187"/>
                  <a:pt x="119022" y="52027"/>
                </a:cubicBezTo>
                <a:cubicBezTo>
                  <a:pt x="119002" y="52867"/>
                  <a:pt x="118953" y="53471"/>
                  <a:pt x="118875" y="53840"/>
                </a:cubicBezTo>
                <a:lnTo>
                  <a:pt x="79426" y="53840"/>
                </a:lnTo>
                <a:cubicBezTo>
                  <a:pt x="79465" y="57782"/>
                  <a:pt x="80035" y="61402"/>
                  <a:pt x="81136" y="64701"/>
                </a:cubicBezTo>
                <a:cubicBezTo>
                  <a:pt x="82237" y="67999"/>
                  <a:pt x="83996" y="70645"/>
                  <a:pt x="86414" y="72637"/>
                </a:cubicBezTo>
                <a:cubicBezTo>
                  <a:pt x="88831" y="74629"/>
                  <a:pt x="91986" y="75624"/>
                  <a:pt x="95878" y="75624"/>
                </a:cubicBezTo>
                <a:cubicBezTo>
                  <a:pt x="100084" y="75624"/>
                  <a:pt x="103357" y="74524"/>
                  <a:pt x="105696" y="72324"/>
                </a:cubicBezTo>
                <a:cubicBezTo>
                  <a:pt x="108035" y="70124"/>
                  <a:pt x="109263" y="66949"/>
                  <a:pt x="109381" y="62801"/>
                </a:cubicBezTo>
                <a:lnTo>
                  <a:pt x="119110" y="62801"/>
                </a:lnTo>
                <a:cubicBezTo>
                  <a:pt x="118992" y="67016"/>
                  <a:pt x="117980" y="70647"/>
                  <a:pt x="116074" y="73696"/>
                </a:cubicBezTo>
                <a:cubicBezTo>
                  <a:pt x="114167" y="76744"/>
                  <a:pt x="111504" y="79097"/>
                  <a:pt x="108084" y="80755"/>
                </a:cubicBezTo>
                <a:cubicBezTo>
                  <a:pt x="104664" y="82411"/>
                  <a:pt x="100595" y="83240"/>
                  <a:pt x="95878" y="83240"/>
                </a:cubicBezTo>
                <a:moveTo>
                  <a:pt x="79485" y="46638"/>
                </a:moveTo>
                <a:lnTo>
                  <a:pt x="109322" y="46638"/>
                </a:lnTo>
                <a:cubicBezTo>
                  <a:pt x="109204" y="40865"/>
                  <a:pt x="107887" y="36450"/>
                  <a:pt x="105371" y="33394"/>
                </a:cubicBezTo>
                <a:cubicBezTo>
                  <a:pt x="102855" y="30337"/>
                  <a:pt x="99337" y="28809"/>
                  <a:pt x="94816" y="28809"/>
                </a:cubicBezTo>
                <a:cubicBezTo>
                  <a:pt x="90217" y="28809"/>
                  <a:pt x="86630" y="30327"/>
                  <a:pt x="84055" y="33362"/>
                </a:cubicBezTo>
                <a:cubicBezTo>
                  <a:pt x="81480" y="36398"/>
                  <a:pt x="79957" y="40823"/>
                  <a:pt x="79485" y="46638"/>
                </a:cubicBezTo>
                <a:close/>
                <a:moveTo>
                  <a:pt x="153620" y="82177"/>
                </a:moveTo>
                <a:cubicBezTo>
                  <a:pt x="149020" y="82177"/>
                  <a:pt x="145472" y="81404"/>
                  <a:pt x="142976" y="79858"/>
                </a:cubicBezTo>
                <a:cubicBezTo>
                  <a:pt x="140480" y="78312"/>
                  <a:pt x="138770" y="76085"/>
                  <a:pt x="137846" y="73178"/>
                </a:cubicBezTo>
                <a:cubicBezTo>
                  <a:pt x="136922" y="70270"/>
                  <a:pt x="136460" y="66776"/>
                  <a:pt x="136460" y="62694"/>
                </a:cubicBezTo>
                <a:lnTo>
                  <a:pt x="136460" y="30285"/>
                </a:lnTo>
                <a:lnTo>
                  <a:pt x="126908" y="30285"/>
                </a:lnTo>
                <a:lnTo>
                  <a:pt x="126908" y="22315"/>
                </a:lnTo>
                <a:lnTo>
                  <a:pt x="136460" y="22315"/>
                </a:lnTo>
                <a:lnTo>
                  <a:pt x="136460" y="9150"/>
                </a:lnTo>
                <a:lnTo>
                  <a:pt x="146308" y="9150"/>
                </a:lnTo>
                <a:lnTo>
                  <a:pt x="146308" y="22315"/>
                </a:lnTo>
                <a:lnTo>
                  <a:pt x="160519" y="22315"/>
                </a:lnTo>
                <a:lnTo>
                  <a:pt x="160519" y="30285"/>
                </a:lnTo>
                <a:lnTo>
                  <a:pt x="146308" y="30285"/>
                </a:lnTo>
                <a:lnTo>
                  <a:pt x="146308" y="62482"/>
                </a:lnTo>
                <a:cubicBezTo>
                  <a:pt x="146308" y="66266"/>
                  <a:pt x="146770" y="69157"/>
                  <a:pt x="147693" y="71154"/>
                </a:cubicBezTo>
                <a:cubicBezTo>
                  <a:pt x="148617" y="73150"/>
                  <a:pt x="150809" y="74148"/>
                  <a:pt x="154268" y="74148"/>
                </a:cubicBezTo>
                <a:lnTo>
                  <a:pt x="160519" y="74148"/>
                </a:lnTo>
                <a:lnTo>
                  <a:pt x="160519" y="82177"/>
                </a:lnTo>
                <a:lnTo>
                  <a:pt x="153620" y="82177"/>
                </a:lnTo>
                <a:close/>
                <a:moveTo>
                  <a:pt x="171293" y="82177"/>
                </a:moveTo>
                <a:lnTo>
                  <a:pt x="171293" y="22315"/>
                </a:lnTo>
                <a:lnTo>
                  <a:pt x="180551" y="22315"/>
                </a:lnTo>
                <a:lnTo>
                  <a:pt x="180905" y="31702"/>
                </a:lnTo>
                <a:cubicBezTo>
                  <a:pt x="182556" y="28750"/>
                  <a:pt x="184816" y="26271"/>
                  <a:pt x="187686" y="24264"/>
                </a:cubicBezTo>
                <a:cubicBezTo>
                  <a:pt x="190556" y="22256"/>
                  <a:pt x="194270" y="21253"/>
                  <a:pt x="198830" y="21253"/>
                </a:cubicBezTo>
                <a:lnTo>
                  <a:pt x="200010" y="21253"/>
                </a:lnTo>
                <a:lnTo>
                  <a:pt x="200010" y="30285"/>
                </a:lnTo>
                <a:lnTo>
                  <a:pt x="198654" y="30285"/>
                </a:lnTo>
                <a:cubicBezTo>
                  <a:pt x="195784" y="30285"/>
                  <a:pt x="193268" y="30680"/>
                  <a:pt x="191106" y="31470"/>
                </a:cubicBezTo>
                <a:cubicBezTo>
                  <a:pt x="188944" y="32258"/>
                  <a:pt x="187067" y="33348"/>
                  <a:pt x="185475" y="34740"/>
                </a:cubicBezTo>
                <a:cubicBezTo>
                  <a:pt x="183883" y="36131"/>
                  <a:pt x="182438" y="37740"/>
                  <a:pt x="181141" y="39567"/>
                </a:cubicBezTo>
                <a:lnTo>
                  <a:pt x="181141" y="82177"/>
                </a:lnTo>
                <a:lnTo>
                  <a:pt x="171293" y="82177"/>
                </a:lnTo>
                <a:close/>
                <a:moveTo>
                  <a:pt x="208838" y="82177"/>
                </a:moveTo>
                <a:lnTo>
                  <a:pt x="208838" y="22315"/>
                </a:lnTo>
                <a:lnTo>
                  <a:pt x="218686" y="22315"/>
                </a:lnTo>
                <a:lnTo>
                  <a:pt x="218686" y="82177"/>
                </a:lnTo>
                <a:lnTo>
                  <a:pt x="208838" y="82177"/>
                </a:lnTo>
                <a:moveTo>
                  <a:pt x="213792" y="11453"/>
                </a:moveTo>
                <a:cubicBezTo>
                  <a:pt x="211905" y="11453"/>
                  <a:pt x="210411" y="10912"/>
                  <a:pt x="209310" y="9829"/>
                </a:cubicBezTo>
                <a:cubicBezTo>
                  <a:pt x="208209" y="8747"/>
                  <a:pt x="207659" y="7379"/>
                  <a:pt x="207659" y="5726"/>
                </a:cubicBezTo>
                <a:cubicBezTo>
                  <a:pt x="207659" y="4073"/>
                  <a:pt x="208209" y="2706"/>
                  <a:pt x="209310" y="1623"/>
                </a:cubicBezTo>
                <a:cubicBezTo>
                  <a:pt x="210411" y="541"/>
                  <a:pt x="211905" y="0"/>
                  <a:pt x="213792" y="0"/>
                </a:cubicBezTo>
                <a:cubicBezTo>
                  <a:pt x="215639" y="0"/>
                  <a:pt x="217133" y="541"/>
                  <a:pt x="218273" y="1623"/>
                </a:cubicBezTo>
                <a:cubicBezTo>
                  <a:pt x="219413" y="2706"/>
                  <a:pt x="219983" y="4073"/>
                  <a:pt x="219983" y="5726"/>
                </a:cubicBezTo>
                <a:cubicBezTo>
                  <a:pt x="219983" y="7379"/>
                  <a:pt x="219413" y="8747"/>
                  <a:pt x="218273" y="9829"/>
                </a:cubicBezTo>
                <a:cubicBezTo>
                  <a:pt x="217133" y="10912"/>
                  <a:pt x="215639" y="11453"/>
                  <a:pt x="213792" y="11453"/>
                </a:cubicBezTo>
                <a:close/>
                <a:moveTo>
                  <a:pt x="258014" y="83240"/>
                </a:moveTo>
                <a:cubicBezTo>
                  <a:pt x="252039" y="83240"/>
                  <a:pt x="247106" y="81878"/>
                  <a:pt x="243214" y="79155"/>
                </a:cubicBezTo>
                <a:cubicBezTo>
                  <a:pt x="239322" y="76431"/>
                  <a:pt x="236423" y="72724"/>
                  <a:pt x="234516" y="68035"/>
                </a:cubicBezTo>
                <a:cubicBezTo>
                  <a:pt x="232610" y="63345"/>
                  <a:pt x="231657" y="58072"/>
                  <a:pt x="231657" y="52215"/>
                </a:cubicBezTo>
                <a:cubicBezTo>
                  <a:pt x="231657" y="46113"/>
                  <a:pt x="232580" y="40738"/>
                  <a:pt x="234428" y="36089"/>
                </a:cubicBezTo>
                <a:cubicBezTo>
                  <a:pt x="236276" y="31440"/>
                  <a:pt x="239076" y="27805"/>
                  <a:pt x="242831" y="25184"/>
                </a:cubicBezTo>
                <a:cubicBezTo>
                  <a:pt x="246585" y="22563"/>
                  <a:pt x="251292" y="21253"/>
                  <a:pt x="256953" y="21253"/>
                </a:cubicBezTo>
                <a:cubicBezTo>
                  <a:pt x="264540" y="21253"/>
                  <a:pt x="270476" y="23713"/>
                  <a:pt x="274761" y="28632"/>
                </a:cubicBezTo>
                <a:cubicBezTo>
                  <a:pt x="279046" y="33551"/>
                  <a:pt x="281188" y="40621"/>
                  <a:pt x="281188" y="49844"/>
                </a:cubicBezTo>
                <a:cubicBezTo>
                  <a:pt x="281188" y="50459"/>
                  <a:pt x="281178" y="51187"/>
                  <a:pt x="281159" y="52027"/>
                </a:cubicBezTo>
                <a:cubicBezTo>
                  <a:pt x="281139" y="52867"/>
                  <a:pt x="281090" y="53471"/>
                  <a:pt x="281011" y="53840"/>
                </a:cubicBezTo>
                <a:lnTo>
                  <a:pt x="241563" y="53840"/>
                </a:lnTo>
                <a:cubicBezTo>
                  <a:pt x="241602" y="57782"/>
                  <a:pt x="242172" y="61402"/>
                  <a:pt x="243273" y="64701"/>
                </a:cubicBezTo>
                <a:cubicBezTo>
                  <a:pt x="244374" y="67999"/>
                  <a:pt x="246133" y="70645"/>
                  <a:pt x="248550" y="72637"/>
                </a:cubicBezTo>
                <a:cubicBezTo>
                  <a:pt x="250968" y="74629"/>
                  <a:pt x="254123" y="75624"/>
                  <a:pt x="258014" y="75624"/>
                </a:cubicBezTo>
                <a:cubicBezTo>
                  <a:pt x="262221" y="75624"/>
                  <a:pt x="265493" y="74524"/>
                  <a:pt x="267832" y="72324"/>
                </a:cubicBezTo>
                <a:cubicBezTo>
                  <a:pt x="270171" y="70124"/>
                  <a:pt x="271400" y="66949"/>
                  <a:pt x="271518" y="62801"/>
                </a:cubicBezTo>
                <a:lnTo>
                  <a:pt x="281247" y="62801"/>
                </a:lnTo>
                <a:cubicBezTo>
                  <a:pt x="281129" y="67016"/>
                  <a:pt x="280117" y="70647"/>
                  <a:pt x="278210" y="73696"/>
                </a:cubicBezTo>
                <a:cubicBezTo>
                  <a:pt x="276304" y="76744"/>
                  <a:pt x="273641" y="79097"/>
                  <a:pt x="270221" y="80755"/>
                </a:cubicBezTo>
                <a:cubicBezTo>
                  <a:pt x="266800" y="82411"/>
                  <a:pt x="262732" y="83240"/>
                  <a:pt x="258014" y="83240"/>
                </a:cubicBezTo>
                <a:moveTo>
                  <a:pt x="241622" y="46638"/>
                </a:moveTo>
                <a:lnTo>
                  <a:pt x="271459" y="46638"/>
                </a:lnTo>
                <a:cubicBezTo>
                  <a:pt x="271341" y="40865"/>
                  <a:pt x="270024" y="36450"/>
                  <a:pt x="267508" y="33394"/>
                </a:cubicBezTo>
                <a:cubicBezTo>
                  <a:pt x="264992" y="30337"/>
                  <a:pt x="261474" y="28809"/>
                  <a:pt x="256953" y="28809"/>
                </a:cubicBezTo>
                <a:cubicBezTo>
                  <a:pt x="252354" y="28809"/>
                  <a:pt x="248767" y="30327"/>
                  <a:pt x="246192" y="33362"/>
                </a:cubicBezTo>
                <a:cubicBezTo>
                  <a:pt x="243617" y="36398"/>
                  <a:pt x="242094" y="40823"/>
                  <a:pt x="241622" y="46638"/>
                </a:cubicBezTo>
                <a:close/>
                <a:moveTo>
                  <a:pt x="308916" y="82177"/>
                </a:moveTo>
                <a:lnTo>
                  <a:pt x="287865" y="22315"/>
                </a:lnTo>
                <a:lnTo>
                  <a:pt x="298243" y="22315"/>
                </a:lnTo>
                <a:lnTo>
                  <a:pt x="314341" y="72097"/>
                </a:lnTo>
                <a:lnTo>
                  <a:pt x="330556" y="22315"/>
                </a:lnTo>
                <a:lnTo>
                  <a:pt x="340581" y="22315"/>
                </a:lnTo>
                <a:lnTo>
                  <a:pt x="319766" y="82177"/>
                </a:lnTo>
                <a:lnTo>
                  <a:pt x="308916" y="82177"/>
                </a:lnTo>
                <a:close/>
                <a:moveTo>
                  <a:pt x="372353" y="83240"/>
                </a:moveTo>
                <a:cubicBezTo>
                  <a:pt x="366378" y="83240"/>
                  <a:pt x="361444" y="81878"/>
                  <a:pt x="357552" y="79155"/>
                </a:cubicBezTo>
                <a:cubicBezTo>
                  <a:pt x="353660" y="76431"/>
                  <a:pt x="350761" y="72724"/>
                  <a:pt x="348855" y="68035"/>
                </a:cubicBezTo>
                <a:cubicBezTo>
                  <a:pt x="346948" y="63345"/>
                  <a:pt x="345995" y="58072"/>
                  <a:pt x="345995" y="52215"/>
                </a:cubicBezTo>
                <a:cubicBezTo>
                  <a:pt x="345995" y="46113"/>
                  <a:pt x="346919" y="40738"/>
                  <a:pt x="348766" y="36089"/>
                </a:cubicBezTo>
                <a:cubicBezTo>
                  <a:pt x="350614" y="31440"/>
                  <a:pt x="353415" y="27805"/>
                  <a:pt x="357169" y="25184"/>
                </a:cubicBezTo>
                <a:cubicBezTo>
                  <a:pt x="360923" y="22563"/>
                  <a:pt x="365631" y="21253"/>
                  <a:pt x="371291" y="21253"/>
                </a:cubicBezTo>
                <a:cubicBezTo>
                  <a:pt x="378878" y="21253"/>
                  <a:pt x="384814" y="23713"/>
                  <a:pt x="389099" y="28632"/>
                </a:cubicBezTo>
                <a:cubicBezTo>
                  <a:pt x="393384" y="33551"/>
                  <a:pt x="395527" y="40621"/>
                  <a:pt x="395527" y="49844"/>
                </a:cubicBezTo>
                <a:cubicBezTo>
                  <a:pt x="395527" y="50459"/>
                  <a:pt x="395517" y="51187"/>
                  <a:pt x="395497" y="52027"/>
                </a:cubicBezTo>
                <a:cubicBezTo>
                  <a:pt x="395477" y="52867"/>
                  <a:pt x="395428" y="53471"/>
                  <a:pt x="395350" y="53840"/>
                </a:cubicBezTo>
                <a:lnTo>
                  <a:pt x="355901" y="53840"/>
                </a:lnTo>
                <a:cubicBezTo>
                  <a:pt x="355940" y="57782"/>
                  <a:pt x="356510" y="61402"/>
                  <a:pt x="357611" y="64701"/>
                </a:cubicBezTo>
                <a:cubicBezTo>
                  <a:pt x="358712" y="67999"/>
                  <a:pt x="360471" y="70645"/>
                  <a:pt x="362889" y="72637"/>
                </a:cubicBezTo>
                <a:cubicBezTo>
                  <a:pt x="365306" y="74629"/>
                  <a:pt x="368461" y="75624"/>
                  <a:pt x="372353" y="75624"/>
                </a:cubicBezTo>
                <a:cubicBezTo>
                  <a:pt x="376559" y="75624"/>
                  <a:pt x="379832" y="74524"/>
                  <a:pt x="382171" y="72324"/>
                </a:cubicBezTo>
                <a:cubicBezTo>
                  <a:pt x="384510" y="70124"/>
                  <a:pt x="385738" y="66949"/>
                  <a:pt x="385856" y="62801"/>
                </a:cubicBezTo>
                <a:lnTo>
                  <a:pt x="395586" y="62801"/>
                </a:lnTo>
                <a:cubicBezTo>
                  <a:pt x="395468" y="67016"/>
                  <a:pt x="394455" y="70647"/>
                  <a:pt x="392549" y="73696"/>
                </a:cubicBezTo>
                <a:cubicBezTo>
                  <a:pt x="390642" y="76744"/>
                  <a:pt x="387979" y="79097"/>
                  <a:pt x="384559" y="80755"/>
                </a:cubicBezTo>
                <a:cubicBezTo>
                  <a:pt x="381139" y="82411"/>
                  <a:pt x="377070" y="83240"/>
                  <a:pt x="372353" y="83240"/>
                </a:cubicBezTo>
                <a:moveTo>
                  <a:pt x="355960" y="46638"/>
                </a:moveTo>
                <a:lnTo>
                  <a:pt x="385797" y="46638"/>
                </a:lnTo>
                <a:cubicBezTo>
                  <a:pt x="385679" y="40865"/>
                  <a:pt x="384362" y="36450"/>
                  <a:pt x="381846" y="33394"/>
                </a:cubicBezTo>
                <a:cubicBezTo>
                  <a:pt x="379330" y="30337"/>
                  <a:pt x="375812" y="28809"/>
                  <a:pt x="371291" y="28809"/>
                </a:cubicBezTo>
                <a:cubicBezTo>
                  <a:pt x="366692" y="28809"/>
                  <a:pt x="363105" y="30327"/>
                  <a:pt x="360530" y="33362"/>
                </a:cubicBezTo>
                <a:cubicBezTo>
                  <a:pt x="357955" y="36398"/>
                  <a:pt x="356432" y="40823"/>
                  <a:pt x="355960" y="46638"/>
                </a:cubicBezTo>
                <a:close/>
                <a:moveTo>
                  <a:pt x="429505" y="83240"/>
                </a:moveTo>
                <a:cubicBezTo>
                  <a:pt x="425023" y="83240"/>
                  <a:pt x="421132" y="82084"/>
                  <a:pt x="417829" y="79773"/>
                </a:cubicBezTo>
                <a:cubicBezTo>
                  <a:pt x="414527" y="77461"/>
                  <a:pt x="411972" y="74034"/>
                  <a:pt x="410164" y="69492"/>
                </a:cubicBezTo>
                <a:cubicBezTo>
                  <a:pt x="408355" y="64950"/>
                  <a:pt x="407451" y="59324"/>
                  <a:pt x="407451" y="52615"/>
                </a:cubicBezTo>
                <a:cubicBezTo>
                  <a:pt x="407451" y="45699"/>
                  <a:pt x="408375" y="39920"/>
                  <a:pt x="410223" y="35277"/>
                </a:cubicBezTo>
                <a:cubicBezTo>
                  <a:pt x="412070" y="30633"/>
                  <a:pt x="414704" y="27135"/>
                  <a:pt x="418124" y="24782"/>
                </a:cubicBezTo>
                <a:cubicBezTo>
                  <a:pt x="421544" y="22429"/>
                  <a:pt x="425574" y="21253"/>
                  <a:pt x="430212" y="21253"/>
                </a:cubicBezTo>
                <a:cubicBezTo>
                  <a:pt x="434379" y="21253"/>
                  <a:pt x="437888" y="22138"/>
                  <a:pt x="440738" y="23909"/>
                </a:cubicBezTo>
                <a:cubicBezTo>
                  <a:pt x="443588" y="25680"/>
                  <a:pt x="445897" y="28081"/>
                  <a:pt x="447666" y="31112"/>
                </a:cubicBezTo>
                <a:lnTo>
                  <a:pt x="447666" y="2716"/>
                </a:lnTo>
                <a:lnTo>
                  <a:pt x="457278" y="2716"/>
                </a:lnTo>
                <a:lnTo>
                  <a:pt x="457278" y="82177"/>
                </a:lnTo>
                <a:lnTo>
                  <a:pt x="448197" y="82177"/>
                </a:lnTo>
                <a:lnTo>
                  <a:pt x="447548" y="73499"/>
                </a:lnTo>
                <a:cubicBezTo>
                  <a:pt x="445701" y="76411"/>
                  <a:pt x="443283" y="78763"/>
                  <a:pt x="440296" y="80554"/>
                </a:cubicBezTo>
                <a:cubicBezTo>
                  <a:pt x="437308" y="82344"/>
                  <a:pt x="433711" y="83240"/>
                  <a:pt x="429505" y="83240"/>
                </a:cubicBezTo>
                <a:moveTo>
                  <a:pt x="431215" y="75152"/>
                </a:moveTo>
                <a:cubicBezTo>
                  <a:pt x="435185" y="75152"/>
                  <a:pt x="438497" y="74073"/>
                  <a:pt x="441151" y="71916"/>
                </a:cubicBezTo>
                <a:cubicBezTo>
                  <a:pt x="443804" y="69758"/>
                  <a:pt x="445878" y="67185"/>
                  <a:pt x="447372" y="64197"/>
                </a:cubicBezTo>
                <a:lnTo>
                  <a:pt x="447372" y="40670"/>
                </a:lnTo>
                <a:cubicBezTo>
                  <a:pt x="445917" y="37308"/>
                  <a:pt x="443922" y="34580"/>
                  <a:pt x="441386" y="32484"/>
                </a:cubicBezTo>
                <a:cubicBezTo>
                  <a:pt x="438851" y="30388"/>
                  <a:pt x="435716" y="29341"/>
                  <a:pt x="431981" y="29341"/>
                </a:cubicBezTo>
                <a:cubicBezTo>
                  <a:pt x="427185" y="29341"/>
                  <a:pt x="423588" y="31343"/>
                  <a:pt x="421191" y="35347"/>
                </a:cubicBezTo>
                <a:cubicBezTo>
                  <a:pt x="418793" y="39352"/>
                  <a:pt x="417594" y="45089"/>
                  <a:pt x="417594" y="52558"/>
                </a:cubicBezTo>
                <a:cubicBezTo>
                  <a:pt x="417594" y="59861"/>
                  <a:pt x="418743" y="65453"/>
                  <a:pt x="421043" y="69333"/>
                </a:cubicBezTo>
                <a:cubicBezTo>
                  <a:pt x="423343" y="73212"/>
                  <a:pt x="426733" y="75152"/>
                  <a:pt x="431215" y="751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Chunks">
            <a:extLst xmlns:a="http://schemas.openxmlformats.org/drawingml/2006/main">
              <a:ext uri="{FF2B5EF4-FFF2-40B4-BE49-F238E27FC236}">
                <a16:creationId xmlns:a16="http://schemas.microsoft.com/office/drawing/2014/main" id="{E3033C59-1A15-4FBF-BBC7-A68420CD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888" y="1615168"/>
            <a:ext cx="364814" cy="81587"/>
          </a:xfrm>
          <a:custGeom xmlns:a="http://schemas.openxmlformats.org/drawingml/2006/main">
            <a:pathLst>
              <a:path w="364814" h="81587">
                <a:moveTo>
                  <a:pt x="36618" y="81587"/>
                </a:moveTo>
                <a:cubicBezTo>
                  <a:pt x="28677" y="81587"/>
                  <a:pt x="21985" y="79855"/>
                  <a:pt x="16540" y="76392"/>
                </a:cubicBezTo>
                <a:cubicBezTo>
                  <a:pt x="11096" y="72928"/>
                  <a:pt x="6978" y="68146"/>
                  <a:pt x="4187" y="62046"/>
                </a:cubicBezTo>
                <a:cubicBezTo>
                  <a:pt x="1396" y="55946"/>
                  <a:pt x="0" y="48881"/>
                  <a:pt x="0" y="40852"/>
                </a:cubicBezTo>
                <a:cubicBezTo>
                  <a:pt x="0" y="32824"/>
                  <a:pt x="1396" y="25739"/>
                  <a:pt x="4187" y="19600"/>
                </a:cubicBezTo>
                <a:cubicBezTo>
                  <a:pt x="6978" y="13460"/>
                  <a:pt x="11096" y="8659"/>
                  <a:pt x="16540" y="5195"/>
                </a:cubicBezTo>
                <a:cubicBezTo>
                  <a:pt x="21985" y="1732"/>
                  <a:pt x="28677" y="0"/>
                  <a:pt x="36618" y="0"/>
                </a:cubicBezTo>
                <a:cubicBezTo>
                  <a:pt x="41846" y="0"/>
                  <a:pt x="46780" y="945"/>
                  <a:pt x="51419" y="2834"/>
                </a:cubicBezTo>
                <a:cubicBezTo>
                  <a:pt x="56057" y="4723"/>
                  <a:pt x="59929" y="7606"/>
                  <a:pt x="63035" y="11482"/>
                </a:cubicBezTo>
                <a:cubicBezTo>
                  <a:pt x="66141" y="15359"/>
                  <a:pt x="67949" y="20249"/>
                  <a:pt x="68460" y="26153"/>
                </a:cubicBezTo>
                <a:lnTo>
                  <a:pt x="57787" y="26153"/>
                </a:lnTo>
                <a:cubicBezTo>
                  <a:pt x="57355" y="22178"/>
                  <a:pt x="56116" y="18901"/>
                  <a:pt x="54072" y="16323"/>
                </a:cubicBezTo>
                <a:cubicBezTo>
                  <a:pt x="52028" y="13745"/>
                  <a:pt x="49483" y="11827"/>
                  <a:pt x="46436" y="10567"/>
                </a:cubicBezTo>
                <a:cubicBezTo>
                  <a:pt x="43389" y="9308"/>
                  <a:pt x="40117" y="8678"/>
                  <a:pt x="36618" y="8678"/>
                </a:cubicBezTo>
                <a:cubicBezTo>
                  <a:pt x="30525" y="8678"/>
                  <a:pt x="25591" y="10134"/>
                  <a:pt x="21818" y="13047"/>
                </a:cubicBezTo>
                <a:cubicBezTo>
                  <a:pt x="18044" y="15959"/>
                  <a:pt x="15282" y="19836"/>
                  <a:pt x="13533" y="24677"/>
                </a:cubicBezTo>
                <a:cubicBezTo>
                  <a:pt x="11783" y="29518"/>
                  <a:pt x="10909" y="34910"/>
                  <a:pt x="10909" y="40852"/>
                </a:cubicBezTo>
                <a:cubicBezTo>
                  <a:pt x="10909" y="46756"/>
                  <a:pt x="11783" y="52128"/>
                  <a:pt x="13533" y="56969"/>
                </a:cubicBezTo>
                <a:cubicBezTo>
                  <a:pt x="15282" y="61810"/>
                  <a:pt x="18044" y="65657"/>
                  <a:pt x="21818" y="68510"/>
                </a:cubicBezTo>
                <a:cubicBezTo>
                  <a:pt x="25591" y="71364"/>
                  <a:pt x="30525" y="72791"/>
                  <a:pt x="36618" y="72791"/>
                </a:cubicBezTo>
                <a:cubicBezTo>
                  <a:pt x="42711" y="72791"/>
                  <a:pt x="47645" y="71197"/>
                  <a:pt x="51419" y="68009"/>
                </a:cubicBezTo>
                <a:cubicBezTo>
                  <a:pt x="55193" y="64821"/>
                  <a:pt x="57414" y="60059"/>
                  <a:pt x="58082" y="53722"/>
                </a:cubicBezTo>
                <a:lnTo>
                  <a:pt x="68814" y="53722"/>
                </a:lnTo>
                <a:cubicBezTo>
                  <a:pt x="68224" y="59980"/>
                  <a:pt x="66455" y="65165"/>
                  <a:pt x="63507" y="69278"/>
                </a:cubicBezTo>
                <a:cubicBezTo>
                  <a:pt x="60558" y="73391"/>
                  <a:pt x="56775" y="76470"/>
                  <a:pt x="52156" y="78517"/>
                </a:cubicBezTo>
                <a:cubicBezTo>
                  <a:pt x="47537" y="80564"/>
                  <a:pt x="42358" y="81587"/>
                  <a:pt x="36618" y="81587"/>
                </a:cubicBezTo>
                <a:close/>
                <a:moveTo>
                  <a:pt x="82594" y="80524"/>
                </a:moveTo>
                <a:lnTo>
                  <a:pt x="82594" y="1063"/>
                </a:lnTo>
                <a:lnTo>
                  <a:pt x="92382" y="1063"/>
                </a:lnTo>
                <a:lnTo>
                  <a:pt x="92382" y="28986"/>
                </a:lnTo>
                <a:cubicBezTo>
                  <a:pt x="94112" y="26704"/>
                  <a:pt x="96539" y="24569"/>
                  <a:pt x="99664" y="22581"/>
                </a:cubicBezTo>
                <a:cubicBezTo>
                  <a:pt x="102790" y="20593"/>
                  <a:pt x="106770" y="19600"/>
                  <a:pt x="111605" y="19600"/>
                </a:cubicBezTo>
                <a:cubicBezTo>
                  <a:pt x="117620" y="19600"/>
                  <a:pt x="121944" y="21511"/>
                  <a:pt x="124578" y="25334"/>
                </a:cubicBezTo>
                <a:cubicBezTo>
                  <a:pt x="127211" y="29155"/>
                  <a:pt x="128528" y="34577"/>
                  <a:pt x="128528" y="41601"/>
                </a:cubicBezTo>
                <a:lnTo>
                  <a:pt x="128528" y="80524"/>
                </a:lnTo>
                <a:lnTo>
                  <a:pt x="118740" y="80524"/>
                </a:lnTo>
                <a:lnTo>
                  <a:pt x="118740" y="42732"/>
                </a:lnTo>
                <a:cubicBezTo>
                  <a:pt x="118740" y="39858"/>
                  <a:pt x="118484" y="37297"/>
                  <a:pt x="117973" y="35049"/>
                </a:cubicBezTo>
                <a:cubicBezTo>
                  <a:pt x="117462" y="32799"/>
                  <a:pt x="116529" y="31040"/>
                  <a:pt x="115172" y="29770"/>
                </a:cubicBezTo>
                <a:cubicBezTo>
                  <a:pt x="113816" y="28500"/>
                  <a:pt x="111821" y="27865"/>
                  <a:pt x="109187" y="27865"/>
                </a:cubicBezTo>
                <a:cubicBezTo>
                  <a:pt x="105178" y="27865"/>
                  <a:pt x="101797" y="28874"/>
                  <a:pt x="99045" y="30894"/>
                </a:cubicBezTo>
                <a:cubicBezTo>
                  <a:pt x="96293" y="32913"/>
                  <a:pt x="94092" y="35090"/>
                  <a:pt x="92441" y="37423"/>
                </a:cubicBezTo>
                <a:lnTo>
                  <a:pt x="92441" y="80524"/>
                </a:lnTo>
                <a:lnTo>
                  <a:pt x="82594" y="80524"/>
                </a:lnTo>
                <a:close/>
                <a:moveTo>
                  <a:pt x="161031" y="81587"/>
                </a:moveTo>
                <a:cubicBezTo>
                  <a:pt x="154820" y="81587"/>
                  <a:pt x="150348" y="79637"/>
                  <a:pt x="147616" y="75737"/>
                </a:cubicBezTo>
                <a:cubicBezTo>
                  <a:pt x="144884" y="71836"/>
                  <a:pt x="143518" y="66459"/>
                  <a:pt x="143518" y="59607"/>
                </a:cubicBezTo>
                <a:lnTo>
                  <a:pt x="143518" y="20662"/>
                </a:lnTo>
                <a:lnTo>
                  <a:pt x="153424" y="20662"/>
                </a:lnTo>
                <a:lnTo>
                  <a:pt x="153424" y="58489"/>
                </a:lnTo>
                <a:cubicBezTo>
                  <a:pt x="153424" y="61319"/>
                  <a:pt x="153689" y="63817"/>
                  <a:pt x="154220" y="65981"/>
                </a:cubicBezTo>
                <a:cubicBezTo>
                  <a:pt x="154751" y="68145"/>
                  <a:pt x="155743" y="69840"/>
                  <a:pt x="157198" y="71067"/>
                </a:cubicBezTo>
                <a:cubicBezTo>
                  <a:pt x="158652" y="72295"/>
                  <a:pt x="160736" y="72909"/>
                  <a:pt x="163448" y="72909"/>
                </a:cubicBezTo>
                <a:cubicBezTo>
                  <a:pt x="167379" y="72909"/>
                  <a:pt x="170662" y="71973"/>
                  <a:pt x="173296" y="70101"/>
                </a:cubicBezTo>
                <a:cubicBezTo>
                  <a:pt x="175930" y="68228"/>
                  <a:pt x="178052" y="66105"/>
                  <a:pt x="179664" y="63732"/>
                </a:cubicBezTo>
                <a:lnTo>
                  <a:pt x="179664" y="20662"/>
                </a:lnTo>
                <a:lnTo>
                  <a:pt x="189512" y="20662"/>
                </a:lnTo>
                <a:lnTo>
                  <a:pt x="189512" y="80524"/>
                </a:lnTo>
                <a:lnTo>
                  <a:pt x="180018" y="80524"/>
                </a:lnTo>
                <a:lnTo>
                  <a:pt x="179782" y="72141"/>
                </a:lnTo>
                <a:cubicBezTo>
                  <a:pt x="178092" y="74385"/>
                  <a:pt x="175704" y="76520"/>
                  <a:pt x="172618" y="78547"/>
                </a:cubicBezTo>
                <a:cubicBezTo>
                  <a:pt x="169532" y="80573"/>
                  <a:pt x="165669" y="81587"/>
                  <a:pt x="161031" y="81587"/>
                </a:cubicBezTo>
                <a:close/>
                <a:moveTo>
                  <a:pt x="205385" y="80524"/>
                </a:moveTo>
                <a:lnTo>
                  <a:pt x="205385" y="20662"/>
                </a:lnTo>
                <a:lnTo>
                  <a:pt x="214938" y="20662"/>
                </a:lnTo>
                <a:lnTo>
                  <a:pt x="215174" y="28986"/>
                </a:lnTo>
                <a:cubicBezTo>
                  <a:pt x="216864" y="26704"/>
                  <a:pt x="219282" y="24569"/>
                  <a:pt x="222427" y="22581"/>
                </a:cubicBezTo>
                <a:cubicBezTo>
                  <a:pt x="225572" y="20593"/>
                  <a:pt x="229503" y="19600"/>
                  <a:pt x="234220" y="19600"/>
                </a:cubicBezTo>
                <a:cubicBezTo>
                  <a:pt x="240353" y="19600"/>
                  <a:pt x="244736" y="21521"/>
                  <a:pt x="247370" y="25365"/>
                </a:cubicBezTo>
                <a:cubicBezTo>
                  <a:pt x="250003" y="29207"/>
                  <a:pt x="251320" y="34619"/>
                  <a:pt x="251320" y="41601"/>
                </a:cubicBezTo>
                <a:lnTo>
                  <a:pt x="251320" y="80524"/>
                </a:lnTo>
                <a:lnTo>
                  <a:pt x="241532" y="80524"/>
                </a:lnTo>
                <a:lnTo>
                  <a:pt x="241532" y="42732"/>
                </a:lnTo>
                <a:cubicBezTo>
                  <a:pt x="241532" y="39858"/>
                  <a:pt x="241266" y="37297"/>
                  <a:pt x="240736" y="35049"/>
                </a:cubicBezTo>
                <a:cubicBezTo>
                  <a:pt x="240205" y="32799"/>
                  <a:pt x="239242" y="31040"/>
                  <a:pt x="237846" y="29770"/>
                </a:cubicBezTo>
                <a:cubicBezTo>
                  <a:pt x="236451" y="28500"/>
                  <a:pt x="234456" y="27865"/>
                  <a:pt x="231861" y="27865"/>
                </a:cubicBezTo>
                <a:cubicBezTo>
                  <a:pt x="227891" y="27865"/>
                  <a:pt x="224540" y="28874"/>
                  <a:pt x="221808" y="30894"/>
                </a:cubicBezTo>
                <a:cubicBezTo>
                  <a:pt x="219075" y="32913"/>
                  <a:pt x="216884" y="35090"/>
                  <a:pt x="215233" y="37423"/>
                </a:cubicBezTo>
                <a:lnTo>
                  <a:pt x="215233" y="80524"/>
                </a:lnTo>
                <a:lnTo>
                  <a:pt x="205385" y="80524"/>
                </a:lnTo>
                <a:close/>
                <a:moveTo>
                  <a:pt x="266781" y="80524"/>
                </a:moveTo>
                <a:lnTo>
                  <a:pt x="266781" y="1063"/>
                </a:lnTo>
                <a:lnTo>
                  <a:pt x="276629" y="1063"/>
                </a:lnTo>
                <a:lnTo>
                  <a:pt x="276629" y="48872"/>
                </a:lnTo>
                <a:lnTo>
                  <a:pt x="299803" y="20662"/>
                </a:lnTo>
                <a:lnTo>
                  <a:pt x="311006" y="20662"/>
                </a:lnTo>
                <a:lnTo>
                  <a:pt x="287773" y="48750"/>
                </a:lnTo>
                <a:lnTo>
                  <a:pt x="313483" y="80524"/>
                </a:lnTo>
                <a:lnTo>
                  <a:pt x="301866" y="80524"/>
                </a:lnTo>
                <a:lnTo>
                  <a:pt x="276629" y="49425"/>
                </a:lnTo>
                <a:lnTo>
                  <a:pt x="276629" y="80524"/>
                </a:lnTo>
                <a:lnTo>
                  <a:pt x="266781" y="80524"/>
                </a:lnTo>
                <a:close/>
                <a:moveTo>
                  <a:pt x="342053" y="81587"/>
                </a:moveTo>
                <a:cubicBezTo>
                  <a:pt x="338790" y="81587"/>
                  <a:pt x="335714" y="81225"/>
                  <a:pt x="332825" y="80502"/>
                </a:cubicBezTo>
                <a:cubicBezTo>
                  <a:pt x="329935" y="79779"/>
                  <a:pt x="327390" y="78612"/>
                  <a:pt x="325188" y="77001"/>
                </a:cubicBezTo>
                <a:cubicBezTo>
                  <a:pt x="322987" y="75388"/>
                  <a:pt x="321267" y="73301"/>
                  <a:pt x="320029" y="70739"/>
                </a:cubicBezTo>
                <a:cubicBezTo>
                  <a:pt x="318791" y="68177"/>
                  <a:pt x="318171" y="65057"/>
                  <a:pt x="318171" y="61378"/>
                </a:cubicBezTo>
                <a:lnTo>
                  <a:pt x="327665" y="61378"/>
                </a:lnTo>
                <a:cubicBezTo>
                  <a:pt x="327665" y="66142"/>
                  <a:pt x="329061" y="69481"/>
                  <a:pt x="331852" y="71396"/>
                </a:cubicBezTo>
                <a:cubicBezTo>
                  <a:pt x="334643" y="73310"/>
                  <a:pt x="338122" y="74266"/>
                  <a:pt x="342289" y="74266"/>
                </a:cubicBezTo>
                <a:cubicBezTo>
                  <a:pt x="346023" y="74266"/>
                  <a:pt x="349099" y="73505"/>
                  <a:pt x="351517" y="71981"/>
                </a:cubicBezTo>
                <a:cubicBezTo>
                  <a:pt x="353934" y="70457"/>
                  <a:pt x="355143" y="67956"/>
                  <a:pt x="355143" y="64478"/>
                </a:cubicBezTo>
                <a:cubicBezTo>
                  <a:pt x="355143" y="61503"/>
                  <a:pt x="354052" y="59313"/>
                  <a:pt x="351871" y="57908"/>
                </a:cubicBezTo>
                <a:cubicBezTo>
                  <a:pt x="349689" y="56502"/>
                  <a:pt x="345827" y="55076"/>
                  <a:pt x="340284" y="53630"/>
                </a:cubicBezTo>
                <a:cubicBezTo>
                  <a:pt x="335802" y="52514"/>
                  <a:pt x="332048" y="51223"/>
                  <a:pt x="329021" y="49756"/>
                </a:cubicBezTo>
                <a:cubicBezTo>
                  <a:pt x="325994" y="48288"/>
                  <a:pt x="323714" y="46429"/>
                  <a:pt x="322181" y="44177"/>
                </a:cubicBezTo>
                <a:cubicBezTo>
                  <a:pt x="320648" y="41925"/>
                  <a:pt x="319881" y="39084"/>
                  <a:pt x="319881" y="35654"/>
                </a:cubicBezTo>
                <a:cubicBezTo>
                  <a:pt x="319881" y="33009"/>
                  <a:pt x="320422" y="30685"/>
                  <a:pt x="321503" y="28682"/>
                </a:cubicBezTo>
                <a:cubicBezTo>
                  <a:pt x="322584" y="26677"/>
                  <a:pt x="324098" y="25003"/>
                  <a:pt x="326043" y="23660"/>
                </a:cubicBezTo>
                <a:cubicBezTo>
                  <a:pt x="327989" y="22317"/>
                  <a:pt x="330269" y="21305"/>
                  <a:pt x="332883" y="20624"/>
                </a:cubicBezTo>
                <a:cubicBezTo>
                  <a:pt x="335498" y="19941"/>
                  <a:pt x="338338" y="19600"/>
                  <a:pt x="341404" y="19600"/>
                </a:cubicBezTo>
                <a:cubicBezTo>
                  <a:pt x="344431" y="19600"/>
                  <a:pt x="347271" y="19972"/>
                  <a:pt x="349925" y="20716"/>
                </a:cubicBezTo>
                <a:cubicBezTo>
                  <a:pt x="352578" y="21460"/>
                  <a:pt x="354927" y="22607"/>
                  <a:pt x="356971" y="24157"/>
                </a:cubicBezTo>
                <a:cubicBezTo>
                  <a:pt x="359015" y="25706"/>
                  <a:pt x="360617" y="27710"/>
                  <a:pt x="361777" y="30169"/>
                </a:cubicBezTo>
                <a:cubicBezTo>
                  <a:pt x="362937" y="32627"/>
                  <a:pt x="363517" y="35551"/>
                  <a:pt x="363517" y="38939"/>
                </a:cubicBezTo>
                <a:lnTo>
                  <a:pt x="353964" y="38939"/>
                </a:lnTo>
                <a:cubicBezTo>
                  <a:pt x="353964" y="34631"/>
                  <a:pt x="352755" y="31570"/>
                  <a:pt x="350338" y="29757"/>
                </a:cubicBezTo>
                <a:cubicBezTo>
                  <a:pt x="347920" y="27945"/>
                  <a:pt x="344942" y="27038"/>
                  <a:pt x="341404" y="27038"/>
                </a:cubicBezTo>
                <a:cubicBezTo>
                  <a:pt x="337866" y="27038"/>
                  <a:pt x="334996" y="27709"/>
                  <a:pt x="332795" y="29051"/>
                </a:cubicBezTo>
                <a:cubicBezTo>
                  <a:pt x="330594" y="30392"/>
                  <a:pt x="329493" y="32489"/>
                  <a:pt x="329493" y="35344"/>
                </a:cubicBezTo>
                <a:cubicBezTo>
                  <a:pt x="329493" y="36955"/>
                  <a:pt x="329984" y="38319"/>
                  <a:pt x="330967" y="39436"/>
                </a:cubicBezTo>
                <a:cubicBezTo>
                  <a:pt x="331950" y="40551"/>
                  <a:pt x="333601" y="41553"/>
                  <a:pt x="335920" y="42443"/>
                </a:cubicBezTo>
                <a:cubicBezTo>
                  <a:pt x="338240" y="43331"/>
                  <a:pt x="341345" y="44270"/>
                  <a:pt x="345237" y="45262"/>
                </a:cubicBezTo>
                <a:cubicBezTo>
                  <a:pt x="349561" y="46337"/>
                  <a:pt x="353168" y="47618"/>
                  <a:pt x="356057" y="49106"/>
                </a:cubicBezTo>
                <a:cubicBezTo>
                  <a:pt x="358947" y="50593"/>
                  <a:pt x="361128" y="52515"/>
                  <a:pt x="362603" y="54871"/>
                </a:cubicBezTo>
                <a:cubicBezTo>
                  <a:pt x="364077" y="57227"/>
                  <a:pt x="364814" y="60264"/>
                  <a:pt x="364814" y="63983"/>
                </a:cubicBezTo>
                <a:cubicBezTo>
                  <a:pt x="364814" y="67041"/>
                  <a:pt x="364244" y="69686"/>
                  <a:pt x="363104" y="71918"/>
                </a:cubicBezTo>
                <a:cubicBezTo>
                  <a:pt x="361964" y="74149"/>
                  <a:pt x="360362" y="75977"/>
                  <a:pt x="358298" y="77403"/>
                </a:cubicBezTo>
                <a:cubicBezTo>
                  <a:pt x="356234" y="78828"/>
                  <a:pt x="353817" y="79882"/>
                  <a:pt x="351045" y="80563"/>
                </a:cubicBezTo>
                <a:cubicBezTo>
                  <a:pt x="348274" y="81246"/>
                  <a:pt x="345276" y="81587"/>
                  <a:pt x="342053" y="815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58d88e03c4367"/>
          <a:stretch xmlns:a="http://schemas.openxmlformats.org/drawingml/2006/main"/>
        </p:blipFill>
        <p:spPr>
          <a:xfrm xmlns:a="http://schemas.openxmlformats.org/drawingml/2006/main">
            <a:off x="550644" y="1604603"/>
            <a:ext cx="484433" cy="484433"/>
          </a:xfrm>
          <a:prstGeom xmlns:a="http://schemas.openxmlformats.org/drawingml/2006/main" prst="rect">
            <a:avLst/>
          </a:prstGeom>
        </p:spPr>
      </p:pic>
      <p:sp>
        <p:nvSpPr>
          <p:cNvPr id="96" name="Text ?">
            <a:extLst xmlns:a="http://schemas.openxmlformats.org/drawingml/2006/main">
              <a:ext uri="{FF2B5EF4-FFF2-40B4-BE49-F238E27FC236}">
                <a16:creationId xmlns:a16="http://schemas.microsoft.com/office/drawing/2014/main" id="{390AEDC0-0004-4CE0-9800-E3F2CB70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53" y="1502663"/>
            <a:ext cx="77002" cy="122642"/>
          </a:xfrm>
          <a:custGeom xmlns:a="http://schemas.openxmlformats.org/drawingml/2006/main">
            <a:pathLst>
              <a:path w="77002" h="122642">
                <a:moveTo>
                  <a:pt x="30578" y="83214"/>
                </a:moveTo>
                <a:cubicBezTo>
                  <a:pt x="30516" y="82807"/>
                  <a:pt x="30486" y="82385"/>
                  <a:pt x="30486" y="81950"/>
                </a:cubicBezTo>
                <a:cubicBezTo>
                  <a:pt x="30486" y="81514"/>
                  <a:pt x="30486" y="81091"/>
                  <a:pt x="30486" y="80684"/>
                </a:cubicBezTo>
                <a:cubicBezTo>
                  <a:pt x="30486" y="74344"/>
                  <a:pt x="31829" y="69081"/>
                  <a:pt x="34516" y="64892"/>
                </a:cubicBezTo>
                <a:cubicBezTo>
                  <a:pt x="37204" y="60704"/>
                  <a:pt x="41173" y="56632"/>
                  <a:pt x="46423" y="52676"/>
                </a:cubicBezTo>
                <a:cubicBezTo>
                  <a:pt x="51427" y="49069"/>
                  <a:pt x="55087" y="45667"/>
                  <a:pt x="57404" y="42468"/>
                </a:cubicBezTo>
                <a:cubicBezTo>
                  <a:pt x="59720" y="39270"/>
                  <a:pt x="60879" y="35343"/>
                  <a:pt x="60879" y="30689"/>
                </a:cubicBezTo>
                <a:cubicBezTo>
                  <a:pt x="60879" y="25570"/>
                  <a:pt x="59103" y="21309"/>
                  <a:pt x="55551" y="17907"/>
                </a:cubicBezTo>
                <a:cubicBezTo>
                  <a:pt x="51998" y="14504"/>
                  <a:pt x="46485" y="12802"/>
                  <a:pt x="39010" y="12802"/>
                </a:cubicBezTo>
                <a:cubicBezTo>
                  <a:pt x="31783" y="12802"/>
                  <a:pt x="26100" y="14666"/>
                  <a:pt x="21961" y="18395"/>
                </a:cubicBezTo>
                <a:cubicBezTo>
                  <a:pt x="17822" y="22121"/>
                  <a:pt x="15752" y="27369"/>
                  <a:pt x="15752" y="34139"/>
                </a:cubicBezTo>
                <a:lnTo>
                  <a:pt x="0" y="34139"/>
                </a:lnTo>
                <a:cubicBezTo>
                  <a:pt x="0" y="26924"/>
                  <a:pt x="1652" y="20766"/>
                  <a:pt x="4957" y="15664"/>
                </a:cubicBezTo>
                <a:cubicBezTo>
                  <a:pt x="8262" y="10559"/>
                  <a:pt x="12849" y="6673"/>
                  <a:pt x="18718" y="4004"/>
                </a:cubicBezTo>
                <a:cubicBezTo>
                  <a:pt x="24586" y="1335"/>
                  <a:pt x="31350" y="0"/>
                  <a:pt x="39010" y="0"/>
                </a:cubicBezTo>
                <a:cubicBezTo>
                  <a:pt x="46732" y="0"/>
                  <a:pt x="53435" y="1219"/>
                  <a:pt x="59118" y="3656"/>
                </a:cubicBezTo>
                <a:cubicBezTo>
                  <a:pt x="64801" y="6091"/>
                  <a:pt x="69203" y="9554"/>
                  <a:pt x="72322" y="14046"/>
                </a:cubicBezTo>
                <a:cubicBezTo>
                  <a:pt x="75442" y="18536"/>
                  <a:pt x="77002" y="23921"/>
                  <a:pt x="77002" y="30202"/>
                </a:cubicBezTo>
                <a:cubicBezTo>
                  <a:pt x="77002" y="35017"/>
                  <a:pt x="76245" y="39156"/>
                  <a:pt x="74731" y="42619"/>
                </a:cubicBezTo>
                <a:cubicBezTo>
                  <a:pt x="73218" y="46082"/>
                  <a:pt x="71040" y="49239"/>
                  <a:pt x="68199" y="52087"/>
                </a:cubicBezTo>
                <a:cubicBezTo>
                  <a:pt x="65357" y="54934"/>
                  <a:pt x="61960" y="57796"/>
                  <a:pt x="58006" y="60671"/>
                </a:cubicBezTo>
                <a:cubicBezTo>
                  <a:pt x="54485" y="63255"/>
                  <a:pt x="51813" y="65663"/>
                  <a:pt x="49991" y="67893"/>
                </a:cubicBezTo>
                <a:cubicBezTo>
                  <a:pt x="48168" y="70123"/>
                  <a:pt x="46902" y="72457"/>
                  <a:pt x="46192" y="74894"/>
                </a:cubicBezTo>
                <a:cubicBezTo>
                  <a:pt x="45481" y="77329"/>
                  <a:pt x="45033" y="80103"/>
                  <a:pt x="44848" y="83214"/>
                </a:cubicBezTo>
                <a:lnTo>
                  <a:pt x="30578" y="83214"/>
                </a:lnTo>
                <a:moveTo>
                  <a:pt x="37991" y="122642"/>
                </a:moveTo>
                <a:cubicBezTo>
                  <a:pt x="34655" y="122642"/>
                  <a:pt x="31860" y="121513"/>
                  <a:pt x="29605" y="119256"/>
                </a:cubicBezTo>
                <a:cubicBezTo>
                  <a:pt x="27351" y="116998"/>
                  <a:pt x="26223" y="114231"/>
                  <a:pt x="26223" y="110953"/>
                </a:cubicBezTo>
                <a:cubicBezTo>
                  <a:pt x="26223" y="107613"/>
                  <a:pt x="27351" y="104861"/>
                  <a:pt x="29605" y="102696"/>
                </a:cubicBezTo>
                <a:cubicBezTo>
                  <a:pt x="31860" y="100532"/>
                  <a:pt x="34655" y="99449"/>
                  <a:pt x="37991" y="99449"/>
                </a:cubicBezTo>
                <a:cubicBezTo>
                  <a:pt x="41389" y="99449"/>
                  <a:pt x="44215" y="100532"/>
                  <a:pt x="46470" y="102696"/>
                </a:cubicBezTo>
                <a:cubicBezTo>
                  <a:pt x="48724" y="104861"/>
                  <a:pt x="49852" y="107613"/>
                  <a:pt x="49852" y="110953"/>
                </a:cubicBezTo>
                <a:cubicBezTo>
                  <a:pt x="49852" y="114231"/>
                  <a:pt x="48724" y="116998"/>
                  <a:pt x="46470" y="119256"/>
                </a:cubicBezTo>
                <a:cubicBezTo>
                  <a:pt x="44215" y="121513"/>
                  <a:pt x="41389" y="122642"/>
                  <a:pt x="37991" y="1226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Query">
            <a:extLst xmlns:a="http://schemas.openxmlformats.org/drawingml/2006/main">
              <a:ext uri="{FF2B5EF4-FFF2-40B4-BE49-F238E27FC236}">
                <a16:creationId xmlns:a16="http://schemas.microsoft.com/office/drawing/2014/main" id="{2B46B6B8-8357-417F-8A53-0DB92A57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11" y="1442186"/>
            <a:ext cx="328537" cy="116181"/>
          </a:xfrm>
          <a:custGeom xmlns:a="http://schemas.openxmlformats.org/drawingml/2006/main">
            <a:pathLst>
              <a:path w="328537" h="116181">
                <a:moveTo>
                  <a:pt x="57351" y="90923"/>
                </a:moveTo>
                <a:lnTo>
                  <a:pt x="58255" y="90603"/>
                </a:lnTo>
                <a:lnTo>
                  <a:pt x="59144" y="90263"/>
                </a:lnTo>
                <a:lnTo>
                  <a:pt x="60017" y="89902"/>
                </a:lnTo>
                <a:lnTo>
                  <a:pt x="60875" y="89521"/>
                </a:lnTo>
                <a:lnTo>
                  <a:pt x="61717" y="89119"/>
                </a:lnTo>
                <a:lnTo>
                  <a:pt x="62544" y="88696"/>
                </a:lnTo>
                <a:lnTo>
                  <a:pt x="63355" y="88253"/>
                </a:lnTo>
                <a:lnTo>
                  <a:pt x="64150" y="87789"/>
                </a:lnTo>
                <a:lnTo>
                  <a:pt x="64930" y="87305"/>
                </a:lnTo>
                <a:lnTo>
                  <a:pt x="65695" y="86802"/>
                </a:lnTo>
                <a:lnTo>
                  <a:pt x="66443" y="86284"/>
                </a:lnTo>
                <a:lnTo>
                  <a:pt x="67176" y="85750"/>
                </a:lnTo>
                <a:lnTo>
                  <a:pt x="67893" y="85200"/>
                </a:lnTo>
                <a:lnTo>
                  <a:pt x="68594" y="84635"/>
                </a:lnTo>
                <a:lnTo>
                  <a:pt x="69279" y="84054"/>
                </a:lnTo>
                <a:lnTo>
                  <a:pt x="69949" y="83457"/>
                </a:lnTo>
                <a:lnTo>
                  <a:pt x="70602" y="82844"/>
                </a:lnTo>
                <a:lnTo>
                  <a:pt x="71240" y="82216"/>
                </a:lnTo>
                <a:lnTo>
                  <a:pt x="71862" y="81572"/>
                </a:lnTo>
                <a:lnTo>
                  <a:pt x="72469" y="80913"/>
                </a:lnTo>
                <a:lnTo>
                  <a:pt x="73059" y="80237"/>
                </a:lnTo>
                <a:lnTo>
                  <a:pt x="73634" y="79546"/>
                </a:lnTo>
                <a:lnTo>
                  <a:pt x="74193" y="78840"/>
                </a:lnTo>
                <a:lnTo>
                  <a:pt x="74736" y="78117"/>
                </a:lnTo>
                <a:lnTo>
                  <a:pt x="75264" y="77379"/>
                </a:lnTo>
                <a:lnTo>
                  <a:pt x="75775" y="76626"/>
                </a:lnTo>
                <a:lnTo>
                  <a:pt x="76271" y="75856"/>
                </a:lnTo>
                <a:lnTo>
                  <a:pt x="76751" y="75071"/>
                </a:lnTo>
                <a:lnTo>
                  <a:pt x="77215" y="74270"/>
                </a:lnTo>
                <a:lnTo>
                  <a:pt x="77663" y="73454"/>
                </a:lnTo>
                <a:lnTo>
                  <a:pt x="78096" y="72621"/>
                </a:lnTo>
                <a:lnTo>
                  <a:pt x="78513" y="71773"/>
                </a:lnTo>
                <a:lnTo>
                  <a:pt x="78914" y="70910"/>
                </a:lnTo>
                <a:lnTo>
                  <a:pt x="79299" y="70033"/>
                </a:lnTo>
                <a:lnTo>
                  <a:pt x="79667" y="69144"/>
                </a:lnTo>
                <a:lnTo>
                  <a:pt x="80019" y="68244"/>
                </a:lnTo>
                <a:lnTo>
                  <a:pt x="80355" y="67332"/>
                </a:lnTo>
                <a:lnTo>
                  <a:pt x="80675" y="66409"/>
                </a:lnTo>
                <a:lnTo>
                  <a:pt x="80978" y="65474"/>
                </a:lnTo>
                <a:lnTo>
                  <a:pt x="81264" y="64528"/>
                </a:lnTo>
                <a:lnTo>
                  <a:pt x="81535" y="63571"/>
                </a:lnTo>
                <a:lnTo>
                  <a:pt x="81788" y="62602"/>
                </a:lnTo>
                <a:lnTo>
                  <a:pt x="82026" y="61621"/>
                </a:lnTo>
                <a:lnTo>
                  <a:pt x="82247" y="60629"/>
                </a:lnTo>
                <a:lnTo>
                  <a:pt x="82452" y="59626"/>
                </a:lnTo>
                <a:lnTo>
                  <a:pt x="82640" y="58611"/>
                </a:lnTo>
                <a:lnTo>
                  <a:pt x="82812" y="57584"/>
                </a:lnTo>
                <a:lnTo>
                  <a:pt x="82968" y="56546"/>
                </a:lnTo>
                <a:lnTo>
                  <a:pt x="83107" y="55497"/>
                </a:lnTo>
                <a:lnTo>
                  <a:pt x="83230" y="54436"/>
                </a:lnTo>
                <a:lnTo>
                  <a:pt x="83336" y="53364"/>
                </a:lnTo>
                <a:lnTo>
                  <a:pt x="83426" y="52280"/>
                </a:lnTo>
                <a:lnTo>
                  <a:pt x="83500" y="51185"/>
                </a:lnTo>
                <a:lnTo>
                  <a:pt x="83557" y="50078"/>
                </a:lnTo>
                <a:lnTo>
                  <a:pt x="83598" y="48959"/>
                </a:lnTo>
                <a:lnTo>
                  <a:pt x="83623" y="47830"/>
                </a:lnTo>
                <a:lnTo>
                  <a:pt x="83631" y="46688"/>
                </a:lnTo>
                <a:lnTo>
                  <a:pt x="83623" y="45547"/>
                </a:lnTo>
                <a:lnTo>
                  <a:pt x="83598" y="44417"/>
                </a:lnTo>
                <a:lnTo>
                  <a:pt x="83557" y="43298"/>
                </a:lnTo>
                <a:lnTo>
                  <a:pt x="83500" y="42191"/>
                </a:lnTo>
                <a:lnTo>
                  <a:pt x="83426" y="41094"/>
                </a:lnTo>
                <a:lnTo>
                  <a:pt x="83336" y="40009"/>
                </a:lnTo>
                <a:lnTo>
                  <a:pt x="83230" y="38935"/>
                </a:lnTo>
                <a:lnTo>
                  <a:pt x="83107" y="37873"/>
                </a:lnTo>
                <a:lnTo>
                  <a:pt x="82968" y="36821"/>
                </a:lnTo>
                <a:lnTo>
                  <a:pt x="82812" y="35781"/>
                </a:lnTo>
                <a:lnTo>
                  <a:pt x="82640" y="34752"/>
                </a:lnTo>
                <a:lnTo>
                  <a:pt x="82452" y="33734"/>
                </a:lnTo>
                <a:lnTo>
                  <a:pt x="82247" y="32728"/>
                </a:lnTo>
                <a:lnTo>
                  <a:pt x="82026" y="31733"/>
                </a:lnTo>
                <a:lnTo>
                  <a:pt x="81788" y="30749"/>
                </a:lnTo>
                <a:lnTo>
                  <a:pt x="81535" y="29776"/>
                </a:lnTo>
                <a:lnTo>
                  <a:pt x="81264" y="28815"/>
                </a:lnTo>
                <a:lnTo>
                  <a:pt x="80978" y="27865"/>
                </a:lnTo>
                <a:lnTo>
                  <a:pt x="80675" y="26926"/>
                </a:lnTo>
                <a:lnTo>
                  <a:pt x="80355" y="25998"/>
                </a:lnTo>
                <a:lnTo>
                  <a:pt x="80019" y="25082"/>
                </a:lnTo>
                <a:lnTo>
                  <a:pt x="79667" y="24176"/>
                </a:lnTo>
                <a:lnTo>
                  <a:pt x="79299" y="23282"/>
                </a:lnTo>
                <a:lnTo>
                  <a:pt x="78914" y="22400"/>
                </a:lnTo>
                <a:lnTo>
                  <a:pt x="78513" y="21531"/>
                </a:lnTo>
                <a:lnTo>
                  <a:pt x="78096" y="20677"/>
                </a:lnTo>
                <a:lnTo>
                  <a:pt x="77663" y="19840"/>
                </a:lnTo>
                <a:lnTo>
                  <a:pt x="77215" y="19019"/>
                </a:lnTo>
                <a:lnTo>
                  <a:pt x="76751" y="18213"/>
                </a:lnTo>
                <a:lnTo>
                  <a:pt x="76271" y="17424"/>
                </a:lnTo>
                <a:lnTo>
                  <a:pt x="75775" y="16650"/>
                </a:lnTo>
                <a:lnTo>
                  <a:pt x="75264" y="15893"/>
                </a:lnTo>
                <a:lnTo>
                  <a:pt x="74736" y="15151"/>
                </a:lnTo>
                <a:lnTo>
                  <a:pt x="74193" y="14425"/>
                </a:lnTo>
                <a:lnTo>
                  <a:pt x="73634" y="13715"/>
                </a:lnTo>
                <a:lnTo>
                  <a:pt x="73059" y="13021"/>
                </a:lnTo>
                <a:lnTo>
                  <a:pt x="72469" y="12344"/>
                </a:lnTo>
                <a:lnTo>
                  <a:pt x="71862" y="11681"/>
                </a:lnTo>
                <a:lnTo>
                  <a:pt x="71240" y="11035"/>
                </a:lnTo>
                <a:lnTo>
                  <a:pt x="70602" y="10405"/>
                </a:lnTo>
                <a:lnTo>
                  <a:pt x="69949" y="9791"/>
                </a:lnTo>
                <a:lnTo>
                  <a:pt x="69279" y="9193"/>
                </a:lnTo>
                <a:lnTo>
                  <a:pt x="68594" y="8610"/>
                </a:lnTo>
                <a:lnTo>
                  <a:pt x="67893" y="8044"/>
                </a:lnTo>
                <a:lnTo>
                  <a:pt x="67176" y="7493"/>
                </a:lnTo>
                <a:lnTo>
                  <a:pt x="66443" y="6959"/>
                </a:lnTo>
                <a:lnTo>
                  <a:pt x="65695" y="6440"/>
                </a:lnTo>
                <a:lnTo>
                  <a:pt x="64930" y="5937"/>
                </a:lnTo>
                <a:lnTo>
                  <a:pt x="64150" y="5453"/>
                </a:lnTo>
                <a:lnTo>
                  <a:pt x="63355" y="4989"/>
                </a:lnTo>
                <a:lnTo>
                  <a:pt x="62544" y="4546"/>
                </a:lnTo>
                <a:lnTo>
                  <a:pt x="61717" y="4123"/>
                </a:lnTo>
                <a:lnTo>
                  <a:pt x="60875" y="3721"/>
                </a:lnTo>
                <a:lnTo>
                  <a:pt x="60017" y="3340"/>
                </a:lnTo>
                <a:lnTo>
                  <a:pt x="59144" y="2979"/>
                </a:lnTo>
                <a:lnTo>
                  <a:pt x="58255" y="2639"/>
                </a:lnTo>
                <a:lnTo>
                  <a:pt x="57351" y="2319"/>
                </a:lnTo>
                <a:lnTo>
                  <a:pt x="56431" y="2020"/>
                </a:lnTo>
                <a:lnTo>
                  <a:pt x="55495" y="1742"/>
                </a:lnTo>
                <a:lnTo>
                  <a:pt x="54544" y="1484"/>
                </a:lnTo>
                <a:lnTo>
                  <a:pt x="53577" y="1247"/>
                </a:lnTo>
                <a:lnTo>
                  <a:pt x="52595" y="1031"/>
                </a:lnTo>
                <a:lnTo>
                  <a:pt x="51597" y="835"/>
                </a:lnTo>
                <a:lnTo>
                  <a:pt x="50584" y="660"/>
                </a:lnTo>
                <a:lnTo>
                  <a:pt x="49555" y="505"/>
                </a:lnTo>
                <a:lnTo>
                  <a:pt x="48510" y="371"/>
                </a:lnTo>
                <a:lnTo>
                  <a:pt x="47450" y="258"/>
                </a:lnTo>
                <a:lnTo>
                  <a:pt x="46375" y="165"/>
                </a:lnTo>
                <a:lnTo>
                  <a:pt x="45284" y="93"/>
                </a:lnTo>
                <a:lnTo>
                  <a:pt x="44177" y="41"/>
                </a:lnTo>
                <a:lnTo>
                  <a:pt x="43054" y="10"/>
                </a:lnTo>
                <a:lnTo>
                  <a:pt x="41917" y="0"/>
                </a:lnTo>
                <a:lnTo>
                  <a:pt x="40768" y="10"/>
                </a:lnTo>
                <a:lnTo>
                  <a:pt x="39635" y="41"/>
                </a:lnTo>
                <a:lnTo>
                  <a:pt x="38518" y="93"/>
                </a:lnTo>
                <a:lnTo>
                  <a:pt x="37416" y="165"/>
                </a:lnTo>
                <a:lnTo>
                  <a:pt x="36331" y="258"/>
                </a:lnTo>
                <a:lnTo>
                  <a:pt x="35262" y="371"/>
                </a:lnTo>
                <a:lnTo>
                  <a:pt x="34208" y="505"/>
                </a:lnTo>
                <a:lnTo>
                  <a:pt x="33171" y="660"/>
                </a:lnTo>
                <a:lnTo>
                  <a:pt x="32149" y="835"/>
                </a:lnTo>
                <a:lnTo>
                  <a:pt x="31144" y="1031"/>
                </a:lnTo>
                <a:lnTo>
                  <a:pt x="30154" y="1247"/>
                </a:lnTo>
                <a:lnTo>
                  <a:pt x="29180" y="1484"/>
                </a:lnTo>
                <a:lnTo>
                  <a:pt x="28222" y="1742"/>
                </a:lnTo>
                <a:lnTo>
                  <a:pt x="27280" y="2020"/>
                </a:lnTo>
                <a:lnTo>
                  <a:pt x="26354" y="2319"/>
                </a:lnTo>
                <a:lnTo>
                  <a:pt x="25444" y="2639"/>
                </a:lnTo>
                <a:lnTo>
                  <a:pt x="24549" y="2979"/>
                </a:lnTo>
                <a:lnTo>
                  <a:pt x="23671" y="3340"/>
                </a:lnTo>
                <a:lnTo>
                  <a:pt x="22808" y="3721"/>
                </a:lnTo>
                <a:lnTo>
                  <a:pt x="21962" y="4123"/>
                </a:lnTo>
                <a:lnTo>
                  <a:pt x="21131" y="4546"/>
                </a:lnTo>
                <a:lnTo>
                  <a:pt x="20316" y="4989"/>
                </a:lnTo>
                <a:lnTo>
                  <a:pt x="19517" y="5453"/>
                </a:lnTo>
                <a:lnTo>
                  <a:pt x="18734" y="5937"/>
                </a:lnTo>
                <a:lnTo>
                  <a:pt x="17967" y="6440"/>
                </a:lnTo>
                <a:lnTo>
                  <a:pt x="17216" y="6959"/>
                </a:lnTo>
                <a:lnTo>
                  <a:pt x="16481" y="7493"/>
                </a:lnTo>
                <a:lnTo>
                  <a:pt x="15762" y="8044"/>
                </a:lnTo>
                <a:lnTo>
                  <a:pt x="15058" y="8610"/>
                </a:lnTo>
                <a:lnTo>
                  <a:pt x="14371" y="9193"/>
                </a:lnTo>
                <a:lnTo>
                  <a:pt x="13699" y="9791"/>
                </a:lnTo>
                <a:lnTo>
                  <a:pt x="13044" y="10405"/>
                </a:lnTo>
                <a:lnTo>
                  <a:pt x="12404" y="11035"/>
                </a:lnTo>
                <a:lnTo>
                  <a:pt x="11780" y="11681"/>
                </a:lnTo>
                <a:lnTo>
                  <a:pt x="11172" y="12344"/>
                </a:lnTo>
                <a:lnTo>
                  <a:pt x="10580" y="13021"/>
                </a:lnTo>
                <a:lnTo>
                  <a:pt x="10004" y="13715"/>
                </a:lnTo>
                <a:lnTo>
                  <a:pt x="9444" y="14425"/>
                </a:lnTo>
                <a:lnTo>
                  <a:pt x="8900" y="15151"/>
                </a:lnTo>
                <a:lnTo>
                  <a:pt x="8371" y="15893"/>
                </a:lnTo>
                <a:lnTo>
                  <a:pt x="7859" y="16650"/>
                </a:lnTo>
                <a:lnTo>
                  <a:pt x="7362" y="17424"/>
                </a:lnTo>
                <a:lnTo>
                  <a:pt x="6882" y="18213"/>
                </a:lnTo>
                <a:lnTo>
                  <a:pt x="6417" y="19019"/>
                </a:lnTo>
                <a:lnTo>
                  <a:pt x="5968" y="19840"/>
                </a:lnTo>
                <a:lnTo>
                  <a:pt x="5535" y="20677"/>
                </a:lnTo>
                <a:lnTo>
                  <a:pt x="5118" y="21531"/>
                </a:lnTo>
                <a:lnTo>
                  <a:pt x="4717" y="22400"/>
                </a:lnTo>
                <a:lnTo>
                  <a:pt x="4332" y="23282"/>
                </a:lnTo>
                <a:lnTo>
                  <a:pt x="3964" y="24176"/>
                </a:lnTo>
                <a:lnTo>
                  <a:pt x="3612" y="25082"/>
                </a:lnTo>
                <a:lnTo>
                  <a:pt x="3276" y="25998"/>
                </a:lnTo>
                <a:lnTo>
                  <a:pt x="2957" y="26926"/>
                </a:lnTo>
                <a:lnTo>
                  <a:pt x="2653" y="27865"/>
                </a:lnTo>
                <a:lnTo>
                  <a:pt x="2367" y="28815"/>
                </a:lnTo>
                <a:lnTo>
                  <a:pt x="2097" y="29776"/>
                </a:lnTo>
                <a:lnTo>
                  <a:pt x="1843" y="30749"/>
                </a:lnTo>
                <a:lnTo>
                  <a:pt x="1605" y="31733"/>
                </a:lnTo>
                <a:lnTo>
                  <a:pt x="1384" y="32728"/>
                </a:lnTo>
                <a:lnTo>
                  <a:pt x="1179" y="33734"/>
                </a:lnTo>
                <a:lnTo>
                  <a:pt x="991" y="34752"/>
                </a:lnTo>
                <a:lnTo>
                  <a:pt x="819" y="35781"/>
                </a:lnTo>
                <a:lnTo>
                  <a:pt x="663" y="36821"/>
                </a:lnTo>
                <a:lnTo>
                  <a:pt x="524" y="37873"/>
                </a:lnTo>
                <a:lnTo>
                  <a:pt x="401" y="38935"/>
                </a:lnTo>
                <a:lnTo>
                  <a:pt x="295" y="40009"/>
                </a:lnTo>
                <a:lnTo>
                  <a:pt x="205" y="41094"/>
                </a:lnTo>
                <a:lnTo>
                  <a:pt x="131" y="42191"/>
                </a:lnTo>
                <a:lnTo>
                  <a:pt x="74" y="43298"/>
                </a:lnTo>
                <a:lnTo>
                  <a:pt x="33" y="44417"/>
                </a:lnTo>
                <a:lnTo>
                  <a:pt x="8" y="45547"/>
                </a:lnTo>
                <a:lnTo>
                  <a:pt x="0" y="46688"/>
                </a:lnTo>
                <a:lnTo>
                  <a:pt x="8" y="47830"/>
                </a:lnTo>
                <a:lnTo>
                  <a:pt x="33" y="48959"/>
                </a:lnTo>
                <a:lnTo>
                  <a:pt x="74" y="50078"/>
                </a:lnTo>
                <a:lnTo>
                  <a:pt x="131" y="51185"/>
                </a:lnTo>
                <a:lnTo>
                  <a:pt x="205" y="52280"/>
                </a:lnTo>
                <a:lnTo>
                  <a:pt x="295" y="53364"/>
                </a:lnTo>
                <a:lnTo>
                  <a:pt x="401" y="54436"/>
                </a:lnTo>
                <a:lnTo>
                  <a:pt x="524" y="55497"/>
                </a:lnTo>
                <a:lnTo>
                  <a:pt x="663" y="56546"/>
                </a:lnTo>
                <a:lnTo>
                  <a:pt x="819" y="57584"/>
                </a:lnTo>
                <a:lnTo>
                  <a:pt x="991" y="58611"/>
                </a:lnTo>
                <a:lnTo>
                  <a:pt x="1179" y="59626"/>
                </a:lnTo>
                <a:lnTo>
                  <a:pt x="1384" y="60629"/>
                </a:lnTo>
                <a:lnTo>
                  <a:pt x="1605" y="61621"/>
                </a:lnTo>
                <a:lnTo>
                  <a:pt x="1843" y="62602"/>
                </a:lnTo>
                <a:lnTo>
                  <a:pt x="2097" y="63571"/>
                </a:lnTo>
                <a:lnTo>
                  <a:pt x="2367" y="64528"/>
                </a:lnTo>
                <a:lnTo>
                  <a:pt x="2653" y="65474"/>
                </a:lnTo>
                <a:lnTo>
                  <a:pt x="2957" y="66409"/>
                </a:lnTo>
                <a:lnTo>
                  <a:pt x="3276" y="67332"/>
                </a:lnTo>
                <a:lnTo>
                  <a:pt x="3612" y="68244"/>
                </a:lnTo>
                <a:lnTo>
                  <a:pt x="3964" y="69144"/>
                </a:lnTo>
                <a:lnTo>
                  <a:pt x="4332" y="70033"/>
                </a:lnTo>
                <a:lnTo>
                  <a:pt x="4717" y="70910"/>
                </a:lnTo>
                <a:lnTo>
                  <a:pt x="5118" y="71773"/>
                </a:lnTo>
                <a:lnTo>
                  <a:pt x="5535" y="72621"/>
                </a:lnTo>
                <a:lnTo>
                  <a:pt x="5968" y="73454"/>
                </a:lnTo>
                <a:lnTo>
                  <a:pt x="6417" y="74270"/>
                </a:lnTo>
                <a:lnTo>
                  <a:pt x="6882" y="75071"/>
                </a:lnTo>
                <a:lnTo>
                  <a:pt x="7362" y="75856"/>
                </a:lnTo>
                <a:lnTo>
                  <a:pt x="7859" y="76626"/>
                </a:lnTo>
                <a:lnTo>
                  <a:pt x="8371" y="77379"/>
                </a:lnTo>
                <a:lnTo>
                  <a:pt x="8900" y="78117"/>
                </a:lnTo>
                <a:lnTo>
                  <a:pt x="9444" y="78840"/>
                </a:lnTo>
                <a:lnTo>
                  <a:pt x="10004" y="79546"/>
                </a:lnTo>
                <a:lnTo>
                  <a:pt x="10580" y="80237"/>
                </a:lnTo>
                <a:lnTo>
                  <a:pt x="11172" y="80913"/>
                </a:lnTo>
                <a:lnTo>
                  <a:pt x="11780" y="81572"/>
                </a:lnTo>
                <a:lnTo>
                  <a:pt x="12404" y="82216"/>
                </a:lnTo>
                <a:lnTo>
                  <a:pt x="13044" y="82844"/>
                </a:lnTo>
                <a:lnTo>
                  <a:pt x="13699" y="83457"/>
                </a:lnTo>
                <a:lnTo>
                  <a:pt x="14371" y="84054"/>
                </a:lnTo>
                <a:lnTo>
                  <a:pt x="15058" y="84635"/>
                </a:lnTo>
                <a:lnTo>
                  <a:pt x="15762" y="85200"/>
                </a:lnTo>
                <a:lnTo>
                  <a:pt x="16481" y="85750"/>
                </a:lnTo>
                <a:lnTo>
                  <a:pt x="17216" y="86284"/>
                </a:lnTo>
                <a:lnTo>
                  <a:pt x="17967" y="86802"/>
                </a:lnTo>
                <a:lnTo>
                  <a:pt x="18734" y="87305"/>
                </a:lnTo>
                <a:lnTo>
                  <a:pt x="19517" y="87789"/>
                </a:lnTo>
                <a:lnTo>
                  <a:pt x="20316" y="88253"/>
                </a:lnTo>
                <a:lnTo>
                  <a:pt x="21131" y="88696"/>
                </a:lnTo>
                <a:lnTo>
                  <a:pt x="21962" y="89119"/>
                </a:lnTo>
                <a:lnTo>
                  <a:pt x="22808" y="89521"/>
                </a:lnTo>
                <a:lnTo>
                  <a:pt x="23671" y="89902"/>
                </a:lnTo>
                <a:lnTo>
                  <a:pt x="24549" y="90263"/>
                </a:lnTo>
                <a:lnTo>
                  <a:pt x="25444" y="90603"/>
                </a:lnTo>
                <a:lnTo>
                  <a:pt x="26354" y="90923"/>
                </a:lnTo>
                <a:lnTo>
                  <a:pt x="27280" y="91222"/>
                </a:lnTo>
                <a:lnTo>
                  <a:pt x="28222" y="91500"/>
                </a:lnTo>
                <a:lnTo>
                  <a:pt x="29180" y="91758"/>
                </a:lnTo>
                <a:lnTo>
                  <a:pt x="30154" y="91995"/>
                </a:lnTo>
                <a:lnTo>
                  <a:pt x="31144" y="92211"/>
                </a:lnTo>
                <a:lnTo>
                  <a:pt x="32149" y="92407"/>
                </a:lnTo>
                <a:lnTo>
                  <a:pt x="33171" y="92582"/>
                </a:lnTo>
                <a:lnTo>
                  <a:pt x="34208" y="92737"/>
                </a:lnTo>
                <a:lnTo>
                  <a:pt x="35262" y="92871"/>
                </a:lnTo>
                <a:lnTo>
                  <a:pt x="36331" y="92984"/>
                </a:lnTo>
                <a:lnTo>
                  <a:pt x="37416" y="93077"/>
                </a:lnTo>
                <a:lnTo>
                  <a:pt x="38518" y="93149"/>
                </a:lnTo>
                <a:lnTo>
                  <a:pt x="39635" y="93201"/>
                </a:lnTo>
                <a:lnTo>
                  <a:pt x="40768" y="93232"/>
                </a:lnTo>
                <a:lnTo>
                  <a:pt x="41917" y="93242"/>
                </a:lnTo>
                <a:lnTo>
                  <a:pt x="43054" y="93232"/>
                </a:lnTo>
                <a:lnTo>
                  <a:pt x="44177" y="93201"/>
                </a:lnTo>
                <a:lnTo>
                  <a:pt x="45284" y="93149"/>
                </a:lnTo>
                <a:lnTo>
                  <a:pt x="46375" y="93077"/>
                </a:lnTo>
                <a:lnTo>
                  <a:pt x="46619" y="93056"/>
                </a:lnTo>
                <a:lnTo>
                  <a:pt x="46641" y="93101"/>
                </a:lnTo>
                <a:lnTo>
                  <a:pt x="46823" y="93466"/>
                </a:lnTo>
                <a:lnTo>
                  <a:pt x="47006" y="93829"/>
                </a:lnTo>
                <a:lnTo>
                  <a:pt x="47190" y="94188"/>
                </a:lnTo>
                <a:lnTo>
                  <a:pt x="47375" y="94545"/>
                </a:lnTo>
                <a:lnTo>
                  <a:pt x="47561" y="94898"/>
                </a:lnTo>
                <a:lnTo>
                  <a:pt x="47748" y="95249"/>
                </a:lnTo>
                <a:lnTo>
                  <a:pt x="47935" y="95597"/>
                </a:lnTo>
                <a:lnTo>
                  <a:pt x="48124" y="95943"/>
                </a:lnTo>
                <a:lnTo>
                  <a:pt x="48314" y="96285"/>
                </a:lnTo>
                <a:lnTo>
                  <a:pt x="48504" y="96625"/>
                </a:lnTo>
                <a:lnTo>
                  <a:pt x="48695" y="96962"/>
                </a:lnTo>
                <a:lnTo>
                  <a:pt x="48888" y="97296"/>
                </a:lnTo>
                <a:lnTo>
                  <a:pt x="49081" y="97627"/>
                </a:lnTo>
                <a:lnTo>
                  <a:pt x="49275" y="97955"/>
                </a:lnTo>
                <a:lnTo>
                  <a:pt x="49470" y="98281"/>
                </a:lnTo>
                <a:lnTo>
                  <a:pt x="49667" y="98604"/>
                </a:lnTo>
                <a:lnTo>
                  <a:pt x="49865" y="98923"/>
                </a:lnTo>
                <a:lnTo>
                  <a:pt x="50068" y="99239"/>
                </a:lnTo>
                <a:lnTo>
                  <a:pt x="50275" y="99552"/>
                </a:lnTo>
                <a:lnTo>
                  <a:pt x="50486" y="99861"/>
                </a:lnTo>
                <a:lnTo>
                  <a:pt x="50702" y="100166"/>
                </a:lnTo>
                <a:lnTo>
                  <a:pt x="50922" y="100468"/>
                </a:lnTo>
                <a:lnTo>
                  <a:pt x="51146" y="100767"/>
                </a:lnTo>
                <a:lnTo>
                  <a:pt x="51374" y="101062"/>
                </a:lnTo>
                <a:lnTo>
                  <a:pt x="51606" y="101353"/>
                </a:lnTo>
                <a:lnTo>
                  <a:pt x="51843" y="101641"/>
                </a:lnTo>
                <a:lnTo>
                  <a:pt x="52083" y="101926"/>
                </a:lnTo>
                <a:lnTo>
                  <a:pt x="52328" y="102206"/>
                </a:lnTo>
                <a:lnTo>
                  <a:pt x="52578" y="102484"/>
                </a:lnTo>
                <a:lnTo>
                  <a:pt x="52831" y="102758"/>
                </a:lnTo>
                <a:lnTo>
                  <a:pt x="53089" y="103028"/>
                </a:lnTo>
                <a:lnTo>
                  <a:pt x="53350" y="103295"/>
                </a:lnTo>
                <a:lnTo>
                  <a:pt x="53617" y="103558"/>
                </a:lnTo>
                <a:lnTo>
                  <a:pt x="53887" y="103818"/>
                </a:lnTo>
                <a:lnTo>
                  <a:pt x="54161" y="104074"/>
                </a:lnTo>
                <a:lnTo>
                  <a:pt x="54440" y="104327"/>
                </a:lnTo>
                <a:lnTo>
                  <a:pt x="54723" y="104576"/>
                </a:lnTo>
                <a:lnTo>
                  <a:pt x="55010" y="104821"/>
                </a:lnTo>
                <a:lnTo>
                  <a:pt x="55301" y="105064"/>
                </a:lnTo>
                <a:lnTo>
                  <a:pt x="55597" y="105302"/>
                </a:lnTo>
                <a:lnTo>
                  <a:pt x="55898" y="105537"/>
                </a:lnTo>
                <a:lnTo>
                  <a:pt x="56206" y="105767"/>
                </a:lnTo>
                <a:lnTo>
                  <a:pt x="56521" y="105992"/>
                </a:lnTo>
                <a:lnTo>
                  <a:pt x="56843" y="106213"/>
                </a:lnTo>
                <a:lnTo>
                  <a:pt x="57171" y="106429"/>
                </a:lnTo>
                <a:lnTo>
                  <a:pt x="57507" y="106641"/>
                </a:lnTo>
                <a:lnTo>
                  <a:pt x="57849" y="106848"/>
                </a:lnTo>
                <a:lnTo>
                  <a:pt x="58199" y="107050"/>
                </a:lnTo>
                <a:lnTo>
                  <a:pt x="58555" y="107248"/>
                </a:lnTo>
                <a:lnTo>
                  <a:pt x="58918" y="107441"/>
                </a:lnTo>
                <a:lnTo>
                  <a:pt x="59288" y="107630"/>
                </a:lnTo>
                <a:lnTo>
                  <a:pt x="59666" y="107814"/>
                </a:lnTo>
                <a:lnTo>
                  <a:pt x="60049" y="107994"/>
                </a:lnTo>
                <a:lnTo>
                  <a:pt x="60440" y="108169"/>
                </a:lnTo>
                <a:lnTo>
                  <a:pt x="60838" y="108339"/>
                </a:lnTo>
                <a:lnTo>
                  <a:pt x="61243" y="108505"/>
                </a:lnTo>
                <a:lnTo>
                  <a:pt x="61654" y="108666"/>
                </a:lnTo>
                <a:lnTo>
                  <a:pt x="62073" y="108823"/>
                </a:lnTo>
                <a:lnTo>
                  <a:pt x="62498" y="108975"/>
                </a:lnTo>
                <a:lnTo>
                  <a:pt x="62930" y="109122"/>
                </a:lnTo>
                <a:lnTo>
                  <a:pt x="63369" y="109265"/>
                </a:lnTo>
                <a:lnTo>
                  <a:pt x="63815" y="109404"/>
                </a:lnTo>
                <a:lnTo>
                  <a:pt x="64268" y="109537"/>
                </a:lnTo>
                <a:lnTo>
                  <a:pt x="64728" y="109667"/>
                </a:lnTo>
                <a:lnTo>
                  <a:pt x="65196" y="109791"/>
                </a:lnTo>
                <a:lnTo>
                  <a:pt x="65674" y="109910"/>
                </a:lnTo>
                <a:lnTo>
                  <a:pt x="66162" y="110023"/>
                </a:lnTo>
                <a:lnTo>
                  <a:pt x="66659" y="110132"/>
                </a:lnTo>
                <a:lnTo>
                  <a:pt x="67166" y="110235"/>
                </a:lnTo>
                <a:lnTo>
                  <a:pt x="67683" y="110333"/>
                </a:lnTo>
                <a:lnTo>
                  <a:pt x="68209" y="110425"/>
                </a:lnTo>
                <a:lnTo>
                  <a:pt x="68745" y="110512"/>
                </a:lnTo>
                <a:lnTo>
                  <a:pt x="69291" y="110594"/>
                </a:lnTo>
                <a:lnTo>
                  <a:pt x="69847" y="110671"/>
                </a:lnTo>
                <a:lnTo>
                  <a:pt x="70412" y="110742"/>
                </a:lnTo>
                <a:lnTo>
                  <a:pt x="70987" y="110808"/>
                </a:lnTo>
                <a:lnTo>
                  <a:pt x="71572" y="110869"/>
                </a:lnTo>
                <a:lnTo>
                  <a:pt x="72166" y="110925"/>
                </a:lnTo>
                <a:lnTo>
                  <a:pt x="72770" y="110975"/>
                </a:lnTo>
                <a:lnTo>
                  <a:pt x="73384" y="111020"/>
                </a:lnTo>
                <a:lnTo>
                  <a:pt x="74008" y="111059"/>
                </a:lnTo>
                <a:lnTo>
                  <a:pt x="74641" y="111094"/>
                </a:lnTo>
                <a:lnTo>
                  <a:pt x="75284" y="111123"/>
                </a:lnTo>
                <a:lnTo>
                  <a:pt x="75936" y="111146"/>
                </a:lnTo>
                <a:lnTo>
                  <a:pt x="76599" y="111165"/>
                </a:lnTo>
                <a:lnTo>
                  <a:pt x="77271" y="111178"/>
                </a:lnTo>
                <a:lnTo>
                  <a:pt x="77953" y="111186"/>
                </a:lnTo>
                <a:lnTo>
                  <a:pt x="78644" y="111189"/>
                </a:lnTo>
                <a:lnTo>
                  <a:pt x="83227" y="111189"/>
                </a:lnTo>
                <a:lnTo>
                  <a:pt x="83227" y="100529"/>
                </a:lnTo>
                <a:lnTo>
                  <a:pt x="79588" y="100529"/>
                </a:lnTo>
                <a:lnTo>
                  <a:pt x="79058" y="100527"/>
                </a:lnTo>
                <a:lnTo>
                  <a:pt x="78537" y="100523"/>
                </a:lnTo>
                <a:lnTo>
                  <a:pt x="78025" y="100517"/>
                </a:lnTo>
                <a:lnTo>
                  <a:pt x="77520" y="100507"/>
                </a:lnTo>
                <a:lnTo>
                  <a:pt x="77024" y="100495"/>
                </a:lnTo>
                <a:lnTo>
                  <a:pt x="76536" y="100480"/>
                </a:lnTo>
                <a:lnTo>
                  <a:pt x="76057" y="100462"/>
                </a:lnTo>
                <a:lnTo>
                  <a:pt x="75585" y="100442"/>
                </a:lnTo>
                <a:lnTo>
                  <a:pt x="75123" y="100419"/>
                </a:lnTo>
                <a:lnTo>
                  <a:pt x="74668" y="100393"/>
                </a:lnTo>
                <a:lnTo>
                  <a:pt x="74222" y="100365"/>
                </a:lnTo>
                <a:lnTo>
                  <a:pt x="73784" y="100334"/>
                </a:lnTo>
                <a:lnTo>
                  <a:pt x="73354" y="100300"/>
                </a:lnTo>
                <a:lnTo>
                  <a:pt x="72933" y="100263"/>
                </a:lnTo>
                <a:lnTo>
                  <a:pt x="72520" y="100224"/>
                </a:lnTo>
                <a:lnTo>
                  <a:pt x="72115" y="100182"/>
                </a:lnTo>
                <a:lnTo>
                  <a:pt x="71718" y="100137"/>
                </a:lnTo>
                <a:lnTo>
                  <a:pt x="71330" y="100090"/>
                </a:lnTo>
                <a:lnTo>
                  <a:pt x="70950" y="100040"/>
                </a:lnTo>
                <a:lnTo>
                  <a:pt x="70579" y="99987"/>
                </a:lnTo>
                <a:lnTo>
                  <a:pt x="70216" y="99931"/>
                </a:lnTo>
                <a:lnTo>
                  <a:pt x="69861" y="99873"/>
                </a:lnTo>
                <a:lnTo>
                  <a:pt x="69514" y="99812"/>
                </a:lnTo>
                <a:lnTo>
                  <a:pt x="69176" y="99749"/>
                </a:lnTo>
                <a:lnTo>
                  <a:pt x="68844" y="99682"/>
                </a:lnTo>
                <a:lnTo>
                  <a:pt x="68518" y="99613"/>
                </a:lnTo>
                <a:lnTo>
                  <a:pt x="68197" y="99541"/>
                </a:lnTo>
                <a:lnTo>
                  <a:pt x="67881" y="99467"/>
                </a:lnTo>
                <a:lnTo>
                  <a:pt x="67570" y="99390"/>
                </a:lnTo>
                <a:lnTo>
                  <a:pt x="67264" y="99310"/>
                </a:lnTo>
                <a:lnTo>
                  <a:pt x="66963" y="99227"/>
                </a:lnTo>
                <a:lnTo>
                  <a:pt x="66668" y="99142"/>
                </a:lnTo>
                <a:lnTo>
                  <a:pt x="66377" y="99054"/>
                </a:lnTo>
                <a:lnTo>
                  <a:pt x="66092" y="98963"/>
                </a:lnTo>
                <a:lnTo>
                  <a:pt x="65812" y="98870"/>
                </a:lnTo>
                <a:lnTo>
                  <a:pt x="65537" y="98773"/>
                </a:lnTo>
                <a:lnTo>
                  <a:pt x="65267" y="98675"/>
                </a:lnTo>
                <a:lnTo>
                  <a:pt x="65002" y="98573"/>
                </a:lnTo>
                <a:lnTo>
                  <a:pt x="64743" y="98469"/>
                </a:lnTo>
                <a:lnTo>
                  <a:pt x="64489" y="98362"/>
                </a:lnTo>
                <a:lnTo>
                  <a:pt x="64239" y="98252"/>
                </a:lnTo>
                <a:lnTo>
                  <a:pt x="63995" y="98140"/>
                </a:lnTo>
                <a:lnTo>
                  <a:pt x="63756" y="98024"/>
                </a:lnTo>
                <a:lnTo>
                  <a:pt x="63523" y="97907"/>
                </a:lnTo>
                <a:lnTo>
                  <a:pt x="63294" y="97786"/>
                </a:lnTo>
                <a:lnTo>
                  <a:pt x="63071" y="97663"/>
                </a:lnTo>
                <a:lnTo>
                  <a:pt x="62852" y="97537"/>
                </a:lnTo>
                <a:lnTo>
                  <a:pt x="62639" y="97408"/>
                </a:lnTo>
                <a:lnTo>
                  <a:pt x="62430" y="97277"/>
                </a:lnTo>
                <a:lnTo>
                  <a:pt x="62223" y="97142"/>
                </a:lnTo>
                <a:lnTo>
                  <a:pt x="62018" y="97004"/>
                </a:lnTo>
                <a:lnTo>
                  <a:pt x="61816" y="96862"/>
                </a:lnTo>
                <a:lnTo>
                  <a:pt x="61617" y="96718"/>
                </a:lnTo>
                <a:lnTo>
                  <a:pt x="61420" y="96570"/>
                </a:lnTo>
                <a:lnTo>
                  <a:pt x="61225" y="96418"/>
                </a:lnTo>
                <a:lnTo>
                  <a:pt x="61033" y="96264"/>
                </a:lnTo>
                <a:lnTo>
                  <a:pt x="60843" y="96106"/>
                </a:lnTo>
                <a:lnTo>
                  <a:pt x="60656" y="95944"/>
                </a:lnTo>
                <a:lnTo>
                  <a:pt x="60471" y="95780"/>
                </a:lnTo>
                <a:lnTo>
                  <a:pt x="60289" y="95612"/>
                </a:lnTo>
                <a:lnTo>
                  <a:pt x="60109" y="95441"/>
                </a:lnTo>
                <a:lnTo>
                  <a:pt x="59932" y="95266"/>
                </a:lnTo>
                <a:lnTo>
                  <a:pt x="59757" y="95088"/>
                </a:lnTo>
                <a:lnTo>
                  <a:pt x="59584" y="94907"/>
                </a:lnTo>
                <a:lnTo>
                  <a:pt x="59414" y="94723"/>
                </a:lnTo>
                <a:lnTo>
                  <a:pt x="59246" y="94535"/>
                </a:lnTo>
                <a:lnTo>
                  <a:pt x="59081" y="94344"/>
                </a:lnTo>
                <a:lnTo>
                  <a:pt x="58919" y="94150"/>
                </a:lnTo>
                <a:lnTo>
                  <a:pt x="58758" y="93952"/>
                </a:lnTo>
                <a:lnTo>
                  <a:pt x="58601" y="93751"/>
                </a:lnTo>
                <a:lnTo>
                  <a:pt x="58445" y="93547"/>
                </a:lnTo>
                <a:lnTo>
                  <a:pt x="58292" y="93339"/>
                </a:lnTo>
                <a:lnTo>
                  <a:pt x="58140" y="93128"/>
                </a:lnTo>
                <a:lnTo>
                  <a:pt x="57988" y="92914"/>
                </a:lnTo>
                <a:lnTo>
                  <a:pt x="57834" y="92697"/>
                </a:lnTo>
                <a:lnTo>
                  <a:pt x="57680" y="92476"/>
                </a:lnTo>
                <a:lnTo>
                  <a:pt x="57526" y="92252"/>
                </a:lnTo>
                <a:lnTo>
                  <a:pt x="57370" y="92025"/>
                </a:lnTo>
                <a:lnTo>
                  <a:pt x="57214" y="91795"/>
                </a:lnTo>
                <a:lnTo>
                  <a:pt x="57057" y="91561"/>
                </a:lnTo>
                <a:lnTo>
                  <a:pt x="56899" y="91324"/>
                </a:lnTo>
                <a:lnTo>
                  <a:pt x="56761" y="91114"/>
                </a:lnTo>
                <a:lnTo>
                  <a:pt x="57351" y="90923"/>
                </a:lnTo>
                <a:close/>
                <a:moveTo>
                  <a:pt x="40136" y="83290"/>
                </a:moveTo>
                <a:lnTo>
                  <a:pt x="39300" y="83247"/>
                </a:lnTo>
                <a:lnTo>
                  <a:pt x="38478" y="83187"/>
                </a:lnTo>
                <a:lnTo>
                  <a:pt x="37670" y="83110"/>
                </a:lnTo>
                <a:lnTo>
                  <a:pt x="36875" y="83016"/>
                </a:lnTo>
                <a:lnTo>
                  <a:pt x="36094" y="82905"/>
                </a:lnTo>
                <a:lnTo>
                  <a:pt x="35327" y="82777"/>
                </a:lnTo>
                <a:lnTo>
                  <a:pt x="34574" y="82632"/>
                </a:lnTo>
                <a:lnTo>
                  <a:pt x="33835" y="82469"/>
                </a:lnTo>
                <a:lnTo>
                  <a:pt x="33109" y="82289"/>
                </a:lnTo>
                <a:lnTo>
                  <a:pt x="32398" y="82093"/>
                </a:lnTo>
                <a:lnTo>
                  <a:pt x="31700" y="81879"/>
                </a:lnTo>
                <a:lnTo>
                  <a:pt x="31016" y="81648"/>
                </a:lnTo>
                <a:lnTo>
                  <a:pt x="30346" y="81400"/>
                </a:lnTo>
                <a:lnTo>
                  <a:pt x="29689" y="81135"/>
                </a:lnTo>
                <a:lnTo>
                  <a:pt x="29046" y="80853"/>
                </a:lnTo>
                <a:lnTo>
                  <a:pt x="28418" y="80554"/>
                </a:lnTo>
                <a:lnTo>
                  <a:pt x="27803" y="80237"/>
                </a:lnTo>
                <a:lnTo>
                  <a:pt x="27201" y="79904"/>
                </a:lnTo>
                <a:lnTo>
                  <a:pt x="26614" y="79553"/>
                </a:lnTo>
                <a:lnTo>
                  <a:pt x="26040" y="79186"/>
                </a:lnTo>
                <a:lnTo>
                  <a:pt x="25480" y="78801"/>
                </a:lnTo>
                <a:lnTo>
                  <a:pt x="24934" y="78399"/>
                </a:lnTo>
                <a:lnTo>
                  <a:pt x="24401" y="77983"/>
                </a:lnTo>
                <a:lnTo>
                  <a:pt x="23880" y="77554"/>
                </a:lnTo>
                <a:lnTo>
                  <a:pt x="23371" y="77114"/>
                </a:lnTo>
                <a:lnTo>
                  <a:pt x="22874" y="76662"/>
                </a:lnTo>
                <a:lnTo>
                  <a:pt x="22389" y="76199"/>
                </a:lnTo>
                <a:lnTo>
                  <a:pt x="21917" y="75723"/>
                </a:lnTo>
                <a:lnTo>
                  <a:pt x="21456" y="75236"/>
                </a:lnTo>
                <a:lnTo>
                  <a:pt x="21007" y="74737"/>
                </a:lnTo>
                <a:lnTo>
                  <a:pt x="20570" y="74226"/>
                </a:lnTo>
                <a:lnTo>
                  <a:pt x="20146" y="73703"/>
                </a:lnTo>
                <a:lnTo>
                  <a:pt x="19733" y="73168"/>
                </a:lnTo>
                <a:lnTo>
                  <a:pt x="19333" y="72622"/>
                </a:lnTo>
                <a:lnTo>
                  <a:pt x="18944" y="72064"/>
                </a:lnTo>
                <a:lnTo>
                  <a:pt x="18568" y="71493"/>
                </a:lnTo>
                <a:lnTo>
                  <a:pt x="18203" y="70911"/>
                </a:lnTo>
                <a:lnTo>
                  <a:pt x="17851" y="70318"/>
                </a:lnTo>
                <a:lnTo>
                  <a:pt x="17511" y="69712"/>
                </a:lnTo>
                <a:lnTo>
                  <a:pt x="17182" y="69094"/>
                </a:lnTo>
                <a:lnTo>
                  <a:pt x="16866" y="68465"/>
                </a:lnTo>
                <a:lnTo>
                  <a:pt x="16562" y="67824"/>
                </a:lnTo>
                <a:lnTo>
                  <a:pt x="16270" y="67171"/>
                </a:lnTo>
                <a:lnTo>
                  <a:pt x="15990" y="66506"/>
                </a:lnTo>
                <a:lnTo>
                  <a:pt x="15722" y="65830"/>
                </a:lnTo>
                <a:lnTo>
                  <a:pt x="15466" y="65141"/>
                </a:lnTo>
                <a:lnTo>
                  <a:pt x="15221" y="64444"/>
                </a:lnTo>
                <a:lnTo>
                  <a:pt x="14987" y="63740"/>
                </a:lnTo>
                <a:lnTo>
                  <a:pt x="14763" y="63030"/>
                </a:lnTo>
                <a:lnTo>
                  <a:pt x="14550" y="62314"/>
                </a:lnTo>
                <a:lnTo>
                  <a:pt x="14347" y="61592"/>
                </a:lnTo>
                <a:lnTo>
                  <a:pt x="14154" y="60863"/>
                </a:lnTo>
                <a:lnTo>
                  <a:pt x="13972" y="60129"/>
                </a:lnTo>
                <a:lnTo>
                  <a:pt x="13800" y="59388"/>
                </a:lnTo>
                <a:lnTo>
                  <a:pt x="13639" y="58641"/>
                </a:lnTo>
                <a:lnTo>
                  <a:pt x="13488" y="57887"/>
                </a:lnTo>
                <a:lnTo>
                  <a:pt x="13347" y="57128"/>
                </a:lnTo>
                <a:lnTo>
                  <a:pt x="13217" y="56362"/>
                </a:lnTo>
                <a:lnTo>
                  <a:pt x="13097" y="55590"/>
                </a:lnTo>
                <a:lnTo>
                  <a:pt x="12988" y="54812"/>
                </a:lnTo>
                <a:lnTo>
                  <a:pt x="12889" y="54027"/>
                </a:lnTo>
                <a:lnTo>
                  <a:pt x="12800" y="53237"/>
                </a:lnTo>
                <a:lnTo>
                  <a:pt x="12722" y="52440"/>
                </a:lnTo>
                <a:lnTo>
                  <a:pt x="12655" y="51637"/>
                </a:lnTo>
                <a:lnTo>
                  <a:pt x="12597" y="50828"/>
                </a:lnTo>
                <a:lnTo>
                  <a:pt x="12550" y="50012"/>
                </a:lnTo>
                <a:lnTo>
                  <a:pt x="12514" y="49191"/>
                </a:lnTo>
                <a:lnTo>
                  <a:pt x="12488" y="48363"/>
                </a:lnTo>
                <a:lnTo>
                  <a:pt x="12472" y="47529"/>
                </a:lnTo>
                <a:lnTo>
                  <a:pt x="12467" y="46688"/>
                </a:lnTo>
                <a:lnTo>
                  <a:pt x="12472" y="45843"/>
                </a:lnTo>
                <a:lnTo>
                  <a:pt x="12488" y="45003"/>
                </a:lnTo>
                <a:lnTo>
                  <a:pt x="12514" y="44171"/>
                </a:lnTo>
                <a:lnTo>
                  <a:pt x="12550" y="43344"/>
                </a:lnTo>
                <a:lnTo>
                  <a:pt x="12597" y="42524"/>
                </a:lnTo>
                <a:lnTo>
                  <a:pt x="12655" y="41711"/>
                </a:lnTo>
                <a:lnTo>
                  <a:pt x="12722" y="40903"/>
                </a:lnTo>
                <a:lnTo>
                  <a:pt x="12800" y="40103"/>
                </a:lnTo>
                <a:lnTo>
                  <a:pt x="12889" y="39309"/>
                </a:lnTo>
                <a:lnTo>
                  <a:pt x="12988" y="38521"/>
                </a:lnTo>
                <a:lnTo>
                  <a:pt x="13097" y="37739"/>
                </a:lnTo>
                <a:lnTo>
                  <a:pt x="13217" y="36965"/>
                </a:lnTo>
                <a:lnTo>
                  <a:pt x="13347" y="36196"/>
                </a:lnTo>
                <a:lnTo>
                  <a:pt x="13488" y="35434"/>
                </a:lnTo>
                <a:lnTo>
                  <a:pt x="13639" y="34678"/>
                </a:lnTo>
                <a:lnTo>
                  <a:pt x="13800" y="33929"/>
                </a:lnTo>
                <a:lnTo>
                  <a:pt x="13972" y="33187"/>
                </a:lnTo>
                <a:lnTo>
                  <a:pt x="14154" y="32450"/>
                </a:lnTo>
                <a:lnTo>
                  <a:pt x="14347" y="31721"/>
                </a:lnTo>
                <a:lnTo>
                  <a:pt x="14550" y="30997"/>
                </a:lnTo>
                <a:lnTo>
                  <a:pt x="14763" y="30280"/>
                </a:lnTo>
                <a:lnTo>
                  <a:pt x="14987" y="29570"/>
                </a:lnTo>
                <a:lnTo>
                  <a:pt x="15221" y="28866"/>
                </a:lnTo>
                <a:lnTo>
                  <a:pt x="15466" y="28168"/>
                </a:lnTo>
                <a:lnTo>
                  <a:pt x="15722" y="27480"/>
                </a:lnTo>
                <a:lnTo>
                  <a:pt x="15990" y="26803"/>
                </a:lnTo>
                <a:lnTo>
                  <a:pt x="16270" y="26138"/>
                </a:lnTo>
                <a:lnTo>
                  <a:pt x="16562" y="25485"/>
                </a:lnTo>
                <a:lnTo>
                  <a:pt x="16866" y="24843"/>
                </a:lnTo>
                <a:lnTo>
                  <a:pt x="17182" y="24213"/>
                </a:lnTo>
                <a:lnTo>
                  <a:pt x="17511" y="23595"/>
                </a:lnTo>
                <a:lnTo>
                  <a:pt x="17851" y="22988"/>
                </a:lnTo>
                <a:lnTo>
                  <a:pt x="18203" y="22393"/>
                </a:lnTo>
                <a:lnTo>
                  <a:pt x="18568" y="21810"/>
                </a:lnTo>
                <a:lnTo>
                  <a:pt x="18944" y="21239"/>
                </a:lnTo>
                <a:lnTo>
                  <a:pt x="19333" y="20679"/>
                </a:lnTo>
                <a:lnTo>
                  <a:pt x="19733" y="20131"/>
                </a:lnTo>
                <a:lnTo>
                  <a:pt x="20146" y="19595"/>
                </a:lnTo>
                <a:lnTo>
                  <a:pt x="20570" y="19071"/>
                </a:lnTo>
                <a:lnTo>
                  <a:pt x="21007" y="18558"/>
                </a:lnTo>
                <a:lnTo>
                  <a:pt x="21456" y="18057"/>
                </a:lnTo>
                <a:lnTo>
                  <a:pt x="21917" y="17567"/>
                </a:lnTo>
                <a:lnTo>
                  <a:pt x="22389" y="17090"/>
                </a:lnTo>
                <a:lnTo>
                  <a:pt x="22874" y="16624"/>
                </a:lnTo>
                <a:lnTo>
                  <a:pt x="23371" y="16169"/>
                </a:lnTo>
                <a:lnTo>
                  <a:pt x="23880" y="15727"/>
                </a:lnTo>
                <a:lnTo>
                  <a:pt x="24401" y="15296"/>
                </a:lnTo>
                <a:lnTo>
                  <a:pt x="24934" y="14877"/>
                </a:lnTo>
                <a:lnTo>
                  <a:pt x="25480" y="14472"/>
                </a:lnTo>
                <a:lnTo>
                  <a:pt x="26040" y="14085"/>
                </a:lnTo>
                <a:lnTo>
                  <a:pt x="26614" y="13715"/>
                </a:lnTo>
                <a:lnTo>
                  <a:pt x="27201" y="13362"/>
                </a:lnTo>
                <a:lnTo>
                  <a:pt x="27803" y="13026"/>
                </a:lnTo>
                <a:lnTo>
                  <a:pt x="28418" y="12707"/>
                </a:lnTo>
                <a:lnTo>
                  <a:pt x="29046" y="12406"/>
                </a:lnTo>
                <a:lnTo>
                  <a:pt x="29689" y="12122"/>
                </a:lnTo>
                <a:lnTo>
                  <a:pt x="30346" y="11855"/>
                </a:lnTo>
                <a:lnTo>
                  <a:pt x="31016" y="11605"/>
                </a:lnTo>
                <a:lnTo>
                  <a:pt x="31700" y="11373"/>
                </a:lnTo>
                <a:lnTo>
                  <a:pt x="32398" y="11158"/>
                </a:lnTo>
                <a:lnTo>
                  <a:pt x="33109" y="10960"/>
                </a:lnTo>
                <a:lnTo>
                  <a:pt x="33835" y="10779"/>
                </a:lnTo>
                <a:lnTo>
                  <a:pt x="34574" y="10615"/>
                </a:lnTo>
                <a:lnTo>
                  <a:pt x="35327" y="10469"/>
                </a:lnTo>
                <a:lnTo>
                  <a:pt x="36094" y="10340"/>
                </a:lnTo>
                <a:lnTo>
                  <a:pt x="36875" y="10228"/>
                </a:lnTo>
                <a:lnTo>
                  <a:pt x="37670" y="10133"/>
                </a:lnTo>
                <a:lnTo>
                  <a:pt x="38478" y="10056"/>
                </a:lnTo>
                <a:lnTo>
                  <a:pt x="39300" y="9995"/>
                </a:lnTo>
                <a:lnTo>
                  <a:pt x="40136" y="9952"/>
                </a:lnTo>
                <a:lnTo>
                  <a:pt x="40986" y="9927"/>
                </a:lnTo>
                <a:lnTo>
                  <a:pt x="41849" y="9918"/>
                </a:lnTo>
                <a:lnTo>
                  <a:pt x="42713" y="9927"/>
                </a:lnTo>
                <a:lnTo>
                  <a:pt x="43562" y="9952"/>
                </a:lnTo>
                <a:lnTo>
                  <a:pt x="44398" y="9995"/>
                </a:lnTo>
                <a:lnTo>
                  <a:pt x="45220" y="10056"/>
                </a:lnTo>
                <a:lnTo>
                  <a:pt x="46028" y="10133"/>
                </a:lnTo>
                <a:lnTo>
                  <a:pt x="46821" y="10228"/>
                </a:lnTo>
                <a:lnTo>
                  <a:pt x="47601" y="10340"/>
                </a:lnTo>
                <a:lnTo>
                  <a:pt x="48367" y="10469"/>
                </a:lnTo>
                <a:lnTo>
                  <a:pt x="49119" y="10615"/>
                </a:lnTo>
                <a:lnTo>
                  <a:pt x="49858" y="10779"/>
                </a:lnTo>
                <a:lnTo>
                  <a:pt x="50582" y="10960"/>
                </a:lnTo>
                <a:lnTo>
                  <a:pt x="51292" y="11158"/>
                </a:lnTo>
                <a:lnTo>
                  <a:pt x="51989" y="11373"/>
                </a:lnTo>
                <a:lnTo>
                  <a:pt x="52671" y="11605"/>
                </a:lnTo>
                <a:lnTo>
                  <a:pt x="53340" y="11855"/>
                </a:lnTo>
                <a:lnTo>
                  <a:pt x="53994" y="12122"/>
                </a:lnTo>
                <a:lnTo>
                  <a:pt x="54635" y="12406"/>
                </a:lnTo>
                <a:lnTo>
                  <a:pt x="55262" y="12707"/>
                </a:lnTo>
                <a:lnTo>
                  <a:pt x="55875" y="13026"/>
                </a:lnTo>
                <a:lnTo>
                  <a:pt x="56474" y="13362"/>
                </a:lnTo>
                <a:lnTo>
                  <a:pt x="57059" y="13715"/>
                </a:lnTo>
                <a:lnTo>
                  <a:pt x="57630" y="14085"/>
                </a:lnTo>
                <a:lnTo>
                  <a:pt x="58187" y="14472"/>
                </a:lnTo>
                <a:lnTo>
                  <a:pt x="58730" y="14877"/>
                </a:lnTo>
                <a:lnTo>
                  <a:pt x="59261" y="15296"/>
                </a:lnTo>
                <a:lnTo>
                  <a:pt x="59779" y="15727"/>
                </a:lnTo>
                <a:lnTo>
                  <a:pt x="60286" y="16169"/>
                </a:lnTo>
                <a:lnTo>
                  <a:pt x="60780" y="16624"/>
                </a:lnTo>
                <a:lnTo>
                  <a:pt x="61263" y="17090"/>
                </a:lnTo>
                <a:lnTo>
                  <a:pt x="61734" y="17567"/>
                </a:lnTo>
                <a:lnTo>
                  <a:pt x="62192" y="18057"/>
                </a:lnTo>
                <a:lnTo>
                  <a:pt x="62639" y="18558"/>
                </a:lnTo>
                <a:lnTo>
                  <a:pt x="63074" y="19071"/>
                </a:lnTo>
                <a:lnTo>
                  <a:pt x="63497" y="19595"/>
                </a:lnTo>
                <a:lnTo>
                  <a:pt x="63908" y="20131"/>
                </a:lnTo>
                <a:lnTo>
                  <a:pt x="64307" y="20679"/>
                </a:lnTo>
                <a:lnTo>
                  <a:pt x="64694" y="21239"/>
                </a:lnTo>
                <a:lnTo>
                  <a:pt x="65069" y="21810"/>
                </a:lnTo>
                <a:lnTo>
                  <a:pt x="65433" y="22393"/>
                </a:lnTo>
                <a:lnTo>
                  <a:pt x="65784" y="22988"/>
                </a:lnTo>
                <a:lnTo>
                  <a:pt x="66123" y="23595"/>
                </a:lnTo>
                <a:lnTo>
                  <a:pt x="66451" y="24213"/>
                </a:lnTo>
                <a:lnTo>
                  <a:pt x="66766" y="24843"/>
                </a:lnTo>
                <a:lnTo>
                  <a:pt x="67070" y="25485"/>
                </a:lnTo>
                <a:lnTo>
                  <a:pt x="67362" y="26138"/>
                </a:lnTo>
                <a:lnTo>
                  <a:pt x="67641" y="26803"/>
                </a:lnTo>
                <a:lnTo>
                  <a:pt x="67909" y="27480"/>
                </a:lnTo>
                <a:lnTo>
                  <a:pt x="68165" y="28168"/>
                </a:lnTo>
                <a:lnTo>
                  <a:pt x="68410" y="28866"/>
                </a:lnTo>
                <a:lnTo>
                  <a:pt x="68644" y="29570"/>
                </a:lnTo>
                <a:lnTo>
                  <a:pt x="68868" y="30280"/>
                </a:lnTo>
                <a:lnTo>
                  <a:pt x="69081" y="30997"/>
                </a:lnTo>
                <a:lnTo>
                  <a:pt x="69284" y="31721"/>
                </a:lnTo>
                <a:lnTo>
                  <a:pt x="69477" y="32450"/>
                </a:lnTo>
                <a:lnTo>
                  <a:pt x="69659" y="33187"/>
                </a:lnTo>
                <a:lnTo>
                  <a:pt x="69831" y="33929"/>
                </a:lnTo>
                <a:lnTo>
                  <a:pt x="69993" y="34678"/>
                </a:lnTo>
                <a:lnTo>
                  <a:pt x="70144" y="35434"/>
                </a:lnTo>
                <a:lnTo>
                  <a:pt x="70284" y="36196"/>
                </a:lnTo>
                <a:lnTo>
                  <a:pt x="70414" y="36965"/>
                </a:lnTo>
                <a:lnTo>
                  <a:pt x="70534" y="37739"/>
                </a:lnTo>
                <a:lnTo>
                  <a:pt x="70643" y="38521"/>
                </a:lnTo>
                <a:lnTo>
                  <a:pt x="70742" y="39309"/>
                </a:lnTo>
                <a:lnTo>
                  <a:pt x="70831" y="40103"/>
                </a:lnTo>
                <a:lnTo>
                  <a:pt x="70909" y="40903"/>
                </a:lnTo>
                <a:lnTo>
                  <a:pt x="70977" y="41711"/>
                </a:lnTo>
                <a:lnTo>
                  <a:pt x="71034" y="42524"/>
                </a:lnTo>
                <a:lnTo>
                  <a:pt x="71081" y="43344"/>
                </a:lnTo>
                <a:lnTo>
                  <a:pt x="71117" y="44171"/>
                </a:lnTo>
                <a:lnTo>
                  <a:pt x="71143" y="45003"/>
                </a:lnTo>
                <a:lnTo>
                  <a:pt x="71159" y="45843"/>
                </a:lnTo>
                <a:lnTo>
                  <a:pt x="71164" y="46688"/>
                </a:lnTo>
                <a:lnTo>
                  <a:pt x="71159" y="47529"/>
                </a:lnTo>
                <a:lnTo>
                  <a:pt x="71143" y="48363"/>
                </a:lnTo>
                <a:lnTo>
                  <a:pt x="71117" y="49191"/>
                </a:lnTo>
                <a:lnTo>
                  <a:pt x="71081" y="50012"/>
                </a:lnTo>
                <a:lnTo>
                  <a:pt x="71034" y="50828"/>
                </a:lnTo>
                <a:lnTo>
                  <a:pt x="70977" y="51637"/>
                </a:lnTo>
                <a:lnTo>
                  <a:pt x="70909" y="52440"/>
                </a:lnTo>
                <a:lnTo>
                  <a:pt x="70831" y="53237"/>
                </a:lnTo>
                <a:lnTo>
                  <a:pt x="70742" y="54027"/>
                </a:lnTo>
                <a:lnTo>
                  <a:pt x="70643" y="54812"/>
                </a:lnTo>
                <a:lnTo>
                  <a:pt x="70534" y="55590"/>
                </a:lnTo>
                <a:lnTo>
                  <a:pt x="70414" y="56362"/>
                </a:lnTo>
                <a:lnTo>
                  <a:pt x="70284" y="57128"/>
                </a:lnTo>
                <a:lnTo>
                  <a:pt x="70144" y="57887"/>
                </a:lnTo>
                <a:lnTo>
                  <a:pt x="69993" y="58641"/>
                </a:lnTo>
                <a:lnTo>
                  <a:pt x="69831" y="59388"/>
                </a:lnTo>
                <a:lnTo>
                  <a:pt x="69659" y="60129"/>
                </a:lnTo>
                <a:lnTo>
                  <a:pt x="69477" y="60863"/>
                </a:lnTo>
                <a:lnTo>
                  <a:pt x="69284" y="61592"/>
                </a:lnTo>
                <a:lnTo>
                  <a:pt x="69081" y="62314"/>
                </a:lnTo>
                <a:lnTo>
                  <a:pt x="68868" y="63030"/>
                </a:lnTo>
                <a:lnTo>
                  <a:pt x="68644" y="63740"/>
                </a:lnTo>
                <a:lnTo>
                  <a:pt x="68410" y="64444"/>
                </a:lnTo>
                <a:lnTo>
                  <a:pt x="68165" y="65141"/>
                </a:lnTo>
                <a:lnTo>
                  <a:pt x="67909" y="65830"/>
                </a:lnTo>
                <a:lnTo>
                  <a:pt x="67641" y="66506"/>
                </a:lnTo>
                <a:lnTo>
                  <a:pt x="67362" y="67171"/>
                </a:lnTo>
                <a:lnTo>
                  <a:pt x="67070" y="67824"/>
                </a:lnTo>
                <a:lnTo>
                  <a:pt x="66766" y="68465"/>
                </a:lnTo>
                <a:lnTo>
                  <a:pt x="66451" y="69094"/>
                </a:lnTo>
                <a:lnTo>
                  <a:pt x="66123" y="69712"/>
                </a:lnTo>
                <a:lnTo>
                  <a:pt x="65784" y="70318"/>
                </a:lnTo>
                <a:lnTo>
                  <a:pt x="65433" y="70911"/>
                </a:lnTo>
                <a:lnTo>
                  <a:pt x="65069" y="71493"/>
                </a:lnTo>
                <a:lnTo>
                  <a:pt x="64694" y="72064"/>
                </a:lnTo>
                <a:lnTo>
                  <a:pt x="64307" y="72622"/>
                </a:lnTo>
                <a:lnTo>
                  <a:pt x="63908" y="73168"/>
                </a:lnTo>
                <a:lnTo>
                  <a:pt x="63497" y="73703"/>
                </a:lnTo>
                <a:lnTo>
                  <a:pt x="63074" y="74226"/>
                </a:lnTo>
                <a:lnTo>
                  <a:pt x="62639" y="74737"/>
                </a:lnTo>
                <a:lnTo>
                  <a:pt x="62192" y="75236"/>
                </a:lnTo>
                <a:lnTo>
                  <a:pt x="61734" y="75723"/>
                </a:lnTo>
                <a:lnTo>
                  <a:pt x="61263" y="76199"/>
                </a:lnTo>
                <a:lnTo>
                  <a:pt x="60780" y="76662"/>
                </a:lnTo>
                <a:lnTo>
                  <a:pt x="60286" y="77114"/>
                </a:lnTo>
                <a:lnTo>
                  <a:pt x="59779" y="77554"/>
                </a:lnTo>
                <a:lnTo>
                  <a:pt x="59261" y="77983"/>
                </a:lnTo>
                <a:lnTo>
                  <a:pt x="58730" y="78399"/>
                </a:lnTo>
                <a:lnTo>
                  <a:pt x="58187" y="78801"/>
                </a:lnTo>
                <a:lnTo>
                  <a:pt x="57630" y="79186"/>
                </a:lnTo>
                <a:lnTo>
                  <a:pt x="57059" y="79553"/>
                </a:lnTo>
                <a:lnTo>
                  <a:pt x="56474" y="79904"/>
                </a:lnTo>
                <a:lnTo>
                  <a:pt x="55875" y="80237"/>
                </a:lnTo>
                <a:lnTo>
                  <a:pt x="55262" y="80554"/>
                </a:lnTo>
                <a:lnTo>
                  <a:pt x="54635" y="80853"/>
                </a:lnTo>
                <a:lnTo>
                  <a:pt x="53994" y="81135"/>
                </a:lnTo>
                <a:lnTo>
                  <a:pt x="53340" y="81400"/>
                </a:lnTo>
                <a:lnTo>
                  <a:pt x="52671" y="81648"/>
                </a:lnTo>
                <a:lnTo>
                  <a:pt x="51989" y="81879"/>
                </a:lnTo>
                <a:lnTo>
                  <a:pt x="51292" y="82093"/>
                </a:lnTo>
                <a:lnTo>
                  <a:pt x="50582" y="82289"/>
                </a:lnTo>
                <a:lnTo>
                  <a:pt x="49858" y="82469"/>
                </a:lnTo>
                <a:lnTo>
                  <a:pt x="49119" y="82632"/>
                </a:lnTo>
                <a:lnTo>
                  <a:pt x="48367" y="82777"/>
                </a:lnTo>
                <a:lnTo>
                  <a:pt x="47601" y="82905"/>
                </a:lnTo>
                <a:lnTo>
                  <a:pt x="46821" y="83016"/>
                </a:lnTo>
                <a:lnTo>
                  <a:pt x="46028" y="83110"/>
                </a:lnTo>
                <a:lnTo>
                  <a:pt x="45220" y="83187"/>
                </a:lnTo>
                <a:lnTo>
                  <a:pt x="44398" y="83247"/>
                </a:lnTo>
                <a:lnTo>
                  <a:pt x="43562" y="83290"/>
                </a:lnTo>
                <a:lnTo>
                  <a:pt x="42713" y="83316"/>
                </a:lnTo>
                <a:lnTo>
                  <a:pt x="41849" y="83324"/>
                </a:lnTo>
                <a:lnTo>
                  <a:pt x="40986" y="83316"/>
                </a:lnTo>
                <a:lnTo>
                  <a:pt x="40136" y="83290"/>
                </a:lnTo>
                <a:close/>
                <a:moveTo>
                  <a:pt x="246291" y="43070"/>
                </a:moveTo>
                <a:lnTo>
                  <a:pt x="246479" y="42813"/>
                </a:lnTo>
                <a:lnTo>
                  <a:pt x="246669" y="42559"/>
                </a:lnTo>
                <a:lnTo>
                  <a:pt x="246860" y="42307"/>
                </a:lnTo>
                <a:lnTo>
                  <a:pt x="247053" y="42058"/>
                </a:lnTo>
                <a:lnTo>
                  <a:pt x="247248" y="41811"/>
                </a:lnTo>
                <a:lnTo>
                  <a:pt x="247445" y="41567"/>
                </a:lnTo>
                <a:lnTo>
                  <a:pt x="247644" y="41325"/>
                </a:lnTo>
                <a:lnTo>
                  <a:pt x="247844" y="41087"/>
                </a:lnTo>
                <a:lnTo>
                  <a:pt x="248046" y="40850"/>
                </a:lnTo>
                <a:lnTo>
                  <a:pt x="248249" y="40617"/>
                </a:lnTo>
                <a:lnTo>
                  <a:pt x="248455" y="40385"/>
                </a:lnTo>
                <a:lnTo>
                  <a:pt x="248662" y="40157"/>
                </a:lnTo>
                <a:lnTo>
                  <a:pt x="248871" y="39931"/>
                </a:lnTo>
                <a:lnTo>
                  <a:pt x="249082" y="39708"/>
                </a:lnTo>
                <a:lnTo>
                  <a:pt x="249295" y="39487"/>
                </a:lnTo>
                <a:lnTo>
                  <a:pt x="249509" y="39269"/>
                </a:lnTo>
                <a:lnTo>
                  <a:pt x="249725" y="39053"/>
                </a:lnTo>
                <a:lnTo>
                  <a:pt x="249943" y="38840"/>
                </a:lnTo>
                <a:lnTo>
                  <a:pt x="250162" y="38630"/>
                </a:lnTo>
                <a:lnTo>
                  <a:pt x="250384" y="38422"/>
                </a:lnTo>
                <a:lnTo>
                  <a:pt x="250607" y="38217"/>
                </a:lnTo>
                <a:lnTo>
                  <a:pt x="250831" y="38014"/>
                </a:lnTo>
                <a:lnTo>
                  <a:pt x="251058" y="37814"/>
                </a:lnTo>
                <a:lnTo>
                  <a:pt x="251287" y="37617"/>
                </a:lnTo>
                <a:lnTo>
                  <a:pt x="251520" y="37424"/>
                </a:lnTo>
                <a:lnTo>
                  <a:pt x="251756" y="37234"/>
                </a:lnTo>
                <a:lnTo>
                  <a:pt x="251995" y="37047"/>
                </a:lnTo>
                <a:lnTo>
                  <a:pt x="252238" y="36865"/>
                </a:lnTo>
                <a:lnTo>
                  <a:pt x="252484" y="36686"/>
                </a:lnTo>
                <a:lnTo>
                  <a:pt x="252733" y="36510"/>
                </a:lnTo>
                <a:lnTo>
                  <a:pt x="252986" y="36338"/>
                </a:lnTo>
                <a:lnTo>
                  <a:pt x="253242" y="36170"/>
                </a:lnTo>
                <a:lnTo>
                  <a:pt x="253502" y="36005"/>
                </a:lnTo>
                <a:lnTo>
                  <a:pt x="253765" y="35844"/>
                </a:lnTo>
                <a:lnTo>
                  <a:pt x="254032" y="35686"/>
                </a:lnTo>
                <a:lnTo>
                  <a:pt x="254301" y="35532"/>
                </a:lnTo>
                <a:lnTo>
                  <a:pt x="254575" y="35382"/>
                </a:lnTo>
                <a:lnTo>
                  <a:pt x="254851" y="35235"/>
                </a:lnTo>
                <a:lnTo>
                  <a:pt x="255131" y="35092"/>
                </a:lnTo>
                <a:lnTo>
                  <a:pt x="255415" y="34952"/>
                </a:lnTo>
                <a:lnTo>
                  <a:pt x="255702" y="34816"/>
                </a:lnTo>
                <a:lnTo>
                  <a:pt x="255992" y="34684"/>
                </a:lnTo>
                <a:lnTo>
                  <a:pt x="256285" y="34555"/>
                </a:lnTo>
                <a:lnTo>
                  <a:pt x="256582" y="34430"/>
                </a:lnTo>
                <a:lnTo>
                  <a:pt x="256883" y="34308"/>
                </a:lnTo>
                <a:lnTo>
                  <a:pt x="257187" y="34190"/>
                </a:lnTo>
                <a:lnTo>
                  <a:pt x="257494" y="34076"/>
                </a:lnTo>
                <a:lnTo>
                  <a:pt x="257805" y="33966"/>
                </a:lnTo>
                <a:lnTo>
                  <a:pt x="258120" y="33860"/>
                </a:lnTo>
                <a:lnTo>
                  <a:pt x="258439" y="33759"/>
                </a:lnTo>
                <a:lnTo>
                  <a:pt x="258763" y="33662"/>
                </a:lnTo>
                <a:lnTo>
                  <a:pt x="259091" y="33571"/>
                </a:lnTo>
                <a:lnTo>
                  <a:pt x="259423" y="33484"/>
                </a:lnTo>
                <a:lnTo>
                  <a:pt x="259759" y="33402"/>
                </a:lnTo>
                <a:lnTo>
                  <a:pt x="260099" y="33324"/>
                </a:lnTo>
                <a:lnTo>
                  <a:pt x="260444" y="33251"/>
                </a:lnTo>
                <a:lnTo>
                  <a:pt x="260793" y="33183"/>
                </a:lnTo>
                <a:lnTo>
                  <a:pt x="261146" y="33120"/>
                </a:lnTo>
                <a:lnTo>
                  <a:pt x="261503" y="33061"/>
                </a:lnTo>
                <a:lnTo>
                  <a:pt x="261865" y="33007"/>
                </a:lnTo>
                <a:lnTo>
                  <a:pt x="262231" y="32957"/>
                </a:lnTo>
                <a:lnTo>
                  <a:pt x="262601" y="32913"/>
                </a:lnTo>
                <a:lnTo>
                  <a:pt x="262975" y="32873"/>
                </a:lnTo>
                <a:lnTo>
                  <a:pt x="263353" y="32838"/>
                </a:lnTo>
                <a:lnTo>
                  <a:pt x="263736" y="32807"/>
                </a:lnTo>
                <a:lnTo>
                  <a:pt x="264122" y="32781"/>
                </a:lnTo>
                <a:lnTo>
                  <a:pt x="264513" y="32760"/>
                </a:lnTo>
                <a:lnTo>
                  <a:pt x="264909" y="32744"/>
                </a:lnTo>
                <a:lnTo>
                  <a:pt x="265308" y="32732"/>
                </a:lnTo>
                <a:lnTo>
                  <a:pt x="265712" y="32725"/>
                </a:lnTo>
                <a:lnTo>
                  <a:pt x="266120" y="32722"/>
                </a:lnTo>
                <a:lnTo>
                  <a:pt x="267670" y="32722"/>
                </a:lnTo>
                <a:lnTo>
                  <a:pt x="267670" y="22400"/>
                </a:lnTo>
                <a:lnTo>
                  <a:pt x="266322" y="22400"/>
                </a:lnTo>
                <a:lnTo>
                  <a:pt x="265675" y="22406"/>
                </a:lnTo>
                <a:lnTo>
                  <a:pt x="265039" y="22424"/>
                </a:lnTo>
                <a:lnTo>
                  <a:pt x="264413" y="22453"/>
                </a:lnTo>
                <a:lnTo>
                  <a:pt x="263797" y="22495"/>
                </a:lnTo>
                <a:lnTo>
                  <a:pt x="263190" y="22549"/>
                </a:lnTo>
                <a:lnTo>
                  <a:pt x="262594" y="22615"/>
                </a:lnTo>
                <a:lnTo>
                  <a:pt x="262008" y="22692"/>
                </a:lnTo>
                <a:lnTo>
                  <a:pt x="261432" y="22782"/>
                </a:lnTo>
                <a:lnTo>
                  <a:pt x="260866" y="22884"/>
                </a:lnTo>
                <a:lnTo>
                  <a:pt x="260311" y="22997"/>
                </a:lnTo>
                <a:lnTo>
                  <a:pt x="259765" y="23123"/>
                </a:lnTo>
                <a:lnTo>
                  <a:pt x="259229" y="23260"/>
                </a:lnTo>
                <a:lnTo>
                  <a:pt x="258703" y="23409"/>
                </a:lnTo>
                <a:lnTo>
                  <a:pt x="258188" y="23571"/>
                </a:lnTo>
                <a:lnTo>
                  <a:pt x="257682" y="23744"/>
                </a:lnTo>
                <a:lnTo>
                  <a:pt x="257187" y="23929"/>
                </a:lnTo>
                <a:lnTo>
                  <a:pt x="256701" y="24126"/>
                </a:lnTo>
                <a:lnTo>
                  <a:pt x="256226" y="24335"/>
                </a:lnTo>
                <a:lnTo>
                  <a:pt x="255761" y="24556"/>
                </a:lnTo>
                <a:lnTo>
                  <a:pt x="255305" y="24789"/>
                </a:lnTo>
                <a:lnTo>
                  <a:pt x="254860" y="25034"/>
                </a:lnTo>
                <a:lnTo>
                  <a:pt x="254425" y="25291"/>
                </a:lnTo>
                <a:lnTo>
                  <a:pt x="254000" y="25560"/>
                </a:lnTo>
                <a:lnTo>
                  <a:pt x="253585" y="25841"/>
                </a:lnTo>
                <a:lnTo>
                  <a:pt x="253179" y="26130"/>
                </a:lnTo>
                <a:lnTo>
                  <a:pt x="252780" y="26425"/>
                </a:lnTo>
                <a:lnTo>
                  <a:pt x="252388" y="26726"/>
                </a:lnTo>
                <a:lnTo>
                  <a:pt x="252003" y="27033"/>
                </a:lnTo>
                <a:lnTo>
                  <a:pt x="251626" y="27345"/>
                </a:lnTo>
                <a:lnTo>
                  <a:pt x="251256" y="27662"/>
                </a:lnTo>
                <a:lnTo>
                  <a:pt x="250893" y="27986"/>
                </a:lnTo>
                <a:lnTo>
                  <a:pt x="250538" y="28314"/>
                </a:lnTo>
                <a:lnTo>
                  <a:pt x="250189" y="28649"/>
                </a:lnTo>
                <a:lnTo>
                  <a:pt x="249848" y="28989"/>
                </a:lnTo>
                <a:lnTo>
                  <a:pt x="249514" y="29335"/>
                </a:lnTo>
                <a:lnTo>
                  <a:pt x="249188" y="29686"/>
                </a:lnTo>
                <a:lnTo>
                  <a:pt x="248869" y="30043"/>
                </a:lnTo>
                <a:lnTo>
                  <a:pt x="248557" y="30406"/>
                </a:lnTo>
                <a:lnTo>
                  <a:pt x="248252" y="30774"/>
                </a:lnTo>
                <a:lnTo>
                  <a:pt x="247954" y="31148"/>
                </a:lnTo>
                <a:lnTo>
                  <a:pt x="247664" y="31528"/>
                </a:lnTo>
                <a:lnTo>
                  <a:pt x="247381" y="31913"/>
                </a:lnTo>
                <a:lnTo>
                  <a:pt x="247105" y="32304"/>
                </a:lnTo>
                <a:lnTo>
                  <a:pt x="246837" y="32700"/>
                </a:lnTo>
                <a:lnTo>
                  <a:pt x="246575" y="33102"/>
                </a:lnTo>
                <a:lnTo>
                  <a:pt x="246321" y="33510"/>
                </a:lnTo>
                <a:lnTo>
                  <a:pt x="246075" y="33923"/>
                </a:lnTo>
                <a:lnTo>
                  <a:pt x="245835" y="34342"/>
                </a:lnTo>
                <a:lnTo>
                  <a:pt x="245431" y="23614"/>
                </a:lnTo>
                <a:lnTo>
                  <a:pt x="234851" y="23614"/>
                </a:lnTo>
                <a:lnTo>
                  <a:pt x="234851" y="92028"/>
                </a:lnTo>
                <a:lnTo>
                  <a:pt x="246105" y="92028"/>
                </a:lnTo>
                <a:lnTo>
                  <a:pt x="246105" y="43330"/>
                </a:lnTo>
                <a:lnTo>
                  <a:pt x="246291" y="43070"/>
                </a:lnTo>
                <a:close/>
                <a:moveTo>
                  <a:pt x="195518" y="93198"/>
                </a:moveTo>
                <a:lnTo>
                  <a:pt x="196165" y="93163"/>
                </a:lnTo>
                <a:lnTo>
                  <a:pt x="196804" y="93119"/>
                </a:lnTo>
                <a:lnTo>
                  <a:pt x="197435" y="93065"/>
                </a:lnTo>
                <a:lnTo>
                  <a:pt x="198059" y="93000"/>
                </a:lnTo>
                <a:lnTo>
                  <a:pt x="198675" y="92926"/>
                </a:lnTo>
                <a:lnTo>
                  <a:pt x="199283" y="92843"/>
                </a:lnTo>
                <a:lnTo>
                  <a:pt x="199884" y="92749"/>
                </a:lnTo>
                <a:lnTo>
                  <a:pt x="200476" y="92645"/>
                </a:lnTo>
                <a:lnTo>
                  <a:pt x="201062" y="92532"/>
                </a:lnTo>
                <a:lnTo>
                  <a:pt x="201639" y="92409"/>
                </a:lnTo>
                <a:lnTo>
                  <a:pt x="202209" y="92276"/>
                </a:lnTo>
                <a:lnTo>
                  <a:pt x="202770" y="92133"/>
                </a:lnTo>
                <a:lnTo>
                  <a:pt x="203325" y="91980"/>
                </a:lnTo>
                <a:lnTo>
                  <a:pt x="203871" y="91817"/>
                </a:lnTo>
                <a:lnTo>
                  <a:pt x="204410" y="91645"/>
                </a:lnTo>
                <a:lnTo>
                  <a:pt x="204941" y="91462"/>
                </a:lnTo>
                <a:lnTo>
                  <a:pt x="205464" y="91270"/>
                </a:lnTo>
                <a:lnTo>
                  <a:pt x="205980" y="91068"/>
                </a:lnTo>
                <a:lnTo>
                  <a:pt x="206488" y="90856"/>
                </a:lnTo>
                <a:lnTo>
                  <a:pt x="206988" y="90634"/>
                </a:lnTo>
                <a:lnTo>
                  <a:pt x="207480" y="90402"/>
                </a:lnTo>
                <a:lnTo>
                  <a:pt x="207964" y="90161"/>
                </a:lnTo>
                <a:lnTo>
                  <a:pt x="208440" y="89912"/>
                </a:lnTo>
                <a:lnTo>
                  <a:pt x="208906" y="89654"/>
                </a:lnTo>
                <a:lnTo>
                  <a:pt x="209363" y="89388"/>
                </a:lnTo>
                <a:lnTo>
                  <a:pt x="209811" y="89114"/>
                </a:lnTo>
                <a:lnTo>
                  <a:pt x="210250" y="88832"/>
                </a:lnTo>
                <a:lnTo>
                  <a:pt x="210680" y="88541"/>
                </a:lnTo>
                <a:lnTo>
                  <a:pt x="211101" y="88243"/>
                </a:lnTo>
                <a:lnTo>
                  <a:pt x="211513" y="87935"/>
                </a:lnTo>
                <a:lnTo>
                  <a:pt x="211916" y="87620"/>
                </a:lnTo>
                <a:lnTo>
                  <a:pt x="212310" y="87296"/>
                </a:lnTo>
                <a:lnTo>
                  <a:pt x="212695" y="86964"/>
                </a:lnTo>
                <a:lnTo>
                  <a:pt x="213071" y="86624"/>
                </a:lnTo>
                <a:lnTo>
                  <a:pt x="213438" y="86276"/>
                </a:lnTo>
                <a:lnTo>
                  <a:pt x="213796" y="85919"/>
                </a:lnTo>
                <a:lnTo>
                  <a:pt x="214145" y="85554"/>
                </a:lnTo>
                <a:lnTo>
                  <a:pt x="214484" y="85180"/>
                </a:lnTo>
                <a:lnTo>
                  <a:pt x="214815" y="84799"/>
                </a:lnTo>
                <a:lnTo>
                  <a:pt x="215137" y="84409"/>
                </a:lnTo>
                <a:lnTo>
                  <a:pt x="215450" y="84011"/>
                </a:lnTo>
                <a:lnTo>
                  <a:pt x="215754" y="83604"/>
                </a:lnTo>
                <a:lnTo>
                  <a:pt x="216049" y="83190"/>
                </a:lnTo>
                <a:lnTo>
                  <a:pt x="216335" y="82767"/>
                </a:lnTo>
                <a:lnTo>
                  <a:pt x="216612" y="82335"/>
                </a:lnTo>
                <a:lnTo>
                  <a:pt x="216879" y="81896"/>
                </a:lnTo>
                <a:lnTo>
                  <a:pt x="217135" y="81450"/>
                </a:lnTo>
                <a:lnTo>
                  <a:pt x="217381" y="80997"/>
                </a:lnTo>
                <a:lnTo>
                  <a:pt x="217616" y="80538"/>
                </a:lnTo>
                <a:lnTo>
                  <a:pt x="217841" y="80071"/>
                </a:lnTo>
                <a:lnTo>
                  <a:pt x="218054" y="79597"/>
                </a:lnTo>
                <a:lnTo>
                  <a:pt x="218258" y="79116"/>
                </a:lnTo>
                <a:lnTo>
                  <a:pt x="218450" y="78629"/>
                </a:lnTo>
                <a:lnTo>
                  <a:pt x="218632" y="78134"/>
                </a:lnTo>
                <a:lnTo>
                  <a:pt x="218803" y="77633"/>
                </a:lnTo>
                <a:lnTo>
                  <a:pt x="218964" y="77124"/>
                </a:lnTo>
                <a:lnTo>
                  <a:pt x="219114" y="76609"/>
                </a:lnTo>
                <a:lnTo>
                  <a:pt x="219253" y="76087"/>
                </a:lnTo>
                <a:lnTo>
                  <a:pt x="219382" y="75557"/>
                </a:lnTo>
                <a:lnTo>
                  <a:pt x="219500" y="75021"/>
                </a:lnTo>
                <a:lnTo>
                  <a:pt x="219607" y="74478"/>
                </a:lnTo>
                <a:lnTo>
                  <a:pt x="219704" y="73928"/>
                </a:lnTo>
                <a:lnTo>
                  <a:pt x="219790" y="73371"/>
                </a:lnTo>
                <a:lnTo>
                  <a:pt x="219865" y="72807"/>
                </a:lnTo>
                <a:lnTo>
                  <a:pt x="219930" y="72236"/>
                </a:lnTo>
                <a:lnTo>
                  <a:pt x="219984" y="71658"/>
                </a:lnTo>
                <a:lnTo>
                  <a:pt x="220027" y="71073"/>
                </a:lnTo>
                <a:lnTo>
                  <a:pt x="220060" y="70482"/>
                </a:lnTo>
                <a:lnTo>
                  <a:pt x="220082" y="69883"/>
                </a:lnTo>
                <a:lnTo>
                  <a:pt x="208963" y="69883"/>
                </a:lnTo>
                <a:lnTo>
                  <a:pt x="208940" y="70470"/>
                </a:lnTo>
                <a:lnTo>
                  <a:pt x="208903" y="71045"/>
                </a:lnTo>
                <a:lnTo>
                  <a:pt x="208853" y="71609"/>
                </a:lnTo>
                <a:lnTo>
                  <a:pt x="208790" y="72161"/>
                </a:lnTo>
                <a:lnTo>
                  <a:pt x="208714" y="72701"/>
                </a:lnTo>
                <a:lnTo>
                  <a:pt x="208624" y="73230"/>
                </a:lnTo>
                <a:lnTo>
                  <a:pt x="208521" y="73747"/>
                </a:lnTo>
                <a:lnTo>
                  <a:pt x="208405" y="74253"/>
                </a:lnTo>
                <a:lnTo>
                  <a:pt x="208276" y="74747"/>
                </a:lnTo>
                <a:lnTo>
                  <a:pt x="208134" y="75230"/>
                </a:lnTo>
                <a:lnTo>
                  <a:pt x="207978" y="75700"/>
                </a:lnTo>
                <a:lnTo>
                  <a:pt x="207809" y="76160"/>
                </a:lnTo>
                <a:lnTo>
                  <a:pt x="207627" y="76607"/>
                </a:lnTo>
                <a:lnTo>
                  <a:pt x="207432" y="77044"/>
                </a:lnTo>
                <a:lnTo>
                  <a:pt x="207223" y="77468"/>
                </a:lnTo>
                <a:lnTo>
                  <a:pt x="207001" y="77881"/>
                </a:lnTo>
                <a:lnTo>
                  <a:pt x="206766" y="78282"/>
                </a:lnTo>
                <a:lnTo>
                  <a:pt x="206518" y="78672"/>
                </a:lnTo>
                <a:lnTo>
                  <a:pt x="206257" y="79050"/>
                </a:lnTo>
                <a:lnTo>
                  <a:pt x="205982" y="79417"/>
                </a:lnTo>
                <a:lnTo>
                  <a:pt x="205694" y="79771"/>
                </a:lnTo>
                <a:lnTo>
                  <a:pt x="205393" y="80115"/>
                </a:lnTo>
                <a:lnTo>
                  <a:pt x="205079" y="80446"/>
                </a:lnTo>
                <a:lnTo>
                  <a:pt x="204751" y="80767"/>
                </a:lnTo>
                <a:lnTo>
                  <a:pt x="204411" y="81074"/>
                </a:lnTo>
                <a:lnTo>
                  <a:pt x="204061" y="81369"/>
                </a:lnTo>
                <a:lnTo>
                  <a:pt x="203699" y="81651"/>
                </a:lnTo>
                <a:lnTo>
                  <a:pt x="203326" y="81919"/>
                </a:lnTo>
                <a:lnTo>
                  <a:pt x="202941" y="82175"/>
                </a:lnTo>
                <a:lnTo>
                  <a:pt x="202546" y="82417"/>
                </a:lnTo>
                <a:lnTo>
                  <a:pt x="202140" y="82646"/>
                </a:lnTo>
                <a:lnTo>
                  <a:pt x="201722" y="82862"/>
                </a:lnTo>
                <a:lnTo>
                  <a:pt x="201294" y="83065"/>
                </a:lnTo>
                <a:lnTo>
                  <a:pt x="200854" y="83255"/>
                </a:lnTo>
                <a:lnTo>
                  <a:pt x="200403" y="83432"/>
                </a:lnTo>
                <a:lnTo>
                  <a:pt x="199941" y="83596"/>
                </a:lnTo>
                <a:lnTo>
                  <a:pt x="199468" y="83746"/>
                </a:lnTo>
                <a:lnTo>
                  <a:pt x="198984" y="83884"/>
                </a:lnTo>
                <a:lnTo>
                  <a:pt x="198489" y="84008"/>
                </a:lnTo>
                <a:lnTo>
                  <a:pt x="197982" y="84119"/>
                </a:lnTo>
                <a:lnTo>
                  <a:pt x="197465" y="84218"/>
                </a:lnTo>
                <a:lnTo>
                  <a:pt x="196936" y="84303"/>
                </a:lnTo>
                <a:lnTo>
                  <a:pt x="196396" y="84375"/>
                </a:lnTo>
                <a:lnTo>
                  <a:pt x="195845" y="84434"/>
                </a:lnTo>
                <a:lnTo>
                  <a:pt x="195283" y="84480"/>
                </a:lnTo>
                <a:lnTo>
                  <a:pt x="194710" y="84512"/>
                </a:lnTo>
                <a:lnTo>
                  <a:pt x="194126" y="84532"/>
                </a:lnTo>
                <a:lnTo>
                  <a:pt x="193531" y="84539"/>
                </a:lnTo>
                <a:lnTo>
                  <a:pt x="192979" y="84533"/>
                </a:lnTo>
                <a:lnTo>
                  <a:pt x="192436" y="84515"/>
                </a:lnTo>
                <a:lnTo>
                  <a:pt x="191902" y="84485"/>
                </a:lnTo>
                <a:lnTo>
                  <a:pt x="191377" y="84444"/>
                </a:lnTo>
                <a:lnTo>
                  <a:pt x="190861" y="84390"/>
                </a:lnTo>
                <a:lnTo>
                  <a:pt x="190353" y="84325"/>
                </a:lnTo>
                <a:lnTo>
                  <a:pt x="189854" y="84248"/>
                </a:lnTo>
                <a:lnTo>
                  <a:pt x="189364" y="84159"/>
                </a:lnTo>
                <a:lnTo>
                  <a:pt x="188882" y="84059"/>
                </a:lnTo>
                <a:lnTo>
                  <a:pt x="188410" y="83946"/>
                </a:lnTo>
                <a:lnTo>
                  <a:pt x="187946" y="83821"/>
                </a:lnTo>
                <a:lnTo>
                  <a:pt x="187491" y="83685"/>
                </a:lnTo>
                <a:lnTo>
                  <a:pt x="187045" y="83537"/>
                </a:lnTo>
                <a:lnTo>
                  <a:pt x="186607" y="83377"/>
                </a:lnTo>
                <a:lnTo>
                  <a:pt x="186178" y="83205"/>
                </a:lnTo>
                <a:lnTo>
                  <a:pt x="185758" y="83021"/>
                </a:lnTo>
                <a:lnTo>
                  <a:pt x="185347" y="82826"/>
                </a:lnTo>
                <a:lnTo>
                  <a:pt x="184945" y="82618"/>
                </a:lnTo>
                <a:lnTo>
                  <a:pt x="184551" y="82399"/>
                </a:lnTo>
                <a:lnTo>
                  <a:pt x="184166" y="82168"/>
                </a:lnTo>
                <a:lnTo>
                  <a:pt x="183790" y="81925"/>
                </a:lnTo>
                <a:lnTo>
                  <a:pt x="183423" y="81670"/>
                </a:lnTo>
                <a:lnTo>
                  <a:pt x="183064" y="81404"/>
                </a:lnTo>
                <a:lnTo>
                  <a:pt x="182715" y="81125"/>
                </a:lnTo>
                <a:lnTo>
                  <a:pt x="182373" y="80837"/>
                </a:lnTo>
                <a:lnTo>
                  <a:pt x="182039" y="80540"/>
                </a:lnTo>
                <a:lnTo>
                  <a:pt x="181714" y="80236"/>
                </a:lnTo>
                <a:lnTo>
                  <a:pt x="181396" y="79924"/>
                </a:lnTo>
                <a:lnTo>
                  <a:pt x="181086" y="79605"/>
                </a:lnTo>
                <a:lnTo>
                  <a:pt x="180783" y="79277"/>
                </a:lnTo>
                <a:lnTo>
                  <a:pt x="180489" y="78942"/>
                </a:lnTo>
                <a:lnTo>
                  <a:pt x="180202" y="78599"/>
                </a:lnTo>
                <a:lnTo>
                  <a:pt x="179924" y="78248"/>
                </a:lnTo>
                <a:lnTo>
                  <a:pt x="179653" y="77890"/>
                </a:lnTo>
                <a:lnTo>
                  <a:pt x="179390" y="77524"/>
                </a:lnTo>
                <a:lnTo>
                  <a:pt x="179134" y="77150"/>
                </a:lnTo>
                <a:lnTo>
                  <a:pt x="178887" y="76768"/>
                </a:lnTo>
                <a:lnTo>
                  <a:pt x="178648" y="76378"/>
                </a:lnTo>
                <a:lnTo>
                  <a:pt x="178416" y="75981"/>
                </a:lnTo>
                <a:lnTo>
                  <a:pt x="178192" y="75576"/>
                </a:lnTo>
                <a:lnTo>
                  <a:pt x="177976" y="75163"/>
                </a:lnTo>
                <a:lnTo>
                  <a:pt x="177768" y="74742"/>
                </a:lnTo>
                <a:lnTo>
                  <a:pt x="177567" y="74314"/>
                </a:lnTo>
                <a:lnTo>
                  <a:pt x="177375" y="73877"/>
                </a:lnTo>
                <a:lnTo>
                  <a:pt x="177190" y="73433"/>
                </a:lnTo>
                <a:lnTo>
                  <a:pt x="177013" y="72982"/>
                </a:lnTo>
                <a:lnTo>
                  <a:pt x="176844" y="72522"/>
                </a:lnTo>
                <a:lnTo>
                  <a:pt x="176683" y="72055"/>
                </a:lnTo>
                <a:lnTo>
                  <a:pt x="176529" y="71582"/>
                </a:lnTo>
                <a:lnTo>
                  <a:pt x="176381" y="71105"/>
                </a:lnTo>
                <a:lnTo>
                  <a:pt x="176240" y="70624"/>
                </a:lnTo>
                <a:lnTo>
                  <a:pt x="176105" y="70139"/>
                </a:lnTo>
                <a:lnTo>
                  <a:pt x="175976" y="69651"/>
                </a:lnTo>
                <a:lnTo>
                  <a:pt x="175853" y="69158"/>
                </a:lnTo>
                <a:lnTo>
                  <a:pt x="175737" y="68662"/>
                </a:lnTo>
                <a:lnTo>
                  <a:pt x="175627" y="68162"/>
                </a:lnTo>
                <a:lnTo>
                  <a:pt x="175524" y="67659"/>
                </a:lnTo>
                <a:lnTo>
                  <a:pt x="175427" y="67151"/>
                </a:lnTo>
                <a:lnTo>
                  <a:pt x="175336" y="66640"/>
                </a:lnTo>
                <a:lnTo>
                  <a:pt x="175251" y="66124"/>
                </a:lnTo>
                <a:lnTo>
                  <a:pt x="175173" y="65605"/>
                </a:lnTo>
                <a:lnTo>
                  <a:pt x="175101" y="65082"/>
                </a:lnTo>
                <a:lnTo>
                  <a:pt x="175035" y="64556"/>
                </a:lnTo>
                <a:lnTo>
                  <a:pt x="174976" y="64025"/>
                </a:lnTo>
                <a:lnTo>
                  <a:pt x="174923" y="63491"/>
                </a:lnTo>
                <a:lnTo>
                  <a:pt x="174876" y="62952"/>
                </a:lnTo>
                <a:lnTo>
                  <a:pt x="174836" y="62410"/>
                </a:lnTo>
                <a:lnTo>
                  <a:pt x="174802" y="61864"/>
                </a:lnTo>
                <a:lnTo>
                  <a:pt x="174774" y="61315"/>
                </a:lnTo>
                <a:lnTo>
                  <a:pt x="174753" y="60761"/>
                </a:lnTo>
                <a:lnTo>
                  <a:pt x="174738" y="60204"/>
                </a:lnTo>
                <a:lnTo>
                  <a:pt x="174729" y="59643"/>
                </a:lnTo>
                <a:lnTo>
                  <a:pt x="219813" y="59643"/>
                </a:lnTo>
                <a:lnTo>
                  <a:pt x="219824" y="59588"/>
                </a:lnTo>
                <a:lnTo>
                  <a:pt x="219835" y="59531"/>
                </a:lnTo>
                <a:lnTo>
                  <a:pt x="219845" y="59472"/>
                </a:lnTo>
                <a:lnTo>
                  <a:pt x="219855" y="59409"/>
                </a:lnTo>
                <a:lnTo>
                  <a:pt x="219865" y="59344"/>
                </a:lnTo>
                <a:lnTo>
                  <a:pt x="219874" y="59276"/>
                </a:lnTo>
                <a:lnTo>
                  <a:pt x="219883" y="59205"/>
                </a:lnTo>
                <a:lnTo>
                  <a:pt x="219891" y="59131"/>
                </a:lnTo>
                <a:lnTo>
                  <a:pt x="219900" y="59055"/>
                </a:lnTo>
                <a:lnTo>
                  <a:pt x="219908" y="58975"/>
                </a:lnTo>
                <a:lnTo>
                  <a:pt x="219915" y="58893"/>
                </a:lnTo>
                <a:lnTo>
                  <a:pt x="219922" y="58808"/>
                </a:lnTo>
                <a:lnTo>
                  <a:pt x="219929" y="58720"/>
                </a:lnTo>
                <a:lnTo>
                  <a:pt x="219936" y="58630"/>
                </a:lnTo>
                <a:lnTo>
                  <a:pt x="219942" y="58536"/>
                </a:lnTo>
                <a:lnTo>
                  <a:pt x="219948" y="58440"/>
                </a:lnTo>
                <a:lnTo>
                  <a:pt x="219953" y="58341"/>
                </a:lnTo>
                <a:lnTo>
                  <a:pt x="219958" y="58240"/>
                </a:lnTo>
                <a:lnTo>
                  <a:pt x="219963" y="58135"/>
                </a:lnTo>
                <a:lnTo>
                  <a:pt x="219967" y="58028"/>
                </a:lnTo>
                <a:lnTo>
                  <a:pt x="219971" y="57917"/>
                </a:lnTo>
                <a:lnTo>
                  <a:pt x="219975" y="57804"/>
                </a:lnTo>
                <a:lnTo>
                  <a:pt x="219978" y="57689"/>
                </a:lnTo>
                <a:lnTo>
                  <a:pt x="219981" y="57570"/>
                </a:lnTo>
                <a:lnTo>
                  <a:pt x="219984" y="57451"/>
                </a:lnTo>
                <a:lnTo>
                  <a:pt x="219987" y="57333"/>
                </a:lnTo>
                <a:lnTo>
                  <a:pt x="219989" y="57216"/>
                </a:lnTo>
                <a:lnTo>
                  <a:pt x="219992" y="57101"/>
                </a:lnTo>
                <a:lnTo>
                  <a:pt x="219994" y="56987"/>
                </a:lnTo>
                <a:lnTo>
                  <a:pt x="219996" y="56874"/>
                </a:lnTo>
                <a:lnTo>
                  <a:pt x="219998" y="56763"/>
                </a:lnTo>
                <a:lnTo>
                  <a:pt x="220000" y="56653"/>
                </a:lnTo>
                <a:lnTo>
                  <a:pt x="220002" y="56544"/>
                </a:lnTo>
                <a:lnTo>
                  <a:pt x="220004" y="56437"/>
                </a:lnTo>
                <a:lnTo>
                  <a:pt x="220005" y="56331"/>
                </a:lnTo>
                <a:lnTo>
                  <a:pt x="220007" y="56226"/>
                </a:lnTo>
                <a:lnTo>
                  <a:pt x="220008" y="56123"/>
                </a:lnTo>
                <a:lnTo>
                  <a:pt x="220009" y="56021"/>
                </a:lnTo>
                <a:lnTo>
                  <a:pt x="220010" y="55921"/>
                </a:lnTo>
                <a:lnTo>
                  <a:pt x="220011" y="55821"/>
                </a:lnTo>
                <a:lnTo>
                  <a:pt x="220012" y="55723"/>
                </a:lnTo>
                <a:lnTo>
                  <a:pt x="220013" y="55627"/>
                </a:lnTo>
                <a:lnTo>
                  <a:pt x="220014" y="55532"/>
                </a:lnTo>
                <a:lnTo>
                  <a:pt x="220014" y="55438"/>
                </a:lnTo>
                <a:lnTo>
                  <a:pt x="220014" y="55345"/>
                </a:lnTo>
                <a:lnTo>
                  <a:pt x="220015" y="55254"/>
                </a:lnTo>
                <a:lnTo>
                  <a:pt x="220015" y="55164"/>
                </a:lnTo>
                <a:lnTo>
                  <a:pt x="220015" y="55076"/>
                </a:lnTo>
                <a:lnTo>
                  <a:pt x="220002" y="53771"/>
                </a:lnTo>
                <a:lnTo>
                  <a:pt x="219964" y="52492"/>
                </a:lnTo>
                <a:lnTo>
                  <a:pt x="219900" y="51238"/>
                </a:lnTo>
                <a:lnTo>
                  <a:pt x="219811" y="50010"/>
                </a:lnTo>
                <a:lnTo>
                  <a:pt x="219696" y="48808"/>
                </a:lnTo>
                <a:lnTo>
                  <a:pt x="219556" y="47631"/>
                </a:lnTo>
                <a:lnTo>
                  <a:pt x="219390" y="46480"/>
                </a:lnTo>
                <a:lnTo>
                  <a:pt x="219199" y="45355"/>
                </a:lnTo>
                <a:lnTo>
                  <a:pt x="218982" y="44255"/>
                </a:lnTo>
                <a:lnTo>
                  <a:pt x="218740" y="43181"/>
                </a:lnTo>
                <a:lnTo>
                  <a:pt x="218472" y="42133"/>
                </a:lnTo>
                <a:lnTo>
                  <a:pt x="218179" y="41110"/>
                </a:lnTo>
                <a:lnTo>
                  <a:pt x="217860" y="40112"/>
                </a:lnTo>
                <a:lnTo>
                  <a:pt x="217515" y="39141"/>
                </a:lnTo>
                <a:lnTo>
                  <a:pt x="217146" y="38195"/>
                </a:lnTo>
                <a:lnTo>
                  <a:pt x="216750" y="37274"/>
                </a:lnTo>
                <a:lnTo>
                  <a:pt x="216329" y="36379"/>
                </a:lnTo>
                <a:lnTo>
                  <a:pt x="215883" y="35510"/>
                </a:lnTo>
                <a:lnTo>
                  <a:pt x="215411" y="34667"/>
                </a:lnTo>
                <a:lnTo>
                  <a:pt x="214914" y="33849"/>
                </a:lnTo>
                <a:lnTo>
                  <a:pt x="214391" y="33056"/>
                </a:lnTo>
                <a:lnTo>
                  <a:pt x="213843" y="32290"/>
                </a:lnTo>
                <a:lnTo>
                  <a:pt x="213269" y="31549"/>
                </a:lnTo>
                <a:lnTo>
                  <a:pt x="212669" y="30833"/>
                </a:lnTo>
                <a:lnTo>
                  <a:pt x="212048" y="30145"/>
                </a:lnTo>
                <a:lnTo>
                  <a:pt x="211406" y="29486"/>
                </a:lnTo>
                <a:lnTo>
                  <a:pt x="210745" y="28857"/>
                </a:lnTo>
                <a:lnTo>
                  <a:pt x="210064" y="28256"/>
                </a:lnTo>
                <a:lnTo>
                  <a:pt x="209363" y="27685"/>
                </a:lnTo>
                <a:lnTo>
                  <a:pt x="208643" y="27144"/>
                </a:lnTo>
                <a:lnTo>
                  <a:pt x="207903" y="26631"/>
                </a:lnTo>
                <a:lnTo>
                  <a:pt x="207143" y="26148"/>
                </a:lnTo>
                <a:lnTo>
                  <a:pt x="206364" y="25694"/>
                </a:lnTo>
                <a:lnTo>
                  <a:pt x="205565" y="25269"/>
                </a:lnTo>
                <a:lnTo>
                  <a:pt x="204747" y="24874"/>
                </a:lnTo>
                <a:lnTo>
                  <a:pt x="203909" y="24508"/>
                </a:lnTo>
                <a:lnTo>
                  <a:pt x="203051" y="24171"/>
                </a:lnTo>
                <a:lnTo>
                  <a:pt x="202173" y="23864"/>
                </a:lnTo>
                <a:lnTo>
                  <a:pt x="201276" y="23586"/>
                </a:lnTo>
                <a:lnTo>
                  <a:pt x="200360" y="23337"/>
                </a:lnTo>
                <a:lnTo>
                  <a:pt x="199423" y="23117"/>
                </a:lnTo>
                <a:lnTo>
                  <a:pt x="198467" y="22927"/>
                </a:lnTo>
                <a:lnTo>
                  <a:pt x="197491" y="22766"/>
                </a:lnTo>
                <a:lnTo>
                  <a:pt x="196496" y="22634"/>
                </a:lnTo>
                <a:lnTo>
                  <a:pt x="195481" y="22531"/>
                </a:lnTo>
                <a:lnTo>
                  <a:pt x="194446" y="22458"/>
                </a:lnTo>
                <a:lnTo>
                  <a:pt x="193392" y="22414"/>
                </a:lnTo>
                <a:lnTo>
                  <a:pt x="192318" y="22400"/>
                </a:lnTo>
                <a:lnTo>
                  <a:pt x="191515" y="22407"/>
                </a:lnTo>
                <a:lnTo>
                  <a:pt x="190723" y="22431"/>
                </a:lnTo>
                <a:lnTo>
                  <a:pt x="189943" y="22470"/>
                </a:lnTo>
                <a:lnTo>
                  <a:pt x="189174" y="22524"/>
                </a:lnTo>
                <a:lnTo>
                  <a:pt x="188416" y="22595"/>
                </a:lnTo>
                <a:lnTo>
                  <a:pt x="187670" y="22680"/>
                </a:lnTo>
                <a:lnTo>
                  <a:pt x="186935" y="22782"/>
                </a:lnTo>
                <a:lnTo>
                  <a:pt x="186211" y="22899"/>
                </a:lnTo>
                <a:lnTo>
                  <a:pt x="185499" y="23032"/>
                </a:lnTo>
                <a:lnTo>
                  <a:pt x="184798" y="23180"/>
                </a:lnTo>
                <a:lnTo>
                  <a:pt x="184109" y="23344"/>
                </a:lnTo>
                <a:lnTo>
                  <a:pt x="183431" y="23523"/>
                </a:lnTo>
                <a:lnTo>
                  <a:pt x="182764" y="23718"/>
                </a:lnTo>
                <a:lnTo>
                  <a:pt x="182108" y="23929"/>
                </a:lnTo>
                <a:lnTo>
                  <a:pt x="181464" y="24155"/>
                </a:lnTo>
                <a:lnTo>
                  <a:pt x="180831" y="24397"/>
                </a:lnTo>
                <a:lnTo>
                  <a:pt x="180210" y="24654"/>
                </a:lnTo>
                <a:lnTo>
                  <a:pt x="179600" y="24927"/>
                </a:lnTo>
                <a:lnTo>
                  <a:pt x="179001" y="25216"/>
                </a:lnTo>
                <a:lnTo>
                  <a:pt x="178414" y="25520"/>
                </a:lnTo>
                <a:lnTo>
                  <a:pt x="177838" y="25840"/>
                </a:lnTo>
                <a:lnTo>
                  <a:pt x="177273" y="26175"/>
                </a:lnTo>
                <a:lnTo>
                  <a:pt x="176720" y="26526"/>
                </a:lnTo>
                <a:lnTo>
                  <a:pt x="176178" y="26893"/>
                </a:lnTo>
                <a:lnTo>
                  <a:pt x="175647" y="27273"/>
                </a:lnTo>
                <a:lnTo>
                  <a:pt x="175128" y="27666"/>
                </a:lnTo>
                <a:lnTo>
                  <a:pt x="174620" y="28070"/>
                </a:lnTo>
                <a:lnTo>
                  <a:pt x="174123" y="28487"/>
                </a:lnTo>
                <a:lnTo>
                  <a:pt x="173638" y="28916"/>
                </a:lnTo>
                <a:lnTo>
                  <a:pt x="173164" y="29356"/>
                </a:lnTo>
                <a:lnTo>
                  <a:pt x="172702" y="29809"/>
                </a:lnTo>
                <a:lnTo>
                  <a:pt x="172250" y="30274"/>
                </a:lnTo>
                <a:lnTo>
                  <a:pt x="171811" y="30751"/>
                </a:lnTo>
                <a:lnTo>
                  <a:pt x="171382" y="31240"/>
                </a:lnTo>
                <a:lnTo>
                  <a:pt x="170965" y="31742"/>
                </a:lnTo>
                <a:lnTo>
                  <a:pt x="170559" y="32255"/>
                </a:lnTo>
                <a:lnTo>
                  <a:pt x="170165" y="32780"/>
                </a:lnTo>
                <a:lnTo>
                  <a:pt x="169782" y="33318"/>
                </a:lnTo>
                <a:lnTo>
                  <a:pt x="169410" y="33867"/>
                </a:lnTo>
                <a:lnTo>
                  <a:pt x="169049" y="34429"/>
                </a:lnTo>
                <a:lnTo>
                  <a:pt x="168700" y="35002"/>
                </a:lnTo>
                <a:lnTo>
                  <a:pt x="168363" y="35588"/>
                </a:lnTo>
                <a:lnTo>
                  <a:pt x="168036" y="36186"/>
                </a:lnTo>
                <a:lnTo>
                  <a:pt x="167721" y="36795"/>
                </a:lnTo>
                <a:lnTo>
                  <a:pt x="167418" y="37417"/>
                </a:lnTo>
                <a:lnTo>
                  <a:pt x="167125" y="38051"/>
                </a:lnTo>
                <a:lnTo>
                  <a:pt x="166844" y="38697"/>
                </a:lnTo>
                <a:lnTo>
                  <a:pt x="166575" y="39355"/>
                </a:lnTo>
                <a:lnTo>
                  <a:pt x="166316" y="40024"/>
                </a:lnTo>
                <a:lnTo>
                  <a:pt x="166069" y="40701"/>
                </a:lnTo>
                <a:lnTo>
                  <a:pt x="165832" y="41387"/>
                </a:lnTo>
                <a:lnTo>
                  <a:pt x="165607" y="42081"/>
                </a:lnTo>
                <a:lnTo>
                  <a:pt x="165392" y="42784"/>
                </a:lnTo>
                <a:lnTo>
                  <a:pt x="165189" y="43496"/>
                </a:lnTo>
                <a:lnTo>
                  <a:pt x="164996" y="44216"/>
                </a:lnTo>
                <a:lnTo>
                  <a:pt x="164815" y="44945"/>
                </a:lnTo>
                <a:lnTo>
                  <a:pt x="164645" y="45683"/>
                </a:lnTo>
                <a:lnTo>
                  <a:pt x="164485" y="46429"/>
                </a:lnTo>
                <a:lnTo>
                  <a:pt x="164337" y="47184"/>
                </a:lnTo>
                <a:lnTo>
                  <a:pt x="164199" y="47948"/>
                </a:lnTo>
                <a:lnTo>
                  <a:pt x="164073" y="48720"/>
                </a:lnTo>
                <a:lnTo>
                  <a:pt x="163957" y="49501"/>
                </a:lnTo>
                <a:lnTo>
                  <a:pt x="163853" y="50290"/>
                </a:lnTo>
                <a:lnTo>
                  <a:pt x="163759" y="51088"/>
                </a:lnTo>
                <a:lnTo>
                  <a:pt x="163677" y="51895"/>
                </a:lnTo>
                <a:lnTo>
                  <a:pt x="163605" y="52711"/>
                </a:lnTo>
                <a:lnTo>
                  <a:pt x="163545" y="53535"/>
                </a:lnTo>
                <a:lnTo>
                  <a:pt x="163495" y="54368"/>
                </a:lnTo>
                <a:lnTo>
                  <a:pt x="163457" y="55209"/>
                </a:lnTo>
                <a:lnTo>
                  <a:pt x="163429" y="56059"/>
                </a:lnTo>
                <a:lnTo>
                  <a:pt x="163413" y="56918"/>
                </a:lnTo>
                <a:lnTo>
                  <a:pt x="163407" y="57785"/>
                </a:lnTo>
                <a:lnTo>
                  <a:pt x="163413" y="58618"/>
                </a:lnTo>
                <a:lnTo>
                  <a:pt x="163430" y="59444"/>
                </a:lnTo>
                <a:lnTo>
                  <a:pt x="163458" y="60264"/>
                </a:lnTo>
                <a:lnTo>
                  <a:pt x="163498" y="61076"/>
                </a:lnTo>
                <a:lnTo>
                  <a:pt x="163549" y="61882"/>
                </a:lnTo>
                <a:lnTo>
                  <a:pt x="163612" y="62680"/>
                </a:lnTo>
                <a:lnTo>
                  <a:pt x="163685" y="63472"/>
                </a:lnTo>
                <a:lnTo>
                  <a:pt x="163770" y="64256"/>
                </a:lnTo>
                <a:lnTo>
                  <a:pt x="163867" y="65034"/>
                </a:lnTo>
                <a:lnTo>
                  <a:pt x="163975" y="65804"/>
                </a:lnTo>
                <a:lnTo>
                  <a:pt x="164094" y="66568"/>
                </a:lnTo>
                <a:lnTo>
                  <a:pt x="164224" y="67325"/>
                </a:lnTo>
                <a:lnTo>
                  <a:pt x="164366" y="68075"/>
                </a:lnTo>
                <a:lnTo>
                  <a:pt x="164519" y="68818"/>
                </a:lnTo>
                <a:lnTo>
                  <a:pt x="164684" y="69554"/>
                </a:lnTo>
                <a:lnTo>
                  <a:pt x="164860" y="70283"/>
                </a:lnTo>
                <a:lnTo>
                  <a:pt x="165047" y="71005"/>
                </a:lnTo>
                <a:lnTo>
                  <a:pt x="165246" y="71720"/>
                </a:lnTo>
                <a:lnTo>
                  <a:pt x="165456" y="72428"/>
                </a:lnTo>
                <a:lnTo>
                  <a:pt x="165677" y="73129"/>
                </a:lnTo>
                <a:lnTo>
                  <a:pt x="165910" y="73823"/>
                </a:lnTo>
                <a:lnTo>
                  <a:pt x="166154" y="74511"/>
                </a:lnTo>
                <a:lnTo>
                  <a:pt x="166409" y="75191"/>
                </a:lnTo>
                <a:lnTo>
                  <a:pt x="166676" y="75865"/>
                </a:lnTo>
                <a:lnTo>
                  <a:pt x="166954" y="76529"/>
                </a:lnTo>
                <a:lnTo>
                  <a:pt x="167244" y="77181"/>
                </a:lnTo>
                <a:lnTo>
                  <a:pt x="167546" y="77822"/>
                </a:lnTo>
                <a:lnTo>
                  <a:pt x="167860" y="78451"/>
                </a:lnTo>
                <a:lnTo>
                  <a:pt x="168185" y="79068"/>
                </a:lnTo>
                <a:lnTo>
                  <a:pt x="168523" y="79674"/>
                </a:lnTo>
                <a:lnTo>
                  <a:pt x="168872" y="80268"/>
                </a:lnTo>
                <a:lnTo>
                  <a:pt x="169233" y="80850"/>
                </a:lnTo>
                <a:lnTo>
                  <a:pt x="169606" y="81420"/>
                </a:lnTo>
                <a:lnTo>
                  <a:pt x="169990" y="81979"/>
                </a:lnTo>
                <a:lnTo>
                  <a:pt x="170387" y="82526"/>
                </a:lnTo>
                <a:lnTo>
                  <a:pt x="170795" y="83062"/>
                </a:lnTo>
                <a:lnTo>
                  <a:pt x="171215" y="83585"/>
                </a:lnTo>
                <a:lnTo>
                  <a:pt x="171647" y="84097"/>
                </a:lnTo>
                <a:lnTo>
                  <a:pt x="172091" y="84598"/>
                </a:lnTo>
                <a:lnTo>
                  <a:pt x="172546" y="85086"/>
                </a:lnTo>
                <a:lnTo>
                  <a:pt x="173013" y="85563"/>
                </a:lnTo>
                <a:lnTo>
                  <a:pt x="173493" y="86028"/>
                </a:lnTo>
                <a:lnTo>
                  <a:pt x="173984" y="86482"/>
                </a:lnTo>
                <a:lnTo>
                  <a:pt x="174486" y="86924"/>
                </a:lnTo>
                <a:lnTo>
                  <a:pt x="175001" y="87354"/>
                </a:lnTo>
                <a:lnTo>
                  <a:pt x="175527" y="87772"/>
                </a:lnTo>
                <a:lnTo>
                  <a:pt x="176066" y="88179"/>
                </a:lnTo>
                <a:lnTo>
                  <a:pt x="176616" y="88574"/>
                </a:lnTo>
                <a:lnTo>
                  <a:pt x="177178" y="88955"/>
                </a:lnTo>
                <a:lnTo>
                  <a:pt x="177752" y="89320"/>
                </a:lnTo>
                <a:lnTo>
                  <a:pt x="178339" y="89668"/>
                </a:lnTo>
                <a:lnTo>
                  <a:pt x="178939" y="90000"/>
                </a:lnTo>
                <a:lnTo>
                  <a:pt x="179551" y="90316"/>
                </a:lnTo>
                <a:lnTo>
                  <a:pt x="180175" y="90616"/>
                </a:lnTo>
                <a:lnTo>
                  <a:pt x="180811" y="90900"/>
                </a:lnTo>
                <a:lnTo>
                  <a:pt x="181460" y="91167"/>
                </a:lnTo>
                <a:lnTo>
                  <a:pt x="182122" y="91419"/>
                </a:lnTo>
                <a:lnTo>
                  <a:pt x="182796" y="91654"/>
                </a:lnTo>
                <a:lnTo>
                  <a:pt x="183482" y="91872"/>
                </a:lnTo>
                <a:lnTo>
                  <a:pt x="184180" y="92075"/>
                </a:lnTo>
                <a:lnTo>
                  <a:pt x="184891" y="92261"/>
                </a:lnTo>
                <a:lnTo>
                  <a:pt x="185615" y="92432"/>
                </a:lnTo>
                <a:lnTo>
                  <a:pt x="186350" y="92586"/>
                </a:lnTo>
                <a:lnTo>
                  <a:pt x="187099" y="92723"/>
                </a:lnTo>
                <a:lnTo>
                  <a:pt x="187859" y="92845"/>
                </a:lnTo>
                <a:lnTo>
                  <a:pt x="188632" y="92950"/>
                </a:lnTo>
                <a:lnTo>
                  <a:pt x="189418" y="93039"/>
                </a:lnTo>
                <a:lnTo>
                  <a:pt x="190215" y="93112"/>
                </a:lnTo>
                <a:lnTo>
                  <a:pt x="191026" y="93169"/>
                </a:lnTo>
                <a:lnTo>
                  <a:pt x="191848" y="93210"/>
                </a:lnTo>
                <a:lnTo>
                  <a:pt x="192683" y="93234"/>
                </a:lnTo>
                <a:lnTo>
                  <a:pt x="193531" y="93242"/>
                </a:lnTo>
                <a:lnTo>
                  <a:pt x="194201" y="93237"/>
                </a:lnTo>
                <a:lnTo>
                  <a:pt x="194863" y="93222"/>
                </a:lnTo>
                <a:lnTo>
                  <a:pt x="195518" y="93198"/>
                </a:lnTo>
                <a:close/>
                <a:moveTo>
                  <a:pt x="175055" y="48994"/>
                </a:moveTo>
                <a:lnTo>
                  <a:pt x="175166" y="48221"/>
                </a:lnTo>
                <a:lnTo>
                  <a:pt x="175290" y="47465"/>
                </a:lnTo>
                <a:lnTo>
                  <a:pt x="175426" y="46725"/>
                </a:lnTo>
                <a:lnTo>
                  <a:pt x="175575" y="46002"/>
                </a:lnTo>
                <a:lnTo>
                  <a:pt x="175736" y="45295"/>
                </a:lnTo>
                <a:lnTo>
                  <a:pt x="175910" y="44605"/>
                </a:lnTo>
                <a:lnTo>
                  <a:pt x="176096" y="43931"/>
                </a:lnTo>
                <a:lnTo>
                  <a:pt x="176295" y="43274"/>
                </a:lnTo>
                <a:lnTo>
                  <a:pt x="176506" y="42634"/>
                </a:lnTo>
                <a:lnTo>
                  <a:pt x="176730" y="42010"/>
                </a:lnTo>
                <a:lnTo>
                  <a:pt x="176967" y="41403"/>
                </a:lnTo>
                <a:lnTo>
                  <a:pt x="177215" y="40812"/>
                </a:lnTo>
                <a:lnTo>
                  <a:pt x="177477" y="40238"/>
                </a:lnTo>
                <a:lnTo>
                  <a:pt x="177751" y="39680"/>
                </a:lnTo>
                <a:lnTo>
                  <a:pt x="178037" y="39139"/>
                </a:lnTo>
                <a:lnTo>
                  <a:pt x="178336" y="38614"/>
                </a:lnTo>
                <a:lnTo>
                  <a:pt x="178648" y="38106"/>
                </a:lnTo>
                <a:lnTo>
                  <a:pt x="178972" y="37615"/>
                </a:lnTo>
                <a:lnTo>
                  <a:pt x="179308" y="37140"/>
                </a:lnTo>
                <a:lnTo>
                  <a:pt x="179657" y="36681"/>
                </a:lnTo>
                <a:lnTo>
                  <a:pt x="180019" y="36239"/>
                </a:lnTo>
                <a:lnTo>
                  <a:pt x="180393" y="35815"/>
                </a:lnTo>
                <a:lnTo>
                  <a:pt x="180779" y="35408"/>
                </a:lnTo>
                <a:lnTo>
                  <a:pt x="181177" y="35020"/>
                </a:lnTo>
                <a:lnTo>
                  <a:pt x="181587" y="34649"/>
                </a:lnTo>
                <a:lnTo>
                  <a:pt x="182009" y="34297"/>
                </a:lnTo>
                <a:lnTo>
                  <a:pt x="182443" y="33963"/>
                </a:lnTo>
                <a:lnTo>
                  <a:pt x="182889" y="33647"/>
                </a:lnTo>
                <a:lnTo>
                  <a:pt x="183347" y="33348"/>
                </a:lnTo>
                <a:lnTo>
                  <a:pt x="183818" y="33068"/>
                </a:lnTo>
                <a:lnTo>
                  <a:pt x="184300" y="32806"/>
                </a:lnTo>
                <a:lnTo>
                  <a:pt x="184794" y="32562"/>
                </a:lnTo>
                <a:lnTo>
                  <a:pt x="185301" y="32337"/>
                </a:lnTo>
                <a:lnTo>
                  <a:pt x="185819" y="32129"/>
                </a:lnTo>
                <a:lnTo>
                  <a:pt x="186350" y="31939"/>
                </a:lnTo>
                <a:lnTo>
                  <a:pt x="186892" y="31767"/>
                </a:lnTo>
                <a:lnTo>
                  <a:pt x="187447" y="31614"/>
                </a:lnTo>
                <a:lnTo>
                  <a:pt x="188014" y="31478"/>
                </a:lnTo>
                <a:lnTo>
                  <a:pt x="188592" y="31361"/>
                </a:lnTo>
                <a:lnTo>
                  <a:pt x="189183" y="31262"/>
                </a:lnTo>
                <a:lnTo>
                  <a:pt x="189786" y="31180"/>
                </a:lnTo>
                <a:lnTo>
                  <a:pt x="190401" y="31117"/>
                </a:lnTo>
                <a:lnTo>
                  <a:pt x="191028" y="31072"/>
                </a:lnTo>
                <a:lnTo>
                  <a:pt x="191667" y="31045"/>
                </a:lnTo>
                <a:lnTo>
                  <a:pt x="192318" y="31036"/>
                </a:lnTo>
                <a:lnTo>
                  <a:pt x="192958" y="31045"/>
                </a:lnTo>
                <a:lnTo>
                  <a:pt x="193585" y="31072"/>
                </a:lnTo>
                <a:lnTo>
                  <a:pt x="194201" y="31118"/>
                </a:lnTo>
                <a:lnTo>
                  <a:pt x="194805" y="31181"/>
                </a:lnTo>
                <a:lnTo>
                  <a:pt x="195398" y="31263"/>
                </a:lnTo>
                <a:lnTo>
                  <a:pt x="195978" y="31363"/>
                </a:lnTo>
                <a:lnTo>
                  <a:pt x="196546" y="31481"/>
                </a:lnTo>
                <a:lnTo>
                  <a:pt x="197102" y="31618"/>
                </a:lnTo>
                <a:lnTo>
                  <a:pt x="197647" y="31772"/>
                </a:lnTo>
                <a:lnTo>
                  <a:pt x="198179" y="31945"/>
                </a:lnTo>
                <a:lnTo>
                  <a:pt x="198700" y="32136"/>
                </a:lnTo>
                <a:lnTo>
                  <a:pt x="199208" y="32346"/>
                </a:lnTo>
                <a:lnTo>
                  <a:pt x="199705" y="32573"/>
                </a:lnTo>
                <a:lnTo>
                  <a:pt x="200190" y="32819"/>
                </a:lnTo>
                <a:lnTo>
                  <a:pt x="200662" y="33082"/>
                </a:lnTo>
                <a:lnTo>
                  <a:pt x="201123" y="33364"/>
                </a:lnTo>
                <a:lnTo>
                  <a:pt x="201572" y="33664"/>
                </a:lnTo>
                <a:lnTo>
                  <a:pt x="202009" y="33983"/>
                </a:lnTo>
                <a:lnTo>
                  <a:pt x="202434" y="34319"/>
                </a:lnTo>
                <a:lnTo>
                  <a:pt x="202847" y="34674"/>
                </a:lnTo>
                <a:lnTo>
                  <a:pt x="203249" y="35047"/>
                </a:lnTo>
                <a:lnTo>
                  <a:pt x="203638" y="35438"/>
                </a:lnTo>
                <a:lnTo>
                  <a:pt x="204015" y="35848"/>
                </a:lnTo>
                <a:lnTo>
                  <a:pt x="204380" y="36275"/>
                </a:lnTo>
                <a:lnTo>
                  <a:pt x="204733" y="36720"/>
                </a:lnTo>
                <a:lnTo>
                  <a:pt x="205071" y="37181"/>
                </a:lnTo>
                <a:lnTo>
                  <a:pt x="205394" y="37658"/>
                </a:lnTo>
                <a:lnTo>
                  <a:pt x="205704" y="38151"/>
                </a:lnTo>
                <a:lnTo>
                  <a:pt x="205999" y="38660"/>
                </a:lnTo>
                <a:lnTo>
                  <a:pt x="206280" y="39186"/>
                </a:lnTo>
                <a:lnTo>
                  <a:pt x="206547" y="39728"/>
                </a:lnTo>
                <a:lnTo>
                  <a:pt x="206799" y="40286"/>
                </a:lnTo>
                <a:lnTo>
                  <a:pt x="207037" y="40860"/>
                </a:lnTo>
                <a:lnTo>
                  <a:pt x="207261" y="41450"/>
                </a:lnTo>
                <a:lnTo>
                  <a:pt x="207470" y="42056"/>
                </a:lnTo>
                <a:lnTo>
                  <a:pt x="207666" y="42679"/>
                </a:lnTo>
                <a:lnTo>
                  <a:pt x="207847" y="43318"/>
                </a:lnTo>
                <a:lnTo>
                  <a:pt x="208013" y="43973"/>
                </a:lnTo>
                <a:lnTo>
                  <a:pt x="208166" y="44644"/>
                </a:lnTo>
                <a:lnTo>
                  <a:pt x="208304" y="45331"/>
                </a:lnTo>
                <a:lnTo>
                  <a:pt x="208428" y="46034"/>
                </a:lnTo>
                <a:lnTo>
                  <a:pt x="208538" y="46754"/>
                </a:lnTo>
                <a:lnTo>
                  <a:pt x="208633" y="47490"/>
                </a:lnTo>
                <a:lnTo>
                  <a:pt x="208714" y="48242"/>
                </a:lnTo>
                <a:lnTo>
                  <a:pt x="208781" y="49010"/>
                </a:lnTo>
                <a:lnTo>
                  <a:pt x="208833" y="49794"/>
                </a:lnTo>
                <a:lnTo>
                  <a:pt x="208872" y="50595"/>
                </a:lnTo>
                <a:lnTo>
                  <a:pt x="208896" y="51411"/>
                </a:lnTo>
                <a:lnTo>
                  <a:pt x="174796" y="51411"/>
                </a:lnTo>
                <a:lnTo>
                  <a:pt x="174870" y="50589"/>
                </a:lnTo>
                <a:lnTo>
                  <a:pt x="174956" y="49783"/>
                </a:lnTo>
                <a:lnTo>
                  <a:pt x="175055" y="48994"/>
                </a:lnTo>
                <a:close/>
                <a:moveTo>
                  <a:pt x="119721" y="93188"/>
                </a:moveTo>
                <a:lnTo>
                  <a:pt x="120351" y="93146"/>
                </a:lnTo>
                <a:lnTo>
                  <a:pt x="120972" y="93091"/>
                </a:lnTo>
                <a:lnTo>
                  <a:pt x="121584" y="93025"/>
                </a:lnTo>
                <a:lnTo>
                  <a:pt x="122187" y="92946"/>
                </a:lnTo>
                <a:lnTo>
                  <a:pt x="122780" y="92856"/>
                </a:lnTo>
                <a:lnTo>
                  <a:pt x="123364" y="92753"/>
                </a:lnTo>
                <a:lnTo>
                  <a:pt x="123939" y="92639"/>
                </a:lnTo>
                <a:lnTo>
                  <a:pt x="124504" y="92512"/>
                </a:lnTo>
                <a:lnTo>
                  <a:pt x="125061" y="92373"/>
                </a:lnTo>
                <a:lnTo>
                  <a:pt x="125608" y="92223"/>
                </a:lnTo>
                <a:lnTo>
                  <a:pt x="126146" y="92060"/>
                </a:lnTo>
                <a:lnTo>
                  <a:pt x="126675" y="91885"/>
                </a:lnTo>
                <a:lnTo>
                  <a:pt x="127194" y="91698"/>
                </a:lnTo>
                <a:lnTo>
                  <a:pt x="127704" y="91499"/>
                </a:lnTo>
                <a:lnTo>
                  <a:pt x="128205" y="91288"/>
                </a:lnTo>
                <a:lnTo>
                  <a:pt x="128697" y="91064"/>
                </a:lnTo>
                <a:lnTo>
                  <a:pt x="129179" y="90829"/>
                </a:lnTo>
                <a:lnTo>
                  <a:pt x="129652" y="90582"/>
                </a:lnTo>
                <a:lnTo>
                  <a:pt x="130116" y="90322"/>
                </a:lnTo>
                <a:lnTo>
                  <a:pt x="130571" y="90051"/>
                </a:lnTo>
                <a:lnTo>
                  <a:pt x="131016" y="89767"/>
                </a:lnTo>
                <a:lnTo>
                  <a:pt x="131453" y="89477"/>
                </a:lnTo>
                <a:lnTo>
                  <a:pt x="131882" y="89186"/>
                </a:lnTo>
                <a:lnTo>
                  <a:pt x="132302" y="88893"/>
                </a:lnTo>
                <a:lnTo>
                  <a:pt x="132713" y="88599"/>
                </a:lnTo>
                <a:lnTo>
                  <a:pt x="133117" y="88304"/>
                </a:lnTo>
                <a:lnTo>
                  <a:pt x="133512" y="88007"/>
                </a:lnTo>
                <a:lnTo>
                  <a:pt x="133899" y="87709"/>
                </a:lnTo>
                <a:lnTo>
                  <a:pt x="134277" y="87410"/>
                </a:lnTo>
                <a:lnTo>
                  <a:pt x="134648" y="87109"/>
                </a:lnTo>
                <a:lnTo>
                  <a:pt x="135010" y="86807"/>
                </a:lnTo>
                <a:lnTo>
                  <a:pt x="135363" y="86504"/>
                </a:lnTo>
                <a:lnTo>
                  <a:pt x="135709" y="86200"/>
                </a:lnTo>
                <a:lnTo>
                  <a:pt x="136046" y="85894"/>
                </a:lnTo>
                <a:lnTo>
                  <a:pt x="136374" y="85587"/>
                </a:lnTo>
                <a:lnTo>
                  <a:pt x="136695" y="85279"/>
                </a:lnTo>
                <a:lnTo>
                  <a:pt x="137007" y="84970"/>
                </a:lnTo>
                <a:lnTo>
                  <a:pt x="137310" y="84659"/>
                </a:lnTo>
                <a:lnTo>
                  <a:pt x="137606" y="84347"/>
                </a:lnTo>
                <a:lnTo>
                  <a:pt x="137893" y="84033"/>
                </a:lnTo>
                <a:lnTo>
                  <a:pt x="138172" y="83719"/>
                </a:lnTo>
                <a:lnTo>
                  <a:pt x="138443" y="83403"/>
                </a:lnTo>
                <a:lnTo>
                  <a:pt x="138705" y="83085"/>
                </a:lnTo>
                <a:lnTo>
                  <a:pt x="138959" y="82767"/>
                </a:lnTo>
                <a:lnTo>
                  <a:pt x="139204" y="82447"/>
                </a:lnTo>
                <a:lnTo>
                  <a:pt x="139474" y="92028"/>
                </a:lnTo>
                <a:lnTo>
                  <a:pt x="150324" y="92028"/>
                </a:lnTo>
                <a:lnTo>
                  <a:pt x="150324" y="23614"/>
                </a:lnTo>
                <a:lnTo>
                  <a:pt x="139070" y="23614"/>
                </a:lnTo>
                <a:lnTo>
                  <a:pt x="139070" y="72837"/>
                </a:lnTo>
                <a:lnTo>
                  <a:pt x="138836" y="73174"/>
                </a:lnTo>
                <a:lnTo>
                  <a:pt x="138597" y="73509"/>
                </a:lnTo>
                <a:lnTo>
                  <a:pt x="138351" y="73840"/>
                </a:lnTo>
                <a:lnTo>
                  <a:pt x="138100" y="74169"/>
                </a:lnTo>
                <a:lnTo>
                  <a:pt x="137842" y="74494"/>
                </a:lnTo>
                <a:lnTo>
                  <a:pt x="137579" y="74817"/>
                </a:lnTo>
                <a:lnTo>
                  <a:pt x="137309" y="75137"/>
                </a:lnTo>
                <a:lnTo>
                  <a:pt x="137033" y="75453"/>
                </a:lnTo>
                <a:lnTo>
                  <a:pt x="136751" y="75767"/>
                </a:lnTo>
                <a:lnTo>
                  <a:pt x="136463" y="76078"/>
                </a:lnTo>
                <a:lnTo>
                  <a:pt x="136169" y="76385"/>
                </a:lnTo>
                <a:lnTo>
                  <a:pt x="135869" y="76690"/>
                </a:lnTo>
                <a:lnTo>
                  <a:pt x="135562" y="76992"/>
                </a:lnTo>
                <a:lnTo>
                  <a:pt x="135250" y="77291"/>
                </a:lnTo>
                <a:lnTo>
                  <a:pt x="134931" y="77586"/>
                </a:lnTo>
                <a:lnTo>
                  <a:pt x="134607" y="77879"/>
                </a:lnTo>
                <a:lnTo>
                  <a:pt x="134276" y="78169"/>
                </a:lnTo>
                <a:lnTo>
                  <a:pt x="133940" y="78456"/>
                </a:lnTo>
                <a:lnTo>
                  <a:pt x="133597" y="78740"/>
                </a:lnTo>
                <a:lnTo>
                  <a:pt x="133248" y="79021"/>
                </a:lnTo>
                <a:lnTo>
                  <a:pt x="132893" y="79299"/>
                </a:lnTo>
                <a:lnTo>
                  <a:pt x="132532" y="79574"/>
                </a:lnTo>
                <a:lnTo>
                  <a:pt x="132165" y="79846"/>
                </a:lnTo>
                <a:lnTo>
                  <a:pt x="131791" y="80115"/>
                </a:lnTo>
                <a:lnTo>
                  <a:pt x="131411" y="80377"/>
                </a:lnTo>
                <a:lnTo>
                  <a:pt x="131023" y="80628"/>
                </a:lnTo>
                <a:lnTo>
                  <a:pt x="130628" y="80867"/>
                </a:lnTo>
                <a:lnTo>
                  <a:pt x="130225" y="81096"/>
                </a:lnTo>
                <a:lnTo>
                  <a:pt x="129814" y="81313"/>
                </a:lnTo>
                <a:lnTo>
                  <a:pt x="129395" y="81519"/>
                </a:lnTo>
                <a:lnTo>
                  <a:pt x="128968" y="81714"/>
                </a:lnTo>
                <a:lnTo>
                  <a:pt x="128534" y="81898"/>
                </a:lnTo>
                <a:lnTo>
                  <a:pt x="128092" y="82071"/>
                </a:lnTo>
                <a:lnTo>
                  <a:pt x="127643" y="82232"/>
                </a:lnTo>
                <a:lnTo>
                  <a:pt x="127185" y="82383"/>
                </a:lnTo>
                <a:lnTo>
                  <a:pt x="126720" y="82522"/>
                </a:lnTo>
                <a:lnTo>
                  <a:pt x="126248" y="82650"/>
                </a:lnTo>
                <a:lnTo>
                  <a:pt x="125767" y="82767"/>
                </a:lnTo>
                <a:lnTo>
                  <a:pt x="125279" y="82873"/>
                </a:lnTo>
                <a:lnTo>
                  <a:pt x="124783" y="82968"/>
                </a:lnTo>
                <a:lnTo>
                  <a:pt x="124279" y="83051"/>
                </a:lnTo>
                <a:lnTo>
                  <a:pt x="123768" y="83124"/>
                </a:lnTo>
                <a:lnTo>
                  <a:pt x="123249" y="83185"/>
                </a:lnTo>
                <a:lnTo>
                  <a:pt x="122722" y="83235"/>
                </a:lnTo>
                <a:lnTo>
                  <a:pt x="122187" y="83274"/>
                </a:lnTo>
                <a:lnTo>
                  <a:pt x="121645" y="83302"/>
                </a:lnTo>
                <a:lnTo>
                  <a:pt x="121095" y="83319"/>
                </a:lnTo>
                <a:lnTo>
                  <a:pt x="120537" y="83324"/>
                </a:lnTo>
                <a:lnTo>
                  <a:pt x="120154" y="83320"/>
                </a:lnTo>
                <a:lnTo>
                  <a:pt x="119777" y="83310"/>
                </a:lnTo>
                <a:lnTo>
                  <a:pt x="119409" y="83291"/>
                </a:lnTo>
                <a:lnTo>
                  <a:pt x="119047" y="83266"/>
                </a:lnTo>
                <a:lnTo>
                  <a:pt x="118693" y="83233"/>
                </a:lnTo>
                <a:lnTo>
                  <a:pt x="118347" y="83193"/>
                </a:lnTo>
                <a:lnTo>
                  <a:pt x="118008" y="83145"/>
                </a:lnTo>
                <a:lnTo>
                  <a:pt x="117677" y="83090"/>
                </a:lnTo>
                <a:lnTo>
                  <a:pt x="117353" y="83028"/>
                </a:lnTo>
                <a:lnTo>
                  <a:pt x="117037" y="82959"/>
                </a:lnTo>
                <a:lnTo>
                  <a:pt x="116728" y="82882"/>
                </a:lnTo>
                <a:lnTo>
                  <a:pt x="116427" y="82798"/>
                </a:lnTo>
                <a:lnTo>
                  <a:pt x="116133" y="82707"/>
                </a:lnTo>
                <a:lnTo>
                  <a:pt x="115846" y="82608"/>
                </a:lnTo>
                <a:lnTo>
                  <a:pt x="115567" y="82502"/>
                </a:lnTo>
                <a:lnTo>
                  <a:pt x="115296" y="82389"/>
                </a:lnTo>
                <a:lnTo>
                  <a:pt x="115032" y="82268"/>
                </a:lnTo>
                <a:lnTo>
                  <a:pt x="114775" y="82141"/>
                </a:lnTo>
                <a:lnTo>
                  <a:pt x="114526" y="82005"/>
                </a:lnTo>
                <a:lnTo>
                  <a:pt x="114285" y="81863"/>
                </a:lnTo>
                <a:lnTo>
                  <a:pt x="114051" y="81713"/>
                </a:lnTo>
                <a:lnTo>
                  <a:pt x="113825" y="81556"/>
                </a:lnTo>
                <a:lnTo>
                  <a:pt x="113605" y="81392"/>
                </a:lnTo>
                <a:lnTo>
                  <a:pt x="113394" y="81220"/>
                </a:lnTo>
                <a:lnTo>
                  <a:pt x="113189" y="81042"/>
                </a:lnTo>
                <a:lnTo>
                  <a:pt x="112989" y="80858"/>
                </a:lnTo>
                <a:lnTo>
                  <a:pt x="112795" y="80669"/>
                </a:lnTo>
                <a:lnTo>
                  <a:pt x="112607" y="80474"/>
                </a:lnTo>
                <a:lnTo>
                  <a:pt x="112424" y="80274"/>
                </a:lnTo>
                <a:lnTo>
                  <a:pt x="112246" y="80068"/>
                </a:lnTo>
                <a:lnTo>
                  <a:pt x="112074" y="79856"/>
                </a:lnTo>
                <a:lnTo>
                  <a:pt x="111908" y="79639"/>
                </a:lnTo>
                <a:lnTo>
                  <a:pt x="111747" y="79416"/>
                </a:lnTo>
                <a:lnTo>
                  <a:pt x="111591" y="79188"/>
                </a:lnTo>
                <a:lnTo>
                  <a:pt x="111441" y="78954"/>
                </a:lnTo>
                <a:lnTo>
                  <a:pt x="111296" y="78715"/>
                </a:lnTo>
                <a:lnTo>
                  <a:pt x="111157" y="78470"/>
                </a:lnTo>
                <a:lnTo>
                  <a:pt x="111024" y="78219"/>
                </a:lnTo>
                <a:lnTo>
                  <a:pt x="110896" y="77963"/>
                </a:lnTo>
                <a:lnTo>
                  <a:pt x="110773" y="77701"/>
                </a:lnTo>
                <a:lnTo>
                  <a:pt x="110656" y="77434"/>
                </a:lnTo>
                <a:lnTo>
                  <a:pt x="110545" y="77161"/>
                </a:lnTo>
                <a:lnTo>
                  <a:pt x="110439" y="76883"/>
                </a:lnTo>
                <a:lnTo>
                  <a:pt x="110338" y="76599"/>
                </a:lnTo>
                <a:lnTo>
                  <a:pt x="110243" y="76309"/>
                </a:lnTo>
                <a:lnTo>
                  <a:pt x="110153" y="76014"/>
                </a:lnTo>
                <a:lnTo>
                  <a:pt x="110069" y="75713"/>
                </a:lnTo>
                <a:lnTo>
                  <a:pt x="109991" y="75407"/>
                </a:lnTo>
                <a:lnTo>
                  <a:pt x="109917" y="75096"/>
                </a:lnTo>
                <a:lnTo>
                  <a:pt x="109845" y="74781"/>
                </a:lnTo>
                <a:lnTo>
                  <a:pt x="109778" y="74462"/>
                </a:lnTo>
                <a:lnTo>
                  <a:pt x="109713" y="74138"/>
                </a:lnTo>
                <a:lnTo>
                  <a:pt x="109651" y="73811"/>
                </a:lnTo>
                <a:lnTo>
                  <a:pt x="109593" y="73480"/>
                </a:lnTo>
                <a:lnTo>
                  <a:pt x="109537" y="73145"/>
                </a:lnTo>
                <a:lnTo>
                  <a:pt x="109485" y="72806"/>
                </a:lnTo>
                <a:lnTo>
                  <a:pt x="109436" y="72464"/>
                </a:lnTo>
                <a:lnTo>
                  <a:pt x="109391" y="72117"/>
                </a:lnTo>
                <a:lnTo>
                  <a:pt x="109348" y="71766"/>
                </a:lnTo>
                <a:lnTo>
                  <a:pt x="109308" y="71411"/>
                </a:lnTo>
                <a:lnTo>
                  <a:pt x="109272" y="71052"/>
                </a:lnTo>
                <a:lnTo>
                  <a:pt x="109239" y="70690"/>
                </a:lnTo>
                <a:lnTo>
                  <a:pt x="109209" y="70323"/>
                </a:lnTo>
                <a:lnTo>
                  <a:pt x="109182" y="69952"/>
                </a:lnTo>
                <a:lnTo>
                  <a:pt x="109158" y="69578"/>
                </a:lnTo>
                <a:lnTo>
                  <a:pt x="109138" y="69199"/>
                </a:lnTo>
                <a:lnTo>
                  <a:pt x="109120" y="68817"/>
                </a:lnTo>
                <a:lnTo>
                  <a:pt x="109106" y="68430"/>
                </a:lnTo>
                <a:lnTo>
                  <a:pt x="109095" y="68040"/>
                </a:lnTo>
                <a:lnTo>
                  <a:pt x="109087" y="67645"/>
                </a:lnTo>
                <a:lnTo>
                  <a:pt x="109083" y="67247"/>
                </a:lnTo>
                <a:lnTo>
                  <a:pt x="109081" y="66845"/>
                </a:lnTo>
                <a:lnTo>
                  <a:pt x="109081" y="23614"/>
                </a:lnTo>
                <a:lnTo>
                  <a:pt x="97759" y="23614"/>
                </a:lnTo>
                <a:lnTo>
                  <a:pt x="97759" y="68123"/>
                </a:lnTo>
                <a:lnTo>
                  <a:pt x="97768" y="69093"/>
                </a:lnTo>
                <a:lnTo>
                  <a:pt x="97792" y="70045"/>
                </a:lnTo>
                <a:lnTo>
                  <a:pt x="97833" y="70980"/>
                </a:lnTo>
                <a:lnTo>
                  <a:pt x="97890" y="71897"/>
                </a:lnTo>
                <a:lnTo>
                  <a:pt x="97963" y="72797"/>
                </a:lnTo>
                <a:lnTo>
                  <a:pt x="98052" y="73679"/>
                </a:lnTo>
                <a:lnTo>
                  <a:pt x="98158" y="74544"/>
                </a:lnTo>
                <a:lnTo>
                  <a:pt x="98280" y="75391"/>
                </a:lnTo>
                <a:lnTo>
                  <a:pt x="98418" y="76221"/>
                </a:lnTo>
                <a:lnTo>
                  <a:pt x="98573" y="77033"/>
                </a:lnTo>
                <a:lnTo>
                  <a:pt x="98743" y="77827"/>
                </a:lnTo>
                <a:lnTo>
                  <a:pt x="98930" y="78604"/>
                </a:lnTo>
                <a:lnTo>
                  <a:pt x="99134" y="79363"/>
                </a:lnTo>
                <a:lnTo>
                  <a:pt x="99353" y="80105"/>
                </a:lnTo>
                <a:lnTo>
                  <a:pt x="99589" y="80829"/>
                </a:lnTo>
                <a:lnTo>
                  <a:pt x="99841" y="81536"/>
                </a:lnTo>
                <a:lnTo>
                  <a:pt x="100109" y="82225"/>
                </a:lnTo>
                <a:lnTo>
                  <a:pt x="100394" y="82896"/>
                </a:lnTo>
                <a:lnTo>
                  <a:pt x="100695" y="83550"/>
                </a:lnTo>
                <a:lnTo>
                  <a:pt x="101012" y="84187"/>
                </a:lnTo>
                <a:lnTo>
                  <a:pt x="101345" y="84805"/>
                </a:lnTo>
                <a:lnTo>
                  <a:pt x="101695" y="85407"/>
                </a:lnTo>
                <a:lnTo>
                  <a:pt x="102061" y="85990"/>
                </a:lnTo>
                <a:lnTo>
                  <a:pt x="102443" y="86556"/>
                </a:lnTo>
                <a:lnTo>
                  <a:pt x="102844" y="87102"/>
                </a:lnTo>
                <a:lnTo>
                  <a:pt x="103265" y="87624"/>
                </a:lnTo>
                <a:lnTo>
                  <a:pt x="103707" y="88123"/>
                </a:lnTo>
                <a:lnTo>
                  <a:pt x="104170" y="88599"/>
                </a:lnTo>
                <a:lnTo>
                  <a:pt x="104653" y="89052"/>
                </a:lnTo>
                <a:lnTo>
                  <a:pt x="105158" y="89481"/>
                </a:lnTo>
                <a:lnTo>
                  <a:pt x="105683" y="89888"/>
                </a:lnTo>
                <a:lnTo>
                  <a:pt x="106228" y="90271"/>
                </a:lnTo>
                <a:lnTo>
                  <a:pt x="106794" y="90630"/>
                </a:lnTo>
                <a:lnTo>
                  <a:pt x="107382" y="90967"/>
                </a:lnTo>
                <a:lnTo>
                  <a:pt x="107989" y="91280"/>
                </a:lnTo>
                <a:lnTo>
                  <a:pt x="108618" y="91571"/>
                </a:lnTo>
                <a:lnTo>
                  <a:pt x="109267" y="91838"/>
                </a:lnTo>
                <a:lnTo>
                  <a:pt x="109937" y="92081"/>
                </a:lnTo>
                <a:lnTo>
                  <a:pt x="110627" y="92302"/>
                </a:lnTo>
                <a:lnTo>
                  <a:pt x="111339" y="92499"/>
                </a:lnTo>
                <a:lnTo>
                  <a:pt x="112071" y="92673"/>
                </a:lnTo>
                <a:lnTo>
                  <a:pt x="112823" y="92824"/>
                </a:lnTo>
                <a:lnTo>
                  <a:pt x="113597" y="92952"/>
                </a:lnTo>
                <a:lnTo>
                  <a:pt x="114391" y="93056"/>
                </a:lnTo>
                <a:lnTo>
                  <a:pt x="115206" y="93138"/>
                </a:lnTo>
                <a:lnTo>
                  <a:pt x="116041" y="93196"/>
                </a:lnTo>
                <a:lnTo>
                  <a:pt x="116897" y="93230"/>
                </a:lnTo>
                <a:lnTo>
                  <a:pt x="117774" y="93242"/>
                </a:lnTo>
                <a:lnTo>
                  <a:pt x="118432" y="93236"/>
                </a:lnTo>
                <a:lnTo>
                  <a:pt x="119081" y="93218"/>
                </a:lnTo>
                <a:lnTo>
                  <a:pt x="119721" y="93188"/>
                </a:lnTo>
                <a:close/>
                <a:moveTo>
                  <a:pt x="281947" y="116170"/>
                </a:moveTo>
                <a:lnTo>
                  <a:pt x="282397" y="116157"/>
                </a:lnTo>
                <a:lnTo>
                  <a:pt x="282841" y="116137"/>
                </a:lnTo>
                <a:lnTo>
                  <a:pt x="283279" y="116112"/>
                </a:lnTo>
                <a:lnTo>
                  <a:pt x="283710" y="116082"/>
                </a:lnTo>
                <a:lnTo>
                  <a:pt x="284135" y="116046"/>
                </a:lnTo>
                <a:lnTo>
                  <a:pt x="284554" y="116004"/>
                </a:lnTo>
                <a:lnTo>
                  <a:pt x="284967" y="115957"/>
                </a:lnTo>
                <a:lnTo>
                  <a:pt x="285373" y="115904"/>
                </a:lnTo>
                <a:lnTo>
                  <a:pt x="285773" y="115846"/>
                </a:lnTo>
                <a:lnTo>
                  <a:pt x="286166" y="115782"/>
                </a:lnTo>
                <a:lnTo>
                  <a:pt x="286553" y="115713"/>
                </a:lnTo>
                <a:lnTo>
                  <a:pt x="286934" y="115638"/>
                </a:lnTo>
                <a:lnTo>
                  <a:pt x="287308" y="115558"/>
                </a:lnTo>
                <a:lnTo>
                  <a:pt x="287677" y="115472"/>
                </a:lnTo>
                <a:lnTo>
                  <a:pt x="288039" y="115381"/>
                </a:lnTo>
                <a:lnTo>
                  <a:pt x="288394" y="115284"/>
                </a:lnTo>
                <a:lnTo>
                  <a:pt x="288743" y="115181"/>
                </a:lnTo>
                <a:lnTo>
                  <a:pt x="289086" y="115073"/>
                </a:lnTo>
                <a:lnTo>
                  <a:pt x="289423" y="114959"/>
                </a:lnTo>
                <a:lnTo>
                  <a:pt x="289753" y="114840"/>
                </a:lnTo>
                <a:lnTo>
                  <a:pt x="290077" y="114716"/>
                </a:lnTo>
                <a:lnTo>
                  <a:pt x="290395" y="114585"/>
                </a:lnTo>
                <a:lnTo>
                  <a:pt x="290707" y="114449"/>
                </a:lnTo>
                <a:lnTo>
                  <a:pt x="291016" y="114305"/>
                </a:lnTo>
                <a:lnTo>
                  <a:pt x="291322" y="114153"/>
                </a:lnTo>
                <a:lnTo>
                  <a:pt x="291624" y="113994"/>
                </a:lnTo>
                <a:lnTo>
                  <a:pt x="291922" y="113828"/>
                </a:lnTo>
                <a:lnTo>
                  <a:pt x="292216" y="113654"/>
                </a:lnTo>
                <a:lnTo>
                  <a:pt x="292507" y="113473"/>
                </a:lnTo>
                <a:lnTo>
                  <a:pt x="292795" y="113284"/>
                </a:lnTo>
                <a:lnTo>
                  <a:pt x="293078" y="113088"/>
                </a:lnTo>
                <a:lnTo>
                  <a:pt x="293358" y="112884"/>
                </a:lnTo>
                <a:lnTo>
                  <a:pt x="293635" y="112673"/>
                </a:lnTo>
                <a:lnTo>
                  <a:pt x="293907" y="112454"/>
                </a:lnTo>
                <a:lnTo>
                  <a:pt x="294177" y="112228"/>
                </a:lnTo>
                <a:lnTo>
                  <a:pt x="294442" y="111994"/>
                </a:lnTo>
                <a:lnTo>
                  <a:pt x="294704" y="111753"/>
                </a:lnTo>
                <a:lnTo>
                  <a:pt x="294962" y="111504"/>
                </a:lnTo>
                <a:lnTo>
                  <a:pt x="295217" y="111248"/>
                </a:lnTo>
                <a:lnTo>
                  <a:pt x="295468" y="110985"/>
                </a:lnTo>
                <a:lnTo>
                  <a:pt x="295715" y="110714"/>
                </a:lnTo>
                <a:lnTo>
                  <a:pt x="295959" y="110435"/>
                </a:lnTo>
                <a:lnTo>
                  <a:pt x="296199" y="110149"/>
                </a:lnTo>
                <a:lnTo>
                  <a:pt x="296436" y="109856"/>
                </a:lnTo>
                <a:lnTo>
                  <a:pt x="296669" y="109555"/>
                </a:lnTo>
                <a:lnTo>
                  <a:pt x="296898" y="109247"/>
                </a:lnTo>
                <a:lnTo>
                  <a:pt x="297125" y="108930"/>
                </a:lnTo>
                <a:lnTo>
                  <a:pt x="297350" y="108604"/>
                </a:lnTo>
                <a:lnTo>
                  <a:pt x="297574" y="108269"/>
                </a:lnTo>
                <a:lnTo>
                  <a:pt x="297797" y="107924"/>
                </a:lnTo>
                <a:lnTo>
                  <a:pt x="298019" y="107569"/>
                </a:lnTo>
                <a:lnTo>
                  <a:pt x="298239" y="107206"/>
                </a:lnTo>
                <a:lnTo>
                  <a:pt x="298458" y="106833"/>
                </a:lnTo>
                <a:lnTo>
                  <a:pt x="298676" y="106450"/>
                </a:lnTo>
                <a:lnTo>
                  <a:pt x="298893" y="106058"/>
                </a:lnTo>
                <a:lnTo>
                  <a:pt x="299108" y="105657"/>
                </a:lnTo>
                <a:lnTo>
                  <a:pt x="299322" y="105247"/>
                </a:lnTo>
                <a:lnTo>
                  <a:pt x="299534" y="104827"/>
                </a:lnTo>
                <a:lnTo>
                  <a:pt x="299746" y="104397"/>
                </a:lnTo>
                <a:lnTo>
                  <a:pt x="299956" y="103959"/>
                </a:lnTo>
                <a:lnTo>
                  <a:pt x="300165" y="103510"/>
                </a:lnTo>
                <a:lnTo>
                  <a:pt x="300372" y="103053"/>
                </a:lnTo>
                <a:lnTo>
                  <a:pt x="300578" y="102586"/>
                </a:lnTo>
                <a:lnTo>
                  <a:pt x="300783" y="102110"/>
                </a:lnTo>
                <a:lnTo>
                  <a:pt x="300987" y="101624"/>
                </a:lnTo>
                <a:lnTo>
                  <a:pt x="301189" y="101129"/>
                </a:lnTo>
                <a:lnTo>
                  <a:pt x="301390" y="100625"/>
                </a:lnTo>
                <a:lnTo>
                  <a:pt x="301590" y="100111"/>
                </a:lnTo>
                <a:lnTo>
                  <a:pt x="301789" y="99588"/>
                </a:lnTo>
                <a:lnTo>
                  <a:pt x="301986" y="99055"/>
                </a:lnTo>
                <a:lnTo>
                  <a:pt x="304951" y="91151"/>
                </a:lnTo>
                <a:lnTo>
                  <a:pt x="328537" y="23614"/>
                </a:lnTo>
                <a:lnTo>
                  <a:pt x="317081" y="23614"/>
                </a:lnTo>
                <a:lnTo>
                  <a:pt x="299358" y="79594"/>
                </a:lnTo>
                <a:lnTo>
                  <a:pt x="280151" y="23614"/>
                </a:lnTo>
                <a:lnTo>
                  <a:pt x="268291" y="23614"/>
                </a:lnTo>
                <a:lnTo>
                  <a:pt x="293427" y="92028"/>
                </a:lnTo>
                <a:lnTo>
                  <a:pt x="290934" y="97885"/>
                </a:lnTo>
                <a:lnTo>
                  <a:pt x="290770" y="98279"/>
                </a:lnTo>
                <a:lnTo>
                  <a:pt x="290604" y="98665"/>
                </a:lnTo>
                <a:lnTo>
                  <a:pt x="290437" y="99041"/>
                </a:lnTo>
                <a:lnTo>
                  <a:pt x="290267" y="99407"/>
                </a:lnTo>
                <a:lnTo>
                  <a:pt x="290096" y="99765"/>
                </a:lnTo>
                <a:lnTo>
                  <a:pt x="289923" y="100112"/>
                </a:lnTo>
                <a:lnTo>
                  <a:pt x="289748" y="100451"/>
                </a:lnTo>
                <a:lnTo>
                  <a:pt x="289571" y="100780"/>
                </a:lnTo>
                <a:lnTo>
                  <a:pt x="289392" y="101100"/>
                </a:lnTo>
                <a:lnTo>
                  <a:pt x="289212" y="101410"/>
                </a:lnTo>
                <a:lnTo>
                  <a:pt x="289029" y="101711"/>
                </a:lnTo>
                <a:lnTo>
                  <a:pt x="288845" y="102003"/>
                </a:lnTo>
                <a:lnTo>
                  <a:pt x="288658" y="102285"/>
                </a:lnTo>
                <a:lnTo>
                  <a:pt x="288470" y="102558"/>
                </a:lnTo>
                <a:lnTo>
                  <a:pt x="288280" y="102822"/>
                </a:lnTo>
                <a:lnTo>
                  <a:pt x="288088" y="103076"/>
                </a:lnTo>
                <a:lnTo>
                  <a:pt x="287895" y="103321"/>
                </a:lnTo>
                <a:lnTo>
                  <a:pt x="287699" y="103556"/>
                </a:lnTo>
                <a:lnTo>
                  <a:pt x="287502" y="103783"/>
                </a:lnTo>
                <a:lnTo>
                  <a:pt x="287302" y="103999"/>
                </a:lnTo>
                <a:lnTo>
                  <a:pt x="287101" y="104207"/>
                </a:lnTo>
                <a:lnTo>
                  <a:pt x="286898" y="104405"/>
                </a:lnTo>
                <a:lnTo>
                  <a:pt x="286693" y="104594"/>
                </a:lnTo>
                <a:lnTo>
                  <a:pt x="286486" y="104773"/>
                </a:lnTo>
                <a:lnTo>
                  <a:pt x="286275" y="104944"/>
                </a:lnTo>
                <a:lnTo>
                  <a:pt x="286059" y="105108"/>
                </a:lnTo>
                <a:lnTo>
                  <a:pt x="285837" y="105265"/>
                </a:lnTo>
                <a:lnTo>
                  <a:pt x="285610" y="105414"/>
                </a:lnTo>
                <a:lnTo>
                  <a:pt x="285377" y="105556"/>
                </a:lnTo>
                <a:lnTo>
                  <a:pt x="285138" y="105691"/>
                </a:lnTo>
                <a:lnTo>
                  <a:pt x="284894" y="105818"/>
                </a:lnTo>
                <a:lnTo>
                  <a:pt x="284644" y="105938"/>
                </a:lnTo>
                <a:lnTo>
                  <a:pt x="284389" y="106051"/>
                </a:lnTo>
                <a:lnTo>
                  <a:pt x="284127" y="106157"/>
                </a:lnTo>
                <a:lnTo>
                  <a:pt x="283861" y="106255"/>
                </a:lnTo>
                <a:lnTo>
                  <a:pt x="283588" y="106346"/>
                </a:lnTo>
                <a:lnTo>
                  <a:pt x="283310" y="106430"/>
                </a:lnTo>
                <a:lnTo>
                  <a:pt x="283027" y="106507"/>
                </a:lnTo>
                <a:lnTo>
                  <a:pt x="282738" y="106576"/>
                </a:lnTo>
                <a:lnTo>
                  <a:pt x="282443" y="106638"/>
                </a:lnTo>
                <a:lnTo>
                  <a:pt x="282142" y="106692"/>
                </a:lnTo>
                <a:lnTo>
                  <a:pt x="281836" y="106740"/>
                </a:lnTo>
                <a:lnTo>
                  <a:pt x="281524" y="106780"/>
                </a:lnTo>
                <a:lnTo>
                  <a:pt x="281207" y="106812"/>
                </a:lnTo>
                <a:lnTo>
                  <a:pt x="280884" y="106838"/>
                </a:lnTo>
                <a:lnTo>
                  <a:pt x="280556" y="106856"/>
                </a:lnTo>
                <a:lnTo>
                  <a:pt x="280222" y="106867"/>
                </a:lnTo>
                <a:lnTo>
                  <a:pt x="279882" y="106871"/>
                </a:lnTo>
                <a:lnTo>
                  <a:pt x="274288" y="106871"/>
                </a:lnTo>
                <a:lnTo>
                  <a:pt x="274288" y="116181"/>
                </a:lnTo>
                <a:lnTo>
                  <a:pt x="281027" y="116181"/>
                </a:lnTo>
                <a:lnTo>
                  <a:pt x="281490" y="116179"/>
                </a:lnTo>
                <a:lnTo>
                  <a:pt x="281947" y="1161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2a28591074720"/>
          <a:stretch xmlns:a="http://schemas.openxmlformats.org/drawingml/2006/main"/>
        </p:blipFill>
        <p:spPr>
          <a:xfrm xmlns:a="http://schemas.openxmlformats.org/drawingml/2006/main">
            <a:off x="3160856" y="346609"/>
            <a:ext cx="322873" cy="322873"/>
          </a:xfrm>
          <a:prstGeom xmlns:a="http://schemas.openxmlformats.org/drawingml/2006/main" prst="rect">
            <a:avLst/>
          </a:prstGeom>
        </p:spPr>
      </p:pic>
      <p:sp>
        <p:nvSpPr>
          <p:cNvPr id="99" name="Text Vector">
            <a:extLst xmlns:a="http://schemas.openxmlformats.org/drawingml/2006/main">
              <a:ext uri="{FF2B5EF4-FFF2-40B4-BE49-F238E27FC236}">
                <a16:creationId xmlns:a16="http://schemas.microsoft.com/office/drawing/2014/main" id="{EDD68C04-77DC-41A2-A952-3225D34A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043" y="398938"/>
            <a:ext cx="328620" cy="80524"/>
          </a:xfrm>
          <a:custGeom xmlns:a="http://schemas.openxmlformats.org/drawingml/2006/main">
            <a:pathLst>
              <a:path w="328620" h="80524">
                <a:moveTo>
                  <a:pt x="28658" y="79462"/>
                </a:moveTo>
                <a:lnTo>
                  <a:pt x="0" y="0"/>
                </a:lnTo>
                <a:lnTo>
                  <a:pt x="11263" y="0"/>
                </a:lnTo>
                <a:lnTo>
                  <a:pt x="34908" y="68245"/>
                </a:lnTo>
                <a:lnTo>
                  <a:pt x="58554" y="0"/>
                </a:lnTo>
                <a:lnTo>
                  <a:pt x="69757" y="0"/>
                </a:lnTo>
                <a:lnTo>
                  <a:pt x="40923" y="79462"/>
                </a:lnTo>
                <a:lnTo>
                  <a:pt x="28658" y="79462"/>
                </a:lnTo>
                <a:close/>
                <a:moveTo>
                  <a:pt x="101600" y="80524"/>
                </a:moveTo>
                <a:cubicBezTo>
                  <a:pt x="95625" y="80524"/>
                  <a:pt x="90691" y="79163"/>
                  <a:pt x="86800" y="76440"/>
                </a:cubicBezTo>
                <a:cubicBezTo>
                  <a:pt x="82908" y="73715"/>
                  <a:pt x="80009" y="70009"/>
                  <a:pt x="78102" y="65319"/>
                </a:cubicBezTo>
                <a:cubicBezTo>
                  <a:pt x="76196" y="60629"/>
                  <a:pt x="75242" y="55356"/>
                  <a:pt x="75242" y="49499"/>
                </a:cubicBezTo>
                <a:cubicBezTo>
                  <a:pt x="75242" y="43398"/>
                  <a:pt x="76166" y="38022"/>
                  <a:pt x="78014" y="33373"/>
                </a:cubicBezTo>
                <a:cubicBezTo>
                  <a:pt x="79861" y="28724"/>
                  <a:pt x="82662" y="25089"/>
                  <a:pt x="86416" y="22468"/>
                </a:cubicBezTo>
                <a:cubicBezTo>
                  <a:pt x="90171" y="19848"/>
                  <a:pt x="94878" y="18537"/>
                  <a:pt x="100539" y="18537"/>
                </a:cubicBezTo>
                <a:cubicBezTo>
                  <a:pt x="108126" y="18537"/>
                  <a:pt x="114062" y="20997"/>
                  <a:pt x="118347" y="25917"/>
                </a:cubicBezTo>
                <a:cubicBezTo>
                  <a:pt x="122632" y="30835"/>
                  <a:pt x="124774" y="37906"/>
                  <a:pt x="124774" y="47129"/>
                </a:cubicBezTo>
                <a:cubicBezTo>
                  <a:pt x="124774" y="47744"/>
                  <a:pt x="124764" y="48471"/>
                  <a:pt x="124745" y="49311"/>
                </a:cubicBezTo>
                <a:cubicBezTo>
                  <a:pt x="124725" y="50151"/>
                  <a:pt x="124676" y="50756"/>
                  <a:pt x="124597" y="51125"/>
                </a:cubicBezTo>
                <a:lnTo>
                  <a:pt x="85149" y="51125"/>
                </a:lnTo>
                <a:cubicBezTo>
                  <a:pt x="85188" y="55066"/>
                  <a:pt x="85758" y="58687"/>
                  <a:pt x="86859" y="61985"/>
                </a:cubicBezTo>
                <a:cubicBezTo>
                  <a:pt x="87959" y="65284"/>
                  <a:pt x="89719" y="67929"/>
                  <a:pt x="92136" y="69922"/>
                </a:cubicBezTo>
                <a:cubicBezTo>
                  <a:pt x="94554" y="71913"/>
                  <a:pt x="97708" y="72909"/>
                  <a:pt x="101600" y="72909"/>
                </a:cubicBezTo>
                <a:cubicBezTo>
                  <a:pt x="105807" y="72909"/>
                  <a:pt x="109079" y="71808"/>
                  <a:pt x="111418" y="69608"/>
                </a:cubicBezTo>
                <a:cubicBezTo>
                  <a:pt x="113757" y="67408"/>
                  <a:pt x="114986" y="64234"/>
                  <a:pt x="115104" y="60085"/>
                </a:cubicBezTo>
                <a:lnTo>
                  <a:pt x="124833" y="60085"/>
                </a:lnTo>
                <a:cubicBezTo>
                  <a:pt x="124715" y="64300"/>
                  <a:pt x="123703" y="67932"/>
                  <a:pt x="121796" y="70981"/>
                </a:cubicBezTo>
                <a:cubicBezTo>
                  <a:pt x="119890" y="74028"/>
                  <a:pt x="117226" y="76381"/>
                  <a:pt x="113806" y="78039"/>
                </a:cubicBezTo>
                <a:cubicBezTo>
                  <a:pt x="110386" y="79696"/>
                  <a:pt x="106318" y="80524"/>
                  <a:pt x="101600" y="80524"/>
                </a:cubicBezTo>
                <a:moveTo>
                  <a:pt x="85208" y="43922"/>
                </a:moveTo>
                <a:lnTo>
                  <a:pt x="115045" y="43922"/>
                </a:lnTo>
                <a:cubicBezTo>
                  <a:pt x="114927" y="38149"/>
                  <a:pt x="113610" y="33734"/>
                  <a:pt x="111094" y="30678"/>
                </a:cubicBezTo>
                <a:cubicBezTo>
                  <a:pt x="108578" y="27622"/>
                  <a:pt x="105060" y="26094"/>
                  <a:pt x="100539" y="26094"/>
                </a:cubicBezTo>
                <a:cubicBezTo>
                  <a:pt x="95939" y="26094"/>
                  <a:pt x="92352" y="27611"/>
                  <a:pt x="89777" y="30647"/>
                </a:cubicBezTo>
                <a:cubicBezTo>
                  <a:pt x="87203" y="33682"/>
                  <a:pt x="85679" y="38107"/>
                  <a:pt x="85208" y="43922"/>
                </a:cubicBezTo>
                <a:close/>
                <a:moveTo>
                  <a:pt x="162489" y="80524"/>
                </a:moveTo>
                <a:cubicBezTo>
                  <a:pt x="157458" y="80524"/>
                  <a:pt x="152996" y="79375"/>
                  <a:pt x="149104" y="77078"/>
                </a:cubicBezTo>
                <a:cubicBezTo>
                  <a:pt x="145212" y="74779"/>
                  <a:pt x="142166" y="71342"/>
                  <a:pt x="139964" y="66767"/>
                </a:cubicBezTo>
                <a:cubicBezTo>
                  <a:pt x="137763" y="62191"/>
                  <a:pt x="136662" y="56496"/>
                  <a:pt x="136662" y="49684"/>
                </a:cubicBezTo>
                <a:cubicBezTo>
                  <a:pt x="136662" y="42873"/>
                  <a:pt x="137743" y="37149"/>
                  <a:pt x="139905" y="32512"/>
                </a:cubicBezTo>
                <a:cubicBezTo>
                  <a:pt x="142067" y="27874"/>
                  <a:pt x="145085" y="24385"/>
                  <a:pt x="148957" y="22046"/>
                </a:cubicBezTo>
                <a:cubicBezTo>
                  <a:pt x="152829" y="19707"/>
                  <a:pt x="157340" y="18537"/>
                  <a:pt x="162489" y="18537"/>
                </a:cubicBezTo>
                <a:cubicBezTo>
                  <a:pt x="166814" y="18537"/>
                  <a:pt x="170696" y="19298"/>
                  <a:pt x="174135" y="20819"/>
                </a:cubicBezTo>
                <a:cubicBezTo>
                  <a:pt x="177575" y="22339"/>
                  <a:pt x="180327" y="24631"/>
                  <a:pt x="182391" y="27695"/>
                </a:cubicBezTo>
                <a:cubicBezTo>
                  <a:pt x="184454" y="30757"/>
                  <a:pt x="185565" y="34632"/>
                  <a:pt x="185722" y="39318"/>
                </a:cubicBezTo>
                <a:lnTo>
                  <a:pt x="175993" y="39318"/>
                </a:lnTo>
                <a:cubicBezTo>
                  <a:pt x="175718" y="35344"/>
                  <a:pt x="174391" y="32215"/>
                  <a:pt x="172013" y="29933"/>
                </a:cubicBezTo>
                <a:cubicBezTo>
                  <a:pt x="169634" y="27649"/>
                  <a:pt x="166519" y="26507"/>
                  <a:pt x="162666" y="26507"/>
                </a:cubicBezTo>
                <a:cubicBezTo>
                  <a:pt x="157438" y="26507"/>
                  <a:pt x="153487" y="28537"/>
                  <a:pt x="150814" y="32599"/>
                </a:cubicBezTo>
                <a:cubicBezTo>
                  <a:pt x="148141" y="36660"/>
                  <a:pt x="146804" y="42356"/>
                  <a:pt x="146804" y="49687"/>
                </a:cubicBezTo>
                <a:cubicBezTo>
                  <a:pt x="146804" y="54519"/>
                  <a:pt x="147394" y="58642"/>
                  <a:pt x="148573" y="62057"/>
                </a:cubicBezTo>
                <a:cubicBezTo>
                  <a:pt x="149753" y="65473"/>
                  <a:pt x="151522" y="68076"/>
                  <a:pt x="153880" y="69868"/>
                </a:cubicBezTo>
                <a:cubicBezTo>
                  <a:pt x="156239" y="71659"/>
                  <a:pt x="159168" y="72554"/>
                  <a:pt x="162666" y="72554"/>
                </a:cubicBezTo>
                <a:cubicBezTo>
                  <a:pt x="166597" y="72554"/>
                  <a:pt x="169841" y="71392"/>
                  <a:pt x="172396" y="69068"/>
                </a:cubicBezTo>
                <a:cubicBezTo>
                  <a:pt x="174951" y="66743"/>
                  <a:pt x="176288" y="63320"/>
                  <a:pt x="176406" y="58799"/>
                </a:cubicBezTo>
                <a:lnTo>
                  <a:pt x="186076" y="58799"/>
                </a:lnTo>
                <a:cubicBezTo>
                  <a:pt x="185997" y="63613"/>
                  <a:pt x="184907" y="67635"/>
                  <a:pt x="182803" y="70866"/>
                </a:cubicBezTo>
                <a:cubicBezTo>
                  <a:pt x="180700" y="74096"/>
                  <a:pt x="177890" y="76513"/>
                  <a:pt x="174371" y="78119"/>
                </a:cubicBezTo>
                <a:cubicBezTo>
                  <a:pt x="170853" y="79722"/>
                  <a:pt x="166892" y="80524"/>
                  <a:pt x="162489" y="80524"/>
                </a:cubicBezTo>
                <a:close/>
                <a:moveTo>
                  <a:pt x="219035" y="79462"/>
                </a:moveTo>
                <a:cubicBezTo>
                  <a:pt x="214435" y="79462"/>
                  <a:pt x="210888" y="78689"/>
                  <a:pt x="208391" y="77143"/>
                </a:cubicBezTo>
                <a:cubicBezTo>
                  <a:pt x="205895" y="75597"/>
                  <a:pt x="204185" y="73370"/>
                  <a:pt x="203261" y="70462"/>
                </a:cubicBezTo>
                <a:cubicBezTo>
                  <a:pt x="202337" y="67555"/>
                  <a:pt x="201876" y="64060"/>
                  <a:pt x="201876" y="59978"/>
                </a:cubicBezTo>
                <a:lnTo>
                  <a:pt x="201876" y="27570"/>
                </a:lnTo>
                <a:lnTo>
                  <a:pt x="192323" y="27570"/>
                </a:lnTo>
                <a:lnTo>
                  <a:pt x="192323" y="19600"/>
                </a:lnTo>
                <a:lnTo>
                  <a:pt x="201876" y="19600"/>
                </a:lnTo>
                <a:lnTo>
                  <a:pt x="201876" y="6435"/>
                </a:lnTo>
                <a:lnTo>
                  <a:pt x="211723" y="6435"/>
                </a:lnTo>
                <a:lnTo>
                  <a:pt x="211723" y="19600"/>
                </a:lnTo>
                <a:lnTo>
                  <a:pt x="225934" y="19600"/>
                </a:lnTo>
                <a:lnTo>
                  <a:pt x="225934" y="27570"/>
                </a:lnTo>
                <a:lnTo>
                  <a:pt x="211723" y="27570"/>
                </a:lnTo>
                <a:lnTo>
                  <a:pt x="211723" y="59766"/>
                </a:lnTo>
                <a:cubicBezTo>
                  <a:pt x="211723" y="63550"/>
                  <a:pt x="212185" y="66441"/>
                  <a:pt x="213109" y="68439"/>
                </a:cubicBezTo>
                <a:cubicBezTo>
                  <a:pt x="214032" y="70435"/>
                  <a:pt x="216224" y="71433"/>
                  <a:pt x="219683" y="71433"/>
                </a:cubicBezTo>
                <a:lnTo>
                  <a:pt x="225934" y="71433"/>
                </a:lnTo>
                <a:lnTo>
                  <a:pt x="225934" y="79462"/>
                </a:lnTo>
                <a:lnTo>
                  <a:pt x="219035" y="79462"/>
                </a:lnTo>
                <a:close/>
                <a:moveTo>
                  <a:pt x="259492" y="80524"/>
                </a:moveTo>
                <a:cubicBezTo>
                  <a:pt x="254106" y="80524"/>
                  <a:pt x="249507" y="79294"/>
                  <a:pt x="245694" y="76834"/>
                </a:cubicBezTo>
                <a:cubicBezTo>
                  <a:pt x="241881" y="74375"/>
                  <a:pt x="238962" y="70839"/>
                  <a:pt x="236937" y="66227"/>
                </a:cubicBezTo>
                <a:cubicBezTo>
                  <a:pt x="234913" y="61614"/>
                  <a:pt x="233901" y="56111"/>
                  <a:pt x="233901" y="49715"/>
                </a:cubicBezTo>
                <a:cubicBezTo>
                  <a:pt x="233901" y="43237"/>
                  <a:pt x="234913" y="37672"/>
                  <a:pt x="236937" y="33019"/>
                </a:cubicBezTo>
                <a:cubicBezTo>
                  <a:pt x="238962" y="28366"/>
                  <a:pt x="241881" y="24790"/>
                  <a:pt x="245694" y="22290"/>
                </a:cubicBezTo>
                <a:cubicBezTo>
                  <a:pt x="249507" y="19788"/>
                  <a:pt x="254106" y="18537"/>
                  <a:pt x="259492" y="18537"/>
                </a:cubicBezTo>
                <a:cubicBezTo>
                  <a:pt x="264996" y="18537"/>
                  <a:pt x="269713" y="19788"/>
                  <a:pt x="273644" y="22290"/>
                </a:cubicBezTo>
                <a:cubicBezTo>
                  <a:pt x="277575" y="24790"/>
                  <a:pt x="280582" y="28366"/>
                  <a:pt x="282666" y="33019"/>
                </a:cubicBezTo>
                <a:cubicBezTo>
                  <a:pt x="284749" y="37672"/>
                  <a:pt x="285791" y="43237"/>
                  <a:pt x="285791" y="49715"/>
                </a:cubicBezTo>
                <a:cubicBezTo>
                  <a:pt x="285791" y="56111"/>
                  <a:pt x="284749" y="61614"/>
                  <a:pt x="282666" y="66227"/>
                </a:cubicBezTo>
                <a:cubicBezTo>
                  <a:pt x="280582" y="70839"/>
                  <a:pt x="277575" y="74375"/>
                  <a:pt x="273644" y="76834"/>
                </a:cubicBezTo>
                <a:cubicBezTo>
                  <a:pt x="269713" y="79294"/>
                  <a:pt x="264996" y="80524"/>
                  <a:pt x="259492" y="80524"/>
                </a:cubicBezTo>
                <a:moveTo>
                  <a:pt x="259492" y="72732"/>
                </a:moveTo>
                <a:cubicBezTo>
                  <a:pt x="263462" y="72732"/>
                  <a:pt x="266617" y="71733"/>
                  <a:pt x="268956" y="69737"/>
                </a:cubicBezTo>
                <a:cubicBezTo>
                  <a:pt x="271295" y="67741"/>
                  <a:pt x="272986" y="65018"/>
                  <a:pt x="274027" y="61566"/>
                </a:cubicBezTo>
                <a:cubicBezTo>
                  <a:pt x="275069" y="58114"/>
                  <a:pt x="275590" y="54163"/>
                  <a:pt x="275590" y="49713"/>
                </a:cubicBezTo>
                <a:cubicBezTo>
                  <a:pt x="275590" y="45263"/>
                  <a:pt x="275069" y="41292"/>
                  <a:pt x="274027" y="37799"/>
                </a:cubicBezTo>
                <a:cubicBezTo>
                  <a:pt x="272986" y="34305"/>
                  <a:pt x="271295" y="31549"/>
                  <a:pt x="268956" y="29532"/>
                </a:cubicBezTo>
                <a:cubicBezTo>
                  <a:pt x="266617" y="27515"/>
                  <a:pt x="263462" y="26507"/>
                  <a:pt x="259492" y="26507"/>
                </a:cubicBezTo>
                <a:cubicBezTo>
                  <a:pt x="255758" y="26507"/>
                  <a:pt x="252750" y="27515"/>
                  <a:pt x="250470" y="29532"/>
                </a:cubicBezTo>
                <a:cubicBezTo>
                  <a:pt x="248190" y="31549"/>
                  <a:pt x="246549" y="34305"/>
                  <a:pt x="245547" y="37799"/>
                </a:cubicBezTo>
                <a:cubicBezTo>
                  <a:pt x="244544" y="41292"/>
                  <a:pt x="244043" y="45284"/>
                  <a:pt x="244043" y="49776"/>
                </a:cubicBezTo>
                <a:cubicBezTo>
                  <a:pt x="244043" y="54184"/>
                  <a:pt x="244544" y="58114"/>
                  <a:pt x="245547" y="61566"/>
                </a:cubicBezTo>
                <a:cubicBezTo>
                  <a:pt x="246549" y="65018"/>
                  <a:pt x="248190" y="67741"/>
                  <a:pt x="250470" y="69737"/>
                </a:cubicBezTo>
                <a:cubicBezTo>
                  <a:pt x="252750" y="71733"/>
                  <a:pt x="255758" y="72732"/>
                  <a:pt x="259492" y="72732"/>
                </a:cubicBezTo>
                <a:close/>
                <a:moveTo>
                  <a:pt x="299904" y="79462"/>
                </a:moveTo>
                <a:lnTo>
                  <a:pt x="299904" y="19600"/>
                </a:lnTo>
                <a:lnTo>
                  <a:pt x="309161" y="19600"/>
                </a:lnTo>
                <a:lnTo>
                  <a:pt x="309515" y="28986"/>
                </a:lnTo>
                <a:cubicBezTo>
                  <a:pt x="311166" y="26035"/>
                  <a:pt x="313427" y="23555"/>
                  <a:pt x="316296" y="21548"/>
                </a:cubicBezTo>
                <a:cubicBezTo>
                  <a:pt x="319166" y="19541"/>
                  <a:pt x="322881" y="18537"/>
                  <a:pt x="327441" y="18537"/>
                </a:cubicBezTo>
                <a:lnTo>
                  <a:pt x="328620" y="18537"/>
                </a:lnTo>
                <a:lnTo>
                  <a:pt x="328620" y="27570"/>
                </a:lnTo>
                <a:lnTo>
                  <a:pt x="327264" y="27570"/>
                </a:lnTo>
                <a:cubicBezTo>
                  <a:pt x="324394" y="27570"/>
                  <a:pt x="321879" y="27964"/>
                  <a:pt x="319716" y="28754"/>
                </a:cubicBezTo>
                <a:cubicBezTo>
                  <a:pt x="317554" y="29542"/>
                  <a:pt x="315677" y="30633"/>
                  <a:pt x="314085" y="32025"/>
                </a:cubicBezTo>
                <a:cubicBezTo>
                  <a:pt x="312493" y="33416"/>
                  <a:pt x="311048" y="35025"/>
                  <a:pt x="309751" y="36851"/>
                </a:cubicBezTo>
                <a:lnTo>
                  <a:pt x="309751" y="79462"/>
                </a:lnTo>
                <a:lnTo>
                  <a:pt x="299904" y="79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Databases">
            <a:extLst xmlns:a="http://schemas.openxmlformats.org/drawingml/2006/main">
              <a:ext uri="{FF2B5EF4-FFF2-40B4-BE49-F238E27FC236}">
                <a16:creationId xmlns:a16="http://schemas.microsoft.com/office/drawing/2014/main" id="{DCFB6AF9-1E37-4539-908E-1CE6051C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700" y="535572"/>
            <a:ext cx="520284" cy="80524"/>
          </a:xfrm>
          <a:custGeom xmlns:a="http://schemas.openxmlformats.org/drawingml/2006/main">
            <a:pathLst>
              <a:path w="520284" h="80524">
                <a:moveTo>
                  <a:pt x="0" y="79462"/>
                </a:moveTo>
                <a:lnTo>
                  <a:pt x="0" y="0"/>
                </a:lnTo>
                <a:lnTo>
                  <a:pt x="25473" y="0"/>
                </a:lnTo>
                <a:cubicBezTo>
                  <a:pt x="33768" y="0"/>
                  <a:pt x="40844" y="1564"/>
                  <a:pt x="46701" y="4693"/>
                </a:cubicBezTo>
                <a:cubicBezTo>
                  <a:pt x="52559" y="7822"/>
                  <a:pt x="57030" y="12358"/>
                  <a:pt x="60116" y="18301"/>
                </a:cubicBezTo>
                <a:cubicBezTo>
                  <a:pt x="63202" y="24244"/>
                  <a:pt x="64745" y="31387"/>
                  <a:pt x="64745" y="39731"/>
                </a:cubicBezTo>
                <a:cubicBezTo>
                  <a:pt x="64745" y="48114"/>
                  <a:pt x="63192" y="55277"/>
                  <a:pt x="60087" y="61220"/>
                </a:cubicBezTo>
                <a:cubicBezTo>
                  <a:pt x="56981" y="67163"/>
                  <a:pt x="52510" y="71689"/>
                  <a:pt x="46672" y="74798"/>
                </a:cubicBezTo>
                <a:cubicBezTo>
                  <a:pt x="40834" y="77907"/>
                  <a:pt x="33768" y="79462"/>
                  <a:pt x="25473" y="79462"/>
                </a:cubicBezTo>
                <a:lnTo>
                  <a:pt x="0" y="79462"/>
                </a:lnTo>
                <a:moveTo>
                  <a:pt x="10614" y="70547"/>
                </a:moveTo>
                <a:lnTo>
                  <a:pt x="23115" y="70547"/>
                </a:lnTo>
                <a:cubicBezTo>
                  <a:pt x="30073" y="70547"/>
                  <a:pt x="35812" y="69435"/>
                  <a:pt x="40333" y="67212"/>
                </a:cubicBezTo>
                <a:cubicBezTo>
                  <a:pt x="44854" y="64988"/>
                  <a:pt x="48234" y="61584"/>
                  <a:pt x="50475" y="56999"/>
                </a:cubicBezTo>
                <a:cubicBezTo>
                  <a:pt x="52716" y="52414"/>
                  <a:pt x="53836" y="46638"/>
                  <a:pt x="53836" y="39672"/>
                </a:cubicBezTo>
                <a:cubicBezTo>
                  <a:pt x="53836" y="32745"/>
                  <a:pt x="52696" y="27009"/>
                  <a:pt x="50416" y="22463"/>
                </a:cubicBezTo>
                <a:cubicBezTo>
                  <a:pt x="48136" y="17917"/>
                  <a:pt x="44726" y="14523"/>
                  <a:pt x="40186" y="12279"/>
                </a:cubicBezTo>
                <a:cubicBezTo>
                  <a:pt x="35645" y="10036"/>
                  <a:pt x="29955" y="8914"/>
                  <a:pt x="23115" y="8914"/>
                </a:cubicBezTo>
                <a:lnTo>
                  <a:pt x="10614" y="8914"/>
                </a:lnTo>
                <a:lnTo>
                  <a:pt x="10614" y="70547"/>
                </a:lnTo>
                <a:close/>
                <a:moveTo>
                  <a:pt x="93266" y="80524"/>
                </a:moveTo>
                <a:cubicBezTo>
                  <a:pt x="90161" y="80524"/>
                  <a:pt x="87331" y="79894"/>
                  <a:pt x="84775" y="78633"/>
                </a:cubicBezTo>
                <a:cubicBezTo>
                  <a:pt x="82220" y="77371"/>
                  <a:pt x="80176" y="75480"/>
                  <a:pt x="78643" y="72958"/>
                </a:cubicBezTo>
                <a:cubicBezTo>
                  <a:pt x="77110" y="70436"/>
                  <a:pt x="76343" y="67303"/>
                  <a:pt x="76343" y="63561"/>
                </a:cubicBezTo>
                <a:cubicBezTo>
                  <a:pt x="76343" y="58192"/>
                  <a:pt x="77866" y="54125"/>
                  <a:pt x="80913" y="51359"/>
                </a:cubicBezTo>
                <a:cubicBezTo>
                  <a:pt x="83960" y="48593"/>
                  <a:pt x="88274" y="46722"/>
                  <a:pt x="93856" y="45745"/>
                </a:cubicBezTo>
                <a:cubicBezTo>
                  <a:pt x="99438" y="44768"/>
                  <a:pt x="105964" y="44240"/>
                  <a:pt x="113433" y="44158"/>
                </a:cubicBezTo>
                <a:lnTo>
                  <a:pt x="113433" y="39663"/>
                </a:lnTo>
                <a:cubicBezTo>
                  <a:pt x="113433" y="34385"/>
                  <a:pt x="112313" y="30765"/>
                  <a:pt x="110072" y="28802"/>
                </a:cubicBezTo>
                <a:cubicBezTo>
                  <a:pt x="107831" y="26839"/>
                  <a:pt x="105020" y="25857"/>
                  <a:pt x="101640" y="25857"/>
                </a:cubicBezTo>
                <a:cubicBezTo>
                  <a:pt x="97944" y="25857"/>
                  <a:pt x="94839" y="26895"/>
                  <a:pt x="92323" y="28970"/>
                </a:cubicBezTo>
                <a:cubicBezTo>
                  <a:pt x="89807" y="31045"/>
                  <a:pt x="88549" y="34366"/>
                  <a:pt x="88549" y="38934"/>
                </a:cubicBezTo>
                <a:lnTo>
                  <a:pt x="78997" y="38934"/>
                </a:lnTo>
                <a:cubicBezTo>
                  <a:pt x="78997" y="34100"/>
                  <a:pt x="79970" y="30179"/>
                  <a:pt x="81915" y="27169"/>
                </a:cubicBezTo>
                <a:cubicBezTo>
                  <a:pt x="83861" y="24158"/>
                  <a:pt x="86544" y="21967"/>
                  <a:pt x="89964" y="20596"/>
                </a:cubicBezTo>
                <a:cubicBezTo>
                  <a:pt x="93384" y="19223"/>
                  <a:pt x="97276" y="18537"/>
                  <a:pt x="101640" y="18537"/>
                </a:cubicBezTo>
                <a:cubicBezTo>
                  <a:pt x="104391" y="18537"/>
                  <a:pt x="107045" y="18824"/>
                  <a:pt x="109600" y="19399"/>
                </a:cubicBezTo>
                <a:cubicBezTo>
                  <a:pt x="112155" y="19972"/>
                  <a:pt x="114455" y="21017"/>
                  <a:pt x="116499" y="22533"/>
                </a:cubicBezTo>
                <a:cubicBezTo>
                  <a:pt x="118543" y="24050"/>
                  <a:pt x="120155" y="26170"/>
                  <a:pt x="121334" y="28896"/>
                </a:cubicBezTo>
                <a:cubicBezTo>
                  <a:pt x="122514" y="31621"/>
                  <a:pt x="123103" y="35136"/>
                  <a:pt x="123103" y="39439"/>
                </a:cubicBezTo>
                <a:lnTo>
                  <a:pt x="123103" y="79462"/>
                </a:lnTo>
                <a:lnTo>
                  <a:pt x="114023" y="79462"/>
                </a:lnTo>
                <a:lnTo>
                  <a:pt x="113669" y="71079"/>
                </a:lnTo>
                <a:cubicBezTo>
                  <a:pt x="111153" y="73991"/>
                  <a:pt x="108224" y="76293"/>
                  <a:pt x="104883" y="77986"/>
                </a:cubicBezTo>
                <a:cubicBezTo>
                  <a:pt x="101541" y="79678"/>
                  <a:pt x="97669" y="80524"/>
                  <a:pt x="93266" y="80524"/>
                </a:cubicBezTo>
                <a:moveTo>
                  <a:pt x="95861" y="72968"/>
                </a:moveTo>
                <a:cubicBezTo>
                  <a:pt x="99596" y="72968"/>
                  <a:pt x="102937" y="72044"/>
                  <a:pt x="105885" y="70197"/>
                </a:cubicBezTo>
                <a:cubicBezTo>
                  <a:pt x="108834" y="68349"/>
                  <a:pt x="111330" y="65931"/>
                  <a:pt x="113374" y="62941"/>
                </a:cubicBezTo>
                <a:lnTo>
                  <a:pt x="113374" y="50298"/>
                </a:lnTo>
                <a:cubicBezTo>
                  <a:pt x="103664" y="50422"/>
                  <a:pt x="96706" y="51471"/>
                  <a:pt x="92500" y="53444"/>
                </a:cubicBezTo>
                <a:cubicBezTo>
                  <a:pt x="88294" y="55415"/>
                  <a:pt x="86191" y="58664"/>
                  <a:pt x="86191" y="63190"/>
                </a:cubicBezTo>
                <a:cubicBezTo>
                  <a:pt x="86191" y="66180"/>
                  <a:pt x="86996" y="68557"/>
                  <a:pt x="88608" y="70322"/>
                </a:cubicBezTo>
                <a:cubicBezTo>
                  <a:pt x="90220" y="72086"/>
                  <a:pt x="92638" y="72968"/>
                  <a:pt x="95861" y="72968"/>
                </a:cubicBezTo>
                <a:close/>
                <a:moveTo>
                  <a:pt x="158691" y="79462"/>
                </a:moveTo>
                <a:cubicBezTo>
                  <a:pt x="154092" y="79462"/>
                  <a:pt x="150544" y="78689"/>
                  <a:pt x="148048" y="77143"/>
                </a:cubicBezTo>
                <a:cubicBezTo>
                  <a:pt x="145552" y="75597"/>
                  <a:pt x="143842" y="73370"/>
                  <a:pt x="142918" y="70462"/>
                </a:cubicBezTo>
                <a:cubicBezTo>
                  <a:pt x="141994" y="67555"/>
                  <a:pt x="141532" y="64060"/>
                  <a:pt x="141532" y="59978"/>
                </a:cubicBezTo>
                <a:lnTo>
                  <a:pt x="141532" y="27570"/>
                </a:lnTo>
                <a:lnTo>
                  <a:pt x="131980" y="27570"/>
                </a:lnTo>
                <a:lnTo>
                  <a:pt x="131980" y="19600"/>
                </a:lnTo>
                <a:lnTo>
                  <a:pt x="141532" y="19600"/>
                </a:lnTo>
                <a:lnTo>
                  <a:pt x="141532" y="6435"/>
                </a:lnTo>
                <a:lnTo>
                  <a:pt x="151380" y="6435"/>
                </a:lnTo>
                <a:lnTo>
                  <a:pt x="151380" y="19600"/>
                </a:lnTo>
                <a:lnTo>
                  <a:pt x="165590" y="19600"/>
                </a:lnTo>
                <a:lnTo>
                  <a:pt x="165590" y="27570"/>
                </a:lnTo>
                <a:lnTo>
                  <a:pt x="151380" y="27570"/>
                </a:lnTo>
                <a:lnTo>
                  <a:pt x="151380" y="59766"/>
                </a:lnTo>
                <a:cubicBezTo>
                  <a:pt x="151380" y="63550"/>
                  <a:pt x="151841" y="66441"/>
                  <a:pt x="152765" y="68439"/>
                </a:cubicBezTo>
                <a:cubicBezTo>
                  <a:pt x="153689" y="70435"/>
                  <a:pt x="155881" y="71433"/>
                  <a:pt x="159340" y="71433"/>
                </a:cubicBezTo>
                <a:lnTo>
                  <a:pt x="165590" y="71433"/>
                </a:lnTo>
                <a:lnTo>
                  <a:pt x="165590" y="79462"/>
                </a:lnTo>
                <a:lnTo>
                  <a:pt x="158691" y="79462"/>
                </a:lnTo>
                <a:close/>
                <a:moveTo>
                  <a:pt x="190578" y="80524"/>
                </a:moveTo>
                <a:cubicBezTo>
                  <a:pt x="187472" y="80524"/>
                  <a:pt x="184642" y="79894"/>
                  <a:pt x="182086" y="78633"/>
                </a:cubicBezTo>
                <a:cubicBezTo>
                  <a:pt x="179531" y="77371"/>
                  <a:pt x="177487" y="75480"/>
                  <a:pt x="175954" y="72958"/>
                </a:cubicBezTo>
                <a:cubicBezTo>
                  <a:pt x="174421" y="70436"/>
                  <a:pt x="173654" y="67303"/>
                  <a:pt x="173654" y="63561"/>
                </a:cubicBezTo>
                <a:cubicBezTo>
                  <a:pt x="173654" y="58192"/>
                  <a:pt x="175177" y="54125"/>
                  <a:pt x="178224" y="51359"/>
                </a:cubicBezTo>
                <a:cubicBezTo>
                  <a:pt x="181271" y="48593"/>
                  <a:pt x="185585" y="46722"/>
                  <a:pt x="191167" y="45745"/>
                </a:cubicBezTo>
                <a:cubicBezTo>
                  <a:pt x="196749" y="44768"/>
                  <a:pt x="203275" y="44240"/>
                  <a:pt x="210744" y="44158"/>
                </a:cubicBezTo>
                <a:lnTo>
                  <a:pt x="210744" y="39663"/>
                </a:lnTo>
                <a:cubicBezTo>
                  <a:pt x="210744" y="34385"/>
                  <a:pt x="209624" y="30765"/>
                  <a:pt x="207383" y="28802"/>
                </a:cubicBezTo>
                <a:cubicBezTo>
                  <a:pt x="205142" y="26839"/>
                  <a:pt x="202331" y="25857"/>
                  <a:pt x="198951" y="25857"/>
                </a:cubicBezTo>
                <a:cubicBezTo>
                  <a:pt x="195255" y="25857"/>
                  <a:pt x="192150" y="26895"/>
                  <a:pt x="189634" y="28970"/>
                </a:cubicBezTo>
                <a:cubicBezTo>
                  <a:pt x="187118" y="31045"/>
                  <a:pt x="185860" y="34366"/>
                  <a:pt x="185860" y="38934"/>
                </a:cubicBezTo>
                <a:lnTo>
                  <a:pt x="176308" y="38934"/>
                </a:lnTo>
                <a:cubicBezTo>
                  <a:pt x="176308" y="34100"/>
                  <a:pt x="177281" y="30179"/>
                  <a:pt x="179226" y="27169"/>
                </a:cubicBezTo>
                <a:cubicBezTo>
                  <a:pt x="181172" y="24158"/>
                  <a:pt x="183855" y="21967"/>
                  <a:pt x="187275" y="20596"/>
                </a:cubicBezTo>
                <a:cubicBezTo>
                  <a:pt x="190695" y="19223"/>
                  <a:pt x="194587" y="18537"/>
                  <a:pt x="198951" y="18537"/>
                </a:cubicBezTo>
                <a:cubicBezTo>
                  <a:pt x="201702" y="18537"/>
                  <a:pt x="204356" y="18824"/>
                  <a:pt x="206911" y="19399"/>
                </a:cubicBezTo>
                <a:cubicBezTo>
                  <a:pt x="209466" y="19972"/>
                  <a:pt x="211766" y="21017"/>
                  <a:pt x="213810" y="22533"/>
                </a:cubicBezTo>
                <a:cubicBezTo>
                  <a:pt x="215854" y="24050"/>
                  <a:pt x="217466" y="26170"/>
                  <a:pt x="218645" y="28896"/>
                </a:cubicBezTo>
                <a:cubicBezTo>
                  <a:pt x="219825" y="31621"/>
                  <a:pt x="220414" y="35136"/>
                  <a:pt x="220414" y="39439"/>
                </a:cubicBezTo>
                <a:lnTo>
                  <a:pt x="220414" y="79462"/>
                </a:lnTo>
                <a:lnTo>
                  <a:pt x="211334" y="79462"/>
                </a:lnTo>
                <a:lnTo>
                  <a:pt x="210980" y="71079"/>
                </a:lnTo>
                <a:cubicBezTo>
                  <a:pt x="208464" y="73991"/>
                  <a:pt x="205535" y="76293"/>
                  <a:pt x="202194" y="77986"/>
                </a:cubicBezTo>
                <a:cubicBezTo>
                  <a:pt x="198852" y="79678"/>
                  <a:pt x="194980" y="80524"/>
                  <a:pt x="190578" y="80524"/>
                </a:cubicBezTo>
                <a:moveTo>
                  <a:pt x="193172" y="72968"/>
                </a:moveTo>
                <a:cubicBezTo>
                  <a:pt x="196907" y="72968"/>
                  <a:pt x="200248" y="72044"/>
                  <a:pt x="203196" y="70197"/>
                </a:cubicBezTo>
                <a:cubicBezTo>
                  <a:pt x="206145" y="68349"/>
                  <a:pt x="208641" y="65931"/>
                  <a:pt x="210685" y="62941"/>
                </a:cubicBezTo>
                <a:lnTo>
                  <a:pt x="210685" y="50298"/>
                </a:lnTo>
                <a:cubicBezTo>
                  <a:pt x="200975" y="50422"/>
                  <a:pt x="194017" y="51471"/>
                  <a:pt x="189811" y="53444"/>
                </a:cubicBezTo>
                <a:cubicBezTo>
                  <a:pt x="185605" y="55415"/>
                  <a:pt x="183502" y="58664"/>
                  <a:pt x="183502" y="63190"/>
                </a:cubicBezTo>
                <a:cubicBezTo>
                  <a:pt x="183502" y="66180"/>
                  <a:pt x="184307" y="68557"/>
                  <a:pt x="185919" y="70322"/>
                </a:cubicBezTo>
                <a:cubicBezTo>
                  <a:pt x="187531" y="72086"/>
                  <a:pt x="189949" y="72968"/>
                  <a:pt x="193172" y="72968"/>
                </a:cubicBezTo>
                <a:close/>
                <a:moveTo>
                  <a:pt x="263845" y="80524"/>
                </a:moveTo>
                <a:cubicBezTo>
                  <a:pt x="259678" y="80524"/>
                  <a:pt x="256111" y="79747"/>
                  <a:pt x="253143" y="78192"/>
                </a:cubicBezTo>
                <a:cubicBezTo>
                  <a:pt x="250175" y="76638"/>
                  <a:pt x="247747" y="74345"/>
                  <a:pt x="245860" y="71315"/>
                </a:cubicBezTo>
                <a:lnTo>
                  <a:pt x="245388" y="79462"/>
                </a:lnTo>
                <a:lnTo>
                  <a:pt x="236131" y="79462"/>
                </a:lnTo>
                <a:lnTo>
                  <a:pt x="236131" y="0"/>
                </a:lnTo>
                <a:lnTo>
                  <a:pt x="246037" y="0"/>
                </a:lnTo>
                <a:lnTo>
                  <a:pt x="246037" y="28632"/>
                </a:lnTo>
                <a:cubicBezTo>
                  <a:pt x="247885" y="25877"/>
                  <a:pt x="250322" y="23506"/>
                  <a:pt x="253349" y="21518"/>
                </a:cubicBezTo>
                <a:cubicBezTo>
                  <a:pt x="256376" y="19531"/>
                  <a:pt x="259973" y="18537"/>
                  <a:pt x="264140" y="18537"/>
                </a:cubicBezTo>
                <a:cubicBezTo>
                  <a:pt x="268621" y="18537"/>
                  <a:pt x="272484" y="19694"/>
                  <a:pt x="275727" y="22009"/>
                </a:cubicBezTo>
                <a:cubicBezTo>
                  <a:pt x="278970" y="24323"/>
                  <a:pt x="281476" y="27773"/>
                  <a:pt x="283245" y="32361"/>
                </a:cubicBezTo>
                <a:cubicBezTo>
                  <a:pt x="285014" y="36947"/>
                  <a:pt x="285898" y="42660"/>
                  <a:pt x="285898" y="49499"/>
                </a:cubicBezTo>
                <a:cubicBezTo>
                  <a:pt x="285898" y="56298"/>
                  <a:pt x="285004" y="62002"/>
                  <a:pt x="283215" y="66610"/>
                </a:cubicBezTo>
                <a:cubicBezTo>
                  <a:pt x="281427" y="71218"/>
                  <a:pt x="278881" y="74688"/>
                  <a:pt x="275579" y="77023"/>
                </a:cubicBezTo>
                <a:cubicBezTo>
                  <a:pt x="272277" y="79357"/>
                  <a:pt x="268366" y="80524"/>
                  <a:pt x="263845" y="80524"/>
                </a:cubicBezTo>
                <a:moveTo>
                  <a:pt x="261958" y="72436"/>
                </a:moveTo>
                <a:cubicBezTo>
                  <a:pt x="266636" y="72436"/>
                  <a:pt x="270105" y="70432"/>
                  <a:pt x="272366" y="66422"/>
                </a:cubicBezTo>
                <a:cubicBezTo>
                  <a:pt x="274626" y="62413"/>
                  <a:pt x="275756" y="56752"/>
                  <a:pt x="275756" y="49440"/>
                </a:cubicBezTo>
                <a:cubicBezTo>
                  <a:pt x="275756" y="42045"/>
                  <a:pt x="274636" y="36374"/>
                  <a:pt x="272395" y="32427"/>
                </a:cubicBezTo>
                <a:cubicBezTo>
                  <a:pt x="270154" y="28480"/>
                  <a:pt x="266774" y="26507"/>
                  <a:pt x="262253" y="26507"/>
                </a:cubicBezTo>
                <a:cubicBezTo>
                  <a:pt x="258322" y="26507"/>
                  <a:pt x="255010" y="27702"/>
                  <a:pt x="252317" y="30091"/>
                </a:cubicBezTo>
                <a:cubicBezTo>
                  <a:pt x="249624" y="32480"/>
                  <a:pt x="247531" y="35232"/>
                  <a:pt x="246037" y="38347"/>
                </a:cubicBezTo>
                <a:lnTo>
                  <a:pt x="246037" y="61841"/>
                </a:lnTo>
                <a:cubicBezTo>
                  <a:pt x="247531" y="65082"/>
                  <a:pt x="249605" y="67658"/>
                  <a:pt x="252258" y="69569"/>
                </a:cubicBezTo>
                <a:cubicBezTo>
                  <a:pt x="254912" y="71481"/>
                  <a:pt x="258145" y="72436"/>
                  <a:pt x="261958" y="72436"/>
                </a:cubicBezTo>
                <a:close/>
                <a:moveTo>
                  <a:pt x="313490" y="80524"/>
                </a:moveTo>
                <a:cubicBezTo>
                  <a:pt x="310385" y="80524"/>
                  <a:pt x="307554" y="79894"/>
                  <a:pt x="304999" y="78633"/>
                </a:cubicBezTo>
                <a:cubicBezTo>
                  <a:pt x="302444" y="77371"/>
                  <a:pt x="300400" y="75480"/>
                  <a:pt x="298867" y="72958"/>
                </a:cubicBezTo>
                <a:cubicBezTo>
                  <a:pt x="297334" y="70436"/>
                  <a:pt x="296567" y="67303"/>
                  <a:pt x="296567" y="63561"/>
                </a:cubicBezTo>
                <a:cubicBezTo>
                  <a:pt x="296567" y="58192"/>
                  <a:pt x="298090" y="54125"/>
                  <a:pt x="301137" y="51359"/>
                </a:cubicBezTo>
                <a:cubicBezTo>
                  <a:pt x="304183" y="48593"/>
                  <a:pt x="308498" y="46722"/>
                  <a:pt x="314080" y="45745"/>
                </a:cubicBezTo>
                <a:cubicBezTo>
                  <a:pt x="319662" y="44768"/>
                  <a:pt x="326188" y="44240"/>
                  <a:pt x="333657" y="44158"/>
                </a:cubicBezTo>
                <a:lnTo>
                  <a:pt x="333657" y="39663"/>
                </a:lnTo>
                <a:cubicBezTo>
                  <a:pt x="333657" y="34385"/>
                  <a:pt x="332536" y="30765"/>
                  <a:pt x="330296" y="28802"/>
                </a:cubicBezTo>
                <a:cubicBezTo>
                  <a:pt x="328055" y="26839"/>
                  <a:pt x="325244" y="25857"/>
                  <a:pt x="321864" y="25857"/>
                </a:cubicBezTo>
                <a:cubicBezTo>
                  <a:pt x="318168" y="25857"/>
                  <a:pt x="315063" y="26895"/>
                  <a:pt x="312547" y="28970"/>
                </a:cubicBezTo>
                <a:cubicBezTo>
                  <a:pt x="310031" y="31045"/>
                  <a:pt x="308773" y="34366"/>
                  <a:pt x="308773" y="38934"/>
                </a:cubicBezTo>
                <a:lnTo>
                  <a:pt x="299220" y="38934"/>
                </a:lnTo>
                <a:cubicBezTo>
                  <a:pt x="299220" y="34100"/>
                  <a:pt x="300193" y="30179"/>
                  <a:pt x="302139" y="27169"/>
                </a:cubicBezTo>
                <a:cubicBezTo>
                  <a:pt x="304085" y="24158"/>
                  <a:pt x="306768" y="21967"/>
                  <a:pt x="310188" y="20596"/>
                </a:cubicBezTo>
                <a:cubicBezTo>
                  <a:pt x="313608" y="19223"/>
                  <a:pt x="317500" y="18537"/>
                  <a:pt x="321864" y="18537"/>
                </a:cubicBezTo>
                <a:cubicBezTo>
                  <a:pt x="324615" y="18537"/>
                  <a:pt x="327269" y="18824"/>
                  <a:pt x="329824" y="19399"/>
                </a:cubicBezTo>
                <a:cubicBezTo>
                  <a:pt x="332379" y="19972"/>
                  <a:pt x="334679" y="21017"/>
                  <a:pt x="336723" y="22533"/>
                </a:cubicBezTo>
                <a:cubicBezTo>
                  <a:pt x="338767" y="24050"/>
                  <a:pt x="340379" y="26170"/>
                  <a:pt x="341558" y="28896"/>
                </a:cubicBezTo>
                <a:cubicBezTo>
                  <a:pt x="342738" y="31621"/>
                  <a:pt x="343327" y="35136"/>
                  <a:pt x="343327" y="39439"/>
                </a:cubicBezTo>
                <a:lnTo>
                  <a:pt x="343327" y="79462"/>
                </a:lnTo>
                <a:lnTo>
                  <a:pt x="334246" y="79462"/>
                </a:lnTo>
                <a:lnTo>
                  <a:pt x="333893" y="71079"/>
                </a:lnTo>
                <a:cubicBezTo>
                  <a:pt x="331377" y="73991"/>
                  <a:pt x="328448" y="76293"/>
                  <a:pt x="325107" y="77986"/>
                </a:cubicBezTo>
                <a:cubicBezTo>
                  <a:pt x="321765" y="79678"/>
                  <a:pt x="317893" y="80524"/>
                  <a:pt x="313490" y="80524"/>
                </a:cubicBezTo>
                <a:moveTo>
                  <a:pt x="316085" y="72968"/>
                </a:moveTo>
                <a:cubicBezTo>
                  <a:pt x="319819" y="72968"/>
                  <a:pt x="323161" y="72044"/>
                  <a:pt x="326109" y="70197"/>
                </a:cubicBezTo>
                <a:cubicBezTo>
                  <a:pt x="329057" y="68349"/>
                  <a:pt x="331554" y="65931"/>
                  <a:pt x="333598" y="62941"/>
                </a:cubicBezTo>
                <a:lnTo>
                  <a:pt x="333598" y="50298"/>
                </a:lnTo>
                <a:cubicBezTo>
                  <a:pt x="323888" y="50422"/>
                  <a:pt x="316930" y="51471"/>
                  <a:pt x="312724" y="53444"/>
                </a:cubicBezTo>
                <a:cubicBezTo>
                  <a:pt x="308517" y="55415"/>
                  <a:pt x="306414" y="58664"/>
                  <a:pt x="306414" y="63190"/>
                </a:cubicBezTo>
                <a:cubicBezTo>
                  <a:pt x="306414" y="66180"/>
                  <a:pt x="307220" y="68557"/>
                  <a:pt x="308832" y="70322"/>
                </a:cubicBezTo>
                <a:cubicBezTo>
                  <a:pt x="310444" y="72086"/>
                  <a:pt x="312861" y="72968"/>
                  <a:pt x="316085" y="72968"/>
                </a:cubicBezTo>
                <a:close/>
                <a:moveTo>
                  <a:pt x="379681" y="80524"/>
                </a:moveTo>
                <a:cubicBezTo>
                  <a:pt x="376419" y="80524"/>
                  <a:pt x="373343" y="80163"/>
                  <a:pt x="370453" y="79439"/>
                </a:cubicBezTo>
                <a:cubicBezTo>
                  <a:pt x="367564" y="78716"/>
                  <a:pt x="365019" y="77549"/>
                  <a:pt x="362817" y="75938"/>
                </a:cubicBezTo>
                <a:cubicBezTo>
                  <a:pt x="360616" y="74325"/>
                  <a:pt x="358896" y="72238"/>
                  <a:pt x="357658" y="69676"/>
                </a:cubicBezTo>
                <a:cubicBezTo>
                  <a:pt x="356419" y="67115"/>
                  <a:pt x="355800" y="63994"/>
                  <a:pt x="355800" y="60316"/>
                </a:cubicBezTo>
                <a:lnTo>
                  <a:pt x="365294" y="60316"/>
                </a:lnTo>
                <a:cubicBezTo>
                  <a:pt x="365294" y="65079"/>
                  <a:pt x="366689" y="68418"/>
                  <a:pt x="369480" y="70333"/>
                </a:cubicBezTo>
                <a:cubicBezTo>
                  <a:pt x="372271" y="72247"/>
                  <a:pt x="375750" y="73204"/>
                  <a:pt x="379917" y="73204"/>
                </a:cubicBezTo>
                <a:cubicBezTo>
                  <a:pt x="383652" y="73204"/>
                  <a:pt x="386728" y="72442"/>
                  <a:pt x="389146" y="70918"/>
                </a:cubicBezTo>
                <a:cubicBezTo>
                  <a:pt x="391563" y="69394"/>
                  <a:pt x="392772" y="66893"/>
                  <a:pt x="392772" y="63415"/>
                </a:cubicBezTo>
                <a:cubicBezTo>
                  <a:pt x="392772" y="60440"/>
                  <a:pt x="391681" y="58250"/>
                  <a:pt x="389499" y="56845"/>
                </a:cubicBezTo>
                <a:cubicBezTo>
                  <a:pt x="387318" y="55440"/>
                  <a:pt x="383455" y="54014"/>
                  <a:pt x="377912" y="52567"/>
                </a:cubicBezTo>
                <a:cubicBezTo>
                  <a:pt x="373431" y="51452"/>
                  <a:pt x="369677" y="50160"/>
                  <a:pt x="366650" y="48693"/>
                </a:cubicBezTo>
                <a:cubicBezTo>
                  <a:pt x="363623" y="47226"/>
                  <a:pt x="361343" y="45366"/>
                  <a:pt x="359810" y="43114"/>
                </a:cubicBezTo>
                <a:cubicBezTo>
                  <a:pt x="358277" y="40862"/>
                  <a:pt x="357510" y="38021"/>
                  <a:pt x="357510" y="34591"/>
                </a:cubicBezTo>
                <a:cubicBezTo>
                  <a:pt x="357510" y="31947"/>
                  <a:pt x="358051" y="29623"/>
                  <a:pt x="359132" y="27619"/>
                </a:cubicBezTo>
                <a:cubicBezTo>
                  <a:pt x="360213" y="25615"/>
                  <a:pt x="361726" y="23941"/>
                  <a:pt x="363672" y="22598"/>
                </a:cubicBezTo>
                <a:cubicBezTo>
                  <a:pt x="365618" y="21255"/>
                  <a:pt x="367898" y="20242"/>
                  <a:pt x="370512" y="19561"/>
                </a:cubicBezTo>
                <a:cubicBezTo>
                  <a:pt x="373126" y="18878"/>
                  <a:pt x="375967" y="18537"/>
                  <a:pt x="379033" y="18537"/>
                </a:cubicBezTo>
                <a:cubicBezTo>
                  <a:pt x="382060" y="18537"/>
                  <a:pt x="384900" y="18909"/>
                  <a:pt x="387553" y="19653"/>
                </a:cubicBezTo>
                <a:cubicBezTo>
                  <a:pt x="390207" y="20397"/>
                  <a:pt x="392556" y="21544"/>
                  <a:pt x="394600" y="23094"/>
                </a:cubicBezTo>
                <a:cubicBezTo>
                  <a:pt x="396644" y="24644"/>
                  <a:pt x="398246" y="26648"/>
                  <a:pt x="399406" y="29106"/>
                </a:cubicBezTo>
                <a:cubicBezTo>
                  <a:pt x="400565" y="31565"/>
                  <a:pt x="401145" y="34488"/>
                  <a:pt x="401145" y="37877"/>
                </a:cubicBezTo>
                <a:lnTo>
                  <a:pt x="391593" y="37877"/>
                </a:lnTo>
                <a:cubicBezTo>
                  <a:pt x="391593" y="33568"/>
                  <a:pt x="390384" y="30508"/>
                  <a:pt x="387966" y="28695"/>
                </a:cubicBezTo>
                <a:cubicBezTo>
                  <a:pt x="385549" y="26882"/>
                  <a:pt x="382571" y="25976"/>
                  <a:pt x="379033" y="25976"/>
                </a:cubicBezTo>
                <a:cubicBezTo>
                  <a:pt x="375495" y="25976"/>
                  <a:pt x="372625" y="26646"/>
                  <a:pt x="370424" y="27988"/>
                </a:cubicBezTo>
                <a:cubicBezTo>
                  <a:pt x="368222" y="29329"/>
                  <a:pt x="367122" y="31426"/>
                  <a:pt x="367122" y="34281"/>
                </a:cubicBezTo>
                <a:cubicBezTo>
                  <a:pt x="367122" y="35892"/>
                  <a:pt x="367613" y="37256"/>
                  <a:pt x="368596" y="38373"/>
                </a:cubicBezTo>
                <a:cubicBezTo>
                  <a:pt x="369579" y="39488"/>
                  <a:pt x="371230" y="40491"/>
                  <a:pt x="373549" y="41380"/>
                </a:cubicBezTo>
                <a:cubicBezTo>
                  <a:pt x="375868" y="42268"/>
                  <a:pt x="378974" y="43208"/>
                  <a:pt x="382866" y="44199"/>
                </a:cubicBezTo>
                <a:cubicBezTo>
                  <a:pt x="387190" y="45274"/>
                  <a:pt x="390797" y="46556"/>
                  <a:pt x="393686" y="48044"/>
                </a:cubicBezTo>
                <a:cubicBezTo>
                  <a:pt x="396575" y="49531"/>
                  <a:pt x="398757" y="51452"/>
                  <a:pt x="400231" y="53809"/>
                </a:cubicBezTo>
                <a:cubicBezTo>
                  <a:pt x="401705" y="56164"/>
                  <a:pt x="402442" y="59201"/>
                  <a:pt x="402442" y="62921"/>
                </a:cubicBezTo>
                <a:cubicBezTo>
                  <a:pt x="402442" y="65978"/>
                  <a:pt x="401872" y="68623"/>
                  <a:pt x="400732" y="70855"/>
                </a:cubicBezTo>
                <a:cubicBezTo>
                  <a:pt x="399592" y="73086"/>
                  <a:pt x="397991" y="74915"/>
                  <a:pt x="395927" y="76340"/>
                </a:cubicBezTo>
                <a:cubicBezTo>
                  <a:pt x="393863" y="77766"/>
                  <a:pt x="391445" y="78819"/>
                  <a:pt x="388674" y="79500"/>
                </a:cubicBezTo>
                <a:cubicBezTo>
                  <a:pt x="385902" y="80183"/>
                  <a:pt x="382905" y="80524"/>
                  <a:pt x="379681" y="80524"/>
                </a:cubicBezTo>
                <a:close/>
                <a:moveTo>
                  <a:pt x="438954" y="80524"/>
                </a:moveTo>
                <a:cubicBezTo>
                  <a:pt x="432979" y="80524"/>
                  <a:pt x="428045" y="79163"/>
                  <a:pt x="424153" y="76440"/>
                </a:cubicBezTo>
                <a:cubicBezTo>
                  <a:pt x="420262" y="73715"/>
                  <a:pt x="417362" y="70009"/>
                  <a:pt x="415456" y="65319"/>
                </a:cubicBezTo>
                <a:cubicBezTo>
                  <a:pt x="413549" y="60629"/>
                  <a:pt x="412596" y="55356"/>
                  <a:pt x="412596" y="49499"/>
                </a:cubicBezTo>
                <a:cubicBezTo>
                  <a:pt x="412596" y="43398"/>
                  <a:pt x="413520" y="38022"/>
                  <a:pt x="415367" y="33373"/>
                </a:cubicBezTo>
                <a:cubicBezTo>
                  <a:pt x="417215" y="28724"/>
                  <a:pt x="420016" y="25089"/>
                  <a:pt x="423770" y="22468"/>
                </a:cubicBezTo>
                <a:cubicBezTo>
                  <a:pt x="427524" y="19848"/>
                  <a:pt x="432232" y="18537"/>
                  <a:pt x="437893" y="18537"/>
                </a:cubicBezTo>
                <a:cubicBezTo>
                  <a:pt x="445480" y="18537"/>
                  <a:pt x="451416" y="20997"/>
                  <a:pt x="455700" y="25917"/>
                </a:cubicBezTo>
                <a:cubicBezTo>
                  <a:pt x="459985" y="30835"/>
                  <a:pt x="462128" y="37906"/>
                  <a:pt x="462128" y="47129"/>
                </a:cubicBezTo>
                <a:cubicBezTo>
                  <a:pt x="462128" y="47744"/>
                  <a:pt x="462118" y="48471"/>
                  <a:pt x="462098" y="49311"/>
                </a:cubicBezTo>
                <a:cubicBezTo>
                  <a:pt x="462079" y="50151"/>
                  <a:pt x="462029" y="50756"/>
                  <a:pt x="461951" y="51125"/>
                </a:cubicBezTo>
                <a:lnTo>
                  <a:pt x="422502" y="51125"/>
                </a:lnTo>
                <a:cubicBezTo>
                  <a:pt x="422542" y="55066"/>
                  <a:pt x="423112" y="58687"/>
                  <a:pt x="424212" y="61985"/>
                </a:cubicBezTo>
                <a:cubicBezTo>
                  <a:pt x="425313" y="65284"/>
                  <a:pt x="427072" y="67929"/>
                  <a:pt x="429490" y="69922"/>
                </a:cubicBezTo>
                <a:cubicBezTo>
                  <a:pt x="431908" y="71913"/>
                  <a:pt x="435062" y="72909"/>
                  <a:pt x="438954" y="72909"/>
                </a:cubicBezTo>
                <a:cubicBezTo>
                  <a:pt x="443160" y="72909"/>
                  <a:pt x="446433" y="71808"/>
                  <a:pt x="448772" y="69608"/>
                </a:cubicBezTo>
                <a:cubicBezTo>
                  <a:pt x="451111" y="67408"/>
                  <a:pt x="452339" y="64234"/>
                  <a:pt x="452457" y="60085"/>
                </a:cubicBezTo>
                <a:lnTo>
                  <a:pt x="462187" y="60085"/>
                </a:lnTo>
                <a:cubicBezTo>
                  <a:pt x="462069" y="64300"/>
                  <a:pt x="461057" y="67932"/>
                  <a:pt x="459150" y="70981"/>
                </a:cubicBezTo>
                <a:cubicBezTo>
                  <a:pt x="457243" y="74028"/>
                  <a:pt x="454580" y="76381"/>
                  <a:pt x="451160" y="78039"/>
                </a:cubicBezTo>
                <a:cubicBezTo>
                  <a:pt x="447740" y="79696"/>
                  <a:pt x="443671" y="80524"/>
                  <a:pt x="438954" y="80524"/>
                </a:cubicBezTo>
                <a:moveTo>
                  <a:pt x="422561" y="43922"/>
                </a:moveTo>
                <a:lnTo>
                  <a:pt x="452398" y="43922"/>
                </a:lnTo>
                <a:cubicBezTo>
                  <a:pt x="452280" y="38149"/>
                  <a:pt x="450963" y="33734"/>
                  <a:pt x="448448" y="30678"/>
                </a:cubicBezTo>
                <a:cubicBezTo>
                  <a:pt x="445932" y="27622"/>
                  <a:pt x="442413" y="26094"/>
                  <a:pt x="437893" y="26094"/>
                </a:cubicBezTo>
                <a:cubicBezTo>
                  <a:pt x="433293" y="26094"/>
                  <a:pt x="429706" y="27611"/>
                  <a:pt x="427131" y="30647"/>
                </a:cubicBezTo>
                <a:cubicBezTo>
                  <a:pt x="424556" y="33682"/>
                  <a:pt x="423033" y="38107"/>
                  <a:pt x="422561" y="43922"/>
                </a:cubicBezTo>
                <a:close/>
                <a:moveTo>
                  <a:pt x="497522" y="80524"/>
                </a:moveTo>
                <a:cubicBezTo>
                  <a:pt x="494260" y="80524"/>
                  <a:pt x="491184" y="80163"/>
                  <a:pt x="488294" y="79439"/>
                </a:cubicBezTo>
                <a:cubicBezTo>
                  <a:pt x="485405" y="78716"/>
                  <a:pt x="482860" y="77549"/>
                  <a:pt x="480658" y="75938"/>
                </a:cubicBezTo>
                <a:cubicBezTo>
                  <a:pt x="478457" y="74325"/>
                  <a:pt x="476737" y="72238"/>
                  <a:pt x="475499" y="69676"/>
                </a:cubicBezTo>
                <a:cubicBezTo>
                  <a:pt x="474260" y="67115"/>
                  <a:pt x="473641" y="63994"/>
                  <a:pt x="473641" y="60316"/>
                </a:cubicBezTo>
                <a:lnTo>
                  <a:pt x="483135" y="60316"/>
                </a:lnTo>
                <a:cubicBezTo>
                  <a:pt x="483135" y="65079"/>
                  <a:pt x="484530" y="68418"/>
                  <a:pt x="487321" y="70333"/>
                </a:cubicBezTo>
                <a:cubicBezTo>
                  <a:pt x="490112" y="72247"/>
                  <a:pt x="493591" y="73204"/>
                  <a:pt x="497758" y="73204"/>
                </a:cubicBezTo>
                <a:cubicBezTo>
                  <a:pt x="501493" y="73204"/>
                  <a:pt x="504569" y="72442"/>
                  <a:pt x="506987" y="70918"/>
                </a:cubicBezTo>
                <a:cubicBezTo>
                  <a:pt x="509404" y="69394"/>
                  <a:pt x="510613" y="66893"/>
                  <a:pt x="510613" y="63415"/>
                </a:cubicBezTo>
                <a:cubicBezTo>
                  <a:pt x="510613" y="60440"/>
                  <a:pt x="509522" y="58250"/>
                  <a:pt x="507340" y="56845"/>
                </a:cubicBezTo>
                <a:cubicBezTo>
                  <a:pt x="505159" y="55440"/>
                  <a:pt x="501296" y="54014"/>
                  <a:pt x="495754" y="52567"/>
                </a:cubicBezTo>
                <a:cubicBezTo>
                  <a:pt x="491272" y="51452"/>
                  <a:pt x="487518" y="50160"/>
                  <a:pt x="484491" y="48693"/>
                </a:cubicBezTo>
                <a:cubicBezTo>
                  <a:pt x="481464" y="47226"/>
                  <a:pt x="479184" y="45366"/>
                  <a:pt x="477651" y="43114"/>
                </a:cubicBezTo>
                <a:cubicBezTo>
                  <a:pt x="476118" y="40862"/>
                  <a:pt x="475351" y="38021"/>
                  <a:pt x="475351" y="34591"/>
                </a:cubicBezTo>
                <a:cubicBezTo>
                  <a:pt x="475351" y="31947"/>
                  <a:pt x="475892" y="29623"/>
                  <a:pt x="476973" y="27619"/>
                </a:cubicBezTo>
                <a:cubicBezTo>
                  <a:pt x="478054" y="25615"/>
                  <a:pt x="479567" y="23941"/>
                  <a:pt x="481513" y="22598"/>
                </a:cubicBezTo>
                <a:cubicBezTo>
                  <a:pt x="483459" y="21255"/>
                  <a:pt x="485739" y="20242"/>
                  <a:pt x="488353" y="19561"/>
                </a:cubicBezTo>
                <a:cubicBezTo>
                  <a:pt x="490967" y="18878"/>
                  <a:pt x="493808" y="18537"/>
                  <a:pt x="496874" y="18537"/>
                </a:cubicBezTo>
                <a:cubicBezTo>
                  <a:pt x="499901" y="18537"/>
                  <a:pt x="502741" y="18909"/>
                  <a:pt x="505395" y="19653"/>
                </a:cubicBezTo>
                <a:cubicBezTo>
                  <a:pt x="508048" y="20397"/>
                  <a:pt x="510397" y="21544"/>
                  <a:pt x="512441" y="23094"/>
                </a:cubicBezTo>
                <a:cubicBezTo>
                  <a:pt x="514485" y="24644"/>
                  <a:pt x="516087" y="26648"/>
                  <a:pt x="517247" y="29106"/>
                </a:cubicBezTo>
                <a:cubicBezTo>
                  <a:pt x="518406" y="31565"/>
                  <a:pt x="518986" y="34488"/>
                  <a:pt x="518986" y="37877"/>
                </a:cubicBezTo>
                <a:lnTo>
                  <a:pt x="509434" y="37877"/>
                </a:lnTo>
                <a:cubicBezTo>
                  <a:pt x="509434" y="33568"/>
                  <a:pt x="508225" y="30508"/>
                  <a:pt x="505807" y="28695"/>
                </a:cubicBezTo>
                <a:cubicBezTo>
                  <a:pt x="503390" y="26882"/>
                  <a:pt x="500412" y="25976"/>
                  <a:pt x="496874" y="25976"/>
                </a:cubicBezTo>
                <a:cubicBezTo>
                  <a:pt x="493336" y="25976"/>
                  <a:pt x="490466" y="26646"/>
                  <a:pt x="488265" y="27988"/>
                </a:cubicBezTo>
                <a:cubicBezTo>
                  <a:pt x="486063" y="29329"/>
                  <a:pt x="484963" y="31426"/>
                  <a:pt x="484963" y="34281"/>
                </a:cubicBezTo>
                <a:cubicBezTo>
                  <a:pt x="484963" y="35892"/>
                  <a:pt x="485454" y="37256"/>
                  <a:pt x="486437" y="38373"/>
                </a:cubicBezTo>
                <a:cubicBezTo>
                  <a:pt x="487420" y="39488"/>
                  <a:pt x="489071" y="40491"/>
                  <a:pt x="491390" y="41380"/>
                </a:cubicBezTo>
                <a:cubicBezTo>
                  <a:pt x="493709" y="42268"/>
                  <a:pt x="496815" y="43208"/>
                  <a:pt x="500707" y="44199"/>
                </a:cubicBezTo>
                <a:cubicBezTo>
                  <a:pt x="505031" y="45274"/>
                  <a:pt x="508638" y="46556"/>
                  <a:pt x="511527" y="48044"/>
                </a:cubicBezTo>
                <a:cubicBezTo>
                  <a:pt x="514416" y="49531"/>
                  <a:pt x="516598" y="51452"/>
                  <a:pt x="518072" y="53809"/>
                </a:cubicBezTo>
                <a:cubicBezTo>
                  <a:pt x="519546" y="56164"/>
                  <a:pt x="520284" y="59201"/>
                  <a:pt x="520284" y="62921"/>
                </a:cubicBezTo>
                <a:cubicBezTo>
                  <a:pt x="520284" y="65978"/>
                  <a:pt x="519714" y="68623"/>
                  <a:pt x="518573" y="70855"/>
                </a:cubicBezTo>
                <a:cubicBezTo>
                  <a:pt x="517433" y="73086"/>
                  <a:pt x="515832" y="74915"/>
                  <a:pt x="513768" y="76340"/>
                </a:cubicBezTo>
                <a:cubicBezTo>
                  <a:pt x="511704" y="77766"/>
                  <a:pt x="509286" y="78819"/>
                  <a:pt x="506515" y="79500"/>
                </a:cubicBezTo>
                <a:cubicBezTo>
                  <a:pt x="503743" y="80183"/>
                  <a:pt x="500746" y="80524"/>
                  <a:pt x="497522" y="805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25b3f397e4281"/>
          <a:stretch xmlns:a="http://schemas.openxmlformats.org/drawingml/2006/main"/>
        </p:blipFill>
        <p:spPr>
          <a:xfrm xmlns:a="http://schemas.openxmlformats.org/drawingml/2006/main">
            <a:off x="836335" y="267238"/>
            <a:ext cx="351938" cy="351938"/>
          </a:xfrm>
          <a:prstGeom xmlns:a="http://schemas.openxmlformats.org/drawingml/2006/main" prst="rect">
            <a:avLst/>
          </a:prstGeom>
        </p:spPr>
      </p:pic>
      <p:sp>
        <p:nvSpPr>
          <p:cNvPr id="102" name="Text RawDocuments">
            <a:extLst xmlns:a="http://schemas.openxmlformats.org/drawingml/2006/main">
              <a:ext uri="{FF2B5EF4-FFF2-40B4-BE49-F238E27FC236}">
                <a16:creationId xmlns:a16="http://schemas.microsoft.com/office/drawing/2014/main" id="{9F753A16-75FA-4C72-9E68-39550976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21" y="630803"/>
            <a:ext cx="812240" cy="80524"/>
          </a:xfrm>
          <a:custGeom xmlns:a="http://schemas.openxmlformats.org/drawingml/2006/main">
            <a:pathLst>
              <a:path w="812240" h="80524">
                <a:moveTo>
                  <a:pt x="29247" y="45811"/>
                </a:moveTo>
                <a:lnTo>
                  <a:pt x="29579" y="45814"/>
                </a:lnTo>
                <a:lnTo>
                  <a:pt x="29906" y="45822"/>
                </a:lnTo>
                <a:lnTo>
                  <a:pt x="30229" y="45836"/>
                </a:lnTo>
                <a:lnTo>
                  <a:pt x="30546" y="45855"/>
                </a:lnTo>
                <a:lnTo>
                  <a:pt x="30859" y="45879"/>
                </a:lnTo>
                <a:lnTo>
                  <a:pt x="31167" y="45909"/>
                </a:lnTo>
                <a:lnTo>
                  <a:pt x="31471" y="45945"/>
                </a:lnTo>
                <a:lnTo>
                  <a:pt x="31770" y="45985"/>
                </a:lnTo>
                <a:lnTo>
                  <a:pt x="32064" y="46031"/>
                </a:lnTo>
                <a:lnTo>
                  <a:pt x="32353" y="46083"/>
                </a:lnTo>
                <a:lnTo>
                  <a:pt x="32638" y="46140"/>
                </a:lnTo>
                <a:lnTo>
                  <a:pt x="32918" y="46203"/>
                </a:lnTo>
                <a:lnTo>
                  <a:pt x="33193" y="46270"/>
                </a:lnTo>
                <a:lnTo>
                  <a:pt x="33464" y="46344"/>
                </a:lnTo>
                <a:lnTo>
                  <a:pt x="33730" y="46423"/>
                </a:lnTo>
                <a:lnTo>
                  <a:pt x="33991" y="46507"/>
                </a:lnTo>
                <a:lnTo>
                  <a:pt x="34247" y="46596"/>
                </a:lnTo>
                <a:lnTo>
                  <a:pt x="34499" y="46691"/>
                </a:lnTo>
                <a:lnTo>
                  <a:pt x="34746" y="46792"/>
                </a:lnTo>
                <a:lnTo>
                  <a:pt x="34988" y="46898"/>
                </a:lnTo>
                <a:lnTo>
                  <a:pt x="35226" y="47009"/>
                </a:lnTo>
                <a:lnTo>
                  <a:pt x="35459" y="47126"/>
                </a:lnTo>
                <a:lnTo>
                  <a:pt x="35687" y="47248"/>
                </a:lnTo>
                <a:lnTo>
                  <a:pt x="35911" y="47376"/>
                </a:lnTo>
                <a:lnTo>
                  <a:pt x="36130" y="47509"/>
                </a:lnTo>
                <a:lnTo>
                  <a:pt x="36347" y="47649"/>
                </a:lnTo>
                <a:lnTo>
                  <a:pt x="36561" y="47796"/>
                </a:lnTo>
                <a:lnTo>
                  <a:pt x="36772" y="47948"/>
                </a:lnTo>
                <a:lnTo>
                  <a:pt x="36980" y="48107"/>
                </a:lnTo>
                <a:lnTo>
                  <a:pt x="37186" y="48272"/>
                </a:lnTo>
                <a:lnTo>
                  <a:pt x="37388" y="48444"/>
                </a:lnTo>
                <a:lnTo>
                  <a:pt x="37588" y="48622"/>
                </a:lnTo>
                <a:lnTo>
                  <a:pt x="37785" y="48807"/>
                </a:lnTo>
                <a:lnTo>
                  <a:pt x="37978" y="48997"/>
                </a:lnTo>
                <a:lnTo>
                  <a:pt x="38169" y="49194"/>
                </a:lnTo>
                <a:lnTo>
                  <a:pt x="38358" y="49398"/>
                </a:lnTo>
                <a:lnTo>
                  <a:pt x="38543" y="49608"/>
                </a:lnTo>
                <a:lnTo>
                  <a:pt x="38725" y="49824"/>
                </a:lnTo>
                <a:lnTo>
                  <a:pt x="38905" y="50046"/>
                </a:lnTo>
                <a:lnTo>
                  <a:pt x="39082" y="50275"/>
                </a:lnTo>
                <a:lnTo>
                  <a:pt x="39255" y="50510"/>
                </a:lnTo>
                <a:lnTo>
                  <a:pt x="39426" y="50752"/>
                </a:lnTo>
                <a:lnTo>
                  <a:pt x="39594" y="51000"/>
                </a:lnTo>
                <a:lnTo>
                  <a:pt x="39760" y="51254"/>
                </a:lnTo>
                <a:lnTo>
                  <a:pt x="39922" y="51515"/>
                </a:lnTo>
                <a:lnTo>
                  <a:pt x="40082" y="51782"/>
                </a:lnTo>
                <a:lnTo>
                  <a:pt x="40238" y="52055"/>
                </a:lnTo>
                <a:lnTo>
                  <a:pt x="40392" y="52335"/>
                </a:lnTo>
                <a:lnTo>
                  <a:pt x="40543" y="52621"/>
                </a:lnTo>
                <a:lnTo>
                  <a:pt x="40693" y="52915"/>
                </a:lnTo>
                <a:lnTo>
                  <a:pt x="40842" y="53216"/>
                </a:lnTo>
                <a:lnTo>
                  <a:pt x="40988" y="53525"/>
                </a:lnTo>
                <a:lnTo>
                  <a:pt x="41133" y="53840"/>
                </a:lnTo>
                <a:lnTo>
                  <a:pt x="41276" y="54163"/>
                </a:lnTo>
                <a:lnTo>
                  <a:pt x="41418" y="54493"/>
                </a:lnTo>
                <a:lnTo>
                  <a:pt x="41558" y="54831"/>
                </a:lnTo>
                <a:lnTo>
                  <a:pt x="41697" y="55175"/>
                </a:lnTo>
                <a:lnTo>
                  <a:pt x="41833" y="55527"/>
                </a:lnTo>
                <a:lnTo>
                  <a:pt x="41968" y="55887"/>
                </a:lnTo>
                <a:lnTo>
                  <a:pt x="42102" y="56253"/>
                </a:lnTo>
                <a:lnTo>
                  <a:pt x="42234" y="56627"/>
                </a:lnTo>
                <a:lnTo>
                  <a:pt x="42364" y="57008"/>
                </a:lnTo>
                <a:lnTo>
                  <a:pt x="42493" y="57397"/>
                </a:lnTo>
                <a:lnTo>
                  <a:pt x="42620" y="57792"/>
                </a:lnTo>
                <a:lnTo>
                  <a:pt x="42745" y="58195"/>
                </a:lnTo>
                <a:lnTo>
                  <a:pt x="42869" y="58605"/>
                </a:lnTo>
                <a:lnTo>
                  <a:pt x="42991" y="59023"/>
                </a:lnTo>
                <a:lnTo>
                  <a:pt x="43111" y="59448"/>
                </a:lnTo>
                <a:lnTo>
                  <a:pt x="43230" y="59880"/>
                </a:lnTo>
                <a:lnTo>
                  <a:pt x="43347" y="60319"/>
                </a:lnTo>
                <a:lnTo>
                  <a:pt x="43462" y="60766"/>
                </a:lnTo>
                <a:lnTo>
                  <a:pt x="43576" y="61220"/>
                </a:lnTo>
                <a:lnTo>
                  <a:pt x="48176" y="79462"/>
                </a:lnTo>
                <a:lnTo>
                  <a:pt x="58966" y="79462"/>
                </a:lnTo>
                <a:lnTo>
                  <a:pt x="53777" y="59567"/>
                </a:lnTo>
                <a:lnTo>
                  <a:pt x="53654" y="59083"/>
                </a:lnTo>
                <a:lnTo>
                  <a:pt x="53528" y="58607"/>
                </a:lnTo>
                <a:lnTo>
                  <a:pt x="53401" y="58137"/>
                </a:lnTo>
                <a:lnTo>
                  <a:pt x="53272" y="57674"/>
                </a:lnTo>
                <a:lnTo>
                  <a:pt x="53141" y="57219"/>
                </a:lnTo>
                <a:lnTo>
                  <a:pt x="53009" y="56770"/>
                </a:lnTo>
                <a:lnTo>
                  <a:pt x="52875" y="56328"/>
                </a:lnTo>
                <a:lnTo>
                  <a:pt x="52739" y="55893"/>
                </a:lnTo>
                <a:lnTo>
                  <a:pt x="52601" y="55466"/>
                </a:lnTo>
                <a:lnTo>
                  <a:pt x="52462" y="55045"/>
                </a:lnTo>
                <a:lnTo>
                  <a:pt x="52321" y="54631"/>
                </a:lnTo>
                <a:lnTo>
                  <a:pt x="52178" y="54224"/>
                </a:lnTo>
                <a:lnTo>
                  <a:pt x="52033" y="53824"/>
                </a:lnTo>
                <a:lnTo>
                  <a:pt x="51887" y="53431"/>
                </a:lnTo>
                <a:lnTo>
                  <a:pt x="51739" y="53045"/>
                </a:lnTo>
                <a:lnTo>
                  <a:pt x="51589" y="52666"/>
                </a:lnTo>
                <a:lnTo>
                  <a:pt x="51437" y="52294"/>
                </a:lnTo>
                <a:lnTo>
                  <a:pt x="51284" y="51929"/>
                </a:lnTo>
                <a:lnTo>
                  <a:pt x="51129" y="51571"/>
                </a:lnTo>
                <a:lnTo>
                  <a:pt x="50972" y="51220"/>
                </a:lnTo>
                <a:lnTo>
                  <a:pt x="50814" y="50876"/>
                </a:lnTo>
                <a:lnTo>
                  <a:pt x="50654" y="50538"/>
                </a:lnTo>
                <a:lnTo>
                  <a:pt x="50492" y="50208"/>
                </a:lnTo>
                <a:lnTo>
                  <a:pt x="50328" y="49885"/>
                </a:lnTo>
                <a:lnTo>
                  <a:pt x="50162" y="49568"/>
                </a:lnTo>
                <a:lnTo>
                  <a:pt x="49992" y="49257"/>
                </a:lnTo>
                <a:lnTo>
                  <a:pt x="49820" y="48953"/>
                </a:lnTo>
                <a:lnTo>
                  <a:pt x="49644" y="48654"/>
                </a:lnTo>
                <a:lnTo>
                  <a:pt x="49465" y="48362"/>
                </a:lnTo>
                <a:lnTo>
                  <a:pt x="49283" y="48075"/>
                </a:lnTo>
                <a:lnTo>
                  <a:pt x="49098" y="47795"/>
                </a:lnTo>
                <a:lnTo>
                  <a:pt x="48909" y="47520"/>
                </a:lnTo>
                <a:lnTo>
                  <a:pt x="48718" y="47252"/>
                </a:lnTo>
                <a:lnTo>
                  <a:pt x="48523" y="46989"/>
                </a:lnTo>
                <a:lnTo>
                  <a:pt x="48325" y="46733"/>
                </a:lnTo>
                <a:lnTo>
                  <a:pt x="48124" y="46483"/>
                </a:lnTo>
                <a:lnTo>
                  <a:pt x="47920" y="46239"/>
                </a:lnTo>
                <a:lnTo>
                  <a:pt x="47712" y="46001"/>
                </a:lnTo>
                <a:lnTo>
                  <a:pt x="47502" y="45769"/>
                </a:lnTo>
                <a:lnTo>
                  <a:pt x="47288" y="45542"/>
                </a:lnTo>
                <a:lnTo>
                  <a:pt x="47071" y="45322"/>
                </a:lnTo>
                <a:lnTo>
                  <a:pt x="46851" y="45109"/>
                </a:lnTo>
                <a:lnTo>
                  <a:pt x="46627" y="44901"/>
                </a:lnTo>
                <a:lnTo>
                  <a:pt x="46401" y="44699"/>
                </a:lnTo>
                <a:lnTo>
                  <a:pt x="46171" y="44503"/>
                </a:lnTo>
                <a:lnTo>
                  <a:pt x="45938" y="44313"/>
                </a:lnTo>
                <a:lnTo>
                  <a:pt x="45702" y="44129"/>
                </a:lnTo>
                <a:lnTo>
                  <a:pt x="45463" y="43952"/>
                </a:lnTo>
                <a:lnTo>
                  <a:pt x="45220" y="43780"/>
                </a:lnTo>
                <a:lnTo>
                  <a:pt x="44972" y="43613"/>
                </a:lnTo>
                <a:lnTo>
                  <a:pt x="44719" y="43450"/>
                </a:lnTo>
                <a:lnTo>
                  <a:pt x="44461" y="43293"/>
                </a:lnTo>
                <a:lnTo>
                  <a:pt x="44198" y="43141"/>
                </a:lnTo>
                <a:lnTo>
                  <a:pt x="43930" y="42994"/>
                </a:lnTo>
                <a:lnTo>
                  <a:pt x="43657" y="42852"/>
                </a:lnTo>
                <a:lnTo>
                  <a:pt x="43380" y="42715"/>
                </a:lnTo>
                <a:lnTo>
                  <a:pt x="43097" y="42583"/>
                </a:lnTo>
                <a:lnTo>
                  <a:pt x="42810" y="42456"/>
                </a:lnTo>
                <a:lnTo>
                  <a:pt x="42517" y="42335"/>
                </a:lnTo>
                <a:lnTo>
                  <a:pt x="42220" y="42218"/>
                </a:lnTo>
                <a:lnTo>
                  <a:pt x="41918" y="42106"/>
                </a:lnTo>
                <a:lnTo>
                  <a:pt x="41611" y="41999"/>
                </a:lnTo>
                <a:lnTo>
                  <a:pt x="41299" y="41897"/>
                </a:lnTo>
                <a:lnTo>
                  <a:pt x="40982" y="41800"/>
                </a:lnTo>
                <a:lnTo>
                  <a:pt x="40660" y="41709"/>
                </a:lnTo>
                <a:lnTo>
                  <a:pt x="40333" y="41622"/>
                </a:lnTo>
                <a:lnTo>
                  <a:pt x="40001" y="41540"/>
                </a:lnTo>
                <a:lnTo>
                  <a:pt x="39665" y="41463"/>
                </a:lnTo>
                <a:lnTo>
                  <a:pt x="39323" y="41392"/>
                </a:lnTo>
                <a:lnTo>
                  <a:pt x="38977" y="41325"/>
                </a:lnTo>
                <a:lnTo>
                  <a:pt x="38625" y="41263"/>
                </a:lnTo>
                <a:lnTo>
                  <a:pt x="38269" y="41207"/>
                </a:lnTo>
                <a:lnTo>
                  <a:pt x="38950" y="41043"/>
                </a:lnTo>
                <a:lnTo>
                  <a:pt x="39617" y="40868"/>
                </a:lnTo>
                <a:lnTo>
                  <a:pt x="40270" y="40681"/>
                </a:lnTo>
                <a:lnTo>
                  <a:pt x="40909" y="40482"/>
                </a:lnTo>
                <a:lnTo>
                  <a:pt x="41534" y="40271"/>
                </a:lnTo>
                <a:lnTo>
                  <a:pt x="42144" y="40048"/>
                </a:lnTo>
                <a:lnTo>
                  <a:pt x="42741" y="39813"/>
                </a:lnTo>
                <a:lnTo>
                  <a:pt x="43324" y="39567"/>
                </a:lnTo>
                <a:lnTo>
                  <a:pt x="43893" y="39308"/>
                </a:lnTo>
                <a:lnTo>
                  <a:pt x="44447" y="39038"/>
                </a:lnTo>
                <a:lnTo>
                  <a:pt x="44988" y="38756"/>
                </a:lnTo>
                <a:lnTo>
                  <a:pt x="45515" y="38462"/>
                </a:lnTo>
                <a:lnTo>
                  <a:pt x="46027" y="38155"/>
                </a:lnTo>
                <a:lnTo>
                  <a:pt x="46526" y="37838"/>
                </a:lnTo>
                <a:lnTo>
                  <a:pt x="47010" y="37508"/>
                </a:lnTo>
                <a:lnTo>
                  <a:pt x="47481" y="37166"/>
                </a:lnTo>
                <a:lnTo>
                  <a:pt x="47938" y="36812"/>
                </a:lnTo>
                <a:lnTo>
                  <a:pt x="48380" y="36447"/>
                </a:lnTo>
                <a:lnTo>
                  <a:pt x="48809" y="36070"/>
                </a:lnTo>
                <a:lnTo>
                  <a:pt x="49223" y="35680"/>
                </a:lnTo>
                <a:lnTo>
                  <a:pt x="49623" y="35279"/>
                </a:lnTo>
                <a:lnTo>
                  <a:pt x="50010" y="34866"/>
                </a:lnTo>
                <a:lnTo>
                  <a:pt x="50382" y="34441"/>
                </a:lnTo>
                <a:lnTo>
                  <a:pt x="50741" y="34004"/>
                </a:lnTo>
                <a:lnTo>
                  <a:pt x="51085" y="33558"/>
                </a:lnTo>
                <a:lnTo>
                  <a:pt x="51414" y="33103"/>
                </a:lnTo>
                <a:lnTo>
                  <a:pt x="51729" y="32641"/>
                </a:lnTo>
                <a:lnTo>
                  <a:pt x="52029" y="32171"/>
                </a:lnTo>
                <a:lnTo>
                  <a:pt x="52314" y="31693"/>
                </a:lnTo>
                <a:lnTo>
                  <a:pt x="52585" y="31208"/>
                </a:lnTo>
                <a:lnTo>
                  <a:pt x="52841" y="30714"/>
                </a:lnTo>
                <a:lnTo>
                  <a:pt x="53083" y="30213"/>
                </a:lnTo>
                <a:lnTo>
                  <a:pt x="53310" y="29704"/>
                </a:lnTo>
                <a:lnTo>
                  <a:pt x="53522" y="29187"/>
                </a:lnTo>
                <a:lnTo>
                  <a:pt x="53720" y="28663"/>
                </a:lnTo>
                <a:lnTo>
                  <a:pt x="53903" y="28130"/>
                </a:lnTo>
                <a:lnTo>
                  <a:pt x="54071" y="27590"/>
                </a:lnTo>
                <a:lnTo>
                  <a:pt x="54225" y="27042"/>
                </a:lnTo>
                <a:lnTo>
                  <a:pt x="54364" y="26487"/>
                </a:lnTo>
                <a:lnTo>
                  <a:pt x="54488" y="25923"/>
                </a:lnTo>
                <a:lnTo>
                  <a:pt x="54598" y="25352"/>
                </a:lnTo>
                <a:lnTo>
                  <a:pt x="54693" y="24773"/>
                </a:lnTo>
                <a:lnTo>
                  <a:pt x="54774" y="24186"/>
                </a:lnTo>
                <a:lnTo>
                  <a:pt x="54840" y="23591"/>
                </a:lnTo>
                <a:lnTo>
                  <a:pt x="54891" y="22989"/>
                </a:lnTo>
                <a:lnTo>
                  <a:pt x="54927" y="22378"/>
                </a:lnTo>
                <a:lnTo>
                  <a:pt x="54949" y="21760"/>
                </a:lnTo>
                <a:lnTo>
                  <a:pt x="54957" y="21135"/>
                </a:lnTo>
                <a:lnTo>
                  <a:pt x="54951" y="20520"/>
                </a:lnTo>
                <a:lnTo>
                  <a:pt x="54933" y="19914"/>
                </a:lnTo>
                <a:lnTo>
                  <a:pt x="54903" y="19318"/>
                </a:lnTo>
                <a:lnTo>
                  <a:pt x="54862" y="18732"/>
                </a:lnTo>
                <a:lnTo>
                  <a:pt x="54808" y="18156"/>
                </a:lnTo>
                <a:lnTo>
                  <a:pt x="54743" y="17589"/>
                </a:lnTo>
                <a:lnTo>
                  <a:pt x="54666" y="17032"/>
                </a:lnTo>
                <a:lnTo>
                  <a:pt x="54577" y="16484"/>
                </a:lnTo>
                <a:lnTo>
                  <a:pt x="54476" y="15946"/>
                </a:lnTo>
                <a:lnTo>
                  <a:pt x="54363" y="15418"/>
                </a:lnTo>
                <a:lnTo>
                  <a:pt x="54238" y="14899"/>
                </a:lnTo>
                <a:lnTo>
                  <a:pt x="54102" y="14390"/>
                </a:lnTo>
                <a:lnTo>
                  <a:pt x="53953" y="13890"/>
                </a:lnTo>
                <a:lnTo>
                  <a:pt x="53793" y="13401"/>
                </a:lnTo>
                <a:lnTo>
                  <a:pt x="53621" y="12920"/>
                </a:lnTo>
                <a:lnTo>
                  <a:pt x="53437" y="12450"/>
                </a:lnTo>
                <a:lnTo>
                  <a:pt x="53241" y="11989"/>
                </a:lnTo>
                <a:lnTo>
                  <a:pt x="53033" y="11538"/>
                </a:lnTo>
                <a:lnTo>
                  <a:pt x="52813" y="11096"/>
                </a:lnTo>
                <a:lnTo>
                  <a:pt x="52582" y="10664"/>
                </a:lnTo>
                <a:lnTo>
                  <a:pt x="52338" y="10242"/>
                </a:lnTo>
                <a:lnTo>
                  <a:pt x="52083" y="9829"/>
                </a:lnTo>
                <a:lnTo>
                  <a:pt x="51816" y="9426"/>
                </a:lnTo>
                <a:lnTo>
                  <a:pt x="51537" y="9032"/>
                </a:lnTo>
                <a:lnTo>
                  <a:pt x="51248" y="8648"/>
                </a:lnTo>
                <a:lnTo>
                  <a:pt x="50951" y="8272"/>
                </a:lnTo>
                <a:lnTo>
                  <a:pt x="50647" y="7905"/>
                </a:lnTo>
                <a:lnTo>
                  <a:pt x="50335" y="7547"/>
                </a:lnTo>
                <a:lnTo>
                  <a:pt x="50016" y="7197"/>
                </a:lnTo>
                <a:lnTo>
                  <a:pt x="49688" y="6855"/>
                </a:lnTo>
                <a:lnTo>
                  <a:pt x="49353" y="6523"/>
                </a:lnTo>
                <a:lnTo>
                  <a:pt x="49011" y="6199"/>
                </a:lnTo>
                <a:lnTo>
                  <a:pt x="48661" y="5883"/>
                </a:lnTo>
                <a:lnTo>
                  <a:pt x="48303" y="5576"/>
                </a:lnTo>
                <a:lnTo>
                  <a:pt x="47937" y="5278"/>
                </a:lnTo>
                <a:lnTo>
                  <a:pt x="47564" y="4988"/>
                </a:lnTo>
                <a:lnTo>
                  <a:pt x="47183" y="4707"/>
                </a:lnTo>
                <a:lnTo>
                  <a:pt x="46794" y="4435"/>
                </a:lnTo>
                <a:lnTo>
                  <a:pt x="46398" y="4171"/>
                </a:lnTo>
                <a:lnTo>
                  <a:pt x="45994" y="3916"/>
                </a:lnTo>
                <a:lnTo>
                  <a:pt x="45582" y="3669"/>
                </a:lnTo>
                <a:lnTo>
                  <a:pt x="45163" y="3431"/>
                </a:lnTo>
                <a:lnTo>
                  <a:pt x="44736" y="3202"/>
                </a:lnTo>
                <a:lnTo>
                  <a:pt x="44301" y="2981"/>
                </a:lnTo>
                <a:lnTo>
                  <a:pt x="43859" y="2769"/>
                </a:lnTo>
                <a:lnTo>
                  <a:pt x="43408" y="2566"/>
                </a:lnTo>
                <a:lnTo>
                  <a:pt x="42951" y="2371"/>
                </a:lnTo>
                <a:lnTo>
                  <a:pt x="42485" y="2184"/>
                </a:lnTo>
                <a:lnTo>
                  <a:pt x="42014" y="2006"/>
                </a:lnTo>
                <a:lnTo>
                  <a:pt x="41538" y="1835"/>
                </a:lnTo>
                <a:lnTo>
                  <a:pt x="41059" y="1672"/>
                </a:lnTo>
                <a:lnTo>
                  <a:pt x="40575" y="1517"/>
                </a:lnTo>
                <a:lnTo>
                  <a:pt x="40086" y="1369"/>
                </a:lnTo>
                <a:lnTo>
                  <a:pt x="39594" y="1229"/>
                </a:lnTo>
                <a:lnTo>
                  <a:pt x="39098" y="1096"/>
                </a:lnTo>
                <a:lnTo>
                  <a:pt x="38597" y="971"/>
                </a:lnTo>
                <a:lnTo>
                  <a:pt x="38092" y="853"/>
                </a:lnTo>
                <a:lnTo>
                  <a:pt x="37583" y="743"/>
                </a:lnTo>
                <a:lnTo>
                  <a:pt x="37069" y="641"/>
                </a:lnTo>
                <a:lnTo>
                  <a:pt x="36552" y="546"/>
                </a:lnTo>
                <a:lnTo>
                  <a:pt x="36030" y="459"/>
                </a:lnTo>
                <a:lnTo>
                  <a:pt x="35504" y="379"/>
                </a:lnTo>
                <a:lnTo>
                  <a:pt x="34974" y="307"/>
                </a:lnTo>
                <a:lnTo>
                  <a:pt x="34440" y="243"/>
                </a:lnTo>
                <a:lnTo>
                  <a:pt x="33901" y="186"/>
                </a:lnTo>
                <a:lnTo>
                  <a:pt x="33358" y="137"/>
                </a:lnTo>
                <a:lnTo>
                  <a:pt x="32811" y="95"/>
                </a:lnTo>
                <a:lnTo>
                  <a:pt x="32260" y="61"/>
                </a:lnTo>
                <a:lnTo>
                  <a:pt x="31705" y="34"/>
                </a:lnTo>
                <a:lnTo>
                  <a:pt x="31146" y="15"/>
                </a:lnTo>
                <a:lnTo>
                  <a:pt x="30582" y="4"/>
                </a:lnTo>
                <a:lnTo>
                  <a:pt x="30014" y="0"/>
                </a:lnTo>
                <a:lnTo>
                  <a:pt x="0" y="0"/>
                </a:lnTo>
                <a:lnTo>
                  <a:pt x="0" y="79462"/>
                </a:lnTo>
                <a:lnTo>
                  <a:pt x="10614" y="79462"/>
                </a:lnTo>
                <a:lnTo>
                  <a:pt x="10614" y="45811"/>
                </a:lnTo>
                <a:lnTo>
                  <a:pt x="29247" y="45811"/>
                </a:lnTo>
                <a:close/>
                <a:moveTo>
                  <a:pt x="29625" y="8862"/>
                </a:moveTo>
                <a:lnTo>
                  <a:pt x="30225" y="8881"/>
                </a:lnTo>
                <a:lnTo>
                  <a:pt x="30814" y="8913"/>
                </a:lnTo>
                <a:lnTo>
                  <a:pt x="31391" y="8959"/>
                </a:lnTo>
                <a:lnTo>
                  <a:pt x="31955" y="9017"/>
                </a:lnTo>
                <a:lnTo>
                  <a:pt x="32507" y="9088"/>
                </a:lnTo>
                <a:lnTo>
                  <a:pt x="33047" y="9172"/>
                </a:lnTo>
                <a:lnTo>
                  <a:pt x="33575" y="9269"/>
                </a:lnTo>
                <a:lnTo>
                  <a:pt x="34090" y="9378"/>
                </a:lnTo>
                <a:lnTo>
                  <a:pt x="34594" y="9501"/>
                </a:lnTo>
                <a:lnTo>
                  <a:pt x="35085" y="9637"/>
                </a:lnTo>
                <a:lnTo>
                  <a:pt x="35564" y="9785"/>
                </a:lnTo>
                <a:lnTo>
                  <a:pt x="36031" y="9947"/>
                </a:lnTo>
                <a:lnTo>
                  <a:pt x="36486" y="10121"/>
                </a:lnTo>
                <a:lnTo>
                  <a:pt x="36928" y="10308"/>
                </a:lnTo>
                <a:lnTo>
                  <a:pt x="37358" y="10508"/>
                </a:lnTo>
                <a:lnTo>
                  <a:pt x="37777" y="10721"/>
                </a:lnTo>
                <a:lnTo>
                  <a:pt x="38183" y="10947"/>
                </a:lnTo>
                <a:lnTo>
                  <a:pt x="38576" y="11186"/>
                </a:lnTo>
                <a:lnTo>
                  <a:pt x="38958" y="11438"/>
                </a:lnTo>
                <a:lnTo>
                  <a:pt x="39327" y="11703"/>
                </a:lnTo>
                <a:lnTo>
                  <a:pt x="39685" y="11980"/>
                </a:lnTo>
                <a:lnTo>
                  <a:pt x="40030" y="12271"/>
                </a:lnTo>
                <a:lnTo>
                  <a:pt x="40362" y="12575"/>
                </a:lnTo>
                <a:lnTo>
                  <a:pt x="40682" y="12890"/>
                </a:lnTo>
                <a:lnTo>
                  <a:pt x="40989" y="13215"/>
                </a:lnTo>
                <a:lnTo>
                  <a:pt x="41282" y="13550"/>
                </a:lnTo>
                <a:lnTo>
                  <a:pt x="41561" y="13896"/>
                </a:lnTo>
                <a:lnTo>
                  <a:pt x="41826" y="14252"/>
                </a:lnTo>
                <a:lnTo>
                  <a:pt x="42078" y="14619"/>
                </a:lnTo>
                <a:lnTo>
                  <a:pt x="42316" y="14995"/>
                </a:lnTo>
                <a:lnTo>
                  <a:pt x="42541" y="15382"/>
                </a:lnTo>
                <a:lnTo>
                  <a:pt x="42752" y="15779"/>
                </a:lnTo>
                <a:lnTo>
                  <a:pt x="42949" y="16186"/>
                </a:lnTo>
                <a:lnTo>
                  <a:pt x="43133" y="16604"/>
                </a:lnTo>
                <a:lnTo>
                  <a:pt x="43303" y="17032"/>
                </a:lnTo>
                <a:lnTo>
                  <a:pt x="43460" y="17470"/>
                </a:lnTo>
                <a:lnTo>
                  <a:pt x="43603" y="17918"/>
                </a:lnTo>
                <a:lnTo>
                  <a:pt x="43732" y="18377"/>
                </a:lnTo>
                <a:lnTo>
                  <a:pt x="43848" y="18845"/>
                </a:lnTo>
                <a:lnTo>
                  <a:pt x="43950" y="19324"/>
                </a:lnTo>
                <a:lnTo>
                  <a:pt x="44039" y="19814"/>
                </a:lnTo>
                <a:lnTo>
                  <a:pt x="44114" y="20313"/>
                </a:lnTo>
                <a:lnTo>
                  <a:pt x="44175" y="20823"/>
                </a:lnTo>
                <a:lnTo>
                  <a:pt x="44222" y="21343"/>
                </a:lnTo>
                <a:lnTo>
                  <a:pt x="44257" y="21873"/>
                </a:lnTo>
                <a:lnTo>
                  <a:pt x="44277" y="22414"/>
                </a:lnTo>
                <a:lnTo>
                  <a:pt x="44284" y="22965"/>
                </a:lnTo>
                <a:lnTo>
                  <a:pt x="44280" y="23331"/>
                </a:lnTo>
                <a:lnTo>
                  <a:pt x="44269" y="23694"/>
                </a:lnTo>
                <a:lnTo>
                  <a:pt x="44251" y="24051"/>
                </a:lnTo>
                <a:lnTo>
                  <a:pt x="44226" y="24405"/>
                </a:lnTo>
                <a:lnTo>
                  <a:pt x="44193" y="24753"/>
                </a:lnTo>
                <a:lnTo>
                  <a:pt x="44153" y="25097"/>
                </a:lnTo>
                <a:lnTo>
                  <a:pt x="44106" y="25437"/>
                </a:lnTo>
                <a:lnTo>
                  <a:pt x="44051" y="25772"/>
                </a:lnTo>
                <a:lnTo>
                  <a:pt x="43989" y="26103"/>
                </a:lnTo>
                <a:lnTo>
                  <a:pt x="43920" y="26429"/>
                </a:lnTo>
                <a:lnTo>
                  <a:pt x="43844" y="26751"/>
                </a:lnTo>
                <a:lnTo>
                  <a:pt x="43760" y="27068"/>
                </a:lnTo>
                <a:lnTo>
                  <a:pt x="43670" y="27380"/>
                </a:lnTo>
                <a:lnTo>
                  <a:pt x="43571" y="27688"/>
                </a:lnTo>
                <a:lnTo>
                  <a:pt x="43466" y="27992"/>
                </a:lnTo>
                <a:lnTo>
                  <a:pt x="43353" y="28291"/>
                </a:lnTo>
                <a:lnTo>
                  <a:pt x="43233" y="28586"/>
                </a:lnTo>
                <a:lnTo>
                  <a:pt x="43106" y="28876"/>
                </a:lnTo>
                <a:lnTo>
                  <a:pt x="42972" y="29161"/>
                </a:lnTo>
                <a:lnTo>
                  <a:pt x="42830" y="29442"/>
                </a:lnTo>
                <a:lnTo>
                  <a:pt x="42681" y="29719"/>
                </a:lnTo>
                <a:lnTo>
                  <a:pt x="42525" y="29991"/>
                </a:lnTo>
                <a:lnTo>
                  <a:pt x="42361" y="30258"/>
                </a:lnTo>
                <a:lnTo>
                  <a:pt x="42190" y="30521"/>
                </a:lnTo>
                <a:lnTo>
                  <a:pt x="42013" y="30779"/>
                </a:lnTo>
                <a:lnTo>
                  <a:pt x="41832" y="31032"/>
                </a:lnTo>
                <a:lnTo>
                  <a:pt x="41645" y="31280"/>
                </a:lnTo>
                <a:lnTo>
                  <a:pt x="41453" y="31523"/>
                </a:lnTo>
                <a:lnTo>
                  <a:pt x="41256" y="31761"/>
                </a:lnTo>
                <a:lnTo>
                  <a:pt x="41053" y="31993"/>
                </a:lnTo>
                <a:lnTo>
                  <a:pt x="40846" y="32221"/>
                </a:lnTo>
                <a:lnTo>
                  <a:pt x="40634" y="32443"/>
                </a:lnTo>
                <a:lnTo>
                  <a:pt x="40417" y="32660"/>
                </a:lnTo>
                <a:lnTo>
                  <a:pt x="40195" y="32872"/>
                </a:lnTo>
                <a:lnTo>
                  <a:pt x="39968" y="33079"/>
                </a:lnTo>
                <a:lnTo>
                  <a:pt x="39736" y="33281"/>
                </a:lnTo>
                <a:lnTo>
                  <a:pt x="39499" y="33478"/>
                </a:lnTo>
                <a:lnTo>
                  <a:pt x="39257" y="33669"/>
                </a:lnTo>
                <a:lnTo>
                  <a:pt x="39009" y="33856"/>
                </a:lnTo>
                <a:lnTo>
                  <a:pt x="38757" y="34037"/>
                </a:lnTo>
                <a:lnTo>
                  <a:pt x="38500" y="34213"/>
                </a:lnTo>
                <a:lnTo>
                  <a:pt x="38238" y="34384"/>
                </a:lnTo>
                <a:lnTo>
                  <a:pt x="37971" y="34550"/>
                </a:lnTo>
                <a:lnTo>
                  <a:pt x="37698" y="34711"/>
                </a:lnTo>
                <a:lnTo>
                  <a:pt x="37421" y="34867"/>
                </a:lnTo>
                <a:lnTo>
                  <a:pt x="37139" y="35017"/>
                </a:lnTo>
                <a:lnTo>
                  <a:pt x="36851" y="35163"/>
                </a:lnTo>
                <a:lnTo>
                  <a:pt x="36559" y="35303"/>
                </a:lnTo>
                <a:lnTo>
                  <a:pt x="36263" y="35438"/>
                </a:lnTo>
                <a:lnTo>
                  <a:pt x="35964" y="35567"/>
                </a:lnTo>
                <a:lnTo>
                  <a:pt x="35662" y="35691"/>
                </a:lnTo>
                <a:lnTo>
                  <a:pt x="35357" y="35808"/>
                </a:lnTo>
                <a:lnTo>
                  <a:pt x="35049" y="35920"/>
                </a:lnTo>
                <a:lnTo>
                  <a:pt x="34739" y="36026"/>
                </a:lnTo>
                <a:lnTo>
                  <a:pt x="34425" y="36127"/>
                </a:lnTo>
                <a:lnTo>
                  <a:pt x="34109" y="36221"/>
                </a:lnTo>
                <a:lnTo>
                  <a:pt x="33790" y="36310"/>
                </a:lnTo>
                <a:lnTo>
                  <a:pt x="33468" y="36394"/>
                </a:lnTo>
                <a:lnTo>
                  <a:pt x="33143" y="36471"/>
                </a:lnTo>
                <a:lnTo>
                  <a:pt x="32815" y="36543"/>
                </a:lnTo>
                <a:lnTo>
                  <a:pt x="32484" y="36609"/>
                </a:lnTo>
                <a:lnTo>
                  <a:pt x="32151" y="36669"/>
                </a:lnTo>
                <a:lnTo>
                  <a:pt x="31814" y="36724"/>
                </a:lnTo>
                <a:lnTo>
                  <a:pt x="31475" y="36772"/>
                </a:lnTo>
                <a:lnTo>
                  <a:pt x="31133" y="36816"/>
                </a:lnTo>
                <a:lnTo>
                  <a:pt x="30788" y="36853"/>
                </a:lnTo>
                <a:lnTo>
                  <a:pt x="30440" y="36884"/>
                </a:lnTo>
                <a:lnTo>
                  <a:pt x="30089" y="36910"/>
                </a:lnTo>
                <a:lnTo>
                  <a:pt x="29736" y="36930"/>
                </a:lnTo>
                <a:lnTo>
                  <a:pt x="29379" y="36945"/>
                </a:lnTo>
                <a:lnTo>
                  <a:pt x="29020" y="36953"/>
                </a:lnTo>
                <a:lnTo>
                  <a:pt x="28658" y="36956"/>
                </a:lnTo>
                <a:lnTo>
                  <a:pt x="10614" y="36956"/>
                </a:lnTo>
                <a:lnTo>
                  <a:pt x="10614" y="8855"/>
                </a:lnTo>
                <a:lnTo>
                  <a:pt x="29011" y="8855"/>
                </a:lnTo>
                <a:lnTo>
                  <a:pt x="29625" y="8862"/>
                </a:lnTo>
                <a:close/>
                <a:moveTo>
                  <a:pt x="274352" y="79389"/>
                </a:moveTo>
                <a:lnTo>
                  <a:pt x="275344" y="79332"/>
                </a:lnTo>
                <a:lnTo>
                  <a:pt x="276323" y="79259"/>
                </a:lnTo>
                <a:lnTo>
                  <a:pt x="277289" y="79170"/>
                </a:lnTo>
                <a:lnTo>
                  <a:pt x="278243" y="79065"/>
                </a:lnTo>
                <a:lnTo>
                  <a:pt x="279184" y="78943"/>
                </a:lnTo>
                <a:lnTo>
                  <a:pt x="280112" y="78806"/>
                </a:lnTo>
                <a:lnTo>
                  <a:pt x="281027" y="78652"/>
                </a:lnTo>
                <a:lnTo>
                  <a:pt x="281930" y="78482"/>
                </a:lnTo>
                <a:lnTo>
                  <a:pt x="282819" y="78296"/>
                </a:lnTo>
                <a:lnTo>
                  <a:pt x="283696" y="78093"/>
                </a:lnTo>
                <a:lnTo>
                  <a:pt x="284560" y="77875"/>
                </a:lnTo>
                <a:lnTo>
                  <a:pt x="285412" y="77640"/>
                </a:lnTo>
                <a:lnTo>
                  <a:pt x="286250" y="77389"/>
                </a:lnTo>
                <a:lnTo>
                  <a:pt x="287076" y="77122"/>
                </a:lnTo>
                <a:lnTo>
                  <a:pt x="287889" y="76838"/>
                </a:lnTo>
                <a:lnTo>
                  <a:pt x="288689" y="76539"/>
                </a:lnTo>
                <a:lnTo>
                  <a:pt x="289476" y="76223"/>
                </a:lnTo>
                <a:lnTo>
                  <a:pt x="290251" y="75891"/>
                </a:lnTo>
                <a:lnTo>
                  <a:pt x="291012" y="75543"/>
                </a:lnTo>
                <a:lnTo>
                  <a:pt x="291761" y="75178"/>
                </a:lnTo>
                <a:lnTo>
                  <a:pt x="292497" y="74798"/>
                </a:lnTo>
                <a:lnTo>
                  <a:pt x="293220" y="74402"/>
                </a:lnTo>
                <a:lnTo>
                  <a:pt x="293928" y="73991"/>
                </a:lnTo>
                <a:lnTo>
                  <a:pt x="294622" y="73565"/>
                </a:lnTo>
                <a:lnTo>
                  <a:pt x="295302" y="73125"/>
                </a:lnTo>
                <a:lnTo>
                  <a:pt x="295968" y="72670"/>
                </a:lnTo>
                <a:lnTo>
                  <a:pt x="296619" y="72200"/>
                </a:lnTo>
                <a:lnTo>
                  <a:pt x="297257" y="71716"/>
                </a:lnTo>
                <a:lnTo>
                  <a:pt x="297880" y="71216"/>
                </a:lnTo>
                <a:lnTo>
                  <a:pt x="298488" y="70702"/>
                </a:lnTo>
                <a:lnTo>
                  <a:pt x="299083" y="70173"/>
                </a:lnTo>
                <a:lnTo>
                  <a:pt x="299663" y="69630"/>
                </a:lnTo>
                <a:lnTo>
                  <a:pt x="300229" y="69071"/>
                </a:lnTo>
                <a:lnTo>
                  <a:pt x="300781" y="68498"/>
                </a:lnTo>
                <a:lnTo>
                  <a:pt x="301319" y="67910"/>
                </a:lnTo>
                <a:lnTo>
                  <a:pt x="301842" y="67308"/>
                </a:lnTo>
                <a:lnTo>
                  <a:pt x="302351" y="66690"/>
                </a:lnTo>
                <a:lnTo>
                  <a:pt x="302846" y="66058"/>
                </a:lnTo>
                <a:lnTo>
                  <a:pt x="303327" y="65411"/>
                </a:lnTo>
                <a:lnTo>
                  <a:pt x="303793" y="64749"/>
                </a:lnTo>
                <a:lnTo>
                  <a:pt x="304245" y="64073"/>
                </a:lnTo>
                <a:lnTo>
                  <a:pt x="304683" y="63382"/>
                </a:lnTo>
                <a:lnTo>
                  <a:pt x="305107" y="62676"/>
                </a:lnTo>
                <a:lnTo>
                  <a:pt x="305517" y="61955"/>
                </a:lnTo>
                <a:lnTo>
                  <a:pt x="305912" y="61220"/>
                </a:lnTo>
                <a:lnTo>
                  <a:pt x="306292" y="60470"/>
                </a:lnTo>
                <a:lnTo>
                  <a:pt x="306656" y="59709"/>
                </a:lnTo>
                <a:lnTo>
                  <a:pt x="307004" y="58934"/>
                </a:lnTo>
                <a:lnTo>
                  <a:pt x="307335" y="58147"/>
                </a:lnTo>
                <a:lnTo>
                  <a:pt x="307651" y="57346"/>
                </a:lnTo>
                <a:lnTo>
                  <a:pt x="307950" y="56534"/>
                </a:lnTo>
                <a:lnTo>
                  <a:pt x="308233" y="55708"/>
                </a:lnTo>
                <a:lnTo>
                  <a:pt x="308500" y="54870"/>
                </a:lnTo>
                <a:lnTo>
                  <a:pt x="308751" y="54019"/>
                </a:lnTo>
                <a:lnTo>
                  <a:pt x="308985" y="53156"/>
                </a:lnTo>
                <a:lnTo>
                  <a:pt x="309204" y="52279"/>
                </a:lnTo>
                <a:lnTo>
                  <a:pt x="309406" y="51390"/>
                </a:lnTo>
                <a:lnTo>
                  <a:pt x="309592" y="50489"/>
                </a:lnTo>
                <a:lnTo>
                  <a:pt x="309762" y="49574"/>
                </a:lnTo>
                <a:lnTo>
                  <a:pt x="309915" y="48647"/>
                </a:lnTo>
                <a:lnTo>
                  <a:pt x="310053" y="47707"/>
                </a:lnTo>
                <a:lnTo>
                  <a:pt x="310174" y="46755"/>
                </a:lnTo>
                <a:lnTo>
                  <a:pt x="310279" y="45789"/>
                </a:lnTo>
                <a:lnTo>
                  <a:pt x="310368" y="44811"/>
                </a:lnTo>
                <a:lnTo>
                  <a:pt x="310441" y="43821"/>
                </a:lnTo>
                <a:lnTo>
                  <a:pt x="310498" y="42817"/>
                </a:lnTo>
                <a:lnTo>
                  <a:pt x="310538" y="41801"/>
                </a:lnTo>
                <a:lnTo>
                  <a:pt x="310562" y="40772"/>
                </a:lnTo>
                <a:lnTo>
                  <a:pt x="310570" y="39731"/>
                </a:lnTo>
                <a:lnTo>
                  <a:pt x="310562" y="38694"/>
                </a:lnTo>
                <a:lnTo>
                  <a:pt x="310538" y="37670"/>
                </a:lnTo>
                <a:lnTo>
                  <a:pt x="310498" y="36658"/>
                </a:lnTo>
                <a:lnTo>
                  <a:pt x="310442" y="35659"/>
                </a:lnTo>
                <a:lnTo>
                  <a:pt x="310370" y="34672"/>
                </a:lnTo>
                <a:lnTo>
                  <a:pt x="310281" y="33698"/>
                </a:lnTo>
                <a:lnTo>
                  <a:pt x="310177" y="32736"/>
                </a:lnTo>
                <a:lnTo>
                  <a:pt x="310056" y="31787"/>
                </a:lnTo>
                <a:lnTo>
                  <a:pt x="309920" y="30851"/>
                </a:lnTo>
                <a:lnTo>
                  <a:pt x="309767" y="29926"/>
                </a:lnTo>
                <a:lnTo>
                  <a:pt x="309598" y="29015"/>
                </a:lnTo>
                <a:lnTo>
                  <a:pt x="309413" y="28116"/>
                </a:lnTo>
                <a:lnTo>
                  <a:pt x="309212" y="27229"/>
                </a:lnTo>
                <a:lnTo>
                  <a:pt x="308995" y="26355"/>
                </a:lnTo>
                <a:lnTo>
                  <a:pt x="308762" y="25493"/>
                </a:lnTo>
                <a:lnTo>
                  <a:pt x="308513" y="24644"/>
                </a:lnTo>
                <a:lnTo>
                  <a:pt x="308248" y="23807"/>
                </a:lnTo>
                <a:lnTo>
                  <a:pt x="307967" y="22983"/>
                </a:lnTo>
                <a:lnTo>
                  <a:pt x="307669" y="22172"/>
                </a:lnTo>
                <a:lnTo>
                  <a:pt x="307356" y="21372"/>
                </a:lnTo>
                <a:lnTo>
                  <a:pt x="307026" y="20586"/>
                </a:lnTo>
                <a:lnTo>
                  <a:pt x="306681" y="19812"/>
                </a:lnTo>
                <a:lnTo>
                  <a:pt x="306319" y="19050"/>
                </a:lnTo>
                <a:lnTo>
                  <a:pt x="305942" y="18301"/>
                </a:lnTo>
                <a:lnTo>
                  <a:pt x="305549" y="17565"/>
                </a:lnTo>
                <a:lnTo>
                  <a:pt x="305141" y="16845"/>
                </a:lnTo>
                <a:lnTo>
                  <a:pt x="304719" y="16138"/>
                </a:lnTo>
                <a:lnTo>
                  <a:pt x="304283" y="15447"/>
                </a:lnTo>
                <a:lnTo>
                  <a:pt x="303832" y="14770"/>
                </a:lnTo>
                <a:lnTo>
                  <a:pt x="303367" y="14108"/>
                </a:lnTo>
                <a:lnTo>
                  <a:pt x="302888" y="13460"/>
                </a:lnTo>
                <a:lnTo>
                  <a:pt x="302394" y="12827"/>
                </a:lnTo>
                <a:lnTo>
                  <a:pt x="301885" y="12209"/>
                </a:lnTo>
                <a:lnTo>
                  <a:pt x="301362" y="11605"/>
                </a:lnTo>
                <a:lnTo>
                  <a:pt x="300825" y="11016"/>
                </a:lnTo>
                <a:lnTo>
                  <a:pt x="300273" y="10442"/>
                </a:lnTo>
                <a:lnTo>
                  <a:pt x="299707" y="9882"/>
                </a:lnTo>
                <a:lnTo>
                  <a:pt x="299127" y="9337"/>
                </a:lnTo>
                <a:lnTo>
                  <a:pt x="298532" y="8807"/>
                </a:lnTo>
                <a:lnTo>
                  <a:pt x="297922" y="8291"/>
                </a:lnTo>
                <a:lnTo>
                  <a:pt x="297298" y="7790"/>
                </a:lnTo>
                <a:lnTo>
                  <a:pt x="296660" y="7304"/>
                </a:lnTo>
                <a:lnTo>
                  <a:pt x="296007" y="6832"/>
                </a:lnTo>
                <a:lnTo>
                  <a:pt x="295340" y="6375"/>
                </a:lnTo>
                <a:lnTo>
                  <a:pt x="294658" y="5933"/>
                </a:lnTo>
                <a:lnTo>
                  <a:pt x="293962" y="5505"/>
                </a:lnTo>
                <a:lnTo>
                  <a:pt x="293252" y="5092"/>
                </a:lnTo>
                <a:lnTo>
                  <a:pt x="292527" y="4693"/>
                </a:lnTo>
                <a:lnTo>
                  <a:pt x="291788" y="4310"/>
                </a:lnTo>
                <a:lnTo>
                  <a:pt x="291037" y="3944"/>
                </a:lnTo>
                <a:lnTo>
                  <a:pt x="290273" y="3593"/>
                </a:lnTo>
                <a:lnTo>
                  <a:pt x="289497" y="3259"/>
                </a:lnTo>
                <a:lnTo>
                  <a:pt x="288707" y="2941"/>
                </a:lnTo>
                <a:lnTo>
                  <a:pt x="287905" y="2640"/>
                </a:lnTo>
                <a:lnTo>
                  <a:pt x="287091" y="2355"/>
                </a:lnTo>
                <a:lnTo>
                  <a:pt x="286263" y="2086"/>
                </a:lnTo>
                <a:lnTo>
                  <a:pt x="285423" y="1833"/>
                </a:lnTo>
                <a:lnTo>
                  <a:pt x="284570" y="1597"/>
                </a:lnTo>
                <a:lnTo>
                  <a:pt x="283705" y="1377"/>
                </a:lnTo>
                <a:lnTo>
                  <a:pt x="282827" y="1173"/>
                </a:lnTo>
                <a:lnTo>
                  <a:pt x="281936" y="986"/>
                </a:lnTo>
                <a:lnTo>
                  <a:pt x="281032" y="815"/>
                </a:lnTo>
                <a:lnTo>
                  <a:pt x="280116" y="660"/>
                </a:lnTo>
                <a:lnTo>
                  <a:pt x="279187" y="521"/>
                </a:lnTo>
                <a:lnTo>
                  <a:pt x="278246" y="399"/>
                </a:lnTo>
                <a:lnTo>
                  <a:pt x="277291" y="293"/>
                </a:lnTo>
                <a:lnTo>
                  <a:pt x="276324" y="204"/>
                </a:lnTo>
                <a:lnTo>
                  <a:pt x="275345" y="130"/>
                </a:lnTo>
                <a:lnTo>
                  <a:pt x="274352" y="73"/>
                </a:lnTo>
                <a:lnTo>
                  <a:pt x="273347" y="33"/>
                </a:lnTo>
                <a:lnTo>
                  <a:pt x="272329" y="8"/>
                </a:lnTo>
                <a:lnTo>
                  <a:pt x="271299" y="0"/>
                </a:lnTo>
                <a:lnTo>
                  <a:pt x="245825" y="0"/>
                </a:lnTo>
                <a:lnTo>
                  <a:pt x="245825" y="79462"/>
                </a:lnTo>
                <a:lnTo>
                  <a:pt x="271299" y="79462"/>
                </a:lnTo>
                <a:lnTo>
                  <a:pt x="272329" y="79453"/>
                </a:lnTo>
                <a:lnTo>
                  <a:pt x="273347" y="79429"/>
                </a:lnTo>
                <a:lnTo>
                  <a:pt x="274352" y="79389"/>
                </a:lnTo>
                <a:close/>
                <a:moveTo>
                  <a:pt x="270626" y="8938"/>
                </a:moveTo>
                <a:lnTo>
                  <a:pt x="271451" y="8967"/>
                </a:lnTo>
                <a:lnTo>
                  <a:pt x="272264" y="9008"/>
                </a:lnTo>
                <a:lnTo>
                  <a:pt x="273066" y="9060"/>
                </a:lnTo>
                <a:lnTo>
                  <a:pt x="273855" y="9125"/>
                </a:lnTo>
                <a:lnTo>
                  <a:pt x="274632" y="9201"/>
                </a:lnTo>
                <a:lnTo>
                  <a:pt x="275397" y="9288"/>
                </a:lnTo>
                <a:lnTo>
                  <a:pt x="276150" y="9388"/>
                </a:lnTo>
                <a:lnTo>
                  <a:pt x="276891" y="9499"/>
                </a:lnTo>
                <a:lnTo>
                  <a:pt x="277621" y="9621"/>
                </a:lnTo>
                <a:lnTo>
                  <a:pt x="278338" y="9756"/>
                </a:lnTo>
                <a:lnTo>
                  <a:pt x="279043" y="9902"/>
                </a:lnTo>
                <a:lnTo>
                  <a:pt x="279737" y="10059"/>
                </a:lnTo>
                <a:lnTo>
                  <a:pt x="280418" y="10229"/>
                </a:lnTo>
                <a:lnTo>
                  <a:pt x="281087" y="10410"/>
                </a:lnTo>
                <a:lnTo>
                  <a:pt x="281745" y="10603"/>
                </a:lnTo>
                <a:lnTo>
                  <a:pt x="282390" y="10807"/>
                </a:lnTo>
                <a:lnTo>
                  <a:pt x="283023" y="11023"/>
                </a:lnTo>
                <a:lnTo>
                  <a:pt x="283645" y="11251"/>
                </a:lnTo>
                <a:lnTo>
                  <a:pt x="284254" y="11491"/>
                </a:lnTo>
                <a:lnTo>
                  <a:pt x="284852" y="11742"/>
                </a:lnTo>
                <a:lnTo>
                  <a:pt x="285437" y="12005"/>
                </a:lnTo>
                <a:lnTo>
                  <a:pt x="286011" y="12279"/>
                </a:lnTo>
                <a:lnTo>
                  <a:pt x="286573" y="12566"/>
                </a:lnTo>
                <a:lnTo>
                  <a:pt x="287123" y="12864"/>
                </a:lnTo>
                <a:lnTo>
                  <a:pt x="287661" y="13175"/>
                </a:lnTo>
                <a:lnTo>
                  <a:pt x="288187" y="13497"/>
                </a:lnTo>
                <a:lnTo>
                  <a:pt x="288702" y="13831"/>
                </a:lnTo>
                <a:lnTo>
                  <a:pt x="289204" y="14178"/>
                </a:lnTo>
                <a:lnTo>
                  <a:pt x="289695" y="14536"/>
                </a:lnTo>
                <a:lnTo>
                  <a:pt x="290175" y="14906"/>
                </a:lnTo>
                <a:lnTo>
                  <a:pt x="290642" y="15289"/>
                </a:lnTo>
                <a:lnTo>
                  <a:pt x="291098" y="15683"/>
                </a:lnTo>
                <a:lnTo>
                  <a:pt x="291542" y="16089"/>
                </a:lnTo>
                <a:lnTo>
                  <a:pt x="291974" y="16508"/>
                </a:lnTo>
                <a:lnTo>
                  <a:pt x="292394" y="16938"/>
                </a:lnTo>
                <a:lnTo>
                  <a:pt x="292803" y="17380"/>
                </a:lnTo>
                <a:lnTo>
                  <a:pt x="293200" y="17835"/>
                </a:lnTo>
                <a:lnTo>
                  <a:pt x="293585" y="18301"/>
                </a:lnTo>
                <a:lnTo>
                  <a:pt x="293958" y="18779"/>
                </a:lnTo>
                <a:lnTo>
                  <a:pt x="294320" y="19270"/>
                </a:lnTo>
                <a:lnTo>
                  <a:pt x="294669" y="19772"/>
                </a:lnTo>
                <a:lnTo>
                  <a:pt x="295007" y="20286"/>
                </a:lnTo>
                <a:lnTo>
                  <a:pt x="295334" y="20812"/>
                </a:lnTo>
                <a:lnTo>
                  <a:pt x="295648" y="21350"/>
                </a:lnTo>
                <a:lnTo>
                  <a:pt x="295951" y="21901"/>
                </a:lnTo>
                <a:lnTo>
                  <a:pt x="296242" y="22463"/>
                </a:lnTo>
                <a:lnTo>
                  <a:pt x="296521" y="23037"/>
                </a:lnTo>
                <a:lnTo>
                  <a:pt x="296788" y="23624"/>
                </a:lnTo>
                <a:lnTo>
                  <a:pt x="297043" y="24223"/>
                </a:lnTo>
                <a:lnTo>
                  <a:pt x="297287" y="24835"/>
                </a:lnTo>
                <a:lnTo>
                  <a:pt x="297518" y="25459"/>
                </a:lnTo>
                <a:lnTo>
                  <a:pt x="297738" y="26095"/>
                </a:lnTo>
                <a:lnTo>
                  <a:pt x="297946" y="26744"/>
                </a:lnTo>
                <a:lnTo>
                  <a:pt x="298142" y="27406"/>
                </a:lnTo>
                <a:lnTo>
                  <a:pt x="298326" y="28079"/>
                </a:lnTo>
                <a:lnTo>
                  <a:pt x="298498" y="28765"/>
                </a:lnTo>
                <a:lnTo>
                  <a:pt x="298658" y="29464"/>
                </a:lnTo>
                <a:lnTo>
                  <a:pt x="298807" y="30174"/>
                </a:lnTo>
                <a:lnTo>
                  <a:pt x="298943" y="30898"/>
                </a:lnTo>
                <a:lnTo>
                  <a:pt x="299068" y="31633"/>
                </a:lnTo>
                <a:lnTo>
                  <a:pt x="299181" y="32381"/>
                </a:lnTo>
                <a:lnTo>
                  <a:pt x="299282" y="33142"/>
                </a:lnTo>
                <a:lnTo>
                  <a:pt x="299371" y="33915"/>
                </a:lnTo>
                <a:lnTo>
                  <a:pt x="299448" y="34700"/>
                </a:lnTo>
                <a:lnTo>
                  <a:pt x="299513" y="35498"/>
                </a:lnTo>
                <a:lnTo>
                  <a:pt x="299567" y="36308"/>
                </a:lnTo>
                <a:lnTo>
                  <a:pt x="299608" y="37130"/>
                </a:lnTo>
                <a:lnTo>
                  <a:pt x="299638" y="37965"/>
                </a:lnTo>
                <a:lnTo>
                  <a:pt x="299656" y="38812"/>
                </a:lnTo>
                <a:lnTo>
                  <a:pt x="299662" y="39672"/>
                </a:lnTo>
                <a:lnTo>
                  <a:pt x="299656" y="40536"/>
                </a:lnTo>
                <a:lnTo>
                  <a:pt x="299638" y="41388"/>
                </a:lnTo>
                <a:lnTo>
                  <a:pt x="299609" y="42228"/>
                </a:lnTo>
                <a:lnTo>
                  <a:pt x="299568" y="43056"/>
                </a:lnTo>
                <a:lnTo>
                  <a:pt x="299516" y="43871"/>
                </a:lnTo>
                <a:lnTo>
                  <a:pt x="299452" y="44673"/>
                </a:lnTo>
                <a:lnTo>
                  <a:pt x="299376" y="45463"/>
                </a:lnTo>
                <a:lnTo>
                  <a:pt x="299288" y="46241"/>
                </a:lnTo>
                <a:lnTo>
                  <a:pt x="299189" y="47006"/>
                </a:lnTo>
                <a:lnTo>
                  <a:pt x="299078" y="47759"/>
                </a:lnTo>
                <a:lnTo>
                  <a:pt x="298956" y="48500"/>
                </a:lnTo>
                <a:lnTo>
                  <a:pt x="298821" y="49228"/>
                </a:lnTo>
                <a:lnTo>
                  <a:pt x="298676" y="49944"/>
                </a:lnTo>
                <a:lnTo>
                  <a:pt x="298518" y="50647"/>
                </a:lnTo>
                <a:lnTo>
                  <a:pt x="298349" y="51338"/>
                </a:lnTo>
                <a:lnTo>
                  <a:pt x="298168" y="52017"/>
                </a:lnTo>
                <a:lnTo>
                  <a:pt x="297975" y="52683"/>
                </a:lnTo>
                <a:lnTo>
                  <a:pt x="297771" y="53337"/>
                </a:lnTo>
                <a:lnTo>
                  <a:pt x="297555" y="53978"/>
                </a:lnTo>
                <a:lnTo>
                  <a:pt x="297328" y="54607"/>
                </a:lnTo>
                <a:lnTo>
                  <a:pt x="297088" y="55223"/>
                </a:lnTo>
                <a:lnTo>
                  <a:pt x="296837" y="55828"/>
                </a:lnTo>
                <a:lnTo>
                  <a:pt x="296575" y="56419"/>
                </a:lnTo>
                <a:lnTo>
                  <a:pt x="296301" y="56999"/>
                </a:lnTo>
                <a:lnTo>
                  <a:pt x="296015" y="57566"/>
                </a:lnTo>
                <a:lnTo>
                  <a:pt x="295717" y="58120"/>
                </a:lnTo>
                <a:lnTo>
                  <a:pt x="295407" y="58663"/>
                </a:lnTo>
                <a:lnTo>
                  <a:pt x="295085" y="59193"/>
                </a:lnTo>
                <a:lnTo>
                  <a:pt x="294752" y="59711"/>
                </a:lnTo>
                <a:lnTo>
                  <a:pt x="294406" y="60216"/>
                </a:lnTo>
                <a:lnTo>
                  <a:pt x="294049" y="60709"/>
                </a:lnTo>
                <a:lnTo>
                  <a:pt x="293680" y="61190"/>
                </a:lnTo>
                <a:lnTo>
                  <a:pt x="293299" y="61659"/>
                </a:lnTo>
                <a:lnTo>
                  <a:pt x="292906" y="62115"/>
                </a:lnTo>
                <a:lnTo>
                  <a:pt x="292501" y="62559"/>
                </a:lnTo>
                <a:lnTo>
                  <a:pt x="292084" y="62991"/>
                </a:lnTo>
                <a:lnTo>
                  <a:pt x="291656" y="63410"/>
                </a:lnTo>
                <a:lnTo>
                  <a:pt x="291216" y="63817"/>
                </a:lnTo>
                <a:lnTo>
                  <a:pt x="290763" y="64212"/>
                </a:lnTo>
                <a:lnTo>
                  <a:pt x="290299" y="64594"/>
                </a:lnTo>
                <a:lnTo>
                  <a:pt x="289823" y="64965"/>
                </a:lnTo>
                <a:lnTo>
                  <a:pt x="289335" y="65323"/>
                </a:lnTo>
                <a:lnTo>
                  <a:pt x="288835" y="65668"/>
                </a:lnTo>
                <a:lnTo>
                  <a:pt x="288324" y="66002"/>
                </a:lnTo>
                <a:lnTo>
                  <a:pt x="287800" y="66323"/>
                </a:lnTo>
                <a:lnTo>
                  <a:pt x="287265" y="66631"/>
                </a:lnTo>
                <a:lnTo>
                  <a:pt x="286718" y="66928"/>
                </a:lnTo>
                <a:lnTo>
                  <a:pt x="286158" y="67212"/>
                </a:lnTo>
                <a:lnTo>
                  <a:pt x="285587" y="67484"/>
                </a:lnTo>
                <a:lnTo>
                  <a:pt x="285003" y="67744"/>
                </a:lnTo>
                <a:lnTo>
                  <a:pt x="284406" y="67993"/>
                </a:lnTo>
                <a:lnTo>
                  <a:pt x="283796" y="68231"/>
                </a:lnTo>
                <a:lnTo>
                  <a:pt x="283174" y="68457"/>
                </a:lnTo>
                <a:lnTo>
                  <a:pt x="282539" y="68671"/>
                </a:lnTo>
                <a:lnTo>
                  <a:pt x="281892" y="68874"/>
                </a:lnTo>
                <a:lnTo>
                  <a:pt x="281231" y="69065"/>
                </a:lnTo>
                <a:lnTo>
                  <a:pt x="280558" y="69244"/>
                </a:lnTo>
                <a:lnTo>
                  <a:pt x="279873" y="69412"/>
                </a:lnTo>
                <a:lnTo>
                  <a:pt x="279174" y="69569"/>
                </a:lnTo>
                <a:lnTo>
                  <a:pt x="278463" y="69713"/>
                </a:lnTo>
                <a:lnTo>
                  <a:pt x="277739" y="69847"/>
                </a:lnTo>
                <a:lnTo>
                  <a:pt x="277003" y="69968"/>
                </a:lnTo>
                <a:lnTo>
                  <a:pt x="276254" y="70078"/>
                </a:lnTo>
                <a:lnTo>
                  <a:pt x="275492" y="70177"/>
                </a:lnTo>
                <a:lnTo>
                  <a:pt x="274717" y="70263"/>
                </a:lnTo>
                <a:lnTo>
                  <a:pt x="273930" y="70339"/>
                </a:lnTo>
                <a:lnTo>
                  <a:pt x="273130" y="70402"/>
                </a:lnTo>
                <a:lnTo>
                  <a:pt x="272318" y="70455"/>
                </a:lnTo>
                <a:lnTo>
                  <a:pt x="271492" y="70495"/>
                </a:lnTo>
                <a:lnTo>
                  <a:pt x="270654" y="70524"/>
                </a:lnTo>
                <a:lnTo>
                  <a:pt x="269804" y="70541"/>
                </a:lnTo>
                <a:lnTo>
                  <a:pt x="268940" y="70547"/>
                </a:lnTo>
                <a:lnTo>
                  <a:pt x="256439" y="70547"/>
                </a:lnTo>
                <a:lnTo>
                  <a:pt x="256439" y="8914"/>
                </a:lnTo>
                <a:lnTo>
                  <a:pt x="268940" y="8914"/>
                </a:lnTo>
                <a:lnTo>
                  <a:pt x="269789" y="8920"/>
                </a:lnTo>
                <a:lnTo>
                  <a:pt x="270626" y="8938"/>
                </a:lnTo>
                <a:close/>
                <a:moveTo>
                  <a:pt x="88601" y="80454"/>
                </a:moveTo>
                <a:lnTo>
                  <a:pt x="89126" y="80414"/>
                </a:lnTo>
                <a:lnTo>
                  <a:pt x="89646" y="80366"/>
                </a:lnTo>
                <a:lnTo>
                  <a:pt x="90161" y="80308"/>
                </a:lnTo>
                <a:lnTo>
                  <a:pt x="90669" y="80242"/>
                </a:lnTo>
                <a:lnTo>
                  <a:pt x="91173" y="80167"/>
                </a:lnTo>
                <a:lnTo>
                  <a:pt x="91671" y="80083"/>
                </a:lnTo>
                <a:lnTo>
                  <a:pt x="92163" y="79991"/>
                </a:lnTo>
                <a:lnTo>
                  <a:pt x="92650" y="79890"/>
                </a:lnTo>
                <a:lnTo>
                  <a:pt x="93131" y="79779"/>
                </a:lnTo>
                <a:lnTo>
                  <a:pt x="93607" y="79660"/>
                </a:lnTo>
                <a:lnTo>
                  <a:pt x="94077" y="79533"/>
                </a:lnTo>
                <a:lnTo>
                  <a:pt x="94542" y="79396"/>
                </a:lnTo>
                <a:lnTo>
                  <a:pt x="95001" y="79251"/>
                </a:lnTo>
                <a:lnTo>
                  <a:pt x="95454" y="79096"/>
                </a:lnTo>
                <a:lnTo>
                  <a:pt x="95902" y="78933"/>
                </a:lnTo>
                <a:lnTo>
                  <a:pt x="96345" y="78761"/>
                </a:lnTo>
                <a:lnTo>
                  <a:pt x="96782" y="78581"/>
                </a:lnTo>
                <a:lnTo>
                  <a:pt x="97213" y="78391"/>
                </a:lnTo>
                <a:lnTo>
                  <a:pt x="97639" y="78193"/>
                </a:lnTo>
                <a:lnTo>
                  <a:pt x="98060" y="77986"/>
                </a:lnTo>
                <a:lnTo>
                  <a:pt x="98475" y="77771"/>
                </a:lnTo>
                <a:lnTo>
                  <a:pt x="98887" y="77550"/>
                </a:lnTo>
                <a:lnTo>
                  <a:pt x="99294" y="77322"/>
                </a:lnTo>
                <a:lnTo>
                  <a:pt x="99696" y="77089"/>
                </a:lnTo>
                <a:lnTo>
                  <a:pt x="100095" y="76849"/>
                </a:lnTo>
                <a:lnTo>
                  <a:pt x="100489" y="76602"/>
                </a:lnTo>
                <a:lnTo>
                  <a:pt x="100878" y="76349"/>
                </a:lnTo>
                <a:lnTo>
                  <a:pt x="101264" y="76090"/>
                </a:lnTo>
                <a:lnTo>
                  <a:pt x="101645" y="75824"/>
                </a:lnTo>
                <a:lnTo>
                  <a:pt x="102022" y="75553"/>
                </a:lnTo>
                <a:lnTo>
                  <a:pt x="102394" y="75274"/>
                </a:lnTo>
                <a:lnTo>
                  <a:pt x="102762" y="74990"/>
                </a:lnTo>
                <a:lnTo>
                  <a:pt x="103126" y="74699"/>
                </a:lnTo>
                <a:lnTo>
                  <a:pt x="103486" y="74401"/>
                </a:lnTo>
                <a:lnTo>
                  <a:pt x="103841" y="74098"/>
                </a:lnTo>
                <a:lnTo>
                  <a:pt x="104192" y="73788"/>
                </a:lnTo>
                <a:lnTo>
                  <a:pt x="104539" y="73471"/>
                </a:lnTo>
                <a:lnTo>
                  <a:pt x="104882" y="73148"/>
                </a:lnTo>
                <a:lnTo>
                  <a:pt x="105220" y="72819"/>
                </a:lnTo>
                <a:lnTo>
                  <a:pt x="105554" y="72484"/>
                </a:lnTo>
                <a:lnTo>
                  <a:pt x="105883" y="72142"/>
                </a:lnTo>
                <a:lnTo>
                  <a:pt x="106208" y="71794"/>
                </a:lnTo>
                <a:lnTo>
                  <a:pt x="106529" y="71439"/>
                </a:lnTo>
                <a:lnTo>
                  <a:pt x="106846" y="71079"/>
                </a:lnTo>
                <a:lnTo>
                  <a:pt x="107200" y="79462"/>
                </a:lnTo>
                <a:lnTo>
                  <a:pt x="116280" y="79462"/>
                </a:lnTo>
                <a:lnTo>
                  <a:pt x="116280" y="39439"/>
                </a:lnTo>
                <a:lnTo>
                  <a:pt x="116277" y="38905"/>
                </a:lnTo>
                <a:lnTo>
                  <a:pt x="116268" y="38380"/>
                </a:lnTo>
                <a:lnTo>
                  <a:pt x="116253" y="37862"/>
                </a:lnTo>
                <a:lnTo>
                  <a:pt x="116231" y="37353"/>
                </a:lnTo>
                <a:lnTo>
                  <a:pt x="116204" y="36852"/>
                </a:lnTo>
                <a:lnTo>
                  <a:pt x="116170" y="36360"/>
                </a:lnTo>
                <a:lnTo>
                  <a:pt x="116130" y="35875"/>
                </a:lnTo>
                <a:lnTo>
                  <a:pt x="116084" y="35399"/>
                </a:lnTo>
                <a:lnTo>
                  <a:pt x="116032" y="34931"/>
                </a:lnTo>
                <a:lnTo>
                  <a:pt x="115973" y="34471"/>
                </a:lnTo>
                <a:lnTo>
                  <a:pt x="115909" y="34019"/>
                </a:lnTo>
                <a:lnTo>
                  <a:pt x="115838" y="33576"/>
                </a:lnTo>
                <a:lnTo>
                  <a:pt x="115761" y="33141"/>
                </a:lnTo>
                <a:lnTo>
                  <a:pt x="115679" y="32714"/>
                </a:lnTo>
                <a:lnTo>
                  <a:pt x="115589" y="32295"/>
                </a:lnTo>
                <a:lnTo>
                  <a:pt x="115494" y="31884"/>
                </a:lnTo>
                <a:lnTo>
                  <a:pt x="115393" y="31482"/>
                </a:lnTo>
                <a:lnTo>
                  <a:pt x="115285" y="31088"/>
                </a:lnTo>
                <a:lnTo>
                  <a:pt x="115172" y="30702"/>
                </a:lnTo>
                <a:lnTo>
                  <a:pt x="115052" y="30324"/>
                </a:lnTo>
                <a:lnTo>
                  <a:pt x="114926" y="29955"/>
                </a:lnTo>
                <a:lnTo>
                  <a:pt x="114794" y="29594"/>
                </a:lnTo>
                <a:lnTo>
                  <a:pt x="114656" y="29241"/>
                </a:lnTo>
                <a:lnTo>
                  <a:pt x="114511" y="28896"/>
                </a:lnTo>
                <a:lnTo>
                  <a:pt x="114362" y="28558"/>
                </a:lnTo>
                <a:lnTo>
                  <a:pt x="114208" y="28227"/>
                </a:lnTo>
                <a:lnTo>
                  <a:pt x="114049" y="27902"/>
                </a:lnTo>
                <a:lnTo>
                  <a:pt x="113886" y="27584"/>
                </a:lnTo>
                <a:lnTo>
                  <a:pt x="113718" y="27271"/>
                </a:lnTo>
                <a:lnTo>
                  <a:pt x="113546" y="26965"/>
                </a:lnTo>
                <a:lnTo>
                  <a:pt x="113369" y="26665"/>
                </a:lnTo>
                <a:lnTo>
                  <a:pt x="113188" y="26372"/>
                </a:lnTo>
                <a:lnTo>
                  <a:pt x="113002" y="26085"/>
                </a:lnTo>
                <a:lnTo>
                  <a:pt x="112812" y="25804"/>
                </a:lnTo>
                <a:lnTo>
                  <a:pt x="112617" y="25529"/>
                </a:lnTo>
                <a:lnTo>
                  <a:pt x="112418" y="25261"/>
                </a:lnTo>
                <a:lnTo>
                  <a:pt x="112214" y="24999"/>
                </a:lnTo>
                <a:lnTo>
                  <a:pt x="112006" y="24743"/>
                </a:lnTo>
                <a:lnTo>
                  <a:pt x="111793" y="24494"/>
                </a:lnTo>
                <a:lnTo>
                  <a:pt x="111576" y="24251"/>
                </a:lnTo>
                <a:lnTo>
                  <a:pt x="111355" y="24014"/>
                </a:lnTo>
                <a:lnTo>
                  <a:pt x="111128" y="23784"/>
                </a:lnTo>
                <a:lnTo>
                  <a:pt x="110898" y="23560"/>
                </a:lnTo>
                <a:lnTo>
                  <a:pt x="110662" y="23342"/>
                </a:lnTo>
                <a:lnTo>
                  <a:pt x="110423" y="23130"/>
                </a:lnTo>
                <a:lnTo>
                  <a:pt x="110178" y="22925"/>
                </a:lnTo>
                <a:lnTo>
                  <a:pt x="109930" y="22726"/>
                </a:lnTo>
                <a:lnTo>
                  <a:pt x="109676" y="22533"/>
                </a:lnTo>
                <a:lnTo>
                  <a:pt x="109419" y="22346"/>
                </a:lnTo>
                <a:lnTo>
                  <a:pt x="109160" y="22164"/>
                </a:lnTo>
                <a:lnTo>
                  <a:pt x="108898" y="21986"/>
                </a:lnTo>
                <a:lnTo>
                  <a:pt x="108633" y="21814"/>
                </a:lnTo>
                <a:lnTo>
                  <a:pt x="108365" y="21647"/>
                </a:lnTo>
                <a:lnTo>
                  <a:pt x="108095" y="21484"/>
                </a:lnTo>
                <a:lnTo>
                  <a:pt x="107822" y="21327"/>
                </a:lnTo>
                <a:lnTo>
                  <a:pt x="107547" y="21174"/>
                </a:lnTo>
                <a:lnTo>
                  <a:pt x="107269" y="21026"/>
                </a:lnTo>
                <a:lnTo>
                  <a:pt x="106988" y="20883"/>
                </a:lnTo>
                <a:lnTo>
                  <a:pt x="106704" y="20745"/>
                </a:lnTo>
                <a:lnTo>
                  <a:pt x="106418" y="20612"/>
                </a:lnTo>
                <a:lnTo>
                  <a:pt x="106130" y="20484"/>
                </a:lnTo>
                <a:lnTo>
                  <a:pt x="105838" y="20361"/>
                </a:lnTo>
                <a:lnTo>
                  <a:pt x="105544" y="20242"/>
                </a:lnTo>
                <a:lnTo>
                  <a:pt x="105247" y="20129"/>
                </a:lnTo>
                <a:lnTo>
                  <a:pt x="104948" y="20021"/>
                </a:lnTo>
                <a:lnTo>
                  <a:pt x="104646" y="19917"/>
                </a:lnTo>
                <a:lnTo>
                  <a:pt x="104341" y="19818"/>
                </a:lnTo>
                <a:lnTo>
                  <a:pt x="104033" y="19725"/>
                </a:lnTo>
                <a:lnTo>
                  <a:pt x="103723" y="19636"/>
                </a:lnTo>
                <a:lnTo>
                  <a:pt x="103411" y="19552"/>
                </a:lnTo>
                <a:lnTo>
                  <a:pt x="103095" y="19473"/>
                </a:lnTo>
                <a:lnTo>
                  <a:pt x="102777" y="19399"/>
                </a:lnTo>
                <a:lnTo>
                  <a:pt x="102457" y="19328"/>
                </a:lnTo>
                <a:lnTo>
                  <a:pt x="102136" y="19261"/>
                </a:lnTo>
                <a:lnTo>
                  <a:pt x="101814" y="19197"/>
                </a:lnTo>
                <a:lnTo>
                  <a:pt x="101491" y="19135"/>
                </a:lnTo>
                <a:lnTo>
                  <a:pt x="101167" y="19077"/>
                </a:lnTo>
                <a:lnTo>
                  <a:pt x="100842" y="19022"/>
                </a:lnTo>
                <a:lnTo>
                  <a:pt x="100516" y="18969"/>
                </a:lnTo>
                <a:lnTo>
                  <a:pt x="100189" y="18920"/>
                </a:lnTo>
                <a:lnTo>
                  <a:pt x="99861" y="18874"/>
                </a:lnTo>
                <a:lnTo>
                  <a:pt x="99532" y="18830"/>
                </a:lnTo>
                <a:lnTo>
                  <a:pt x="99202" y="18790"/>
                </a:lnTo>
                <a:lnTo>
                  <a:pt x="98871" y="18752"/>
                </a:lnTo>
                <a:lnTo>
                  <a:pt x="98538" y="18718"/>
                </a:lnTo>
                <a:lnTo>
                  <a:pt x="98205" y="18687"/>
                </a:lnTo>
                <a:lnTo>
                  <a:pt x="97871" y="18658"/>
                </a:lnTo>
                <a:lnTo>
                  <a:pt x="97536" y="18633"/>
                </a:lnTo>
                <a:lnTo>
                  <a:pt x="97199" y="18610"/>
                </a:lnTo>
                <a:lnTo>
                  <a:pt x="96862" y="18591"/>
                </a:lnTo>
                <a:lnTo>
                  <a:pt x="96524" y="18574"/>
                </a:lnTo>
                <a:lnTo>
                  <a:pt x="96184" y="18561"/>
                </a:lnTo>
                <a:lnTo>
                  <a:pt x="95844" y="18551"/>
                </a:lnTo>
                <a:lnTo>
                  <a:pt x="95503" y="18543"/>
                </a:lnTo>
                <a:lnTo>
                  <a:pt x="95160" y="18539"/>
                </a:lnTo>
                <a:lnTo>
                  <a:pt x="94817" y="18537"/>
                </a:lnTo>
                <a:lnTo>
                  <a:pt x="94274" y="18541"/>
                </a:lnTo>
                <a:lnTo>
                  <a:pt x="93736" y="18551"/>
                </a:lnTo>
                <a:lnTo>
                  <a:pt x="93203" y="18569"/>
                </a:lnTo>
                <a:lnTo>
                  <a:pt x="92674" y="18594"/>
                </a:lnTo>
                <a:lnTo>
                  <a:pt x="92151" y="18626"/>
                </a:lnTo>
                <a:lnTo>
                  <a:pt x="91633" y="18666"/>
                </a:lnTo>
                <a:lnTo>
                  <a:pt x="91119" y="18712"/>
                </a:lnTo>
                <a:lnTo>
                  <a:pt x="90610" y="18766"/>
                </a:lnTo>
                <a:lnTo>
                  <a:pt x="90107" y="18827"/>
                </a:lnTo>
                <a:lnTo>
                  <a:pt x="89608" y="18895"/>
                </a:lnTo>
                <a:lnTo>
                  <a:pt x="89114" y="18970"/>
                </a:lnTo>
                <a:lnTo>
                  <a:pt x="88625" y="19052"/>
                </a:lnTo>
                <a:lnTo>
                  <a:pt x="88141" y="19141"/>
                </a:lnTo>
                <a:lnTo>
                  <a:pt x="87662" y="19238"/>
                </a:lnTo>
                <a:lnTo>
                  <a:pt x="87188" y="19341"/>
                </a:lnTo>
                <a:lnTo>
                  <a:pt x="86719" y="19452"/>
                </a:lnTo>
                <a:lnTo>
                  <a:pt x="86254" y="19570"/>
                </a:lnTo>
                <a:lnTo>
                  <a:pt x="85795" y="19695"/>
                </a:lnTo>
                <a:lnTo>
                  <a:pt x="85340" y="19827"/>
                </a:lnTo>
                <a:lnTo>
                  <a:pt x="84891" y="19967"/>
                </a:lnTo>
                <a:lnTo>
                  <a:pt x="84446" y="20113"/>
                </a:lnTo>
                <a:lnTo>
                  <a:pt x="84006" y="20267"/>
                </a:lnTo>
                <a:lnTo>
                  <a:pt x="83571" y="20428"/>
                </a:lnTo>
                <a:lnTo>
                  <a:pt x="83141" y="20596"/>
                </a:lnTo>
                <a:lnTo>
                  <a:pt x="82718" y="20772"/>
                </a:lnTo>
                <a:lnTo>
                  <a:pt x="82302" y="20956"/>
                </a:lnTo>
                <a:lnTo>
                  <a:pt x="81893" y="21149"/>
                </a:lnTo>
                <a:lnTo>
                  <a:pt x="81493" y="21350"/>
                </a:lnTo>
                <a:lnTo>
                  <a:pt x="81100" y="21560"/>
                </a:lnTo>
                <a:lnTo>
                  <a:pt x="80715" y="21778"/>
                </a:lnTo>
                <a:lnTo>
                  <a:pt x="80337" y="22005"/>
                </a:lnTo>
                <a:lnTo>
                  <a:pt x="79967" y="22241"/>
                </a:lnTo>
                <a:lnTo>
                  <a:pt x="79605" y="22485"/>
                </a:lnTo>
                <a:lnTo>
                  <a:pt x="79250" y="22737"/>
                </a:lnTo>
                <a:lnTo>
                  <a:pt x="78903" y="22998"/>
                </a:lnTo>
                <a:lnTo>
                  <a:pt x="78564" y="23268"/>
                </a:lnTo>
                <a:lnTo>
                  <a:pt x="78233" y="23546"/>
                </a:lnTo>
                <a:lnTo>
                  <a:pt x="77909" y="23833"/>
                </a:lnTo>
                <a:lnTo>
                  <a:pt x="77593" y="24128"/>
                </a:lnTo>
                <a:lnTo>
                  <a:pt x="77284" y="24432"/>
                </a:lnTo>
                <a:lnTo>
                  <a:pt x="76983" y="24744"/>
                </a:lnTo>
                <a:lnTo>
                  <a:pt x="76690" y="25065"/>
                </a:lnTo>
                <a:lnTo>
                  <a:pt x="76405" y="25394"/>
                </a:lnTo>
                <a:lnTo>
                  <a:pt x="76127" y="25732"/>
                </a:lnTo>
                <a:lnTo>
                  <a:pt x="75857" y="26079"/>
                </a:lnTo>
                <a:lnTo>
                  <a:pt x="75594" y="26434"/>
                </a:lnTo>
                <a:lnTo>
                  <a:pt x="75340" y="26797"/>
                </a:lnTo>
                <a:lnTo>
                  <a:pt x="75092" y="27169"/>
                </a:lnTo>
                <a:lnTo>
                  <a:pt x="74854" y="27550"/>
                </a:lnTo>
                <a:lnTo>
                  <a:pt x="74626" y="27941"/>
                </a:lnTo>
                <a:lnTo>
                  <a:pt x="74408" y="28341"/>
                </a:lnTo>
                <a:lnTo>
                  <a:pt x="74201" y="28750"/>
                </a:lnTo>
                <a:lnTo>
                  <a:pt x="74003" y="29169"/>
                </a:lnTo>
                <a:lnTo>
                  <a:pt x="73815" y="29597"/>
                </a:lnTo>
                <a:lnTo>
                  <a:pt x="73638" y="30035"/>
                </a:lnTo>
                <a:lnTo>
                  <a:pt x="73471" y="30483"/>
                </a:lnTo>
                <a:lnTo>
                  <a:pt x="73314" y="30940"/>
                </a:lnTo>
                <a:lnTo>
                  <a:pt x="73167" y="31406"/>
                </a:lnTo>
                <a:lnTo>
                  <a:pt x="73030" y="31882"/>
                </a:lnTo>
                <a:lnTo>
                  <a:pt x="72903" y="32368"/>
                </a:lnTo>
                <a:lnTo>
                  <a:pt x="72787" y="32862"/>
                </a:lnTo>
                <a:lnTo>
                  <a:pt x="72680" y="33367"/>
                </a:lnTo>
                <a:lnTo>
                  <a:pt x="72584" y="33881"/>
                </a:lnTo>
                <a:lnTo>
                  <a:pt x="72498" y="34404"/>
                </a:lnTo>
                <a:lnTo>
                  <a:pt x="72422" y="34937"/>
                </a:lnTo>
                <a:lnTo>
                  <a:pt x="72356" y="35480"/>
                </a:lnTo>
                <a:lnTo>
                  <a:pt x="72300" y="36032"/>
                </a:lnTo>
                <a:lnTo>
                  <a:pt x="72255" y="36593"/>
                </a:lnTo>
                <a:lnTo>
                  <a:pt x="72219" y="37164"/>
                </a:lnTo>
                <a:lnTo>
                  <a:pt x="72194" y="37744"/>
                </a:lnTo>
                <a:lnTo>
                  <a:pt x="72179" y="38334"/>
                </a:lnTo>
                <a:lnTo>
                  <a:pt x="72174" y="38934"/>
                </a:lnTo>
                <a:lnTo>
                  <a:pt x="81726" y="38934"/>
                </a:lnTo>
                <a:lnTo>
                  <a:pt x="81733" y="38369"/>
                </a:lnTo>
                <a:lnTo>
                  <a:pt x="81752" y="37818"/>
                </a:lnTo>
                <a:lnTo>
                  <a:pt x="81785" y="37279"/>
                </a:lnTo>
                <a:lnTo>
                  <a:pt x="81831" y="36754"/>
                </a:lnTo>
                <a:lnTo>
                  <a:pt x="81890" y="36241"/>
                </a:lnTo>
                <a:lnTo>
                  <a:pt x="81962" y="35742"/>
                </a:lnTo>
                <a:lnTo>
                  <a:pt x="82047" y="35255"/>
                </a:lnTo>
                <a:lnTo>
                  <a:pt x="82145" y="34781"/>
                </a:lnTo>
                <a:lnTo>
                  <a:pt x="82257" y="34321"/>
                </a:lnTo>
                <a:lnTo>
                  <a:pt x="82381" y="33873"/>
                </a:lnTo>
                <a:lnTo>
                  <a:pt x="82519" y="33439"/>
                </a:lnTo>
                <a:lnTo>
                  <a:pt x="82670" y="33017"/>
                </a:lnTo>
                <a:lnTo>
                  <a:pt x="82833" y="32608"/>
                </a:lnTo>
                <a:lnTo>
                  <a:pt x="83010" y="32213"/>
                </a:lnTo>
                <a:lnTo>
                  <a:pt x="83200" y="31830"/>
                </a:lnTo>
                <a:lnTo>
                  <a:pt x="83403" y="31460"/>
                </a:lnTo>
                <a:lnTo>
                  <a:pt x="83620" y="31103"/>
                </a:lnTo>
                <a:lnTo>
                  <a:pt x="83849" y="30760"/>
                </a:lnTo>
                <a:lnTo>
                  <a:pt x="84091" y="30429"/>
                </a:lnTo>
                <a:lnTo>
                  <a:pt x="84347" y="30111"/>
                </a:lnTo>
                <a:lnTo>
                  <a:pt x="84616" y="29806"/>
                </a:lnTo>
                <a:lnTo>
                  <a:pt x="84897" y="29514"/>
                </a:lnTo>
                <a:lnTo>
                  <a:pt x="85192" y="29236"/>
                </a:lnTo>
                <a:lnTo>
                  <a:pt x="85500" y="28970"/>
                </a:lnTo>
                <a:lnTo>
                  <a:pt x="85818" y="28716"/>
                </a:lnTo>
                <a:lnTo>
                  <a:pt x="86141" y="28473"/>
                </a:lnTo>
                <a:lnTo>
                  <a:pt x="86471" y="28240"/>
                </a:lnTo>
                <a:lnTo>
                  <a:pt x="86807" y="28019"/>
                </a:lnTo>
                <a:lnTo>
                  <a:pt x="87149" y="27808"/>
                </a:lnTo>
                <a:lnTo>
                  <a:pt x="87498" y="27608"/>
                </a:lnTo>
                <a:lnTo>
                  <a:pt x="87852" y="27419"/>
                </a:lnTo>
                <a:lnTo>
                  <a:pt x="88212" y="27241"/>
                </a:lnTo>
                <a:lnTo>
                  <a:pt x="88579" y="27073"/>
                </a:lnTo>
                <a:lnTo>
                  <a:pt x="88952" y="26917"/>
                </a:lnTo>
                <a:lnTo>
                  <a:pt x="89331" y="26771"/>
                </a:lnTo>
                <a:lnTo>
                  <a:pt x="89716" y="26636"/>
                </a:lnTo>
                <a:lnTo>
                  <a:pt x="90107" y="26511"/>
                </a:lnTo>
                <a:lnTo>
                  <a:pt x="90505" y="26398"/>
                </a:lnTo>
                <a:lnTo>
                  <a:pt x="90908" y="26295"/>
                </a:lnTo>
                <a:lnTo>
                  <a:pt x="91318" y="26203"/>
                </a:lnTo>
                <a:lnTo>
                  <a:pt x="91734" y="26122"/>
                </a:lnTo>
                <a:lnTo>
                  <a:pt x="92156" y="26052"/>
                </a:lnTo>
                <a:lnTo>
                  <a:pt x="92584" y="25993"/>
                </a:lnTo>
                <a:lnTo>
                  <a:pt x="93018" y="25944"/>
                </a:lnTo>
                <a:lnTo>
                  <a:pt x="93459" y="25906"/>
                </a:lnTo>
                <a:lnTo>
                  <a:pt x="93905" y="25879"/>
                </a:lnTo>
                <a:lnTo>
                  <a:pt x="94358" y="25863"/>
                </a:lnTo>
                <a:lnTo>
                  <a:pt x="94817" y="25857"/>
                </a:lnTo>
                <a:lnTo>
                  <a:pt x="95236" y="25863"/>
                </a:lnTo>
                <a:lnTo>
                  <a:pt x="95650" y="25878"/>
                </a:lnTo>
                <a:lnTo>
                  <a:pt x="96058" y="25903"/>
                </a:lnTo>
                <a:lnTo>
                  <a:pt x="96460" y="25939"/>
                </a:lnTo>
                <a:lnTo>
                  <a:pt x="96855" y="25985"/>
                </a:lnTo>
                <a:lnTo>
                  <a:pt x="97245" y="26042"/>
                </a:lnTo>
                <a:lnTo>
                  <a:pt x="97629" y="26108"/>
                </a:lnTo>
                <a:lnTo>
                  <a:pt x="98007" y="26185"/>
                </a:lnTo>
                <a:lnTo>
                  <a:pt x="98380" y="26272"/>
                </a:lnTo>
                <a:lnTo>
                  <a:pt x="98746" y="26369"/>
                </a:lnTo>
                <a:lnTo>
                  <a:pt x="99106" y="26476"/>
                </a:lnTo>
                <a:lnTo>
                  <a:pt x="99460" y="26594"/>
                </a:lnTo>
                <a:lnTo>
                  <a:pt x="99809" y="26721"/>
                </a:lnTo>
                <a:lnTo>
                  <a:pt x="100151" y="26859"/>
                </a:lnTo>
                <a:lnTo>
                  <a:pt x="100488" y="27008"/>
                </a:lnTo>
                <a:lnTo>
                  <a:pt x="100818" y="27166"/>
                </a:lnTo>
                <a:lnTo>
                  <a:pt x="101143" y="27335"/>
                </a:lnTo>
                <a:lnTo>
                  <a:pt x="101461" y="27514"/>
                </a:lnTo>
                <a:lnTo>
                  <a:pt x="101774" y="27703"/>
                </a:lnTo>
                <a:lnTo>
                  <a:pt x="102081" y="27902"/>
                </a:lnTo>
                <a:lnTo>
                  <a:pt x="102382" y="28112"/>
                </a:lnTo>
                <a:lnTo>
                  <a:pt x="102677" y="28332"/>
                </a:lnTo>
                <a:lnTo>
                  <a:pt x="102966" y="28562"/>
                </a:lnTo>
                <a:lnTo>
                  <a:pt x="103249" y="28802"/>
                </a:lnTo>
                <a:lnTo>
                  <a:pt x="103523" y="29056"/>
                </a:lnTo>
                <a:lnTo>
                  <a:pt x="103786" y="29327"/>
                </a:lnTo>
                <a:lnTo>
                  <a:pt x="104037" y="29616"/>
                </a:lnTo>
                <a:lnTo>
                  <a:pt x="104276" y="29921"/>
                </a:lnTo>
                <a:lnTo>
                  <a:pt x="104503" y="30244"/>
                </a:lnTo>
                <a:lnTo>
                  <a:pt x="104719" y="30585"/>
                </a:lnTo>
                <a:lnTo>
                  <a:pt x="104924" y="30942"/>
                </a:lnTo>
                <a:lnTo>
                  <a:pt x="105116" y="31317"/>
                </a:lnTo>
                <a:lnTo>
                  <a:pt x="105297" y="31709"/>
                </a:lnTo>
                <a:lnTo>
                  <a:pt x="105466" y="32119"/>
                </a:lnTo>
                <a:lnTo>
                  <a:pt x="105624" y="32545"/>
                </a:lnTo>
                <a:lnTo>
                  <a:pt x="105770" y="32989"/>
                </a:lnTo>
                <a:lnTo>
                  <a:pt x="105904" y="33450"/>
                </a:lnTo>
                <a:lnTo>
                  <a:pt x="106026" y="33929"/>
                </a:lnTo>
                <a:lnTo>
                  <a:pt x="106137" y="34424"/>
                </a:lnTo>
                <a:lnTo>
                  <a:pt x="106237" y="34937"/>
                </a:lnTo>
                <a:lnTo>
                  <a:pt x="106324" y="35468"/>
                </a:lnTo>
                <a:lnTo>
                  <a:pt x="106400" y="36015"/>
                </a:lnTo>
                <a:lnTo>
                  <a:pt x="106464" y="36580"/>
                </a:lnTo>
                <a:lnTo>
                  <a:pt x="106517" y="37162"/>
                </a:lnTo>
                <a:lnTo>
                  <a:pt x="106557" y="37761"/>
                </a:lnTo>
                <a:lnTo>
                  <a:pt x="106587" y="38378"/>
                </a:lnTo>
                <a:lnTo>
                  <a:pt x="106604" y="39011"/>
                </a:lnTo>
                <a:lnTo>
                  <a:pt x="106610" y="39663"/>
                </a:lnTo>
                <a:lnTo>
                  <a:pt x="106610" y="44158"/>
                </a:lnTo>
                <a:lnTo>
                  <a:pt x="105681" y="44171"/>
                </a:lnTo>
                <a:lnTo>
                  <a:pt x="104762" y="44188"/>
                </a:lnTo>
                <a:lnTo>
                  <a:pt x="103853" y="44210"/>
                </a:lnTo>
                <a:lnTo>
                  <a:pt x="102954" y="44236"/>
                </a:lnTo>
                <a:lnTo>
                  <a:pt x="102065" y="44267"/>
                </a:lnTo>
                <a:lnTo>
                  <a:pt x="101185" y="44303"/>
                </a:lnTo>
                <a:lnTo>
                  <a:pt x="100315" y="44344"/>
                </a:lnTo>
                <a:lnTo>
                  <a:pt x="99455" y="44389"/>
                </a:lnTo>
                <a:lnTo>
                  <a:pt x="98605" y="44439"/>
                </a:lnTo>
                <a:lnTo>
                  <a:pt x="97765" y="44493"/>
                </a:lnTo>
                <a:lnTo>
                  <a:pt x="96935" y="44552"/>
                </a:lnTo>
                <a:lnTo>
                  <a:pt x="96114" y="44616"/>
                </a:lnTo>
                <a:lnTo>
                  <a:pt x="95303" y="44684"/>
                </a:lnTo>
                <a:lnTo>
                  <a:pt x="94502" y="44757"/>
                </a:lnTo>
                <a:lnTo>
                  <a:pt x="93711" y="44835"/>
                </a:lnTo>
                <a:lnTo>
                  <a:pt x="92930" y="44918"/>
                </a:lnTo>
                <a:lnTo>
                  <a:pt x="92158" y="45005"/>
                </a:lnTo>
                <a:lnTo>
                  <a:pt x="91397" y="45097"/>
                </a:lnTo>
                <a:lnTo>
                  <a:pt x="90645" y="45193"/>
                </a:lnTo>
                <a:lnTo>
                  <a:pt x="89903" y="45294"/>
                </a:lnTo>
                <a:lnTo>
                  <a:pt x="89171" y="45400"/>
                </a:lnTo>
                <a:lnTo>
                  <a:pt x="88448" y="45510"/>
                </a:lnTo>
                <a:lnTo>
                  <a:pt x="87736" y="45625"/>
                </a:lnTo>
                <a:lnTo>
                  <a:pt x="87033" y="45745"/>
                </a:lnTo>
                <a:lnTo>
                  <a:pt x="86342" y="45872"/>
                </a:lnTo>
                <a:lnTo>
                  <a:pt x="85664" y="46008"/>
                </a:lnTo>
                <a:lnTo>
                  <a:pt x="84999" y="46153"/>
                </a:lnTo>
                <a:lnTo>
                  <a:pt x="84348" y="46308"/>
                </a:lnTo>
                <a:lnTo>
                  <a:pt x="83709" y="46472"/>
                </a:lnTo>
                <a:lnTo>
                  <a:pt x="83084" y="46645"/>
                </a:lnTo>
                <a:lnTo>
                  <a:pt x="82472" y="46828"/>
                </a:lnTo>
                <a:lnTo>
                  <a:pt x="81874" y="47020"/>
                </a:lnTo>
                <a:lnTo>
                  <a:pt x="81288" y="47221"/>
                </a:lnTo>
                <a:lnTo>
                  <a:pt x="80716" y="47432"/>
                </a:lnTo>
                <a:lnTo>
                  <a:pt x="80157" y="47652"/>
                </a:lnTo>
                <a:lnTo>
                  <a:pt x="79611" y="47881"/>
                </a:lnTo>
                <a:lnTo>
                  <a:pt x="79078" y="48119"/>
                </a:lnTo>
                <a:lnTo>
                  <a:pt x="78559" y="48367"/>
                </a:lnTo>
                <a:lnTo>
                  <a:pt x="78052" y="48625"/>
                </a:lnTo>
                <a:lnTo>
                  <a:pt x="77559" y="48891"/>
                </a:lnTo>
                <a:lnTo>
                  <a:pt x="77079" y="49167"/>
                </a:lnTo>
                <a:lnTo>
                  <a:pt x="76613" y="49452"/>
                </a:lnTo>
                <a:lnTo>
                  <a:pt x="76159" y="49747"/>
                </a:lnTo>
                <a:lnTo>
                  <a:pt x="75719" y="50050"/>
                </a:lnTo>
                <a:lnTo>
                  <a:pt x="75292" y="50364"/>
                </a:lnTo>
                <a:lnTo>
                  <a:pt x="74878" y="50686"/>
                </a:lnTo>
                <a:lnTo>
                  <a:pt x="74477" y="51018"/>
                </a:lnTo>
                <a:lnTo>
                  <a:pt x="74090" y="51359"/>
                </a:lnTo>
                <a:lnTo>
                  <a:pt x="73717" y="51711"/>
                </a:lnTo>
                <a:lnTo>
                  <a:pt x="73360" y="52078"/>
                </a:lnTo>
                <a:lnTo>
                  <a:pt x="73019" y="52457"/>
                </a:lnTo>
                <a:lnTo>
                  <a:pt x="72694" y="52850"/>
                </a:lnTo>
                <a:lnTo>
                  <a:pt x="72384" y="53257"/>
                </a:lnTo>
                <a:lnTo>
                  <a:pt x="72091" y="53677"/>
                </a:lnTo>
                <a:lnTo>
                  <a:pt x="71813" y="54111"/>
                </a:lnTo>
                <a:lnTo>
                  <a:pt x="71551" y="54559"/>
                </a:lnTo>
                <a:lnTo>
                  <a:pt x="71305" y="55020"/>
                </a:lnTo>
                <a:lnTo>
                  <a:pt x="71075" y="55494"/>
                </a:lnTo>
                <a:lnTo>
                  <a:pt x="70861" y="55982"/>
                </a:lnTo>
                <a:lnTo>
                  <a:pt x="70663" y="56484"/>
                </a:lnTo>
                <a:lnTo>
                  <a:pt x="70480" y="56999"/>
                </a:lnTo>
                <a:lnTo>
                  <a:pt x="70314" y="57528"/>
                </a:lnTo>
                <a:lnTo>
                  <a:pt x="70163" y="58070"/>
                </a:lnTo>
                <a:lnTo>
                  <a:pt x="70028" y="58626"/>
                </a:lnTo>
                <a:lnTo>
                  <a:pt x="69909" y="59195"/>
                </a:lnTo>
                <a:lnTo>
                  <a:pt x="69806" y="59778"/>
                </a:lnTo>
                <a:lnTo>
                  <a:pt x="69718" y="60375"/>
                </a:lnTo>
                <a:lnTo>
                  <a:pt x="69647" y="60985"/>
                </a:lnTo>
                <a:lnTo>
                  <a:pt x="69592" y="61609"/>
                </a:lnTo>
                <a:lnTo>
                  <a:pt x="69552" y="62246"/>
                </a:lnTo>
                <a:lnTo>
                  <a:pt x="69528" y="62896"/>
                </a:lnTo>
                <a:lnTo>
                  <a:pt x="69520" y="63561"/>
                </a:lnTo>
                <a:lnTo>
                  <a:pt x="69524" y="64025"/>
                </a:lnTo>
                <a:lnTo>
                  <a:pt x="69536" y="64484"/>
                </a:lnTo>
                <a:lnTo>
                  <a:pt x="69556" y="64936"/>
                </a:lnTo>
                <a:lnTo>
                  <a:pt x="69584" y="65381"/>
                </a:lnTo>
                <a:lnTo>
                  <a:pt x="69620" y="65820"/>
                </a:lnTo>
                <a:lnTo>
                  <a:pt x="69664" y="66253"/>
                </a:lnTo>
                <a:lnTo>
                  <a:pt x="69716" y="66680"/>
                </a:lnTo>
                <a:lnTo>
                  <a:pt x="69776" y="67100"/>
                </a:lnTo>
                <a:lnTo>
                  <a:pt x="69844" y="67514"/>
                </a:lnTo>
                <a:lnTo>
                  <a:pt x="69919" y="67921"/>
                </a:lnTo>
                <a:lnTo>
                  <a:pt x="70003" y="68322"/>
                </a:lnTo>
                <a:lnTo>
                  <a:pt x="70095" y="68717"/>
                </a:lnTo>
                <a:lnTo>
                  <a:pt x="70195" y="69106"/>
                </a:lnTo>
                <a:lnTo>
                  <a:pt x="70303" y="69488"/>
                </a:lnTo>
                <a:lnTo>
                  <a:pt x="70418" y="69863"/>
                </a:lnTo>
                <a:lnTo>
                  <a:pt x="70542" y="70233"/>
                </a:lnTo>
                <a:lnTo>
                  <a:pt x="70674" y="70596"/>
                </a:lnTo>
                <a:lnTo>
                  <a:pt x="70814" y="70952"/>
                </a:lnTo>
                <a:lnTo>
                  <a:pt x="70961" y="71302"/>
                </a:lnTo>
                <a:lnTo>
                  <a:pt x="71117" y="71646"/>
                </a:lnTo>
                <a:lnTo>
                  <a:pt x="71281" y="71984"/>
                </a:lnTo>
                <a:lnTo>
                  <a:pt x="71453" y="72315"/>
                </a:lnTo>
                <a:lnTo>
                  <a:pt x="71632" y="72640"/>
                </a:lnTo>
                <a:lnTo>
                  <a:pt x="71820" y="72958"/>
                </a:lnTo>
                <a:lnTo>
                  <a:pt x="72014" y="73270"/>
                </a:lnTo>
                <a:lnTo>
                  <a:pt x="72214" y="73576"/>
                </a:lnTo>
                <a:lnTo>
                  <a:pt x="72419" y="73874"/>
                </a:lnTo>
                <a:lnTo>
                  <a:pt x="72629" y="74167"/>
                </a:lnTo>
                <a:lnTo>
                  <a:pt x="72845" y="74452"/>
                </a:lnTo>
                <a:lnTo>
                  <a:pt x="73065" y="74731"/>
                </a:lnTo>
                <a:lnTo>
                  <a:pt x="73292" y="75004"/>
                </a:lnTo>
                <a:lnTo>
                  <a:pt x="73523" y="75270"/>
                </a:lnTo>
                <a:lnTo>
                  <a:pt x="73760" y="75529"/>
                </a:lnTo>
                <a:lnTo>
                  <a:pt x="74002" y="75782"/>
                </a:lnTo>
                <a:lnTo>
                  <a:pt x="74250" y="76028"/>
                </a:lnTo>
                <a:lnTo>
                  <a:pt x="74503" y="76268"/>
                </a:lnTo>
                <a:lnTo>
                  <a:pt x="74761" y="76501"/>
                </a:lnTo>
                <a:lnTo>
                  <a:pt x="75024" y="76728"/>
                </a:lnTo>
                <a:lnTo>
                  <a:pt x="75293" y="76948"/>
                </a:lnTo>
                <a:lnTo>
                  <a:pt x="75567" y="77161"/>
                </a:lnTo>
                <a:lnTo>
                  <a:pt x="75847" y="77368"/>
                </a:lnTo>
                <a:lnTo>
                  <a:pt x="76132" y="77569"/>
                </a:lnTo>
                <a:lnTo>
                  <a:pt x="76422" y="77763"/>
                </a:lnTo>
                <a:lnTo>
                  <a:pt x="76717" y="77950"/>
                </a:lnTo>
                <a:lnTo>
                  <a:pt x="77018" y="78130"/>
                </a:lnTo>
                <a:lnTo>
                  <a:pt x="77324" y="78305"/>
                </a:lnTo>
                <a:lnTo>
                  <a:pt x="77636" y="78472"/>
                </a:lnTo>
                <a:lnTo>
                  <a:pt x="77952" y="78633"/>
                </a:lnTo>
                <a:lnTo>
                  <a:pt x="78273" y="78788"/>
                </a:lnTo>
                <a:lnTo>
                  <a:pt x="78597" y="78935"/>
                </a:lnTo>
                <a:lnTo>
                  <a:pt x="78923" y="79076"/>
                </a:lnTo>
                <a:lnTo>
                  <a:pt x="79253" y="79211"/>
                </a:lnTo>
                <a:lnTo>
                  <a:pt x="79585" y="79339"/>
                </a:lnTo>
                <a:lnTo>
                  <a:pt x="79920" y="79461"/>
                </a:lnTo>
                <a:lnTo>
                  <a:pt x="80258" y="79575"/>
                </a:lnTo>
                <a:lnTo>
                  <a:pt x="80599" y="79684"/>
                </a:lnTo>
                <a:lnTo>
                  <a:pt x="80943" y="79786"/>
                </a:lnTo>
                <a:lnTo>
                  <a:pt x="81290" y="79881"/>
                </a:lnTo>
                <a:lnTo>
                  <a:pt x="81639" y="79969"/>
                </a:lnTo>
                <a:lnTo>
                  <a:pt x="81992" y="80051"/>
                </a:lnTo>
                <a:lnTo>
                  <a:pt x="82347" y="80127"/>
                </a:lnTo>
                <a:lnTo>
                  <a:pt x="82705" y="80196"/>
                </a:lnTo>
                <a:lnTo>
                  <a:pt x="83066" y="80258"/>
                </a:lnTo>
                <a:lnTo>
                  <a:pt x="83430" y="80314"/>
                </a:lnTo>
                <a:lnTo>
                  <a:pt x="83796" y="80363"/>
                </a:lnTo>
                <a:lnTo>
                  <a:pt x="84166" y="80406"/>
                </a:lnTo>
                <a:lnTo>
                  <a:pt x="84538" y="80442"/>
                </a:lnTo>
                <a:lnTo>
                  <a:pt x="84914" y="80472"/>
                </a:lnTo>
                <a:lnTo>
                  <a:pt x="85292" y="80495"/>
                </a:lnTo>
                <a:lnTo>
                  <a:pt x="85673" y="80511"/>
                </a:lnTo>
                <a:lnTo>
                  <a:pt x="86057" y="80521"/>
                </a:lnTo>
                <a:lnTo>
                  <a:pt x="86443" y="80524"/>
                </a:lnTo>
                <a:lnTo>
                  <a:pt x="86991" y="80520"/>
                </a:lnTo>
                <a:lnTo>
                  <a:pt x="87533" y="80507"/>
                </a:lnTo>
                <a:lnTo>
                  <a:pt x="88070" y="80485"/>
                </a:lnTo>
                <a:lnTo>
                  <a:pt x="88601" y="80454"/>
                </a:lnTo>
                <a:close/>
                <a:moveTo>
                  <a:pt x="87493" y="72894"/>
                </a:moveTo>
                <a:lnTo>
                  <a:pt x="87128" y="72853"/>
                </a:lnTo>
                <a:lnTo>
                  <a:pt x="86771" y="72802"/>
                </a:lnTo>
                <a:lnTo>
                  <a:pt x="86423" y="72743"/>
                </a:lnTo>
                <a:lnTo>
                  <a:pt x="86083" y="72674"/>
                </a:lnTo>
                <a:lnTo>
                  <a:pt x="85752" y="72596"/>
                </a:lnTo>
                <a:lnTo>
                  <a:pt x="85428" y="72508"/>
                </a:lnTo>
                <a:lnTo>
                  <a:pt x="85114" y="72412"/>
                </a:lnTo>
                <a:lnTo>
                  <a:pt x="84807" y="72306"/>
                </a:lnTo>
                <a:lnTo>
                  <a:pt x="84509" y="72191"/>
                </a:lnTo>
                <a:lnTo>
                  <a:pt x="84220" y="72067"/>
                </a:lnTo>
                <a:lnTo>
                  <a:pt x="83938" y="71934"/>
                </a:lnTo>
                <a:lnTo>
                  <a:pt x="83666" y="71792"/>
                </a:lnTo>
                <a:lnTo>
                  <a:pt x="83401" y="71640"/>
                </a:lnTo>
                <a:lnTo>
                  <a:pt x="83145" y="71480"/>
                </a:lnTo>
                <a:lnTo>
                  <a:pt x="82897" y="71310"/>
                </a:lnTo>
                <a:lnTo>
                  <a:pt x="82658" y="71131"/>
                </a:lnTo>
                <a:lnTo>
                  <a:pt x="82427" y="70942"/>
                </a:lnTo>
                <a:lnTo>
                  <a:pt x="82205" y="70745"/>
                </a:lnTo>
                <a:lnTo>
                  <a:pt x="81991" y="70538"/>
                </a:lnTo>
                <a:lnTo>
                  <a:pt x="81785" y="70322"/>
                </a:lnTo>
                <a:lnTo>
                  <a:pt x="81588" y="70098"/>
                </a:lnTo>
                <a:lnTo>
                  <a:pt x="81399" y="69868"/>
                </a:lnTo>
                <a:lnTo>
                  <a:pt x="81219" y="69632"/>
                </a:lnTo>
                <a:lnTo>
                  <a:pt x="81046" y="69389"/>
                </a:lnTo>
                <a:lnTo>
                  <a:pt x="80883" y="69139"/>
                </a:lnTo>
                <a:lnTo>
                  <a:pt x="80727" y="68884"/>
                </a:lnTo>
                <a:lnTo>
                  <a:pt x="80581" y="68622"/>
                </a:lnTo>
                <a:lnTo>
                  <a:pt x="80442" y="68353"/>
                </a:lnTo>
                <a:lnTo>
                  <a:pt x="80312" y="68078"/>
                </a:lnTo>
                <a:lnTo>
                  <a:pt x="80190" y="67797"/>
                </a:lnTo>
                <a:lnTo>
                  <a:pt x="80077" y="67509"/>
                </a:lnTo>
                <a:lnTo>
                  <a:pt x="79972" y="67215"/>
                </a:lnTo>
                <a:lnTo>
                  <a:pt x="79875" y="66915"/>
                </a:lnTo>
                <a:lnTo>
                  <a:pt x="79787" y="66608"/>
                </a:lnTo>
                <a:lnTo>
                  <a:pt x="79707" y="66295"/>
                </a:lnTo>
                <a:lnTo>
                  <a:pt x="79636" y="65976"/>
                </a:lnTo>
                <a:lnTo>
                  <a:pt x="79573" y="65650"/>
                </a:lnTo>
                <a:lnTo>
                  <a:pt x="79519" y="65318"/>
                </a:lnTo>
                <a:lnTo>
                  <a:pt x="79472" y="64979"/>
                </a:lnTo>
                <a:lnTo>
                  <a:pt x="79435" y="64634"/>
                </a:lnTo>
                <a:lnTo>
                  <a:pt x="79405" y="64282"/>
                </a:lnTo>
                <a:lnTo>
                  <a:pt x="79384" y="63925"/>
                </a:lnTo>
                <a:lnTo>
                  <a:pt x="79372" y="63560"/>
                </a:lnTo>
                <a:lnTo>
                  <a:pt x="79368" y="63190"/>
                </a:lnTo>
                <a:lnTo>
                  <a:pt x="79378" y="62631"/>
                </a:lnTo>
                <a:lnTo>
                  <a:pt x="79411" y="62085"/>
                </a:lnTo>
                <a:lnTo>
                  <a:pt x="79466" y="61553"/>
                </a:lnTo>
                <a:lnTo>
                  <a:pt x="79543" y="61033"/>
                </a:lnTo>
                <a:lnTo>
                  <a:pt x="79641" y="60527"/>
                </a:lnTo>
                <a:lnTo>
                  <a:pt x="79762" y="60035"/>
                </a:lnTo>
                <a:lnTo>
                  <a:pt x="79904" y="59556"/>
                </a:lnTo>
                <a:lnTo>
                  <a:pt x="80069" y="59090"/>
                </a:lnTo>
                <a:lnTo>
                  <a:pt x="80255" y="58637"/>
                </a:lnTo>
                <a:lnTo>
                  <a:pt x="80463" y="58198"/>
                </a:lnTo>
                <a:lnTo>
                  <a:pt x="80693" y="57772"/>
                </a:lnTo>
                <a:lnTo>
                  <a:pt x="80945" y="57359"/>
                </a:lnTo>
                <a:lnTo>
                  <a:pt x="81219" y="56959"/>
                </a:lnTo>
                <a:lnTo>
                  <a:pt x="81514" y="56573"/>
                </a:lnTo>
                <a:lnTo>
                  <a:pt x="81832" y="56200"/>
                </a:lnTo>
                <a:lnTo>
                  <a:pt x="82172" y="55841"/>
                </a:lnTo>
                <a:lnTo>
                  <a:pt x="82533" y="55495"/>
                </a:lnTo>
                <a:lnTo>
                  <a:pt x="82917" y="55162"/>
                </a:lnTo>
                <a:lnTo>
                  <a:pt x="83322" y="54842"/>
                </a:lnTo>
                <a:lnTo>
                  <a:pt x="83749" y="54536"/>
                </a:lnTo>
                <a:lnTo>
                  <a:pt x="84198" y="54243"/>
                </a:lnTo>
                <a:lnTo>
                  <a:pt x="84669" y="53963"/>
                </a:lnTo>
                <a:lnTo>
                  <a:pt x="85162" y="53697"/>
                </a:lnTo>
                <a:lnTo>
                  <a:pt x="85677" y="53444"/>
                </a:lnTo>
                <a:lnTo>
                  <a:pt x="86217" y="53202"/>
                </a:lnTo>
                <a:lnTo>
                  <a:pt x="86786" y="52970"/>
                </a:lnTo>
                <a:lnTo>
                  <a:pt x="87383" y="52747"/>
                </a:lnTo>
                <a:lnTo>
                  <a:pt x="88009" y="52534"/>
                </a:lnTo>
                <a:lnTo>
                  <a:pt x="88664" y="52331"/>
                </a:lnTo>
                <a:lnTo>
                  <a:pt x="89348" y="52137"/>
                </a:lnTo>
                <a:lnTo>
                  <a:pt x="90060" y="51953"/>
                </a:lnTo>
                <a:lnTo>
                  <a:pt x="90800" y="51779"/>
                </a:lnTo>
                <a:lnTo>
                  <a:pt x="91570" y="51614"/>
                </a:lnTo>
                <a:lnTo>
                  <a:pt x="92368" y="51459"/>
                </a:lnTo>
                <a:lnTo>
                  <a:pt x="93195" y="51314"/>
                </a:lnTo>
                <a:lnTo>
                  <a:pt x="94050" y="51178"/>
                </a:lnTo>
                <a:lnTo>
                  <a:pt x="94934" y="51051"/>
                </a:lnTo>
                <a:lnTo>
                  <a:pt x="95847" y="50935"/>
                </a:lnTo>
                <a:lnTo>
                  <a:pt x="96788" y="50828"/>
                </a:lnTo>
                <a:lnTo>
                  <a:pt x="97758" y="50730"/>
                </a:lnTo>
                <a:lnTo>
                  <a:pt x="98757" y="50643"/>
                </a:lnTo>
                <a:lnTo>
                  <a:pt x="99785" y="50565"/>
                </a:lnTo>
                <a:lnTo>
                  <a:pt x="100841" y="50496"/>
                </a:lnTo>
                <a:lnTo>
                  <a:pt x="101925" y="50437"/>
                </a:lnTo>
                <a:lnTo>
                  <a:pt x="103039" y="50388"/>
                </a:lnTo>
                <a:lnTo>
                  <a:pt x="104181" y="50348"/>
                </a:lnTo>
                <a:lnTo>
                  <a:pt x="105352" y="50318"/>
                </a:lnTo>
                <a:lnTo>
                  <a:pt x="106551" y="50298"/>
                </a:lnTo>
                <a:lnTo>
                  <a:pt x="106551" y="62941"/>
                </a:lnTo>
                <a:lnTo>
                  <a:pt x="106293" y="63312"/>
                </a:lnTo>
                <a:lnTo>
                  <a:pt x="106031" y="63676"/>
                </a:lnTo>
                <a:lnTo>
                  <a:pt x="105763" y="64035"/>
                </a:lnTo>
                <a:lnTo>
                  <a:pt x="105491" y="64388"/>
                </a:lnTo>
                <a:lnTo>
                  <a:pt x="105215" y="64735"/>
                </a:lnTo>
                <a:lnTo>
                  <a:pt x="104933" y="65076"/>
                </a:lnTo>
                <a:lnTo>
                  <a:pt x="104647" y="65411"/>
                </a:lnTo>
                <a:lnTo>
                  <a:pt x="104356" y="65740"/>
                </a:lnTo>
                <a:lnTo>
                  <a:pt x="104061" y="66064"/>
                </a:lnTo>
                <a:lnTo>
                  <a:pt x="103760" y="66381"/>
                </a:lnTo>
                <a:lnTo>
                  <a:pt x="103455" y="66692"/>
                </a:lnTo>
                <a:lnTo>
                  <a:pt x="103146" y="66997"/>
                </a:lnTo>
                <a:lnTo>
                  <a:pt x="102831" y="67297"/>
                </a:lnTo>
                <a:lnTo>
                  <a:pt x="102512" y="67590"/>
                </a:lnTo>
                <a:lnTo>
                  <a:pt x="102188" y="67877"/>
                </a:lnTo>
                <a:lnTo>
                  <a:pt x="101860" y="68159"/>
                </a:lnTo>
                <a:lnTo>
                  <a:pt x="101527" y="68435"/>
                </a:lnTo>
                <a:lnTo>
                  <a:pt x="101189" y="68704"/>
                </a:lnTo>
                <a:lnTo>
                  <a:pt x="100846" y="68968"/>
                </a:lnTo>
                <a:lnTo>
                  <a:pt x="100499" y="69225"/>
                </a:lnTo>
                <a:lnTo>
                  <a:pt x="100147" y="69477"/>
                </a:lnTo>
                <a:lnTo>
                  <a:pt x="99790" y="69723"/>
                </a:lnTo>
                <a:lnTo>
                  <a:pt x="99428" y="69963"/>
                </a:lnTo>
                <a:lnTo>
                  <a:pt x="99062" y="70197"/>
                </a:lnTo>
                <a:lnTo>
                  <a:pt x="98692" y="70423"/>
                </a:lnTo>
                <a:lnTo>
                  <a:pt x="98317" y="70639"/>
                </a:lnTo>
                <a:lnTo>
                  <a:pt x="97938" y="70846"/>
                </a:lnTo>
                <a:lnTo>
                  <a:pt x="97555" y="71043"/>
                </a:lnTo>
                <a:lnTo>
                  <a:pt x="97168" y="71231"/>
                </a:lnTo>
                <a:lnTo>
                  <a:pt x="96777" y="71409"/>
                </a:lnTo>
                <a:lnTo>
                  <a:pt x="96382" y="71577"/>
                </a:lnTo>
                <a:lnTo>
                  <a:pt x="95983" y="71736"/>
                </a:lnTo>
                <a:lnTo>
                  <a:pt x="95580" y="71885"/>
                </a:lnTo>
                <a:lnTo>
                  <a:pt x="95172" y="72025"/>
                </a:lnTo>
                <a:lnTo>
                  <a:pt x="94761" y="72155"/>
                </a:lnTo>
                <a:lnTo>
                  <a:pt x="94345" y="72275"/>
                </a:lnTo>
                <a:lnTo>
                  <a:pt x="93925" y="72386"/>
                </a:lnTo>
                <a:lnTo>
                  <a:pt x="93501" y="72487"/>
                </a:lnTo>
                <a:lnTo>
                  <a:pt x="93074" y="72578"/>
                </a:lnTo>
                <a:lnTo>
                  <a:pt x="92642" y="72660"/>
                </a:lnTo>
                <a:lnTo>
                  <a:pt x="92205" y="72732"/>
                </a:lnTo>
                <a:lnTo>
                  <a:pt x="91765" y="72794"/>
                </a:lnTo>
                <a:lnTo>
                  <a:pt x="91321" y="72847"/>
                </a:lnTo>
                <a:lnTo>
                  <a:pt x="90873" y="72891"/>
                </a:lnTo>
                <a:lnTo>
                  <a:pt x="90420" y="72924"/>
                </a:lnTo>
                <a:lnTo>
                  <a:pt x="89963" y="72948"/>
                </a:lnTo>
                <a:lnTo>
                  <a:pt x="89503" y="72963"/>
                </a:lnTo>
                <a:lnTo>
                  <a:pt x="89038" y="72968"/>
                </a:lnTo>
                <a:lnTo>
                  <a:pt x="88639" y="72963"/>
                </a:lnTo>
                <a:lnTo>
                  <a:pt x="88249" y="72949"/>
                </a:lnTo>
                <a:lnTo>
                  <a:pt x="87867" y="72926"/>
                </a:lnTo>
                <a:lnTo>
                  <a:pt x="87493" y="72894"/>
                </a:lnTo>
                <a:close/>
                <a:moveTo>
                  <a:pt x="350507" y="80422"/>
                </a:moveTo>
                <a:lnTo>
                  <a:pt x="351158" y="80364"/>
                </a:lnTo>
                <a:lnTo>
                  <a:pt x="351801" y="80294"/>
                </a:lnTo>
                <a:lnTo>
                  <a:pt x="352435" y="80210"/>
                </a:lnTo>
                <a:lnTo>
                  <a:pt x="353062" y="80114"/>
                </a:lnTo>
                <a:lnTo>
                  <a:pt x="353680" y="80005"/>
                </a:lnTo>
                <a:lnTo>
                  <a:pt x="354290" y="79884"/>
                </a:lnTo>
                <a:lnTo>
                  <a:pt x="354892" y="79749"/>
                </a:lnTo>
                <a:lnTo>
                  <a:pt x="355486" y="79602"/>
                </a:lnTo>
                <a:lnTo>
                  <a:pt x="356072" y="79442"/>
                </a:lnTo>
                <a:lnTo>
                  <a:pt x="356649" y="79269"/>
                </a:lnTo>
                <a:lnTo>
                  <a:pt x="357218" y="79083"/>
                </a:lnTo>
                <a:lnTo>
                  <a:pt x="357779" y="78884"/>
                </a:lnTo>
                <a:lnTo>
                  <a:pt x="358332" y="78673"/>
                </a:lnTo>
                <a:lnTo>
                  <a:pt x="358877" y="78449"/>
                </a:lnTo>
                <a:lnTo>
                  <a:pt x="359413" y="78212"/>
                </a:lnTo>
                <a:lnTo>
                  <a:pt x="359941" y="77962"/>
                </a:lnTo>
                <a:lnTo>
                  <a:pt x="360461" y="77699"/>
                </a:lnTo>
                <a:lnTo>
                  <a:pt x="360973" y="77424"/>
                </a:lnTo>
                <a:lnTo>
                  <a:pt x="361477" y="77136"/>
                </a:lnTo>
                <a:lnTo>
                  <a:pt x="361972" y="76834"/>
                </a:lnTo>
                <a:lnTo>
                  <a:pt x="362459" y="76521"/>
                </a:lnTo>
                <a:lnTo>
                  <a:pt x="362936" y="76197"/>
                </a:lnTo>
                <a:lnTo>
                  <a:pt x="363403" y="75862"/>
                </a:lnTo>
                <a:lnTo>
                  <a:pt x="363861" y="75515"/>
                </a:lnTo>
                <a:lnTo>
                  <a:pt x="364309" y="75157"/>
                </a:lnTo>
                <a:lnTo>
                  <a:pt x="364747" y="74788"/>
                </a:lnTo>
                <a:lnTo>
                  <a:pt x="365176" y="74408"/>
                </a:lnTo>
                <a:lnTo>
                  <a:pt x="365595" y="74016"/>
                </a:lnTo>
                <a:lnTo>
                  <a:pt x="366005" y="73613"/>
                </a:lnTo>
                <a:lnTo>
                  <a:pt x="366405" y="73199"/>
                </a:lnTo>
                <a:lnTo>
                  <a:pt x="366795" y="72774"/>
                </a:lnTo>
                <a:lnTo>
                  <a:pt x="367176" y="72338"/>
                </a:lnTo>
                <a:lnTo>
                  <a:pt x="367547" y="71890"/>
                </a:lnTo>
                <a:lnTo>
                  <a:pt x="367909" y="71431"/>
                </a:lnTo>
                <a:lnTo>
                  <a:pt x="368261" y="70961"/>
                </a:lnTo>
                <a:lnTo>
                  <a:pt x="368603" y="70480"/>
                </a:lnTo>
                <a:lnTo>
                  <a:pt x="368935" y="69988"/>
                </a:lnTo>
                <a:lnTo>
                  <a:pt x="369258" y="69484"/>
                </a:lnTo>
                <a:lnTo>
                  <a:pt x="369572" y="68969"/>
                </a:lnTo>
                <a:lnTo>
                  <a:pt x="369875" y="68443"/>
                </a:lnTo>
                <a:lnTo>
                  <a:pt x="370170" y="67906"/>
                </a:lnTo>
                <a:lnTo>
                  <a:pt x="370454" y="67357"/>
                </a:lnTo>
                <a:lnTo>
                  <a:pt x="370729" y="66797"/>
                </a:lnTo>
                <a:lnTo>
                  <a:pt x="370994" y="66227"/>
                </a:lnTo>
                <a:lnTo>
                  <a:pt x="371249" y="65645"/>
                </a:lnTo>
                <a:lnTo>
                  <a:pt x="371493" y="65055"/>
                </a:lnTo>
                <a:lnTo>
                  <a:pt x="371727" y="64455"/>
                </a:lnTo>
                <a:lnTo>
                  <a:pt x="371949" y="63846"/>
                </a:lnTo>
                <a:lnTo>
                  <a:pt x="372161" y="63228"/>
                </a:lnTo>
                <a:lnTo>
                  <a:pt x="372361" y="62600"/>
                </a:lnTo>
                <a:lnTo>
                  <a:pt x="372551" y="61963"/>
                </a:lnTo>
                <a:lnTo>
                  <a:pt x="372730" y="61317"/>
                </a:lnTo>
                <a:lnTo>
                  <a:pt x="372899" y="60662"/>
                </a:lnTo>
                <a:lnTo>
                  <a:pt x="373056" y="59997"/>
                </a:lnTo>
                <a:lnTo>
                  <a:pt x="373202" y="59323"/>
                </a:lnTo>
                <a:lnTo>
                  <a:pt x="373338" y="58640"/>
                </a:lnTo>
                <a:lnTo>
                  <a:pt x="373463" y="57947"/>
                </a:lnTo>
                <a:lnTo>
                  <a:pt x="373577" y="57245"/>
                </a:lnTo>
                <a:lnTo>
                  <a:pt x="373680" y="56534"/>
                </a:lnTo>
                <a:lnTo>
                  <a:pt x="373772" y="55813"/>
                </a:lnTo>
                <a:lnTo>
                  <a:pt x="373854" y="55084"/>
                </a:lnTo>
                <a:lnTo>
                  <a:pt x="373924" y="54345"/>
                </a:lnTo>
                <a:lnTo>
                  <a:pt x="373984" y="53596"/>
                </a:lnTo>
                <a:lnTo>
                  <a:pt x="374033" y="52839"/>
                </a:lnTo>
                <a:lnTo>
                  <a:pt x="374071" y="52072"/>
                </a:lnTo>
                <a:lnTo>
                  <a:pt x="374098" y="51295"/>
                </a:lnTo>
                <a:lnTo>
                  <a:pt x="374114" y="50510"/>
                </a:lnTo>
                <a:lnTo>
                  <a:pt x="374119" y="49715"/>
                </a:lnTo>
                <a:lnTo>
                  <a:pt x="374114" y="48910"/>
                </a:lnTo>
                <a:lnTo>
                  <a:pt x="374098" y="48115"/>
                </a:lnTo>
                <a:lnTo>
                  <a:pt x="374071" y="47329"/>
                </a:lnTo>
                <a:lnTo>
                  <a:pt x="374033" y="46552"/>
                </a:lnTo>
                <a:lnTo>
                  <a:pt x="373984" y="45785"/>
                </a:lnTo>
                <a:lnTo>
                  <a:pt x="373924" y="45028"/>
                </a:lnTo>
                <a:lnTo>
                  <a:pt x="373854" y="44280"/>
                </a:lnTo>
                <a:lnTo>
                  <a:pt x="373772" y="43541"/>
                </a:lnTo>
                <a:lnTo>
                  <a:pt x="373680" y="42812"/>
                </a:lnTo>
                <a:lnTo>
                  <a:pt x="373577" y="42093"/>
                </a:lnTo>
                <a:lnTo>
                  <a:pt x="373463" y="41383"/>
                </a:lnTo>
                <a:lnTo>
                  <a:pt x="373338" y="40683"/>
                </a:lnTo>
                <a:lnTo>
                  <a:pt x="373202" y="39992"/>
                </a:lnTo>
                <a:lnTo>
                  <a:pt x="373056" y="39310"/>
                </a:lnTo>
                <a:lnTo>
                  <a:pt x="372899" y="38639"/>
                </a:lnTo>
                <a:lnTo>
                  <a:pt x="372730" y="37976"/>
                </a:lnTo>
                <a:lnTo>
                  <a:pt x="372551" y="37323"/>
                </a:lnTo>
                <a:lnTo>
                  <a:pt x="372361" y="36680"/>
                </a:lnTo>
                <a:lnTo>
                  <a:pt x="372161" y="36046"/>
                </a:lnTo>
                <a:lnTo>
                  <a:pt x="371949" y="35422"/>
                </a:lnTo>
                <a:lnTo>
                  <a:pt x="371727" y="34807"/>
                </a:lnTo>
                <a:lnTo>
                  <a:pt x="371493" y="34201"/>
                </a:lnTo>
                <a:lnTo>
                  <a:pt x="371249" y="33606"/>
                </a:lnTo>
                <a:lnTo>
                  <a:pt x="370994" y="33019"/>
                </a:lnTo>
                <a:lnTo>
                  <a:pt x="370729" y="32443"/>
                </a:lnTo>
                <a:lnTo>
                  <a:pt x="370454" y="31878"/>
                </a:lnTo>
                <a:lnTo>
                  <a:pt x="370170" y="31325"/>
                </a:lnTo>
                <a:lnTo>
                  <a:pt x="369875" y="30783"/>
                </a:lnTo>
                <a:lnTo>
                  <a:pt x="369572" y="30251"/>
                </a:lnTo>
                <a:lnTo>
                  <a:pt x="369258" y="29731"/>
                </a:lnTo>
                <a:lnTo>
                  <a:pt x="368935" y="29223"/>
                </a:lnTo>
                <a:lnTo>
                  <a:pt x="368603" y="28725"/>
                </a:lnTo>
                <a:lnTo>
                  <a:pt x="368261" y="28239"/>
                </a:lnTo>
                <a:lnTo>
                  <a:pt x="367909" y="27764"/>
                </a:lnTo>
                <a:lnTo>
                  <a:pt x="367547" y="27300"/>
                </a:lnTo>
                <a:lnTo>
                  <a:pt x="367176" y="26847"/>
                </a:lnTo>
                <a:lnTo>
                  <a:pt x="366795" y="26406"/>
                </a:lnTo>
                <a:lnTo>
                  <a:pt x="366405" y="25976"/>
                </a:lnTo>
                <a:lnTo>
                  <a:pt x="366005" y="25556"/>
                </a:lnTo>
                <a:lnTo>
                  <a:pt x="365595" y="25149"/>
                </a:lnTo>
                <a:lnTo>
                  <a:pt x="365176" y="24752"/>
                </a:lnTo>
                <a:lnTo>
                  <a:pt x="364747" y="24367"/>
                </a:lnTo>
                <a:lnTo>
                  <a:pt x="364309" y="23992"/>
                </a:lnTo>
                <a:lnTo>
                  <a:pt x="363861" y="23629"/>
                </a:lnTo>
                <a:lnTo>
                  <a:pt x="363403" y="23278"/>
                </a:lnTo>
                <a:lnTo>
                  <a:pt x="362936" y="22937"/>
                </a:lnTo>
                <a:lnTo>
                  <a:pt x="362459" y="22608"/>
                </a:lnTo>
                <a:lnTo>
                  <a:pt x="361972" y="22290"/>
                </a:lnTo>
                <a:lnTo>
                  <a:pt x="361477" y="21983"/>
                </a:lnTo>
                <a:lnTo>
                  <a:pt x="360973" y="21690"/>
                </a:lnTo>
                <a:lnTo>
                  <a:pt x="360461" y="21410"/>
                </a:lnTo>
                <a:lnTo>
                  <a:pt x="359941" y="21143"/>
                </a:lnTo>
                <a:lnTo>
                  <a:pt x="359413" y="20889"/>
                </a:lnTo>
                <a:lnTo>
                  <a:pt x="358877" y="20648"/>
                </a:lnTo>
                <a:lnTo>
                  <a:pt x="358332" y="20420"/>
                </a:lnTo>
                <a:lnTo>
                  <a:pt x="357779" y="20205"/>
                </a:lnTo>
                <a:lnTo>
                  <a:pt x="357218" y="20003"/>
                </a:lnTo>
                <a:lnTo>
                  <a:pt x="356649" y="19814"/>
                </a:lnTo>
                <a:lnTo>
                  <a:pt x="356072" y="19638"/>
                </a:lnTo>
                <a:lnTo>
                  <a:pt x="355486" y="19475"/>
                </a:lnTo>
                <a:lnTo>
                  <a:pt x="354892" y="19325"/>
                </a:lnTo>
                <a:lnTo>
                  <a:pt x="354290" y="19189"/>
                </a:lnTo>
                <a:lnTo>
                  <a:pt x="353680" y="19065"/>
                </a:lnTo>
                <a:lnTo>
                  <a:pt x="353062" y="18954"/>
                </a:lnTo>
                <a:lnTo>
                  <a:pt x="352435" y="18856"/>
                </a:lnTo>
                <a:lnTo>
                  <a:pt x="351801" y="18772"/>
                </a:lnTo>
                <a:lnTo>
                  <a:pt x="351158" y="18700"/>
                </a:lnTo>
                <a:lnTo>
                  <a:pt x="350507" y="18641"/>
                </a:lnTo>
                <a:lnTo>
                  <a:pt x="349847" y="18596"/>
                </a:lnTo>
                <a:lnTo>
                  <a:pt x="349180" y="18563"/>
                </a:lnTo>
                <a:lnTo>
                  <a:pt x="348504" y="18544"/>
                </a:lnTo>
                <a:lnTo>
                  <a:pt x="347820" y="18537"/>
                </a:lnTo>
                <a:lnTo>
                  <a:pt x="347151" y="18544"/>
                </a:lnTo>
                <a:lnTo>
                  <a:pt x="346490" y="18563"/>
                </a:lnTo>
                <a:lnTo>
                  <a:pt x="345838" y="18596"/>
                </a:lnTo>
                <a:lnTo>
                  <a:pt x="345193" y="18641"/>
                </a:lnTo>
                <a:lnTo>
                  <a:pt x="344557" y="18700"/>
                </a:lnTo>
                <a:lnTo>
                  <a:pt x="343929" y="18772"/>
                </a:lnTo>
                <a:lnTo>
                  <a:pt x="343309" y="18856"/>
                </a:lnTo>
                <a:lnTo>
                  <a:pt x="342697" y="18954"/>
                </a:lnTo>
                <a:lnTo>
                  <a:pt x="342093" y="19065"/>
                </a:lnTo>
                <a:lnTo>
                  <a:pt x="341498" y="19189"/>
                </a:lnTo>
                <a:lnTo>
                  <a:pt x="340911" y="19325"/>
                </a:lnTo>
                <a:lnTo>
                  <a:pt x="340332" y="19475"/>
                </a:lnTo>
                <a:lnTo>
                  <a:pt x="339761" y="19638"/>
                </a:lnTo>
                <a:lnTo>
                  <a:pt x="339198" y="19814"/>
                </a:lnTo>
                <a:lnTo>
                  <a:pt x="338644" y="20003"/>
                </a:lnTo>
                <a:lnTo>
                  <a:pt x="338097" y="20205"/>
                </a:lnTo>
                <a:lnTo>
                  <a:pt x="337559" y="20420"/>
                </a:lnTo>
                <a:lnTo>
                  <a:pt x="337030" y="20648"/>
                </a:lnTo>
                <a:lnTo>
                  <a:pt x="336508" y="20889"/>
                </a:lnTo>
                <a:lnTo>
                  <a:pt x="335994" y="21143"/>
                </a:lnTo>
                <a:lnTo>
                  <a:pt x="335489" y="21410"/>
                </a:lnTo>
                <a:lnTo>
                  <a:pt x="334992" y="21690"/>
                </a:lnTo>
                <a:lnTo>
                  <a:pt x="334503" y="21983"/>
                </a:lnTo>
                <a:lnTo>
                  <a:pt x="334022" y="22290"/>
                </a:lnTo>
                <a:lnTo>
                  <a:pt x="333550" y="22608"/>
                </a:lnTo>
                <a:lnTo>
                  <a:pt x="333088" y="22937"/>
                </a:lnTo>
                <a:lnTo>
                  <a:pt x="332634" y="23278"/>
                </a:lnTo>
                <a:lnTo>
                  <a:pt x="332190" y="23629"/>
                </a:lnTo>
                <a:lnTo>
                  <a:pt x="331755" y="23992"/>
                </a:lnTo>
                <a:lnTo>
                  <a:pt x="331330" y="24367"/>
                </a:lnTo>
                <a:lnTo>
                  <a:pt x="330914" y="24752"/>
                </a:lnTo>
                <a:lnTo>
                  <a:pt x="330507" y="25149"/>
                </a:lnTo>
                <a:lnTo>
                  <a:pt x="330110" y="25556"/>
                </a:lnTo>
                <a:lnTo>
                  <a:pt x="329722" y="25976"/>
                </a:lnTo>
                <a:lnTo>
                  <a:pt x="329343" y="26406"/>
                </a:lnTo>
                <a:lnTo>
                  <a:pt x="328973" y="26847"/>
                </a:lnTo>
                <a:lnTo>
                  <a:pt x="328613" y="27300"/>
                </a:lnTo>
                <a:lnTo>
                  <a:pt x="328262" y="27764"/>
                </a:lnTo>
                <a:lnTo>
                  <a:pt x="327921" y="28239"/>
                </a:lnTo>
                <a:lnTo>
                  <a:pt x="327588" y="28725"/>
                </a:lnTo>
                <a:lnTo>
                  <a:pt x="327265" y="29223"/>
                </a:lnTo>
                <a:lnTo>
                  <a:pt x="326952" y="29731"/>
                </a:lnTo>
                <a:lnTo>
                  <a:pt x="326648" y="30251"/>
                </a:lnTo>
                <a:lnTo>
                  <a:pt x="326353" y="30783"/>
                </a:lnTo>
                <a:lnTo>
                  <a:pt x="326067" y="31325"/>
                </a:lnTo>
                <a:lnTo>
                  <a:pt x="325791" y="31878"/>
                </a:lnTo>
                <a:lnTo>
                  <a:pt x="325523" y="32443"/>
                </a:lnTo>
                <a:lnTo>
                  <a:pt x="325266" y="33019"/>
                </a:lnTo>
                <a:lnTo>
                  <a:pt x="325018" y="33606"/>
                </a:lnTo>
                <a:lnTo>
                  <a:pt x="324781" y="34201"/>
                </a:lnTo>
                <a:lnTo>
                  <a:pt x="324554" y="34807"/>
                </a:lnTo>
                <a:lnTo>
                  <a:pt x="324338" y="35422"/>
                </a:lnTo>
                <a:lnTo>
                  <a:pt x="324132" y="36046"/>
                </a:lnTo>
                <a:lnTo>
                  <a:pt x="323937" y="36680"/>
                </a:lnTo>
                <a:lnTo>
                  <a:pt x="323753" y="37323"/>
                </a:lnTo>
                <a:lnTo>
                  <a:pt x="323579" y="37976"/>
                </a:lnTo>
                <a:lnTo>
                  <a:pt x="323415" y="38639"/>
                </a:lnTo>
                <a:lnTo>
                  <a:pt x="323262" y="39310"/>
                </a:lnTo>
                <a:lnTo>
                  <a:pt x="323120" y="39992"/>
                </a:lnTo>
                <a:lnTo>
                  <a:pt x="322988" y="40683"/>
                </a:lnTo>
                <a:lnTo>
                  <a:pt x="322867" y="41383"/>
                </a:lnTo>
                <a:lnTo>
                  <a:pt x="322756" y="42093"/>
                </a:lnTo>
                <a:lnTo>
                  <a:pt x="322656" y="42812"/>
                </a:lnTo>
                <a:lnTo>
                  <a:pt x="322566" y="43541"/>
                </a:lnTo>
                <a:lnTo>
                  <a:pt x="322487" y="44280"/>
                </a:lnTo>
                <a:lnTo>
                  <a:pt x="322419" y="45028"/>
                </a:lnTo>
                <a:lnTo>
                  <a:pt x="322361" y="45785"/>
                </a:lnTo>
                <a:lnTo>
                  <a:pt x="322313" y="46552"/>
                </a:lnTo>
                <a:lnTo>
                  <a:pt x="322276" y="47329"/>
                </a:lnTo>
                <a:lnTo>
                  <a:pt x="322250" y="48115"/>
                </a:lnTo>
                <a:lnTo>
                  <a:pt x="322234" y="48910"/>
                </a:lnTo>
                <a:lnTo>
                  <a:pt x="322229" y="49715"/>
                </a:lnTo>
                <a:lnTo>
                  <a:pt x="322234" y="50510"/>
                </a:lnTo>
                <a:lnTo>
                  <a:pt x="322250" y="51295"/>
                </a:lnTo>
                <a:lnTo>
                  <a:pt x="322276" y="52072"/>
                </a:lnTo>
                <a:lnTo>
                  <a:pt x="322313" y="52839"/>
                </a:lnTo>
                <a:lnTo>
                  <a:pt x="322361" y="53596"/>
                </a:lnTo>
                <a:lnTo>
                  <a:pt x="322419" y="54345"/>
                </a:lnTo>
                <a:lnTo>
                  <a:pt x="322487" y="55084"/>
                </a:lnTo>
                <a:lnTo>
                  <a:pt x="322566" y="55813"/>
                </a:lnTo>
                <a:lnTo>
                  <a:pt x="322656" y="56534"/>
                </a:lnTo>
                <a:lnTo>
                  <a:pt x="322756" y="57245"/>
                </a:lnTo>
                <a:lnTo>
                  <a:pt x="322867" y="57947"/>
                </a:lnTo>
                <a:lnTo>
                  <a:pt x="322988" y="58640"/>
                </a:lnTo>
                <a:lnTo>
                  <a:pt x="323120" y="59323"/>
                </a:lnTo>
                <a:lnTo>
                  <a:pt x="323262" y="59997"/>
                </a:lnTo>
                <a:lnTo>
                  <a:pt x="323415" y="60662"/>
                </a:lnTo>
                <a:lnTo>
                  <a:pt x="323579" y="61317"/>
                </a:lnTo>
                <a:lnTo>
                  <a:pt x="323753" y="61963"/>
                </a:lnTo>
                <a:lnTo>
                  <a:pt x="323937" y="62600"/>
                </a:lnTo>
                <a:lnTo>
                  <a:pt x="324132" y="63228"/>
                </a:lnTo>
                <a:lnTo>
                  <a:pt x="324338" y="63846"/>
                </a:lnTo>
                <a:lnTo>
                  <a:pt x="324554" y="64455"/>
                </a:lnTo>
                <a:lnTo>
                  <a:pt x="324781" y="65055"/>
                </a:lnTo>
                <a:lnTo>
                  <a:pt x="325018" y="65645"/>
                </a:lnTo>
                <a:lnTo>
                  <a:pt x="325266" y="66227"/>
                </a:lnTo>
                <a:lnTo>
                  <a:pt x="325523" y="66797"/>
                </a:lnTo>
                <a:lnTo>
                  <a:pt x="325791" y="67357"/>
                </a:lnTo>
                <a:lnTo>
                  <a:pt x="326067" y="67906"/>
                </a:lnTo>
                <a:lnTo>
                  <a:pt x="326353" y="68443"/>
                </a:lnTo>
                <a:lnTo>
                  <a:pt x="326648" y="68969"/>
                </a:lnTo>
                <a:lnTo>
                  <a:pt x="326952" y="69484"/>
                </a:lnTo>
                <a:lnTo>
                  <a:pt x="327265" y="69988"/>
                </a:lnTo>
                <a:lnTo>
                  <a:pt x="327588" y="70480"/>
                </a:lnTo>
                <a:lnTo>
                  <a:pt x="327921" y="70961"/>
                </a:lnTo>
                <a:lnTo>
                  <a:pt x="328262" y="71431"/>
                </a:lnTo>
                <a:lnTo>
                  <a:pt x="328613" y="71890"/>
                </a:lnTo>
                <a:lnTo>
                  <a:pt x="328973" y="72338"/>
                </a:lnTo>
                <a:lnTo>
                  <a:pt x="329343" y="72774"/>
                </a:lnTo>
                <a:lnTo>
                  <a:pt x="329722" y="73199"/>
                </a:lnTo>
                <a:lnTo>
                  <a:pt x="330110" y="73613"/>
                </a:lnTo>
                <a:lnTo>
                  <a:pt x="330507" y="74016"/>
                </a:lnTo>
                <a:lnTo>
                  <a:pt x="330914" y="74408"/>
                </a:lnTo>
                <a:lnTo>
                  <a:pt x="331330" y="74788"/>
                </a:lnTo>
                <a:lnTo>
                  <a:pt x="331755" y="75157"/>
                </a:lnTo>
                <a:lnTo>
                  <a:pt x="332190" y="75515"/>
                </a:lnTo>
                <a:lnTo>
                  <a:pt x="332634" y="75862"/>
                </a:lnTo>
                <a:lnTo>
                  <a:pt x="333088" y="76197"/>
                </a:lnTo>
                <a:lnTo>
                  <a:pt x="333550" y="76521"/>
                </a:lnTo>
                <a:lnTo>
                  <a:pt x="334022" y="76834"/>
                </a:lnTo>
                <a:lnTo>
                  <a:pt x="334503" y="77136"/>
                </a:lnTo>
                <a:lnTo>
                  <a:pt x="334992" y="77424"/>
                </a:lnTo>
                <a:lnTo>
                  <a:pt x="335489" y="77699"/>
                </a:lnTo>
                <a:lnTo>
                  <a:pt x="335994" y="77962"/>
                </a:lnTo>
                <a:lnTo>
                  <a:pt x="336508" y="78212"/>
                </a:lnTo>
                <a:lnTo>
                  <a:pt x="337030" y="78449"/>
                </a:lnTo>
                <a:lnTo>
                  <a:pt x="337559" y="78673"/>
                </a:lnTo>
                <a:lnTo>
                  <a:pt x="338097" y="78884"/>
                </a:lnTo>
                <a:lnTo>
                  <a:pt x="338644" y="79083"/>
                </a:lnTo>
                <a:lnTo>
                  <a:pt x="339198" y="79269"/>
                </a:lnTo>
                <a:lnTo>
                  <a:pt x="339761" y="79442"/>
                </a:lnTo>
                <a:lnTo>
                  <a:pt x="340332" y="79602"/>
                </a:lnTo>
                <a:lnTo>
                  <a:pt x="340911" y="79749"/>
                </a:lnTo>
                <a:lnTo>
                  <a:pt x="341498" y="79884"/>
                </a:lnTo>
                <a:lnTo>
                  <a:pt x="342093" y="80005"/>
                </a:lnTo>
                <a:lnTo>
                  <a:pt x="342697" y="80114"/>
                </a:lnTo>
                <a:lnTo>
                  <a:pt x="343309" y="80210"/>
                </a:lnTo>
                <a:lnTo>
                  <a:pt x="343929" y="80294"/>
                </a:lnTo>
                <a:lnTo>
                  <a:pt x="344557" y="80364"/>
                </a:lnTo>
                <a:lnTo>
                  <a:pt x="345193" y="80422"/>
                </a:lnTo>
                <a:lnTo>
                  <a:pt x="345838" y="80467"/>
                </a:lnTo>
                <a:lnTo>
                  <a:pt x="346490" y="80499"/>
                </a:lnTo>
                <a:lnTo>
                  <a:pt x="347151" y="80518"/>
                </a:lnTo>
                <a:lnTo>
                  <a:pt x="347820" y="80524"/>
                </a:lnTo>
                <a:lnTo>
                  <a:pt x="348504" y="80518"/>
                </a:lnTo>
                <a:lnTo>
                  <a:pt x="349180" y="80499"/>
                </a:lnTo>
                <a:lnTo>
                  <a:pt x="349847" y="80467"/>
                </a:lnTo>
                <a:lnTo>
                  <a:pt x="350507" y="80422"/>
                </a:lnTo>
                <a:close/>
                <a:moveTo>
                  <a:pt x="346014" y="72648"/>
                </a:moveTo>
                <a:lnTo>
                  <a:pt x="345581" y="72602"/>
                </a:lnTo>
                <a:lnTo>
                  <a:pt x="345156" y="72544"/>
                </a:lnTo>
                <a:lnTo>
                  <a:pt x="344738" y="72477"/>
                </a:lnTo>
                <a:lnTo>
                  <a:pt x="344328" y="72399"/>
                </a:lnTo>
                <a:lnTo>
                  <a:pt x="343926" y="72310"/>
                </a:lnTo>
                <a:lnTo>
                  <a:pt x="343531" y="72212"/>
                </a:lnTo>
                <a:lnTo>
                  <a:pt x="343144" y="72103"/>
                </a:lnTo>
                <a:lnTo>
                  <a:pt x="342764" y="71983"/>
                </a:lnTo>
                <a:lnTo>
                  <a:pt x="342392" y="71853"/>
                </a:lnTo>
                <a:lnTo>
                  <a:pt x="342027" y="71713"/>
                </a:lnTo>
                <a:lnTo>
                  <a:pt x="341670" y="71562"/>
                </a:lnTo>
                <a:lnTo>
                  <a:pt x="341321" y="71401"/>
                </a:lnTo>
                <a:lnTo>
                  <a:pt x="340979" y="71229"/>
                </a:lnTo>
                <a:lnTo>
                  <a:pt x="340645" y="71047"/>
                </a:lnTo>
                <a:lnTo>
                  <a:pt x="340318" y="70855"/>
                </a:lnTo>
                <a:lnTo>
                  <a:pt x="339999" y="70652"/>
                </a:lnTo>
                <a:lnTo>
                  <a:pt x="339688" y="70439"/>
                </a:lnTo>
                <a:lnTo>
                  <a:pt x="339384" y="70216"/>
                </a:lnTo>
                <a:lnTo>
                  <a:pt x="339087" y="69982"/>
                </a:lnTo>
                <a:lnTo>
                  <a:pt x="338799" y="69737"/>
                </a:lnTo>
                <a:lnTo>
                  <a:pt x="338517" y="69484"/>
                </a:lnTo>
                <a:lnTo>
                  <a:pt x="338242" y="69223"/>
                </a:lnTo>
                <a:lnTo>
                  <a:pt x="337973" y="68955"/>
                </a:lnTo>
                <a:lnTo>
                  <a:pt x="337712" y="68679"/>
                </a:lnTo>
                <a:lnTo>
                  <a:pt x="337457" y="68395"/>
                </a:lnTo>
                <a:lnTo>
                  <a:pt x="337208" y="68104"/>
                </a:lnTo>
                <a:lnTo>
                  <a:pt x="336967" y="67805"/>
                </a:lnTo>
                <a:lnTo>
                  <a:pt x="336731" y="67499"/>
                </a:lnTo>
                <a:lnTo>
                  <a:pt x="336503" y="67185"/>
                </a:lnTo>
                <a:lnTo>
                  <a:pt x="336281" y="66863"/>
                </a:lnTo>
                <a:lnTo>
                  <a:pt x="336066" y="66534"/>
                </a:lnTo>
                <a:lnTo>
                  <a:pt x="335858" y="66198"/>
                </a:lnTo>
                <a:lnTo>
                  <a:pt x="335656" y="65853"/>
                </a:lnTo>
                <a:lnTo>
                  <a:pt x="335461" y="65501"/>
                </a:lnTo>
                <a:lnTo>
                  <a:pt x="335272" y="65142"/>
                </a:lnTo>
                <a:lnTo>
                  <a:pt x="335090" y="64775"/>
                </a:lnTo>
                <a:lnTo>
                  <a:pt x="334915" y="64401"/>
                </a:lnTo>
                <a:lnTo>
                  <a:pt x="334746" y="64018"/>
                </a:lnTo>
                <a:lnTo>
                  <a:pt x="334585" y="63629"/>
                </a:lnTo>
                <a:lnTo>
                  <a:pt x="334429" y="63231"/>
                </a:lnTo>
                <a:lnTo>
                  <a:pt x="334281" y="62827"/>
                </a:lnTo>
                <a:lnTo>
                  <a:pt x="334139" y="62414"/>
                </a:lnTo>
                <a:lnTo>
                  <a:pt x="334003" y="61994"/>
                </a:lnTo>
                <a:lnTo>
                  <a:pt x="333875" y="61566"/>
                </a:lnTo>
                <a:lnTo>
                  <a:pt x="333752" y="61132"/>
                </a:lnTo>
                <a:lnTo>
                  <a:pt x="333635" y="60693"/>
                </a:lnTo>
                <a:lnTo>
                  <a:pt x="333522" y="60249"/>
                </a:lnTo>
                <a:lnTo>
                  <a:pt x="333415" y="59800"/>
                </a:lnTo>
                <a:lnTo>
                  <a:pt x="333314" y="59347"/>
                </a:lnTo>
                <a:lnTo>
                  <a:pt x="333217" y="58888"/>
                </a:lnTo>
                <a:lnTo>
                  <a:pt x="333126" y="58424"/>
                </a:lnTo>
                <a:lnTo>
                  <a:pt x="333039" y="57955"/>
                </a:lnTo>
                <a:lnTo>
                  <a:pt x="332959" y="57481"/>
                </a:lnTo>
                <a:lnTo>
                  <a:pt x="332883" y="57002"/>
                </a:lnTo>
                <a:lnTo>
                  <a:pt x="332812" y="56518"/>
                </a:lnTo>
                <a:lnTo>
                  <a:pt x="332747" y="56030"/>
                </a:lnTo>
                <a:lnTo>
                  <a:pt x="332687" y="55536"/>
                </a:lnTo>
                <a:lnTo>
                  <a:pt x="332632" y="55037"/>
                </a:lnTo>
                <a:lnTo>
                  <a:pt x="332583" y="54533"/>
                </a:lnTo>
                <a:lnTo>
                  <a:pt x="332538" y="54025"/>
                </a:lnTo>
                <a:lnTo>
                  <a:pt x="332499" y="53511"/>
                </a:lnTo>
                <a:lnTo>
                  <a:pt x="332465" y="52992"/>
                </a:lnTo>
                <a:lnTo>
                  <a:pt x="332436" y="52469"/>
                </a:lnTo>
                <a:lnTo>
                  <a:pt x="332413" y="51940"/>
                </a:lnTo>
                <a:lnTo>
                  <a:pt x="332395" y="51407"/>
                </a:lnTo>
                <a:lnTo>
                  <a:pt x="332382" y="50868"/>
                </a:lnTo>
                <a:lnTo>
                  <a:pt x="332374" y="50325"/>
                </a:lnTo>
                <a:lnTo>
                  <a:pt x="332371" y="49776"/>
                </a:lnTo>
                <a:lnTo>
                  <a:pt x="332374" y="49217"/>
                </a:lnTo>
                <a:lnTo>
                  <a:pt x="332382" y="48664"/>
                </a:lnTo>
                <a:lnTo>
                  <a:pt x="332395" y="48115"/>
                </a:lnTo>
                <a:lnTo>
                  <a:pt x="332413" y="47572"/>
                </a:lnTo>
                <a:lnTo>
                  <a:pt x="332436" y="47034"/>
                </a:lnTo>
                <a:lnTo>
                  <a:pt x="332465" y="46501"/>
                </a:lnTo>
                <a:lnTo>
                  <a:pt x="332499" y="45973"/>
                </a:lnTo>
                <a:lnTo>
                  <a:pt x="332538" y="45451"/>
                </a:lnTo>
                <a:lnTo>
                  <a:pt x="332583" y="44934"/>
                </a:lnTo>
                <a:lnTo>
                  <a:pt x="332632" y="44422"/>
                </a:lnTo>
                <a:lnTo>
                  <a:pt x="332687" y="43915"/>
                </a:lnTo>
                <a:lnTo>
                  <a:pt x="332747" y="43413"/>
                </a:lnTo>
                <a:lnTo>
                  <a:pt x="332812" y="42917"/>
                </a:lnTo>
                <a:lnTo>
                  <a:pt x="332883" y="42425"/>
                </a:lnTo>
                <a:lnTo>
                  <a:pt x="332959" y="41939"/>
                </a:lnTo>
                <a:lnTo>
                  <a:pt x="333039" y="41459"/>
                </a:lnTo>
                <a:lnTo>
                  <a:pt x="333126" y="40983"/>
                </a:lnTo>
                <a:lnTo>
                  <a:pt x="333217" y="40513"/>
                </a:lnTo>
                <a:lnTo>
                  <a:pt x="333314" y="40047"/>
                </a:lnTo>
                <a:lnTo>
                  <a:pt x="333415" y="39587"/>
                </a:lnTo>
                <a:lnTo>
                  <a:pt x="333522" y="39132"/>
                </a:lnTo>
                <a:lnTo>
                  <a:pt x="333635" y="38683"/>
                </a:lnTo>
                <a:lnTo>
                  <a:pt x="333752" y="38238"/>
                </a:lnTo>
                <a:lnTo>
                  <a:pt x="333875" y="37799"/>
                </a:lnTo>
                <a:lnTo>
                  <a:pt x="334003" y="37366"/>
                </a:lnTo>
                <a:lnTo>
                  <a:pt x="334139" y="36941"/>
                </a:lnTo>
                <a:lnTo>
                  <a:pt x="334281" y="36524"/>
                </a:lnTo>
                <a:lnTo>
                  <a:pt x="334429" y="36114"/>
                </a:lnTo>
                <a:lnTo>
                  <a:pt x="334585" y="35712"/>
                </a:lnTo>
                <a:lnTo>
                  <a:pt x="334746" y="35317"/>
                </a:lnTo>
                <a:lnTo>
                  <a:pt x="334915" y="34930"/>
                </a:lnTo>
                <a:lnTo>
                  <a:pt x="335090" y="34551"/>
                </a:lnTo>
                <a:lnTo>
                  <a:pt x="335272" y="34180"/>
                </a:lnTo>
                <a:lnTo>
                  <a:pt x="335461" y="33816"/>
                </a:lnTo>
                <a:lnTo>
                  <a:pt x="335656" y="33460"/>
                </a:lnTo>
                <a:lnTo>
                  <a:pt x="335858" y="33112"/>
                </a:lnTo>
                <a:lnTo>
                  <a:pt x="336066" y="32771"/>
                </a:lnTo>
                <a:lnTo>
                  <a:pt x="336281" y="32438"/>
                </a:lnTo>
                <a:lnTo>
                  <a:pt x="336503" y="32113"/>
                </a:lnTo>
                <a:lnTo>
                  <a:pt x="336731" y="31796"/>
                </a:lnTo>
                <a:lnTo>
                  <a:pt x="336967" y="31486"/>
                </a:lnTo>
                <a:lnTo>
                  <a:pt x="337208" y="31184"/>
                </a:lnTo>
                <a:lnTo>
                  <a:pt x="337457" y="30889"/>
                </a:lnTo>
                <a:lnTo>
                  <a:pt x="337712" y="30602"/>
                </a:lnTo>
                <a:lnTo>
                  <a:pt x="337973" y="30323"/>
                </a:lnTo>
                <a:lnTo>
                  <a:pt x="338242" y="30052"/>
                </a:lnTo>
                <a:lnTo>
                  <a:pt x="338517" y="29788"/>
                </a:lnTo>
                <a:lnTo>
                  <a:pt x="338799" y="29532"/>
                </a:lnTo>
                <a:lnTo>
                  <a:pt x="339087" y="29286"/>
                </a:lnTo>
                <a:lnTo>
                  <a:pt x="339384" y="29049"/>
                </a:lnTo>
                <a:lnTo>
                  <a:pt x="339688" y="28823"/>
                </a:lnTo>
                <a:lnTo>
                  <a:pt x="339999" y="28608"/>
                </a:lnTo>
                <a:lnTo>
                  <a:pt x="340318" y="28403"/>
                </a:lnTo>
                <a:lnTo>
                  <a:pt x="340645" y="28209"/>
                </a:lnTo>
                <a:lnTo>
                  <a:pt x="340979" y="28025"/>
                </a:lnTo>
                <a:lnTo>
                  <a:pt x="341321" y="27852"/>
                </a:lnTo>
                <a:lnTo>
                  <a:pt x="341670" y="27689"/>
                </a:lnTo>
                <a:lnTo>
                  <a:pt x="342027" y="27536"/>
                </a:lnTo>
                <a:lnTo>
                  <a:pt x="342392" y="27395"/>
                </a:lnTo>
                <a:lnTo>
                  <a:pt x="342764" y="27263"/>
                </a:lnTo>
                <a:lnTo>
                  <a:pt x="343144" y="27142"/>
                </a:lnTo>
                <a:lnTo>
                  <a:pt x="343531" y="27032"/>
                </a:lnTo>
                <a:lnTo>
                  <a:pt x="343926" y="26932"/>
                </a:lnTo>
                <a:lnTo>
                  <a:pt x="344328" y="26843"/>
                </a:lnTo>
                <a:lnTo>
                  <a:pt x="344738" y="26764"/>
                </a:lnTo>
                <a:lnTo>
                  <a:pt x="345156" y="26696"/>
                </a:lnTo>
                <a:lnTo>
                  <a:pt x="345581" y="26638"/>
                </a:lnTo>
                <a:lnTo>
                  <a:pt x="346014" y="26591"/>
                </a:lnTo>
                <a:lnTo>
                  <a:pt x="346454" y="26554"/>
                </a:lnTo>
                <a:lnTo>
                  <a:pt x="346902" y="26528"/>
                </a:lnTo>
                <a:lnTo>
                  <a:pt x="347357" y="26512"/>
                </a:lnTo>
                <a:lnTo>
                  <a:pt x="347820" y="26507"/>
                </a:lnTo>
                <a:lnTo>
                  <a:pt x="348312" y="26512"/>
                </a:lnTo>
                <a:lnTo>
                  <a:pt x="348796" y="26528"/>
                </a:lnTo>
                <a:lnTo>
                  <a:pt x="349271" y="26554"/>
                </a:lnTo>
                <a:lnTo>
                  <a:pt x="349738" y="26591"/>
                </a:lnTo>
                <a:lnTo>
                  <a:pt x="350196" y="26638"/>
                </a:lnTo>
                <a:lnTo>
                  <a:pt x="350645" y="26696"/>
                </a:lnTo>
                <a:lnTo>
                  <a:pt x="351086" y="26764"/>
                </a:lnTo>
                <a:lnTo>
                  <a:pt x="351519" y="26843"/>
                </a:lnTo>
                <a:lnTo>
                  <a:pt x="351943" y="26932"/>
                </a:lnTo>
                <a:lnTo>
                  <a:pt x="352359" y="27032"/>
                </a:lnTo>
                <a:lnTo>
                  <a:pt x="352766" y="27142"/>
                </a:lnTo>
                <a:lnTo>
                  <a:pt x="353164" y="27263"/>
                </a:lnTo>
                <a:lnTo>
                  <a:pt x="353554" y="27395"/>
                </a:lnTo>
                <a:lnTo>
                  <a:pt x="353936" y="27536"/>
                </a:lnTo>
                <a:lnTo>
                  <a:pt x="354309" y="27689"/>
                </a:lnTo>
                <a:lnTo>
                  <a:pt x="354674" y="27852"/>
                </a:lnTo>
                <a:lnTo>
                  <a:pt x="355030" y="28025"/>
                </a:lnTo>
                <a:lnTo>
                  <a:pt x="355377" y="28209"/>
                </a:lnTo>
                <a:lnTo>
                  <a:pt x="355716" y="28403"/>
                </a:lnTo>
                <a:lnTo>
                  <a:pt x="356047" y="28608"/>
                </a:lnTo>
                <a:lnTo>
                  <a:pt x="356369" y="28823"/>
                </a:lnTo>
                <a:lnTo>
                  <a:pt x="356683" y="29049"/>
                </a:lnTo>
                <a:lnTo>
                  <a:pt x="356988" y="29286"/>
                </a:lnTo>
                <a:lnTo>
                  <a:pt x="357284" y="29532"/>
                </a:lnTo>
                <a:lnTo>
                  <a:pt x="357573" y="29788"/>
                </a:lnTo>
                <a:lnTo>
                  <a:pt x="357856" y="30052"/>
                </a:lnTo>
                <a:lnTo>
                  <a:pt x="358131" y="30323"/>
                </a:lnTo>
                <a:lnTo>
                  <a:pt x="358400" y="30602"/>
                </a:lnTo>
                <a:lnTo>
                  <a:pt x="358662" y="30889"/>
                </a:lnTo>
                <a:lnTo>
                  <a:pt x="358917" y="31184"/>
                </a:lnTo>
                <a:lnTo>
                  <a:pt x="359166" y="31486"/>
                </a:lnTo>
                <a:lnTo>
                  <a:pt x="359407" y="31796"/>
                </a:lnTo>
                <a:lnTo>
                  <a:pt x="359642" y="32113"/>
                </a:lnTo>
                <a:lnTo>
                  <a:pt x="359870" y="32438"/>
                </a:lnTo>
                <a:lnTo>
                  <a:pt x="360092" y="32771"/>
                </a:lnTo>
                <a:lnTo>
                  <a:pt x="360307" y="33112"/>
                </a:lnTo>
                <a:lnTo>
                  <a:pt x="360514" y="33460"/>
                </a:lnTo>
                <a:lnTo>
                  <a:pt x="360716" y="33816"/>
                </a:lnTo>
                <a:lnTo>
                  <a:pt x="360910" y="34180"/>
                </a:lnTo>
                <a:lnTo>
                  <a:pt x="361098" y="34551"/>
                </a:lnTo>
                <a:lnTo>
                  <a:pt x="361279" y="34930"/>
                </a:lnTo>
                <a:lnTo>
                  <a:pt x="361453" y="35317"/>
                </a:lnTo>
                <a:lnTo>
                  <a:pt x="361620" y="35712"/>
                </a:lnTo>
                <a:lnTo>
                  <a:pt x="361781" y="36114"/>
                </a:lnTo>
                <a:lnTo>
                  <a:pt x="361935" y="36524"/>
                </a:lnTo>
                <a:lnTo>
                  <a:pt x="362082" y="36941"/>
                </a:lnTo>
                <a:lnTo>
                  <a:pt x="362222" y="37366"/>
                </a:lnTo>
                <a:lnTo>
                  <a:pt x="362356" y="37799"/>
                </a:lnTo>
                <a:lnTo>
                  <a:pt x="362483" y="38238"/>
                </a:lnTo>
                <a:lnTo>
                  <a:pt x="362605" y="38682"/>
                </a:lnTo>
                <a:lnTo>
                  <a:pt x="362722" y="39131"/>
                </a:lnTo>
                <a:lnTo>
                  <a:pt x="362833" y="39586"/>
                </a:lnTo>
                <a:lnTo>
                  <a:pt x="362939" y="40045"/>
                </a:lnTo>
                <a:lnTo>
                  <a:pt x="363039" y="40509"/>
                </a:lnTo>
                <a:lnTo>
                  <a:pt x="363134" y="40978"/>
                </a:lnTo>
                <a:lnTo>
                  <a:pt x="363224" y="41452"/>
                </a:lnTo>
                <a:lnTo>
                  <a:pt x="363308" y="41931"/>
                </a:lnTo>
                <a:lnTo>
                  <a:pt x="363386" y="42415"/>
                </a:lnTo>
                <a:lnTo>
                  <a:pt x="363460" y="42904"/>
                </a:lnTo>
                <a:lnTo>
                  <a:pt x="363528" y="43397"/>
                </a:lnTo>
                <a:lnTo>
                  <a:pt x="363590" y="43896"/>
                </a:lnTo>
                <a:lnTo>
                  <a:pt x="363647" y="44400"/>
                </a:lnTo>
                <a:lnTo>
                  <a:pt x="363698" y="44909"/>
                </a:lnTo>
                <a:lnTo>
                  <a:pt x="363745" y="45423"/>
                </a:lnTo>
                <a:lnTo>
                  <a:pt x="363785" y="45942"/>
                </a:lnTo>
                <a:lnTo>
                  <a:pt x="363821" y="46466"/>
                </a:lnTo>
                <a:lnTo>
                  <a:pt x="363850" y="46994"/>
                </a:lnTo>
                <a:lnTo>
                  <a:pt x="363875" y="47528"/>
                </a:lnTo>
                <a:lnTo>
                  <a:pt x="363894" y="48067"/>
                </a:lnTo>
                <a:lnTo>
                  <a:pt x="363907" y="48611"/>
                </a:lnTo>
                <a:lnTo>
                  <a:pt x="363915" y="49160"/>
                </a:lnTo>
                <a:lnTo>
                  <a:pt x="363918" y="49713"/>
                </a:lnTo>
                <a:lnTo>
                  <a:pt x="363915" y="50267"/>
                </a:lnTo>
                <a:lnTo>
                  <a:pt x="363907" y="50815"/>
                </a:lnTo>
                <a:lnTo>
                  <a:pt x="363894" y="51359"/>
                </a:lnTo>
                <a:lnTo>
                  <a:pt x="363875" y="51897"/>
                </a:lnTo>
                <a:lnTo>
                  <a:pt x="363850" y="52429"/>
                </a:lnTo>
                <a:lnTo>
                  <a:pt x="363821" y="52957"/>
                </a:lnTo>
                <a:lnTo>
                  <a:pt x="363785" y="53480"/>
                </a:lnTo>
                <a:lnTo>
                  <a:pt x="363745" y="53997"/>
                </a:lnTo>
                <a:lnTo>
                  <a:pt x="363698" y="54509"/>
                </a:lnTo>
                <a:lnTo>
                  <a:pt x="363647" y="55016"/>
                </a:lnTo>
                <a:lnTo>
                  <a:pt x="363590" y="55517"/>
                </a:lnTo>
                <a:lnTo>
                  <a:pt x="363528" y="56014"/>
                </a:lnTo>
                <a:lnTo>
                  <a:pt x="363460" y="56505"/>
                </a:lnTo>
                <a:lnTo>
                  <a:pt x="363386" y="56991"/>
                </a:lnTo>
                <a:lnTo>
                  <a:pt x="363308" y="57472"/>
                </a:lnTo>
                <a:lnTo>
                  <a:pt x="363224" y="57948"/>
                </a:lnTo>
                <a:lnTo>
                  <a:pt x="363134" y="58418"/>
                </a:lnTo>
                <a:lnTo>
                  <a:pt x="363039" y="58884"/>
                </a:lnTo>
                <a:lnTo>
                  <a:pt x="362939" y="59344"/>
                </a:lnTo>
                <a:lnTo>
                  <a:pt x="362833" y="59799"/>
                </a:lnTo>
                <a:lnTo>
                  <a:pt x="362722" y="60248"/>
                </a:lnTo>
                <a:lnTo>
                  <a:pt x="362605" y="60693"/>
                </a:lnTo>
                <a:lnTo>
                  <a:pt x="362483" y="61132"/>
                </a:lnTo>
                <a:lnTo>
                  <a:pt x="362356" y="61566"/>
                </a:lnTo>
                <a:lnTo>
                  <a:pt x="362222" y="61994"/>
                </a:lnTo>
                <a:lnTo>
                  <a:pt x="362082" y="62414"/>
                </a:lnTo>
                <a:lnTo>
                  <a:pt x="361935" y="62827"/>
                </a:lnTo>
                <a:lnTo>
                  <a:pt x="361781" y="63231"/>
                </a:lnTo>
                <a:lnTo>
                  <a:pt x="361620" y="63629"/>
                </a:lnTo>
                <a:lnTo>
                  <a:pt x="361453" y="64018"/>
                </a:lnTo>
                <a:lnTo>
                  <a:pt x="361279" y="64401"/>
                </a:lnTo>
                <a:lnTo>
                  <a:pt x="361098" y="64775"/>
                </a:lnTo>
                <a:lnTo>
                  <a:pt x="360910" y="65142"/>
                </a:lnTo>
                <a:lnTo>
                  <a:pt x="360716" y="65501"/>
                </a:lnTo>
                <a:lnTo>
                  <a:pt x="360514" y="65853"/>
                </a:lnTo>
                <a:lnTo>
                  <a:pt x="360307" y="66198"/>
                </a:lnTo>
                <a:lnTo>
                  <a:pt x="360092" y="66534"/>
                </a:lnTo>
                <a:lnTo>
                  <a:pt x="359870" y="66863"/>
                </a:lnTo>
                <a:lnTo>
                  <a:pt x="359642" y="67185"/>
                </a:lnTo>
                <a:lnTo>
                  <a:pt x="359407" y="67499"/>
                </a:lnTo>
                <a:lnTo>
                  <a:pt x="359166" y="67805"/>
                </a:lnTo>
                <a:lnTo>
                  <a:pt x="358917" y="68104"/>
                </a:lnTo>
                <a:lnTo>
                  <a:pt x="358662" y="68395"/>
                </a:lnTo>
                <a:lnTo>
                  <a:pt x="358400" y="68679"/>
                </a:lnTo>
                <a:lnTo>
                  <a:pt x="358131" y="68955"/>
                </a:lnTo>
                <a:lnTo>
                  <a:pt x="357856" y="69223"/>
                </a:lnTo>
                <a:lnTo>
                  <a:pt x="357573" y="69484"/>
                </a:lnTo>
                <a:lnTo>
                  <a:pt x="357284" y="69737"/>
                </a:lnTo>
                <a:lnTo>
                  <a:pt x="356988" y="69982"/>
                </a:lnTo>
                <a:lnTo>
                  <a:pt x="356683" y="70216"/>
                </a:lnTo>
                <a:lnTo>
                  <a:pt x="356369" y="70439"/>
                </a:lnTo>
                <a:lnTo>
                  <a:pt x="356047" y="70652"/>
                </a:lnTo>
                <a:lnTo>
                  <a:pt x="355716" y="70855"/>
                </a:lnTo>
                <a:lnTo>
                  <a:pt x="355377" y="71047"/>
                </a:lnTo>
                <a:lnTo>
                  <a:pt x="355030" y="71229"/>
                </a:lnTo>
                <a:lnTo>
                  <a:pt x="354674" y="71401"/>
                </a:lnTo>
                <a:lnTo>
                  <a:pt x="354309" y="71562"/>
                </a:lnTo>
                <a:lnTo>
                  <a:pt x="353936" y="71713"/>
                </a:lnTo>
                <a:lnTo>
                  <a:pt x="353554" y="71853"/>
                </a:lnTo>
                <a:lnTo>
                  <a:pt x="353164" y="71983"/>
                </a:lnTo>
                <a:lnTo>
                  <a:pt x="352766" y="72103"/>
                </a:lnTo>
                <a:lnTo>
                  <a:pt x="352359" y="72212"/>
                </a:lnTo>
                <a:lnTo>
                  <a:pt x="351943" y="72310"/>
                </a:lnTo>
                <a:lnTo>
                  <a:pt x="351519" y="72399"/>
                </a:lnTo>
                <a:lnTo>
                  <a:pt x="351086" y="72477"/>
                </a:lnTo>
                <a:lnTo>
                  <a:pt x="350645" y="72544"/>
                </a:lnTo>
                <a:lnTo>
                  <a:pt x="350196" y="72602"/>
                </a:lnTo>
                <a:lnTo>
                  <a:pt x="349738" y="72648"/>
                </a:lnTo>
                <a:lnTo>
                  <a:pt x="349271" y="72685"/>
                </a:lnTo>
                <a:lnTo>
                  <a:pt x="348796" y="72711"/>
                </a:lnTo>
                <a:lnTo>
                  <a:pt x="348312" y="72726"/>
                </a:lnTo>
                <a:lnTo>
                  <a:pt x="347820" y="72732"/>
                </a:lnTo>
                <a:lnTo>
                  <a:pt x="347357" y="72726"/>
                </a:lnTo>
                <a:lnTo>
                  <a:pt x="346902" y="72711"/>
                </a:lnTo>
                <a:lnTo>
                  <a:pt x="346454" y="72685"/>
                </a:lnTo>
                <a:lnTo>
                  <a:pt x="346014" y="72648"/>
                </a:lnTo>
                <a:close/>
                <a:moveTo>
                  <a:pt x="413368" y="80457"/>
                </a:moveTo>
                <a:lnTo>
                  <a:pt x="413897" y="80420"/>
                </a:lnTo>
                <a:lnTo>
                  <a:pt x="414422" y="80374"/>
                </a:lnTo>
                <a:lnTo>
                  <a:pt x="414943" y="80320"/>
                </a:lnTo>
                <a:lnTo>
                  <a:pt x="415459" y="80257"/>
                </a:lnTo>
                <a:lnTo>
                  <a:pt x="415970" y="80186"/>
                </a:lnTo>
                <a:lnTo>
                  <a:pt x="416476" y="80107"/>
                </a:lnTo>
                <a:lnTo>
                  <a:pt x="416978" y="80019"/>
                </a:lnTo>
                <a:lnTo>
                  <a:pt x="417476" y="79923"/>
                </a:lnTo>
                <a:lnTo>
                  <a:pt x="417969" y="79818"/>
                </a:lnTo>
                <a:lnTo>
                  <a:pt x="418457" y="79706"/>
                </a:lnTo>
                <a:lnTo>
                  <a:pt x="418940" y="79584"/>
                </a:lnTo>
                <a:lnTo>
                  <a:pt x="419419" y="79455"/>
                </a:lnTo>
                <a:lnTo>
                  <a:pt x="419894" y="79317"/>
                </a:lnTo>
                <a:lnTo>
                  <a:pt x="420363" y="79171"/>
                </a:lnTo>
                <a:lnTo>
                  <a:pt x="420828" y="79016"/>
                </a:lnTo>
                <a:lnTo>
                  <a:pt x="421289" y="78854"/>
                </a:lnTo>
                <a:lnTo>
                  <a:pt x="421745" y="78682"/>
                </a:lnTo>
                <a:lnTo>
                  <a:pt x="422196" y="78503"/>
                </a:lnTo>
                <a:lnTo>
                  <a:pt x="422643" y="78315"/>
                </a:lnTo>
                <a:lnTo>
                  <a:pt x="423085" y="78119"/>
                </a:lnTo>
                <a:lnTo>
                  <a:pt x="423521" y="77914"/>
                </a:lnTo>
                <a:lnTo>
                  <a:pt x="423950" y="77700"/>
                </a:lnTo>
                <a:lnTo>
                  <a:pt x="424371" y="77479"/>
                </a:lnTo>
                <a:lnTo>
                  <a:pt x="424785" y="77248"/>
                </a:lnTo>
                <a:lnTo>
                  <a:pt x="425192" y="77010"/>
                </a:lnTo>
                <a:lnTo>
                  <a:pt x="425591" y="76762"/>
                </a:lnTo>
                <a:lnTo>
                  <a:pt x="425983" y="76507"/>
                </a:lnTo>
                <a:lnTo>
                  <a:pt x="426367" y="76243"/>
                </a:lnTo>
                <a:lnTo>
                  <a:pt x="426745" y="75970"/>
                </a:lnTo>
                <a:lnTo>
                  <a:pt x="427114" y="75689"/>
                </a:lnTo>
                <a:lnTo>
                  <a:pt x="427477" y="75400"/>
                </a:lnTo>
                <a:lnTo>
                  <a:pt x="427832" y="75102"/>
                </a:lnTo>
                <a:lnTo>
                  <a:pt x="428179" y="74795"/>
                </a:lnTo>
                <a:lnTo>
                  <a:pt x="428520" y="74480"/>
                </a:lnTo>
                <a:lnTo>
                  <a:pt x="428853" y="74157"/>
                </a:lnTo>
                <a:lnTo>
                  <a:pt x="429178" y="73825"/>
                </a:lnTo>
                <a:lnTo>
                  <a:pt x="429496" y="73485"/>
                </a:lnTo>
                <a:lnTo>
                  <a:pt x="429807" y="73136"/>
                </a:lnTo>
                <a:lnTo>
                  <a:pt x="430111" y="72779"/>
                </a:lnTo>
                <a:lnTo>
                  <a:pt x="430407" y="72414"/>
                </a:lnTo>
                <a:lnTo>
                  <a:pt x="430695" y="72039"/>
                </a:lnTo>
                <a:lnTo>
                  <a:pt x="430977" y="71657"/>
                </a:lnTo>
                <a:lnTo>
                  <a:pt x="431251" y="71266"/>
                </a:lnTo>
                <a:lnTo>
                  <a:pt x="431517" y="70866"/>
                </a:lnTo>
                <a:lnTo>
                  <a:pt x="431775" y="70458"/>
                </a:lnTo>
                <a:lnTo>
                  <a:pt x="432022" y="70042"/>
                </a:lnTo>
                <a:lnTo>
                  <a:pt x="432258" y="69618"/>
                </a:lnTo>
                <a:lnTo>
                  <a:pt x="432484" y="69185"/>
                </a:lnTo>
                <a:lnTo>
                  <a:pt x="432700" y="68744"/>
                </a:lnTo>
                <a:lnTo>
                  <a:pt x="432905" y="68295"/>
                </a:lnTo>
                <a:lnTo>
                  <a:pt x="433099" y="67837"/>
                </a:lnTo>
                <a:lnTo>
                  <a:pt x="433283" y="67372"/>
                </a:lnTo>
                <a:lnTo>
                  <a:pt x="433456" y="66898"/>
                </a:lnTo>
                <a:lnTo>
                  <a:pt x="433619" y="66415"/>
                </a:lnTo>
                <a:lnTo>
                  <a:pt x="433771" y="65925"/>
                </a:lnTo>
                <a:lnTo>
                  <a:pt x="433913" y="65426"/>
                </a:lnTo>
                <a:lnTo>
                  <a:pt x="434044" y="64919"/>
                </a:lnTo>
                <a:lnTo>
                  <a:pt x="434164" y="64404"/>
                </a:lnTo>
                <a:lnTo>
                  <a:pt x="434274" y="63881"/>
                </a:lnTo>
                <a:lnTo>
                  <a:pt x="434374" y="63349"/>
                </a:lnTo>
                <a:lnTo>
                  <a:pt x="434463" y="62809"/>
                </a:lnTo>
                <a:lnTo>
                  <a:pt x="434541" y="62261"/>
                </a:lnTo>
                <a:lnTo>
                  <a:pt x="434609" y="61705"/>
                </a:lnTo>
                <a:lnTo>
                  <a:pt x="434666" y="61140"/>
                </a:lnTo>
                <a:lnTo>
                  <a:pt x="434713" y="60567"/>
                </a:lnTo>
                <a:lnTo>
                  <a:pt x="434749" y="59986"/>
                </a:lnTo>
                <a:lnTo>
                  <a:pt x="434775" y="59397"/>
                </a:lnTo>
                <a:lnTo>
                  <a:pt x="434790" y="58799"/>
                </a:lnTo>
                <a:lnTo>
                  <a:pt x="425119" y="58799"/>
                </a:lnTo>
                <a:lnTo>
                  <a:pt x="425098" y="59359"/>
                </a:lnTo>
                <a:lnTo>
                  <a:pt x="425064" y="59907"/>
                </a:lnTo>
                <a:lnTo>
                  <a:pt x="425018" y="60443"/>
                </a:lnTo>
                <a:lnTo>
                  <a:pt x="424959" y="60968"/>
                </a:lnTo>
                <a:lnTo>
                  <a:pt x="424887" y="61482"/>
                </a:lnTo>
                <a:lnTo>
                  <a:pt x="424802" y="61984"/>
                </a:lnTo>
                <a:lnTo>
                  <a:pt x="424705" y="62475"/>
                </a:lnTo>
                <a:lnTo>
                  <a:pt x="424595" y="62954"/>
                </a:lnTo>
                <a:lnTo>
                  <a:pt x="424473" y="63422"/>
                </a:lnTo>
                <a:lnTo>
                  <a:pt x="424337" y="63879"/>
                </a:lnTo>
                <a:lnTo>
                  <a:pt x="424189" y="64324"/>
                </a:lnTo>
                <a:lnTo>
                  <a:pt x="424028" y="64757"/>
                </a:lnTo>
                <a:lnTo>
                  <a:pt x="423855" y="65179"/>
                </a:lnTo>
                <a:lnTo>
                  <a:pt x="423669" y="65590"/>
                </a:lnTo>
                <a:lnTo>
                  <a:pt x="423470" y="65989"/>
                </a:lnTo>
                <a:lnTo>
                  <a:pt x="423259" y="66377"/>
                </a:lnTo>
                <a:lnTo>
                  <a:pt x="423034" y="66753"/>
                </a:lnTo>
                <a:lnTo>
                  <a:pt x="422798" y="67118"/>
                </a:lnTo>
                <a:lnTo>
                  <a:pt x="422548" y="67472"/>
                </a:lnTo>
                <a:lnTo>
                  <a:pt x="422286" y="67814"/>
                </a:lnTo>
                <a:lnTo>
                  <a:pt x="422011" y="68144"/>
                </a:lnTo>
                <a:lnTo>
                  <a:pt x="421723" y="68464"/>
                </a:lnTo>
                <a:lnTo>
                  <a:pt x="421423" y="68771"/>
                </a:lnTo>
                <a:lnTo>
                  <a:pt x="421110" y="69068"/>
                </a:lnTo>
                <a:lnTo>
                  <a:pt x="420787" y="69352"/>
                </a:lnTo>
                <a:lnTo>
                  <a:pt x="420456" y="69625"/>
                </a:lnTo>
                <a:lnTo>
                  <a:pt x="420119" y="69885"/>
                </a:lnTo>
                <a:lnTo>
                  <a:pt x="419775" y="70133"/>
                </a:lnTo>
                <a:lnTo>
                  <a:pt x="419423" y="70369"/>
                </a:lnTo>
                <a:lnTo>
                  <a:pt x="419064" y="70593"/>
                </a:lnTo>
                <a:lnTo>
                  <a:pt x="418698" y="70805"/>
                </a:lnTo>
                <a:lnTo>
                  <a:pt x="418325" y="71005"/>
                </a:lnTo>
                <a:lnTo>
                  <a:pt x="417945" y="71192"/>
                </a:lnTo>
                <a:lnTo>
                  <a:pt x="417557" y="71368"/>
                </a:lnTo>
                <a:lnTo>
                  <a:pt x="417163" y="71531"/>
                </a:lnTo>
                <a:lnTo>
                  <a:pt x="416761" y="71683"/>
                </a:lnTo>
                <a:lnTo>
                  <a:pt x="416352" y="71822"/>
                </a:lnTo>
                <a:lnTo>
                  <a:pt x="415936" y="71949"/>
                </a:lnTo>
                <a:lnTo>
                  <a:pt x="415512" y="72064"/>
                </a:lnTo>
                <a:lnTo>
                  <a:pt x="415082" y="72167"/>
                </a:lnTo>
                <a:lnTo>
                  <a:pt x="414644" y="72258"/>
                </a:lnTo>
                <a:lnTo>
                  <a:pt x="414200" y="72337"/>
                </a:lnTo>
                <a:lnTo>
                  <a:pt x="413748" y="72403"/>
                </a:lnTo>
                <a:lnTo>
                  <a:pt x="413288" y="72458"/>
                </a:lnTo>
                <a:lnTo>
                  <a:pt x="412822" y="72500"/>
                </a:lnTo>
                <a:lnTo>
                  <a:pt x="412349" y="72530"/>
                </a:lnTo>
                <a:lnTo>
                  <a:pt x="411868" y="72548"/>
                </a:lnTo>
                <a:lnTo>
                  <a:pt x="411380" y="72554"/>
                </a:lnTo>
                <a:lnTo>
                  <a:pt x="410946" y="72550"/>
                </a:lnTo>
                <a:lnTo>
                  <a:pt x="410517" y="72536"/>
                </a:lnTo>
                <a:lnTo>
                  <a:pt x="410095" y="72512"/>
                </a:lnTo>
                <a:lnTo>
                  <a:pt x="409678" y="72480"/>
                </a:lnTo>
                <a:lnTo>
                  <a:pt x="409268" y="72438"/>
                </a:lnTo>
                <a:lnTo>
                  <a:pt x="408863" y="72387"/>
                </a:lnTo>
                <a:lnTo>
                  <a:pt x="408464" y="72326"/>
                </a:lnTo>
                <a:lnTo>
                  <a:pt x="408072" y="72256"/>
                </a:lnTo>
                <a:lnTo>
                  <a:pt x="407685" y="72177"/>
                </a:lnTo>
                <a:lnTo>
                  <a:pt x="407304" y="72088"/>
                </a:lnTo>
                <a:lnTo>
                  <a:pt x="406929" y="71990"/>
                </a:lnTo>
                <a:lnTo>
                  <a:pt x="406560" y="71883"/>
                </a:lnTo>
                <a:lnTo>
                  <a:pt x="406197" y="71766"/>
                </a:lnTo>
                <a:lnTo>
                  <a:pt x="405839" y="71640"/>
                </a:lnTo>
                <a:lnTo>
                  <a:pt x="405488" y="71505"/>
                </a:lnTo>
                <a:lnTo>
                  <a:pt x="405143" y="71361"/>
                </a:lnTo>
                <a:lnTo>
                  <a:pt x="404803" y="71207"/>
                </a:lnTo>
                <a:lnTo>
                  <a:pt x="404470" y="71043"/>
                </a:lnTo>
                <a:lnTo>
                  <a:pt x="404143" y="70871"/>
                </a:lnTo>
                <a:lnTo>
                  <a:pt x="403821" y="70689"/>
                </a:lnTo>
                <a:lnTo>
                  <a:pt x="403505" y="70498"/>
                </a:lnTo>
                <a:lnTo>
                  <a:pt x="403196" y="70297"/>
                </a:lnTo>
                <a:lnTo>
                  <a:pt x="402892" y="70087"/>
                </a:lnTo>
                <a:lnTo>
                  <a:pt x="402594" y="69868"/>
                </a:lnTo>
                <a:lnTo>
                  <a:pt x="402302" y="69640"/>
                </a:lnTo>
                <a:lnTo>
                  <a:pt x="402017" y="69403"/>
                </a:lnTo>
                <a:lnTo>
                  <a:pt x="401737" y="69158"/>
                </a:lnTo>
                <a:lnTo>
                  <a:pt x="401464" y="68905"/>
                </a:lnTo>
                <a:lnTo>
                  <a:pt x="401197" y="68643"/>
                </a:lnTo>
                <a:lnTo>
                  <a:pt x="400936" y="68372"/>
                </a:lnTo>
                <a:lnTo>
                  <a:pt x="400681" y="68093"/>
                </a:lnTo>
                <a:lnTo>
                  <a:pt x="400432" y="67806"/>
                </a:lnTo>
                <a:lnTo>
                  <a:pt x="400189" y="67510"/>
                </a:lnTo>
                <a:lnTo>
                  <a:pt x="399953" y="67206"/>
                </a:lnTo>
                <a:lnTo>
                  <a:pt x="399723" y="66893"/>
                </a:lnTo>
                <a:lnTo>
                  <a:pt x="399498" y="66572"/>
                </a:lnTo>
                <a:lnTo>
                  <a:pt x="399280" y="66242"/>
                </a:lnTo>
                <a:lnTo>
                  <a:pt x="399068" y="65904"/>
                </a:lnTo>
                <a:lnTo>
                  <a:pt x="398863" y="65557"/>
                </a:lnTo>
                <a:lnTo>
                  <a:pt x="398663" y="65202"/>
                </a:lnTo>
                <a:lnTo>
                  <a:pt x="398470" y="64839"/>
                </a:lnTo>
                <a:lnTo>
                  <a:pt x="398282" y="64467"/>
                </a:lnTo>
                <a:lnTo>
                  <a:pt x="398101" y="64086"/>
                </a:lnTo>
                <a:lnTo>
                  <a:pt x="397926" y="63697"/>
                </a:lnTo>
                <a:lnTo>
                  <a:pt x="397757" y="63300"/>
                </a:lnTo>
                <a:lnTo>
                  <a:pt x="397594" y="62894"/>
                </a:lnTo>
                <a:lnTo>
                  <a:pt x="397438" y="62480"/>
                </a:lnTo>
                <a:lnTo>
                  <a:pt x="397287" y="62057"/>
                </a:lnTo>
                <a:lnTo>
                  <a:pt x="397143" y="61627"/>
                </a:lnTo>
                <a:lnTo>
                  <a:pt x="397005" y="61189"/>
                </a:lnTo>
                <a:lnTo>
                  <a:pt x="396873" y="60743"/>
                </a:lnTo>
                <a:lnTo>
                  <a:pt x="396747" y="60291"/>
                </a:lnTo>
                <a:lnTo>
                  <a:pt x="396627" y="59830"/>
                </a:lnTo>
                <a:lnTo>
                  <a:pt x="396513" y="59363"/>
                </a:lnTo>
                <a:lnTo>
                  <a:pt x="396406" y="58888"/>
                </a:lnTo>
                <a:lnTo>
                  <a:pt x="396304" y="58406"/>
                </a:lnTo>
                <a:lnTo>
                  <a:pt x="396209" y="57916"/>
                </a:lnTo>
                <a:lnTo>
                  <a:pt x="396120" y="57419"/>
                </a:lnTo>
                <a:lnTo>
                  <a:pt x="396037" y="56915"/>
                </a:lnTo>
                <a:lnTo>
                  <a:pt x="395960" y="56403"/>
                </a:lnTo>
                <a:lnTo>
                  <a:pt x="395890" y="55884"/>
                </a:lnTo>
                <a:lnTo>
                  <a:pt x="395825" y="55358"/>
                </a:lnTo>
                <a:lnTo>
                  <a:pt x="395767" y="54824"/>
                </a:lnTo>
                <a:lnTo>
                  <a:pt x="395715" y="54283"/>
                </a:lnTo>
                <a:lnTo>
                  <a:pt x="395669" y="53734"/>
                </a:lnTo>
                <a:lnTo>
                  <a:pt x="395629" y="53178"/>
                </a:lnTo>
                <a:lnTo>
                  <a:pt x="395595" y="52615"/>
                </a:lnTo>
                <a:lnTo>
                  <a:pt x="395567" y="52044"/>
                </a:lnTo>
                <a:lnTo>
                  <a:pt x="395546" y="51466"/>
                </a:lnTo>
                <a:lnTo>
                  <a:pt x="395531" y="50880"/>
                </a:lnTo>
                <a:lnTo>
                  <a:pt x="395521" y="50288"/>
                </a:lnTo>
                <a:lnTo>
                  <a:pt x="395518" y="49687"/>
                </a:lnTo>
                <a:lnTo>
                  <a:pt x="395525" y="48780"/>
                </a:lnTo>
                <a:lnTo>
                  <a:pt x="395546" y="47889"/>
                </a:lnTo>
                <a:lnTo>
                  <a:pt x="395581" y="47015"/>
                </a:lnTo>
                <a:lnTo>
                  <a:pt x="395630" y="46158"/>
                </a:lnTo>
                <a:lnTo>
                  <a:pt x="395692" y="45318"/>
                </a:lnTo>
                <a:lnTo>
                  <a:pt x="395769" y="44495"/>
                </a:lnTo>
                <a:lnTo>
                  <a:pt x="395859" y="43690"/>
                </a:lnTo>
                <a:lnTo>
                  <a:pt x="395964" y="42901"/>
                </a:lnTo>
                <a:lnTo>
                  <a:pt x="396082" y="42129"/>
                </a:lnTo>
                <a:lnTo>
                  <a:pt x="396214" y="41375"/>
                </a:lnTo>
                <a:lnTo>
                  <a:pt x="396361" y="40637"/>
                </a:lnTo>
                <a:lnTo>
                  <a:pt x="396521" y="39917"/>
                </a:lnTo>
                <a:lnTo>
                  <a:pt x="396695" y="39213"/>
                </a:lnTo>
                <a:lnTo>
                  <a:pt x="396883" y="38527"/>
                </a:lnTo>
                <a:lnTo>
                  <a:pt x="397085" y="37857"/>
                </a:lnTo>
                <a:lnTo>
                  <a:pt x="397300" y="37205"/>
                </a:lnTo>
                <a:lnTo>
                  <a:pt x="397530" y="36569"/>
                </a:lnTo>
                <a:lnTo>
                  <a:pt x="397774" y="35951"/>
                </a:lnTo>
                <a:lnTo>
                  <a:pt x="398031" y="35350"/>
                </a:lnTo>
                <a:lnTo>
                  <a:pt x="398303" y="34765"/>
                </a:lnTo>
                <a:lnTo>
                  <a:pt x="398588" y="34198"/>
                </a:lnTo>
                <a:lnTo>
                  <a:pt x="398888" y="33648"/>
                </a:lnTo>
                <a:lnTo>
                  <a:pt x="399201" y="33115"/>
                </a:lnTo>
                <a:lnTo>
                  <a:pt x="399528" y="32599"/>
                </a:lnTo>
                <a:lnTo>
                  <a:pt x="399869" y="32102"/>
                </a:lnTo>
                <a:lnTo>
                  <a:pt x="400223" y="31626"/>
                </a:lnTo>
                <a:lnTo>
                  <a:pt x="400590" y="31171"/>
                </a:lnTo>
                <a:lnTo>
                  <a:pt x="400971" y="30737"/>
                </a:lnTo>
                <a:lnTo>
                  <a:pt x="401365" y="30325"/>
                </a:lnTo>
                <a:lnTo>
                  <a:pt x="401772" y="29933"/>
                </a:lnTo>
                <a:lnTo>
                  <a:pt x="402193" y="29563"/>
                </a:lnTo>
                <a:lnTo>
                  <a:pt x="402627" y="29214"/>
                </a:lnTo>
                <a:lnTo>
                  <a:pt x="403074" y="28886"/>
                </a:lnTo>
                <a:lnTo>
                  <a:pt x="403535" y="28580"/>
                </a:lnTo>
                <a:lnTo>
                  <a:pt x="404009" y="28294"/>
                </a:lnTo>
                <a:lnTo>
                  <a:pt x="404496" y="28030"/>
                </a:lnTo>
                <a:lnTo>
                  <a:pt x="404996" y="27787"/>
                </a:lnTo>
                <a:lnTo>
                  <a:pt x="405510" y="27564"/>
                </a:lnTo>
                <a:lnTo>
                  <a:pt x="406037" y="27364"/>
                </a:lnTo>
                <a:lnTo>
                  <a:pt x="406578" y="27184"/>
                </a:lnTo>
                <a:lnTo>
                  <a:pt x="407131" y="27025"/>
                </a:lnTo>
                <a:lnTo>
                  <a:pt x="407698" y="26888"/>
                </a:lnTo>
                <a:lnTo>
                  <a:pt x="408279" y="26771"/>
                </a:lnTo>
                <a:lnTo>
                  <a:pt x="408872" y="26676"/>
                </a:lnTo>
                <a:lnTo>
                  <a:pt x="409479" y="26602"/>
                </a:lnTo>
                <a:lnTo>
                  <a:pt x="410100" y="26549"/>
                </a:lnTo>
                <a:lnTo>
                  <a:pt x="410733" y="26517"/>
                </a:lnTo>
                <a:lnTo>
                  <a:pt x="411380" y="26507"/>
                </a:lnTo>
                <a:lnTo>
                  <a:pt x="411858" y="26513"/>
                </a:lnTo>
                <a:lnTo>
                  <a:pt x="412328" y="26531"/>
                </a:lnTo>
                <a:lnTo>
                  <a:pt x="412790" y="26560"/>
                </a:lnTo>
                <a:lnTo>
                  <a:pt x="413245" y="26602"/>
                </a:lnTo>
                <a:lnTo>
                  <a:pt x="413692" y="26656"/>
                </a:lnTo>
                <a:lnTo>
                  <a:pt x="414131" y="26721"/>
                </a:lnTo>
                <a:lnTo>
                  <a:pt x="414563" y="26798"/>
                </a:lnTo>
                <a:lnTo>
                  <a:pt x="414987" y="26888"/>
                </a:lnTo>
                <a:lnTo>
                  <a:pt x="415403" y="26989"/>
                </a:lnTo>
                <a:lnTo>
                  <a:pt x="415812" y="27102"/>
                </a:lnTo>
                <a:lnTo>
                  <a:pt x="416213" y="27227"/>
                </a:lnTo>
                <a:lnTo>
                  <a:pt x="416606" y="27363"/>
                </a:lnTo>
                <a:lnTo>
                  <a:pt x="416992" y="27512"/>
                </a:lnTo>
                <a:lnTo>
                  <a:pt x="417370" y="27673"/>
                </a:lnTo>
                <a:lnTo>
                  <a:pt x="417740" y="27845"/>
                </a:lnTo>
                <a:lnTo>
                  <a:pt x="418102" y="28029"/>
                </a:lnTo>
                <a:lnTo>
                  <a:pt x="418457" y="28226"/>
                </a:lnTo>
                <a:lnTo>
                  <a:pt x="418804" y="28434"/>
                </a:lnTo>
                <a:lnTo>
                  <a:pt x="419144" y="28654"/>
                </a:lnTo>
                <a:lnTo>
                  <a:pt x="419476" y="28886"/>
                </a:lnTo>
                <a:lnTo>
                  <a:pt x="419800" y="29130"/>
                </a:lnTo>
                <a:lnTo>
                  <a:pt x="420116" y="29386"/>
                </a:lnTo>
                <a:lnTo>
                  <a:pt x="420425" y="29653"/>
                </a:lnTo>
                <a:lnTo>
                  <a:pt x="420726" y="29933"/>
                </a:lnTo>
                <a:lnTo>
                  <a:pt x="421018" y="30223"/>
                </a:lnTo>
                <a:lnTo>
                  <a:pt x="421299" y="30521"/>
                </a:lnTo>
                <a:lnTo>
                  <a:pt x="421569" y="30828"/>
                </a:lnTo>
                <a:lnTo>
                  <a:pt x="421828" y="31145"/>
                </a:lnTo>
                <a:lnTo>
                  <a:pt x="422076" y="31470"/>
                </a:lnTo>
                <a:lnTo>
                  <a:pt x="422313" y="31803"/>
                </a:lnTo>
                <a:lnTo>
                  <a:pt x="422539" y="32146"/>
                </a:lnTo>
                <a:lnTo>
                  <a:pt x="422754" y="32497"/>
                </a:lnTo>
                <a:lnTo>
                  <a:pt x="422958" y="32858"/>
                </a:lnTo>
                <a:lnTo>
                  <a:pt x="423152" y="33227"/>
                </a:lnTo>
                <a:lnTo>
                  <a:pt x="423334" y="33604"/>
                </a:lnTo>
                <a:lnTo>
                  <a:pt x="423505" y="33991"/>
                </a:lnTo>
                <a:lnTo>
                  <a:pt x="423666" y="34386"/>
                </a:lnTo>
                <a:lnTo>
                  <a:pt x="423815" y="34791"/>
                </a:lnTo>
                <a:lnTo>
                  <a:pt x="423953" y="35204"/>
                </a:lnTo>
                <a:lnTo>
                  <a:pt x="424081" y="35626"/>
                </a:lnTo>
                <a:lnTo>
                  <a:pt x="424197" y="36056"/>
                </a:lnTo>
                <a:lnTo>
                  <a:pt x="424303" y="36496"/>
                </a:lnTo>
                <a:lnTo>
                  <a:pt x="424398" y="36944"/>
                </a:lnTo>
                <a:lnTo>
                  <a:pt x="424481" y="37401"/>
                </a:lnTo>
                <a:lnTo>
                  <a:pt x="424554" y="37867"/>
                </a:lnTo>
                <a:lnTo>
                  <a:pt x="424616" y="38342"/>
                </a:lnTo>
                <a:lnTo>
                  <a:pt x="424667" y="38825"/>
                </a:lnTo>
                <a:lnTo>
                  <a:pt x="424707" y="39318"/>
                </a:lnTo>
                <a:lnTo>
                  <a:pt x="434436" y="39318"/>
                </a:lnTo>
                <a:lnTo>
                  <a:pt x="434411" y="38736"/>
                </a:lnTo>
                <a:lnTo>
                  <a:pt x="434377" y="38163"/>
                </a:lnTo>
                <a:lnTo>
                  <a:pt x="434332" y="37598"/>
                </a:lnTo>
                <a:lnTo>
                  <a:pt x="434278" y="37042"/>
                </a:lnTo>
                <a:lnTo>
                  <a:pt x="434214" y="36495"/>
                </a:lnTo>
                <a:lnTo>
                  <a:pt x="434139" y="35955"/>
                </a:lnTo>
                <a:lnTo>
                  <a:pt x="434055" y="35425"/>
                </a:lnTo>
                <a:lnTo>
                  <a:pt x="433961" y="34902"/>
                </a:lnTo>
                <a:lnTo>
                  <a:pt x="433857" y="34388"/>
                </a:lnTo>
                <a:lnTo>
                  <a:pt x="433743" y="33883"/>
                </a:lnTo>
                <a:lnTo>
                  <a:pt x="433619" y="33386"/>
                </a:lnTo>
                <a:lnTo>
                  <a:pt x="433485" y="32897"/>
                </a:lnTo>
                <a:lnTo>
                  <a:pt x="433341" y="32417"/>
                </a:lnTo>
                <a:lnTo>
                  <a:pt x="433188" y="31946"/>
                </a:lnTo>
                <a:lnTo>
                  <a:pt x="433024" y="31483"/>
                </a:lnTo>
                <a:lnTo>
                  <a:pt x="432850" y="31028"/>
                </a:lnTo>
                <a:lnTo>
                  <a:pt x="432667" y="30582"/>
                </a:lnTo>
                <a:lnTo>
                  <a:pt x="432474" y="30144"/>
                </a:lnTo>
                <a:lnTo>
                  <a:pt x="432270" y="29715"/>
                </a:lnTo>
                <a:lnTo>
                  <a:pt x="432057" y="29294"/>
                </a:lnTo>
                <a:lnTo>
                  <a:pt x="431834" y="28881"/>
                </a:lnTo>
                <a:lnTo>
                  <a:pt x="431601" y="28477"/>
                </a:lnTo>
                <a:lnTo>
                  <a:pt x="431357" y="28082"/>
                </a:lnTo>
                <a:lnTo>
                  <a:pt x="431104" y="27695"/>
                </a:lnTo>
                <a:lnTo>
                  <a:pt x="430843" y="27316"/>
                </a:lnTo>
                <a:lnTo>
                  <a:pt x="430574" y="26945"/>
                </a:lnTo>
                <a:lnTo>
                  <a:pt x="430298" y="26582"/>
                </a:lnTo>
                <a:lnTo>
                  <a:pt x="430015" y="26227"/>
                </a:lnTo>
                <a:lnTo>
                  <a:pt x="429725" y="25881"/>
                </a:lnTo>
                <a:lnTo>
                  <a:pt x="429428" y="25542"/>
                </a:lnTo>
                <a:lnTo>
                  <a:pt x="429123" y="25211"/>
                </a:lnTo>
                <a:lnTo>
                  <a:pt x="428811" y="24889"/>
                </a:lnTo>
                <a:lnTo>
                  <a:pt x="428492" y="24574"/>
                </a:lnTo>
                <a:lnTo>
                  <a:pt x="428166" y="24267"/>
                </a:lnTo>
                <a:lnTo>
                  <a:pt x="427833" y="23969"/>
                </a:lnTo>
                <a:lnTo>
                  <a:pt x="427493" y="23678"/>
                </a:lnTo>
                <a:lnTo>
                  <a:pt x="427145" y="23396"/>
                </a:lnTo>
                <a:lnTo>
                  <a:pt x="426790" y="23121"/>
                </a:lnTo>
                <a:lnTo>
                  <a:pt x="426429" y="22855"/>
                </a:lnTo>
                <a:lnTo>
                  <a:pt x="426060" y="22597"/>
                </a:lnTo>
                <a:lnTo>
                  <a:pt x="425683" y="22346"/>
                </a:lnTo>
                <a:lnTo>
                  <a:pt x="425300" y="22104"/>
                </a:lnTo>
                <a:lnTo>
                  <a:pt x="424909" y="21870"/>
                </a:lnTo>
                <a:lnTo>
                  <a:pt x="424512" y="21644"/>
                </a:lnTo>
                <a:lnTo>
                  <a:pt x="424107" y="21425"/>
                </a:lnTo>
                <a:lnTo>
                  <a:pt x="423695" y="21215"/>
                </a:lnTo>
                <a:lnTo>
                  <a:pt x="423276" y="21013"/>
                </a:lnTo>
                <a:lnTo>
                  <a:pt x="422849" y="20819"/>
                </a:lnTo>
                <a:lnTo>
                  <a:pt x="422417" y="20633"/>
                </a:lnTo>
                <a:lnTo>
                  <a:pt x="421980" y="20455"/>
                </a:lnTo>
                <a:lnTo>
                  <a:pt x="421539" y="20284"/>
                </a:lnTo>
                <a:lnTo>
                  <a:pt x="421092" y="20122"/>
                </a:lnTo>
                <a:lnTo>
                  <a:pt x="420642" y="19967"/>
                </a:lnTo>
                <a:lnTo>
                  <a:pt x="420186" y="19821"/>
                </a:lnTo>
                <a:lnTo>
                  <a:pt x="419727" y="19682"/>
                </a:lnTo>
                <a:lnTo>
                  <a:pt x="419262" y="19551"/>
                </a:lnTo>
                <a:lnTo>
                  <a:pt x="418793" y="19429"/>
                </a:lnTo>
                <a:lnTo>
                  <a:pt x="418319" y="19314"/>
                </a:lnTo>
                <a:lnTo>
                  <a:pt x="417841" y="19207"/>
                </a:lnTo>
                <a:lnTo>
                  <a:pt x="417358" y="19108"/>
                </a:lnTo>
                <a:lnTo>
                  <a:pt x="416870" y="19016"/>
                </a:lnTo>
                <a:lnTo>
                  <a:pt x="416378" y="18933"/>
                </a:lnTo>
                <a:lnTo>
                  <a:pt x="415881" y="18858"/>
                </a:lnTo>
                <a:lnTo>
                  <a:pt x="415380" y="18791"/>
                </a:lnTo>
                <a:lnTo>
                  <a:pt x="414874" y="18731"/>
                </a:lnTo>
                <a:lnTo>
                  <a:pt x="414364" y="18680"/>
                </a:lnTo>
                <a:lnTo>
                  <a:pt x="413848" y="18636"/>
                </a:lnTo>
                <a:lnTo>
                  <a:pt x="413329" y="18600"/>
                </a:lnTo>
                <a:lnTo>
                  <a:pt x="412804" y="18573"/>
                </a:lnTo>
                <a:lnTo>
                  <a:pt x="412275" y="18553"/>
                </a:lnTo>
                <a:lnTo>
                  <a:pt x="411742" y="18541"/>
                </a:lnTo>
                <a:lnTo>
                  <a:pt x="411203" y="18537"/>
                </a:lnTo>
                <a:lnTo>
                  <a:pt x="410563" y="18543"/>
                </a:lnTo>
                <a:lnTo>
                  <a:pt x="409929" y="18561"/>
                </a:lnTo>
                <a:lnTo>
                  <a:pt x="409302" y="18592"/>
                </a:lnTo>
                <a:lnTo>
                  <a:pt x="408682" y="18635"/>
                </a:lnTo>
                <a:lnTo>
                  <a:pt x="408068" y="18689"/>
                </a:lnTo>
                <a:lnTo>
                  <a:pt x="407461" y="18756"/>
                </a:lnTo>
                <a:lnTo>
                  <a:pt x="406860" y="18836"/>
                </a:lnTo>
                <a:lnTo>
                  <a:pt x="406266" y="18927"/>
                </a:lnTo>
                <a:lnTo>
                  <a:pt x="405679" y="19031"/>
                </a:lnTo>
                <a:lnTo>
                  <a:pt x="405099" y="19146"/>
                </a:lnTo>
                <a:lnTo>
                  <a:pt x="404525" y="19274"/>
                </a:lnTo>
                <a:lnTo>
                  <a:pt x="403958" y="19414"/>
                </a:lnTo>
                <a:lnTo>
                  <a:pt x="403397" y="19567"/>
                </a:lnTo>
                <a:lnTo>
                  <a:pt x="402843" y="19731"/>
                </a:lnTo>
                <a:lnTo>
                  <a:pt x="402296" y="19908"/>
                </a:lnTo>
                <a:lnTo>
                  <a:pt x="401756" y="20097"/>
                </a:lnTo>
                <a:lnTo>
                  <a:pt x="401222" y="20298"/>
                </a:lnTo>
                <a:lnTo>
                  <a:pt x="400694" y="20511"/>
                </a:lnTo>
                <a:lnTo>
                  <a:pt x="400174" y="20736"/>
                </a:lnTo>
                <a:lnTo>
                  <a:pt x="399660" y="20974"/>
                </a:lnTo>
                <a:lnTo>
                  <a:pt x="399152" y="21224"/>
                </a:lnTo>
                <a:lnTo>
                  <a:pt x="398652" y="21486"/>
                </a:lnTo>
                <a:lnTo>
                  <a:pt x="398158" y="21760"/>
                </a:lnTo>
                <a:lnTo>
                  <a:pt x="397671" y="22046"/>
                </a:lnTo>
                <a:lnTo>
                  <a:pt x="397191" y="22344"/>
                </a:lnTo>
                <a:lnTo>
                  <a:pt x="396720" y="22655"/>
                </a:lnTo>
                <a:lnTo>
                  <a:pt x="396259" y="22977"/>
                </a:lnTo>
                <a:lnTo>
                  <a:pt x="395806" y="23311"/>
                </a:lnTo>
                <a:lnTo>
                  <a:pt x="395362" y="23658"/>
                </a:lnTo>
                <a:lnTo>
                  <a:pt x="394927" y="24016"/>
                </a:lnTo>
                <a:lnTo>
                  <a:pt x="394501" y="24386"/>
                </a:lnTo>
                <a:lnTo>
                  <a:pt x="394083" y="24768"/>
                </a:lnTo>
                <a:lnTo>
                  <a:pt x="393675" y="25163"/>
                </a:lnTo>
                <a:lnTo>
                  <a:pt x="393276" y="25569"/>
                </a:lnTo>
                <a:lnTo>
                  <a:pt x="392885" y="25987"/>
                </a:lnTo>
                <a:lnTo>
                  <a:pt x="392504" y="26417"/>
                </a:lnTo>
                <a:lnTo>
                  <a:pt x="392131" y="26859"/>
                </a:lnTo>
                <a:lnTo>
                  <a:pt x="391767" y="27313"/>
                </a:lnTo>
                <a:lnTo>
                  <a:pt x="391412" y="27779"/>
                </a:lnTo>
                <a:lnTo>
                  <a:pt x="391066" y="28257"/>
                </a:lnTo>
                <a:lnTo>
                  <a:pt x="390729" y="28747"/>
                </a:lnTo>
                <a:lnTo>
                  <a:pt x="390401" y="29249"/>
                </a:lnTo>
                <a:lnTo>
                  <a:pt x="390082" y="29763"/>
                </a:lnTo>
                <a:lnTo>
                  <a:pt x="389771" y="30289"/>
                </a:lnTo>
                <a:lnTo>
                  <a:pt x="389470" y="30827"/>
                </a:lnTo>
                <a:lnTo>
                  <a:pt x="389178" y="31376"/>
                </a:lnTo>
                <a:lnTo>
                  <a:pt x="388894" y="31938"/>
                </a:lnTo>
                <a:lnTo>
                  <a:pt x="388619" y="32512"/>
                </a:lnTo>
                <a:lnTo>
                  <a:pt x="388355" y="33097"/>
                </a:lnTo>
                <a:lnTo>
                  <a:pt x="388101" y="33694"/>
                </a:lnTo>
                <a:lnTo>
                  <a:pt x="387859" y="34302"/>
                </a:lnTo>
                <a:lnTo>
                  <a:pt x="387628" y="34921"/>
                </a:lnTo>
                <a:lnTo>
                  <a:pt x="387409" y="35551"/>
                </a:lnTo>
                <a:lnTo>
                  <a:pt x="387200" y="36193"/>
                </a:lnTo>
                <a:lnTo>
                  <a:pt x="387003" y="36846"/>
                </a:lnTo>
                <a:lnTo>
                  <a:pt x="386817" y="37511"/>
                </a:lnTo>
                <a:lnTo>
                  <a:pt x="386643" y="38187"/>
                </a:lnTo>
                <a:lnTo>
                  <a:pt x="386480" y="38874"/>
                </a:lnTo>
                <a:lnTo>
                  <a:pt x="386328" y="39573"/>
                </a:lnTo>
                <a:lnTo>
                  <a:pt x="386187" y="40282"/>
                </a:lnTo>
                <a:lnTo>
                  <a:pt x="386057" y="41004"/>
                </a:lnTo>
                <a:lnTo>
                  <a:pt x="385939" y="41736"/>
                </a:lnTo>
                <a:lnTo>
                  <a:pt x="385832" y="42480"/>
                </a:lnTo>
                <a:lnTo>
                  <a:pt x="385736" y="43235"/>
                </a:lnTo>
                <a:lnTo>
                  <a:pt x="385652" y="44001"/>
                </a:lnTo>
                <a:lnTo>
                  <a:pt x="385579" y="44779"/>
                </a:lnTo>
                <a:lnTo>
                  <a:pt x="385517" y="45568"/>
                </a:lnTo>
                <a:lnTo>
                  <a:pt x="385466" y="46369"/>
                </a:lnTo>
                <a:lnTo>
                  <a:pt x="385427" y="47181"/>
                </a:lnTo>
                <a:lnTo>
                  <a:pt x="385399" y="48004"/>
                </a:lnTo>
                <a:lnTo>
                  <a:pt x="385382" y="48838"/>
                </a:lnTo>
                <a:lnTo>
                  <a:pt x="385376" y="49684"/>
                </a:lnTo>
                <a:lnTo>
                  <a:pt x="385382" y="50529"/>
                </a:lnTo>
                <a:lnTo>
                  <a:pt x="385399" y="51364"/>
                </a:lnTo>
                <a:lnTo>
                  <a:pt x="385428" y="52186"/>
                </a:lnTo>
                <a:lnTo>
                  <a:pt x="385468" y="52997"/>
                </a:lnTo>
                <a:lnTo>
                  <a:pt x="385519" y="53796"/>
                </a:lnTo>
                <a:lnTo>
                  <a:pt x="385582" y="54583"/>
                </a:lnTo>
                <a:lnTo>
                  <a:pt x="385657" y="55359"/>
                </a:lnTo>
                <a:lnTo>
                  <a:pt x="385743" y="56124"/>
                </a:lnTo>
                <a:lnTo>
                  <a:pt x="385840" y="56876"/>
                </a:lnTo>
                <a:lnTo>
                  <a:pt x="385949" y="57617"/>
                </a:lnTo>
                <a:lnTo>
                  <a:pt x="386070" y="58346"/>
                </a:lnTo>
                <a:lnTo>
                  <a:pt x="386202" y="59064"/>
                </a:lnTo>
                <a:lnTo>
                  <a:pt x="386345" y="59770"/>
                </a:lnTo>
                <a:lnTo>
                  <a:pt x="386500" y="60464"/>
                </a:lnTo>
                <a:lnTo>
                  <a:pt x="386666" y="61147"/>
                </a:lnTo>
                <a:lnTo>
                  <a:pt x="386844" y="61818"/>
                </a:lnTo>
                <a:lnTo>
                  <a:pt x="387033" y="62477"/>
                </a:lnTo>
                <a:lnTo>
                  <a:pt x="387233" y="63125"/>
                </a:lnTo>
                <a:lnTo>
                  <a:pt x="387446" y="63761"/>
                </a:lnTo>
                <a:lnTo>
                  <a:pt x="387669" y="64386"/>
                </a:lnTo>
                <a:lnTo>
                  <a:pt x="387904" y="64999"/>
                </a:lnTo>
                <a:lnTo>
                  <a:pt x="388151" y="65600"/>
                </a:lnTo>
                <a:lnTo>
                  <a:pt x="388409" y="66189"/>
                </a:lnTo>
                <a:lnTo>
                  <a:pt x="388678" y="66767"/>
                </a:lnTo>
                <a:lnTo>
                  <a:pt x="388958" y="67333"/>
                </a:lnTo>
                <a:lnTo>
                  <a:pt x="389246" y="67887"/>
                </a:lnTo>
                <a:lnTo>
                  <a:pt x="389543" y="68429"/>
                </a:lnTo>
                <a:lnTo>
                  <a:pt x="389849" y="68960"/>
                </a:lnTo>
                <a:lnTo>
                  <a:pt x="390164" y="69478"/>
                </a:lnTo>
                <a:lnTo>
                  <a:pt x="390488" y="69985"/>
                </a:lnTo>
                <a:lnTo>
                  <a:pt x="390820" y="70480"/>
                </a:lnTo>
                <a:lnTo>
                  <a:pt x="391161" y="70963"/>
                </a:lnTo>
                <a:lnTo>
                  <a:pt x="391511" y="71434"/>
                </a:lnTo>
                <a:lnTo>
                  <a:pt x="391870" y="71893"/>
                </a:lnTo>
                <a:lnTo>
                  <a:pt x="392238" y="72341"/>
                </a:lnTo>
                <a:lnTo>
                  <a:pt x="392614" y="72776"/>
                </a:lnTo>
                <a:lnTo>
                  <a:pt x="392999" y="73200"/>
                </a:lnTo>
                <a:lnTo>
                  <a:pt x="393393" y="73612"/>
                </a:lnTo>
                <a:lnTo>
                  <a:pt x="393796" y="74012"/>
                </a:lnTo>
                <a:lnTo>
                  <a:pt x="394208" y="74400"/>
                </a:lnTo>
                <a:lnTo>
                  <a:pt x="394628" y="74776"/>
                </a:lnTo>
                <a:lnTo>
                  <a:pt x="395058" y="75141"/>
                </a:lnTo>
                <a:lnTo>
                  <a:pt x="395496" y="75493"/>
                </a:lnTo>
                <a:lnTo>
                  <a:pt x="395942" y="75834"/>
                </a:lnTo>
                <a:lnTo>
                  <a:pt x="396398" y="76163"/>
                </a:lnTo>
                <a:lnTo>
                  <a:pt x="396863" y="76480"/>
                </a:lnTo>
                <a:lnTo>
                  <a:pt x="397336" y="76785"/>
                </a:lnTo>
                <a:lnTo>
                  <a:pt x="397818" y="77078"/>
                </a:lnTo>
                <a:lnTo>
                  <a:pt x="398307" y="77359"/>
                </a:lnTo>
                <a:lnTo>
                  <a:pt x="398803" y="77628"/>
                </a:lnTo>
                <a:lnTo>
                  <a:pt x="399304" y="77886"/>
                </a:lnTo>
                <a:lnTo>
                  <a:pt x="399811" y="78131"/>
                </a:lnTo>
                <a:lnTo>
                  <a:pt x="400325" y="78364"/>
                </a:lnTo>
                <a:lnTo>
                  <a:pt x="400844" y="78586"/>
                </a:lnTo>
                <a:lnTo>
                  <a:pt x="401369" y="78795"/>
                </a:lnTo>
                <a:lnTo>
                  <a:pt x="401900" y="78993"/>
                </a:lnTo>
                <a:lnTo>
                  <a:pt x="402437" y="79178"/>
                </a:lnTo>
                <a:lnTo>
                  <a:pt x="402980" y="79352"/>
                </a:lnTo>
                <a:lnTo>
                  <a:pt x="403528" y="79513"/>
                </a:lnTo>
                <a:lnTo>
                  <a:pt x="404083" y="79663"/>
                </a:lnTo>
                <a:lnTo>
                  <a:pt x="404644" y="79800"/>
                </a:lnTo>
                <a:lnTo>
                  <a:pt x="405210" y="79926"/>
                </a:lnTo>
                <a:lnTo>
                  <a:pt x="405783" y="80040"/>
                </a:lnTo>
                <a:lnTo>
                  <a:pt x="406361" y="80141"/>
                </a:lnTo>
                <a:lnTo>
                  <a:pt x="406946" y="80231"/>
                </a:lnTo>
                <a:lnTo>
                  <a:pt x="407536" y="80309"/>
                </a:lnTo>
                <a:lnTo>
                  <a:pt x="408133" y="80375"/>
                </a:lnTo>
                <a:lnTo>
                  <a:pt x="408735" y="80428"/>
                </a:lnTo>
                <a:lnTo>
                  <a:pt x="409343" y="80470"/>
                </a:lnTo>
                <a:lnTo>
                  <a:pt x="409957" y="80500"/>
                </a:lnTo>
                <a:lnTo>
                  <a:pt x="410577" y="80518"/>
                </a:lnTo>
                <a:lnTo>
                  <a:pt x="411203" y="80524"/>
                </a:lnTo>
                <a:lnTo>
                  <a:pt x="411751" y="80520"/>
                </a:lnTo>
                <a:lnTo>
                  <a:pt x="412295" y="80507"/>
                </a:lnTo>
                <a:lnTo>
                  <a:pt x="412834" y="80487"/>
                </a:lnTo>
                <a:lnTo>
                  <a:pt x="413368" y="80457"/>
                </a:lnTo>
                <a:close/>
                <a:moveTo>
                  <a:pt x="192026" y="79462"/>
                </a:moveTo>
                <a:lnTo>
                  <a:pt x="210365" y="19600"/>
                </a:lnTo>
                <a:lnTo>
                  <a:pt x="200694" y="19600"/>
                </a:lnTo>
                <a:lnTo>
                  <a:pt x="187191" y="67846"/>
                </a:lnTo>
                <a:lnTo>
                  <a:pt x="173216" y="19600"/>
                </a:lnTo>
                <a:lnTo>
                  <a:pt x="162307" y="19600"/>
                </a:lnTo>
                <a:lnTo>
                  <a:pt x="148509" y="67907"/>
                </a:lnTo>
                <a:lnTo>
                  <a:pt x="134888" y="19600"/>
                </a:lnTo>
                <a:lnTo>
                  <a:pt x="124627" y="19600"/>
                </a:lnTo>
                <a:lnTo>
                  <a:pt x="143025" y="79462"/>
                </a:lnTo>
                <a:lnTo>
                  <a:pt x="153462" y="79462"/>
                </a:lnTo>
                <a:lnTo>
                  <a:pt x="167555" y="30724"/>
                </a:lnTo>
                <a:lnTo>
                  <a:pt x="181589" y="79462"/>
                </a:lnTo>
                <a:lnTo>
                  <a:pt x="192026" y="79462"/>
                </a:lnTo>
                <a:close/>
                <a:moveTo>
                  <a:pt x="467209" y="80440"/>
                </a:moveTo>
                <a:lnTo>
                  <a:pt x="467752" y="80392"/>
                </a:lnTo>
                <a:lnTo>
                  <a:pt x="468288" y="80334"/>
                </a:lnTo>
                <a:lnTo>
                  <a:pt x="468815" y="80266"/>
                </a:lnTo>
                <a:lnTo>
                  <a:pt x="469334" y="80186"/>
                </a:lnTo>
                <a:lnTo>
                  <a:pt x="469845" y="80097"/>
                </a:lnTo>
                <a:lnTo>
                  <a:pt x="470348" y="79996"/>
                </a:lnTo>
                <a:lnTo>
                  <a:pt x="470843" y="79886"/>
                </a:lnTo>
                <a:lnTo>
                  <a:pt x="471330" y="79764"/>
                </a:lnTo>
                <a:lnTo>
                  <a:pt x="471809" y="79632"/>
                </a:lnTo>
                <a:lnTo>
                  <a:pt x="472280" y="79490"/>
                </a:lnTo>
                <a:lnTo>
                  <a:pt x="472742" y="79337"/>
                </a:lnTo>
                <a:lnTo>
                  <a:pt x="473197" y="79173"/>
                </a:lnTo>
                <a:lnTo>
                  <a:pt x="473643" y="78999"/>
                </a:lnTo>
                <a:lnTo>
                  <a:pt x="474081" y="78814"/>
                </a:lnTo>
                <a:lnTo>
                  <a:pt x="474512" y="78619"/>
                </a:lnTo>
                <a:lnTo>
                  <a:pt x="474934" y="78413"/>
                </a:lnTo>
                <a:lnTo>
                  <a:pt x="475348" y="78196"/>
                </a:lnTo>
                <a:lnTo>
                  <a:pt x="475754" y="77969"/>
                </a:lnTo>
                <a:lnTo>
                  <a:pt x="476152" y="77732"/>
                </a:lnTo>
                <a:lnTo>
                  <a:pt x="476541" y="77484"/>
                </a:lnTo>
                <a:lnTo>
                  <a:pt x="476923" y="77230"/>
                </a:lnTo>
                <a:lnTo>
                  <a:pt x="477298" y="76975"/>
                </a:lnTo>
                <a:lnTo>
                  <a:pt x="477666" y="76719"/>
                </a:lnTo>
                <a:lnTo>
                  <a:pt x="478026" y="76461"/>
                </a:lnTo>
                <a:lnTo>
                  <a:pt x="478379" y="76203"/>
                </a:lnTo>
                <a:lnTo>
                  <a:pt x="478725" y="75943"/>
                </a:lnTo>
                <a:lnTo>
                  <a:pt x="479063" y="75683"/>
                </a:lnTo>
                <a:lnTo>
                  <a:pt x="479395" y="75421"/>
                </a:lnTo>
                <a:lnTo>
                  <a:pt x="479719" y="75158"/>
                </a:lnTo>
                <a:lnTo>
                  <a:pt x="480035" y="74894"/>
                </a:lnTo>
                <a:lnTo>
                  <a:pt x="480345" y="74629"/>
                </a:lnTo>
                <a:lnTo>
                  <a:pt x="480647" y="74362"/>
                </a:lnTo>
                <a:lnTo>
                  <a:pt x="480942" y="74095"/>
                </a:lnTo>
                <a:lnTo>
                  <a:pt x="481229" y="73826"/>
                </a:lnTo>
                <a:lnTo>
                  <a:pt x="481510" y="73557"/>
                </a:lnTo>
                <a:lnTo>
                  <a:pt x="481783" y="73286"/>
                </a:lnTo>
                <a:lnTo>
                  <a:pt x="482049" y="73014"/>
                </a:lnTo>
                <a:lnTo>
                  <a:pt x="482307" y="72741"/>
                </a:lnTo>
                <a:lnTo>
                  <a:pt x="482558" y="72467"/>
                </a:lnTo>
                <a:lnTo>
                  <a:pt x="482802" y="72191"/>
                </a:lnTo>
                <a:lnTo>
                  <a:pt x="483039" y="71915"/>
                </a:lnTo>
                <a:lnTo>
                  <a:pt x="483269" y="71637"/>
                </a:lnTo>
                <a:lnTo>
                  <a:pt x="483491" y="71358"/>
                </a:lnTo>
                <a:lnTo>
                  <a:pt x="483706" y="71079"/>
                </a:lnTo>
                <a:lnTo>
                  <a:pt x="483942" y="79462"/>
                </a:lnTo>
                <a:lnTo>
                  <a:pt x="493435" y="79462"/>
                </a:lnTo>
                <a:lnTo>
                  <a:pt x="493435" y="19600"/>
                </a:lnTo>
                <a:lnTo>
                  <a:pt x="483588" y="19600"/>
                </a:lnTo>
                <a:lnTo>
                  <a:pt x="483588" y="62670"/>
                </a:lnTo>
                <a:lnTo>
                  <a:pt x="483384" y="62965"/>
                </a:lnTo>
                <a:lnTo>
                  <a:pt x="483174" y="63258"/>
                </a:lnTo>
                <a:lnTo>
                  <a:pt x="482959" y="63548"/>
                </a:lnTo>
                <a:lnTo>
                  <a:pt x="482739" y="63835"/>
                </a:lnTo>
                <a:lnTo>
                  <a:pt x="482514" y="64120"/>
                </a:lnTo>
                <a:lnTo>
                  <a:pt x="482283" y="64402"/>
                </a:lnTo>
                <a:lnTo>
                  <a:pt x="482047" y="64682"/>
                </a:lnTo>
                <a:lnTo>
                  <a:pt x="481806" y="64959"/>
                </a:lnTo>
                <a:lnTo>
                  <a:pt x="481559" y="65233"/>
                </a:lnTo>
                <a:lnTo>
                  <a:pt x="481307" y="65505"/>
                </a:lnTo>
                <a:lnTo>
                  <a:pt x="481050" y="65775"/>
                </a:lnTo>
                <a:lnTo>
                  <a:pt x="480787" y="66041"/>
                </a:lnTo>
                <a:lnTo>
                  <a:pt x="480519" y="66305"/>
                </a:lnTo>
                <a:lnTo>
                  <a:pt x="480246" y="66567"/>
                </a:lnTo>
                <a:lnTo>
                  <a:pt x="479967" y="66826"/>
                </a:lnTo>
                <a:lnTo>
                  <a:pt x="479683" y="67082"/>
                </a:lnTo>
                <a:lnTo>
                  <a:pt x="479394" y="67335"/>
                </a:lnTo>
                <a:lnTo>
                  <a:pt x="479099" y="67586"/>
                </a:lnTo>
                <a:lnTo>
                  <a:pt x="478799" y="67835"/>
                </a:lnTo>
                <a:lnTo>
                  <a:pt x="478494" y="68081"/>
                </a:lnTo>
                <a:lnTo>
                  <a:pt x="478183" y="68324"/>
                </a:lnTo>
                <a:lnTo>
                  <a:pt x="477867" y="68565"/>
                </a:lnTo>
                <a:lnTo>
                  <a:pt x="477546" y="68803"/>
                </a:lnTo>
                <a:lnTo>
                  <a:pt x="477219" y="69038"/>
                </a:lnTo>
                <a:lnTo>
                  <a:pt x="476887" y="69267"/>
                </a:lnTo>
                <a:lnTo>
                  <a:pt x="476547" y="69487"/>
                </a:lnTo>
                <a:lnTo>
                  <a:pt x="476201" y="69696"/>
                </a:lnTo>
                <a:lnTo>
                  <a:pt x="475848" y="69896"/>
                </a:lnTo>
                <a:lnTo>
                  <a:pt x="475489" y="70086"/>
                </a:lnTo>
                <a:lnTo>
                  <a:pt x="475122" y="70267"/>
                </a:lnTo>
                <a:lnTo>
                  <a:pt x="474749" y="70437"/>
                </a:lnTo>
                <a:lnTo>
                  <a:pt x="474369" y="70598"/>
                </a:lnTo>
                <a:lnTo>
                  <a:pt x="473983" y="70749"/>
                </a:lnTo>
                <a:lnTo>
                  <a:pt x="473589" y="70891"/>
                </a:lnTo>
                <a:lnTo>
                  <a:pt x="473189" y="71022"/>
                </a:lnTo>
                <a:lnTo>
                  <a:pt x="472782" y="71144"/>
                </a:lnTo>
                <a:lnTo>
                  <a:pt x="472369" y="71256"/>
                </a:lnTo>
                <a:lnTo>
                  <a:pt x="471948" y="71359"/>
                </a:lnTo>
                <a:lnTo>
                  <a:pt x="471521" y="71451"/>
                </a:lnTo>
                <a:lnTo>
                  <a:pt x="471087" y="71534"/>
                </a:lnTo>
                <a:lnTo>
                  <a:pt x="470646" y="71607"/>
                </a:lnTo>
                <a:lnTo>
                  <a:pt x="470199" y="71671"/>
                </a:lnTo>
                <a:lnTo>
                  <a:pt x="469745" y="71724"/>
                </a:lnTo>
                <a:lnTo>
                  <a:pt x="469284" y="71768"/>
                </a:lnTo>
                <a:lnTo>
                  <a:pt x="468816" y="71802"/>
                </a:lnTo>
                <a:lnTo>
                  <a:pt x="468341" y="71827"/>
                </a:lnTo>
                <a:lnTo>
                  <a:pt x="467860" y="71841"/>
                </a:lnTo>
                <a:lnTo>
                  <a:pt x="467372" y="71846"/>
                </a:lnTo>
                <a:lnTo>
                  <a:pt x="467036" y="71843"/>
                </a:lnTo>
                <a:lnTo>
                  <a:pt x="466707" y="71833"/>
                </a:lnTo>
                <a:lnTo>
                  <a:pt x="466384" y="71817"/>
                </a:lnTo>
                <a:lnTo>
                  <a:pt x="466068" y="71795"/>
                </a:lnTo>
                <a:lnTo>
                  <a:pt x="465759" y="71766"/>
                </a:lnTo>
                <a:lnTo>
                  <a:pt x="465456" y="71731"/>
                </a:lnTo>
                <a:lnTo>
                  <a:pt x="465159" y="71689"/>
                </a:lnTo>
                <a:lnTo>
                  <a:pt x="464869" y="71641"/>
                </a:lnTo>
                <a:lnTo>
                  <a:pt x="464586" y="71587"/>
                </a:lnTo>
                <a:lnTo>
                  <a:pt x="464309" y="71526"/>
                </a:lnTo>
                <a:lnTo>
                  <a:pt x="464039" y="71459"/>
                </a:lnTo>
                <a:lnTo>
                  <a:pt x="463775" y="71386"/>
                </a:lnTo>
                <a:lnTo>
                  <a:pt x="463518" y="71306"/>
                </a:lnTo>
                <a:lnTo>
                  <a:pt x="463267" y="71219"/>
                </a:lnTo>
                <a:lnTo>
                  <a:pt x="463023" y="71127"/>
                </a:lnTo>
                <a:lnTo>
                  <a:pt x="462786" y="71028"/>
                </a:lnTo>
                <a:lnTo>
                  <a:pt x="462555" y="70922"/>
                </a:lnTo>
                <a:lnTo>
                  <a:pt x="462330" y="70810"/>
                </a:lnTo>
                <a:lnTo>
                  <a:pt x="462113" y="70692"/>
                </a:lnTo>
                <a:lnTo>
                  <a:pt x="461901" y="70567"/>
                </a:lnTo>
                <a:lnTo>
                  <a:pt x="461697" y="70436"/>
                </a:lnTo>
                <a:lnTo>
                  <a:pt x="461498" y="70299"/>
                </a:lnTo>
                <a:lnTo>
                  <a:pt x="461307" y="70155"/>
                </a:lnTo>
                <a:lnTo>
                  <a:pt x="461122" y="70005"/>
                </a:lnTo>
                <a:lnTo>
                  <a:pt x="460942" y="69849"/>
                </a:lnTo>
                <a:lnTo>
                  <a:pt x="460768" y="69688"/>
                </a:lnTo>
                <a:lnTo>
                  <a:pt x="460598" y="69523"/>
                </a:lnTo>
                <a:lnTo>
                  <a:pt x="460433" y="69352"/>
                </a:lnTo>
                <a:lnTo>
                  <a:pt x="460273" y="69177"/>
                </a:lnTo>
                <a:lnTo>
                  <a:pt x="460117" y="68997"/>
                </a:lnTo>
                <a:lnTo>
                  <a:pt x="459967" y="68811"/>
                </a:lnTo>
                <a:lnTo>
                  <a:pt x="459821" y="68621"/>
                </a:lnTo>
                <a:lnTo>
                  <a:pt x="459680" y="68427"/>
                </a:lnTo>
                <a:lnTo>
                  <a:pt x="459544" y="68227"/>
                </a:lnTo>
                <a:lnTo>
                  <a:pt x="459413" y="68022"/>
                </a:lnTo>
                <a:lnTo>
                  <a:pt x="459286" y="67813"/>
                </a:lnTo>
                <a:lnTo>
                  <a:pt x="459165" y="67598"/>
                </a:lnTo>
                <a:lnTo>
                  <a:pt x="459048" y="67379"/>
                </a:lnTo>
                <a:lnTo>
                  <a:pt x="458936" y="67155"/>
                </a:lnTo>
                <a:lnTo>
                  <a:pt x="458828" y="66926"/>
                </a:lnTo>
                <a:lnTo>
                  <a:pt x="458726" y="66692"/>
                </a:lnTo>
                <a:lnTo>
                  <a:pt x="458628" y="66453"/>
                </a:lnTo>
                <a:lnTo>
                  <a:pt x="458536" y="66210"/>
                </a:lnTo>
                <a:lnTo>
                  <a:pt x="458448" y="65961"/>
                </a:lnTo>
                <a:lnTo>
                  <a:pt x="458364" y="65708"/>
                </a:lnTo>
                <a:lnTo>
                  <a:pt x="458286" y="65450"/>
                </a:lnTo>
                <a:lnTo>
                  <a:pt x="458213" y="65187"/>
                </a:lnTo>
                <a:lnTo>
                  <a:pt x="458144" y="64919"/>
                </a:lnTo>
                <a:lnTo>
                  <a:pt x="458079" y="64646"/>
                </a:lnTo>
                <a:lnTo>
                  <a:pt x="458017" y="64370"/>
                </a:lnTo>
                <a:lnTo>
                  <a:pt x="457957" y="64091"/>
                </a:lnTo>
                <a:lnTo>
                  <a:pt x="457901" y="63809"/>
                </a:lnTo>
                <a:lnTo>
                  <a:pt x="457847" y="63522"/>
                </a:lnTo>
                <a:lnTo>
                  <a:pt x="457796" y="63233"/>
                </a:lnTo>
                <a:lnTo>
                  <a:pt x="457747" y="62940"/>
                </a:lnTo>
                <a:lnTo>
                  <a:pt x="457702" y="62643"/>
                </a:lnTo>
                <a:lnTo>
                  <a:pt x="457659" y="62343"/>
                </a:lnTo>
                <a:lnTo>
                  <a:pt x="457619" y="62040"/>
                </a:lnTo>
                <a:lnTo>
                  <a:pt x="457581" y="61733"/>
                </a:lnTo>
                <a:lnTo>
                  <a:pt x="457547" y="61422"/>
                </a:lnTo>
                <a:lnTo>
                  <a:pt x="457515" y="61108"/>
                </a:lnTo>
                <a:lnTo>
                  <a:pt x="457486" y="60791"/>
                </a:lnTo>
                <a:lnTo>
                  <a:pt x="457460" y="60470"/>
                </a:lnTo>
                <a:lnTo>
                  <a:pt x="457436" y="60146"/>
                </a:lnTo>
                <a:lnTo>
                  <a:pt x="457415" y="59818"/>
                </a:lnTo>
                <a:lnTo>
                  <a:pt x="457398" y="59487"/>
                </a:lnTo>
                <a:lnTo>
                  <a:pt x="457382" y="59152"/>
                </a:lnTo>
                <a:lnTo>
                  <a:pt x="457370" y="58814"/>
                </a:lnTo>
                <a:lnTo>
                  <a:pt x="457360" y="58472"/>
                </a:lnTo>
                <a:lnTo>
                  <a:pt x="457353" y="58127"/>
                </a:lnTo>
                <a:lnTo>
                  <a:pt x="457349" y="57779"/>
                </a:lnTo>
                <a:lnTo>
                  <a:pt x="457348" y="57427"/>
                </a:lnTo>
                <a:lnTo>
                  <a:pt x="457348" y="19600"/>
                </a:lnTo>
                <a:lnTo>
                  <a:pt x="447441" y="19600"/>
                </a:lnTo>
                <a:lnTo>
                  <a:pt x="447441" y="58545"/>
                </a:lnTo>
                <a:lnTo>
                  <a:pt x="447449" y="59393"/>
                </a:lnTo>
                <a:lnTo>
                  <a:pt x="447470" y="60227"/>
                </a:lnTo>
                <a:lnTo>
                  <a:pt x="447505" y="61045"/>
                </a:lnTo>
                <a:lnTo>
                  <a:pt x="447555" y="61848"/>
                </a:lnTo>
                <a:lnTo>
                  <a:pt x="447619" y="62635"/>
                </a:lnTo>
                <a:lnTo>
                  <a:pt x="447698" y="63407"/>
                </a:lnTo>
                <a:lnTo>
                  <a:pt x="447790" y="64163"/>
                </a:lnTo>
                <a:lnTo>
                  <a:pt x="447897" y="64905"/>
                </a:lnTo>
                <a:lnTo>
                  <a:pt x="448018" y="65630"/>
                </a:lnTo>
                <a:lnTo>
                  <a:pt x="448153" y="66341"/>
                </a:lnTo>
                <a:lnTo>
                  <a:pt x="448302" y="67036"/>
                </a:lnTo>
                <a:lnTo>
                  <a:pt x="448466" y="67716"/>
                </a:lnTo>
                <a:lnTo>
                  <a:pt x="448644" y="68380"/>
                </a:lnTo>
                <a:lnTo>
                  <a:pt x="448836" y="69029"/>
                </a:lnTo>
                <a:lnTo>
                  <a:pt x="449042" y="69663"/>
                </a:lnTo>
                <a:lnTo>
                  <a:pt x="449263" y="70281"/>
                </a:lnTo>
                <a:lnTo>
                  <a:pt x="449498" y="70884"/>
                </a:lnTo>
                <a:lnTo>
                  <a:pt x="449747" y="71472"/>
                </a:lnTo>
                <a:lnTo>
                  <a:pt x="450010" y="72044"/>
                </a:lnTo>
                <a:lnTo>
                  <a:pt x="450287" y="72601"/>
                </a:lnTo>
                <a:lnTo>
                  <a:pt x="450579" y="73142"/>
                </a:lnTo>
                <a:lnTo>
                  <a:pt x="450885" y="73668"/>
                </a:lnTo>
                <a:lnTo>
                  <a:pt x="451205" y="74179"/>
                </a:lnTo>
                <a:lnTo>
                  <a:pt x="451540" y="74674"/>
                </a:lnTo>
                <a:lnTo>
                  <a:pt x="451890" y="75152"/>
                </a:lnTo>
                <a:lnTo>
                  <a:pt x="452259" y="75609"/>
                </a:lnTo>
                <a:lnTo>
                  <a:pt x="452646" y="76045"/>
                </a:lnTo>
                <a:lnTo>
                  <a:pt x="453051" y="76462"/>
                </a:lnTo>
                <a:lnTo>
                  <a:pt x="453474" y="76858"/>
                </a:lnTo>
                <a:lnTo>
                  <a:pt x="453915" y="77234"/>
                </a:lnTo>
                <a:lnTo>
                  <a:pt x="454374" y="77589"/>
                </a:lnTo>
                <a:lnTo>
                  <a:pt x="454852" y="77924"/>
                </a:lnTo>
                <a:lnTo>
                  <a:pt x="455347" y="78239"/>
                </a:lnTo>
                <a:lnTo>
                  <a:pt x="455861" y="78534"/>
                </a:lnTo>
                <a:lnTo>
                  <a:pt x="456392" y="78808"/>
                </a:lnTo>
                <a:lnTo>
                  <a:pt x="456942" y="79062"/>
                </a:lnTo>
                <a:lnTo>
                  <a:pt x="457510" y="79295"/>
                </a:lnTo>
                <a:lnTo>
                  <a:pt x="458097" y="79509"/>
                </a:lnTo>
                <a:lnTo>
                  <a:pt x="458701" y="79702"/>
                </a:lnTo>
                <a:lnTo>
                  <a:pt x="459323" y="79874"/>
                </a:lnTo>
                <a:lnTo>
                  <a:pt x="459964" y="80027"/>
                </a:lnTo>
                <a:lnTo>
                  <a:pt x="460622" y="80159"/>
                </a:lnTo>
                <a:lnTo>
                  <a:pt x="461299" y="80270"/>
                </a:lnTo>
                <a:lnTo>
                  <a:pt x="461994" y="80362"/>
                </a:lnTo>
                <a:lnTo>
                  <a:pt x="462707" y="80433"/>
                </a:lnTo>
                <a:lnTo>
                  <a:pt x="463438" y="80484"/>
                </a:lnTo>
                <a:lnTo>
                  <a:pt x="464187" y="80514"/>
                </a:lnTo>
                <a:lnTo>
                  <a:pt x="464954" y="80524"/>
                </a:lnTo>
                <a:lnTo>
                  <a:pt x="465530" y="80519"/>
                </a:lnTo>
                <a:lnTo>
                  <a:pt x="466098" y="80503"/>
                </a:lnTo>
                <a:lnTo>
                  <a:pt x="466658" y="80477"/>
                </a:lnTo>
                <a:lnTo>
                  <a:pt x="467209" y="80440"/>
                </a:lnTo>
                <a:close/>
                <a:moveTo>
                  <a:pt x="553260" y="28750"/>
                </a:moveTo>
                <a:lnTo>
                  <a:pt x="553027" y="28146"/>
                </a:lnTo>
                <a:lnTo>
                  <a:pt x="552780" y="27559"/>
                </a:lnTo>
                <a:lnTo>
                  <a:pt x="552518" y="26987"/>
                </a:lnTo>
                <a:lnTo>
                  <a:pt x="552243" y="26431"/>
                </a:lnTo>
                <a:lnTo>
                  <a:pt x="551953" y="25890"/>
                </a:lnTo>
                <a:lnTo>
                  <a:pt x="551650" y="25366"/>
                </a:lnTo>
                <a:lnTo>
                  <a:pt x="551332" y="24857"/>
                </a:lnTo>
                <a:lnTo>
                  <a:pt x="551000" y="24363"/>
                </a:lnTo>
                <a:lnTo>
                  <a:pt x="550651" y="23888"/>
                </a:lnTo>
                <a:lnTo>
                  <a:pt x="550284" y="23433"/>
                </a:lnTo>
                <a:lnTo>
                  <a:pt x="549899" y="22998"/>
                </a:lnTo>
                <a:lnTo>
                  <a:pt x="549494" y="22583"/>
                </a:lnTo>
                <a:lnTo>
                  <a:pt x="549072" y="22188"/>
                </a:lnTo>
                <a:lnTo>
                  <a:pt x="548630" y="21814"/>
                </a:lnTo>
                <a:lnTo>
                  <a:pt x="548170" y="21460"/>
                </a:lnTo>
                <a:lnTo>
                  <a:pt x="547691" y="21126"/>
                </a:lnTo>
                <a:lnTo>
                  <a:pt x="547194" y="20813"/>
                </a:lnTo>
                <a:lnTo>
                  <a:pt x="546678" y="20520"/>
                </a:lnTo>
                <a:lnTo>
                  <a:pt x="546143" y="20246"/>
                </a:lnTo>
                <a:lnTo>
                  <a:pt x="545590" y="19994"/>
                </a:lnTo>
                <a:lnTo>
                  <a:pt x="545018" y="19761"/>
                </a:lnTo>
                <a:lnTo>
                  <a:pt x="544427" y="19549"/>
                </a:lnTo>
                <a:lnTo>
                  <a:pt x="543818" y="19356"/>
                </a:lnTo>
                <a:lnTo>
                  <a:pt x="543190" y="19184"/>
                </a:lnTo>
                <a:lnTo>
                  <a:pt x="542543" y="19033"/>
                </a:lnTo>
                <a:lnTo>
                  <a:pt x="541878" y="18901"/>
                </a:lnTo>
                <a:lnTo>
                  <a:pt x="541195" y="18790"/>
                </a:lnTo>
                <a:lnTo>
                  <a:pt x="540492" y="18699"/>
                </a:lnTo>
                <a:lnTo>
                  <a:pt x="539771" y="18628"/>
                </a:lnTo>
                <a:lnTo>
                  <a:pt x="539032" y="18578"/>
                </a:lnTo>
                <a:lnTo>
                  <a:pt x="538273" y="18547"/>
                </a:lnTo>
                <a:lnTo>
                  <a:pt x="537496" y="18537"/>
                </a:lnTo>
                <a:lnTo>
                  <a:pt x="536935" y="18542"/>
                </a:lnTo>
                <a:lnTo>
                  <a:pt x="536382" y="18558"/>
                </a:lnTo>
                <a:lnTo>
                  <a:pt x="535836" y="18584"/>
                </a:lnTo>
                <a:lnTo>
                  <a:pt x="535298" y="18620"/>
                </a:lnTo>
                <a:lnTo>
                  <a:pt x="534768" y="18666"/>
                </a:lnTo>
                <a:lnTo>
                  <a:pt x="534246" y="18723"/>
                </a:lnTo>
                <a:lnTo>
                  <a:pt x="533731" y="18791"/>
                </a:lnTo>
                <a:lnTo>
                  <a:pt x="533225" y="18868"/>
                </a:lnTo>
                <a:lnTo>
                  <a:pt x="532726" y="18956"/>
                </a:lnTo>
                <a:lnTo>
                  <a:pt x="532234" y="19055"/>
                </a:lnTo>
                <a:lnTo>
                  <a:pt x="531751" y="19163"/>
                </a:lnTo>
                <a:lnTo>
                  <a:pt x="531275" y="19282"/>
                </a:lnTo>
                <a:lnTo>
                  <a:pt x="530808" y="19412"/>
                </a:lnTo>
                <a:lnTo>
                  <a:pt x="530348" y="19552"/>
                </a:lnTo>
                <a:lnTo>
                  <a:pt x="529895" y="19702"/>
                </a:lnTo>
                <a:lnTo>
                  <a:pt x="529451" y="19862"/>
                </a:lnTo>
                <a:lnTo>
                  <a:pt x="529014" y="20033"/>
                </a:lnTo>
                <a:lnTo>
                  <a:pt x="528585" y="20214"/>
                </a:lnTo>
                <a:lnTo>
                  <a:pt x="528164" y="20406"/>
                </a:lnTo>
                <a:lnTo>
                  <a:pt x="527751" y="20607"/>
                </a:lnTo>
                <a:lnTo>
                  <a:pt x="527345" y="20820"/>
                </a:lnTo>
                <a:lnTo>
                  <a:pt x="526947" y="21042"/>
                </a:lnTo>
                <a:lnTo>
                  <a:pt x="526557" y="21275"/>
                </a:lnTo>
                <a:lnTo>
                  <a:pt x="526175" y="21518"/>
                </a:lnTo>
                <a:lnTo>
                  <a:pt x="525800" y="21768"/>
                </a:lnTo>
                <a:lnTo>
                  <a:pt x="525432" y="22018"/>
                </a:lnTo>
                <a:lnTo>
                  <a:pt x="525072" y="22271"/>
                </a:lnTo>
                <a:lnTo>
                  <a:pt x="524719" y="22524"/>
                </a:lnTo>
                <a:lnTo>
                  <a:pt x="524373" y="22780"/>
                </a:lnTo>
                <a:lnTo>
                  <a:pt x="524034" y="23037"/>
                </a:lnTo>
                <a:lnTo>
                  <a:pt x="523702" y="23295"/>
                </a:lnTo>
                <a:lnTo>
                  <a:pt x="523377" y="23555"/>
                </a:lnTo>
                <a:lnTo>
                  <a:pt x="523060" y="23817"/>
                </a:lnTo>
                <a:lnTo>
                  <a:pt x="522750" y="24080"/>
                </a:lnTo>
                <a:lnTo>
                  <a:pt x="522446" y="24344"/>
                </a:lnTo>
                <a:lnTo>
                  <a:pt x="522150" y="24610"/>
                </a:lnTo>
                <a:lnTo>
                  <a:pt x="521862" y="24878"/>
                </a:lnTo>
                <a:lnTo>
                  <a:pt x="521580" y="25147"/>
                </a:lnTo>
                <a:lnTo>
                  <a:pt x="521306" y="25418"/>
                </a:lnTo>
                <a:lnTo>
                  <a:pt x="521038" y="25690"/>
                </a:lnTo>
                <a:lnTo>
                  <a:pt x="520778" y="25964"/>
                </a:lnTo>
                <a:lnTo>
                  <a:pt x="520525" y="26239"/>
                </a:lnTo>
                <a:lnTo>
                  <a:pt x="520279" y="26516"/>
                </a:lnTo>
                <a:lnTo>
                  <a:pt x="520041" y="26795"/>
                </a:lnTo>
                <a:lnTo>
                  <a:pt x="519809" y="27075"/>
                </a:lnTo>
                <a:lnTo>
                  <a:pt x="519585" y="27356"/>
                </a:lnTo>
                <a:lnTo>
                  <a:pt x="519368" y="27639"/>
                </a:lnTo>
                <a:lnTo>
                  <a:pt x="519158" y="27924"/>
                </a:lnTo>
                <a:lnTo>
                  <a:pt x="518922" y="19600"/>
                </a:lnTo>
                <a:lnTo>
                  <a:pt x="509369" y="19600"/>
                </a:lnTo>
                <a:lnTo>
                  <a:pt x="509369" y="79462"/>
                </a:lnTo>
                <a:lnTo>
                  <a:pt x="519217" y="79462"/>
                </a:lnTo>
                <a:lnTo>
                  <a:pt x="519217" y="36360"/>
                </a:lnTo>
                <a:lnTo>
                  <a:pt x="519426" y="36069"/>
                </a:lnTo>
                <a:lnTo>
                  <a:pt x="519640" y="35780"/>
                </a:lnTo>
                <a:lnTo>
                  <a:pt x="519859" y="35493"/>
                </a:lnTo>
                <a:lnTo>
                  <a:pt x="520084" y="35207"/>
                </a:lnTo>
                <a:lnTo>
                  <a:pt x="520314" y="34922"/>
                </a:lnTo>
                <a:lnTo>
                  <a:pt x="520549" y="34640"/>
                </a:lnTo>
                <a:lnTo>
                  <a:pt x="520789" y="34359"/>
                </a:lnTo>
                <a:lnTo>
                  <a:pt x="521035" y="34079"/>
                </a:lnTo>
                <a:lnTo>
                  <a:pt x="521286" y="33802"/>
                </a:lnTo>
                <a:lnTo>
                  <a:pt x="521542" y="33525"/>
                </a:lnTo>
                <a:lnTo>
                  <a:pt x="521803" y="33251"/>
                </a:lnTo>
                <a:lnTo>
                  <a:pt x="522069" y="32978"/>
                </a:lnTo>
                <a:lnTo>
                  <a:pt x="522341" y="32707"/>
                </a:lnTo>
                <a:lnTo>
                  <a:pt x="522618" y="32437"/>
                </a:lnTo>
                <a:lnTo>
                  <a:pt x="522900" y="32169"/>
                </a:lnTo>
                <a:lnTo>
                  <a:pt x="523187" y="31903"/>
                </a:lnTo>
                <a:lnTo>
                  <a:pt x="523480" y="31638"/>
                </a:lnTo>
                <a:lnTo>
                  <a:pt x="523778" y="31375"/>
                </a:lnTo>
                <a:lnTo>
                  <a:pt x="524081" y="31114"/>
                </a:lnTo>
                <a:lnTo>
                  <a:pt x="524389" y="30854"/>
                </a:lnTo>
                <a:lnTo>
                  <a:pt x="524702" y="30596"/>
                </a:lnTo>
                <a:lnTo>
                  <a:pt x="525021" y="30339"/>
                </a:lnTo>
                <a:lnTo>
                  <a:pt x="525345" y="30085"/>
                </a:lnTo>
                <a:lnTo>
                  <a:pt x="525674" y="29831"/>
                </a:lnTo>
                <a:lnTo>
                  <a:pt x="526008" y="29584"/>
                </a:lnTo>
                <a:lnTo>
                  <a:pt x="526349" y="29347"/>
                </a:lnTo>
                <a:lnTo>
                  <a:pt x="526695" y="29121"/>
                </a:lnTo>
                <a:lnTo>
                  <a:pt x="527047" y="28906"/>
                </a:lnTo>
                <a:lnTo>
                  <a:pt x="527405" y="28701"/>
                </a:lnTo>
                <a:lnTo>
                  <a:pt x="527769" y="28506"/>
                </a:lnTo>
                <a:lnTo>
                  <a:pt x="528138" y="28322"/>
                </a:lnTo>
                <a:lnTo>
                  <a:pt x="528514" y="28148"/>
                </a:lnTo>
                <a:lnTo>
                  <a:pt x="528895" y="27985"/>
                </a:lnTo>
                <a:lnTo>
                  <a:pt x="529282" y="27833"/>
                </a:lnTo>
                <a:lnTo>
                  <a:pt x="529675" y="27691"/>
                </a:lnTo>
                <a:lnTo>
                  <a:pt x="530074" y="27559"/>
                </a:lnTo>
                <a:lnTo>
                  <a:pt x="530479" y="27438"/>
                </a:lnTo>
                <a:lnTo>
                  <a:pt x="530889" y="27328"/>
                </a:lnTo>
                <a:lnTo>
                  <a:pt x="531305" y="27228"/>
                </a:lnTo>
                <a:lnTo>
                  <a:pt x="531728" y="27139"/>
                </a:lnTo>
                <a:lnTo>
                  <a:pt x="532156" y="27060"/>
                </a:lnTo>
                <a:lnTo>
                  <a:pt x="532589" y="26991"/>
                </a:lnTo>
                <a:lnTo>
                  <a:pt x="533029" y="26934"/>
                </a:lnTo>
                <a:lnTo>
                  <a:pt x="533474" y="26886"/>
                </a:lnTo>
                <a:lnTo>
                  <a:pt x="533926" y="26849"/>
                </a:lnTo>
                <a:lnTo>
                  <a:pt x="534383" y="26823"/>
                </a:lnTo>
                <a:lnTo>
                  <a:pt x="534846" y="26807"/>
                </a:lnTo>
                <a:lnTo>
                  <a:pt x="535315" y="26802"/>
                </a:lnTo>
                <a:lnTo>
                  <a:pt x="535655" y="26805"/>
                </a:lnTo>
                <a:lnTo>
                  <a:pt x="535989" y="26815"/>
                </a:lnTo>
                <a:lnTo>
                  <a:pt x="536316" y="26832"/>
                </a:lnTo>
                <a:lnTo>
                  <a:pt x="536636" y="26855"/>
                </a:lnTo>
                <a:lnTo>
                  <a:pt x="536949" y="26885"/>
                </a:lnTo>
                <a:lnTo>
                  <a:pt x="537255" y="26921"/>
                </a:lnTo>
                <a:lnTo>
                  <a:pt x="537554" y="26964"/>
                </a:lnTo>
                <a:lnTo>
                  <a:pt x="537847" y="27014"/>
                </a:lnTo>
                <a:lnTo>
                  <a:pt x="538133" y="27070"/>
                </a:lnTo>
                <a:lnTo>
                  <a:pt x="538411" y="27133"/>
                </a:lnTo>
                <a:lnTo>
                  <a:pt x="538683" y="27202"/>
                </a:lnTo>
                <a:lnTo>
                  <a:pt x="538948" y="27278"/>
                </a:lnTo>
                <a:lnTo>
                  <a:pt x="539207" y="27361"/>
                </a:lnTo>
                <a:lnTo>
                  <a:pt x="539458" y="27451"/>
                </a:lnTo>
                <a:lnTo>
                  <a:pt x="539703" y="27546"/>
                </a:lnTo>
                <a:lnTo>
                  <a:pt x="539940" y="27649"/>
                </a:lnTo>
                <a:lnTo>
                  <a:pt x="540171" y="27758"/>
                </a:lnTo>
                <a:lnTo>
                  <a:pt x="540395" y="27874"/>
                </a:lnTo>
                <a:lnTo>
                  <a:pt x="540612" y="27996"/>
                </a:lnTo>
                <a:lnTo>
                  <a:pt x="540822" y="28125"/>
                </a:lnTo>
                <a:lnTo>
                  <a:pt x="541026" y="28261"/>
                </a:lnTo>
                <a:lnTo>
                  <a:pt x="541222" y="28403"/>
                </a:lnTo>
                <a:lnTo>
                  <a:pt x="541412" y="28552"/>
                </a:lnTo>
                <a:lnTo>
                  <a:pt x="541595" y="28708"/>
                </a:lnTo>
                <a:lnTo>
                  <a:pt x="541772" y="28869"/>
                </a:lnTo>
                <a:lnTo>
                  <a:pt x="541944" y="29035"/>
                </a:lnTo>
                <a:lnTo>
                  <a:pt x="542111" y="29207"/>
                </a:lnTo>
                <a:lnTo>
                  <a:pt x="542274" y="29383"/>
                </a:lnTo>
                <a:lnTo>
                  <a:pt x="542431" y="29565"/>
                </a:lnTo>
                <a:lnTo>
                  <a:pt x="542584" y="29752"/>
                </a:lnTo>
                <a:lnTo>
                  <a:pt x="542732" y="29943"/>
                </a:lnTo>
                <a:lnTo>
                  <a:pt x="542875" y="30140"/>
                </a:lnTo>
                <a:lnTo>
                  <a:pt x="543014" y="30342"/>
                </a:lnTo>
                <a:lnTo>
                  <a:pt x="543148" y="30550"/>
                </a:lnTo>
                <a:lnTo>
                  <a:pt x="543276" y="30762"/>
                </a:lnTo>
                <a:lnTo>
                  <a:pt x="543400" y="30979"/>
                </a:lnTo>
                <a:lnTo>
                  <a:pt x="543520" y="31202"/>
                </a:lnTo>
                <a:lnTo>
                  <a:pt x="543634" y="31429"/>
                </a:lnTo>
                <a:lnTo>
                  <a:pt x="543744" y="31662"/>
                </a:lnTo>
                <a:lnTo>
                  <a:pt x="543848" y="31900"/>
                </a:lnTo>
                <a:lnTo>
                  <a:pt x="543948" y="32143"/>
                </a:lnTo>
                <a:lnTo>
                  <a:pt x="544044" y="32391"/>
                </a:lnTo>
                <a:lnTo>
                  <a:pt x="544134" y="32644"/>
                </a:lnTo>
                <a:lnTo>
                  <a:pt x="544219" y="32902"/>
                </a:lnTo>
                <a:lnTo>
                  <a:pt x="544300" y="33165"/>
                </a:lnTo>
                <a:lnTo>
                  <a:pt x="544376" y="33434"/>
                </a:lnTo>
                <a:lnTo>
                  <a:pt x="544447" y="33707"/>
                </a:lnTo>
                <a:lnTo>
                  <a:pt x="544513" y="33986"/>
                </a:lnTo>
                <a:lnTo>
                  <a:pt x="544576" y="34269"/>
                </a:lnTo>
                <a:lnTo>
                  <a:pt x="544636" y="34554"/>
                </a:lnTo>
                <a:lnTo>
                  <a:pt x="544693" y="34844"/>
                </a:lnTo>
                <a:lnTo>
                  <a:pt x="544748" y="35136"/>
                </a:lnTo>
                <a:lnTo>
                  <a:pt x="544800" y="35432"/>
                </a:lnTo>
                <a:lnTo>
                  <a:pt x="544849" y="35731"/>
                </a:lnTo>
                <a:lnTo>
                  <a:pt x="544895" y="36033"/>
                </a:lnTo>
                <a:lnTo>
                  <a:pt x="544939" y="36339"/>
                </a:lnTo>
                <a:lnTo>
                  <a:pt x="544981" y="36647"/>
                </a:lnTo>
                <a:lnTo>
                  <a:pt x="545019" y="36959"/>
                </a:lnTo>
                <a:lnTo>
                  <a:pt x="545055" y="37275"/>
                </a:lnTo>
                <a:lnTo>
                  <a:pt x="545088" y="37593"/>
                </a:lnTo>
                <a:lnTo>
                  <a:pt x="545119" y="37915"/>
                </a:lnTo>
                <a:lnTo>
                  <a:pt x="545147" y="38240"/>
                </a:lnTo>
                <a:lnTo>
                  <a:pt x="545172" y="38568"/>
                </a:lnTo>
                <a:lnTo>
                  <a:pt x="545195" y="38900"/>
                </a:lnTo>
                <a:lnTo>
                  <a:pt x="545215" y="39235"/>
                </a:lnTo>
                <a:lnTo>
                  <a:pt x="545232" y="39573"/>
                </a:lnTo>
                <a:lnTo>
                  <a:pt x="545247" y="39914"/>
                </a:lnTo>
                <a:lnTo>
                  <a:pt x="545259" y="40259"/>
                </a:lnTo>
                <a:lnTo>
                  <a:pt x="545268" y="40607"/>
                </a:lnTo>
                <a:lnTo>
                  <a:pt x="545275" y="40958"/>
                </a:lnTo>
                <a:lnTo>
                  <a:pt x="545279" y="41312"/>
                </a:lnTo>
                <a:lnTo>
                  <a:pt x="545280" y="41670"/>
                </a:lnTo>
                <a:lnTo>
                  <a:pt x="545280" y="79462"/>
                </a:lnTo>
                <a:lnTo>
                  <a:pt x="555068" y="79462"/>
                </a:lnTo>
                <a:lnTo>
                  <a:pt x="555068" y="40539"/>
                </a:lnTo>
                <a:lnTo>
                  <a:pt x="555061" y="39684"/>
                </a:lnTo>
                <a:lnTo>
                  <a:pt x="555040" y="38845"/>
                </a:lnTo>
                <a:lnTo>
                  <a:pt x="555005" y="38022"/>
                </a:lnTo>
                <a:lnTo>
                  <a:pt x="554955" y="37215"/>
                </a:lnTo>
                <a:lnTo>
                  <a:pt x="554892" y="36423"/>
                </a:lnTo>
                <a:lnTo>
                  <a:pt x="554822" y="35722"/>
                </a:lnTo>
                <a:lnTo>
                  <a:pt x="554833" y="35775"/>
                </a:lnTo>
                <a:lnTo>
                  <a:pt x="555037" y="35501"/>
                </a:lnTo>
                <a:lnTo>
                  <a:pt x="555247" y="35228"/>
                </a:lnTo>
                <a:lnTo>
                  <a:pt x="555463" y="34956"/>
                </a:lnTo>
                <a:lnTo>
                  <a:pt x="555684" y="34687"/>
                </a:lnTo>
                <a:lnTo>
                  <a:pt x="555912" y="34418"/>
                </a:lnTo>
                <a:lnTo>
                  <a:pt x="556145" y="34152"/>
                </a:lnTo>
                <a:lnTo>
                  <a:pt x="556383" y="33887"/>
                </a:lnTo>
                <a:lnTo>
                  <a:pt x="556628" y="33624"/>
                </a:lnTo>
                <a:lnTo>
                  <a:pt x="556878" y="33362"/>
                </a:lnTo>
                <a:lnTo>
                  <a:pt x="557134" y="33102"/>
                </a:lnTo>
                <a:lnTo>
                  <a:pt x="557396" y="32844"/>
                </a:lnTo>
                <a:lnTo>
                  <a:pt x="557663" y="32588"/>
                </a:lnTo>
                <a:lnTo>
                  <a:pt x="557936" y="32333"/>
                </a:lnTo>
                <a:lnTo>
                  <a:pt x="558215" y="32079"/>
                </a:lnTo>
                <a:lnTo>
                  <a:pt x="558500" y="31827"/>
                </a:lnTo>
                <a:lnTo>
                  <a:pt x="558790" y="31577"/>
                </a:lnTo>
                <a:lnTo>
                  <a:pt x="559086" y="31329"/>
                </a:lnTo>
                <a:lnTo>
                  <a:pt x="559388" y="31082"/>
                </a:lnTo>
                <a:lnTo>
                  <a:pt x="559695" y="30837"/>
                </a:lnTo>
                <a:lnTo>
                  <a:pt x="560008" y="30593"/>
                </a:lnTo>
                <a:lnTo>
                  <a:pt x="560327" y="30352"/>
                </a:lnTo>
                <a:lnTo>
                  <a:pt x="560652" y="30111"/>
                </a:lnTo>
                <a:lnTo>
                  <a:pt x="560983" y="29873"/>
                </a:lnTo>
                <a:lnTo>
                  <a:pt x="561319" y="29636"/>
                </a:lnTo>
                <a:lnTo>
                  <a:pt x="561661" y="29405"/>
                </a:lnTo>
                <a:lnTo>
                  <a:pt x="562008" y="29183"/>
                </a:lnTo>
                <a:lnTo>
                  <a:pt x="562361" y="28972"/>
                </a:lnTo>
                <a:lnTo>
                  <a:pt x="562719" y="28770"/>
                </a:lnTo>
                <a:lnTo>
                  <a:pt x="563083" y="28578"/>
                </a:lnTo>
                <a:lnTo>
                  <a:pt x="563453" y="28396"/>
                </a:lnTo>
                <a:lnTo>
                  <a:pt x="563828" y="28224"/>
                </a:lnTo>
                <a:lnTo>
                  <a:pt x="564208" y="28061"/>
                </a:lnTo>
                <a:lnTo>
                  <a:pt x="564594" y="27909"/>
                </a:lnTo>
                <a:lnTo>
                  <a:pt x="564986" y="27766"/>
                </a:lnTo>
                <a:lnTo>
                  <a:pt x="565383" y="27633"/>
                </a:lnTo>
                <a:lnTo>
                  <a:pt x="565786" y="27510"/>
                </a:lnTo>
                <a:lnTo>
                  <a:pt x="566194" y="27397"/>
                </a:lnTo>
                <a:lnTo>
                  <a:pt x="566607" y="27294"/>
                </a:lnTo>
                <a:lnTo>
                  <a:pt x="567027" y="27201"/>
                </a:lnTo>
                <a:lnTo>
                  <a:pt x="567451" y="27117"/>
                </a:lnTo>
                <a:lnTo>
                  <a:pt x="567882" y="27043"/>
                </a:lnTo>
                <a:lnTo>
                  <a:pt x="568317" y="26979"/>
                </a:lnTo>
                <a:lnTo>
                  <a:pt x="568759" y="26925"/>
                </a:lnTo>
                <a:lnTo>
                  <a:pt x="569206" y="26881"/>
                </a:lnTo>
                <a:lnTo>
                  <a:pt x="569658" y="26846"/>
                </a:lnTo>
                <a:lnTo>
                  <a:pt x="570116" y="26822"/>
                </a:lnTo>
                <a:lnTo>
                  <a:pt x="570579" y="26807"/>
                </a:lnTo>
                <a:lnTo>
                  <a:pt x="571048" y="26802"/>
                </a:lnTo>
                <a:lnTo>
                  <a:pt x="571384" y="26805"/>
                </a:lnTo>
                <a:lnTo>
                  <a:pt x="571713" y="26815"/>
                </a:lnTo>
                <a:lnTo>
                  <a:pt x="572035" y="26832"/>
                </a:lnTo>
                <a:lnTo>
                  <a:pt x="572350" y="26855"/>
                </a:lnTo>
                <a:lnTo>
                  <a:pt x="572659" y="26885"/>
                </a:lnTo>
                <a:lnTo>
                  <a:pt x="572961" y="26921"/>
                </a:lnTo>
                <a:lnTo>
                  <a:pt x="573256" y="26964"/>
                </a:lnTo>
                <a:lnTo>
                  <a:pt x="573545" y="27014"/>
                </a:lnTo>
                <a:lnTo>
                  <a:pt x="573826" y="27070"/>
                </a:lnTo>
                <a:lnTo>
                  <a:pt x="574101" y="27133"/>
                </a:lnTo>
                <a:lnTo>
                  <a:pt x="574369" y="27202"/>
                </a:lnTo>
                <a:lnTo>
                  <a:pt x="574630" y="27278"/>
                </a:lnTo>
                <a:lnTo>
                  <a:pt x="574885" y="27361"/>
                </a:lnTo>
                <a:lnTo>
                  <a:pt x="575133" y="27451"/>
                </a:lnTo>
                <a:lnTo>
                  <a:pt x="575374" y="27546"/>
                </a:lnTo>
                <a:lnTo>
                  <a:pt x="575608" y="27649"/>
                </a:lnTo>
                <a:lnTo>
                  <a:pt x="575836" y="27758"/>
                </a:lnTo>
                <a:lnTo>
                  <a:pt x="576057" y="27874"/>
                </a:lnTo>
                <a:lnTo>
                  <a:pt x="576271" y="27996"/>
                </a:lnTo>
                <a:lnTo>
                  <a:pt x="576478" y="28125"/>
                </a:lnTo>
                <a:lnTo>
                  <a:pt x="576679" y="28261"/>
                </a:lnTo>
                <a:lnTo>
                  <a:pt x="576872" y="28403"/>
                </a:lnTo>
                <a:lnTo>
                  <a:pt x="577059" y="28552"/>
                </a:lnTo>
                <a:lnTo>
                  <a:pt x="577240" y="28708"/>
                </a:lnTo>
                <a:lnTo>
                  <a:pt x="577414" y="28869"/>
                </a:lnTo>
                <a:lnTo>
                  <a:pt x="577584" y="29035"/>
                </a:lnTo>
                <a:lnTo>
                  <a:pt x="577750" y="29207"/>
                </a:lnTo>
                <a:lnTo>
                  <a:pt x="577911" y="29383"/>
                </a:lnTo>
                <a:lnTo>
                  <a:pt x="578067" y="29565"/>
                </a:lnTo>
                <a:lnTo>
                  <a:pt x="578218" y="29752"/>
                </a:lnTo>
                <a:lnTo>
                  <a:pt x="578365" y="29943"/>
                </a:lnTo>
                <a:lnTo>
                  <a:pt x="578508" y="30140"/>
                </a:lnTo>
                <a:lnTo>
                  <a:pt x="578645" y="30342"/>
                </a:lnTo>
                <a:lnTo>
                  <a:pt x="578778" y="30550"/>
                </a:lnTo>
                <a:lnTo>
                  <a:pt x="578907" y="30762"/>
                </a:lnTo>
                <a:lnTo>
                  <a:pt x="579031" y="30979"/>
                </a:lnTo>
                <a:lnTo>
                  <a:pt x="579150" y="31202"/>
                </a:lnTo>
                <a:lnTo>
                  <a:pt x="579265" y="31429"/>
                </a:lnTo>
                <a:lnTo>
                  <a:pt x="579375" y="31662"/>
                </a:lnTo>
                <a:lnTo>
                  <a:pt x="579480" y="31900"/>
                </a:lnTo>
                <a:lnTo>
                  <a:pt x="579581" y="32143"/>
                </a:lnTo>
                <a:lnTo>
                  <a:pt x="579678" y="32391"/>
                </a:lnTo>
                <a:lnTo>
                  <a:pt x="579769" y="32644"/>
                </a:lnTo>
                <a:lnTo>
                  <a:pt x="579856" y="32902"/>
                </a:lnTo>
                <a:lnTo>
                  <a:pt x="579939" y="33165"/>
                </a:lnTo>
                <a:lnTo>
                  <a:pt x="580017" y="33434"/>
                </a:lnTo>
                <a:lnTo>
                  <a:pt x="580090" y="33707"/>
                </a:lnTo>
                <a:lnTo>
                  <a:pt x="580159" y="33986"/>
                </a:lnTo>
                <a:lnTo>
                  <a:pt x="580224" y="34269"/>
                </a:lnTo>
                <a:lnTo>
                  <a:pt x="580286" y="34554"/>
                </a:lnTo>
                <a:lnTo>
                  <a:pt x="580345" y="34844"/>
                </a:lnTo>
                <a:lnTo>
                  <a:pt x="580402" y="35136"/>
                </a:lnTo>
                <a:lnTo>
                  <a:pt x="580456" y="35432"/>
                </a:lnTo>
                <a:lnTo>
                  <a:pt x="580507" y="35731"/>
                </a:lnTo>
                <a:lnTo>
                  <a:pt x="580555" y="36033"/>
                </a:lnTo>
                <a:lnTo>
                  <a:pt x="580601" y="36339"/>
                </a:lnTo>
                <a:lnTo>
                  <a:pt x="580644" y="36647"/>
                </a:lnTo>
                <a:lnTo>
                  <a:pt x="580684" y="36959"/>
                </a:lnTo>
                <a:lnTo>
                  <a:pt x="580721" y="37275"/>
                </a:lnTo>
                <a:lnTo>
                  <a:pt x="580756" y="37593"/>
                </a:lnTo>
                <a:lnTo>
                  <a:pt x="580787" y="37915"/>
                </a:lnTo>
                <a:lnTo>
                  <a:pt x="580816" y="38240"/>
                </a:lnTo>
                <a:lnTo>
                  <a:pt x="580843" y="38568"/>
                </a:lnTo>
                <a:lnTo>
                  <a:pt x="580866" y="38900"/>
                </a:lnTo>
                <a:lnTo>
                  <a:pt x="580887" y="39235"/>
                </a:lnTo>
                <a:lnTo>
                  <a:pt x="580905" y="39573"/>
                </a:lnTo>
                <a:lnTo>
                  <a:pt x="580920" y="39914"/>
                </a:lnTo>
                <a:lnTo>
                  <a:pt x="580933" y="40259"/>
                </a:lnTo>
                <a:lnTo>
                  <a:pt x="580942" y="40607"/>
                </a:lnTo>
                <a:lnTo>
                  <a:pt x="580949" y="40958"/>
                </a:lnTo>
                <a:lnTo>
                  <a:pt x="580953" y="41312"/>
                </a:lnTo>
                <a:lnTo>
                  <a:pt x="580955" y="41670"/>
                </a:lnTo>
                <a:lnTo>
                  <a:pt x="580955" y="79462"/>
                </a:lnTo>
                <a:lnTo>
                  <a:pt x="590802" y="79462"/>
                </a:lnTo>
                <a:lnTo>
                  <a:pt x="590802" y="40539"/>
                </a:lnTo>
                <a:lnTo>
                  <a:pt x="590795" y="39684"/>
                </a:lnTo>
                <a:lnTo>
                  <a:pt x="590773" y="38845"/>
                </a:lnTo>
                <a:lnTo>
                  <a:pt x="590738" y="38022"/>
                </a:lnTo>
                <a:lnTo>
                  <a:pt x="590687" y="37215"/>
                </a:lnTo>
                <a:lnTo>
                  <a:pt x="590623" y="36423"/>
                </a:lnTo>
                <a:lnTo>
                  <a:pt x="590544" y="35647"/>
                </a:lnTo>
                <a:lnTo>
                  <a:pt x="590451" y="34886"/>
                </a:lnTo>
                <a:lnTo>
                  <a:pt x="590343" y="34142"/>
                </a:lnTo>
                <a:lnTo>
                  <a:pt x="590222" y="33413"/>
                </a:lnTo>
                <a:lnTo>
                  <a:pt x="590085" y="32699"/>
                </a:lnTo>
                <a:lnTo>
                  <a:pt x="589935" y="32002"/>
                </a:lnTo>
                <a:lnTo>
                  <a:pt x="589770" y="31320"/>
                </a:lnTo>
                <a:lnTo>
                  <a:pt x="589591" y="30654"/>
                </a:lnTo>
                <a:lnTo>
                  <a:pt x="589397" y="30004"/>
                </a:lnTo>
                <a:lnTo>
                  <a:pt x="589190" y="29369"/>
                </a:lnTo>
                <a:lnTo>
                  <a:pt x="588968" y="28750"/>
                </a:lnTo>
                <a:lnTo>
                  <a:pt x="588731" y="28146"/>
                </a:lnTo>
                <a:lnTo>
                  <a:pt x="588480" y="27559"/>
                </a:lnTo>
                <a:lnTo>
                  <a:pt x="588215" y="26987"/>
                </a:lnTo>
                <a:lnTo>
                  <a:pt x="587936" y="26431"/>
                </a:lnTo>
                <a:lnTo>
                  <a:pt x="587642" y="25890"/>
                </a:lnTo>
                <a:lnTo>
                  <a:pt x="587334" y="25366"/>
                </a:lnTo>
                <a:lnTo>
                  <a:pt x="587011" y="24857"/>
                </a:lnTo>
                <a:lnTo>
                  <a:pt x="586674" y="24363"/>
                </a:lnTo>
                <a:lnTo>
                  <a:pt x="586322" y="23888"/>
                </a:lnTo>
                <a:lnTo>
                  <a:pt x="585951" y="23433"/>
                </a:lnTo>
                <a:lnTo>
                  <a:pt x="585562" y="22998"/>
                </a:lnTo>
                <a:lnTo>
                  <a:pt x="585156" y="22583"/>
                </a:lnTo>
                <a:lnTo>
                  <a:pt x="584732" y="22188"/>
                </a:lnTo>
                <a:lnTo>
                  <a:pt x="584290" y="21814"/>
                </a:lnTo>
                <a:lnTo>
                  <a:pt x="583830" y="21460"/>
                </a:lnTo>
                <a:lnTo>
                  <a:pt x="583353" y="21126"/>
                </a:lnTo>
                <a:lnTo>
                  <a:pt x="582857" y="20813"/>
                </a:lnTo>
                <a:lnTo>
                  <a:pt x="582344" y="20520"/>
                </a:lnTo>
                <a:lnTo>
                  <a:pt x="581813" y="20246"/>
                </a:lnTo>
                <a:lnTo>
                  <a:pt x="581264" y="19994"/>
                </a:lnTo>
                <a:lnTo>
                  <a:pt x="580698" y="19761"/>
                </a:lnTo>
                <a:lnTo>
                  <a:pt x="580113" y="19549"/>
                </a:lnTo>
                <a:lnTo>
                  <a:pt x="579511" y="19356"/>
                </a:lnTo>
                <a:lnTo>
                  <a:pt x="578891" y="19184"/>
                </a:lnTo>
                <a:lnTo>
                  <a:pt x="578253" y="19033"/>
                </a:lnTo>
                <a:lnTo>
                  <a:pt x="577597" y="18901"/>
                </a:lnTo>
                <a:lnTo>
                  <a:pt x="576924" y="18790"/>
                </a:lnTo>
                <a:lnTo>
                  <a:pt x="576232" y="18699"/>
                </a:lnTo>
                <a:lnTo>
                  <a:pt x="575523" y="18628"/>
                </a:lnTo>
                <a:lnTo>
                  <a:pt x="574796" y="18578"/>
                </a:lnTo>
                <a:lnTo>
                  <a:pt x="574052" y="18547"/>
                </a:lnTo>
                <a:lnTo>
                  <a:pt x="573289" y="18537"/>
                </a:lnTo>
                <a:lnTo>
                  <a:pt x="572718" y="18543"/>
                </a:lnTo>
                <a:lnTo>
                  <a:pt x="572153" y="18559"/>
                </a:lnTo>
                <a:lnTo>
                  <a:pt x="571596" y="18586"/>
                </a:lnTo>
                <a:lnTo>
                  <a:pt x="571045" y="18624"/>
                </a:lnTo>
                <a:lnTo>
                  <a:pt x="570501" y="18673"/>
                </a:lnTo>
                <a:lnTo>
                  <a:pt x="569965" y="18733"/>
                </a:lnTo>
                <a:lnTo>
                  <a:pt x="569435" y="18803"/>
                </a:lnTo>
                <a:lnTo>
                  <a:pt x="568912" y="18885"/>
                </a:lnTo>
                <a:lnTo>
                  <a:pt x="568397" y="18977"/>
                </a:lnTo>
                <a:lnTo>
                  <a:pt x="567888" y="19080"/>
                </a:lnTo>
                <a:lnTo>
                  <a:pt x="567386" y="19194"/>
                </a:lnTo>
                <a:lnTo>
                  <a:pt x="566891" y="19319"/>
                </a:lnTo>
                <a:lnTo>
                  <a:pt x="566403" y="19455"/>
                </a:lnTo>
                <a:lnTo>
                  <a:pt x="565922" y="19602"/>
                </a:lnTo>
                <a:lnTo>
                  <a:pt x="565448" y="19759"/>
                </a:lnTo>
                <a:lnTo>
                  <a:pt x="564981" y="19928"/>
                </a:lnTo>
                <a:lnTo>
                  <a:pt x="564521" y="20107"/>
                </a:lnTo>
                <a:lnTo>
                  <a:pt x="564068" y="20297"/>
                </a:lnTo>
                <a:lnTo>
                  <a:pt x="563622" y="20498"/>
                </a:lnTo>
                <a:lnTo>
                  <a:pt x="563183" y="20710"/>
                </a:lnTo>
                <a:lnTo>
                  <a:pt x="562751" y="20933"/>
                </a:lnTo>
                <a:lnTo>
                  <a:pt x="562325" y="21166"/>
                </a:lnTo>
                <a:lnTo>
                  <a:pt x="561907" y="21411"/>
                </a:lnTo>
                <a:lnTo>
                  <a:pt x="561496" y="21666"/>
                </a:lnTo>
                <a:lnTo>
                  <a:pt x="561091" y="21928"/>
                </a:lnTo>
                <a:lnTo>
                  <a:pt x="560692" y="22192"/>
                </a:lnTo>
                <a:lnTo>
                  <a:pt x="560298" y="22457"/>
                </a:lnTo>
                <a:lnTo>
                  <a:pt x="559910" y="22725"/>
                </a:lnTo>
                <a:lnTo>
                  <a:pt x="559528" y="22995"/>
                </a:lnTo>
                <a:lnTo>
                  <a:pt x="559152" y="23267"/>
                </a:lnTo>
                <a:lnTo>
                  <a:pt x="558781" y="23541"/>
                </a:lnTo>
                <a:lnTo>
                  <a:pt x="558416" y="23817"/>
                </a:lnTo>
                <a:lnTo>
                  <a:pt x="558057" y="24096"/>
                </a:lnTo>
                <a:lnTo>
                  <a:pt x="557704" y="24376"/>
                </a:lnTo>
                <a:lnTo>
                  <a:pt x="557356" y="24658"/>
                </a:lnTo>
                <a:lnTo>
                  <a:pt x="557014" y="24942"/>
                </a:lnTo>
                <a:lnTo>
                  <a:pt x="556678" y="25229"/>
                </a:lnTo>
                <a:lnTo>
                  <a:pt x="556348" y="25517"/>
                </a:lnTo>
                <a:lnTo>
                  <a:pt x="556023" y="25808"/>
                </a:lnTo>
                <a:lnTo>
                  <a:pt x="555704" y="26100"/>
                </a:lnTo>
                <a:lnTo>
                  <a:pt x="555391" y="26395"/>
                </a:lnTo>
                <a:lnTo>
                  <a:pt x="555083" y="26691"/>
                </a:lnTo>
                <a:lnTo>
                  <a:pt x="554781" y="26990"/>
                </a:lnTo>
                <a:lnTo>
                  <a:pt x="554485" y="27291"/>
                </a:lnTo>
                <a:lnTo>
                  <a:pt x="554195" y="27593"/>
                </a:lnTo>
                <a:lnTo>
                  <a:pt x="553910" y="27898"/>
                </a:lnTo>
                <a:lnTo>
                  <a:pt x="553632" y="28205"/>
                </a:lnTo>
                <a:lnTo>
                  <a:pt x="553358" y="28514"/>
                </a:lnTo>
                <a:lnTo>
                  <a:pt x="553621" y="29810"/>
                </a:lnTo>
                <a:lnTo>
                  <a:pt x="553479" y="29369"/>
                </a:lnTo>
                <a:lnTo>
                  <a:pt x="553260" y="28750"/>
                </a:lnTo>
                <a:close/>
                <a:moveTo>
                  <a:pt x="751390" y="71428"/>
                </a:moveTo>
                <a:lnTo>
                  <a:pt x="750978" y="71412"/>
                </a:lnTo>
                <a:lnTo>
                  <a:pt x="750578" y="71386"/>
                </a:lnTo>
                <a:lnTo>
                  <a:pt x="750192" y="71350"/>
                </a:lnTo>
                <a:lnTo>
                  <a:pt x="749819" y="71303"/>
                </a:lnTo>
                <a:lnTo>
                  <a:pt x="749459" y="71246"/>
                </a:lnTo>
                <a:lnTo>
                  <a:pt x="749113" y="71178"/>
                </a:lnTo>
                <a:lnTo>
                  <a:pt x="748780" y="71100"/>
                </a:lnTo>
                <a:lnTo>
                  <a:pt x="748459" y="71012"/>
                </a:lnTo>
                <a:lnTo>
                  <a:pt x="748152" y="70913"/>
                </a:lnTo>
                <a:lnTo>
                  <a:pt x="747859" y="70804"/>
                </a:lnTo>
                <a:lnTo>
                  <a:pt x="747578" y="70684"/>
                </a:lnTo>
                <a:lnTo>
                  <a:pt x="747311" y="70554"/>
                </a:lnTo>
                <a:lnTo>
                  <a:pt x="747057" y="70414"/>
                </a:lnTo>
                <a:lnTo>
                  <a:pt x="746816" y="70263"/>
                </a:lnTo>
                <a:lnTo>
                  <a:pt x="746588" y="70102"/>
                </a:lnTo>
                <a:lnTo>
                  <a:pt x="746373" y="69930"/>
                </a:lnTo>
                <a:lnTo>
                  <a:pt x="746172" y="69749"/>
                </a:lnTo>
                <a:lnTo>
                  <a:pt x="745984" y="69556"/>
                </a:lnTo>
                <a:lnTo>
                  <a:pt x="745809" y="69353"/>
                </a:lnTo>
                <a:lnTo>
                  <a:pt x="745647" y="69140"/>
                </a:lnTo>
                <a:lnTo>
                  <a:pt x="745499" y="68917"/>
                </a:lnTo>
                <a:lnTo>
                  <a:pt x="745364" y="68683"/>
                </a:lnTo>
                <a:lnTo>
                  <a:pt x="745242" y="68439"/>
                </a:lnTo>
                <a:lnTo>
                  <a:pt x="745128" y="68184"/>
                </a:lnTo>
                <a:lnTo>
                  <a:pt x="745020" y="67921"/>
                </a:lnTo>
                <a:lnTo>
                  <a:pt x="744917" y="67648"/>
                </a:lnTo>
                <a:lnTo>
                  <a:pt x="744818" y="67365"/>
                </a:lnTo>
                <a:lnTo>
                  <a:pt x="744724" y="67074"/>
                </a:lnTo>
                <a:lnTo>
                  <a:pt x="744635" y="66773"/>
                </a:lnTo>
                <a:lnTo>
                  <a:pt x="744551" y="66463"/>
                </a:lnTo>
                <a:lnTo>
                  <a:pt x="744472" y="66143"/>
                </a:lnTo>
                <a:lnTo>
                  <a:pt x="744397" y="65815"/>
                </a:lnTo>
                <a:lnTo>
                  <a:pt x="744327" y="65476"/>
                </a:lnTo>
                <a:lnTo>
                  <a:pt x="744262" y="65129"/>
                </a:lnTo>
                <a:lnTo>
                  <a:pt x="744202" y="64772"/>
                </a:lnTo>
                <a:lnTo>
                  <a:pt x="744147" y="64406"/>
                </a:lnTo>
                <a:lnTo>
                  <a:pt x="744096" y="64031"/>
                </a:lnTo>
                <a:lnTo>
                  <a:pt x="744051" y="63646"/>
                </a:lnTo>
                <a:lnTo>
                  <a:pt x="744010" y="63252"/>
                </a:lnTo>
                <a:lnTo>
                  <a:pt x="743974" y="62849"/>
                </a:lnTo>
                <a:lnTo>
                  <a:pt x="743942" y="62437"/>
                </a:lnTo>
                <a:lnTo>
                  <a:pt x="743916" y="62015"/>
                </a:lnTo>
                <a:lnTo>
                  <a:pt x="743894" y="61584"/>
                </a:lnTo>
                <a:lnTo>
                  <a:pt x="743877" y="61143"/>
                </a:lnTo>
                <a:lnTo>
                  <a:pt x="743865" y="60693"/>
                </a:lnTo>
                <a:lnTo>
                  <a:pt x="743858" y="60234"/>
                </a:lnTo>
                <a:lnTo>
                  <a:pt x="743856" y="59766"/>
                </a:lnTo>
                <a:lnTo>
                  <a:pt x="743856" y="27570"/>
                </a:lnTo>
                <a:lnTo>
                  <a:pt x="758067" y="27570"/>
                </a:lnTo>
                <a:lnTo>
                  <a:pt x="758067" y="19600"/>
                </a:lnTo>
                <a:lnTo>
                  <a:pt x="743856" y="19600"/>
                </a:lnTo>
                <a:lnTo>
                  <a:pt x="743856" y="6435"/>
                </a:lnTo>
                <a:lnTo>
                  <a:pt x="734008" y="6435"/>
                </a:lnTo>
                <a:lnTo>
                  <a:pt x="734008" y="19600"/>
                </a:lnTo>
                <a:lnTo>
                  <a:pt x="724456" y="19600"/>
                </a:lnTo>
                <a:lnTo>
                  <a:pt x="724456" y="27570"/>
                </a:lnTo>
                <a:lnTo>
                  <a:pt x="734008" y="27570"/>
                </a:lnTo>
                <a:lnTo>
                  <a:pt x="734008" y="59978"/>
                </a:lnTo>
                <a:lnTo>
                  <a:pt x="734011" y="60485"/>
                </a:lnTo>
                <a:lnTo>
                  <a:pt x="734018" y="60986"/>
                </a:lnTo>
                <a:lnTo>
                  <a:pt x="734030" y="61481"/>
                </a:lnTo>
                <a:lnTo>
                  <a:pt x="734047" y="61970"/>
                </a:lnTo>
                <a:lnTo>
                  <a:pt x="734069" y="62453"/>
                </a:lnTo>
                <a:lnTo>
                  <a:pt x="734095" y="62929"/>
                </a:lnTo>
                <a:lnTo>
                  <a:pt x="734126" y="63400"/>
                </a:lnTo>
                <a:lnTo>
                  <a:pt x="734162" y="63864"/>
                </a:lnTo>
                <a:lnTo>
                  <a:pt x="734203" y="64323"/>
                </a:lnTo>
                <a:lnTo>
                  <a:pt x="734249" y="64775"/>
                </a:lnTo>
                <a:lnTo>
                  <a:pt x="734300" y="65221"/>
                </a:lnTo>
                <a:lnTo>
                  <a:pt x="734355" y="65661"/>
                </a:lnTo>
                <a:lnTo>
                  <a:pt x="734415" y="66094"/>
                </a:lnTo>
                <a:lnTo>
                  <a:pt x="734480" y="66522"/>
                </a:lnTo>
                <a:lnTo>
                  <a:pt x="734550" y="66944"/>
                </a:lnTo>
                <a:lnTo>
                  <a:pt x="734624" y="67359"/>
                </a:lnTo>
                <a:lnTo>
                  <a:pt x="734704" y="67768"/>
                </a:lnTo>
                <a:lnTo>
                  <a:pt x="734788" y="68172"/>
                </a:lnTo>
                <a:lnTo>
                  <a:pt x="734877" y="68569"/>
                </a:lnTo>
                <a:lnTo>
                  <a:pt x="734971" y="68960"/>
                </a:lnTo>
                <a:lnTo>
                  <a:pt x="735069" y="69345"/>
                </a:lnTo>
                <a:lnTo>
                  <a:pt x="735173" y="69723"/>
                </a:lnTo>
                <a:lnTo>
                  <a:pt x="735281" y="70096"/>
                </a:lnTo>
                <a:lnTo>
                  <a:pt x="735394" y="70462"/>
                </a:lnTo>
                <a:lnTo>
                  <a:pt x="735514" y="70822"/>
                </a:lnTo>
                <a:lnTo>
                  <a:pt x="735641" y="71175"/>
                </a:lnTo>
                <a:lnTo>
                  <a:pt x="735777" y="71521"/>
                </a:lnTo>
                <a:lnTo>
                  <a:pt x="735922" y="71859"/>
                </a:lnTo>
                <a:lnTo>
                  <a:pt x="736074" y="72191"/>
                </a:lnTo>
                <a:lnTo>
                  <a:pt x="736234" y="72515"/>
                </a:lnTo>
                <a:lnTo>
                  <a:pt x="736403" y="72833"/>
                </a:lnTo>
                <a:lnTo>
                  <a:pt x="736580" y="73143"/>
                </a:lnTo>
                <a:lnTo>
                  <a:pt x="736765" y="73446"/>
                </a:lnTo>
                <a:lnTo>
                  <a:pt x="736958" y="73742"/>
                </a:lnTo>
                <a:lnTo>
                  <a:pt x="737160" y="74031"/>
                </a:lnTo>
                <a:lnTo>
                  <a:pt x="737370" y="74313"/>
                </a:lnTo>
                <a:lnTo>
                  <a:pt x="737587" y="74588"/>
                </a:lnTo>
                <a:lnTo>
                  <a:pt x="737813" y="74856"/>
                </a:lnTo>
                <a:lnTo>
                  <a:pt x="738048" y="75116"/>
                </a:lnTo>
                <a:lnTo>
                  <a:pt x="738290" y="75370"/>
                </a:lnTo>
                <a:lnTo>
                  <a:pt x="738541" y="75616"/>
                </a:lnTo>
                <a:lnTo>
                  <a:pt x="738799" y="75855"/>
                </a:lnTo>
                <a:lnTo>
                  <a:pt x="739066" y="76088"/>
                </a:lnTo>
                <a:lnTo>
                  <a:pt x="739342" y="76313"/>
                </a:lnTo>
                <a:lnTo>
                  <a:pt x="739625" y="76531"/>
                </a:lnTo>
                <a:lnTo>
                  <a:pt x="739917" y="76742"/>
                </a:lnTo>
                <a:lnTo>
                  <a:pt x="740216" y="76946"/>
                </a:lnTo>
                <a:lnTo>
                  <a:pt x="740524" y="77143"/>
                </a:lnTo>
                <a:lnTo>
                  <a:pt x="740842" y="77332"/>
                </a:lnTo>
                <a:lnTo>
                  <a:pt x="741170" y="77513"/>
                </a:lnTo>
                <a:lnTo>
                  <a:pt x="741510" y="77686"/>
                </a:lnTo>
                <a:lnTo>
                  <a:pt x="741860" y="77851"/>
                </a:lnTo>
                <a:lnTo>
                  <a:pt x="742221" y="78008"/>
                </a:lnTo>
                <a:lnTo>
                  <a:pt x="742594" y="78157"/>
                </a:lnTo>
                <a:lnTo>
                  <a:pt x="742977" y="78298"/>
                </a:lnTo>
                <a:lnTo>
                  <a:pt x="743371" y="78431"/>
                </a:lnTo>
                <a:lnTo>
                  <a:pt x="743776" y="78556"/>
                </a:lnTo>
                <a:lnTo>
                  <a:pt x="744192" y="78672"/>
                </a:lnTo>
                <a:lnTo>
                  <a:pt x="744619" y="78781"/>
                </a:lnTo>
                <a:lnTo>
                  <a:pt x="745057" y="78882"/>
                </a:lnTo>
                <a:lnTo>
                  <a:pt x="745506" y="78974"/>
                </a:lnTo>
                <a:lnTo>
                  <a:pt x="745966" y="79059"/>
                </a:lnTo>
                <a:lnTo>
                  <a:pt x="746437" y="79135"/>
                </a:lnTo>
                <a:lnTo>
                  <a:pt x="746919" y="79204"/>
                </a:lnTo>
                <a:lnTo>
                  <a:pt x="747412" y="79264"/>
                </a:lnTo>
                <a:lnTo>
                  <a:pt x="747915" y="79317"/>
                </a:lnTo>
                <a:lnTo>
                  <a:pt x="748430" y="79361"/>
                </a:lnTo>
                <a:lnTo>
                  <a:pt x="748956" y="79397"/>
                </a:lnTo>
                <a:lnTo>
                  <a:pt x="749492" y="79425"/>
                </a:lnTo>
                <a:lnTo>
                  <a:pt x="750040" y="79445"/>
                </a:lnTo>
                <a:lnTo>
                  <a:pt x="750598" y="79458"/>
                </a:lnTo>
                <a:lnTo>
                  <a:pt x="751168" y="79462"/>
                </a:lnTo>
                <a:lnTo>
                  <a:pt x="758067" y="79462"/>
                </a:lnTo>
                <a:lnTo>
                  <a:pt x="758067" y="71433"/>
                </a:lnTo>
                <a:lnTo>
                  <a:pt x="751816" y="71433"/>
                </a:lnTo>
                <a:lnTo>
                  <a:pt x="751390" y="71428"/>
                </a:lnTo>
                <a:close/>
                <a:moveTo>
                  <a:pt x="680111" y="35780"/>
                </a:moveTo>
                <a:lnTo>
                  <a:pt x="680331" y="35493"/>
                </a:lnTo>
                <a:lnTo>
                  <a:pt x="680557" y="35207"/>
                </a:lnTo>
                <a:lnTo>
                  <a:pt x="680789" y="34922"/>
                </a:lnTo>
                <a:lnTo>
                  <a:pt x="681027" y="34640"/>
                </a:lnTo>
                <a:lnTo>
                  <a:pt x="681270" y="34359"/>
                </a:lnTo>
                <a:lnTo>
                  <a:pt x="681518" y="34079"/>
                </a:lnTo>
                <a:lnTo>
                  <a:pt x="681772" y="33802"/>
                </a:lnTo>
                <a:lnTo>
                  <a:pt x="682032" y="33525"/>
                </a:lnTo>
                <a:lnTo>
                  <a:pt x="682298" y="33251"/>
                </a:lnTo>
                <a:lnTo>
                  <a:pt x="682569" y="32978"/>
                </a:lnTo>
                <a:lnTo>
                  <a:pt x="682846" y="32707"/>
                </a:lnTo>
                <a:lnTo>
                  <a:pt x="683128" y="32437"/>
                </a:lnTo>
                <a:lnTo>
                  <a:pt x="683416" y="32169"/>
                </a:lnTo>
                <a:lnTo>
                  <a:pt x="683710" y="31903"/>
                </a:lnTo>
                <a:lnTo>
                  <a:pt x="684009" y="31638"/>
                </a:lnTo>
                <a:lnTo>
                  <a:pt x="684314" y="31375"/>
                </a:lnTo>
                <a:lnTo>
                  <a:pt x="684624" y="31114"/>
                </a:lnTo>
                <a:lnTo>
                  <a:pt x="684941" y="30854"/>
                </a:lnTo>
                <a:lnTo>
                  <a:pt x="685262" y="30596"/>
                </a:lnTo>
                <a:lnTo>
                  <a:pt x="685590" y="30339"/>
                </a:lnTo>
                <a:lnTo>
                  <a:pt x="685923" y="30085"/>
                </a:lnTo>
                <a:lnTo>
                  <a:pt x="686262" y="29831"/>
                </a:lnTo>
                <a:lnTo>
                  <a:pt x="686606" y="29584"/>
                </a:lnTo>
                <a:lnTo>
                  <a:pt x="686958" y="29347"/>
                </a:lnTo>
                <a:lnTo>
                  <a:pt x="687315" y="29121"/>
                </a:lnTo>
                <a:lnTo>
                  <a:pt x="687679" y="28906"/>
                </a:lnTo>
                <a:lnTo>
                  <a:pt x="688050" y="28701"/>
                </a:lnTo>
                <a:lnTo>
                  <a:pt x="688427" y="28506"/>
                </a:lnTo>
                <a:lnTo>
                  <a:pt x="688810" y="28322"/>
                </a:lnTo>
                <a:lnTo>
                  <a:pt x="689200" y="28148"/>
                </a:lnTo>
                <a:lnTo>
                  <a:pt x="689596" y="27985"/>
                </a:lnTo>
                <a:lnTo>
                  <a:pt x="689999" y="27833"/>
                </a:lnTo>
                <a:lnTo>
                  <a:pt x="690409" y="27691"/>
                </a:lnTo>
                <a:lnTo>
                  <a:pt x="690824" y="27559"/>
                </a:lnTo>
                <a:lnTo>
                  <a:pt x="691246" y="27438"/>
                </a:lnTo>
                <a:lnTo>
                  <a:pt x="691675" y="27328"/>
                </a:lnTo>
                <a:lnTo>
                  <a:pt x="692110" y="27228"/>
                </a:lnTo>
                <a:lnTo>
                  <a:pt x="692551" y="27139"/>
                </a:lnTo>
                <a:lnTo>
                  <a:pt x="692999" y="27060"/>
                </a:lnTo>
                <a:lnTo>
                  <a:pt x="693454" y="26991"/>
                </a:lnTo>
                <a:lnTo>
                  <a:pt x="693915" y="26934"/>
                </a:lnTo>
                <a:lnTo>
                  <a:pt x="694382" y="26886"/>
                </a:lnTo>
                <a:lnTo>
                  <a:pt x="694856" y="26849"/>
                </a:lnTo>
                <a:lnTo>
                  <a:pt x="695336" y="26823"/>
                </a:lnTo>
                <a:lnTo>
                  <a:pt x="695822" y="26807"/>
                </a:lnTo>
                <a:lnTo>
                  <a:pt x="696315" y="26802"/>
                </a:lnTo>
                <a:lnTo>
                  <a:pt x="696637" y="26805"/>
                </a:lnTo>
                <a:lnTo>
                  <a:pt x="696952" y="26815"/>
                </a:lnTo>
                <a:lnTo>
                  <a:pt x="697260" y="26832"/>
                </a:lnTo>
                <a:lnTo>
                  <a:pt x="697563" y="26855"/>
                </a:lnTo>
                <a:lnTo>
                  <a:pt x="697859" y="26885"/>
                </a:lnTo>
                <a:lnTo>
                  <a:pt x="698149" y="26921"/>
                </a:lnTo>
                <a:lnTo>
                  <a:pt x="698433" y="26964"/>
                </a:lnTo>
                <a:lnTo>
                  <a:pt x="698710" y="27014"/>
                </a:lnTo>
                <a:lnTo>
                  <a:pt x="698981" y="27070"/>
                </a:lnTo>
                <a:lnTo>
                  <a:pt x="699246" y="27133"/>
                </a:lnTo>
                <a:lnTo>
                  <a:pt x="699505" y="27202"/>
                </a:lnTo>
                <a:lnTo>
                  <a:pt x="699758" y="27278"/>
                </a:lnTo>
                <a:lnTo>
                  <a:pt x="700004" y="27361"/>
                </a:lnTo>
                <a:lnTo>
                  <a:pt x="700244" y="27451"/>
                </a:lnTo>
                <a:lnTo>
                  <a:pt x="700478" y="27546"/>
                </a:lnTo>
                <a:lnTo>
                  <a:pt x="700705" y="27649"/>
                </a:lnTo>
                <a:lnTo>
                  <a:pt x="700926" y="27758"/>
                </a:lnTo>
                <a:lnTo>
                  <a:pt x="701141" y="27874"/>
                </a:lnTo>
                <a:lnTo>
                  <a:pt x="701350" y="27996"/>
                </a:lnTo>
                <a:lnTo>
                  <a:pt x="701553" y="28125"/>
                </a:lnTo>
                <a:lnTo>
                  <a:pt x="701749" y="28261"/>
                </a:lnTo>
                <a:lnTo>
                  <a:pt x="701939" y="28403"/>
                </a:lnTo>
                <a:lnTo>
                  <a:pt x="702123" y="28552"/>
                </a:lnTo>
                <a:lnTo>
                  <a:pt x="702301" y="28708"/>
                </a:lnTo>
                <a:lnTo>
                  <a:pt x="702473" y="28869"/>
                </a:lnTo>
                <a:lnTo>
                  <a:pt x="702640" y="29035"/>
                </a:lnTo>
                <a:lnTo>
                  <a:pt x="702804" y="29207"/>
                </a:lnTo>
                <a:lnTo>
                  <a:pt x="702962" y="29383"/>
                </a:lnTo>
                <a:lnTo>
                  <a:pt x="703116" y="29565"/>
                </a:lnTo>
                <a:lnTo>
                  <a:pt x="703266" y="29752"/>
                </a:lnTo>
                <a:lnTo>
                  <a:pt x="703411" y="29943"/>
                </a:lnTo>
                <a:lnTo>
                  <a:pt x="703552" y="30140"/>
                </a:lnTo>
                <a:lnTo>
                  <a:pt x="703688" y="30342"/>
                </a:lnTo>
                <a:lnTo>
                  <a:pt x="703820" y="30550"/>
                </a:lnTo>
                <a:lnTo>
                  <a:pt x="703947" y="30762"/>
                </a:lnTo>
                <a:lnTo>
                  <a:pt x="704070" y="30979"/>
                </a:lnTo>
                <a:lnTo>
                  <a:pt x="704188" y="31202"/>
                </a:lnTo>
                <a:lnTo>
                  <a:pt x="704301" y="31429"/>
                </a:lnTo>
                <a:lnTo>
                  <a:pt x="704410" y="31662"/>
                </a:lnTo>
                <a:lnTo>
                  <a:pt x="704515" y="31900"/>
                </a:lnTo>
                <a:lnTo>
                  <a:pt x="704615" y="32143"/>
                </a:lnTo>
                <a:lnTo>
                  <a:pt x="704711" y="32391"/>
                </a:lnTo>
                <a:lnTo>
                  <a:pt x="704802" y="32644"/>
                </a:lnTo>
                <a:lnTo>
                  <a:pt x="704888" y="32902"/>
                </a:lnTo>
                <a:lnTo>
                  <a:pt x="704971" y="33165"/>
                </a:lnTo>
                <a:lnTo>
                  <a:pt x="705048" y="33434"/>
                </a:lnTo>
                <a:lnTo>
                  <a:pt x="705121" y="33707"/>
                </a:lnTo>
                <a:lnTo>
                  <a:pt x="705190" y="33986"/>
                </a:lnTo>
                <a:lnTo>
                  <a:pt x="705255" y="34269"/>
                </a:lnTo>
                <a:lnTo>
                  <a:pt x="705317" y="34554"/>
                </a:lnTo>
                <a:lnTo>
                  <a:pt x="705376" y="34844"/>
                </a:lnTo>
                <a:lnTo>
                  <a:pt x="705433" y="35136"/>
                </a:lnTo>
                <a:lnTo>
                  <a:pt x="705487" y="35432"/>
                </a:lnTo>
                <a:lnTo>
                  <a:pt x="705538" y="35731"/>
                </a:lnTo>
                <a:lnTo>
                  <a:pt x="705587" y="36033"/>
                </a:lnTo>
                <a:lnTo>
                  <a:pt x="705632" y="36339"/>
                </a:lnTo>
                <a:lnTo>
                  <a:pt x="705675" y="36647"/>
                </a:lnTo>
                <a:lnTo>
                  <a:pt x="705715" y="36959"/>
                </a:lnTo>
                <a:lnTo>
                  <a:pt x="705752" y="37275"/>
                </a:lnTo>
                <a:lnTo>
                  <a:pt x="705787" y="37593"/>
                </a:lnTo>
                <a:lnTo>
                  <a:pt x="705819" y="37915"/>
                </a:lnTo>
                <a:lnTo>
                  <a:pt x="705848" y="38240"/>
                </a:lnTo>
                <a:lnTo>
                  <a:pt x="705874" y="38568"/>
                </a:lnTo>
                <a:lnTo>
                  <a:pt x="705897" y="38900"/>
                </a:lnTo>
                <a:lnTo>
                  <a:pt x="705918" y="39235"/>
                </a:lnTo>
                <a:lnTo>
                  <a:pt x="705936" y="39573"/>
                </a:lnTo>
                <a:lnTo>
                  <a:pt x="705951" y="39914"/>
                </a:lnTo>
                <a:lnTo>
                  <a:pt x="705964" y="40259"/>
                </a:lnTo>
                <a:lnTo>
                  <a:pt x="705973" y="40607"/>
                </a:lnTo>
                <a:lnTo>
                  <a:pt x="705980" y="40958"/>
                </a:lnTo>
                <a:lnTo>
                  <a:pt x="705985" y="41312"/>
                </a:lnTo>
                <a:lnTo>
                  <a:pt x="705986" y="41670"/>
                </a:lnTo>
                <a:lnTo>
                  <a:pt x="705986" y="79462"/>
                </a:lnTo>
                <a:lnTo>
                  <a:pt x="715774" y="79462"/>
                </a:lnTo>
                <a:lnTo>
                  <a:pt x="715774" y="40539"/>
                </a:lnTo>
                <a:lnTo>
                  <a:pt x="715767" y="39674"/>
                </a:lnTo>
                <a:lnTo>
                  <a:pt x="715747" y="38826"/>
                </a:lnTo>
                <a:lnTo>
                  <a:pt x="715713" y="37994"/>
                </a:lnTo>
                <a:lnTo>
                  <a:pt x="715665" y="37179"/>
                </a:lnTo>
                <a:lnTo>
                  <a:pt x="715603" y="36379"/>
                </a:lnTo>
                <a:lnTo>
                  <a:pt x="715527" y="35597"/>
                </a:lnTo>
                <a:lnTo>
                  <a:pt x="715438" y="34830"/>
                </a:lnTo>
                <a:lnTo>
                  <a:pt x="715335" y="34080"/>
                </a:lnTo>
                <a:lnTo>
                  <a:pt x="715219" y="33346"/>
                </a:lnTo>
                <a:lnTo>
                  <a:pt x="715088" y="32629"/>
                </a:lnTo>
                <a:lnTo>
                  <a:pt x="714944" y="31928"/>
                </a:lnTo>
                <a:lnTo>
                  <a:pt x="714787" y="31243"/>
                </a:lnTo>
                <a:lnTo>
                  <a:pt x="714615" y="30575"/>
                </a:lnTo>
                <a:lnTo>
                  <a:pt x="714430" y="29923"/>
                </a:lnTo>
                <a:lnTo>
                  <a:pt x="714231" y="29287"/>
                </a:lnTo>
                <a:lnTo>
                  <a:pt x="714018" y="28668"/>
                </a:lnTo>
                <a:lnTo>
                  <a:pt x="713792" y="28065"/>
                </a:lnTo>
                <a:lnTo>
                  <a:pt x="713552" y="27478"/>
                </a:lnTo>
                <a:lnTo>
                  <a:pt x="713298" y="26908"/>
                </a:lnTo>
                <a:lnTo>
                  <a:pt x="713031" y="26354"/>
                </a:lnTo>
                <a:lnTo>
                  <a:pt x="712750" y="25817"/>
                </a:lnTo>
                <a:lnTo>
                  <a:pt x="712455" y="25296"/>
                </a:lnTo>
                <a:lnTo>
                  <a:pt x="712146" y="24791"/>
                </a:lnTo>
                <a:lnTo>
                  <a:pt x="711824" y="24302"/>
                </a:lnTo>
                <a:lnTo>
                  <a:pt x="711485" y="23832"/>
                </a:lnTo>
                <a:lnTo>
                  <a:pt x="711129" y="23381"/>
                </a:lnTo>
                <a:lnTo>
                  <a:pt x="710754" y="22951"/>
                </a:lnTo>
                <a:lnTo>
                  <a:pt x="710361" y="22541"/>
                </a:lnTo>
                <a:lnTo>
                  <a:pt x="709950" y="22150"/>
                </a:lnTo>
                <a:lnTo>
                  <a:pt x="709520" y="21780"/>
                </a:lnTo>
                <a:lnTo>
                  <a:pt x="709073" y="21430"/>
                </a:lnTo>
                <a:lnTo>
                  <a:pt x="708607" y="21099"/>
                </a:lnTo>
                <a:lnTo>
                  <a:pt x="708123" y="20789"/>
                </a:lnTo>
                <a:lnTo>
                  <a:pt x="707620" y="20499"/>
                </a:lnTo>
                <a:lnTo>
                  <a:pt x="707100" y="20229"/>
                </a:lnTo>
                <a:lnTo>
                  <a:pt x="706561" y="19978"/>
                </a:lnTo>
                <a:lnTo>
                  <a:pt x="706004" y="19748"/>
                </a:lnTo>
                <a:lnTo>
                  <a:pt x="705429" y="19538"/>
                </a:lnTo>
                <a:lnTo>
                  <a:pt x="704835" y="19348"/>
                </a:lnTo>
                <a:lnTo>
                  <a:pt x="704223" y="19178"/>
                </a:lnTo>
                <a:lnTo>
                  <a:pt x="703594" y="19028"/>
                </a:lnTo>
                <a:lnTo>
                  <a:pt x="702945" y="18897"/>
                </a:lnTo>
                <a:lnTo>
                  <a:pt x="702279" y="18787"/>
                </a:lnTo>
                <a:lnTo>
                  <a:pt x="701595" y="18697"/>
                </a:lnTo>
                <a:lnTo>
                  <a:pt x="700892" y="18627"/>
                </a:lnTo>
                <a:lnTo>
                  <a:pt x="700171" y="18577"/>
                </a:lnTo>
                <a:lnTo>
                  <a:pt x="699432" y="18547"/>
                </a:lnTo>
                <a:lnTo>
                  <a:pt x="698674" y="18537"/>
                </a:lnTo>
                <a:lnTo>
                  <a:pt x="698089" y="18542"/>
                </a:lnTo>
                <a:lnTo>
                  <a:pt x="697511" y="18558"/>
                </a:lnTo>
                <a:lnTo>
                  <a:pt x="696942" y="18584"/>
                </a:lnTo>
                <a:lnTo>
                  <a:pt x="696381" y="18620"/>
                </a:lnTo>
                <a:lnTo>
                  <a:pt x="695828" y="18666"/>
                </a:lnTo>
                <a:lnTo>
                  <a:pt x="695284" y="18723"/>
                </a:lnTo>
                <a:lnTo>
                  <a:pt x="694747" y="18791"/>
                </a:lnTo>
                <a:lnTo>
                  <a:pt x="694219" y="18868"/>
                </a:lnTo>
                <a:lnTo>
                  <a:pt x="693699" y="18956"/>
                </a:lnTo>
                <a:lnTo>
                  <a:pt x="693187" y="19055"/>
                </a:lnTo>
                <a:lnTo>
                  <a:pt x="692683" y="19163"/>
                </a:lnTo>
                <a:lnTo>
                  <a:pt x="692188" y="19282"/>
                </a:lnTo>
                <a:lnTo>
                  <a:pt x="691700" y="19412"/>
                </a:lnTo>
                <a:lnTo>
                  <a:pt x="691221" y="19552"/>
                </a:lnTo>
                <a:lnTo>
                  <a:pt x="690750" y="19702"/>
                </a:lnTo>
                <a:lnTo>
                  <a:pt x="690288" y="19862"/>
                </a:lnTo>
                <a:lnTo>
                  <a:pt x="689833" y="20033"/>
                </a:lnTo>
                <a:lnTo>
                  <a:pt x="689387" y="20214"/>
                </a:lnTo>
                <a:lnTo>
                  <a:pt x="688949" y="20406"/>
                </a:lnTo>
                <a:lnTo>
                  <a:pt x="688519" y="20607"/>
                </a:lnTo>
                <a:lnTo>
                  <a:pt x="688097" y="20820"/>
                </a:lnTo>
                <a:lnTo>
                  <a:pt x="687683" y="21042"/>
                </a:lnTo>
                <a:lnTo>
                  <a:pt x="687278" y="21275"/>
                </a:lnTo>
                <a:lnTo>
                  <a:pt x="686881" y="21518"/>
                </a:lnTo>
                <a:lnTo>
                  <a:pt x="686491" y="21768"/>
                </a:lnTo>
                <a:lnTo>
                  <a:pt x="686110" y="22018"/>
                </a:lnTo>
                <a:lnTo>
                  <a:pt x="685736" y="22271"/>
                </a:lnTo>
                <a:lnTo>
                  <a:pt x="685369" y="22524"/>
                </a:lnTo>
                <a:lnTo>
                  <a:pt x="685010" y="22780"/>
                </a:lnTo>
                <a:lnTo>
                  <a:pt x="684659" y="23037"/>
                </a:lnTo>
                <a:lnTo>
                  <a:pt x="684315" y="23295"/>
                </a:lnTo>
                <a:lnTo>
                  <a:pt x="683978" y="23555"/>
                </a:lnTo>
                <a:lnTo>
                  <a:pt x="683650" y="23817"/>
                </a:lnTo>
                <a:lnTo>
                  <a:pt x="683328" y="24080"/>
                </a:lnTo>
                <a:lnTo>
                  <a:pt x="683015" y="24344"/>
                </a:lnTo>
                <a:lnTo>
                  <a:pt x="682709" y="24610"/>
                </a:lnTo>
                <a:lnTo>
                  <a:pt x="682411" y="24878"/>
                </a:lnTo>
                <a:lnTo>
                  <a:pt x="682120" y="25147"/>
                </a:lnTo>
                <a:lnTo>
                  <a:pt x="681836" y="25418"/>
                </a:lnTo>
                <a:lnTo>
                  <a:pt x="681561" y="25690"/>
                </a:lnTo>
                <a:lnTo>
                  <a:pt x="681293" y="25964"/>
                </a:lnTo>
                <a:lnTo>
                  <a:pt x="681032" y="26239"/>
                </a:lnTo>
                <a:lnTo>
                  <a:pt x="680779" y="26516"/>
                </a:lnTo>
                <a:lnTo>
                  <a:pt x="680534" y="26795"/>
                </a:lnTo>
                <a:lnTo>
                  <a:pt x="680296" y="27075"/>
                </a:lnTo>
                <a:lnTo>
                  <a:pt x="680066" y="27356"/>
                </a:lnTo>
                <a:lnTo>
                  <a:pt x="679843" y="27639"/>
                </a:lnTo>
                <a:lnTo>
                  <a:pt x="679628" y="27924"/>
                </a:lnTo>
                <a:lnTo>
                  <a:pt x="679392" y="19600"/>
                </a:lnTo>
                <a:lnTo>
                  <a:pt x="669840" y="19600"/>
                </a:lnTo>
                <a:lnTo>
                  <a:pt x="669840" y="79462"/>
                </a:lnTo>
                <a:lnTo>
                  <a:pt x="679687" y="79462"/>
                </a:lnTo>
                <a:lnTo>
                  <a:pt x="679687" y="36360"/>
                </a:lnTo>
                <a:lnTo>
                  <a:pt x="679896" y="36069"/>
                </a:lnTo>
                <a:lnTo>
                  <a:pt x="680111" y="35780"/>
                </a:lnTo>
                <a:close/>
                <a:moveTo>
                  <a:pt x="634274" y="80455"/>
                </a:moveTo>
                <a:lnTo>
                  <a:pt x="634834" y="80416"/>
                </a:lnTo>
                <a:lnTo>
                  <a:pt x="635386" y="80369"/>
                </a:lnTo>
                <a:lnTo>
                  <a:pt x="635932" y="80313"/>
                </a:lnTo>
                <a:lnTo>
                  <a:pt x="636471" y="80248"/>
                </a:lnTo>
                <a:lnTo>
                  <a:pt x="637003" y="80175"/>
                </a:lnTo>
                <a:lnTo>
                  <a:pt x="637529" y="80093"/>
                </a:lnTo>
                <a:lnTo>
                  <a:pt x="638047" y="80002"/>
                </a:lnTo>
                <a:lnTo>
                  <a:pt x="638559" y="79903"/>
                </a:lnTo>
                <a:lnTo>
                  <a:pt x="639064" y="79795"/>
                </a:lnTo>
                <a:lnTo>
                  <a:pt x="639563" y="79679"/>
                </a:lnTo>
                <a:lnTo>
                  <a:pt x="640055" y="79553"/>
                </a:lnTo>
                <a:lnTo>
                  <a:pt x="640539" y="79420"/>
                </a:lnTo>
                <a:lnTo>
                  <a:pt x="641018" y="79277"/>
                </a:lnTo>
                <a:lnTo>
                  <a:pt x="641489" y="79126"/>
                </a:lnTo>
                <a:lnTo>
                  <a:pt x="641954" y="78967"/>
                </a:lnTo>
                <a:lnTo>
                  <a:pt x="642412" y="78798"/>
                </a:lnTo>
                <a:lnTo>
                  <a:pt x="642863" y="78622"/>
                </a:lnTo>
                <a:lnTo>
                  <a:pt x="643307" y="78436"/>
                </a:lnTo>
                <a:lnTo>
                  <a:pt x="643745" y="78242"/>
                </a:lnTo>
                <a:lnTo>
                  <a:pt x="644176" y="78039"/>
                </a:lnTo>
                <a:lnTo>
                  <a:pt x="644599" y="77828"/>
                </a:lnTo>
                <a:lnTo>
                  <a:pt x="645015" y="77610"/>
                </a:lnTo>
                <a:lnTo>
                  <a:pt x="645423" y="77385"/>
                </a:lnTo>
                <a:lnTo>
                  <a:pt x="645823" y="77152"/>
                </a:lnTo>
                <a:lnTo>
                  <a:pt x="646215" y="76913"/>
                </a:lnTo>
                <a:lnTo>
                  <a:pt x="646599" y="76665"/>
                </a:lnTo>
                <a:lnTo>
                  <a:pt x="646975" y="76411"/>
                </a:lnTo>
                <a:lnTo>
                  <a:pt x="647344" y="76150"/>
                </a:lnTo>
                <a:lnTo>
                  <a:pt x="647704" y="75881"/>
                </a:lnTo>
                <a:lnTo>
                  <a:pt x="648057" y="75605"/>
                </a:lnTo>
                <a:lnTo>
                  <a:pt x="648401" y="75322"/>
                </a:lnTo>
                <a:lnTo>
                  <a:pt x="648738" y="75031"/>
                </a:lnTo>
                <a:lnTo>
                  <a:pt x="649067" y="74733"/>
                </a:lnTo>
                <a:lnTo>
                  <a:pt x="649388" y="74428"/>
                </a:lnTo>
                <a:lnTo>
                  <a:pt x="649702" y="74116"/>
                </a:lnTo>
                <a:lnTo>
                  <a:pt x="650007" y="73797"/>
                </a:lnTo>
                <a:lnTo>
                  <a:pt x="650304" y="73470"/>
                </a:lnTo>
                <a:lnTo>
                  <a:pt x="650594" y="73136"/>
                </a:lnTo>
                <a:lnTo>
                  <a:pt x="650876" y="72795"/>
                </a:lnTo>
                <a:lnTo>
                  <a:pt x="651149" y="72447"/>
                </a:lnTo>
                <a:lnTo>
                  <a:pt x="651415" y="72091"/>
                </a:lnTo>
                <a:lnTo>
                  <a:pt x="651673" y="71728"/>
                </a:lnTo>
                <a:lnTo>
                  <a:pt x="651923" y="71358"/>
                </a:lnTo>
                <a:lnTo>
                  <a:pt x="652166" y="70981"/>
                </a:lnTo>
                <a:lnTo>
                  <a:pt x="652399" y="70597"/>
                </a:lnTo>
                <a:lnTo>
                  <a:pt x="652624" y="70206"/>
                </a:lnTo>
                <a:lnTo>
                  <a:pt x="652839" y="69810"/>
                </a:lnTo>
                <a:lnTo>
                  <a:pt x="653044" y="69408"/>
                </a:lnTo>
                <a:lnTo>
                  <a:pt x="653241" y="68999"/>
                </a:lnTo>
                <a:lnTo>
                  <a:pt x="653428" y="68585"/>
                </a:lnTo>
                <a:lnTo>
                  <a:pt x="653606" y="68164"/>
                </a:lnTo>
                <a:lnTo>
                  <a:pt x="653774" y="67738"/>
                </a:lnTo>
                <a:lnTo>
                  <a:pt x="653933" y="67305"/>
                </a:lnTo>
                <a:lnTo>
                  <a:pt x="654083" y="66866"/>
                </a:lnTo>
                <a:lnTo>
                  <a:pt x="654224" y="66421"/>
                </a:lnTo>
                <a:lnTo>
                  <a:pt x="654355" y="65970"/>
                </a:lnTo>
                <a:lnTo>
                  <a:pt x="654477" y="65513"/>
                </a:lnTo>
                <a:lnTo>
                  <a:pt x="654589" y="65050"/>
                </a:lnTo>
                <a:lnTo>
                  <a:pt x="654692" y="64581"/>
                </a:lnTo>
                <a:lnTo>
                  <a:pt x="654786" y="64106"/>
                </a:lnTo>
                <a:lnTo>
                  <a:pt x="654871" y="63624"/>
                </a:lnTo>
                <a:lnTo>
                  <a:pt x="654946" y="63137"/>
                </a:lnTo>
                <a:lnTo>
                  <a:pt x="655012" y="62643"/>
                </a:lnTo>
                <a:lnTo>
                  <a:pt x="655069" y="62144"/>
                </a:lnTo>
                <a:lnTo>
                  <a:pt x="655116" y="61638"/>
                </a:lnTo>
                <a:lnTo>
                  <a:pt x="655154" y="61127"/>
                </a:lnTo>
                <a:lnTo>
                  <a:pt x="655183" y="60609"/>
                </a:lnTo>
                <a:lnTo>
                  <a:pt x="655202" y="60085"/>
                </a:lnTo>
                <a:lnTo>
                  <a:pt x="645473" y="60085"/>
                </a:lnTo>
                <a:lnTo>
                  <a:pt x="645452" y="60599"/>
                </a:lnTo>
                <a:lnTo>
                  <a:pt x="645420" y="61102"/>
                </a:lnTo>
                <a:lnTo>
                  <a:pt x="645377" y="61595"/>
                </a:lnTo>
                <a:lnTo>
                  <a:pt x="645321" y="62078"/>
                </a:lnTo>
                <a:lnTo>
                  <a:pt x="645255" y="62551"/>
                </a:lnTo>
                <a:lnTo>
                  <a:pt x="645176" y="63014"/>
                </a:lnTo>
                <a:lnTo>
                  <a:pt x="645086" y="63466"/>
                </a:lnTo>
                <a:lnTo>
                  <a:pt x="644985" y="63909"/>
                </a:lnTo>
                <a:lnTo>
                  <a:pt x="644872" y="64341"/>
                </a:lnTo>
                <a:lnTo>
                  <a:pt x="644747" y="64763"/>
                </a:lnTo>
                <a:lnTo>
                  <a:pt x="644611" y="65175"/>
                </a:lnTo>
                <a:lnTo>
                  <a:pt x="644463" y="65577"/>
                </a:lnTo>
                <a:lnTo>
                  <a:pt x="644304" y="65969"/>
                </a:lnTo>
                <a:lnTo>
                  <a:pt x="644133" y="66350"/>
                </a:lnTo>
                <a:lnTo>
                  <a:pt x="643950" y="66722"/>
                </a:lnTo>
                <a:lnTo>
                  <a:pt x="643756" y="67083"/>
                </a:lnTo>
                <a:lnTo>
                  <a:pt x="643551" y="67434"/>
                </a:lnTo>
                <a:lnTo>
                  <a:pt x="643334" y="67775"/>
                </a:lnTo>
                <a:lnTo>
                  <a:pt x="643105" y="68106"/>
                </a:lnTo>
                <a:lnTo>
                  <a:pt x="642865" y="68427"/>
                </a:lnTo>
                <a:lnTo>
                  <a:pt x="642613" y="68737"/>
                </a:lnTo>
                <a:lnTo>
                  <a:pt x="642349" y="69038"/>
                </a:lnTo>
                <a:lnTo>
                  <a:pt x="642074" y="69328"/>
                </a:lnTo>
                <a:lnTo>
                  <a:pt x="641788" y="69608"/>
                </a:lnTo>
                <a:lnTo>
                  <a:pt x="641490" y="69877"/>
                </a:lnTo>
                <a:lnTo>
                  <a:pt x="641183" y="70135"/>
                </a:lnTo>
                <a:lnTo>
                  <a:pt x="640867" y="70382"/>
                </a:lnTo>
                <a:lnTo>
                  <a:pt x="640540" y="70617"/>
                </a:lnTo>
                <a:lnTo>
                  <a:pt x="640204" y="70840"/>
                </a:lnTo>
                <a:lnTo>
                  <a:pt x="639858" y="71052"/>
                </a:lnTo>
                <a:lnTo>
                  <a:pt x="639503" y="71253"/>
                </a:lnTo>
                <a:lnTo>
                  <a:pt x="639137" y="71442"/>
                </a:lnTo>
                <a:lnTo>
                  <a:pt x="638762" y="71619"/>
                </a:lnTo>
                <a:lnTo>
                  <a:pt x="638378" y="71786"/>
                </a:lnTo>
                <a:lnTo>
                  <a:pt x="637983" y="71940"/>
                </a:lnTo>
                <a:lnTo>
                  <a:pt x="637579" y="72084"/>
                </a:lnTo>
                <a:lnTo>
                  <a:pt x="637165" y="72215"/>
                </a:lnTo>
                <a:lnTo>
                  <a:pt x="636741" y="72336"/>
                </a:lnTo>
                <a:lnTo>
                  <a:pt x="636308" y="72445"/>
                </a:lnTo>
                <a:lnTo>
                  <a:pt x="635865" y="72542"/>
                </a:lnTo>
                <a:lnTo>
                  <a:pt x="635412" y="72628"/>
                </a:lnTo>
                <a:lnTo>
                  <a:pt x="634949" y="72702"/>
                </a:lnTo>
                <a:lnTo>
                  <a:pt x="634477" y="72765"/>
                </a:lnTo>
                <a:lnTo>
                  <a:pt x="633995" y="72817"/>
                </a:lnTo>
                <a:lnTo>
                  <a:pt x="633503" y="72857"/>
                </a:lnTo>
                <a:lnTo>
                  <a:pt x="633002" y="72886"/>
                </a:lnTo>
                <a:lnTo>
                  <a:pt x="632491" y="72903"/>
                </a:lnTo>
                <a:lnTo>
                  <a:pt x="631970" y="72909"/>
                </a:lnTo>
                <a:lnTo>
                  <a:pt x="631487" y="72903"/>
                </a:lnTo>
                <a:lnTo>
                  <a:pt x="631012" y="72888"/>
                </a:lnTo>
                <a:lnTo>
                  <a:pt x="630545" y="72862"/>
                </a:lnTo>
                <a:lnTo>
                  <a:pt x="630085" y="72826"/>
                </a:lnTo>
                <a:lnTo>
                  <a:pt x="629633" y="72779"/>
                </a:lnTo>
                <a:lnTo>
                  <a:pt x="629189" y="72722"/>
                </a:lnTo>
                <a:lnTo>
                  <a:pt x="628753" y="72655"/>
                </a:lnTo>
                <a:lnTo>
                  <a:pt x="628324" y="72577"/>
                </a:lnTo>
                <a:lnTo>
                  <a:pt x="627902" y="72489"/>
                </a:lnTo>
                <a:lnTo>
                  <a:pt x="627489" y="72390"/>
                </a:lnTo>
                <a:lnTo>
                  <a:pt x="627083" y="72281"/>
                </a:lnTo>
                <a:lnTo>
                  <a:pt x="626685" y="72162"/>
                </a:lnTo>
                <a:lnTo>
                  <a:pt x="626294" y="72032"/>
                </a:lnTo>
                <a:lnTo>
                  <a:pt x="625912" y="71892"/>
                </a:lnTo>
                <a:lnTo>
                  <a:pt x="625536" y="71742"/>
                </a:lnTo>
                <a:lnTo>
                  <a:pt x="625169" y="71581"/>
                </a:lnTo>
                <a:lnTo>
                  <a:pt x="624809" y="71410"/>
                </a:lnTo>
                <a:lnTo>
                  <a:pt x="624457" y="71229"/>
                </a:lnTo>
                <a:lnTo>
                  <a:pt x="624113" y="71037"/>
                </a:lnTo>
                <a:lnTo>
                  <a:pt x="623776" y="70834"/>
                </a:lnTo>
                <a:lnTo>
                  <a:pt x="623447" y="70622"/>
                </a:lnTo>
                <a:lnTo>
                  <a:pt x="623125" y="70399"/>
                </a:lnTo>
                <a:lnTo>
                  <a:pt x="622812" y="70166"/>
                </a:lnTo>
                <a:lnTo>
                  <a:pt x="622506" y="69922"/>
                </a:lnTo>
                <a:lnTo>
                  <a:pt x="622207" y="69669"/>
                </a:lnTo>
                <a:lnTo>
                  <a:pt x="621915" y="69410"/>
                </a:lnTo>
                <a:lnTo>
                  <a:pt x="621630" y="69144"/>
                </a:lnTo>
                <a:lnTo>
                  <a:pt x="621352" y="68871"/>
                </a:lnTo>
                <a:lnTo>
                  <a:pt x="621080" y="68592"/>
                </a:lnTo>
                <a:lnTo>
                  <a:pt x="620816" y="68305"/>
                </a:lnTo>
                <a:lnTo>
                  <a:pt x="620558" y="68012"/>
                </a:lnTo>
                <a:lnTo>
                  <a:pt x="620307" y="67712"/>
                </a:lnTo>
                <a:lnTo>
                  <a:pt x="620064" y="67405"/>
                </a:lnTo>
                <a:lnTo>
                  <a:pt x="619827" y="67091"/>
                </a:lnTo>
                <a:lnTo>
                  <a:pt x="619596" y="66771"/>
                </a:lnTo>
                <a:lnTo>
                  <a:pt x="619373" y="66443"/>
                </a:lnTo>
                <a:lnTo>
                  <a:pt x="619157" y="66109"/>
                </a:lnTo>
                <a:lnTo>
                  <a:pt x="618947" y="65768"/>
                </a:lnTo>
                <a:lnTo>
                  <a:pt x="618744" y="65421"/>
                </a:lnTo>
                <a:lnTo>
                  <a:pt x="618548" y="65066"/>
                </a:lnTo>
                <a:lnTo>
                  <a:pt x="618359" y="64705"/>
                </a:lnTo>
                <a:lnTo>
                  <a:pt x="618177" y="64337"/>
                </a:lnTo>
                <a:lnTo>
                  <a:pt x="618002" y="63962"/>
                </a:lnTo>
                <a:lnTo>
                  <a:pt x="617833" y="63580"/>
                </a:lnTo>
                <a:lnTo>
                  <a:pt x="617672" y="63192"/>
                </a:lnTo>
                <a:lnTo>
                  <a:pt x="617517" y="62796"/>
                </a:lnTo>
                <a:lnTo>
                  <a:pt x="617369" y="62394"/>
                </a:lnTo>
                <a:lnTo>
                  <a:pt x="617228" y="61985"/>
                </a:lnTo>
                <a:lnTo>
                  <a:pt x="617093" y="61571"/>
                </a:lnTo>
                <a:lnTo>
                  <a:pt x="616964" y="61154"/>
                </a:lnTo>
                <a:lnTo>
                  <a:pt x="616840" y="60733"/>
                </a:lnTo>
                <a:lnTo>
                  <a:pt x="616722" y="60309"/>
                </a:lnTo>
                <a:lnTo>
                  <a:pt x="616609" y="59882"/>
                </a:lnTo>
                <a:lnTo>
                  <a:pt x="616502" y="59451"/>
                </a:lnTo>
                <a:lnTo>
                  <a:pt x="616400" y="59017"/>
                </a:lnTo>
                <a:lnTo>
                  <a:pt x="616304" y="58579"/>
                </a:lnTo>
                <a:lnTo>
                  <a:pt x="616214" y="58139"/>
                </a:lnTo>
                <a:lnTo>
                  <a:pt x="616129" y="57694"/>
                </a:lnTo>
                <a:lnTo>
                  <a:pt x="616049" y="57247"/>
                </a:lnTo>
                <a:lnTo>
                  <a:pt x="615975" y="56796"/>
                </a:lnTo>
                <a:lnTo>
                  <a:pt x="615907" y="56342"/>
                </a:lnTo>
                <a:lnTo>
                  <a:pt x="615844" y="55884"/>
                </a:lnTo>
                <a:lnTo>
                  <a:pt x="615786" y="55423"/>
                </a:lnTo>
                <a:lnTo>
                  <a:pt x="615734" y="54959"/>
                </a:lnTo>
                <a:lnTo>
                  <a:pt x="615688" y="54492"/>
                </a:lnTo>
                <a:lnTo>
                  <a:pt x="615647" y="54021"/>
                </a:lnTo>
                <a:lnTo>
                  <a:pt x="615612" y="53546"/>
                </a:lnTo>
                <a:lnTo>
                  <a:pt x="615582" y="53069"/>
                </a:lnTo>
                <a:lnTo>
                  <a:pt x="615558" y="52588"/>
                </a:lnTo>
                <a:lnTo>
                  <a:pt x="615539" y="52103"/>
                </a:lnTo>
                <a:lnTo>
                  <a:pt x="615526" y="51616"/>
                </a:lnTo>
                <a:lnTo>
                  <a:pt x="615518" y="51125"/>
                </a:lnTo>
                <a:lnTo>
                  <a:pt x="654967" y="51125"/>
                </a:lnTo>
                <a:lnTo>
                  <a:pt x="654976" y="51077"/>
                </a:lnTo>
                <a:lnTo>
                  <a:pt x="654986" y="51027"/>
                </a:lnTo>
                <a:lnTo>
                  <a:pt x="654995" y="50975"/>
                </a:lnTo>
                <a:lnTo>
                  <a:pt x="655003" y="50920"/>
                </a:lnTo>
                <a:lnTo>
                  <a:pt x="655012" y="50863"/>
                </a:lnTo>
                <a:lnTo>
                  <a:pt x="655020" y="50804"/>
                </a:lnTo>
                <a:lnTo>
                  <a:pt x="655028" y="50742"/>
                </a:lnTo>
                <a:lnTo>
                  <a:pt x="655035" y="50677"/>
                </a:lnTo>
                <a:lnTo>
                  <a:pt x="655043" y="50610"/>
                </a:lnTo>
                <a:lnTo>
                  <a:pt x="655050" y="50541"/>
                </a:lnTo>
                <a:lnTo>
                  <a:pt x="655056" y="50469"/>
                </a:lnTo>
                <a:lnTo>
                  <a:pt x="655062" y="50394"/>
                </a:lnTo>
                <a:lnTo>
                  <a:pt x="655068" y="50318"/>
                </a:lnTo>
                <a:lnTo>
                  <a:pt x="655074" y="50238"/>
                </a:lnTo>
                <a:lnTo>
                  <a:pt x="655079" y="50157"/>
                </a:lnTo>
                <a:lnTo>
                  <a:pt x="655085" y="50073"/>
                </a:lnTo>
                <a:lnTo>
                  <a:pt x="655089" y="49986"/>
                </a:lnTo>
                <a:lnTo>
                  <a:pt x="655094" y="49897"/>
                </a:lnTo>
                <a:lnTo>
                  <a:pt x="655098" y="49805"/>
                </a:lnTo>
                <a:lnTo>
                  <a:pt x="655102" y="49711"/>
                </a:lnTo>
                <a:lnTo>
                  <a:pt x="655105" y="49615"/>
                </a:lnTo>
                <a:lnTo>
                  <a:pt x="655108" y="49516"/>
                </a:lnTo>
                <a:lnTo>
                  <a:pt x="655111" y="49415"/>
                </a:lnTo>
                <a:lnTo>
                  <a:pt x="655114" y="49311"/>
                </a:lnTo>
                <a:lnTo>
                  <a:pt x="655116" y="49207"/>
                </a:lnTo>
                <a:lnTo>
                  <a:pt x="655119" y="49103"/>
                </a:lnTo>
                <a:lnTo>
                  <a:pt x="655121" y="49001"/>
                </a:lnTo>
                <a:lnTo>
                  <a:pt x="655123" y="48900"/>
                </a:lnTo>
                <a:lnTo>
                  <a:pt x="655125" y="48801"/>
                </a:lnTo>
                <a:lnTo>
                  <a:pt x="655127" y="48702"/>
                </a:lnTo>
                <a:lnTo>
                  <a:pt x="655129" y="48605"/>
                </a:lnTo>
                <a:lnTo>
                  <a:pt x="655130" y="48509"/>
                </a:lnTo>
                <a:lnTo>
                  <a:pt x="655132" y="48414"/>
                </a:lnTo>
                <a:lnTo>
                  <a:pt x="655133" y="48320"/>
                </a:lnTo>
                <a:lnTo>
                  <a:pt x="655135" y="48227"/>
                </a:lnTo>
                <a:lnTo>
                  <a:pt x="655136" y="48135"/>
                </a:lnTo>
                <a:lnTo>
                  <a:pt x="655137" y="48045"/>
                </a:lnTo>
                <a:lnTo>
                  <a:pt x="655138" y="47956"/>
                </a:lnTo>
                <a:lnTo>
                  <a:pt x="655139" y="47868"/>
                </a:lnTo>
                <a:lnTo>
                  <a:pt x="655140" y="47781"/>
                </a:lnTo>
                <a:lnTo>
                  <a:pt x="655141" y="47695"/>
                </a:lnTo>
                <a:lnTo>
                  <a:pt x="655142" y="47611"/>
                </a:lnTo>
                <a:lnTo>
                  <a:pt x="655142" y="47528"/>
                </a:lnTo>
                <a:lnTo>
                  <a:pt x="655143" y="47445"/>
                </a:lnTo>
                <a:lnTo>
                  <a:pt x="655143" y="47365"/>
                </a:lnTo>
                <a:lnTo>
                  <a:pt x="655143" y="47285"/>
                </a:lnTo>
                <a:lnTo>
                  <a:pt x="655143" y="47206"/>
                </a:lnTo>
                <a:lnTo>
                  <a:pt x="655143" y="47129"/>
                </a:lnTo>
                <a:lnTo>
                  <a:pt x="655132" y="45987"/>
                </a:lnTo>
                <a:lnTo>
                  <a:pt x="655099" y="44868"/>
                </a:lnTo>
                <a:lnTo>
                  <a:pt x="655043" y="43771"/>
                </a:lnTo>
                <a:lnTo>
                  <a:pt x="654965" y="42696"/>
                </a:lnTo>
                <a:lnTo>
                  <a:pt x="654865" y="41644"/>
                </a:lnTo>
                <a:lnTo>
                  <a:pt x="654742" y="40615"/>
                </a:lnTo>
                <a:lnTo>
                  <a:pt x="654597" y="39608"/>
                </a:lnTo>
                <a:lnTo>
                  <a:pt x="654429" y="38623"/>
                </a:lnTo>
                <a:lnTo>
                  <a:pt x="654240" y="37661"/>
                </a:lnTo>
                <a:lnTo>
                  <a:pt x="654028" y="36721"/>
                </a:lnTo>
                <a:lnTo>
                  <a:pt x="653793" y="35803"/>
                </a:lnTo>
                <a:lnTo>
                  <a:pt x="653537" y="34908"/>
                </a:lnTo>
                <a:lnTo>
                  <a:pt x="653258" y="34036"/>
                </a:lnTo>
                <a:lnTo>
                  <a:pt x="652956" y="33185"/>
                </a:lnTo>
                <a:lnTo>
                  <a:pt x="652633" y="32358"/>
                </a:lnTo>
                <a:lnTo>
                  <a:pt x="652287" y="31552"/>
                </a:lnTo>
                <a:lnTo>
                  <a:pt x="651919" y="30769"/>
                </a:lnTo>
                <a:lnTo>
                  <a:pt x="651528" y="30009"/>
                </a:lnTo>
                <a:lnTo>
                  <a:pt x="651115" y="29271"/>
                </a:lnTo>
                <a:lnTo>
                  <a:pt x="650680" y="28555"/>
                </a:lnTo>
                <a:lnTo>
                  <a:pt x="650223" y="27862"/>
                </a:lnTo>
                <a:lnTo>
                  <a:pt x="649743" y="27191"/>
                </a:lnTo>
                <a:lnTo>
                  <a:pt x="649241" y="26543"/>
                </a:lnTo>
                <a:lnTo>
                  <a:pt x="648716" y="25917"/>
                </a:lnTo>
                <a:lnTo>
                  <a:pt x="648172" y="25314"/>
                </a:lnTo>
                <a:lnTo>
                  <a:pt x="647611" y="24738"/>
                </a:lnTo>
                <a:lnTo>
                  <a:pt x="647032" y="24187"/>
                </a:lnTo>
                <a:lnTo>
                  <a:pt x="646436" y="23662"/>
                </a:lnTo>
                <a:lnTo>
                  <a:pt x="645823" y="23162"/>
                </a:lnTo>
                <a:lnTo>
                  <a:pt x="645193" y="22688"/>
                </a:lnTo>
                <a:lnTo>
                  <a:pt x="644546" y="22240"/>
                </a:lnTo>
                <a:lnTo>
                  <a:pt x="643881" y="21817"/>
                </a:lnTo>
                <a:lnTo>
                  <a:pt x="643199" y="21420"/>
                </a:lnTo>
                <a:lnTo>
                  <a:pt x="642500" y="21048"/>
                </a:lnTo>
                <a:lnTo>
                  <a:pt x="641784" y="20702"/>
                </a:lnTo>
                <a:lnTo>
                  <a:pt x="641051" y="20382"/>
                </a:lnTo>
                <a:lnTo>
                  <a:pt x="640300" y="20087"/>
                </a:lnTo>
                <a:lnTo>
                  <a:pt x="639532" y="19818"/>
                </a:lnTo>
                <a:lnTo>
                  <a:pt x="638747" y="19575"/>
                </a:lnTo>
                <a:lnTo>
                  <a:pt x="637945" y="19357"/>
                </a:lnTo>
                <a:lnTo>
                  <a:pt x="637126" y="19165"/>
                </a:lnTo>
                <a:lnTo>
                  <a:pt x="636289" y="18998"/>
                </a:lnTo>
                <a:lnTo>
                  <a:pt x="635435" y="18857"/>
                </a:lnTo>
                <a:lnTo>
                  <a:pt x="634564" y="18742"/>
                </a:lnTo>
                <a:lnTo>
                  <a:pt x="633676" y="18652"/>
                </a:lnTo>
                <a:lnTo>
                  <a:pt x="632771" y="18588"/>
                </a:lnTo>
                <a:lnTo>
                  <a:pt x="631848" y="18550"/>
                </a:lnTo>
                <a:lnTo>
                  <a:pt x="630908" y="18537"/>
                </a:lnTo>
                <a:lnTo>
                  <a:pt x="630206" y="18544"/>
                </a:lnTo>
                <a:lnTo>
                  <a:pt x="629513" y="18564"/>
                </a:lnTo>
                <a:lnTo>
                  <a:pt x="628830" y="18599"/>
                </a:lnTo>
                <a:lnTo>
                  <a:pt x="628157" y="18646"/>
                </a:lnTo>
                <a:lnTo>
                  <a:pt x="627494" y="18708"/>
                </a:lnTo>
                <a:lnTo>
                  <a:pt x="626841" y="18783"/>
                </a:lnTo>
                <a:lnTo>
                  <a:pt x="626198" y="18872"/>
                </a:lnTo>
                <a:lnTo>
                  <a:pt x="625565" y="18974"/>
                </a:lnTo>
                <a:lnTo>
                  <a:pt x="624942" y="19090"/>
                </a:lnTo>
                <a:lnTo>
                  <a:pt x="624329" y="19220"/>
                </a:lnTo>
                <a:lnTo>
                  <a:pt x="623726" y="19363"/>
                </a:lnTo>
                <a:lnTo>
                  <a:pt x="623132" y="19520"/>
                </a:lnTo>
                <a:lnTo>
                  <a:pt x="622549" y="19691"/>
                </a:lnTo>
                <a:lnTo>
                  <a:pt x="621975" y="19875"/>
                </a:lnTo>
                <a:lnTo>
                  <a:pt x="621412" y="20073"/>
                </a:lnTo>
                <a:lnTo>
                  <a:pt x="620858" y="20284"/>
                </a:lnTo>
                <a:lnTo>
                  <a:pt x="620314" y="20510"/>
                </a:lnTo>
                <a:lnTo>
                  <a:pt x="619780" y="20749"/>
                </a:lnTo>
                <a:lnTo>
                  <a:pt x="619256" y="21001"/>
                </a:lnTo>
                <a:lnTo>
                  <a:pt x="618742" y="21267"/>
                </a:lnTo>
                <a:lnTo>
                  <a:pt x="618238" y="21547"/>
                </a:lnTo>
                <a:lnTo>
                  <a:pt x="617744" y="21841"/>
                </a:lnTo>
                <a:lnTo>
                  <a:pt x="617260" y="22148"/>
                </a:lnTo>
                <a:lnTo>
                  <a:pt x="616786" y="22468"/>
                </a:lnTo>
                <a:lnTo>
                  <a:pt x="616322" y="22801"/>
                </a:lnTo>
                <a:lnTo>
                  <a:pt x="615867" y="23145"/>
                </a:lnTo>
                <a:lnTo>
                  <a:pt x="615423" y="23499"/>
                </a:lnTo>
                <a:lnTo>
                  <a:pt x="614988" y="23863"/>
                </a:lnTo>
                <a:lnTo>
                  <a:pt x="614564" y="24239"/>
                </a:lnTo>
                <a:lnTo>
                  <a:pt x="614149" y="24624"/>
                </a:lnTo>
                <a:lnTo>
                  <a:pt x="613744" y="25021"/>
                </a:lnTo>
                <a:lnTo>
                  <a:pt x="613349" y="25427"/>
                </a:lnTo>
                <a:lnTo>
                  <a:pt x="612965" y="25845"/>
                </a:lnTo>
                <a:lnTo>
                  <a:pt x="612590" y="26273"/>
                </a:lnTo>
                <a:lnTo>
                  <a:pt x="612225" y="26711"/>
                </a:lnTo>
                <a:lnTo>
                  <a:pt x="611870" y="27160"/>
                </a:lnTo>
                <a:lnTo>
                  <a:pt x="611524" y="27620"/>
                </a:lnTo>
                <a:lnTo>
                  <a:pt x="611189" y="28090"/>
                </a:lnTo>
                <a:lnTo>
                  <a:pt x="610864" y="28571"/>
                </a:lnTo>
                <a:lnTo>
                  <a:pt x="610549" y="29062"/>
                </a:lnTo>
                <a:lnTo>
                  <a:pt x="610243" y="29564"/>
                </a:lnTo>
                <a:lnTo>
                  <a:pt x="609948" y="30077"/>
                </a:lnTo>
                <a:lnTo>
                  <a:pt x="609662" y="30600"/>
                </a:lnTo>
                <a:lnTo>
                  <a:pt x="609386" y="31133"/>
                </a:lnTo>
                <a:lnTo>
                  <a:pt x="609121" y="31678"/>
                </a:lnTo>
                <a:lnTo>
                  <a:pt x="608865" y="32232"/>
                </a:lnTo>
                <a:lnTo>
                  <a:pt x="608619" y="32798"/>
                </a:lnTo>
                <a:lnTo>
                  <a:pt x="608383" y="33373"/>
                </a:lnTo>
                <a:lnTo>
                  <a:pt x="608157" y="33958"/>
                </a:lnTo>
                <a:lnTo>
                  <a:pt x="607941" y="34551"/>
                </a:lnTo>
                <a:lnTo>
                  <a:pt x="607734" y="35151"/>
                </a:lnTo>
                <a:lnTo>
                  <a:pt x="607536" y="35758"/>
                </a:lnTo>
                <a:lnTo>
                  <a:pt x="607349" y="36374"/>
                </a:lnTo>
                <a:lnTo>
                  <a:pt x="607171" y="36996"/>
                </a:lnTo>
                <a:lnTo>
                  <a:pt x="607002" y="37627"/>
                </a:lnTo>
                <a:lnTo>
                  <a:pt x="606843" y="38265"/>
                </a:lnTo>
                <a:lnTo>
                  <a:pt x="606694" y="38910"/>
                </a:lnTo>
                <a:lnTo>
                  <a:pt x="606555" y="39563"/>
                </a:lnTo>
                <a:lnTo>
                  <a:pt x="606425" y="40224"/>
                </a:lnTo>
                <a:lnTo>
                  <a:pt x="606305" y="40892"/>
                </a:lnTo>
                <a:lnTo>
                  <a:pt x="606194" y="41567"/>
                </a:lnTo>
                <a:lnTo>
                  <a:pt x="606093" y="42251"/>
                </a:lnTo>
                <a:lnTo>
                  <a:pt x="606001" y="42941"/>
                </a:lnTo>
                <a:lnTo>
                  <a:pt x="605920" y="43640"/>
                </a:lnTo>
                <a:lnTo>
                  <a:pt x="605848" y="44346"/>
                </a:lnTo>
                <a:lnTo>
                  <a:pt x="605785" y="45059"/>
                </a:lnTo>
                <a:lnTo>
                  <a:pt x="605732" y="45780"/>
                </a:lnTo>
                <a:lnTo>
                  <a:pt x="605689" y="46509"/>
                </a:lnTo>
                <a:lnTo>
                  <a:pt x="605655" y="47245"/>
                </a:lnTo>
                <a:lnTo>
                  <a:pt x="605631" y="47989"/>
                </a:lnTo>
                <a:lnTo>
                  <a:pt x="605617" y="48740"/>
                </a:lnTo>
                <a:lnTo>
                  <a:pt x="605612" y="49499"/>
                </a:lnTo>
                <a:lnTo>
                  <a:pt x="605617" y="50228"/>
                </a:lnTo>
                <a:lnTo>
                  <a:pt x="605632" y="50951"/>
                </a:lnTo>
                <a:lnTo>
                  <a:pt x="605656" y="51668"/>
                </a:lnTo>
                <a:lnTo>
                  <a:pt x="605691" y="52379"/>
                </a:lnTo>
                <a:lnTo>
                  <a:pt x="605736" y="53084"/>
                </a:lnTo>
                <a:lnTo>
                  <a:pt x="605790" y="53782"/>
                </a:lnTo>
                <a:lnTo>
                  <a:pt x="605855" y="54475"/>
                </a:lnTo>
                <a:lnTo>
                  <a:pt x="605930" y="55162"/>
                </a:lnTo>
                <a:lnTo>
                  <a:pt x="606014" y="55842"/>
                </a:lnTo>
                <a:lnTo>
                  <a:pt x="606108" y="56516"/>
                </a:lnTo>
                <a:lnTo>
                  <a:pt x="606213" y="57185"/>
                </a:lnTo>
                <a:lnTo>
                  <a:pt x="606327" y="57847"/>
                </a:lnTo>
                <a:lnTo>
                  <a:pt x="606451" y="58503"/>
                </a:lnTo>
                <a:lnTo>
                  <a:pt x="606585" y="59153"/>
                </a:lnTo>
                <a:lnTo>
                  <a:pt x="606729" y="59797"/>
                </a:lnTo>
                <a:lnTo>
                  <a:pt x="606883" y="60435"/>
                </a:lnTo>
                <a:lnTo>
                  <a:pt x="607047" y="61067"/>
                </a:lnTo>
                <a:lnTo>
                  <a:pt x="607220" y="61692"/>
                </a:lnTo>
                <a:lnTo>
                  <a:pt x="607404" y="62312"/>
                </a:lnTo>
                <a:lnTo>
                  <a:pt x="607598" y="62925"/>
                </a:lnTo>
                <a:lnTo>
                  <a:pt x="607801" y="63533"/>
                </a:lnTo>
                <a:lnTo>
                  <a:pt x="608015" y="64134"/>
                </a:lnTo>
                <a:lnTo>
                  <a:pt x="608238" y="64730"/>
                </a:lnTo>
                <a:lnTo>
                  <a:pt x="608472" y="65319"/>
                </a:lnTo>
                <a:lnTo>
                  <a:pt x="608715" y="65900"/>
                </a:lnTo>
                <a:lnTo>
                  <a:pt x="608969" y="66471"/>
                </a:lnTo>
                <a:lnTo>
                  <a:pt x="609233" y="67031"/>
                </a:lnTo>
                <a:lnTo>
                  <a:pt x="609508" y="67582"/>
                </a:lnTo>
                <a:lnTo>
                  <a:pt x="609792" y="68122"/>
                </a:lnTo>
                <a:lnTo>
                  <a:pt x="610088" y="68652"/>
                </a:lnTo>
                <a:lnTo>
                  <a:pt x="610393" y="69172"/>
                </a:lnTo>
                <a:lnTo>
                  <a:pt x="610709" y="69681"/>
                </a:lnTo>
                <a:lnTo>
                  <a:pt x="611035" y="70180"/>
                </a:lnTo>
                <a:lnTo>
                  <a:pt x="611372" y="70669"/>
                </a:lnTo>
                <a:lnTo>
                  <a:pt x="611719" y="71148"/>
                </a:lnTo>
                <a:lnTo>
                  <a:pt x="612076" y="71616"/>
                </a:lnTo>
                <a:lnTo>
                  <a:pt x="612443" y="72075"/>
                </a:lnTo>
                <a:lnTo>
                  <a:pt x="612821" y="72523"/>
                </a:lnTo>
                <a:lnTo>
                  <a:pt x="613210" y="72960"/>
                </a:lnTo>
                <a:lnTo>
                  <a:pt x="613608" y="73388"/>
                </a:lnTo>
                <a:lnTo>
                  <a:pt x="614017" y="73805"/>
                </a:lnTo>
                <a:lnTo>
                  <a:pt x="614436" y="74212"/>
                </a:lnTo>
                <a:lnTo>
                  <a:pt x="614866" y="74609"/>
                </a:lnTo>
                <a:lnTo>
                  <a:pt x="615306" y="74996"/>
                </a:lnTo>
                <a:lnTo>
                  <a:pt x="615756" y="75372"/>
                </a:lnTo>
                <a:lnTo>
                  <a:pt x="616217" y="75738"/>
                </a:lnTo>
                <a:lnTo>
                  <a:pt x="616688" y="76094"/>
                </a:lnTo>
                <a:lnTo>
                  <a:pt x="617169" y="76440"/>
                </a:lnTo>
                <a:lnTo>
                  <a:pt x="617661" y="76773"/>
                </a:lnTo>
                <a:lnTo>
                  <a:pt x="618164" y="77092"/>
                </a:lnTo>
                <a:lnTo>
                  <a:pt x="618677" y="77397"/>
                </a:lnTo>
                <a:lnTo>
                  <a:pt x="619202" y="77688"/>
                </a:lnTo>
                <a:lnTo>
                  <a:pt x="619737" y="77964"/>
                </a:lnTo>
                <a:lnTo>
                  <a:pt x="620283" y="78227"/>
                </a:lnTo>
                <a:lnTo>
                  <a:pt x="620840" y="78475"/>
                </a:lnTo>
                <a:lnTo>
                  <a:pt x="621408" y="78709"/>
                </a:lnTo>
                <a:lnTo>
                  <a:pt x="621987" y="78929"/>
                </a:lnTo>
                <a:lnTo>
                  <a:pt x="622576" y="79134"/>
                </a:lnTo>
                <a:lnTo>
                  <a:pt x="623177" y="79326"/>
                </a:lnTo>
                <a:lnTo>
                  <a:pt x="623788" y="79503"/>
                </a:lnTo>
                <a:lnTo>
                  <a:pt x="624410" y="79666"/>
                </a:lnTo>
                <a:lnTo>
                  <a:pt x="625043" y="79815"/>
                </a:lnTo>
                <a:lnTo>
                  <a:pt x="625687" y="79950"/>
                </a:lnTo>
                <a:lnTo>
                  <a:pt x="626342" y="80070"/>
                </a:lnTo>
                <a:lnTo>
                  <a:pt x="627007" y="80177"/>
                </a:lnTo>
                <a:lnTo>
                  <a:pt x="627684" y="80269"/>
                </a:lnTo>
                <a:lnTo>
                  <a:pt x="628371" y="80347"/>
                </a:lnTo>
                <a:lnTo>
                  <a:pt x="629069" y="80411"/>
                </a:lnTo>
                <a:lnTo>
                  <a:pt x="629778" y="80460"/>
                </a:lnTo>
                <a:lnTo>
                  <a:pt x="630498" y="80496"/>
                </a:lnTo>
                <a:lnTo>
                  <a:pt x="631228" y="80517"/>
                </a:lnTo>
                <a:lnTo>
                  <a:pt x="631970" y="80524"/>
                </a:lnTo>
                <a:lnTo>
                  <a:pt x="632556" y="80520"/>
                </a:lnTo>
                <a:lnTo>
                  <a:pt x="633136" y="80507"/>
                </a:lnTo>
                <a:lnTo>
                  <a:pt x="633708" y="80485"/>
                </a:lnTo>
                <a:lnTo>
                  <a:pt x="634274" y="80455"/>
                </a:lnTo>
                <a:close/>
                <a:moveTo>
                  <a:pt x="615901" y="41131"/>
                </a:moveTo>
                <a:lnTo>
                  <a:pt x="616009" y="40469"/>
                </a:lnTo>
                <a:lnTo>
                  <a:pt x="616128" y="39822"/>
                </a:lnTo>
                <a:lnTo>
                  <a:pt x="616258" y="39189"/>
                </a:lnTo>
                <a:lnTo>
                  <a:pt x="616399" y="38571"/>
                </a:lnTo>
                <a:lnTo>
                  <a:pt x="616551" y="37967"/>
                </a:lnTo>
                <a:lnTo>
                  <a:pt x="616714" y="37377"/>
                </a:lnTo>
                <a:lnTo>
                  <a:pt x="616888" y="36803"/>
                </a:lnTo>
                <a:lnTo>
                  <a:pt x="617073" y="36242"/>
                </a:lnTo>
                <a:lnTo>
                  <a:pt x="617269" y="35696"/>
                </a:lnTo>
                <a:lnTo>
                  <a:pt x="617476" y="35165"/>
                </a:lnTo>
                <a:lnTo>
                  <a:pt x="617694" y="34648"/>
                </a:lnTo>
                <a:lnTo>
                  <a:pt x="617923" y="34145"/>
                </a:lnTo>
                <a:lnTo>
                  <a:pt x="618162" y="33657"/>
                </a:lnTo>
                <a:lnTo>
                  <a:pt x="618413" y="33184"/>
                </a:lnTo>
                <a:lnTo>
                  <a:pt x="618675" y="32725"/>
                </a:lnTo>
                <a:lnTo>
                  <a:pt x="618947" y="32280"/>
                </a:lnTo>
                <a:lnTo>
                  <a:pt x="619231" y="31850"/>
                </a:lnTo>
                <a:lnTo>
                  <a:pt x="619525" y="31435"/>
                </a:lnTo>
                <a:lnTo>
                  <a:pt x="619831" y="31033"/>
                </a:lnTo>
                <a:lnTo>
                  <a:pt x="620147" y="30647"/>
                </a:lnTo>
                <a:lnTo>
                  <a:pt x="620474" y="30275"/>
                </a:lnTo>
                <a:lnTo>
                  <a:pt x="620812" y="29919"/>
                </a:lnTo>
                <a:lnTo>
                  <a:pt x="621160" y="29580"/>
                </a:lnTo>
                <a:lnTo>
                  <a:pt x="621519" y="29255"/>
                </a:lnTo>
                <a:lnTo>
                  <a:pt x="621888" y="28947"/>
                </a:lnTo>
                <a:lnTo>
                  <a:pt x="622268" y="28655"/>
                </a:lnTo>
                <a:lnTo>
                  <a:pt x="622658" y="28378"/>
                </a:lnTo>
                <a:lnTo>
                  <a:pt x="623059" y="28117"/>
                </a:lnTo>
                <a:lnTo>
                  <a:pt x="623471" y="27872"/>
                </a:lnTo>
                <a:lnTo>
                  <a:pt x="623893" y="27643"/>
                </a:lnTo>
                <a:lnTo>
                  <a:pt x="624325" y="27430"/>
                </a:lnTo>
                <a:lnTo>
                  <a:pt x="624768" y="27232"/>
                </a:lnTo>
                <a:lnTo>
                  <a:pt x="625222" y="27050"/>
                </a:lnTo>
                <a:lnTo>
                  <a:pt x="625686" y="26884"/>
                </a:lnTo>
                <a:lnTo>
                  <a:pt x="626161" y="26734"/>
                </a:lnTo>
                <a:lnTo>
                  <a:pt x="626646" y="26600"/>
                </a:lnTo>
                <a:lnTo>
                  <a:pt x="627142" y="26481"/>
                </a:lnTo>
                <a:lnTo>
                  <a:pt x="627649" y="26378"/>
                </a:lnTo>
                <a:lnTo>
                  <a:pt x="628166" y="26291"/>
                </a:lnTo>
                <a:lnTo>
                  <a:pt x="628693" y="26220"/>
                </a:lnTo>
                <a:lnTo>
                  <a:pt x="629231" y="26165"/>
                </a:lnTo>
                <a:lnTo>
                  <a:pt x="629780" y="26125"/>
                </a:lnTo>
                <a:lnTo>
                  <a:pt x="630339" y="26102"/>
                </a:lnTo>
                <a:lnTo>
                  <a:pt x="630908" y="26094"/>
                </a:lnTo>
                <a:lnTo>
                  <a:pt x="631468" y="26102"/>
                </a:lnTo>
                <a:lnTo>
                  <a:pt x="632018" y="26125"/>
                </a:lnTo>
                <a:lnTo>
                  <a:pt x="632557" y="26165"/>
                </a:lnTo>
                <a:lnTo>
                  <a:pt x="633085" y="26221"/>
                </a:lnTo>
                <a:lnTo>
                  <a:pt x="633603" y="26293"/>
                </a:lnTo>
                <a:lnTo>
                  <a:pt x="634111" y="26380"/>
                </a:lnTo>
                <a:lnTo>
                  <a:pt x="634608" y="26484"/>
                </a:lnTo>
                <a:lnTo>
                  <a:pt x="635095" y="26603"/>
                </a:lnTo>
                <a:lnTo>
                  <a:pt x="635571" y="26738"/>
                </a:lnTo>
                <a:lnTo>
                  <a:pt x="636037" y="26890"/>
                </a:lnTo>
                <a:lnTo>
                  <a:pt x="636493" y="27057"/>
                </a:lnTo>
                <a:lnTo>
                  <a:pt x="636938" y="27240"/>
                </a:lnTo>
                <a:lnTo>
                  <a:pt x="637372" y="27439"/>
                </a:lnTo>
                <a:lnTo>
                  <a:pt x="637796" y="27654"/>
                </a:lnTo>
                <a:lnTo>
                  <a:pt x="638210" y="27884"/>
                </a:lnTo>
                <a:lnTo>
                  <a:pt x="638613" y="28131"/>
                </a:lnTo>
                <a:lnTo>
                  <a:pt x="639006" y="28394"/>
                </a:lnTo>
                <a:lnTo>
                  <a:pt x="639388" y="28672"/>
                </a:lnTo>
                <a:lnTo>
                  <a:pt x="639760" y="28967"/>
                </a:lnTo>
                <a:lnTo>
                  <a:pt x="640122" y="29277"/>
                </a:lnTo>
                <a:lnTo>
                  <a:pt x="640473" y="29604"/>
                </a:lnTo>
                <a:lnTo>
                  <a:pt x="640813" y="29946"/>
                </a:lnTo>
                <a:lnTo>
                  <a:pt x="641144" y="30304"/>
                </a:lnTo>
                <a:lnTo>
                  <a:pt x="641463" y="30678"/>
                </a:lnTo>
                <a:lnTo>
                  <a:pt x="641772" y="31067"/>
                </a:lnTo>
                <a:lnTo>
                  <a:pt x="642067" y="31470"/>
                </a:lnTo>
                <a:lnTo>
                  <a:pt x="642351" y="31888"/>
                </a:lnTo>
                <a:lnTo>
                  <a:pt x="642621" y="32319"/>
                </a:lnTo>
                <a:lnTo>
                  <a:pt x="642880" y="32765"/>
                </a:lnTo>
                <a:lnTo>
                  <a:pt x="643125" y="33225"/>
                </a:lnTo>
                <a:lnTo>
                  <a:pt x="643359" y="33699"/>
                </a:lnTo>
                <a:lnTo>
                  <a:pt x="643580" y="34187"/>
                </a:lnTo>
                <a:lnTo>
                  <a:pt x="643788" y="34690"/>
                </a:lnTo>
                <a:lnTo>
                  <a:pt x="643984" y="35206"/>
                </a:lnTo>
                <a:lnTo>
                  <a:pt x="644167" y="35737"/>
                </a:lnTo>
                <a:lnTo>
                  <a:pt x="644338" y="36281"/>
                </a:lnTo>
                <a:lnTo>
                  <a:pt x="644496" y="36840"/>
                </a:lnTo>
                <a:lnTo>
                  <a:pt x="644642" y="37413"/>
                </a:lnTo>
                <a:lnTo>
                  <a:pt x="644776" y="38001"/>
                </a:lnTo>
                <a:lnTo>
                  <a:pt x="644896" y="38602"/>
                </a:lnTo>
                <a:lnTo>
                  <a:pt x="645005" y="39217"/>
                </a:lnTo>
                <a:lnTo>
                  <a:pt x="645101" y="39847"/>
                </a:lnTo>
                <a:lnTo>
                  <a:pt x="645184" y="40491"/>
                </a:lnTo>
                <a:lnTo>
                  <a:pt x="645255" y="41149"/>
                </a:lnTo>
                <a:lnTo>
                  <a:pt x="645314" y="41821"/>
                </a:lnTo>
                <a:lnTo>
                  <a:pt x="645360" y="42507"/>
                </a:lnTo>
                <a:lnTo>
                  <a:pt x="645393" y="43208"/>
                </a:lnTo>
                <a:lnTo>
                  <a:pt x="645414" y="43922"/>
                </a:lnTo>
                <a:lnTo>
                  <a:pt x="615577" y="43922"/>
                </a:lnTo>
                <a:lnTo>
                  <a:pt x="615642" y="43203"/>
                </a:lnTo>
                <a:lnTo>
                  <a:pt x="615717" y="42497"/>
                </a:lnTo>
                <a:lnTo>
                  <a:pt x="615803" y="41807"/>
                </a:lnTo>
                <a:lnTo>
                  <a:pt x="615901" y="41131"/>
                </a:lnTo>
                <a:close/>
                <a:moveTo>
                  <a:pt x="791072" y="80496"/>
                </a:moveTo>
                <a:lnTo>
                  <a:pt x="791465" y="80480"/>
                </a:lnTo>
                <a:lnTo>
                  <a:pt x="791855" y="80460"/>
                </a:lnTo>
                <a:lnTo>
                  <a:pt x="792242" y="80437"/>
                </a:lnTo>
                <a:lnTo>
                  <a:pt x="792628" y="80410"/>
                </a:lnTo>
                <a:lnTo>
                  <a:pt x="793011" y="80380"/>
                </a:lnTo>
                <a:lnTo>
                  <a:pt x="793391" y="80346"/>
                </a:lnTo>
                <a:lnTo>
                  <a:pt x="793769" y="80309"/>
                </a:lnTo>
                <a:lnTo>
                  <a:pt x="794145" y="80268"/>
                </a:lnTo>
                <a:lnTo>
                  <a:pt x="794519" y="80224"/>
                </a:lnTo>
                <a:lnTo>
                  <a:pt x="794890" y="80176"/>
                </a:lnTo>
                <a:lnTo>
                  <a:pt x="795259" y="80124"/>
                </a:lnTo>
                <a:lnTo>
                  <a:pt x="795625" y="80069"/>
                </a:lnTo>
                <a:lnTo>
                  <a:pt x="795989" y="80010"/>
                </a:lnTo>
                <a:lnTo>
                  <a:pt x="796351" y="79948"/>
                </a:lnTo>
                <a:lnTo>
                  <a:pt x="796710" y="79882"/>
                </a:lnTo>
                <a:lnTo>
                  <a:pt x="797067" y="79813"/>
                </a:lnTo>
                <a:lnTo>
                  <a:pt x="797422" y="79740"/>
                </a:lnTo>
                <a:lnTo>
                  <a:pt x="797774" y="79664"/>
                </a:lnTo>
                <a:lnTo>
                  <a:pt x="798124" y="79584"/>
                </a:lnTo>
                <a:lnTo>
                  <a:pt x="798472" y="79500"/>
                </a:lnTo>
                <a:lnTo>
                  <a:pt x="798816" y="79413"/>
                </a:lnTo>
                <a:lnTo>
                  <a:pt x="799157" y="79322"/>
                </a:lnTo>
                <a:lnTo>
                  <a:pt x="799495" y="79227"/>
                </a:lnTo>
                <a:lnTo>
                  <a:pt x="799828" y="79129"/>
                </a:lnTo>
                <a:lnTo>
                  <a:pt x="800158" y="79026"/>
                </a:lnTo>
                <a:lnTo>
                  <a:pt x="800484" y="78920"/>
                </a:lnTo>
                <a:lnTo>
                  <a:pt x="800807" y="78809"/>
                </a:lnTo>
                <a:lnTo>
                  <a:pt x="801125" y="78695"/>
                </a:lnTo>
                <a:lnTo>
                  <a:pt x="801440" y="78577"/>
                </a:lnTo>
                <a:lnTo>
                  <a:pt x="801752" y="78455"/>
                </a:lnTo>
                <a:lnTo>
                  <a:pt x="802060" y="78329"/>
                </a:lnTo>
                <a:lnTo>
                  <a:pt x="802364" y="78199"/>
                </a:lnTo>
                <a:lnTo>
                  <a:pt x="802664" y="78066"/>
                </a:lnTo>
                <a:lnTo>
                  <a:pt x="802961" y="77928"/>
                </a:lnTo>
                <a:lnTo>
                  <a:pt x="803254" y="77787"/>
                </a:lnTo>
                <a:lnTo>
                  <a:pt x="803543" y="77642"/>
                </a:lnTo>
                <a:lnTo>
                  <a:pt x="803829" y="77492"/>
                </a:lnTo>
                <a:lnTo>
                  <a:pt x="804110" y="77339"/>
                </a:lnTo>
                <a:lnTo>
                  <a:pt x="804389" y="77183"/>
                </a:lnTo>
                <a:lnTo>
                  <a:pt x="804663" y="77022"/>
                </a:lnTo>
                <a:lnTo>
                  <a:pt x="804934" y="76857"/>
                </a:lnTo>
                <a:lnTo>
                  <a:pt x="805201" y="76689"/>
                </a:lnTo>
                <a:lnTo>
                  <a:pt x="805465" y="76516"/>
                </a:lnTo>
                <a:lnTo>
                  <a:pt x="805725" y="76340"/>
                </a:lnTo>
                <a:lnTo>
                  <a:pt x="805980" y="76160"/>
                </a:lnTo>
                <a:lnTo>
                  <a:pt x="806231" y="75975"/>
                </a:lnTo>
                <a:lnTo>
                  <a:pt x="806477" y="75787"/>
                </a:lnTo>
                <a:lnTo>
                  <a:pt x="806718" y="75594"/>
                </a:lnTo>
                <a:lnTo>
                  <a:pt x="806954" y="75397"/>
                </a:lnTo>
                <a:lnTo>
                  <a:pt x="807186" y="75195"/>
                </a:lnTo>
                <a:lnTo>
                  <a:pt x="807413" y="74990"/>
                </a:lnTo>
                <a:lnTo>
                  <a:pt x="807635" y="74780"/>
                </a:lnTo>
                <a:lnTo>
                  <a:pt x="807852" y="74566"/>
                </a:lnTo>
                <a:lnTo>
                  <a:pt x="808064" y="74348"/>
                </a:lnTo>
                <a:lnTo>
                  <a:pt x="808271" y="74126"/>
                </a:lnTo>
                <a:lnTo>
                  <a:pt x="808474" y="73900"/>
                </a:lnTo>
                <a:lnTo>
                  <a:pt x="808672" y="73669"/>
                </a:lnTo>
                <a:lnTo>
                  <a:pt x="808865" y="73434"/>
                </a:lnTo>
                <a:lnTo>
                  <a:pt x="809053" y="73195"/>
                </a:lnTo>
                <a:lnTo>
                  <a:pt x="809236" y="72952"/>
                </a:lnTo>
                <a:lnTo>
                  <a:pt x="809415" y="72705"/>
                </a:lnTo>
                <a:lnTo>
                  <a:pt x="809589" y="72453"/>
                </a:lnTo>
                <a:lnTo>
                  <a:pt x="809758" y="72197"/>
                </a:lnTo>
                <a:lnTo>
                  <a:pt x="809922" y="71937"/>
                </a:lnTo>
                <a:lnTo>
                  <a:pt x="810081" y="71673"/>
                </a:lnTo>
                <a:lnTo>
                  <a:pt x="810236" y="71405"/>
                </a:lnTo>
                <a:lnTo>
                  <a:pt x="810386" y="71132"/>
                </a:lnTo>
                <a:lnTo>
                  <a:pt x="810530" y="70855"/>
                </a:lnTo>
                <a:lnTo>
                  <a:pt x="810670" y="70574"/>
                </a:lnTo>
                <a:lnTo>
                  <a:pt x="810804" y="70289"/>
                </a:lnTo>
                <a:lnTo>
                  <a:pt x="810931" y="69999"/>
                </a:lnTo>
                <a:lnTo>
                  <a:pt x="811053" y="69705"/>
                </a:lnTo>
                <a:lnTo>
                  <a:pt x="811169" y="69406"/>
                </a:lnTo>
                <a:lnTo>
                  <a:pt x="811279" y="69104"/>
                </a:lnTo>
                <a:lnTo>
                  <a:pt x="811382" y="68797"/>
                </a:lnTo>
                <a:lnTo>
                  <a:pt x="811480" y="68485"/>
                </a:lnTo>
                <a:lnTo>
                  <a:pt x="811572" y="68170"/>
                </a:lnTo>
                <a:lnTo>
                  <a:pt x="811659" y="67850"/>
                </a:lnTo>
                <a:lnTo>
                  <a:pt x="811739" y="67526"/>
                </a:lnTo>
                <a:lnTo>
                  <a:pt x="811813" y="67197"/>
                </a:lnTo>
                <a:lnTo>
                  <a:pt x="811881" y="66865"/>
                </a:lnTo>
                <a:lnTo>
                  <a:pt x="811944" y="66528"/>
                </a:lnTo>
                <a:lnTo>
                  <a:pt x="812000" y="66186"/>
                </a:lnTo>
                <a:lnTo>
                  <a:pt x="812050" y="65841"/>
                </a:lnTo>
                <a:lnTo>
                  <a:pt x="812095" y="65491"/>
                </a:lnTo>
                <a:lnTo>
                  <a:pt x="812134" y="65136"/>
                </a:lnTo>
                <a:lnTo>
                  <a:pt x="812166" y="64778"/>
                </a:lnTo>
                <a:lnTo>
                  <a:pt x="812193" y="64415"/>
                </a:lnTo>
                <a:lnTo>
                  <a:pt x="812214" y="64048"/>
                </a:lnTo>
                <a:lnTo>
                  <a:pt x="812229" y="63676"/>
                </a:lnTo>
                <a:lnTo>
                  <a:pt x="812237" y="63301"/>
                </a:lnTo>
                <a:lnTo>
                  <a:pt x="812240" y="62921"/>
                </a:lnTo>
                <a:lnTo>
                  <a:pt x="812237" y="62459"/>
                </a:lnTo>
                <a:lnTo>
                  <a:pt x="812225" y="62005"/>
                </a:lnTo>
                <a:lnTo>
                  <a:pt x="812206" y="61558"/>
                </a:lnTo>
                <a:lnTo>
                  <a:pt x="812179" y="61118"/>
                </a:lnTo>
                <a:lnTo>
                  <a:pt x="812144" y="60685"/>
                </a:lnTo>
                <a:lnTo>
                  <a:pt x="812102" y="60259"/>
                </a:lnTo>
                <a:lnTo>
                  <a:pt x="812052" y="59840"/>
                </a:lnTo>
                <a:lnTo>
                  <a:pt x="811995" y="59429"/>
                </a:lnTo>
                <a:lnTo>
                  <a:pt x="811930" y="59024"/>
                </a:lnTo>
                <a:lnTo>
                  <a:pt x="811857" y="58627"/>
                </a:lnTo>
                <a:lnTo>
                  <a:pt x="811776" y="58236"/>
                </a:lnTo>
                <a:lnTo>
                  <a:pt x="811688" y="57853"/>
                </a:lnTo>
                <a:lnTo>
                  <a:pt x="811592" y="57477"/>
                </a:lnTo>
                <a:lnTo>
                  <a:pt x="811488" y="57108"/>
                </a:lnTo>
                <a:lnTo>
                  <a:pt x="811377" y="56746"/>
                </a:lnTo>
                <a:lnTo>
                  <a:pt x="811258" y="56391"/>
                </a:lnTo>
                <a:lnTo>
                  <a:pt x="811131" y="56044"/>
                </a:lnTo>
                <a:lnTo>
                  <a:pt x="810997" y="55703"/>
                </a:lnTo>
                <a:lnTo>
                  <a:pt x="810855" y="55370"/>
                </a:lnTo>
                <a:lnTo>
                  <a:pt x="810705" y="55043"/>
                </a:lnTo>
                <a:lnTo>
                  <a:pt x="810547" y="54724"/>
                </a:lnTo>
                <a:lnTo>
                  <a:pt x="810382" y="54412"/>
                </a:lnTo>
                <a:lnTo>
                  <a:pt x="810210" y="54107"/>
                </a:lnTo>
                <a:lnTo>
                  <a:pt x="810029" y="53809"/>
                </a:lnTo>
                <a:lnTo>
                  <a:pt x="809841" y="53517"/>
                </a:lnTo>
                <a:lnTo>
                  <a:pt x="809646" y="53229"/>
                </a:lnTo>
                <a:lnTo>
                  <a:pt x="809443" y="52946"/>
                </a:lnTo>
                <a:lnTo>
                  <a:pt x="809233" y="52667"/>
                </a:lnTo>
                <a:lnTo>
                  <a:pt x="809016" y="52393"/>
                </a:lnTo>
                <a:lnTo>
                  <a:pt x="808791" y="52123"/>
                </a:lnTo>
                <a:lnTo>
                  <a:pt x="808559" y="51858"/>
                </a:lnTo>
                <a:lnTo>
                  <a:pt x="808319" y="51597"/>
                </a:lnTo>
                <a:lnTo>
                  <a:pt x="808072" y="51341"/>
                </a:lnTo>
                <a:lnTo>
                  <a:pt x="807818" y="51090"/>
                </a:lnTo>
                <a:lnTo>
                  <a:pt x="807556" y="50843"/>
                </a:lnTo>
                <a:lnTo>
                  <a:pt x="807287" y="50600"/>
                </a:lnTo>
                <a:lnTo>
                  <a:pt x="807011" y="50362"/>
                </a:lnTo>
                <a:lnTo>
                  <a:pt x="806727" y="50129"/>
                </a:lnTo>
                <a:lnTo>
                  <a:pt x="806436" y="49900"/>
                </a:lnTo>
                <a:lnTo>
                  <a:pt x="806137" y="49676"/>
                </a:lnTo>
                <a:lnTo>
                  <a:pt x="805832" y="49456"/>
                </a:lnTo>
                <a:lnTo>
                  <a:pt x="805518" y="49240"/>
                </a:lnTo>
                <a:lnTo>
                  <a:pt x="805198" y="49030"/>
                </a:lnTo>
                <a:lnTo>
                  <a:pt x="804870" y="48823"/>
                </a:lnTo>
                <a:lnTo>
                  <a:pt x="804534" y="48622"/>
                </a:lnTo>
                <a:lnTo>
                  <a:pt x="804192" y="48424"/>
                </a:lnTo>
                <a:lnTo>
                  <a:pt x="803841" y="48232"/>
                </a:lnTo>
                <a:lnTo>
                  <a:pt x="803484" y="48044"/>
                </a:lnTo>
                <a:lnTo>
                  <a:pt x="803119" y="47859"/>
                </a:lnTo>
                <a:lnTo>
                  <a:pt x="802747" y="47676"/>
                </a:lnTo>
                <a:lnTo>
                  <a:pt x="802367" y="47495"/>
                </a:lnTo>
                <a:lnTo>
                  <a:pt x="801979" y="47317"/>
                </a:lnTo>
                <a:lnTo>
                  <a:pt x="801585" y="47140"/>
                </a:lnTo>
                <a:lnTo>
                  <a:pt x="801182" y="46966"/>
                </a:lnTo>
                <a:lnTo>
                  <a:pt x="800773" y="46794"/>
                </a:lnTo>
                <a:lnTo>
                  <a:pt x="800355" y="46624"/>
                </a:lnTo>
                <a:lnTo>
                  <a:pt x="799931" y="46457"/>
                </a:lnTo>
                <a:lnTo>
                  <a:pt x="799499" y="46291"/>
                </a:lnTo>
                <a:lnTo>
                  <a:pt x="799059" y="46128"/>
                </a:lnTo>
                <a:lnTo>
                  <a:pt x="798612" y="45966"/>
                </a:lnTo>
                <a:lnTo>
                  <a:pt x="798157" y="45807"/>
                </a:lnTo>
                <a:lnTo>
                  <a:pt x="797695" y="45650"/>
                </a:lnTo>
                <a:lnTo>
                  <a:pt x="797226" y="45495"/>
                </a:lnTo>
                <a:lnTo>
                  <a:pt x="796749" y="45343"/>
                </a:lnTo>
                <a:lnTo>
                  <a:pt x="796264" y="45192"/>
                </a:lnTo>
                <a:lnTo>
                  <a:pt x="795772" y="45044"/>
                </a:lnTo>
                <a:lnTo>
                  <a:pt x="795273" y="44898"/>
                </a:lnTo>
                <a:lnTo>
                  <a:pt x="794766" y="44754"/>
                </a:lnTo>
                <a:lnTo>
                  <a:pt x="794252" y="44612"/>
                </a:lnTo>
                <a:lnTo>
                  <a:pt x="793730" y="44472"/>
                </a:lnTo>
                <a:lnTo>
                  <a:pt x="793200" y="44334"/>
                </a:lnTo>
                <a:lnTo>
                  <a:pt x="792664" y="44199"/>
                </a:lnTo>
                <a:lnTo>
                  <a:pt x="792181" y="44075"/>
                </a:lnTo>
                <a:lnTo>
                  <a:pt x="791707" y="43952"/>
                </a:lnTo>
                <a:lnTo>
                  <a:pt x="791241" y="43830"/>
                </a:lnTo>
                <a:lnTo>
                  <a:pt x="790783" y="43708"/>
                </a:lnTo>
                <a:lnTo>
                  <a:pt x="790334" y="43586"/>
                </a:lnTo>
                <a:lnTo>
                  <a:pt x="789892" y="43465"/>
                </a:lnTo>
                <a:lnTo>
                  <a:pt x="789459" y="43345"/>
                </a:lnTo>
                <a:lnTo>
                  <a:pt x="789034" y="43225"/>
                </a:lnTo>
                <a:lnTo>
                  <a:pt x="788617" y="43106"/>
                </a:lnTo>
                <a:lnTo>
                  <a:pt x="788208" y="42987"/>
                </a:lnTo>
                <a:lnTo>
                  <a:pt x="787808" y="42869"/>
                </a:lnTo>
                <a:lnTo>
                  <a:pt x="787416" y="42751"/>
                </a:lnTo>
                <a:lnTo>
                  <a:pt x="787032" y="42634"/>
                </a:lnTo>
                <a:lnTo>
                  <a:pt x="786656" y="42517"/>
                </a:lnTo>
                <a:lnTo>
                  <a:pt x="786288" y="42401"/>
                </a:lnTo>
                <a:lnTo>
                  <a:pt x="785928" y="42285"/>
                </a:lnTo>
                <a:lnTo>
                  <a:pt x="785577" y="42170"/>
                </a:lnTo>
                <a:lnTo>
                  <a:pt x="785234" y="42056"/>
                </a:lnTo>
                <a:lnTo>
                  <a:pt x="784899" y="41942"/>
                </a:lnTo>
                <a:lnTo>
                  <a:pt x="784572" y="41828"/>
                </a:lnTo>
                <a:lnTo>
                  <a:pt x="784254" y="41715"/>
                </a:lnTo>
                <a:lnTo>
                  <a:pt x="783943" y="41603"/>
                </a:lnTo>
                <a:lnTo>
                  <a:pt x="783641" y="41491"/>
                </a:lnTo>
                <a:lnTo>
                  <a:pt x="783347" y="41380"/>
                </a:lnTo>
                <a:lnTo>
                  <a:pt x="783061" y="41268"/>
                </a:lnTo>
                <a:lnTo>
                  <a:pt x="782781" y="41155"/>
                </a:lnTo>
                <a:lnTo>
                  <a:pt x="782509" y="41041"/>
                </a:lnTo>
                <a:lnTo>
                  <a:pt x="782243" y="40926"/>
                </a:lnTo>
                <a:lnTo>
                  <a:pt x="781984" y="40810"/>
                </a:lnTo>
                <a:lnTo>
                  <a:pt x="781733" y="40692"/>
                </a:lnTo>
                <a:lnTo>
                  <a:pt x="781488" y="40573"/>
                </a:lnTo>
                <a:lnTo>
                  <a:pt x="781250" y="40453"/>
                </a:lnTo>
                <a:lnTo>
                  <a:pt x="781020" y="40332"/>
                </a:lnTo>
                <a:lnTo>
                  <a:pt x="780796" y="40210"/>
                </a:lnTo>
                <a:lnTo>
                  <a:pt x="780579" y="40086"/>
                </a:lnTo>
                <a:lnTo>
                  <a:pt x="780369" y="39961"/>
                </a:lnTo>
                <a:lnTo>
                  <a:pt x="780166" y="39836"/>
                </a:lnTo>
                <a:lnTo>
                  <a:pt x="779970" y="39708"/>
                </a:lnTo>
                <a:lnTo>
                  <a:pt x="779781" y="39580"/>
                </a:lnTo>
                <a:lnTo>
                  <a:pt x="779599" y="39451"/>
                </a:lnTo>
                <a:lnTo>
                  <a:pt x="779424" y="39320"/>
                </a:lnTo>
                <a:lnTo>
                  <a:pt x="779256" y="39188"/>
                </a:lnTo>
                <a:lnTo>
                  <a:pt x="779095" y="39055"/>
                </a:lnTo>
                <a:lnTo>
                  <a:pt x="778941" y="38921"/>
                </a:lnTo>
                <a:lnTo>
                  <a:pt x="778794" y="38786"/>
                </a:lnTo>
                <a:lnTo>
                  <a:pt x="778653" y="38649"/>
                </a:lnTo>
                <a:lnTo>
                  <a:pt x="778520" y="38512"/>
                </a:lnTo>
                <a:lnTo>
                  <a:pt x="778394" y="38373"/>
                </a:lnTo>
                <a:lnTo>
                  <a:pt x="778273" y="38232"/>
                </a:lnTo>
                <a:lnTo>
                  <a:pt x="778158" y="38089"/>
                </a:lnTo>
                <a:lnTo>
                  <a:pt x="778048" y="37943"/>
                </a:lnTo>
                <a:lnTo>
                  <a:pt x="777943" y="37794"/>
                </a:lnTo>
                <a:lnTo>
                  <a:pt x="777844" y="37643"/>
                </a:lnTo>
                <a:lnTo>
                  <a:pt x="777749" y="37489"/>
                </a:lnTo>
                <a:lnTo>
                  <a:pt x="777659" y="37333"/>
                </a:lnTo>
                <a:lnTo>
                  <a:pt x="777575" y="37174"/>
                </a:lnTo>
                <a:lnTo>
                  <a:pt x="777495" y="37012"/>
                </a:lnTo>
                <a:lnTo>
                  <a:pt x="777421" y="36848"/>
                </a:lnTo>
                <a:lnTo>
                  <a:pt x="777352" y="36682"/>
                </a:lnTo>
                <a:lnTo>
                  <a:pt x="777288" y="36512"/>
                </a:lnTo>
                <a:lnTo>
                  <a:pt x="777229" y="36341"/>
                </a:lnTo>
                <a:lnTo>
                  <a:pt x="777176" y="36166"/>
                </a:lnTo>
                <a:lnTo>
                  <a:pt x="777127" y="35989"/>
                </a:lnTo>
                <a:lnTo>
                  <a:pt x="777083" y="35810"/>
                </a:lnTo>
                <a:lnTo>
                  <a:pt x="777045" y="35628"/>
                </a:lnTo>
                <a:lnTo>
                  <a:pt x="777012" y="35443"/>
                </a:lnTo>
                <a:lnTo>
                  <a:pt x="776984" y="35256"/>
                </a:lnTo>
                <a:lnTo>
                  <a:pt x="776961" y="35066"/>
                </a:lnTo>
                <a:lnTo>
                  <a:pt x="776943" y="34874"/>
                </a:lnTo>
                <a:lnTo>
                  <a:pt x="776930" y="34679"/>
                </a:lnTo>
                <a:lnTo>
                  <a:pt x="776922" y="34481"/>
                </a:lnTo>
                <a:lnTo>
                  <a:pt x="776920" y="34281"/>
                </a:lnTo>
                <a:lnTo>
                  <a:pt x="776925" y="33928"/>
                </a:lnTo>
                <a:lnTo>
                  <a:pt x="776943" y="33583"/>
                </a:lnTo>
                <a:lnTo>
                  <a:pt x="776971" y="33246"/>
                </a:lnTo>
                <a:lnTo>
                  <a:pt x="777011" y="32917"/>
                </a:lnTo>
                <a:lnTo>
                  <a:pt x="777063" y="32596"/>
                </a:lnTo>
                <a:lnTo>
                  <a:pt x="777126" y="32282"/>
                </a:lnTo>
                <a:lnTo>
                  <a:pt x="777201" y="31976"/>
                </a:lnTo>
                <a:lnTo>
                  <a:pt x="777287" y="31679"/>
                </a:lnTo>
                <a:lnTo>
                  <a:pt x="777384" y="31389"/>
                </a:lnTo>
                <a:lnTo>
                  <a:pt x="777493" y="31107"/>
                </a:lnTo>
                <a:lnTo>
                  <a:pt x="777613" y="30833"/>
                </a:lnTo>
                <a:lnTo>
                  <a:pt x="777745" y="30567"/>
                </a:lnTo>
                <a:lnTo>
                  <a:pt x="777888" y="30309"/>
                </a:lnTo>
                <a:lnTo>
                  <a:pt x="778043" y="30058"/>
                </a:lnTo>
                <a:lnTo>
                  <a:pt x="778209" y="29816"/>
                </a:lnTo>
                <a:lnTo>
                  <a:pt x="778387" y="29581"/>
                </a:lnTo>
                <a:lnTo>
                  <a:pt x="778576" y="29354"/>
                </a:lnTo>
                <a:lnTo>
                  <a:pt x="778777" y="29136"/>
                </a:lnTo>
                <a:lnTo>
                  <a:pt x="778989" y="28925"/>
                </a:lnTo>
                <a:lnTo>
                  <a:pt x="779213" y="28722"/>
                </a:lnTo>
                <a:lnTo>
                  <a:pt x="779448" y="28526"/>
                </a:lnTo>
                <a:lnTo>
                  <a:pt x="779694" y="28339"/>
                </a:lnTo>
                <a:lnTo>
                  <a:pt x="779952" y="28160"/>
                </a:lnTo>
                <a:lnTo>
                  <a:pt x="780222" y="27988"/>
                </a:lnTo>
                <a:lnTo>
                  <a:pt x="780500" y="27824"/>
                </a:lnTo>
                <a:lnTo>
                  <a:pt x="780786" y="27667"/>
                </a:lnTo>
                <a:lnTo>
                  <a:pt x="781079" y="27517"/>
                </a:lnTo>
                <a:lnTo>
                  <a:pt x="781378" y="27373"/>
                </a:lnTo>
                <a:lnTo>
                  <a:pt x="781685" y="27237"/>
                </a:lnTo>
                <a:lnTo>
                  <a:pt x="781998" y="27108"/>
                </a:lnTo>
                <a:lnTo>
                  <a:pt x="782319" y="26985"/>
                </a:lnTo>
                <a:lnTo>
                  <a:pt x="782646" y="26870"/>
                </a:lnTo>
                <a:lnTo>
                  <a:pt x="782980" y="26762"/>
                </a:lnTo>
                <a:lnTo>
                  <a:pt x="783322" y="26660"/>
                </a:lnTo>
                <a:lnTo>
                  <a:pt x="783670" y="26566"/>
                </a:lnTo>
                <a:lnTo>
                  <a:pt x="784025" y="26479"/>
                </a:lnTo>
                <a:lnTo>
                  <a:pt x="784387" y="26398"/>
                </a:lnTo>
                <a:lnTo>
                  <a:pt x="784756" y="26325"/>
                </a:lnTo>
                <a:lnTo>
                  <a:pt x="785133" y="26259"/>
                </a:lnTo>
                <a:lnTo>
                  <a:pt x="785516" y="26199"/>
                </a:lnTo>
                <a:lnTo>
                  <a:pt x="785906" y="26147"/>
                </a:lnTo>
                <a:lnTo>
                  <a:pt x="786303" y="26101"/>
                </a:lnTo>
                <a:lnTo>
                  <a:pt x="786707" y="26063"/>
                </a:lnTo>
                <a:lnTo>
                  <a:pt x="787118" y="26031"/>
                </a:lnTo>
                <a:lnTo>
                  <a:pt x="787535" y="26007"/>
                </a:lnTo>
                <a:lnTo>
                  <a:pt x="787960" y="25990"/>
                </a:lnTo>
                <a:lnTo>
                  <a:pt x="788392" y="25979"/>
                </a:lnTo>
                <a:lnTo>
                  <a:pt x="788831" y="25976"/>
                </a:lnTo>
                <a:lnTo>
                  <a:pt x="789270" y="25980"/>
                </a:lnTo>
                <a:lnTo>
                  <a:pt x="789704" y="25994"/>
                </a:lnTo>
                <a:lnTo>
                  <a:pt x="790131" y="26018"/>
                </a:lnTo>
                <a:lnTo>
                  <a:pt x="790553" y="26051"/>
                </a:lnTo>
                <a:lnTo>
                  <a:pt x="790969" y="26094"/>
                </a:lnTo>
                <a:lnTo>
                  <a:pt x="791379" y="26146"/>
                </a:lnTo>
                <a:lnTo>
                  <a:pt x="791784" y="26207"/>
                </a:lnTo>
                <a:lnTo>
                  <a:pt x="792182" y="26278"/>
                </a:lnTo>
                <a:lnTo>
                  <a:pt x="792575" y="26358"/>
                </a:lnTo>
                <a:lnTo>
                  <a:pt x="792962" y="26448"/>
                </a:lnTo>
                <a:lnTo>
                  <a:pt x="793343" y="26547"/>
                </a:lnTo>
                <a:lnTo>
                  <a:pt x="793718" y="26655"/>
                </a:lnTo>
                <a:lnTo>
                  <a:pt x="794087" y="26773"/>
                </a:lnTo>
                <a:lnTo>
                  <a:pt x="794450" y="26901"/>
                </a:lnTo>
                <a:lnTo>
                  <a:pt x="794808" y="27038"/>
                </a:lnTo>
                <a:lnTo>
                  <a:pt x="795160" y="27184"/>
                </a:lnTo>
                <a:lnTo>
                  <a:pt x="795506" y="27340"/>
                </a:lnTo>
                <a:lnTo>
                  <a:pt x="795846" y="27505"/>
                </a:lnTo>
                <a:lnTo>
                  <a:pt x="796180" y="27680"/>
                </a:lnTo>
                <a:lnTo>
                  <a:pt x="796509" y="27864"/>
                </a:lnTo>
                <a:lnTo>
                  <a:pt x="796831" y="28058"/>
                </a:lnTo>
                <a:lnTo>
                  <a:pt x="797148" y="28261"/>
                </a:lnTo>
                <a:lnTo>
                  <a:pt x="797459" y="28473"/>
                </a:lnTo>
                <a:lnTo>
                  <a:pt x="797764" y="28695"/>
                </a:lnTo>
                <a:lnTo>
                  <a:pt x="798060" y="28928"/>
                </a:lnTo>
                <a:lnTo>
                  <a:pt x="798343" y="29174"/>
                </a:lnTo>
                <a:lnTo>
                  <a:pt x="798614" y="29433"/>
                </a:lnTo>
                <a:lnTo>
                  <a:pt x="798872" y="29705"/>
                </a:lnTo>
                <a:lnTo>
                  <a:pt x="799118" y="29990"/>
                </a:lnTo>
                <a:lnTo>
                  <a:pt x="799351" y="30288"/>
                </a:lnTo>
                <a:lnTo>
                  <a:pt x="799571" y="30600"/>
                </a:lnTo>
                <a:lnTo>
                  <a:pt x="799779" y="30924"/>
                </a:lnTo>
                <a:lnTo>
                  <a:pt x="799974" y="31261"/>
                </a:lnTo>
                <a:lnTo>
                  <a:pt x="800157" y="31611"/>
                </a:lnTo>
                <a:lnTo>
                  <a:pt x="800327" y="31974"/>
                </a:lnTo>
                <a:lnTo>
                  <a:pt x="800484" y="32350"/>
                </a:lnTo>
                <a:lnTo>
                  <a:pt x="800629" y="32739"/>
                </a:lnTo>
                <a:lnTo>
                  <a:pt x="800761" y="33141"/>
                </a:lnTo>
                <a:lnTo>
                  <a:pt x="800881" y="33556"/>
                </a:lnTo>
                <a:lnTo>
                  <a:pt x="800988" y="33984"/>
                </a:lnTo>
                <a:lnTo>
                  <a:pt x="801082" y="34425"/>
                </a:lnTo>
                <a:lnTo>
                  <a:pt x="801164" y="34879"/>
                </a:lnTo>
                <a:lnTo>
                  <a:pt x="801233" y="35346"/>
                </a:lnTo>
                <a:lnTo>
                  <a:pt x="801290" y="35827"/>
                </a:lnTo>
                <a:lnTo>
                  <a:pt x="801334" y="36320"/>
                </a:lnTo>
                <a:lnTo>
                  <a:pt x="801365" y="36826"/>
                </a:lnTo>
                <a:lnTo>
                  <a:pt x="801384" y="37345"/>
                </a:lnTo>
                <a:lnTo>
                  <a:pt x="801391" y="37877"/>
                </a:lnTo>
                <a:lnTo>
                  <a:pt x="810943" y="37877"/>
                </a:lnTo>
                <a:lnTo>
                  <a:pt x="810940" y="37456"/>
                </a:lnTo>
                <a:lnTo>
                  <a:pt x="810931" y="37039"/>
                </a:lnTo>
                <a:lnTo>
                  <a:pt x="810916" y="36628"/>
                </a:lnTo>
                <a:lnTo>
                  <a:pt x="810895" y="36221"/>
                </a:lnTo>
                <a:lnTo>
                  <a:pt x="810868" y="35819"/>
                </a:lnTo>
                <a:lnTo>
                  <a:pt x="810834" y="35423"/>
                </a:lnTo>
                <a:lnTo>
                  <a:pt x="810795" y="35031"/>
                </a:lnTo>
                <a:lnTo>
                  <a:pt x="810750" y="34643"/>
                </a:lnTo>
                <a:lnTo>
                  <a:pt x="810699" y="34261"/>
                </a:lnTo>
                <a:lnTo>
                  <a:pt x="810641" y="33883"/>
                </a:lnTo>
                <a:lnTo>
                  <a:pt x="810578" y="33511"/>
                </a:lnTo>
                <a:lnTo>
                  <a:pt x="810508" y="33143"/>
                </a:lnTo>
                <a:lnTo>
                  <a:pt x="810433" y="32780"/>
                </a:lnTo>
                <a:lnTo>
                  <a:pt x="810351" y="32422"/>
                </a:lnTo>
                <a:lnTo>
                  <a:pt x="810264" y="32068"/>
                </a:lnTo>
                <a:lnTo>
                  <a:pt x="810170" y="31720"/>
                </a:lnTo>
                <a:lnTo>
                  <a:pt x="810070" y="31376"/>
                </a:lnTo>
                <a:lnTo>
                  <a:pt x="809965" y="31037"/>
                </a:lnTo>
                <a:lnTo>
                  <a:pt x="809853" y="30703"/>
                </a:lnTo>
                <a:lnTo>
                  <a:pt x="809735" y="30374"/>
                </a:lnTo>
                <a:lnTo>
                  <a:pt x="809611" y="30050"/>
                </a:lnTo>
                <a:lnTo>
                  <a:pt x="809482" y="29731"/>
                </a:lnTo>
                <a:lnTo>
                  <a:pt x="809346" y="29416"/>
                </a:lnTo>
                <a:lnTo>
                  <a:pt x="809204" y="29106"/>
                </a:lnTo>
                <a:lnTo>
                  <a:pt x="809056" y="28801"/>
                </a:lnTo>
                <a:lnTo>
                  <a:pt x="808905" y="28501"/>
                </a:lnTo>
                <a:lnTo>
                  <a:pt x="808748" y="28206"/>
                </a:lnTo>
                <a:lnTo>
                  <a:pt x="808587" y="27915"/>
                </a:lnTo>
                <a:lnTo>
                  <a:pt x="808421" y="27629"/>
                </a:lnTo>
                <a:lnTo>
                  <a:pt x="808251" y="27348"/>
                </a:lnTo>
                <a:lnTo>
                  <a:pt x="808076" y="27071"/>
                </a:lnTo>
                <a:lnTo>
                  <a:pt x="807897" y="26799"/>
                </a:lnTo>
                <a:lnTo>
                  <a:pt x="807712" y="26532"/>
                </a:lnTo>
                <a:lnTo>
                  <a:pt x="807524" y="26270"/>
                </a:lnTo>
                <a:lnTo>
                  <a:pt x="807330" y="26012"/>
                </a:lnTo>
                <a:lnTo>
                  <a:pt x="807132" y="25759"/>
                </a:lnTo>
                <a:lnTo>
                  <a:pt x="806930" y="25511"/>
                </a:lnTo>
                <a:lnTo>
                  <a:pt x="806723" y="25268"/>
                </a:lnTo>
                <a:lnTo>
                  <a:pt x="806511" y="25029"/>
                </a:lnTo>
                <a:lnTo>
                  <a:pt x="806295" y="24795"/>
                </a:lnTo>
                <a:lnTo>
                  <a:pt x="806074" y="24566"/>
                </a:lnTo>
                <a:lnTo>
                  <a:pt x="805848" y="24341"/>
                </a:lnTo>
                <a:lnTo>
                  <a:pt x="805618" y="24122"/>
                </a:lnTo>
                <a:lnTo>
                  <a:pt x="805383" y="23907"/>
                </a:lnTo>
                <a:lnTo>
                  <a:pt x="805144" y="23696"/>
                </a:lnTo>
                <a:lnTo>
                  <a:pt x="804900" y="23491"/>
                </a:lnTo>
                <a:lnTo>
                  <a:pt x="804651" y="23290"/>
                </a:lnTo>
                <a:lnTo>
                  <a:pt x="804398" y="23094"/>
                </a:lnTo>
                <a:lnTo>
                  <a:pt x="804141" y="22902"/>
                </a:lnTo>
                <a:lnTo>
                  <a:pt x="803881" y="22715"/>
                </a:lnTo>
                <a:lnTo>
                  <a:pt x="803617" y="22532"/>
                </a:lnTo>
                <a:lnTo>
                  <a:pt x="803350" y="22353"/>
                </a:lnTo>
                <a:lnTo>
                  <a:pt x="803081" y="22178"/>
                </a:lnTo>
                <a:lnTo>
                  <a:pt x="802808" y="22007"/>
                </a:lnTo>
                <a:lnTo>
                  <a:pt x="802532" y="21841"/>
                </a:lnTo>
                <a:lnTo>
                  <a:pt x="802252" y="21678"/>
                </a:lnTo>
                <a:lnTo>
                  <a:pt x="801970" y="21520"/>
                </a:lnTo>
                <a:lnTo>
                  <a:pt x="801684" y="21367"/>
                </a:lnTo>
                <a:lnTo>
                  <a:pt x="801395" y="21217"/>
                </a:lnTo>
                <a:lnTo>
                  <a:pt x="801103" y="21071"/>
                </a:lnTo>
                <a:lnTo>
                  <a:pt x="800808" y="20930"/>
                </a:lnTo>
                <a:lnTo>
                  <a:pt x="800510" y="20793"/>
                </a:lnTo>
                <a:lnTo>
                  <a:pt x="800208" y="20660"/>
                </a:lnTo>
                <a:lnTo>
                  <a:pt x="799903" y="20532"/>
                </a:lnTo>
                <a:lnTo>
                  <a:pt x="799596" y="20407"/>
                </a:lnTo>
                <a:lnTo>
                  <a:pt x="799284" y="20287"/>
                </a:lnTo>
                <a:lnTo>
                  <a:pt x="798970" y="20171"/>
                </a:lnTo>
                <a:lnTo>
                  <a:pt x="798653" y="20059"/>
                </a:lnTo>
                <a:lnTo>
                  <a:pt x="798332" y="19951"/>
                </a:lnTo>
                <a:lnTo>
                  <a:pt x="798008" y="19848"/>
                </a:lnTo>
                <a:lnTo>
                  <a:pt x="797682" y="19748"/>
                </a:lnTo>
                <a:lnTo>
                  <a:pt x="797351" y="19653"/>
                </a:lnTo>
                <a:lnTo>
                  <a:pt x="797019" y="19562"/>
                </a:lnTo>
                <a:lnTo>
                  <a:pt x="796684" y="19475"/>
                </a:lnTo>
                <a:lnTo>
                  <a:pt x="796348" y="19392"/>
                </a:lnTo>
                <a:lnTo>
                  <a:pt x="796009" y="19312"/>
                </a:lnTo>
                <a:lnTo>
                  <a:pt x="795669" y="19237"/>
                </a:lnTo>
                <a:lnTo>
                  <a:pt x="795326" y="19165"/>
                </a:lnTo>
                <a:lnTo>
                  <a:pt x="794982" y="19097"/>
                </a:lnTo>
                <a:lnTo>
                  <a:pt x="794636" y="19033"/>
                </a:lnTo>
                <a:lnTo>
                  <a:pt x="794288" y="18973"/>
                </a:lnTo>
                <a:lnTo>
                  <a:pt x="793937" y="18917"/>
                </a:lnTo>
                <a:lnTo>
                  <a:pt x="793585" y="18865"/>
                </a:lnTo>
                <a:lnTo>
                  <a:pt x="793231" y="18816"/>
                </a:lnTo>
                <a:lnTo>
                  <a:pt x="792875" y="18772"/>
                </a:lnTo>
                <a:lnTo>
                  <a:pt x="792517" y="18731"/>
                </a:lnTo>
                <a:lnTo>
                  <a:pt x="792157" y="18694"/>
                </a:lnTo>
                <a:lnTo>
                  <a:pt x="791796" y="18661"/>
                </a:lnTo>
                <a:lnTo>
                  <a:pt x="791432" y="18632"/>
                </a:lnTo>
                <a:lnTo>
                  <a:pt x="791066" y="18607"/>
                </a:lnTo>
                <a:lnTo>
                  <a:pt x="790698" y="18586"/>
                </a:lnTo>
                <a:lnTo>
                  <a:pt x="790329" y="18568"/>
                </a:lnTo>
                <a:lnTo>
                  <a:pt x="789957" y="18555"/>
                </a:lnTo>
                <a:lnTo>
                  <a:pt x="789584" y="18545"/>
                </a:lnTo>
                <a:lnTo>
                  <a:pt x="789208" y="18539"/>
                </a:lnTo>
                <a:lnTo>
                  <a:pt x="788831" y="18537"/>
                </a:lnTo>
                <a:lnTo>
                  <a:pt x="788449" y="18539"/>
                </a:lnTo>
                <a:lnTo>
                  <a:pt x="788069" y="18544"/>
                </a:lnTo>
                <a:lnTo>
                  <a:pt x="787692" y="18553"/>
                </a:lnTo>
                <a:lnTo>
                  <a:pt x="787317" y="18566"/>
                </a:lnTo>
                <a:lnTo>
                  <a:pt x="786944" y="18582"/>
                </a:lnTo>
                <a:lnTo>
                  <a:pt x="786574" y="18601"/>
                </a:lnTo>
                <a:lnTo>
                  <a:pt x="786206" y="18624"/>
                </a:lnTo>
                <a:lnTo>
                  <a:pt x="785840" y="18651"/>
                </a:lnTo>
                <a:lnTo>
                  <a:pt x="785477" y="18681"/>
                </a:lnTo>
                <a:lnTo>
                  <a:pt x="785116" y="18715"/>
                </a:lnTo>
                <a:lnTo>
                  <a:pt x="784757" y="18752"/>
                </a:lnTo>
                <a:lnTo>
                  <a:pt x="784401" y="18793"/>
                </a:lnTo>
                <a:lnTo>
                  <a:pt x="784047" y="18838"/>
                </a:lnTo>
                <a:lnTo>
                  <a:pt x="783696" y="18886"/>
                </a:lnTo>
                <a:lnTo>
                  <a:pt x="783346" y="18937"/>
                </a:lnTo>
                <a:lnTo>
                  <a:pt x="783000" y="18992"/>
                </a:lnTo>
                <a:lnTo>
                  <a:pt x="782655" y="19051"/>
                </a:lnTo>
                <a:lnTo>
                  <a:pt x="782313" y="19113"/>
                </a:lnTo>
                <a:lnTo>
                  <a:pt x="781973" y="19179"/>
                </a:lnTo>
                <a:lnTo>
                  <a:pt x="781636" y="19248"/>
                </a:lnTo>
                <a:lnTo>
                  <a:pt x="781301" y="19321"/>
                </a:lnTo>
                <a:lnTo>
                  <a:pt x="780968" y="19397"/>
                </a:lnTo>
                <a:lnTo>
                  <a:pt x="780638" y="19477"/>
                </a:lnTo>
                <a:lnTo>
                  <a:pt x="780310" y="19561"/>
                </a:lnTo>
                <a:lnTo>
                  <a:pt x="779985" y="19648"/>
                </a:lnTo>
                <a:lnTo>
                  <a:pt x="779664" y="19738"/>
                </a:lnTo>
                <a:lnTo>
                  <a:pt x="779346" y="19832"/>
                </a:lnTo>
                <a:lnTo>
                  <a:pt x="779031" y="19929"/>
                </a:lnTo>
                <a:lnTo>
                  <a:pt x="778720" y="20030"/>
                </a:lnTo>
                <a:lnTo>
                  <a:pt x="778412" y="20134"/>
                </a:lnTo>
                <a:lnTo>
                  <a:pt x="778108" y="20242"/>
                </a:lnTo>
                <a:lnTo>
                  <a:pt x="777807" y="20353"/>
                </a:lnTo>
                <a:lnTo>
                  <a:pt x="777510" y="20467"/>
                </a:lnTo>
                <a:lnTo>
                  <a:pt x="777216" y="20585"/>
                </a:lnTo>
                <a:lnTo>
                  <a:pt x="776926" y="20706"/>
                </a:lnTo>
                <a:lnTo>
                  <a:pt x="776640" y="20831"/>
                </a:lnTo>
                <a:lnTo>
                  <a:pt x="776356" y="20959"/>
                </a:lnTo>
                <a:lnTo>
                  <a:pt x="776076" y="21091"/>
                </a:lnTo>
                <a:lnTo>
                  <a:pt x="775800" y="21226"/>
                </a:lnTo>
                <a:lnTo>
                  <a:pt x="775527" y="21365"/>
                </a:lnTo>
                <a:lnTo>
                  <a:pt x="775258" y="21507"/>
                </a:lnTo>
                <a:lnTo>
                  <a:pt x="774992" y="21652"/>
                </a:lnTo>
                <a:lnTo>
                  <a:pt x="774730" y="21801"/>
                </a:lnTo>
                <a:lnTo>
                  <a:pt x="774471" y="21954"/>
                </a:lnTo>
                <a:lnTo>
                  <a:pt x="774215" y="22109"/>
                </a:lnTo>
                <a:lnTo>
                  <a:pt x="773964" y="22269"/>
                </a:lnTo>
                <a:lnTo>
                  <a:pt x="773715" y="22431"/>
                </a:lnTo>
                <a:lnTo>
                  <a:pt x="773470" y="22598"/>
                </a:lnTo>
                <a:lnTo>
                  <a:pt x="773229" y="22767"/>
                </a:lnTo>
                <a:lnTo>
                  <a:pt x="772993" y="22940"/>
                </a:lnTo>
                <a:lnTo>
                  <a:pt x="772761" y="23117"/>
                </a:lnTo>
                <a:lnTo>
                  <a:pt x="772533" y="23297"/>
                </a:lnTo>
                <a:lnTo>
                  <a:pt x="772310" y="23480"/>
                </a:lnTo>
                <a:lnTo>
                  <a:pt x="772092" y="23667"/>
                </a:lnTo>
                <a:lnTo>
                  <a:pt x="771878" y="23857"/>
                </a:lnTo>
                <a:lnTo>
                  <a:pt x="771668" y="24051"/>
                </a:lnTo>
                <a:lnTo>
                  <a:pt x="771463" y="24248"/>
                </a:lnTo>
                <a:lnTo>
                  <a:pt x="771263" y="24449"/>
                </a:lnTo>
                <a:lnTo>
                  <a:pt x="771067" y="24653"/>
                </a:lnTo>
                <a:lnTo>
                  <a:pt x="770876" y="24860"/>
                </a:lnTo>
                <a:lnTo>
                  <a:pt x="770689" y="25071"/>
                </a:lnTo>
                <a:lnTo>
                  <a:pt x="770506" y="25286"/>
                </a:lnTo>
                <a:lnTo>
                  <a:pt x="770328" y="25504"/>
                </a:lnTo>
                <a:lnTo>
                  <a:pt x="770155" y="25725"/>
                </a:lnTo>
                <a:lnTo>
                  <a:pt x="769986" y="25950"/>
                </a:lnTo>
                <a:lnTo>
                  <a:pt x="769822" y="26178"/>
                </a:lnTo>
                <a:lnTo>
                  <a:pt x="769662" y="26409"/>
                </a:lnTo>
                <a:lnTo>
                  <a:pt x="769506" y="26645"/>
                </a:lnTo>
                <a:lnTo>
                  <a:pt x="769355" y="26883"/>
                </a:lnTo>
                <a:lnTo>
                  <a:pt x="769209" y="27125"/>
                </a:lnTo>
                <a:lnTo>
                  <a:pt x="769067" y="27370"/>
                </a:lnTo>
                <a:lnTo>
                  <a:pt x="768930" y="27619"/>
                </a:lnTo>
                <a:lnTo>
                  <a:pt x="768797" y="27871"/>
                </a:lnTo>
                <a:lnTo>
                  <a:pt x="768671" y="28127"/>
                </a:lnTo>
                <a:lnTo>
                  <a:pt x="768550" y="28386"/>
                </a:lnTo>
                <a:lnTo>
                  <a:pt x="768434" y="28648"/>
                </a:lnTo>
                <a:lnTo>
                  <a:pt x="768324" y="28913"/>
                </a:lnTo>
                <a:lnTo>
                  <a:pt x="768220" y="29182"/>
                </a:lnTo>
                <a:lnTo>
                  <a:pt x="768122" y="29454"/>
                </a:lnTo>
                <a:lnTo>
                  <a:pt x="768029" y="29730"/>
                </a:lnTo>
                <a:lnTo>
                  <a:pt x="767942" y="30008"/>
                </a:lnTo>
                <a:lnTo>
                  <a:pt x="767860" y="30291"/>
                </a:lnTo>
                <a:lnTo>
                  <a:pt x="767784" y="30576"/>
                </a:lnTo>
                <a:lnTo>
                  <a:pt x="767713" y="30865"/>
                </a:lnTo>
                <a:lnTo>
                  <a:pt x="767649" y="31157"/>
                </a:lnTo>
                <a:lnTo>
                  <a:pt x="767590" y="31453"/>
                </a:lnTo>
                <a:lnTo>
                  <a:pt x="767536" y="31751"/>
                </a:lnTo>
                <a:lnTo>
                  <a:pt x="767488" y="32054"/>
                </a:lnTo>
                <a:lnTo>
                  <a:pt x="767446" y="32359"/>
                </a:lnTo>
                <a:lnTo>
                  <a:pt x="767409" y="32668"/>
                </a:lnTo>
                <a:lnTo>
                  <a:pt x="767378" y="32980"/>
                </a:lnTo>
                <a:lnTo>
                  <a:pt x="767353" y="33296"/>
                </a:lnTo>
                <a:lnTo>
                  <a:pt x="767333" y="33614"/>
                </a:lnTo>
                <a:lnTo>
                  <a:pt x="767319" y="33937"/>
                </a:lnTo>
                <a:lnTo>
                  <a:pt x="767311" y="34262"/>
                </a:lnTo>
                <a:lnTo>
                  <a:pt x="767308" y="34591"/>
                </a:lnTo>
                <a:lnTo>
                  <a:pt x="767312" y="35017"/>
                </a:lnTo>
                <a:lnTo>
                  <a:pt x="767324" y="35436"/>
                </a:lnTo>
                <a:lnTo>
                  <a:pt x="767344" y="35850"/>
                </a:lnTo>
                <a:lnTo>
                  <a:pt x="767372" y="36257"/>
                </a:lnTo>
                <a:lnTo>
                  <a:pt x="767408" y="36658"/>
                </a:lnTo>
                <a:lnTo>
                  <a:pt x="767452" y="37053"/>
                </a:lnTo>
                <a:lnTo>
                  <a:pt x="767504" y="37442"/>
                </a:lnTo>
                <a:lnTo>
                  <a:pt x="767564" y="37825"/>
                </a:lnTo>
                <a:lnTo>
                  <a:pt x="767631" y="38201"/>
                </a:lnTo>
                <a:lnTo>
                  <a:pt x="767707" y="38572"/>
                </a:lnTo>
                <a:lnTo>
                  <a:pt x="767791" y="38936"/>
                </a:lnTo>
                <a:lnTo>
                  <a:pt x="767883" y="39294"/>
                </a:lnTo>
                <a:lnTo>
                  <a:pt x="767983" y="39647"/>
                </a:lnTo>
                <a:lnTo>
                  <a:pt x="768091" y="39992"/>
                </a:lnTo>
                <a:lnTo>
                  <a:pt x="768206" y="40332"/>
                </a:lnTo>
                <a:lnTo>
                  <a:pt x="768330" y="40666"/>
                </a:lnTo>
                <a:lnTo>
                  <a:pt x="768462" y="40993"/>
                </a:lnTo>
                <a:lnTo>
                  <a:pt x="768602" y="41315"/>
                </a:lnTo>
                <a:lnTo>
                  <a:pt x="768749" y="41630"/>
                </a:lnTo>
                <a:lnTo>
                  <a:pt x="768905" y="41939"/>
                </a:lnTo>
                <a:lnTo>
                  <a:pt x="769069" y="42242"/>
                </a:lnTo>
                <a:lnTo>
                  <a:pt x="769240" y="42539"/>
                </a:lnTo>
                <a:lnTo>
                  <a:pt x="769420" y="42830"/>
                </a:lnTo>
                <a:lnTo>
                  <a:pt x="769608" y="43114"/>
                </a:lnTo>
                <a:lnTo>
                  <a:pt x="769803" y="43394"/>
                </a:lnTo>
                <a:lnTo>
                  <a:pt x="770007" y="43669"/>
                </a:lnTo>
                <a:lnTo>
                  <a:pt x="770218" y="43940"/>
                </a:lnTo>
                <a:lnTo>
                  <a:pt x="770437" y="44208"/>
                </a:lnTo>
                <a:lnTo>
                  <a:pt x="770663" y="44471"/>
                </a:lnTo>
                <a:lnTo>
                  <a:pt x="770898" y="44730"/>
                </a:lnTo>
                <a:lnTo>
                  <a:pt x="771140" y="44985"/>
                </a:lnTo>
                <a:lnTo>
                  <a:pt x="771390" y="45235"/>
                </a:lnTo>
                <a:lnTo>
                  <a:pt x="771648" y="45482"/>
                </a:lnTo>
                <a:lnTo>
                  <a:pt x="771913" y="45725"/>
                </a:lnTo>
                <a:lnTo>
                  <a:pt x="772187" y="45963"/>
                </a:lnTo>
                <a:lnTo>
                  <a:pt x="772468" y="46198"/>
                </a:lnTo>
                <a:lnTo>
                  <a:pt x="772757" y="46428"/>
                </a:lnTo>
                <a:lnTo>
                  <a:pt x="773053" y="46655"/>
                </a:lnTo>
                <a:lnTo>
                  <a:pt x="773358" y="46877"/>
                </a:lnTo>
                <a:lnTo>
                  <a:pt x="773670" y="47095"/>
                </a:lnTo>
                <a:lnTo>
                  <a:pt x="773990" y="47309"/>
                </a:lnTo>
                <a:lnTo>
                  <a:pt x="774318" y="47519"/>
                </a:lnTo>
                <a:lnTo>
                  <a:pt x="774653" y="47725"/>
                </a:lnTo>
                <a:lnTo>
                  <a:pt x="774997" y="47927"/>
                </a:lnTo>
                <a:lnTo>
                  <a:pt x="775348" y="48124"/>
                </a:lnTo>
                <a:lnTo>
                  <a:pt x="775707" y="48318"/>
                </a:lnTo>
                <a:lnTo>
                  <a:pt x="776073" y="48508"/>
                </a:lnTo>
                <a:lnTo>
                  <a:pt x="776448" y="48693"/>
                </a:lnTo>
                <a:lnTo>
                  <a:pt x="776830" y="48876"/>
                </a:lnTo>
                <a:lnTo>
                  <a:pt x="777220" y="49056"/>
                </a:lnTo>
                <a:lnTo>
                  <a:pt x="777617" y="49235"/>
                </a:lnTo>
                <a:lnTo>
                  <a:pt x="778022" y="49412"/>
                </a:lnTo>
                <a:lnTo>
                  <a:pt x="778434" y="49587"/>
                </a:lnTo>
                <a:lnTo>
                  <a:pt x="778854" y="49761"/>
                </a:lnTo>
                <a:lnTo>
                  <a:pt x="779282" y="49932"/>
                </a:lnTo>
                <a:lnTo>
                  <a:pt x="779717" y="50102"/>
                </a:lnTo>
                <a:lnTo>
                  <a:pt x="780160" y="50270"/>
                </a:lnTo>
                <a:lnTo>
                  <a:pt x="780610" y="50436"/>
                </a:lnTo>
                <a:lnTo>
                  <a:pt x="781068" y="50600"/>
                </a:lnTo>
                <a:lnTo>
                  <a:pt x="781534" y="50762"/>
                </a:lnTo>
                <a:lnTo>
                  <a:pt x="782007" y="50923"/>
                </a:lnTo>
                <a:lnTo>
                  <a:pt x="782487" y="51081"/>
                </a:lnTo>
                <a:lnTo>
                  <a:pt x="782976" y="51238"/>
                </a:lnTo>
                <a:lnTo>
                  <a:pt x="783471" y="51393"/>
                </a:lnTo>
                <a:lnTo>
                  <a:pt x="783975" y="51546"/>
                </a:lnTo>
                <a:lnTo>
                  <a:pt x="784486" y="51698"/>
                </a:lnTo>
                <a:lnTo>
                  <a:pt x="785004" y="51847"/>
                </a:lnTo>
                <a:lnTo>
                  <a:pt x="785530" y="51995"/>
                </a:lnTo>
                <a:lnTo>
                  <a:pt x="786064" y="52141"/>
                </a:lnTo>
                <a:lnTo>
                  <a:pt x="786605" y="52285"/>
                </a:lnTo>
                <a:lnTo>
                  <a:pt x="787154" y="52427"/>
                </a:lnTo>
                <a:lnTo>
                  <a:pt x="787710" y="52567"/>
                </a:lnTo>
                <a:lnTo>
                  <a:pt x="788395" y="52748"/>
                </a:lnTo>
                <a:lnTo>
                  <a:pt x="789061" y="52928"/>
                </a:lnTo>
                <a:lnTo>
                  <a:pt x="789710" y="53109"/>
                </a:lnTo>
                <a:lnTo>
                  <a:pt x="790342" y="53289"/>
                </a:lnTo>
                <a:lnTo>
                  <a:pt x="790956" y="53469"/>
                </a:lnTo>
                <a:lnTo>
                  <a:pt x="791552" y="53648"/>
                </a:lnTo>
                <a:lnTo>
                  <a:pt x="792132" y="53828"/>
                </a:lnTo>
                <a:lnTo>
                  <a:pt x="792693" y="54007"/>
                </a:lnTo>
                <a:lnTo>
                  <a:pt x="793237" y="54186"/>
                </a:lnTo>
                <a:lnTo>
                  <a:pt x="793764" y="54365"/>
                </a:lnTo>
                <a:lnTo>
                  <a:pt x="794273" y="54543"/>
                </a:lnTo>
                <a:lnTo>
                  <a:pt x="794764" y="54722"/>
                </a:lnTo>
                <a:lnTo>
                  <a:pt x="795238" y="54900"/>
                </a:lnTo>
                <a:lnTo>
                  <a:pt x="795695" y="55078"/>
                </a:lnTo>
                <a:lnTo>
                  <a:pt x="796134" y="55255"/>
                </a:lnTo>
                <a:lnTo>
                  <a:pt x="796555" y="55433"/>
                </a:lnTo>
                <a:lnTo>
                  <a:pt x="796959" y="55610"/>
                </a:lnTo>
                <a:lnTo>
                  <a:pt x="797346" y="55787"/>
                </a:lnTo>
                <a:lnTo>
                  <a:pt x="797715" y="55964"/>
                </a:lnTo>
                <a:lnTo>
                  <a:pt x="798066" y="56141"/>
                </a:lnTo>
                <a:lnTo>
                  <a:pt x="798400" y="56317"/>
                </a:lnTo>
                <a:lnTo>
                  <a:pt x="798717" y="56494"/>
                </a:lnTo>
                <a:lnTo>
                  <a:pt x="799016" y="56670"/>
                </a:lnTo>
                <a:lnTo>
                  <a:pt x="799297" y="56845"/>
                </a:lnTo>
                <a:lnTo>
                  <a:pt x="799564" y="57025"/>
                </a:lnTo>
                <a:lnTo>
                  <a:pt x="799820" y="57213"/>
                </a:lnTo>
                <a:lnTo>
                  <a:pt x="800064" y="57409"/>
                </a:lnTo>
                <a:lnTo>
                  <a:pt x="800297" y="57613"/>
                </a:lnTo>
                <a:lnTo>
                  <a:pt x="800519" y="57826"/>
                </a:lnTo>
                <a:lnTo>
                  <a:pt x="800729" y="58046"/>
                </a:lnTo>
                <a:lnTo>
                  <a:pt x="800928" y="58275"/>
                </a:lnTo>
                <a:lnTo>
                  <a:pt x="801115" y="58512"/>
                </a:lnTo>
                <a:lnTo>
                  <a:pt x="801292" y="58757"/>
                </a:lnTo>
                <a:lnTo>
                  <a:pt x="801456" y="59010"/>
                </a:lnTo>
                <a:lnTo>
                  <a:pt x="801610" y="59272"/>
                </a:lnTo>
                <a:lnTo>
                  <a:pt x="801752" y="59541"/>
                </a:lnTo>
                <a:lnTo>
                  <a:pt x="801882" y="59819"/>
                </a:lnTo>
                <a:lnTo>
                  <a:pt x="802002" y="60105"/>
                </a:lnTo>
                <a:lnTo>
                  <a:pt x="802110" y="60399"/>
                </a:lnTo>
                <a:lnTo>
                  <a:pt x="802206" y="60702"/>
                </a:lnTo>
                <a:lnTo>
                  <a:pt x="802292" y="61012"/>
                </a:lnTo>
                <a:lnTo>
                  <a:pt x="802365" y="61331"/>
                </a:lnTo>
                <a:lnTo>
                  <a:pt x="802428" y="61658"/>
                </a:lnTo>
                <a:lnTo>
                  <a:pt x="802479" y="61993"/>
                </a:lnTo>
                <a:lnTo>
                  <a:pt x="802519" y="62336"/>
                </a:lnTo>
                <a:lnTo>
                  <a:pt x="802547" y="62688"/>
                </a:lnTo>
                <a:lnTo>
                  <a:pt x="802564" y="63047"/>
                </a:lnTo>
                <a:lnTo>
                  <a:pt x="802570" y="63415"/>
                </a:lnTo>
                <a:lnTo>
                  <a:pt x="802564" y="63845"/>
                </a:lnTo>
                <a:lnTo>
                  <a:pt x="802545" y="64264"/>
                </a:lnTo>
                <a:lnTo>
                  <a:pt x="802513" y="64674"/>
                </a:lnTo>
                <a:lnTo>
                  <a:pt x="802469" y="65073"/>
                </a:lnTo>
                <a:lnTo>
                  <a:pt x="802413" y="65462"/>
                </a:lnTo>
                <a:lnTo>
                  <a:pt x="802343" y="65840"/>
                </a:lnTo>
                <a:lnTo>
                  <a:pt x="802261" y="66209"/>
                </a:lnTo>
                <a:lnTo>
                  <a:pt x="802167" y="66567"/>
                </a:lnTo>
                <a:lnTo>
                  <a:pt x="802060" y="66916"/>
                </a:lnTo>
                <a:lnTo>
                  <a:pt x="801940" y="67254"/>
                </a:lnTo>
                <a:lnTo>
                  <a:pt x="801808" y="67582"/>
                </a:lnTo>
                <a:lnTo>
                  <a:pt x="801663" y="67899"/>
                </a:lnTo>
                <a:lnTo>
                  <a:pt x="801506" y="68207"/>
                </a:lnTo>
                <a:lnTo>
                  <a:pt x="801336" y="68504"/>
                </a:lnTo>
                <a:lnTo>
                  <a:pt x="801153" y="68791"/>
                </a:lnTo>
                <a:lnTo>
                  <a:pt x="800958" y="69068"/>
                </a:lnTo>
                <a:lnTo>
                  <a:pt x="800750" y="69335"/>
                </a:lnTo>
                <a:lnTo>
                  <a:pt x="800530" y="69592"/>
                </a:lnTo>
                <a:lnTo>
                  <a:pt x="800297" y="69838"/>
                </a:lnTo>
                <a:lnTo>
                  <a:pt x="800052" y="70075"/>
                </a:lnTo>
                <a:lnTo>
                  <a:pt x="799793" y="70301"/>
                </a:lnTo>
                <a:lnTo>
                  <a:pt x="799523" y="70517"/>
                </a:lnTo>
                <a:lnTo>
                  <a:pt x="799239" y="70722"/>
                </a:lnTo>
                <a:lnTo>
                  <a:pt x="798944" y="70918"/>
                </a:lnTo>
                <a:lnTo>
                  <a:pt x="798638" y="71105"/>
                </a:lnTo>
                <a:lnTo>
                  <a:pt x="798325" y="71283"/>
                </a:lnTo>
                <a:lnTo>
                  <a:pt x="798006" y="71454"/>
                </a:lnTo>
                <a:lnTo>
                  <a:pt x="797680" y="71616"/>
                </a:lnTo>
                <a:lnTo>
                  <a:pt x="797347" y="71771"/>
                </a:lnTo>
                <a:lnTo>
                  <a:pt x="797007" y="71918"/>
                </a:lnTo>
                <a:lnTo>
                  <a:pt x="796660" y="72057"/>
                </a:lnTo>
                <a:lnTo>
                  <a:pt x="796306" y="72188"/>
                </a:lnTo>
                <a:lnTo>
                  <a:pt x="795946" y="72311"/>
                </a:lnTo>
                <a:lnTo>
                  <a:pt x="795579" y="72426"/>
                </a:lnTo>
                <a:lnTo>
                  <a:pt x="795204" y="72533"/>
                </a:lnTo>
                <a:lnTo>
                  <a:pt x="794823" y="72632"/>
                </a:lnTo>
                <a:lnTo>
                  <a:pt x="794435" y="72724"/>
                </a:lnTo>
                <a:lnTo>
                  <a:pt x="794041" y="72807"/>
                </a:lnTo>
                <a:lnTo>
                  <a:pt x="793639" y="72882"/>
                </a:lnTo>
                <a:lnTo>
                  <a:pt x="793230" y="72950"/>
                </a:lnTo>
                <a:lnTo>
                  <a:pt x="792815" y="73009"/>
                </a:lnTo>
                <a:lnTo>
                  <a:pt x="792393" y="73061"/>
                </a:lnTo>
                <a:lnTo>
                  <a:pt x="791964" y="73105"/>
                </a:lnTo>
                <a:lnTo>
                  <a:pt x="791528" y="73140"/>
                </a:lnTo>
                <a:lnTo>
                  <a:pt x="791085" y="73168"/>
                </a:lnTo>
                <a:lnTo>
                  <a:pt x="790635" y="73188"/>
                </a:lnTo>
                <a:lnTo>
                  <a:pt x="790179" y="73200"/>
                </a:lnTo>
                <a:lnTo>
                  <a:pt x="789715" y="73204"/>
                </a:lnTo>
                <a:lnTo>
                  <a:pt x="789198" y="73199"/>
                </a:lnTo>
                <a:lnTo>
                  <a:pt x="788688" y="73184"/>
                </a:lnTo>
                <a:lnTo>
                  <a:pt x="788185" y="73159"/>
                </a:lnTo>
                <a:lnTo>
                  <a:pt x="787689" y="73124"/>
                </a:lnTo>
                <a:lnTo>
                  <a:pt x="787201" y="73079"/>
                </a:lnTo>
                <a:lnTo>
                  <a:pt x="786719" y="73024"/>
                </a:lnTo>
                <a:lnTo>
                  <a:pt x="786245" y="72960"/>
                </a:lnTo>
                <a:lnTo>
                  <a:pt x="785778" y="72885"/>
                </a:lnTo>
                <a:lnTo>
                  <a:pt x="785318" y="72800"/>
                </a:lnTo>
                <a:lnTo>
                  <a:pt x="784865" y="72705"/>
                </a:lnTo>
                <a:lnTo>
                  <a:pt x="784419" y="72601"/>
                </a:lnTo>
                <a:lnTo>
                  <a:pt x="783981" y="72486"/>
                </a:lnTo>
                <a:lnTo>
                  <a:pt x="783550" y="72362"/>
                </a:lnTo>
                <a:lnTo>
                  <a:pt x="783125" y="72227"/>
                </a:lnTo>
                <a:lnTo>
                  <a:pt x="782708" y="72082"/>
                </a:lnTo>
                <a:lnTo>
                  <a:pt x="782299" y="71928"/>
                </a:lnTo>
                <a:lnTo>
                  <a:pt x="781896" y="71764"/>
                </a:lnTo>
                <a:lnTo>
                  <a:pt x="781501" y="71589"/>
                </a:lnTo>
                <a:lnTo>
                  <a:pt x="781112" y="71405"/>
                </a:lnTo>
                <a:lnTo>
                  <a:pt x="780731" y="71210"/>
                </a:lnTo>
                <a:lnTo>
                  <a:pt x="780357" y="71006"/>
                </a:lnTo>
                <a:lnTo>
                  <a:pt x="779990" y="70792"/>
                </a:lnTo>
                <a:lnTo>
                  <a:pt x="779631" y="70567"/>
                </a:lnTo>
                <a:lnTo>
                  <a:pt x="779278" y="70333"/>
                </a:lnTo>
                <a:lnTo>
                  <a:pt x="778937" y="70086"/>
                </a:lnTo>
                <a:lnTo>
                  <a:pt x="778610" y="69825"/>
                </a:lnTo>
                <a:lnTo>
                  <a:pt x="778297" y="69548"/>
                </a:lnTo>
                <a:lnTo>
                  <a:pt x="777999" y="69257"/>
                </a:lnTo>
                <a:lnTo>
                  <a:pt x="777716" y="68951"/>
                </a:lnTo>
                <a:lnTo>
                  <a:pt x="777447" y="68630"/>
                </a:lnTo>
                <a:lnTo>
                  <a:pt x="777192" y="68294"/>
                </a:lnTo>
                <a:lnTo>
                  <a:pt x="776952" y="67944"/>
                </a:lnTo>
                <a:lnTo>
                  <a:pt x="776727" y="67578"/>
                </a:lnTo>
                <a:lnTo>
                  <a:pt x="776516" y="67198"/>
                </a:lnTo>
                <a:lnTo>
                  <a:pt x="776320" y="66803"/>
                </a:lnTo>
                <a:lnTo>
                  <a:pt x="776138" y="66393"/>
                </a:lnTo>
                <a:lnTo>
                  <a:pt x="775971" y="65968"/>
                </a:lnTo>
                <a:lnTo>
                  <a:pt x="775818" y="65528"/>
                </a:lnTo>
                <a:lnTo>
                  <a:pt x="775680" y="65074"/>
                </a:lnTo>
                <a:lnTo>
                  <a:pt x="775557" y="64604"/>
                </a:lnTo>
                <a:lnTo>
                  <a:pt x="775448" y="64120"/>
                </a:lnTo>
                <a:lnTo>
                  <a:pt x="775353" y="63621"/>
                </a:lnTo>
                <a:lnTo>
                  <a:pt x="775273" y="63107"/>
                </a:lnTo>
                <a:lnTo>
                  <a:pt x="775208" y="62579"/>
                </a:lnTo>
                <a:lnTo>
                  <a:pt x="775157" y="62035"/>
                </a:lnTo>
                <a:lnTo>
                  <a:pt x="775121" y="61477"/>
                </a:lnTo>
                <a:lnTo>
                  <a:pt x="775099" y="60904"/>
                </a:lnTo>
                <a:lnTo>
                  <a:pt x="775092" y="60316"/>
                </a:lnTo>
                <a:lnTo>
                  <a:pt x="765598" y="60316"/>
                </a:lnTo>
                <a:lnTo>
                  <a:pt x="765601" y="60773"/>
                </a:lnTo>
                <a:lnTo>
                  <a:pt x="765611" y="61224"/>
                </a:lnTo>
                <a:lnTo>
                  <a:pt x="765627" y="61669"/>
                </a:lnTo>
                <a:lnTo>
                  <a:pt x="765650" y="62108"/>
                </a:lnTo>
                <a:lnTo>
                  <a:pt x="765679" y="62542"/>
                </a:lnTo>
                <a:lnTo>
                  <a:pt x="765714" y="62970"/>
                </a:lnTo>
                <a:lnTo>
                  <a:pt x="765756" y="63392"/>
                </a:lnTo>
                <a:lnTo>
                  <a:pt x="765804" y="63808"/>
                </a:lnTo>
                <a:lnTo>
                  <a:pt x="765859" y="64219"/>
                </a:lnTo>
                <a:lnTo>
                  <a:pt x="765921" y="64623"/>
                </a:lnTo>
                <a:lnTo>
                  <a:pt x="765988" y="65022"/>
                </a:lnTo>
                <a:lnTo>
                  <a:pt x="766062" y="65415"/>
                </a:lnTo>
                <a:lnTo>
                  <a:pt x="766143" y="65802"/>
                </a:lnTo>
                <a:lnTo>
                  <a:pt x="766230" y="66183"/>
                </a:lnTo>
                <a:lnTo>
                  <a:pt x="766324" y="66559"/>
                </a:lnTo>
                <a:lnTo>
                  <a:pt x="766424" y="66928"/>
                </a:lnTo>
                <a:lnTo>
                  <a:pt x="766530" y="67292"/>
                </a:lnTo>
                <a:lnTo>
                  <a:pt x="766643" y="67650"/>
                </a:lnTo>
                <a:lnTo>
                  <a:pt x="766762" y="68003"/>
                </a:lnTo>
                <a:lnTo>
                  <a:pt x="766888" y="68349"/>
                </a:lnTo>
                <a:lnTo>
                  <a:pt x="767020" y="68690"/>
                </a:lnTo>
                <a:lnTo>
                  <a:pt x="767159" y="69024"/>
                </a:lnTo>
                <a:lnTo>
                  <a:pt x="767304" y="69353"/>
                </a:lnTo>
                <a:lnTo>
                  <a:pt x="767456" y="69676"/>
                </a:lnTo>
                <a:lnTo>
                  <a:pt x="767613" y="69994"/>
                </a:lnTo>
                <a:lnTo>
                  <a:pt x="767775" y="70307"/>
                </a:lnTo>
                <a:lnTo>
                  <a:pt x="767942" y="70615"/>
                </a:lnTo>
                <a:lnTo>
                  <a:pt x="768115" y="70918"/>
                </a:lnTo>
                <a:lnTo>
                  <a:pt x="768292" y="71216"/>
                </a:lnTo>
                <a:lnTo>
                  <a:pt x="768475" y="71509"/>
                </a:lnTo>
                <a:lnTo>
                  <a:pt x="768662" y="71797"/>
                </a:lnTo>
                <a:lnTo>
                  <a:pt x="768854" y="72080"/>
                </a:lnTo>
                <a:lnTo>
                  <a:pt x="769052" y="72358"/>
                </a:lnTo>
                <a:lnTo>
                  <a:pt x="769254" y="72632"/>
                </a:lnTo>
                <a:lnTo>
                  <a:pt x="769462" y="72900"/>
                </a:lnTo>
                <a:lnTo>
                  <a:pt x="769674" y="73163"/>
                </a:lnTo>
                <a:lnTo>
                  <a:pt x="769892" y="73422"/>
                </a:lnTo>
                <a:lnTo>
                  <a:pt x="770114" y="73675"/>
                </a:lnTo>
                <a:lnTo>
                  <a:pt x="770342" y="73924"/>
                </a:lnTo>
                <a:lnTo>
                  <a:pt x="770574" y="74167"/>
                </a:lnTo>
                <a:lnTo>
                  <a:pt x="770812" y="74406"/>
                </a:lnTo>
                <a:lnTo>
                  <a:pt x="771054" y="74640"/>
                </a:lnTo>
                <a:lnTo>
                  <a:pt x="771302" y="74868"/>
                </a:lnTo>
                <a:lnTo>
                  <a:pt x="771554" y="75092"/>
                </a:lnTo>
                <a:lnTo>
                  <a:pt x="771812" y="75311"/>
                </a:lnTo>
                <a:lnTo>
                  <a:pt x="772075" y="75525"/>
                </a:lnTo>
                <a:lnTo>
                  <a:pt x="772342" y="75734"/>
                </a:lnTo>
                <a:lnTo>
                  <a:pt x="772615" y="75938"/>
                </a:lnTo>
                <a:lnTo>
                  <a:pt x="772892" y="76137"/>
                </a:lnTo>
                <a:lnTo>
                  <a:pt x="773173" y="76331"/>
                </a:lnTo>
                <a:lnTo>
                  <a:pt x="773457" y="76521"/>
                </a:lnTo>
                <a:lnTo>
                  <a:pt x="773744" y="76706"/>
                </a:lnTo>
                <a:lnTo>
                  <a:pt x="774036" y="76887"/>
                </a:lnTo>
                <a:lnTo>
                  <a:pt x="774331" y="77063"/>
                </a:lnTo>
                <a:lnTo>
                  <a:pt x="774629" y="77234"/>
                </a:lnTo>
                <a:lnTo>
                  <a:pt x="774931" y="77401"/>
                </a:lnTo>
                <a:lnTo>
                  <a:pt x="775237" y="77563"/>
                </a:lnTo>
                <a:lnTo>
                  <a:pt x="775546" y="77721"/>
                </a:lnTo>
                <a:lnTo>
                  <a:pt x="775859" y="77873"/>
                </a:lnTo>
                <a:lnTo>
                  <a:pt x="776175" y="78022"/>
                </a:lnTo>
                <a:lnTo>
                  <a:pt x="776495" y="78165"/>
                </a:lnTo>
                <a:lnTo>
                  <a:pt x="776819" y="78304"/>
                </a:lnTo>
                <a:lnTo>
                  <a:pt x="777146" y="78439"/>
                </a:lnTo>
                <a:lnTo>
                  <a:pt x="777477" y="78568"/>
                </a:lnTo>
                <a:lnTo>
                  <a:pt x="777811" y="78693"/>
                </a:lnTo>
                <a:lnTo>
                  <a:pt x="778149" y="78814"/>
                </a:lnTo>
                <a:lnTo>
                  <a:pt x="778490" y="78930"/>
                </a:lnTo>
                <a:lnTo>
                  <a:pt x="778835" y="79041"/>
                </a:lnTo>
                <a:lnTo>
                  <a:pt x="779184" y="79147"/>
                </a:lnTo>
                <a:lnTo>
                  <a:pt x="779536" y="79249"/>
                </a:lnTo>
                <a:lnTo>
                  <a:pt x="779892" y="79347"/>
                </a:lnTo>
                <a:lnTo>
                  <a:pt x="780251" y="79439"/>
                </a:lnTo>
                <a:lnTo>
                  <a:pt x="780613" y="79528"/>
                </a:lnTo>
                <a:lnTo>
                  <a:pt x="780977" y="79613"/>
                </a:lnTo>
                <a:lnTo>
                  <a:pt x="781343" y="79694"/>
                </a:lnTo>
                <a:lnTo>
                  <a:pt x="781711" y="79771"/>
                </a:lnTo>
                <a:lnTo>
                  <a:pt x="782081" y="79844"/>
                </a:lnTo>
                <a:lnTo>
                  <a:pt x="782453" y="79914"/>
                </a:lnTo>
                <a:lnTo>
                  <a:pt x="782827" y="79980"/>
                </a:lnTo>
                <a:lnTo>
                  <a:pt x="783203" y="80042"/>
                </a:lnTo>
                <a:lnTo>
                  <a:pt x="783581" y="80100"/>
                </a:lnTo>
                <a:lnTo>
                  <a:pt x="783960" y="80155"/>
                </a:lnTo>
                <a:lnTo>
                  <a:pt x="784342" y="80206"/>
                </a:lnTo>
                <a:lnTo>
                  <a:pt x="784725" y="80253"/>
                </a:lnTo>
                <a:lnTo>
                  <a:pt x="785111" y="80296"/>
                </a:lnTo>
                <a:lnTo>
                  <a:pt x="785498" y="80336"/>
                </a:lnTo>
                <a:lnTo>
                  <a:pt x="785888" y="80372"/>
                </a:lnTo>
                <a:lnTo>
                  <a:pt x="786279" y="80404"/>
                </a:lnTo>
                <a:lnTo>
                  <a:pt x="786672" y="80432"/>
                </a:lnTo>
                <a:lnTo>
                  <a:pt x="787067" y="80456"/>
                </a:lnTo>
                <a:lnTo>
                  <a:pt x="787465" y="80477"/>
                </a:lnTo>
                <a:lnTo>
                  <a:pt x="787864" y="80494"/>
                </a:lnTo>
                <a:lnTo>
                  <a:pt x="788265" y="80507"/>
                </a:lnTo>
                <a:lnTo>
                  <a:pt x="788668" y="80517"/>
                </a:lnTo>
                <a:lnTo>
                  <a:pt x="789073" y="80522"/>
                </a:lnTo>
                <a:lnTo>
                  <a:pt x="789479" y="80524"/>
                </a:lnTo>
                <a:lnTo>
                  <a:pt x="789881" y="80522"/>
                </a:lnTo>
                <a:lnTo>
                  <a:pt x="790281" y="80517"/>
                </a:lnTo>
                <a:lnTo>
                  <a:pt x="790678" y="80508"/>
                </a:lnTo>
                <a:lnTo>
                  <a:pt x="791072" y="80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728B9-6A4D-4DF5-92AD-308BB4AC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82" y="467023"/>
            <a:ext cx="177670" cy="82043"/>
          </a:xfrm>
          <a:custGeom xmlns:a="http://schemas.openxmlformats.org/drawingml/2006/main">
            <a:pathLst>
              <a:path w="177670" h="82043">
                <a:moveTo>
                  <a:pt x="0" y="34183"/>
                </a:moveTo>
                <a:lnTo>
                  <a:pt x="0" y="47857"/>
                </a:lnTo>
                <a:lnTo>
                  <a:pt x="95724" y="47858"/>
                </a:lnTo>
                <a:lnTo>
                  <a:pt x="95724" y="82043"/>
                </a:lnTo>
                <a:lnTo>
                  <a:pt x="177670" y="41021"/>
                </a:lnTo>
                <a:lnTo>
                  <a:pt x="95724" y="0"/>
                </a:lnTo>
                <a:lnTo>
                  <a:pt x="95724" y="34184"/>
                </a:lnTo>
                <a:lnTo>
                  <a:pt x="0" y="34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4DE42-08C7-4CD2-A71D-5205CDFC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852" y="321040"/>
            <a:ext cx="650399" cy="374010"/>
          </a:xfrm>
          <a:custGeom xmlns:a="http://schemas.openxmlformats.org/drawingml/2006/main">
            <a:pathLst>
              <a:path w="650399" h="374010" fill="none">
                <a:moveTo>
                  <a:pt x="0" y="0"/>
                </a:moveTo>
                <a:lnTo>
                  <a:pt x="650399" y="0"/>
                </a:lnTo>
                <a:lnTo>
                  <a:pt x="650399" y="374010"/>
                </a:lnTo>
                <a:lnTo>
                  <a:pt x="0" y="3740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105" name="Text Indexing">
            <a:extLst xmlns:a="http://schemas.openxmlformats.org/drawingml/2006/main">
              <a:ext uri="{FF2B5EF4-FFF2-40B4-BE49-F238E27FC236}">
                <a16:creationId xmlns:a16="http://schemas.microsoft.com/office/drawing/2014/main" id="{2968F918-A5ED-4B88-8CAC-7E27204B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139" y="447953"/>
            <a:ext cx="537912" cy="149191"/>
          </a:xfrm>
          <a:custGeom xmlns:a="http://schemas.openxmlformats.org/drawingml/2006/main">
            <a:pathLst>
              <a:path w="537912" h="149191">
                <a:moveTo>
                  <a:pt x="291492" y="31879"/>
                </a:moveTo>
                <a:lnTo>
                  <a:pt x="276414" y="31879"/>
                </a:lnTo>
                <a:lnTo>
                  <a:pt x="302577" y="72452"/>
                </a:lnTo>
                <a:lnTo>
                  <a:pt x="273802" y="117396"/>
                </a:lnTo>
                <a:lnTo>
                  <a:pt x="288712" y="117396"/>
                </a:lnTo>
                <a:lnTo>
                  <a:pt x="311003" y="81762"/>
                </a:lnTo>
                <a:lnTo>
                  <a:pt x="333611" y="117396"/>
                </a:lnTo>
                <a:lnTo>
                  <a:pt x="348605" y="117396"/>
                </a:lnTo>
                <a:lnTo>
                  <a:pt x="319747" y="72362"/>
                </a:lnTo>
                <a:lnTo>
                  <a:pt x="345825" y="31879"/>
                </a:lnTo>
                <a:lnTo>
                  <a:pt x="330747" y="31879"/>
                </a:lnTo>
                <a:lnTo>
                  <a:pt x="311159" y="64116"/>
                </a:lnTo>
                <a:lnTo>
                  <a:pt x="291492" y="31879"/>
                </a:lnTo>
                <a:close/>
                <a:moveTo>
                  <a:pt x="0" y="117396"/>
                </a:moveTo>
                <a:lnTo>
                  <a:pt x="15163" y="117396"/>
                </a:lnTo>
                <a:lnTo>
                  <a:pt x="15163" y="3879"/>
                </a:lnTo>
                <a:lnTo>
                  <a:pt x="0" y="3879"/>
                </a:lnTo>
                <a:lnTo>
                  <a:pt x="0" y="117396"/>
                </a:lnTo>
                <a:close/>
                <a:moveTo>
                  <a:pt x="151745" y="118807"/>
                </a:moveTo>
                <a:lnTo>
                  <a:pt x="152455" y="118747"/>
                </a:lnTo>
                <a:lnTo>
                  <a:pt x="153156" y="118674"/>
                </a:lnTo>
                <a:lnTo>
                  <a:pt x="153849" y="118588"/>
                </a:lnTo>
                <a:lnTo>
                  <a:pt x="154532" y="118488"/>
                </a:lnTo>
                <a:lnTo>
                  <a:pt x="155206" y="118374"/>
                </a:lnTo>
                <a:lnTo>
                  <a:pt x="155871" y="118248"/>
                </a:lnTo>
                <a:lnTo>
                  <a:pt x="156527" y="118108"/>
                </a:lnTo>
                <a:lnTo>
                  <a:pt x="157173" y="117955"/>
                </a:lnTo>
                <a:lnTo>
                  <a:pt x="157811" y="117788"/>
                </a:lnTo>
                <a:lnTo>
                  <a:pt x="158440" y="117608"/>
                </a:lnTo>
                <a:lnTo>
                  <a:pt x="159060" y="117415"/>
                </a:lnTo>
                <a:lnTo>
                  <a:pt x="159670" y="117209"/>
                </a:lnTo>
                <a:lnTo>
                  <a:pt x="160272" y="116989"/>
                </a:lnTo>
                <a:lnTo>
                  <a:pt x="160864" y="116756"/>
                </a:lnTo>
                <a:lnTo>
                  <a:pt x="161448" y="116509"/>
                </a:lnTo>
                <a:lnTo>
                  <a:pt x="162022" y="116249"/>
                </a:lnTo>
                <a:lnTo>
                  <a:pt x="162587" y="115976"/>
                </a:lnTo>
                <a:lnTo>
                  <a:pt x="163143" y="115690"/>
                </a:lnTo>
                <a:lnTo>
                  <a:pt x="163690" y="115390"/>
                </a:lnTo>
                <a:lnTo>
                  <a:pt x="164228" y="115077"/>
                </a:lnTo>
                <a:lnTo>
                  <a:pt x="164758" y="114753"/>
                </a:lnTo>
                <a:lnTo>
                  <a:pt x="165278" y="114420"/>
                </a:lnTo>
                <a:lnTo>
                  <a:pt x="165791" y="114080"/>
                </a:lnTo>
                <a:lnTo>
                  <a:pt x="166295" y="113731"/>
                </a:lnTo>
                <a:lnTo>
                  <a:pt x="166790" y="113373"/>
                </a:lnTo>
                <a:lnTo>
                  <a:pt x="167277" y="113008"/>
                </a:lnTo>
                <a:lnTo>
                  <a:pt x="167755" y="112634"/>
                </a:lnTo>
                <a:lnTo>
                  <a:pt x="168225" y="112251"/>
                </a:lnTo>
                <a:lnTo>
                  <a:pt x="168686" y="111861"/>
                </a:lnTo>
                <a:lnTo>
                  <a:pt x="169139" y="111462"/>
                </a:lnTo>
                <a:lnTo>
                  <a:pt x="169584" y="111054"/>
                </a:lnTo>
                <a:lnTo>
                  <a:pt x="170020" y="110639"/>
                </a:lnTo>
                <a:lnTo>
                  <a:pt x="170447" y="110214"/>
                </a:lnTo>
                <a:lnTo>
                  <a:pt x="170866" y="109782"/>
                </a:lnTo>
                <a:lnTo>
                  <a:pt x="171277" y="109341"/>
                </a:lnTo>
                <a:lnTo>
                  <a:pt x="171679" y="108892"/>
                </a:lnTo>
                <a:lnTo>
                  <a:pt x="172072" y="108435"/>
                </a:lnTo>
                <a:lnTo>
                  <a:pt x="172457" y="107969"/>
                </a:lnTo>
                <a:lnTo>
                  <a:pt x="172834" y="107495"/>
                </a:lnTo>
                <a:lnTo>
                  <a:pt x="173202" y="107012"/>
                </a:lnTo>
                <a:lnTo>
                  <a:pt x="173562" y="106521"/>
                </a:lnTo>
                <a:lnTo>
                  <a:pt x="173913" y="106022"/>
                </a:lnTo>
                <a:lnTo>
                  <a:pt x="174255" y="105514"/>
                </a:lnTo>
                <a:lnTo>
                  <a:pt x="174590" y="104999"/>
                </a:lnTo>
                <a:lnTo>
                  <a:pt x="175516" y="117396"/>
                </a:lnTo>
                <a:lnTo>
                  <a:pt x="188489" y="117396"/>
                </a:lnTo>
                <a:lnTo>
                  <a:pt x="188489" y="3879"/>
                </a:lnTo>
                <a:lnTo>
                  <a:pt x="174758" y="3879"/>
                </a:lnTo>
                <a:lnTo>
                  <a:pt x="174758" y="44445"/>
                </a:lnTo>
                <a:lnTo>
                  <a:pt x="174438" y="43909"/>
                </a:lnTo>
                <a:lnTo>
                  <a:pt x="174110" y="43382"/>
                </a:lnTo>
                <a:lnTo>
                  <a:pt x="173774" y="42864"/>
                </a:lnTo>
                <a:lnTo>
                  <a:pt x="173430" y="42355"/>
                </a:lnTo>
                <a:lnTo>
                  <a:pt x="173078" y="41857"/>
                </a:lnTo>
                <a:lnTo>
                  <a:pt x="172718" y="41367"/>
                </a:lnTo>
                <a:lnTo>
                  <a:pt x="172350" y="40887"/>
                </a:lnTo>
                <a:lnTo>
                  <a:pt x="171974" y="40416"/>
                </a:lnTo>
                <a:lnTo>
                  <a:pt x="171589" y="39954"/>
                </a:lnTo>
                <a:lnTo>
                  <a:pt x="171197" y="39502"/>
                </a:lnTo>
                <a:lnTo>
                  <a:pt x="170797" y="39059"/>
                </a:lnTo>
                <a:lnTo>
                  <a:pt x="170388" y="38626"/>
                </a:lnTo>
                <a:lnTo>
                  <a:pt x="169972" y="38202"/>
                </a:lnTo>
                <a:lnTo>
                  <a:pt x="169547" y="37787"/>
                </a:lnTo>
                <a:lnTo>
                  <a:pt x="169115" y="37382"/>
                </a:lnTo>
                <a:lnTo>
                  <a:pt x="168674" y="36986"/>
                </a:lnTo>
                <a:lnTo>
                  <a:pt x="168226" y="36600"/>
                </a:lnTo>
                <a:lnTo>
                  <a:pt x="167769" y="36222"/>
                </a:lnTo>
                <a:lnTo>
                  <a:pt x="167304" y="35855"/>
                </a:lnTo>
                <a:lnTo>
                  <a:pt x="166832" y="35496"/>
                </a:lnTo>
                <a:lnTo>
                  <a:pt x="166351" y="35147"/>
                </a:lnTo>
                <a:lnTo>
                  <a:pt x="165862" y="34807"/>
                </a:lnTo>
                <a:lnTo>
                  <a:pt x="165365" y="34477"/>
                </a:lnTo>
                <a:lnTo>
                  <a:pt x="164860" y="34156"/>
                </a:lnTo>
                <a:lnTo>
                  <a:pt x="164346" y="33846"/>
                </a:lnTo>
                <a:lnTo>
                  <a:pt x="163823" y="33550"/>
                </a:lnTo>
                <a:lnTo>
                  <a:pt x="163289" y="33267"/>
                </a:lnTo>
                <a:lnTo>
                  <a:pt x="162746" y="32997"/>
                </a:lnTo>
                <a:lnTo>
                  <a:pt x="162193" y="32740"/>
                </a:lnTo>
                <a:lnTo>
                  <a:pt x="161630" y="32496"/>
                </a:lnTo>
                <a:lnTo>
                  <a:pt x="161058" y="32265"/>
                </a:lnTo>
                <a:lnTo>
                  <a:pt x="160475" y="32048"/>
                </a:lnTo>
                <a:lnTo>
                  <a:pt x="159883" y="31843"/>
                </a:lnTo>
                <a:lnTo>
                  <a:pt x="159281" y="31652"/>
                </a:lnTo>
                <a:lnTo>
                  <a:pt x="158669" y="31475"/>
                </a:lnTo>
                <a:lnTo>
                  <a:pt x="158047" y="31310"/>
                </a:lnTo>
                <a:lnTo>
                  <a:pt x="157416" y="31158"/>
                </a:lnTo>
                <a:lnTo>
                  <a:pt x="156775" y="31020"/>
                </a:lnTo>
                <a:lnTo>
                  <a:pt x="156124" y="30895"/>
                </a:lnTo>
                <a:lnTo>
                  <a:pt x="155463" y="30783"/>
                </a:lnTo>
                <a:lnTo>
                  <a:pt x="154792" y="30684"/>
                </a:lnTo>
                <a:lnTo>
                  <a:pt x="154112" y="30598"/>
                </a:lnTo>
                <a:lnTo>
                  <a:pt x="153422" y="30526"/>
                </a:lnTo>
                <a:lnTo>
                  <a:pt x="152722" y="30466"/>
                </a:lnTo>
                <a:lnTo>
                  <a:pt x="152012" y="30420"/>
                </a:lnTo>
                <a:lnTo>
                  <a:pt x="151292" y="30387"/>
                </a:lnTo>
                <a:lnTo>
                  <a:pt x="150563" y="30368"/>
                </a:lnTo>
                <a:lnTo>
                  <a:pt x="149824" y="30361"/>
                </a:lnTo>
                <a:lnTo>
                  <a:pt x="149000" y="30370"/>
                </a:lnTo>
                <a:lnTo>
                  <a:pt x="148185" y="30396"/>
                </a:lnTo>
                <a:lnTo>
                  <a:pt x="147380" y="30440"/>
                </a:lnTo>
                <a:lnTo>
                  <a:pt x="146583" y="30501"/>
                </a:lnTo>
                <a:lnTo>
                  <a:pt x="145795" y="30580"/>
                </a:lnTo>
                <a:lnTo>
                  <a:pt x="145017" y="30676"/>
                </a:lnTo>
                <a:lnTo>
                  <a:pt x="144248" y="30790"/>
                </a:lnTo>
                <a:lnTo>
                  <a:pt x="143487" y="30921"/>
                </a:lnTo>
                <a:lnTo>
                  <a:pt x="142736" y="31070"/>
                </a:lnTo>
                <a:lnTo>
                  <a:pt x="141994" y="31236"/>
                </a:lnTo>
                <a:lnTo>
                  <a:pt x="141261" y="31420"/>
                </a:lnTo>
                <a:lnTo>
                  <a:pt x="140537" y="31621"/>
                </a:lnTo>
                <a:lnTo>
                  <a:pt x="139822" y="31840"/>
                </a:lnTo>
                <a:lnTo>
                  <a:pt x="139116" y="32077"/>
                </a:lnTo>
                <a:lnTo>
                  <a:pt x="138419" y="32330"/>
                </a:lnTo>
                <a:lnTo>
                  <a:pt x="137731" y="32602"/>
                </a:lnTo>
                <a:lnTo>
                  <a:pt x="137052" y="32891"/>
                </a:lnTo>
                <a:lnTo>
                  <a:pt x="136383" y="33197"/>
                </a:lnTo>
                <a:lnTo>
                  <a:pt x="135722" y="33521"/>
                </a:lnTo>
                <a:lnTo>
                  <a:pt x="135070" y="33862"/>
                </a:lnTo>
                <a:lnTo>
                  <a:pt x="134428" y="34221"/>
                </a:lnTo>
                <a:lnTo>
                  <a:pt x="133795" y="34597"/>
                </a:lnTo>
                <a:lnTo>
                  <a:pt x="133170" y="34991"/>
                </a:lnTo>
                <a:lnTo>
                  <a:pt x="132555" y="35403"/>
                </a:lnTo>
                <a:lnTo>
                  <a:pt x="131950" y="35831"/>
                </a:lnTo>
                <a:lnTo>
                  <a:pt x="131357" y="36277"/>
                </a:lnTo>
                <a:lnTo>
                  <a:pt x="130776" y="36740"/>
                </a:lnTo>
                <a:lnTo>
                  <a:pt x="130206" y="37220"/>
                </a:lnTo>
                <a:lnTo>
                  <a:pt x="129648" y="37717"/>
                </a:lnTo>
                <a:lnTo>
                  <a:pt x="129101" y="38230"/>
                </a:lnTo>
                <a:lnTo>
                  <a:pt x="128567" y="38761"/>
                </a:lnTo>
                <a:lnTo>
                  <a:pt x="128044" y="39309"/>
                </a:lnTo>
                <a:lnTo>
                  <a:pt x="127532" y="39874"/>
                </a:lnTo>
                <a:lnTo>
                  <a:pt x="127033" y="40457"/>
                </a:lnTo>
                <a:lnTo>
                  <a:pt x="126545" y="41056"/>
                </a:lnTo>
                <a:lnTo>
                  <a:pt x="126069" y="41672"/>
                </a:lnTo>
                <a:lnTo>
                  <a:pt x="125604" y="42305"/>
                </a:lnTo>
                <a:lnTo>
                  <a:pt x="125151" y="42955"/>
                </a:lnTo>
                <a:lnTo>
                  <a:pt x="124710" y="43623"/>
                </a:lnTo>
                <a:lnTo>
                  <a:pt x="124281" y="44307"/>
                </a:lnTo>
                <a:lnTo>
                  <a:pt x="123863" y="45009"/>
                </a:lnTo>
                <a:lnTo>
                  <a:pt x="123457" y="45727"/>
                </a:lnTo>
                <a:lnTo>
                  <a:pt x="123063" y="46463"/>
                </a:lnTo>
                <a:lnTo>
                  <a:pt x="122681" y="47215"/>
                </a:lnTo>
                <a:lnTo>
                  <a:pt x="122310" y="47985"/>
                </a:lnTo>
                <a:lnTo>
                  <a:pt x="121950" y="48772"/>
                </a:lnTo>
                <a:lnTo>
                  <a:pt x="121603" y="49575"/>
                </a:lnTo>
                <a:lnTo>
                  <a:pt x="121267" y="50396"/>
                </a:lnTo>
                <a:lnTo>
                  <a:pt x="120944" y="51234"/>
                </a:lnTo>
                <a:lnTo>
                  <a:pt x="120635" y="52088"/>
                </a:lnTo>
                <a:lnTo>
                  <a:pt x="120339" y="52959"/>
                </a:lnTo>
                <a:lnTo>
                  <a:pt x="120057" y="53848"/>
                </a:lnTo>
                <a:lnTo>
                  <a:pt x="119789" y="54753"/>
                </a:lnTo>
                <a:lnTo>
                  <a:pt x="119535" y="55675"/>
                </a:lnTo>
                <a:lnTo>
                  <a:pt x="119294" y="56614"/>
                </a:lnTo>
                <a:lnTo>
                  <a:pt x="119068" y="57570"/>
                </a:lnTo>
                <a:lnTo>
                  <a:pt x="118855" y="58543"/>
                </a:lnTo>
                <a:lnTo>
                  <a:pt x="118655" y="59533"/>
                </a:lnTo>
                <a:lnTo>
                  <a:pt x="118470" y="60539"/>
                </a:lnTo>
                <a:lnTo>
                  <a:pt x="118298" y="61563"/>
                </a:lnTo>
                <a:lnTo>
                  <a:pt x="118140" y="62603"/>
                </a:lnTo>
                <a:lnTo>
                  <a:pt x="117995" y="63661"/>
                </a:lnTo>
                <a:lnTo>
                  <a:pt x="117865" y="64735"/>
                </a:lnTo>
                <a:lnTo>
                  <a:pt x="117748" y="65826"/>
                </a:lnTo>
                <a:lnTo>
                  <a:pt x="117645" y="66934"/>
                </a:lnTo>
                <a:lnTo>
                  <a:pt x="117555" y="68059"/>
                </a:lnTo>
                <a:lnTo>
                  <a:pt x="117480" y="69201"/>
                </a:lnTo>
                <a:lnTo>
                  <a:pt x="117418" y="70360"/>
                </a:lnTo>
                <a:lnTo>
                  <a:pt x="117370" y="71536"/>
                </a:lnTo>
                <a:lnTo>
                  <a:pt x="117336" y="72729"/>
                </a:lnTo>
                <a:lnTo>
                  <a:pt x="117315" y="73938"/>
                </a:lnTo>
                <a:lnTo>
                  <a:pt x="117308" y="75165"/>
                </a:lnTo>
                <a:lnTo>
                  <a:pt x="117315" y="76355"/>
                </a:lnTo>
                <a:lnTo>
                  <a:pt x="117335" y="77528"/>
                </a:lnTo>
                <a:lnTo>
                  <a:pt x="117369" y="78686"/>
                </a:lnTo>
                <a:lnTo>
                  <a:pt x="117416" y="79828"/>
                </a:lnTo>
                <a:lnTo>
                  <a:pt x="117476" y="80953"/>
                </a:lnTo>
                <a:lnTo>
                  <a:pt x="117550" y="82063"/>
                </a:lnTo>
                <a:lnTo>
                  <a:pt x="117638" y="83156"/>
                </a:lnTo>
                <a:lnTo>
                  <a:pt x="117739" y="84233"/>
                </a:lnTo>
                <a:lnTo>
                  <a:pt x="117853" y="85294"/>
                </a:lnTo>
                <a:lnTo>
                  <a:pt x="117981" y="86339"/>
                </a:lnTo>
                <a:lnTo>
                  <a:pt x="118122" y="87368"/>
                </a:lnTo>
                <a:lnTo>
                  <a:pt x="118277" y="88380"/>
                </a:lnTo>
                <a:lnTo>
                  <a:pt x="118445" y="89377"/>
                </a:lnTo>
                <a:lnTo>
                  <a:pt x="118627" y="90357"/>
                </a:lnTo>
                <a:lnTo>
                  <a:pt x="118822" y="91321"/>
                </a:lnTo>
                <a:lnTo>
                  <a:pt x="119030" y="92270"/>
                </a:lnTo>
                <a:lnTo>
                  <a:pt x="119252" y="93202"/>
                </a:lnTo>
                <a:lnTo>
                  <a:pt x="119488" y="94118"/>
                </a:lnTo>
                <a:lnTo>
                  <a:pt x="119737" y="95017"/>
                </a:lnTo>
                <a:lnTo>
                  <a:pt x="119999" y="95901"/>
                </a:lnTo>
                <a:lnTo>
                  <a:pt x="120275" y="96768"/>
                </a:lnTo>
                <a:lnTo>
                  <a:pt x="120564" y="97620"/>
                </a:lnTo>
                <a:lnTo>
                  <a:pt x="120867" y="98455"/>
                </a:lnTo>
                <a:lnTo>
                  <a:pt x="121183" y="99274"/>
                </a:lnTo>
                <a:lnTo>
                  <a:pt x="121511" y="100077"/>
                </a:lnTo>
                <a:lnTo>
                  <a:pt x="121851" y="100863"/>
                </a:lnTo>
                <a:lnTo>
                  <a:pt x="122202" y="101633"/>
                </a:lnTo>
                <a:lnTo>
                  <a:pt x="122564" y="102386"/>
                </a:lnTo>
                <a:lnTo>
                  <a:pt x="122936" y="103122"/>
                </a:lnTo>
                <a:lnTo>
                  <a:pt x="123320" y="103842"/>
                </a:lnTo>
                <a:lnTo>
                  <a:pt x="123716" y="104545"/>
                </a:lnTo>
                <a:lnTo>
                  <a:pt x="124122" y="105232"/>
                </a:lnTo>
                <a:lnTo>
                  <a:pt x="124539" y="105902"/>
                </a:lnTo>
                <a:lnTo>
                  <a:pt x="124968" y="106555"/>
                </a:lnTo>
                <a:lnTo>
                  <a:pt x="125407" y="107192"/>
                </a:lnTo>
                <a:lnTo>
                  <a:pt x="125858" y="107813"/>
                </a:lnTo>
                <a:lnTo>
                  <a:pt x="126320" y="108416"/>
                </a:lnTo>
                <a:lnTo>
                  <a:pt x="126793" y="109003"/>
                </a:lnTo>
                <a:lnTo>
                  <a:pt x="127277" y="109574"/>
                </a:lnTo>
                <a:lnTo>
                  <a:pt x="127772" y="110128"/>
                </a:lnTo>
                <a:lnTo>
                  <a:pt x="128279" y="110665"/>
                </a:lnTo>
                <a:lnTo>
                  <a:pt x="128796" y="111186"/>
                </a:lnTo>
                <a:lnTo>
                  <a:pt x="129324" y="111690"/>
                </a:lnTo>
                <a:lnTo>
                  <a:pt x="129864" y="112178"/>
                </a:lnTo>
                <a:lnTo>
                  <a:pt x="130415" y="112649"/>
                </a:lnTo>
                <a:lnTo>
                  <a:pt x="130977" y="113103"/>
                </a:lnTo>
                <a:lnTo>
                  <a:pt x="131550" y="113541"/>
                </a:lnTo>
                <a:lnTo>
                  <a:pt x="132134" y="113962"/>
                </a:lnTo>
                <a:lnTo>
                  <a:pt x="132728" y="114366"/>
                </a:lnTo>
                <a:lnTo>
                  <a:pt x="133331" y="114753"/>
                </a:lnTo>
                <a:lnTo>
                  <a:pt x="133942" y="115123"/>
                </a:lnTo>
                <a:lnTo>
                  <a:pt x="134563" y="115475"/>
                </a:lnTo>
                <a:lnTo>
                  <a:pt x="135192" y="115810"/>
                </a:lnTo>
                <a:lnTo>
                  <a:pt x="135830" y="116128"/>
                </a:lnTo>
                <a:lnTo>
                  <a:pt x="136476" y="116429"/>
                </a:lnTo>
                <a:lnTo>
                  <a:pt x="137132" y="116713"/>
                </a:lnTo>
                <a:lnTo>
                  <a:pt x="137796" y="116980"/>
                </a:lnTo>
                <a:lnTo>
                  <a:pt x="138469" y="117229"/>
                </a:lnTo>
                <a:lnTo>
                  <a:pt x="139151" y="117461"/>
                </a:lnTo>
                <a:lnTo>
                  <a:pt x="139842" y="117676"/>
                </a:lnTo>
                <a:lnTo>
                  <a:pt x="140541" y="117874"/>
                </a:lnTo>
                <a:lnTo>
                  <a:pt x="141249" y="118054"/>
                </a:lnTo>
                <a:lnTo>
                  <a:pt x="141966" y="118218"/>
                </a:lnTo>
                <a:lnTo>
                  <a:pt x="142692" y="118364"/>
                </a:lnTo>
                <a:lnTo>
                  <a:pt x="143426" y="118493"/>
                </a:lnTo>
                <a:lnTo>
                  <a:pt x="144169" y="118604"/>
                </a:lnTo>
                <a:lnTo>
                  <a:pt x="144921" y="118699"/>
                </a:lnTo>
                <a:lnTo>
                  <a:pt x="145682" y="118776"/>
                </a:lnTo>
                <a:lnTo>
                  <a:pt x="146452" y="118837"/>
                </a:lnTo>
                <a:lnTo>
                  <a:pt x="147230" y="118880"/>
                </a:lnTo>
                <a:lnTo>
                  <a:pt x="148017" y="118905"/>
                </a:lnTo>
                <a:lnTo>
                  <a:pt x="148813" y="118914"/>
                </a:lnTo>
                <a:lnTo>
                  <a:pt x="149559" y="118907"/>
                </a:lnTo>
                <a:lnTo>
                  <a:pt x="150297" y="118887"/>
                </a:lnTo>
                <a:lnTo>
                  <a:pt x="151025" y="118854"/>
                </a:lnTo>
                <a:lnTo>
                  <a:pt x="151745" y="118807"/>
                </a:lnTo>
                <a:close/>
                <a:moveTo>
                  <a:pt x="148185" y="107129"/>
                </a:moveTo>
                <a:lnTo>
                  <a:pt x="147457" y="106999"/>
                </a:lnTo>
                <a:lnTo>
                  <a:pt x="146746" y="106840"/>
                </a:lnTo>
                <a:lnTo>
                  <a:pt x="146052" y="106653"/>
                </a:lnTo>
                <a:lnTo>
                  <a:pt x="145373" y="106436"/>
                </a:lnTo>
                <a:lnTo>
                  <a:pt x="144711" y="106191"/>
                </a:lnTo>
                <a:lnTo>
                  <a:pt x="144065" y="105917"/>
                </a:lnTo>
                <a:lnTo>
                  <a:pt x="143435" y="105614"/>
                </a:lnTo>
                <a:lnTo>
                  <a:pt x="142821" y="105282"/>
                </a:lnTo>
                <a:lnTo>
                  <a:pt x="142224" y="104921"/>
                </a:lnTo>
                <a:lnTo>
                  <a:pt x="141643" y="104531"/>
                </a:lnTo>
                <a:lnTo>
                  <a:pt x="141078" y="104113"/>
                </a:lnTo>
                <a:lnTo>
                  <a:pt x="140530" y="103666"/>
                </a:lnTo>
                <a:lnTo>
                  <a:pt x="139997" y="103189"/>
                </a:lnTo>
                <a:lnTo>
                  <a:pt x="139481" y="102684"/>
                </a:lnTo>
                <a:lnTo>
                  <a:pt x="138981" y="102150"/>
                </a:lnTo>
                <a:lnTo>
                  <a:pt x="138497" y="101587"/>
                </a:lnTo>
                <a:lnTo>
                  <a:pt x="138030" y="100996"/>
                </a:lnTo>
                <a:lnTo>
                  <a:pt x="137579" y="100375"/>
                </a:lnTo>
                <a:lnTo>
                  <a:pt x="137144" y="99726"/>
                </a:lnTo>
                <a:lnTo>
                  <a:pt x="136725" y="99048"/>
                </a:lnTo>
                <a:lnTo>
                  <a:pt x="136323" y="98342"/>
                </a:lnTo>
                <a:lnTo>
                  <a:pt x="135938" y="97611"/>
                </a:lnTo>
                <a:lnTo>
                  <a:pt x="135570" y="96854"/>
                </a:lnTo>
                <a:lnTo>
                  <a:pt x="135219" y="96072"/>
                </a:lnTo>
                <a:lnTo>
                  <a:pt x="134885" y="95265"/>
                </a:lnTo>
                <a:lnTo>
                  <a:pt x="134569" y="94432"/>
                </a:lnTo>
                <a:lnTo>
                  <a:pt x="134269" y="93573"/>
                </a:lnTo>
                <a:lnTo>
                  <a:pt x="133987" y="92689"/>
                </a:lnTo>
                <a:lnTo>
                  <a:pt x="133722" y="91780"/>
                </a:lnTo>
                <a:lnTo>
                  <a:pt x="133474" y="90845"/>
                </a:lnTo>
                <a:lnTo>
                  <a:pt x="133243" y="89885"/>
                </a:lnTo>
                <a:lnTo>
                  <a:pt x="133029" y="88899"/>
                </a:lnTo>
                <a:lnTo>
                  <a:pt x="132832" y="87888"/>
                </a:lnTo>
                <a:lnTo>
                  <a:pt x="132652" y="86851"/>
                </a:lnTo>
                <a:lnTo>
                  <a:pt x="132490" y="85789"/>
                </a:lnTo>
                <a:lnTo>
                  <a:pt x="132344" y="84701"/>
                </a:lnTo>
                <a:lnTo>
                  <a:pt x="132216" y="83588"/>
                </a:lnTo>
                <a:lnTo>
                  <a:pt x="132105" y="82449"/>
                </a:lnTo>
                <a:lnTo>
                  <a:pt x="132011" y="81285"/>
                </a:lnTo>
                <a:lnTo>
                  <a:pt x="131934" y="80096"/>
                </a:lnTo>
                <a:lnTo>
                  <a:pt x="131874" y="78881"/>
                </a:lnTo>
                <a:lnTo>
                  <a:pt x="131831" y="77640"/>
                </a:lnTo>
                <a:lnTo>
                  <a:pt x="131805" y="76374"/>
                </a:lnTo>
                <a:lnTo>
                  <a:pt x="131797" y="75083"/>
                </a:lnTo>
                <a:lnTo>
                  <a:pt x="131806" y="73762"/>
                </a:lnTo>
                <a:lnTo>
                  <a:pt x="131833" y="72467"/>
                </a:lnTo>
                <a:lnTo>
                  <a:pt x="131877" y="71198"/>
                </a:lnTo>
                <a:lnTo>
                  <a:pt x="131940" y="69954"/>
                </a:lnTo>
                <a:lnTo>
                  <a:pt x="132020" y="68736"/>
                </a:lnTo>
                <a:lnTo>
                  <a:pt x="132118" y="67544"/>
                </a:lnTo>
                <a:lnTo>
                  <a:pt x="132234" y="66378"/>
                </a:lnTo>
                <a:lnTo>
                  <a:pt x="132368" y="65238"/>
                </a:lnTo>
                <a:lnTo>
                  <a:pt x="132519" y="64123"/>
                </a:lnTo>
                <a:lnTo>
                  <a:pt x="132689" y="63034"/>
                </a:lnTo>
                <a:lnTo>
                  <a:pt x="132876" y="61971"/>
                </a:lnTo>
                <a:lnTo>
                  <a:pt x="133082" y="60934"/>
                </a:lnTo>
                <a:lnTo>
                  <a:pt x="133305" y="59922"/>
                </a:lnTo>
                <a:lnTo>
                  <a:pt x="133545" y="58936"/>
                </a:lnTo>
                <a:lnTo>
                  <a:pt x="133804" y="57976"/>
                </a:lnTo>
                <a:lnTo>
                  <a:pt x="134081" y="57042"/>
                </a:lnTo>
                <a:lnTo>
                  <a:pt x="134375" y="56134"/>
                </a:lnTo>
                <a:lnTo>
                  <a:pt x="134687" y="55251"/>
                </a:lnTo>
                <a:lnTo>
                  <a:pt x="135017" y="54394"/>
                </a:lnTo>
                <a:lnTo>
                  <a:pt x="135365" y="53563"/>
                </a:lnTo>
                <a:lnTo>
                  <a:pt x="135731" y="52758"/>
                </a:lnTo>
                <a:lnTo>
                  <a:pt x="136115" y="51978"/>
                </a:lnTo>
                <a:lnTo>
                  <a:pt x="136516" y="51224"/>
                </a:lnTo>
                <a:lnTo>
                  <a:pt x="136935" y="50496"/>
                </a:lnTo>
                <a:lnTo>
                  <a:pt x="137373" y="49796"/>
                </a:lnTo>
                <a:lnTo>
                  <a:pt x="137827" y="49126"/>
                </a:lnTo>
                <a:lnTo>
                  <a:pt x="138300" y="48485"/>
                </a:lnTo>
                <a:lnTo>
                  <a:pt x="138791" y="47874"/>
                </a:lnTo>
                <a:lnTo>
                  <a:pt x="139299" y="47293"/>
                </a:lnTo>
                <a:lnTo>
                  <a:pt x="139826" y="46742"/>
                </a:lnTo>
                <a:lnTo>
                  <a:pt x="140370" y="46221"/>
                </a:lnTo>
                <a:lnTo>
                  <a:pt x="140932" y="45729"/>
                </a:lnTo>
                <a:lnTo>
                  <a:pt x="141512" y="45267"/>
                </a:lnTo>
                <a:lnTo>
                  <a:pt x="142110" y="44835"/>
                </a:lnTo>
                <a:lnTo>
                  <a:pt x="142725" y="44433"/>
                </a:lnTo>
                <a:lnTo>
                  <a:pt x="143359" y="44060"/>
                </a:lnTo>
                <a:lnTo>
                  <a:pt x="144010" y="43718"/>
                </a:lnTo>
                <a:lnTo>
                  <a:pt x="144679" y="43405"/>
                </a:lnTo>
                <a:lnTo>
                  <a:pt x="145366" y="43122"/>
                </a:lnTo>
                <a:lnTo>
                  <a:pt x="146070" y="42869"/>
                </a:lnTo>
                <a:lnTo>
                  <a:pt x="146793" y="42645"/>
                </a:lnTo>
                <a:lnTo>
                  <a:pt x="147534" y="42451"/>
                </a:lnTo>
                <a:lnTo>
                  <a:pt x="148292" y="42288"/>
                </a:lnTo>
                <a:lnTo>
                  <a:pt x="149068" y="42153"/>
                </a:lnTo>
                <a:lnTo>
                  <a:pt x="149862" y="42049"/>
                </a:lnTo>
                <a:lnTo>
                  <a:pt x="150674" y="41975"/>
                </a:lnTo>
                <a:lnTo>
                  <a:pt x="151503" y="41930"/>
                </a:lnTo>
                <a:lnTo>
                  <a:pt x="152351" y="41915"/>
                </a:lnTo>
                <a:lnTo>
                  <a:pt x="153013" y="41923"/>
                </a:lnTo>
                <a:lnTo>
                  <a:pt x="153667" y="41946"/>
                </a:lnTo>
                <a:lnTo>
                  <a:pt x="154311" y="41985"/>
                </a:lnTo>
                <a:lnTo>
                  <a:pt x="154947" y="42040"/>
                </a:lnTo>
                <a:lnTo>
                  <a:pt x="155574" y="42110"/>
                </a:lnTo>
                <a:lnTo>
                  <a:pt x="156192" y="42196"/>
                </a:lnTo>
                <a:lnTo>
                  <a:pt x="156800" y="42297"/>
                </a:lnTo>
                <a:lnTo>
                  <a:pt x="157400" y="42414"/>
                </a:lnTo>
                <a:lnTo>
                  <a:pt x="157992" y="42547"/>
                </a:lnTo>
                <a:lnTo>
                  <a:pt x="158574" y="42695"/>
                </a:lnTo>
                <a:lnTo>
                  <a:pt x="159147" y="42858"/>
                </a:lnTo>
                <a:lnTo>
                  <a:pt x="159711" y="43038"/>
                </a:lnTo>
                <a:lnTo>
                  <a:pt x="160267" y="43233"/>
                </a:lnTo>
                <a:lnTo>
                  <a:pt x="160813" y="43443"/>
                </a:lnTo>
                <a:lnTo>
                  <a:pt x="161350" y="43669"/>
                </a:lnTo>
                <a:lnTo>
                  <a:pt x="161879" y="43911"/>
                </a:lnTo>
                <a:lnTo>
                  <a:pt x="162399" y="44168"/>
                </a:lnTo>
                <a:lnTo>
                  <a:pt x="162910" y="44441"/>
                </a:lnTo>
                <a:lnTo>
                  <a:pt x="163411" y="44730"/>
                </a:lnTo>
                <a:lnTo>
                  <a:pt x="163904" y="45034"/>
                </a:lnTo>
                <a:lnTo>
                  <a:pt x="164388" y="45353"/>
                </a:lnTo>
                <a:lnTo>
                  <a:pt x="164863" y="45689"/>
                </a:lnTo>
                <a:lnTo>
                  <a:pt x="165330" y="46040"/>
                </a:lnTo>
                <a:lnTo>
                  <a:pt x="165787" y="46406"/>
                </a:lnTo>
                <a:lnTo>
                  <a:pt x="166236" y="46785"/>
                </a:lnTo>
                <a:lnTo>
                  <a:pt x="166676" y="47173"/>
                </a:lnTo>
                <a:lnTo>
                  <a:pt x="167109" y="47571"/>
                </a:lnTo>
                <a:lnTo>
                  <a:pt x="167534" y="47978"/>
                </a:lnTo>
                <a:lnTo>
                  <a:pt x="167950" y="48395"/>
                </a:lnTo>
                <a:lnTo>
                  <a:pt x="168359" y="48821"/>
                </a:lnTo>
                <a:lnTo>
                  <a:pt x="168759" y="49256"/>
                </a:lnTo>
                <a:lnTo>
                  <a:pt x="169152" y="49701"/>
                </a:lnTo>
                <a:lnTo>
                  <a:pt x="169536" y="50156"/>
                </a:lnTo>
                <a:lnTo>
                  <a:pt x="169912" y="50619"/>
                </a:lnTo>
                <a:lnTo>
                  <a:pt x="170281" y="51092"/>
                </a:lnTo>
                <a:lnTo>
                  <a:pt x="170641" y="51575"/>
                </a:lnTo>
                <a:lnTo>
                  <a:pt x="170993" y="52067"/>
                </a:lnTo>
                <a:lnTo>
                  <a:pt x="171337" y="52568"/>
                </a:lnTo>
                <a:lnTo>
                  <a:pt x="171674" y="53079"/>
                </a:lnTo>
                <a:lnTo>
                  <a:pt x="172002" y="53599"/>
                </a:lnTo>
                <a:lnTo>
                  <a:pt x="172322" y="54129"/>
                </a:lnTo>
                <a:lnTo>
                  <a:pt x="172634" y="54668"/>
                </a:lnTo>
                <a:lnTo>
                  <a:pt x="172938" y="55216"/>
                </a:lnTo>
                <a:lnTo>
                  <a:pt x="173234" y="55774"/>
                </a:lnTo>
                <a:lnTo>
                  <a:pt x="173521" y="56341"/>
                </a:lnTo>
                <a:lnTo>
                  <a:pt x="173801" y="56918"/>
                </a:lnTo>
                <a:lnTo>
                  <a:pt x="174073" y="57504"/>
                </a:lnTo>
                <a:lnTo>
                  <a:pt x="174337" y="58100"/>
                </a:lnTo>
                <a:lnTo>
                  <a:pt x="174337" y="91710"/>
                </a:lnTo>
                <a:lnTo>
                  <a:pt x="174066" y="92241"/>
                </a:lnTo>
                <a:lnTo>
                  <a:pt x="173786" y="92765"/>
                </a:lnTo>
                <a:lnTo>
                  <a:pt x="173498" y="93283"/>
                </a:lnTo>
                <a:lnTo>
                  <a:pt x="173201" y="93795"/>
                </a:lnTo>
                <a:lnTo>
                  <a:pt x="172895" y="94301"/>
                </a:lnTo>
                <a:lnTo>
                  <a:pt x="172581" y="94800"/>
                </a:lnTo>
                <a:lnTo>
                  <a:pt x="172258" y="95293"/>
                </a:lnTo>
                <a:lnTo>
                  <a:pt x="171927" y="95781"/>
                </a:lnTo>
                <a:lnTo>
                  <a:pt x="171587" y="96262"/>
                </a:lnTo>
                <a:lnTo>
                  <a:pt x="171238" y="96737"/>
                </a:lnTo>
                <a:lnTo>
                  <a:pt x="170881" y="97205"/>
                </a:lnTo>
                <a:lnTo>
                  <a:pt x="170515" y="97668"/>
                </a:lnTo>
                <a:lnTo>
                  <a:pt x="170140" y="98124"/>
                </a:lnTo>
                <a:lnTo>
                  <a:pt x="169757" y="98574"/>
                </a:lnTo>
                <a:lnTo>
                  <a:pt x="169365" y="99018"/>
                </a:lnTo>
                <a:lnTo>
                  <a:pt x="168964" y="99456"/>
                </a:lnTo>
                <a:lnTo>
                  <a:pt x="168555" y="99888"/>
                </a:lnTo>
                <a:lnTo>
                  <a:pt x="168138" y="100314"/>
                </a:lnTo>
                <a:lnTo>
                  <a:pt x="167711" y="100733"/>
                </a:lnTo>
                <a:lnTo>
                  <a:pt x="167276" y="101146"/>
                </a:lnTo>
                <a:lnTo>
                  <a:pt x="166833" y="101553"/>
                </a:lnTo>
                <a:lnTo>
                  <a:pt x="166380" y="101954"/>
                </a:lnTo>
                <a:lnTo>
                  <a:pt x="165919" y="102349"/>
                </a:lnTo>
                <a:lnTo>
                  <a:pt x="165450" y="102737"/>
                </a:lnTo>
                <a:lnTo>
                  <a:pt x="164971" y="103114"/>
                </a:lnTo>
                <a:lnTo>
                  <a:pt x="164483" y="103476"/>
                </a:lnTo>
                <a:lnTo>
                  <a:pt x="163984" y="103821"/>
                </a:lnTo>
                <a:lnTo>
                  <a:pt x="163476" y="104150"/>
                </a:lnTo>
                <a:lnTo>
                  <a:pt x="162958" y="104463"/>
                </a:lnTo>
                <a:lnTo>
                  <a:pt x="162430" y="104760"/>
                </a:lnTo>
                <a:lnTo>
                  <a:pt x="161893" y="105041"/>
                </a:lnTo>
                <a:lnTo>
                  <a:pt x="161346" y="105305"/>
                </a:lnTo>
                <a:lnTo>
                  <a:pt x="160788" y="105554"/>
                </a:lnTo>
                <a:lnTo>
                  <a:pt x="160222" y="105787"/>
                </a:lnTo>
                <a:lnTo>
                  <a:pt x="159645" y="106004"/>
                </a:lnTo>
                <a:lnTo>
                  <a:pt x="159058" y="106204"/>
                </a:lnTo>
                <a:lnTo>
                  <a:pt x="158462" y="106389"/>
                </a:lnTo>
                <a:lnTo>
                  <a:pt x="157856" y="106557"/>
                </a:lnTo>
                <a:lnTo>
                  <a:pt x="157240" y="106710"/>
                </a:lnTo>
                <a:lnTo>
                  <a:pt x="156614" y="106846"/>
                </a:lnTo>
                <a:lnTo>
                  <a:pt x="155979" y="106967"/>
                </a:lnTo>
                <a:lnTo>
                  <a:pt x="155333" y="107071"/>
                </a:lnTo>
                <a:lnTo>
                  <a:pt x="154678" y="107159"/>
                </a:lnTo>
                <a:lnTo>
                  <a:pt x="154013" y="107232"/>
                </a:lnTo>
                <a:lnTo>
                  <a:pt x="153339" y="107288"/>
                </a:lnTo>
                <a:lnTo>
                  <a:pt x="152654" y="107328"/>
                </a:lnTo>
                <a:lnTo>
                  <a:pt x="151960" y="107352"/>
                </a:lnTo>
                <a:lnTo>
                  <a:pt x="151256" y="107360"/>
                </a:lnTo>
                <a:lnTo>
                  <a:pt x="150464" y="107346"/>
                </a:lnTo>
                <a:lnTo>
                  <a:pt x="149688" y="107302"/>
                </a:lnTo>
                <a:lnTo>
                  <a:pt x="148928" y="107230"/>
                </a:lnTo>
                <a:lnTo>
                  <a:pt x="148185" y="107129"/>
                </a:lnTo>
                <a:close/>
                <a:moveTo>
                  <a:pt x="52338" y="54994"/>
                </a:moveTo>
                <a:lnTo>
                  <a:pt x="52653" y="54583"/>
                </a:lnTo>
                <a:lnTo>
                  <a:pt x="52976" y="54175"/>
                </a:lnTo>
                <a:lnTo>
                  <a:pt x="53307" y="53769"/>
                </a:lnTo>
                <a:lnTo>
                  <a:pt x="53646" y="53365"/>
                </a:lnTo>
                <a:lnTo>
                  <a:pt x="53993" y="52963"/>
                </a:lnTo>
                <a:lnTo>
                  <a:pt x="54348" y="52564"/>
                </a:lnTo>
                <a:lnTo>
                  <a:pt x="54712" y="52167"/>
                </a:lnTo>
                <a:lnTo>
                  <a:pt x="55083" y="51773"/>
                </a:lnTo>
                <a:lnTo>
                  <a:pt x="55462" y="51381"/>
                </a:lnTo>
                <a:lnTo>
                  <a:pt x="55850" y="50991"/>
                </a:lnTo>
                <a:lnTo>
                  <a:pt x="56245" y="50604"/>
                </a:lnTo>
                <a:lnTo>
                  <a:pt x="56648" y="50219"/>
                </a:lnTo>
                <a:lnTo>
                  <a:pt x="57060" y="49836"/>
                </a:lnTo>
                <a:lnTo>
                  <a:pt x="57479" y="49455"/>
                </a:lnTo>
                <a:lnTo>
                  <a:pt x="57907" y="49077"/>
                </a:lnTo>
                <a:lnTo>
                  <a:pt x="58342" y="48701"/>
                </a:lnTo>
                <a:lnTo>
                  <a:pt x="58786" y="48328"/>
                </a:lnTo>
                <a:lnTo>
                  <a:pt x="59238" y="47957"/>
                </a:lnTo>
                <a:lnTo>
                  <a:pt x="59697" y="47588"/>
                </a:lnTo>
                <a:lnTo>
                  <a:pt x="60165" y="47221"/>
                </a:lnTo>
                <a:lnTo>
                  <a:pt x="60641" y="46857"/>
                </a:lnTo>
                <a:lnTo>
                  <a:pt x="61125" y="46496"/>
                </a:lnTo>
                <a:lnTo>
                  <a:pt x="61617" y="46142"/>
                </a:lnTo>
                <a:lnTo>
                  <a:pt x="62119" y="45804"/>
                </a:lnTo>
                <a:lnTo>
                  <a:pt x="62630" y="45481"/>
                </a:lnTo>
                <a:lnTo>
                  <a:pt x="63150" y="45173"/>
                </a:lnTo>
                <a:lnTo>
                  <a:pt x="63679" y="44880"/>
                </a:lnTo>
                <a:lnTo>
                  <a:pt x="64218" y="44602"/>
                </a:lnTo>
                <a:lnTo>
                  <a:pt x="64766" y="44339"/>
                </a:lnTo>
                <a:lnTo>
                  <a:pt x="65323" y="44091"/>
                </a:lnTo>
                <a:lnTo>
                  <a:pt x="65889" y="43859"/>
                </a:lnTo>
                <a:lnTo>
                  <a:pt x="66464" y="43641"/>
                </a:lnTo>
                <a:lnTo>
                  <a:pt x="67049" y="43438"/>
                </a:lnTo>
                <a:lnTo>
                  <a:pt x="67643" y="43250"/>
                </a:lnTo>
                <a:lnTo>
                  <a:pt x="68246" y="43077"/>
                </a:lnTo>
                <a:lnTo>
                  <a:pt x="68858" y="42919"/>
                </a:lnTo>
                <a:lnTo>
                  <a:pt x="69480" y="42777"/>
                </a:lnTo>
                <a:lnTo>
                  <a:pt x="70110" y="42649"/>
                </a:lnTo>
                <a:lnTo>
                  <a:pt x="70750" y="42536"/>
                </a:lnTo>
                <a:lnTo>
                  <a:pt x="71399" y="42439"/>
                </a:lnTo>
                <a:lnTo>
                  <a:pt x="72058" y="42356"/>
                </a:lnTo>
                <a:lnTo>
                  <a:pt x="72725" y="42288"/>
                </a:lnTo>
                <a:lnTo>
                  <a:pt x="73402" y="42236"/>
                </a:lnTo>
                <a:lnTo>
                  <a:pt x="74088" y="42198"/>
                </a:lnTo>
                <a:lnTo>
                  <a:pt x="74783" y="42176"/>
                </a:lnTo>
                <a:lnTo>
                  <a:pt x="75487" y="42168"/>
                </a:lnTo>
                <a:lnTo>
                  <a:pt x="75946" y="42173"/>
                </a:lnTo>
                <a:lnTo>
                  <a:pt x="76396" y="42187"/>
                </a:lnTo>
                <a:lnTo>
                  <a:pt x="76837" y="42211"/>
                </a:lnTo>
                <a:lnTo>
                  <a:pt x="77269" y="42244"/>
                </a:lnTo>
                <a:lnTo>
                  <a:pt x="77692" y="42286"/>
                </a:lnTo>
                <a:lnTo>
                  <a:pt x="78107" y="42338"/>
                </a:lnTo>
                <a:lnTo>
                  <a:pt x="78512" y="42400"/>
                </a:lnTo>
                <a:lnTo>
                  <a:pt x="78908" y="42471"/>
                </a:lnTo>
                <a:lnTo>
                  <a:pt x="79296" y="42551"/>
                </a:lnTo>
                <a:lnTo>
                  <a:pt x="79674" y="42641"/>
                </a:lnTo>
                <a:lnTo>
                  <a:pt x="80044" y="42740"/>
                </a:lnTo>
                <a:lnTo>
                  <a:pt x="80405" y="42849"/>
                </a:lnTo>
                <a:lnTo>
                  <a:pt x="80757" y="42967"/>
                </a:lnTo>
                <a:lnTo>
                  <a:pt x="81099" y="43094"/>
                </a:lnTo>
                <a:lnTo>
                  <a:pt x="81433" y="43232"/>
                </a:lnTo>
                <a:lnTo>
                  <a:pt x="81758" y="43378"/>
                </a:lnTo>
                <a:lnTo>
                  <a:pt x="82075" y="43534"/>
                </a:lnTo>
                <a:lnTo>
                  <a:pt x="82382" y="43699"/>
                </a:lnTo>
                <a:lnTo>
                  <a:pt x="82680" y="43874"/>
                </a:lnTo>
                <a:lnTo>
                  <a:pt x="82969" y="44059"/>
                </a:lnTo>
                <a:lnTo>
                  <a:pt x="83250" y="44252"/>
                </a:lnTo>
                <a:lnTo>
                  <a:pt x="83521" y="44456"/>
                </a:lnTo>
                <a:lnTo>
                  <a:pt x="83784" y="44668"/>
                </a:lnTo>
                <a:lnTo>
                  <a:pt x="84038" y="44891"/>
                </a:lnTo>
                <a:lnTo>
                  <a:pt x="84284" y="45121"/>
                </a:lnTo>
                <a:lnTo>
                  <a:pt x="84523" y="45358"/>
                </a:lnTo>
                <a:lnTo>
                  <a:pt x="84756" y="45603"/>
                </a:lnTo>
                <a:lnTo>
                  <a:pt x="84983" y="45856"/>
                </a:lnTo>
                <a:lnTo>
                  <a:pt x="85203" y="46115"/>
                </a:lnTo>
                <a:lnTo>
                  <a:pt x="85417" y="46382"/>
                </a:lnTo>
                <a:lnTo>
                  <a:pt x="85624" y="46656"/>
                </a:lnTo>
                <a:lnTo>
                  <a:pt x="85825" y="46937"/>
                </a:lnTo>
                <a:lnTo>
                  <a:pt x="86020" y="47226"/>
                </a:lnTo>
                <a:lnTo>
                  <a:pt x="86208" y="47522"/>
                </a:lnTo>
                <a:lnTo>
                  <a:pt x="86389" y="47825"/>
                </a:lnTo>
                <a:lnTo>
                  <a:pt x="86565" y="48136"/>
                </a:lnTo>
                <a:lnTo>
                  <a:pt x="86733" y="48453"/>
                </a:lnTo>
                <a:lnTo>
                  <a:pt x="86896" y="48778"/>
                </a:lnTo>
                <a:lnTo>
                  <a:pt x="87052" y="49111"/>
                </a:lnTo>
                <a:lnTo>
                  <a:pt x="87201" y="49451"/>
                </a:lnTo>
                <a:lnTo>
                  <a:pt x="87344" y="49798"/>
                </a:lnTo>
                <a:lnTo>
                  <a:pt x="87481" y="50152"/>
                </a:lnTo>
                <a:lnTo>
                  <a:pt x="87611" y="50513"/>
                </a:lnTo>
                <a:lnTo>
                  <a:pt x="87735" y="50882"/>
                </a:lnTo>
                <a:lnTo>
                  <a:pt x="87852" y="51258"/>
                </a:lnTo>
                <a:lnTo>
                  <a:pt x="87963" y="51642"/>
                </a:lnTo>
                <a:lnTo>
                  <a:pt x="88067" y="52033"/>
                </a:lnTo>
                <a:lnTo>
                  <a:pt x="88165" y="52431"/>
                </a:lnTo>
                <a:lnTo>
                  <a:pt x="88258" y="52835"/>
                </a:lnTo>
                <a:lnTo>
                  <a:pt x="88347" y="53243"/>
                </a:lnTo>
                <a:lnTo>
                  <a:pt x="88432" y="53656"/>
                </a:lnTo>
                <a:lnTo>
                  <a:pt x="88513" y="54074"/>
                </a:lnTo>
                <a:lnTo>
                  <a:pt x="88590" y="54496"/>
                </a:lnTo>
                <a:lnTo>
                  <a:pt x="88663" y="54923"/>
                </a:lnTo>
                <a:lnTo>
                  <a:pt x="88732" y="55355"/>
                </a:lnTo>
                <a:lnTo>
                  <a:pt x="88797" y="55792"/>
                </a:lnTo>
                <a:lnTo>
                  <a:pt x="88858" y="56233"/>
                </a:lnTo>
                <a:lnTo>
                  <a:pt x="88915" y="56678"/>
                </a:lnTo>
                <a:lnTo>
                  <a:pt x="88969" y="57129"/>
                </a:lnTo>
                <a:lnTo>
                  <a:pt x="89018" y="57584"/>
                </a:lnTo>
                <a:lnTo>
                  <a:pt x="89064" y="58044"/>
                </a:lnTo>
                <a:lnTo>
                  <a:pt x="89105" y="58508"/>
                </a:lnTo>
                <a:lnTo>
                  <a:pt x="89142" y="58977"/>
                </a:lnTo>
                <a:lnTo>
                  <a:pt x="89176" y="59451"/>
                </a:lnTo>
                <a:lnTo>
                  <a:pt x="89206" y="59929"/>
                </a:lnTo>
                <a:lnTo>
                  <a:pt x="89231" y="60412"/>
                </a:lnTo>
                <a:lnTo>
                  <a:pt x="89253" y="60900"/>
                </a:lnTo>
                <a:lnTo>
                  <a:pt x="89271" y="61392"/>
                </a:lnTo>
                <a:lnTo>
                  <a:pt x="89285" y="61889"/>
                </a:lnTo>
                <a:lnTo>
                  <a:pt x="89295" y="62390"/>
                </a:lnTo>
                <a:lnTo>
                  <a:pt x="89300" y="62897"/>
                </a:lnTo>
                <a:lnTo>
                  <a:pt x="89302" y="63408"/>
                </a:lnTo>
                <a:lnTo>
                  <a:pt x="89302" y="117396"/>
                </a:lnTo>
                <a:lnTo>
                  <a:pt x="103286" y="117396"/>
                </a:lnTo>
                <a:lnTo>
                  <a:pt x="103286" y="61792"/>
                </a:lnTo>
                <a:lnTo>
                  <a:pt x="103276" y="60557"/>
                </a:lnTo>
                <a:lnTo>
                  <a:pt x="103247" y="59345"/>
                </a:lnTo>
                <a:lnTo>
                  <a:pt x="103198" y="58157"/>
                </a:lnTo>
                <a:lnTo>
                  <a:pt x="103129" y="56992"/>
                </a:lnTo>
                <a:lnTo>
                  <a:pt x="103041" y="55850"/>
                </a:lnTo>
                <a:lnTo>
                  <a:pt x="102933" y="54732"/>
                </a:lnTo>
                <a:lnTo>
                  <a:pt x="102806" y="53637"/>
                </a:lnTo>
                <a:lnTo>
                  <a:pt x="102659" y="52565"/>
                </a:lnTo>
                <a:lnTo>
                  <a:pt x="102492" y="51517"/>
                </a:lnTo>
                <a:lnTo>
                  <a:pt x="102306" y="50492"/>
                </a:lnTo>
                <a:lnTo>
                  <a:pt x="102100" y="49491"/>
                </a:lnTo>
                <a:lnTo>
                  <a:pt x="101875" y="48512"/>
                </a:lnTo>
                <a:lnTo>
                  <a:pt x="101630" y="47558"/>
                </a:lnTo>
                <a:lnTo>
                  <a:pt x="101365" y="46626"/>
                </a:lnTo>
                <a:lnTo>
                  <a:pt x="101081" y="45718"/>
                </a:lnTo>
                <a:lnTo>
                  <a:pt x="100777" y="44833"/>
                </a:lnTo>
                <a:lnTo>
                  <a:pt x="100454" y="43972"/>
                </a:lnTo>
                <a:lnTo>
                  <a:pt x="100111" y="43134"/>
                </a:lnTo>
                <a:lnTo>
                  <a:pt x="99749" y="42320"/>
                </a:lnTo>
                <a:lnTo>
                  <a:pt x="99366" y="41528"/>
                </a:lnTo>
                <a:lnTo>
                  <a:pt x="98965" y="40760"/>
                </a:lnTo>
                <a:lnTo>
                  <a:pt x="98543" y="40016"/>
                </a:lnTo>
                <a:lnTo>
                  <a:pt x="98102" y="39295"/>
                </a:lnTo>
                <a:lnTo>
                  <a:pt x="97642" y="38597"/>
                </a:lnTo>
                <a:lnTo>
                  <a:pt x="97159" y="37925"/>
                </a:lnTo>
                <a:lnTo>
                  <a:pt x="96649" y="37282"/>
                </a:lnTo>
                <a:lnTo>
                  <a:pt x="96114" y="36667"/>
                </a:lnTo>
                <a:lnTo>
                  <a:pt x="95552" y="36080"/>
                </a:lnTo>
                <a:lnTo>
                  <a:pt x="94965" y="35523"/>
                </a:lnTo>
                <a:lnTo>
                  <a:pt x="94351" y="34994"/>
                </a:lnTo>
                <a:lnTo>
                  <a:pt x="93712" y="34493"/>
                </a:lnTo>
                <a:lnTo>
                  <a:pt x="93046" y="34021"/>
                </a:lnTo>
                <a:lnTo>
                  <a:pt x="92355" y="33578"/>
                </a:lnTo>
                <a:lnTo>
                  <a:pt x="91637" y="33164"/>
                </a:lnTo>
                <a:lnTo>
                  <a:pt x="90893" y="32777"/>
                </a:lnTo>
                <a:lnTo>
                  <a:pt x="90124" y="32420"/>
                </a:lnTo>
                <a:lnTo>
                  <a:pt x="89328" y="32091"/>
                </a:lnTo>
                <a:lnTo>
                  <a:pt x="88506" y="31791"/>
                </a:lnTo>
                <a:lnTo>
                  <a:pt x="87658" y="31519"/>
                </a:lnTo>
                <a:lnTo>
                  <a:pt x="86785" y="31276"/>
                </a:lnTo>
                <a:lnTo>
                  <a:pt x="85885" y="31062"/>
                </a:lnTo>
                <a:lnTo>
                  <a:pt x="84959" y="30876"/>
                </a:lnTo>
                <a:lnTo>
                  <a:pt x="84007" y="30718"/>
                </a:lnTo>
                <a:lnTo>
                  <a:pt x="83029" y="30590"/>
                </a:lnTo>
                <a:lnTo>
                  <a:pt x="82025" y="30490"/>
                </a:lnTo>
                <a:lnTo>
                  <a:pt x="80995" y="30418"/>
                </a:lnTo>
                <a:lnTo>
                  <a:pt x="79939" y="30375"/>
                </a:lnTo>
                <a:lnTo>
                  <a:pt x="78857" y="30361"/>
                </a:lnTo>
                <a:lnTo>
                  <a:pt x="78020" y="30368"/>
                </a:lnTo>
                <a:lnTo>
                  <a:pt x="77196" y="30391"/>
                </a:lnTo>
                <a:lnTo>
                  <a:pt x="76382" y="30428"/>
                </a:lnTo>
                <a:lnTo>
                  <a:pt x="75581" y="30479"/>
                </a:lnTo>
                <a:lnTo>
                  <a:pt x="74791" y="30546"/>
                </a:lnTo>
                <a:lnTo>
                  <a:pt x="74013" y="30627"/>
                </a:lnTo>
                <a:lnTo>
                  <a:pt x="73247" y="30723"/>
                </a:lnTo>
                <a:lnTo>
                  <a:pt x="72492" y="30834"/>
                </a:lnTo>
                <a:lnTo>
                  <a:pt x="71749" y="30960"/>
                </a:lnTo>
                <a:lnTo>
                  <a:pt x="71018" y="31100"/>
                </a:lnTo>
                <a:lnTo>
                  <a:pt x="70299" y="31256"/>
                </a:lnTo>
                <a:lnTo>
                  <a:pt x="69591" y="31426"/>
                </a:lnTo>
                <a:lnTo>
                  <a:pt x="68895" y="31611"/>
                </a:lnTo>
                <a:lnTo>
                  <a:pt x="68210" y="31810"/>
                </a:lnTo>
                <a:lnTo>
                  <a:pt x="67538" y="32025"/>
                </a:lnTo>
                <a:lnTo>
                  <a:pt x="66876" y="32254"/>
                </a:lnTo>
                <a:lnTo>
                  <a:pt x="66227" y="32498"/>
                </a:lnTo>
                <a:lnTo>
                  <a:pt x="65590" y="32757"/>
                </a:lnTo>
                <a:lnTo>
                  <a:pt x="64964" y="33030"/>
                </a:lnTo>
                <a:lnTo>
                  <a:pt x="64349" y="33319"/>
                </a:lnTo>
                <a:lnTo>
                  <a:pt x="63747" y="33622"/>
                </a:lnTo>
                <a:lnTo>
                  <a:pt x="63156" y="33940"/>
                </a:lnTo>
                <a:lnTo>
                  <a:pt x="62577" y="34272"/>
                </a:lnTo>
                <a:lnTo>
                  <a:pt x="62009" y="34620"/>
                </a:lnTo>
                <a:lnTo>
                  <a:pt x="61453" y="34976"/>
                </a:lnTo>
                <a:lnTo>
                  <a:pt x="60908" y="35334"/>
                </a:lnTo>
                <a:lnTo>
                  <a:pt x="60373" y="35695"/>
                </a:lnTo>
                <a:lnTo>
                  <a:pt x="59850" y="36057"/>
                </a:lnTo>
                <a:lnTo>
                  <a:pt x="59337" y="36422"/>
                </a:lnTo>
                <a:lnTo>
                  <a:pt x="58835" y="36789"/>
                </a:lnTo>
                <a:lnTo>
                  <a:pt x="58343" y="37158"/>
                </a:lnTo>
                <a:lnTo>
                  <a:pt x="57863" y="37530"/>
                </a:lnTo>
                <a:lnTo>
                  <a:pt x="57393" y="37903"/>
                </a:lnTo>
                <a:lnTo>
                  <a:pt x="56935" y="38279"/>
                </a:lnTo>
                <a:lnTo>
                  <a:pt x="56487" y="38657"/>
                </a:lnTo>
                <a:lnTo>
                  <a:pt x="56050" y="39037"/>
                </a:lnTo>
                <a:lnTo>
                  <a:pt x="55623" y="39419"/>
                </a:lnTo>
                <a:lnTo>
                  <a:pt x="55208" y="39804"/>
                </a:lnTo>
                <a:lnTo>
                  <a:pt x="54803" y="40191"/>
                </a:lnTo>
                <a:lnTo>
                  <a:pt x="54409" y="40580"/>
                </a:lnTo>
                <a:lnTo>
                  <a:pt x="54026" y="40971"/>
                </a:lnTo>
                <a:lnTo>
                  <a:pt x="53654" y="41364"/>
                </a:lnTo>
                <a:lnTo>
                  <a:pt x="53293" y="41760"/>
                </a:lnTo>
                <a:lnTo>
                  <a:pt x="52942" y="42158"/>
                </a:lnTo>
                <a:lnTo>
                  <a:pt x="52602" y="42557"/>
                </a:lnTo>
                <a:lnTo>
                  <a:pt x="52274" y="42960"/>
                </a:lnTo>
                <a:lnTo>
                  <a:pt x="51955" y="43364"/>
                </a:lnTo>
                <a:lnTo>
                  <a:pt x="51648" y="43770"/>
                </a:lnTo>
                <a:lnTo>
                  <a:pt x="51311" y="31879"/>
                </a:lnTo>
                <a:lnTo>
                  <a:pt x="37665" y="31879"/>
                </a:lnTo>
                <a:lnTo>
                  <a:pt x="37665" y="117396"/>
                </a:lnTo>
                <a:lnTo>
                  <a:pt x="51732" y="117396"/>
                </a:lnTo>
                <a:lnTo>
                  <a:pt x="51732" y="55823"/>
                </a:lnTo>
                <a:lnTo>
                  <a:pt x="52031" y="55407"/>
                </a:lnTo>
                <a:lnTo>
                  <a:pt x="52338" y="54994"/>
                </a:lnTo>
                <a:close/>
                <a:moveTo>
                  <a:pt x="243582" y="118815"/>
                </a:moveTo>
                <a:lnTo>
                  <a:pt x="244381" y="118760"/>
                </a:lnTo>
                <a:lnTo>
                  <a:pt x="245171" y="118692"/>
                </a:lnTo>
                <a:lnTo>
                  <a:pt x="245950" y="118612"/>
                </a:lnTo>
                <a:lnTo>
                  <a:pt x="246720" y="118520"/>
                </a:lnTo>
                <a:lnTo>
                  <a:pt x="247481" y="118415"/>
                </a:lnTo>
                <a:lnTo>
                  <a:pt x="248231" y="118298"/>
                </a:lnTo>
                <a:lnTo>
                  <a:pt x="248972" y="118168"/>
                </a:lnTo>
                <a:lnTo>
                  <a:pt x="249704" y="118026"/>
                </a:lnTo>
                <a:lnTo>
                  <a:pt x="250425" y="117872"/>
                </a:lnTo>
                <a:lnTo>
                  <a:pt x="251137" y="117706"/>
                </a:lnTo>
                <a:lnTo>
                  <a:pt x="251840" y="117527"/>
                </a:lnTo>
                <a:lnTo>
                  <a:pt x="252533" y="117336"/>
                </a:lnTo>
                <a:lnTo>
                  <a:pt x="253216" y="117133"/>
                </a:lnTo>
                <a:lnTo>
                  <a:pt x="253889" y="116917"/>
                </a:lnTo>
                <a:lnTo>
                  <a:pt x="254553" y="116689"/>
                </a:lnTo>
                <a:lnTo>
                  <a:pt x="255207" y="116449"/>
                </a:lnTo>
                <a:lnTo>
                  <a:pt x="255852" y="116196"/>
                </a:lnTo>
                <a:lnTo>
                  <a:pt x="256486" y="115931"/>
                </a:lnTo>
                <a:lnTo>
                  <a:pt x="257112" y="115654"/>
                </a:lnTo>
                <a:lnTo>
                  <a:pt x="257727" y="115364"/>
                </a:lnTo>
                <a:lnTo>
                  <a:pt x="258332" y="115063"/>
                </a:lnTo>
                <a:lnTo>
                  <a:pt x="258926" y="114751"/>
                </a:lnTo>
                <a:lnTo>
                  <a:pt x="259509" y="114429"/>
                </a:lnTo>
                <a:lnTo>
                  <a:pt x="260080" y="114097"/>
                </a:lnTo>
                <a:lnTo>
                  <a:pt x="260640" y="113754"/>
                </a:lnTo>
                <a:lnTo>
                  <a:pt x="261189" y="113401"/>
                </a:lnTo>
                <a:lnTo>
                  <a:pt x="261726" y="113038"/>
                </a:lnTo>
                <a:lnTo>
                  <a:pt x="262253" y="112665"/>
                </a:lnTo>
                <a:lnTo>
                  <a:pt x="262768" y="112281"/>
                </a:lnTo>
                <a:lnTo>
                  <a:pt x="263271" y="111886"/>
                </a:lnTo>
                <a:lnTo>
                  <a:pt x="263764" y="111482"/>
                </a:lnTo>
                <a:lnTo>
                  <a:pt x="264245" y="111067"/>
                </a:lnTo>
                <a:lnTo>
                  <a:pt x="264715" y="110641"/>
                </a:lnTo>
                <a:lnTo>
                  <a:pt x="265174" y="110206"/>
                </a:lnTo>
                <a:lnTo>
                  <a:pt x="265621" y="109760"/>
                </a:lnTo>
                <a:lnTo>
                  <a:pt x="266057" y="109303"/>
                </a:lnTo>
                <a:lnTo>
                  <a:pt x="266482" y="108837"/>
                </a:lnTo>
                <a:lnTo>
                  <a:pt x="266896" y="108360"/>
                </a:lnTo>
                <a:lnTo>
                  <a:pt x="267298" y="107872"/>
                </a:lnTo>
                <a:lnTo>
                  <a:pt x="267690" y="107375"/>
                </a:lnTo>
                <a:lnTo>
                  <a:pt x="268069" y="106867"/>
                </a:lnTo>
                <a:lnTo>
                  <a:pt x="268438" y="106348"/>
                </a:lnTo>
                <a:lnTo>
                  <a:pt x="268795" y="105820"/>
                </a:lnTo>
                <a:lnTo>
                  <a:pt x="269141" y="105281"/>
                </a:lnTo>
                <a:lnTo>
                  <a:pt x="269475" y="104732"/>
                </a:lnTo>
                <a:lnTo>
                  <a:pt x="269796" y="104174"/>
                </a:lnTo>
                <a:lnTo>
                  <a:pt x="270103" y="103608"/>
                </a:lnTo>
                <a:lnTo>
                  <a:pt x="270397" y="103033"/>
                </a:lnTo>
                <a:lnTo>
                  <a:pt x="270677" y="102450"/>
                </a:lnTo>
                <a:lnTo>
                  <a:pt x="270945" y="101858"/>
                </a:lnTo>
                <a:lnTo>
                  <a:pt x="271199" y="101257"/>
                </a:lnTo>
                <a:lnTo>
                  <a:pt x="271439" y="100647"/>
                </a:lnTo>
                <a:lnTo>
                  <a:pt x="271667" y="100029"/>
                </a:lnTo>
                <a:lnTo>
                  <a:pt x="271881" y="99402"/>
                </a:lnTo>
                <a:lnTo>
                  <a:pt x="272081" y="98767"/>
                </a:lnTo>
                <a:lnTo>
                  <a:pt x="272269" y="98122"/>
                </a:lnTo>
                <a:lnTo>
                  <a:pt x="272443" y="97470"/>
                </a:lnTo>
                <a:lnTo>
                  <a:pt x="272604" y="96808"/>
                </a:lnTo>
                <a:lnTo>
                  <a:pt x="272751" y="96138"/>
                </a:lnTo>
                <a:lnTo>
                  <a:pt x="272885" y="95459"/>
                </a:lnTo>
                <a:lnTo>
                  <a:pt x="273006" y="94771"/>
                </a:lnTo>
                <a:lnTo>
                  <a:pt x="273114" y="94075"/>
                </a:lnTo>
                <a:lnTo>
                  <a:pt x="273208" y="93370"/>
                </a:lnTo>
                <a:lnTo>
                  <a:pt x="273289" y="92656"/>
                </a:lnTo>
                <a:lnTo>
                  <a:pt x="273357" y="91934"/>
                </a:lnTo>
                <a:lnTo>
                  <a:pt x="273411" y="91203"/>
                </a:lnTo>
                <a:lnTo>
                  <a:pt x="273452" y="90464"/>
                </a:lnTo>
                <a:lnTo>
                  <a:pt x="273480" y="89715"/>
                </a:lnTo>
                <a:lnTo>
                  <a:pt x="259580" y="89715"/>
                </a:lnTo>
                <a:lnTo>
                  <a:pt x="259551" y="90449"/>
                </a:lnTo>
                <a:lnTo>
                  <a:pt x="259505" y="91168"/>
                </a:lnTo>
                <a:lnTo>
                  <a:pt x="259443" y="91872"/>
                </a:lnTo>
                <a:lnTo>
                  <a:pt x="259364" y="92562"/>
                </a:lnTo>
                <a:lnTo>
                  <a:pt x="259269" y="93238"/>
                </a:lnTo>
                <a:lnTo>
                  <a:pt x="259157" y="93899"/>
                </a:lnTo>
                <a:lnTo>
                  <a:pt x="259028" y="94546"/>
                </a:lnTo>
                <a:lnTo>
                  <a:pt x="258883" y="95178"/>
                </a:lnTo>
                <a:lnTo>
                  <a:pt x="258722" y="95795"/>
                </a:lnTo>
                <a:lnTo>
                  <a:pt x="258544" y="96398"/>
                </a:lnTo>
                <a:lnTo>
                  <a:pt x="258349" y="96987"/>
                </a:lnTo>
                <a:lnTo>
                  <a:pt x="258138" y="97561"/>
                </a:lnTo>
                <a:lnTo>
                  <a:pt x="257910" y="98121"/>
                </a:lnTo>
                <a:lnTo>
                  <a:pt x="257666" y="98666"/>
                </a:lnTo>
                <a:lnTo>
                  <a:pt x="257405" y="99196"/>
                </a:lnTo>
                <a:lnTo>
                  <a:pt x="257128" y="99713"/>
                </a:lnTo>
                <a:lnTo>
                  <a:pt x="256834" y="100214"/>
                </a:lnTo>
                <a:lnTo>
                  <a:pt x="256524" y="100701"/>
                </a:lnTo>
                <a:lnTo>
                  <a:pt x="256197" y="101174"/>
                </a:lnTo>
                <a:lnTo>
                  <a:pt x="255854" y="101632"/>
                </a:lnTo>
                <a:lnTo>
                  <a:pt x="255494" y="102076"/>
                </a:lnTo>
                <a:lnTo>
                  <a:pt x="255118" y="102505"/>
                </a:lnTo>
                <a:lnTo>
                  <a:pt x="254725" y="102920"/>
                </a:lnTo>
                <a:lnTo>
                  <a:pt x="254316" y="103320"/>
                </a:lnTo>
                <a:lnTo>
                  <a:pt x="253891" y="103704"/>
                </a:lnTo>
                <a:lnTo>
                  <a:pt x="253452" y="104073"/>
                </a:lnTo>
                <a:lnTo>
                  <a:pt x="253000" y="104425"/>
                </a:lnTo>
                <a:lnTo>
                  <a:pt x="252534" y="104760"/>
                </a:lnTo>
                <a:lnTo>
                  <a:pt x="252054" y="105080"/>
                </a:lnTo>
                <a:lnTo>
                  <a:pt x="251559" y="105382"/>
                </a:lnTo>
                <a:lnTo>
                  <a:pt x="251051" y="105669"/>
                </a:lnTo>
                <a:lnTo>
                  <a:pt x="250530" y="105939"/>
                </a:lnTo>
                <a:lnTo>
                  <a:pt x="249994" y="106193"/>
                </a:lnTo>
                <a:lnTo>
                  <a:pt x="249444" y="106430"/>
                </a:lnTo>
                <a:lnTo>
                  <a:pt x="248881" y="106651"/>
                </a:lnTo>
                <a:lnTo>
                  <a:pt x="248303" y="106856"/>
                </a:lnTo>
                <a:lnTo>
                  <a:pt x="247712" y="107044"/>
                </a:lnTo>
                <a:lnTo>
                  <a:pt x="247107" y="107216"/>
                </a:lnTo>
                <a:lnTo>
                  <a:pt x="246487" y="107372"/>
                </a:lnTo>
                <a:lnTo>
                  <a:pt x="245854" y="107511"/>
                </a:lnTo>
                <a:lnTo>
                  <a:pt x="245207" y="107634"/>
                </a:lnTo>
                <a:lnTo>
                  <a:pt x="244547" y="107740"/>
                </a:lnTo>
                <a:lnTo>
                  <a:pt x="243872" y="107830"/>
                </a:lnTo>
                <a:lnTo>
                  <a:pt x="243183" y="107904"/>
                </a:lnTo>
                <a:lnTo>
                  <a:pt x="242481" y="107961"/>
                </a:lnTo>
                <a:lnTo>
                  <a:pt x="241764" y="108002"/>
                </a:lnTo>
                <a:lnTo>
                  <a:pt x="241034" y="108026"/>
                </a:lnTo>
                <a:lnTo>
                  <a:pt x="240290" y="108035"/>
                </a:lnTo>
                <a:lnTo>
                  <a:pt x="239601" y="108027"/>
                </a:lnTo>
                <a:lnTo>
                  <a:pt x="238922" y="108005"/>
                </a:lnTo>
                <a:lnTo>
                  <a:pt x="238255" y="107968"/>
                </a:lnTo>
                <a:lnTo>
                  <a:pt x="237598" y="107916"/>
                </a:lnTo>
                <a:lnTo>
                  <a:pt x="236952" y="107849"/>
                </a:lnTo>
                <a:lnTo>
                  <a:pt x="236318" y="107768"/>
                </a:lnTo>
                <a:lnTo>
                  <a:pt x="235694" y="107672"/>
                </a:lnTo>
                <a:lnTo>
                  <a:pt x="235081" y="107561"/>
                </a:lnTo>
                <a:lnTo>
                  <a:pt x="234480" y="107435"/>
                </a:lnTo>
                <a:lnTo>
                  <a:pt x="233889" y="107294"/>
                </a:lnTo>
                <a:lnTo>
                  <a:pt x="233309" y="107138"/>
                </a:lnTo>
                <a:lnTo>
                  <a:pt x="232740" y="106968"/>
                </a:lnTo>
                <a:lnTo>
                  <a:pt x="232182" y="106783"/>
                </a:lnTo>
                <a:lnTo>
                  <a:pt x="231636" y="106583"/>
                </a:lnTo>
                <a:lnTo>
                  <a:pt x="231100" y="106368"/>
                </a:lnTo>
                <a:lnTo>
                  <a:pt x="230575" y="106138"/>
                </a:lnTo>
                <a:lnTo>
                  <a:pt x="230061" y="105894"/>
                </a:lnTo>
                <a:lnTo>
                  <a:pt x="229558" y="105635"/>
                </a:lnTo>
                <a:lnTo>
                  <a:pt x="229066" y="105360"/>
                </a:lnTo>
                <a:lnTo>
                  <a:pt x="228585" y="105072"/>
                </a:lnTo>
                <a:lnTo>
                  <a:pt x="228114" y="104768"/>
                </a:lnTo>
                <a:lnTo>
                  <a:pt x="227655" y="104449"/>
                </a:lnTo>
                <a:lnTo>
                  <a:pt x="227207" y="104116"/>
                </a:lnTo>
                <a:lnTo>
                  <a:pt x="226770" y="103768"/>
                </a:lnTo>
                <a:lnTo>
                  <a:pt x="226343" y="103407"/>
                </a:lnTo>
                <a:lnTo>
                  <a:pt x="225926" y="103037"/>
                </a:lnTo>
                <a:lnTo>
                  <a:pt x="225519" y="102657"/>
                </a:lnTo>
                <a:lnTo>
                  <a:pt x="225121" y="102267"/>
                </a:lnTo>
                <a:lnTo>
                  <a:pt x="224734" y="101867"/>
                </a:lnTo>
                <a:lnTo>
                  <a:pt x="224356" y="101458"/>
                </a:lnTo>
                <a:lnTo>
                  <a:pt x="223988" y="101039"/>
                </a:lnTo>
                <a:lnTo>
                  <a:pt x="223630" y="100610"/>
                </a:lnTo>
                <a:lnTo>
                  <a:pt x="223281" y="100172"/>
                </a:lnTo>
                <a:lnTo>
                  <a:pt x="222943" y="99724"/>
                </a:lnTo>
                <a:lnTo>
                  <a:pt x="222614" y="99266"/>
                </a:lnTo>
                <a:lnTo>
                  <a:pt x="222295" y="98798"/>
                </a:lnTo>
                <a:lnTo>
                  <a:pt x="221986" y="98321"/>
                </a:lnTo>
                <a:lnTo>
                  <a:pt x="221686" y="97834"/>
                </a:lnTo>
                <a:lnTo>
                  <a:pt x="221396" y="97338"/>
                </a:lnTo>
                <a:lnTo>
                  <a:pt x="221117" y="96831"/>
                </a:lnTo>
                <a:lnTo>
                  <a:pt x="220847" y="96315"/>
                </a:lnTo>
                <a:lnTo>
                  <a:pt x="220586" y="95789"/>
                </a:lnTo>
                <a:lnTo>
                  <a:pt x="220336" y="95253"/>
                </a:lnTo>
                <a:lnTo>
                  <a:pt x="220095" y="94708"/>
                </a:lnTo>
                <a:lnTo>
                  <a:pt x="219864" y="94153"/>
                </a:lnTo>
                <a:lnTo>
                  <a:pt x="219643" y="93588"/>
                </a:lnTo>
                <a:lnTo>
                  <a:pt x="219432" y="93014"/>
                </a:lnTo>
                <a:lnTo>
                  <a:pt x="219231" y="92430"/>
                </a:lnTo>
                <a:lnTo>
                  <a:pt x="219038" y="91838"/>
                </a:lnTo>
                <a:lnTo>
                  <a:pt x="218853" y="91242"/>
                </a:lnTo>
                <a:lnTo>
                  <a:pt x="218677" y="90641"/>
                </a:lnTo>
                <a:lnTo>
                  <a:pt x="218508" y="90035"/>
                </a:lnTo>
                <a:lnTo>
                  <a:pt x="218347" y="89425"/>
                </a:lnTo>
                <a:lnTo>
                  <a:pt x="218193" y="88809"/>
                </a:lnTo>
                <a:lnTo>
                  <a:pt x="218048" y="88189"/>
                </a:lnTo>
                <a:lnTo>
                  <a:pt x="217911" y="87564"/>
                </a:lnTo>
                <a:lnTo>
                  <a:pt x="217781" y="86935"/>
                </a:lnTo>
                <a:lnTo>
                  <a:pt x="217660" y="86300"/>
                </a:lnTo>
                <a:lnTo>
                  <a:pt x="217546" y="85661"/>
                </a:lnTo>
                <a:lnTo>
                  <a:pt x="217441" y="85017"/>
                </a:lnTo>
                <a:lnTo>
                  <a:pt x="217343" y="84368"/>
                </a:lnTo>
                <a:lnTo>
                  <a:pt x="217253" y="83714"/>
                </a:lnTo>
                <a:lnTo>
                  <a:pt x="217171" y="83056"/>
                </a:lnTo>
                <a:lnTo>
                  <a:pt x="217097" y="82393"/>
                </a:lnTo>
                <a:lnTo>
                  <a:pt x="217030" y="81725"/>
                </a:lnTo>
                <a:lnTo>
                  <a:pt x="216972" y="81052"/>
                </a:lnTo>
                <a:lnTo>
                  <a:pt x="216922" y="80374"/>
                </a:lnTo>
                <a:lnTo>
                  <a:pt x="216879" y="79692"/>
                </a:lnTo>
                <a:lnTo>
                  <a:pt x="216844" y="79005"/>
                </a:lnTo>
                <a:lnTo>
                  <a:pt x="216818" y="78313"/>
                </a:lnTo>
                <a:lnTo>
                  <a:pt x="216799" y="77616"/>
                </a:lnTo>
                <a:lnTo>
                  <a:pt x="216788" y="76915"/>
                </a:lnTo>
                <a:lnTo>
                  <a:pt x="273143" y="76915"/>
                </a:lnTo>
                <a:lnTo>
                  <a:pt x="273157" y="76847"/>
                </a:lnTo>
                <a:lnTo>
                  <a:pt x="273170" y="76776"/>
                </a:lnTo>
                <a:lnTo>
                  <a:pt x="273183" y="76701"/>
                </a:lnTo>
                <a:lnTo>
                  <a:pt x="273195" y="76623"/>
                </a:lnTo>
                <a:lnTo>
                  <a:pt x="273207" y="76541"/>
                </a:lnTo>
                <a:lnTo>
                  <a:pt x="273219" y="76456"/>
                </a:lnTo>
                <a:lnTo>
                  <a:pt x="273230" y="76367"/>
                </a:lnTo>
                <a:lnTo>
                  <a:pt x="273241" y="76275"/>
                </a:lnTo>
                <a:lnTo>
                  <a:pt x="273251" y="76180"/>
                </a:lnTo>
                <a:lnTo>
                  <a:pt x="273261" y="76080"/>
                </a:lnTo>
                <a:lnTo>
                  <a:pt x="273271" y="75978"/>
                </a:lnTo>
                <a:lnTo>
                  <a:pt x="273280" y="75872"/>
                </a:lnTo>
                <a:lnTo>
                  <a:pt x="273288" y="75762"/>
                </a:lnTo>
                <a:lnTo>
                  <a:pt x="273296" y="75649"/>
                </a:lnTo>
                <a:lnTo>
                  <a:pt x="273304" y="75532"/>
                </a:lnTo>
                <a:lnTo>
                  <a:pt x="273311" y="75412"/>
                </a:lnTo>
                <a:lnTo>
                  <a:pt x="273318" y="75288"/>
                </a:lnTo>
                <a:lnTo>
                  <a:pt x="273324" y="75161"/>
                </a:lnTo>
                <a:lnTo>
                  <a:pt x="273330" y="75030"/>
                </a:lnTo>
                <a:lnTo>
                  <a:pt x="273336" y="74896"/>
                </a:lnTo>
                <a:lnTo>
                  <a:pt x="273341" y="74758"/>
                </a:lnTo>
                <a:lnTo>
                  <a:pt x="273345" y="74617"/>
                </a:lnTo>
                <a:lnTo>
                  <a:pt x="273350" y="74472"/>
                </a:lnTo>
                <a:lnTo>
                  <a:pt x="273353" y="74324"/>
                </a:lnTo>
                <a:lnTo>
                  <a:pt x="273357" y="74175"/>
                </a:lnTo>
                <a:lnTo>
                  <a:pt x="273360" y="74027"/>
                </a:lnTo>
                <a:lnTo>
                  <a:pt x="273363" y="73881"/>
                </a:lnTo>
                <a:lnTo>
                  <a:pt x="273366" y="73737"/>
                </a:lnTo>
                <a:lnTo>
                  <a:pt x="273369" y="73595"/>
                </a:lnTo>
                <a:lnTo>
                  <a:pt x="273372" y="73454"/>
                </a:lnTo>
                <a:lnTo>
                  <a:pt x="273374" y="73315"/>
                </a:lnTo>
                <a:lnTo>
                  <a:pt x="273377" y="73177"/>
                </a:lnTo>
                <a:lnTo>
                  <a:pt x="273379" y="73042"/>
                </a:lnTo>
                <a:lnTo>
                  <a:pt x="273381" y="72908"/>
                </a:lnTo>
                <a:lnTo>
                  <a:pt x="273383" y="72775"/>
                </a:lnTo>
                <a:lnTo>
                  <a:pt x="273385" y="72644"/>
                </a:lnTo>
                <a:lnTo>
                  <a:pt x="273387" y="72515"/>
                </a:lnTo>
                <a:lnTo>
                  <a:pt x="273388" y="72388"/>
                </a:lnTo>
                <a:lnTo>
                  <a:pt x="273390" y="72262"/>
                </a:lnTo>
                <a:lnTo>
                  <a:pt x="273391" y="72138"/>
                </a:lnTo>
                <a:lnTo>
                  <a:pt x="273392" y="72016"/>
                </a:lnTo>
                <a:lnTo>
                  <a:pt x="273393" y="71895"/>
                </a:lnTo>
                <a:lnTo>
                  <a:pt x="273394" y="71776"/>
                </a:lnTo>
                <a:lnTo>
                  <a:pt x="273394" y="71659"/>
                </a:lnTo>
                <a:lnTo>
                  <a:pt x="273395" y="71543"/>
                </a:lnTo>
                <a:lnTo>
                  <a:pt x="273395" y="71429"/>
                </a:lnTo>
                <a:lnTo>
                  <a:pt x="273395" y="71317"/>
                </a:lnTo>
                <a:lnTo>
                  <a:pt x="273395" y="71206"/>
                </a:lnTo>
                <a:lnTo>
                  <a:pt x="273379" y="69575"/>
                </a:lnTo>
                <a:lnTo>
                  <a:pt x="273332" y="67976"/>
                </a:lnTo>
                <a:lnTo>
                  <a:pt x="273252" y="66409"/>
                </a:lnTo>
                <a:lnTo>
                  <a:pt x="273140" y="64874"/>
                </a:lnTo>
                <a:lnTo>
                  <a:pt x="272997" y="63372"/>
                </a:lnTo>
                <a:lnTo>
                  <a:pt x="272822" y="61901"/>
                </a:lnTo>
                <a:lnTo>
                  <a:pt x="272614" y="60462"/>
                </a:lnTo>
                <a:lnTo>
                  <a:pt x="272375" y="59055"/>
                </a:lnTo>
                <a:lnTo>
                  <a:pt x="272104" y="57680"/>
                </a:lnTo>
                <a:lnTo>
                  <a:pt x="271801" y="56338"/>
                </a:lnTo>
                <a:lnTo>
                  <a:pt x="271467" y="55027"/>
                </a:lnTo>
                <a:lnTo>
                  <a:pt x="271100" y="53748"/>
                </a:lnTo>
                <a:lnTo>
                  <a:pt x="270701" y="52502"/>
                </a:lnTo>
                <a:lnTo>
                  <a:pt x="270271" y="51287"/>
                </a:lnTo>
                <a:lnTo>
                  <a:pt x="269809" y="50105"/>
                </a:lnTo>
                <a:lnTo>
                  <a:pt x="269315" y="48954"/>
                </a:lnTo>
                <a:lnTo>
                  <a:pt x="268789" y="47836"/>
                </a:lnTo>
                <a:lnTo>
                  <a:pt x="268231" y="46749"/>
                </a:lnTo>
                <a:lnTo>
                  <a:pt x="267641" y="45695"/>
                </a:lnTo>
                <a:lnTo>
                  <a:pt x="267019" y="44672"/>
                </a:lnTo>
                <a:lnTo>
                  <a:pt x="266366" y="43682"/>
                </a:lnTo>
                <a:lnTo>
                  <a:pt x="265680" y="42724"/>
                </a:lnTo>
                <a:lnTo>
                  <a:pt x="264963" y="41797"/>
                </a:lnTo>
                <a:lnTo>
                  <a:pt x="264214" y="40903"/>
                </a:lnTo>
                <a:lnTo>
                  <a:pt x="263436" y="40043"/>
                </a:lnTo>
                <a:lnTo>
                  <a:pt x="262634" y="39219"/>
                </a:lnTo>
                <a:lnTo>
                  <a:pt x="261807" y="38432"/>
                </a:lnTo>
                <a:lnTo>
                  <a:pt x="260956" y="37682"/>
                </a:lnTo>
                <a:lnTo>
                  <a:pt x="260081" y="36968"/>
                </a:lnTo>
                <a:lnTo>
                  <a:pt x="259180" y="36291"/>
                </a:lnTo>
                <a:lnTo>
                  <a:pt x="258255" y="35650"/>
                </a:lnTo>
                <a:lnTo>
                  <a:pt x="257306" y="35046"/>
                </a:lnTo>
                <a:lnTo>
                  <a:pt x="256332" y="34479"/>
                </a:lnTo>
                <a:lnTo>
                  <a:pt x="255333" y="33948"/>
                </a:lnTo>
                <a:lnTo>
                  <a:pt x="254310" y="33454"/>
                </a:lnTo>
                <a:lnTo>
                  <a:pt x="253263" y="32997"/>
                </a:lnTo>
                <a:lnTo>
                  <a:pt x="252190" y="32576"/>
                </a:lnTo>
                <a:lnTo>
                  <a:pt x="251094" y="32191"/>
                </a:lnTo>
                <a:lnTo>
                  <a:pt x="249972" y="31843"/>
                </a:lnTo>
                <a:lnTo>
                  <a:pt x="248826" y="31532"/>
                </a:lnTo>
                <a:lnTo>
                  <a:pt x="247656" y="31258"/>
                </a:lnTo>
                <a:lnTo>
                  <a:pt x="246460" y="31020"/>
                </a:lnTo>
                <a:lnTo>
                  <a:pt x="245241" y="30819"/>
                </a:lnTo>
                <a:lnTo>
                  <a:pt x="243997" y="30654"/>
                </a:lnTo>
                <a:lnTo>
                  <a:pt x="242728" y="30526"/>
                </a:lnTo>
                <a:lnTo>
                  <a:pt x="241434" y="30434"/>
                </a:lnTo>
                <a:lnTo>
                  <a:pt x="240116" y="30379"/>
                </a:lnTo>
                <a:lnTo>
                  <a:pt x="238774" y="30361"/>
                </a:lnTo>
                <a:lnTo>
                  <a:pt x="237770" y="30371"/>
                </a:lnTo>
                <a:lnTo>
                  <a:pt x="236780" y="30400"/>
                </a:lnTo>
                <a:lnTo>
                  <a:pt x="235805" y="30449"/>
                </a:lnTo>
                <a:lnTo>
                  <a:pt x="234844" y="30517"/>
                </a:lnTo>
                <a:lnTo>
                  <a:pt x="233897" y="30605"/>
                </a:lnTo>
                <a:lnTo>
                  <a:pt x="232964" y="30712"/>
                </a:lnTo>
                <a:lnTo>
                  <a:pt x="232045" y="30839"/>
                </a:lnTo>
                <a:lnTo>
                  <a:pt x="231141" y="30985"/>
                </a:lnTo>
                <a:lnTo>
                  <a:pt x="230251" y="31151"/>
                </a:lnTo>
                <a:lnTo>
                  <a:pt x="229375" y="31336"/>
                </a:lnTo>
                <a:lnTo>
                  <a:pt x="228513" y="31541"/>
                </a:lnTo>
                <a:lnTo>
                  <a:pt x="227665" y="31765"/>
                </a:lnTo>
                <a:lnTo>
                  <a:pt x="226831" y="32009"/>
                </a:lnTo>
                <a:lnTo>
                  <a:pt x="226012" y="32272"/>
                </a:lnTo>
                <a:lnTo>
                  <a:pt x="225207" y="32555"/>
                </a:lnTo>
                <a:lnTo>
                  <a:pt x="224416" y="32857"/>
                </a:lnTo>
                <a:lnTo>
                  <a:pt x="223639" y="33179"/>
                </a:lnTo>
                <a:lnTo>
                  <a:pt x="222877" y="33520"/>
                </a:lnTo>
                <a:lnTo>
                  <a:pt x="222128" y="33881"/>
                </a:lnTo>
                <a:lnTo>
                  <a:pt x="221394" y="34261"/>
                </a:lnTo>
                <a:lnTo>
                  <a:pt x="220674" y="34661"/>
                </a:lnTo>
                <a:lnTo>
                  <a:pt x="219968" y="35080"/>
                </a:lnTo>
                <a:lnTo>
                  <a:pt x="219276" y="35519"/>
                </a:lnTo>
                <a:lnTo>
                  <a:pt x="218599" y="35977"/>
                </a:lnTo>
                <a:lnTo>
                  <a:pt x="217936" y="36453"/>
                </a:lnTo>
                <a:lnTo>
                  <a:pt x="217286" y="36944"/>
                </a:lnTo>
                <a:lnTo>
                  <a:pt x="216652" y="37449"/>
                </a:lnTo>
                <a:lnTo>
                  <a:pt x="216031" y="37970"/>
                </a:lnTo>
                <a:lnTo>
                  <a:pt x="215424" y="38506"/>
                </a:lnTo>
                <a:lnTo>
                  <a:pt x="214832" y="39057"/>
                </a:lnTo>
                <a:lnTo>
                  <a:pt x="214254" y="39623"/>
                </a:lnTo>
                <a:lnTo>
                  <a:pt x="213690" y="40204"/>
                </a:lnTo>
                <a:lnTo>
                  <a:pt x="213140" y="40801"/>
                </a:lnTo>
                <a:lnTo>
                  <a:pt x="212604" y="41412"/>
                </a:lnTo>
                <a:lnTo>
                  <a:pt x="212083" y="42038"/>
                </a:lnTo>
                <a:lnTo>
                  <a:pt x="211576" y="42680"/>
                </a:lnTo>
                <a:lnTo>
                  <a:pt x="211082" y="43337"/>
                </a:lnTo>
                <a:lnTo>
                  <a:pt x="210604" y="44008"/>
                </a:lnTo>
                <a:lnTo>
                  <a:pt x="210139" y="44695"/>
                </a:lnTo>
                <a:lnTo>
                  <a:pt x="209688" y="45397"/>
                </a:lnTo>
                <a:lnTo>
                  <a:pt x="209252" y="46114"/>
                </a:lnTo>
                <a:lnTo>
                  <a:pt x="208830" y="46846"/>
                </a:lnTo>
                <a:lnTo>
                  <a:pt x="208422" y="47593"/>
                </a:lnTo>
                <a:lnTo>
                  <a:pt x="208028" y="48356"/>
                </a:lnTo>
                <a:lnTo>
                  <a:pt x="207649" y="49133"/>
                </a:lnTo>
                <a:lnTo>
                  <a:pt x="207283" y="49926"/>
                </a:lnTo>
                <a:lnTo>
                  <a:pt x="206932" y="50733"/>
                </a:lnTo>
                <a:lnTo>
                  <a:pt x="206595" y="51556"/>
                </a:lnTo>
                <a:lnTo>
                  <a:pt x="206272" y="52391"/>
                </a:lnTo>
                <a:lnTo>
                  <a:pt x="205963" y="53238"/>
                </a:lnTo>
                <a:lnTo>
                  <a:pt x="205667" y="54095"/>
                </a:lnTo>
                <a:lnTo>
                  <a:pt x="205385" y="54963"/>
                </a:lnTo>
                <a:lnTo>
                  <a:pt x="205117" y="55842"/>
                </a:lnTo>
                <a:lnTo>
                  <a:pt x="204863" y="56731"/>
                </a:lnTo>
                <a:lnTo>
                  <a:pt x="204622" y="57632"/>
                </a:lnTo>
                <a:lnTo>
                  <a:pt x="204395" y="58543"/>
                </a:lnTo>
                <a:lnTo>
                  <a:pt x="204182" y="59465"/>
                </a:lnTo>
                <a:lnTo>
                  <a:pt x="203983" y="60398"/>
                </a:lnTo>
                <a:lnTo>
                  <a:pt x="203797" y="61342"/>
                </a:lnTo>
                <a:lnTo>
                  <a:pt x="203626" y="62296"/>
                </a:lnTo>
                <a:lnTo>
                  <a:pt x="203468" y="63261"/>
                </a:lnTo>
                <a:lnTo>
                  <a:pt x="203323" y="64237"/>
                </a:lnTo>
                <a:lnTo>
                  <a:pt x="203193" y="65224"/>
                </a:lnTo>
                <a:lnTo>
                  <a:pt x="203076" y="66222"/>
                </a:lnTo>
                <a:lnTo>
                  <a:pt x="202973" y="67231"/>
                </a:lnTo>
                <a:lnTo>
                  <a:pt x="202883" y="68250"/>
                </a:lnTo>
                <a:lnTo>
                  <a:pt x="202808" y="69280"/>
                </a:lnTo>
                <a:lnTo>
                  <a:pt x="202746" y="70321"/>
                </a:lnTo>
                <a:lnTo>
                  <a:pt x="202698" y="71373"/>
                </a:lnTo>
                <a:lnTo>
                  <a:pt x="202663" y="72435"/>
                </a:lnTo>
                <a:lnTo>
                  <a:pt x="202643" y="73509"/>
                </a:lnTo>
                <a:lnTo>
                  <a:pt x="202636" y="74593"/>
                </a:lnTo>
                <a:lnTo>
                  <a:pt x="202643" y="75634"/>
                </a:lnTo>
                <a:lnTo>
                  <a:pt x="202664" y="76667"/>
                </a:lnTo>
                <a:lnTo>
                  <a:pt x="202700" y="77691"/>
                </a:lnTo>
                <a:lnTo>
                  <a:pt x="202749" y="78707"/>
                </a:lnTo>
                <a:lnTo>
                  <a:pt x="202813" y="79713"/>
                </a:lnTo>
                <a:lnTo>
                  <a:pt x="202891" y="80712"/>
                </a:lnTo>
                <a:lnTo>
                  <a:pt x="202983" y="81701"/>
                </a:lnTo>
                <a:lnTo>
                  <a:pt x="203090" y="82682"/>
                </a:lnTo>
                <a:lnTo>
                  <a:pt x="203210" y="83654"/>
                </a:lnTo>
                <a:lnTo>
                  <a:pt x="203345" y="84617"/>
                </a:lnTo>
                <a:lnTo>
                  <a:pt x="203494" y="85572"/>
                </a:lnTo>
                <a:lnTo>
                  <a:pt x="203657" y="86518"/>
                </a:lnTo>
                <a:lnTo>
                  <a:pt x="203835" y="87455"/>
                </a:lnTo>
                <a:lnTo>
                  <a:pt x="204026" y="88384"/>
                </a:lnTo>
                <a:lnTo>
                  <a:pt x="204232" y="89304"/>
                </a:lnTo>
                <a:lnTo>
                  <a:pt x="204452" y="90215"/>
                </a:lnTo>
                <a:lnTo>
                  <a:pt x="204686" y="91117"/>
                </a:lnTo>
                <a:lnTo>
                  <a:pt x="204934" y="92011"/>
                </a:lnTo>
                <a:lnTo>
                  <a:pt x="205196" y="92896"/>
                </a:lnTo>
                <a:lnTo>
                  <a:pt x="205473" y="93773"/>
                </a:lnTo>
                <a:lnTo>
                  <a:pt x="205764" y="94641"/>
                </a:lnTo>
                <a:lnTo>
                  <a:pt x="206069" y="95500"/>
                </a:lnTo>
                <a:lnTo>
                  <a:pt x="206388" y="96350"/>
                </a:lnTo>
                <a:lnTo>
                  <a:pt x="206721" y="97192"/>
                </a:lnTo>
                <a:lnTo>
                  <a:pt x="207069" y="98022"/>
                </a:lnTo>
                <a:lnTo>
                  <a:pt x="207432" y="98838"/>
                </a:lnTo>
                <a:lnTo>
                  <a:pt x="207809" y="99639"/>
                </a:lnTo>
                <a:lnTo>
                  <a:pt x="208201" y="100425"/>
                </a:lnTo>
                <a:lnTo>
                  <a:pt x="208608" y="101197"/>
                </a:lnTo>
                <a:lnTo>
                  <a:pt x="209030" y="101954"/>
                </a:lnTo>
                <a:lnTo>
                  <a:pt x="209466" y="102696"/>
                </a:lnTo>
                <a:lnTo>
                  <a:pt x="209918" y="103424"/>
                </a:lnTo>
                <a:lnTo>
                  <a:pt x="210384" y="104137"/>
                </a:lnTo>
                <a:lnTo>
                  <a:pt x="210864" y="104835"/>
                </a:lnTo>
                <a:lnTo>
                  <a:pt x="211360" y="105519"/>
                </a:lnTo>
                <a:lnTo>
                  <a:pt x="211870" y="106188"/>
                </a:lnTo>
                <a:lnTo>
                  <a:pt x="212395" y="106843"/>
                </a:lnTo>
                <a:lnTo>
                  <a:pt x="212935" y="107483"/>
                </a:lnTo>
                <a:lnTo>
                  <a:pt x="213490" y="108108"/>
                </a:lnTo>
                <a:lnTo>
                  <a:pt x="214059" y="108719"/>
                </a:lnTo>
                <a:lnTo>
                  <a:pt x="214644" y="109315"/>
                </a:lnTo>
                <a:lnTo>
                  <a:pt x="215243" y="109897"/>
                </a:lnTo>
                <a:lnTo>
                  <a:pt x="215856" y="110464"/>
                </a:lnTo>
                <a:lnTo>
                  <a:pt x="216485" y="111016"/>
                </a:lnTo>
                <a:lnTo>
                  <a:pt x="217128" y="111554"/>
                </a:lnTo>
                <a:lnTo>
                  <a:pt x="217786" y="112077"/>
                </a:lnTo>
                <a:lnTo>
                  <a:pt x="218459" y="112585"/>
                </a:lnTo>
                <a:lnTo>
                  <a:pt x="219146" y="113079"/>
                </a:lnTo>
                <a:lnTo>
                  <a:pt x="219849" y="113555"/>
                </a:lnTo>
                <a:lnTo>
                  <a:pt x="220567" y="114011"/>
                </a:lnTo>
                <a:lnTo>
                  <a:pt x="221301" y="114447"/>
                </a:lnTo>
                <a:lnTo>
                  <a:pt x="222050" y="114862"/>
                </a:lnTo>
                <a:lnTo>
                  <a:pt x="222815" y="115257"/>
                </a:lnTo>
                <a:lnTo>
                  <a:pt x="223595" y="115632"/>
                </a:lnTo>
                <a:lnTo>
                  <a:pt x="224391" y="115986"/>
                </a:lnTo>
                <a:lnTo>
                  <a:pt x="225202" y="116321"/>
                </a:lnTo>
                <a:lnTo>
                  <a:pt x="226029" y="116635"/>
                </a:lnTo>
                <a:lnTo>
                  <a:pt x="226871" y="116928"/>
                </a:lnTo>
                <a:lnTo>
                  <a:pt x="227729" y="117202"/>
                </a:lnTo>
                <a:lnTo>
                  <a:pt x="228602" y="117455"/>
                </a:lnTo>
                <a:lnTo>
                  <a:pt x="229491" y="117688"/>
                </a:lnTo>
                <a:lnTo>
                  <a:pt x="230395" y="117901"/>
                </a:lnTo>
                <a:lnTo>
                  <a:pt x="231315" y="118093"/>
                </a:lnTo>
                <a:lnTo>
                  <a:pt x="232250" y="118266"/>
                </a:lnTo>
                <a:lnTo>
                  <a:pt x="233201" y="118418"/>
                </a:lnTo>
                <a:lnTo>
                  <a:pt x="234167" y="118549"/>
                </a:lnTo>
                <a:lnTo>
                  <a:pt x="235149" y="118661"/>
                </a:lnTo>
                <a:lnTo>
                  <a:pt x="236146" y="118752"/>
                </a:lnTo>
                <a:lnTo>
                  <a:pt x="237159" y="118823"/>
                </a:lnTo>
                <a:lnTo>
                  <a:pt x="238187" y="118873"/>
                </a:lnTo>
                <a:lnTo>
                  <a:pt x="239231" y="118904"/>
                </a:lnTo>
                <a:lnTo>
                  <a:pt x="240290" y="118914"/>
                </a:lnTo>
                <a:lnTo>
                  <a:pt x="241128" y="118908"/>
                </a:lnTo>
                <a:lnTo>
                  <a:pt x="241955" y="118889"/>
                </a:lnTo>
                <a:lnTo>
                  <a:pt x="242774" y="118859"/>
                </a:lnTo>
                <a:lnTo>
                  <a:pt x="243582" y="118815"/>
                </a:lnTo>
                <a:close/>
                <a:moveTo>
                  <a:pt x="217334" y="62637"/>
                </a:moveTo>
                <a:lnTo>
                  <a:pt x="217489" y="61692"/>
                </a:lnTo>
                <a:lnTo>
                  <a:pt x="217659" y="60767"/>
                </a:lnTo>
                <a:lnTo>
                  <a:pt x="217845" y="59864"/>
                </a:lnTo>
                <a:lnTo>
                  <a:pt x="218047" y="58980"/>
                </a:lnTo>
                <a:lnTo>
                  <a:pt x="218264" y="58118"/>
                </a:lnTo>
                <a:lnTo>
                  <a:pt x="218497" y="57276"/>
                </a:lnTo>
                <a:lnTo>
                  <a:pt x="218745" y="56455"/>
                </a:lnTo>
                <a:lnTo>
                  <a:pt x="219010" y="55654"/>
                </a:lnTo>
                <a:lnTo>
                  <a:pt x="219289" y="54874"/>
                </a:lnTo>
                <a:lnTo>
                  <a:pt x="219585" y="54115"/>
                </a:lnTo>
                <a:lnTo>
                  <a:pt x="219896" y="53376"/>
                </a:lnTo>
                <a:lnTo>
                  <a:pt x="220223" y="52659"/>
                </a:lnTo>
                <a:lnTo>
                  <a:pt x="220565" y="51961"/>
                </a:lnTo>
                <a:lnTo>
                  <a:pt x="220923" y="51285"/>
                </a:lnTo>
                <a:lnTo>
                  <a:pt x="221297" y="50629"/>
                </a:lnTo>
                <a:lnTo>
                  <a:pt x="221686" y="49994"/>
                </a:lnTo>
                <a:lnTo>
                  <a:pt x="222091" y="49380"/>
                </a:lnTo>
                <a:lnTo>
                  <a:pt x="222512" y="48786"/>
                </a:lnTo>
                <a:lnTo>
                  <a:pt x="222948" y="48213"/>
                </a:lnTo>
                <a:lnTo>
                  <a:pt x="223400" y="47660"/>
                </a:lnTo>
                <a:lnTo>
                  <a:pt x="223868" y="47130"/>
                </a:lnTo>
                <a:lnTo>
                  <a:pt x="224350" y="46622"/>
                </a:lnTo>
                <a:lnTo>
                  <a:pt x="224848" y="46136"/>
                </a:lnTo>
                <a:lnTo>
                  <a:pt x="225360" y="45673"/>
                </a:lnTo>
                <a:lnTo>
                  <a:pt x="225888" y="45233"/>
                </a:lnTo>
                <a:lnTo>
                  <a:pt x="226430" y="44815"/>
                </a:lnTo>
                <a:lnTo>
                  <a:pt x="226988" y="44420"/>
                </a:lnTo>
                <a:lnTo>
                  <a:pt x="227561" y="44047"/>
                </a:lnTo>
                <a:lnTo>
                  <a:pt x="228149" y="43697"/>
                </a:lnTo>
                <a:lnTo>
                  <a:pt x="228752" y="43369"/>
                </a:lnTo>
                <a:lnTo>
                  <a:pt x="229369" y="43064"/>
                </a:lnTo>
                <a:lnTo>
                  <a:pt x="230003" y="42782"/>
                </a:lnTo>
                <a:lnTo>
                  <a:pt x="230651" y="42522"/>
                </a:lnTo>
                <a:lnTo>
                  <a:pt x="231314" y="42285"/>
                </a:lnTo>
                <a:lnTo>
                  <a:pt x="231992" y="42071"/>
                </a:lnTo>
                <a:lnTo>
                  <a:pt x="232685" y="41879"/>
                </a:lnTo>
                <a:lnTo>
                  <a:pt x="233394" y="41709"/>
                </a:lnTo>
                <a:lnTo>
                  <a:pt x="234117" y="41563"/>
                </a:lnTo>
                <a:lnTo>
                  <a:pt x="234855" y="41438"/>
                </a:lnTo>
                <a:lnTo>
                  <a:pt x="235609" y="41337"/>
                </a:lnTo>
                <a:lnTo>
                  <a:pt x="236378" y="41258"/>
                </a:lnTo>
                <a:lnTo>
                  <a:pt x="237161" y="41201"/>
                </a:lnTo>
                <a:lnTo>
                  <a:pt x="237960" y="41167"/>
                </a:lnTo>
                <a:lnTo>
                  <a:pt x="238774" y="41156"/>
                </a:lnTo>
                <a:lnTo>
                  <a:pt x="239574" y="41167"/>
                </a:lnTo>
                <a:lnTo>
                  <a:pt x="240358" y="41202"/>
                </a:lnTo>
                <a:lnTo>
                  <a:pt x="241128" y="41258"/>
                </a:lnTo>
                <a:lnTo>
                  <a:pt x="241884" y="41338"/>
                </a:lnTo>
                <a:lnTo>
                  <a:pt x="242624" y="41440"/>
                </a:lnTo>
                <a:lnTo>
                  <a:pt x="243349" y="41565"/>
                </a:lnTo>
                <a:lnTo>
                  <a:pt x="244059" y="41713"/>
                </a:lnTo>
                <a:lnTo>
                  <a:pt x="244755" y="41884"/>
                </a:lnTo>
                <a:lnTo>
                  <a:pt x="245435" y="42077"/>
                </a:lnTo>
                <a:lnTo>
                  <a:pt x="246101" y="42293"/>
                </a:lnTo>
                <a:lnTo>
                  <a:pt x="246751" y="42532"/>
                </a:lnTo>
                <a:lnTo>
                  <a:pt x="247387" y="42793"/>
                </a:lnTo>
                <a:lnTo>
                  <a:pt x="248008" y="43078"/>
                </a:lnTo>
                <a:lnTo>
                  <a:pt x="248614" y="43385"/>
                </a:lnTo>
                <a:lnTo>
                  <a:pt x="249205" y="43714"/>
                </a:lnTo>
                <a:lnTo>
                  <a:pt x="249781" y="44067"/>
                </a:lnTo>
                <a:lnTo>
                  <a:pt x="250342" y="44442"/>
                </a:lnTo>
                <a:lnTo>
                  <a:pt x="250888" y="44840"/>
                </a:lnTo>
                <a:lnTo>
                  <a:pt x="251420" y="45261"/>
                </a:lnTo>
                <a:lnTo>
                  <a:pt x="251936" y="45704"/>
                </a:lnTo>
                <a:lnTo>
                  <a:pt x="252437" y="46170"/>
                </a:lnTo>
                <a:lnTo>
                  <a:pt x="252924" y="46659"/>
                </a:lnTo>
                <a:lnTo>
                  <a:pt x="253396" y="47171"/>
                </a:lnTo>
                <a:lnTo>
                  <a:pt x="253852" y="47705"/>
                </a:lnTo>
                <a:lnTo>
                  <a:pt x="254293" y="48261"/>
                </a:lnTo>
                <a:lnTo>
                  <a:pt x="254715" y="48837"/>
                </a:lnTo>
                <a:lnTo>
                  <a:pt x="255120" y="49434"/>
                </a:lnTo>
                <a:lnTo>
                  <a:pt x="255507" y="50050"/>
                </a:lnTo>
                <a:lnTo>
                  <a:pt x="255876" y="50687"/>
                </a:lnTo>
                <a:lnTo>
                  <a:pt x="256227" y="51344"/>
                </a:lnTo>
                <a:lnTo>
                  <a:pt x="256560" y="52021"/>
                </a:lnTo>
                <a:lnTo>
                  <a:pt x="256876" y="52718"/>
                </a:lnTo>
                <a:lnTo>
                  <a:pt x="257173" y="53436"/>
                </a:lnTo>
                <a:lnTo>
                  <a:pt x="257453" y="54174"/>
                </a:lnTo>
                <a:lnTo>
                  <a:pt x="257715" y="54932"/>
                </a:lnTo>
                <a:lnTo>
                  <a:pt x="257959" y="55710"/>
                </a:lnTo>
                <a:lnTo>
                  <a:pt x="258185" y="56508"/>
                </a:lnTo>
                <a:lnTo>
                  <a:pt x="258394" y="57327"/>
                </a:lnTo>
                <a:lnTo>
                  <a:pt x="258584" y="58166"/>
                </a:lnTo>
                <a:lnTo>
                  <a:pt x="258757" y="59025"/>
                </a:lnTo>
                <a:lnTo>
                  <a:pt x="258912" y="59904"/>
                </a:lnTo>
                <a:lnTo>
                  <a:pt x="259049" y="60804"/>
                </a:lnTo>
                <a:lnTo>
                  <a:pt x="259168" y="61724"/>
                </a:lnTo>
                <a:lnTo>
                  <a:pt x="259269" y="62664"/>
                </a:lnTo>
                <a:lnTo>
                  <a:pt x="259353" y="63624"/>
                </a:lnTo>
                <a:lnTo>
                  <a:pt x="259418" y="64604"/>
                </a:lnTo>
                <a:lnTo>
                  <a:pt x="259466" y="65605"/>
                </a:lnTo>
                <a:lnTo>
                  <a:pt x="259496" y="66626"/>
                </a:lnTo>
                <a:lnTo>
                  <a:pt x="216872" y="66626"/>
                </a:lnTo>
                <a:lnTo>
                  <a:pt x="216964" y="65598"/>
                </a:lnTo>
                <a:lnTo>
                  <a:pt x="217072" y="64590"/>
                </a:lnTo>
                <a:lnTo>
                  <a:pt x="217195" y="63603"/>
                </a:lnTo>
                <a:lnTo>
                  <a:pt x="217334" y="62637"/>
                </a:lnTo>
                <a:close/>
                <a:moveTo>
                  <a:pt x="370098" y="117396"/>
                </a:moveTo>
                <a:lnTo>
                  <a:pt x="370098" y="31879"/>
                </a:lnTo>
                <a:lnTo>
                  <a:pt x="356031" y="31879"/>
                </a:lnTo>
                <a:lnTo>
                  <a:pt x="356031" y="117396"/>
                </a:lnTo>
                <a:lnTo>
                  <a:pt x="370098" y="117396"/>
                </a:lnTo>
                <a:close/>
                <a:moveTo>
                  <a:pt x="364384" y="16297"/>
                </a:moveTo>
                <a:lnTo>
                  <a:pt x="364690" y="16261"/>
                </a:lnTo>
                <a:lnTo>
                  <a:pt x="364991" y="16216"/>
                </a:lnTo>
                <a:lnTo>
                  <a:pt x="365287" y="16164"/>
                </a:lnTo>
                <a:lnTo>
                  <a:pt x="365577" y="16104"/>
                </a:lnTo>
                <a:lnTo>
                  <a:pt x="365863" y="16035"/>
                </a:lnTo>
                <a:lnTo>
                  <a:pt x="366143" y="15959"/>
                </a:lnTo>
                <a:lnTo>
                  <a:pt x="366417" y="15874"/>
                </a:lnTo>
                <a:lnTo>
                  <a:pt x="366687" y="15781"/>
                </a:lnTo>
                <a:lnTo>
                  <a:pt x="366951" y="15681"/>
                </a:lnTo>
                <a:lnTo>
                  <a:pt x="367210" y="15572"/>
                </a:lnTo>
                <a:lnTo>
                  <a:pt x="367463" y="15455"/>
                </a:lnTo>
                <a:lnTo>
                  <a:pt x="367711" y="15330"/>
                </a:lnTo>
                <a:lnTo>
                  <a:pt x="367955" y="15198"/>
                </a:lnTo>
                <a:lnTo>
                  <a:pt x="368192" y="15057"/>
                </a:lnTo>
                <a:lnTo>
                  <a:pt x="368425" y="14908"/>
                </a:lnTo>
                <a:lnTo>
                  <a:pt x="368652" y="14751"/>
                </a:lnTo>
                <a:lnTo>
                  <a:pt x="368874" y="14586"/>
                </a:lnTo>
                <a:lnTo>
                  <a:pt x="369091" y="14412"/>
                </a:lnTo>
                <a:lnTo>
                  <a:pt x="369302" y="14231"/>
                </a:lnTo>
                <a:lnTo>
                  <a:pt x="369509" y="14042"/>
                </a:lnTo>
                <a:lnTo>
                  <a:pt x="369708" y="13847"/>
                </a:lnTo>
                <a:lnTo>
                  <a:pt x="369899" y="13647"/>
                </a:lnTo>
                <a:lnTo>
                  <a:pt x="370081" y="13443"/>
                </a:lnTo>
                <a:lnTo>
                  <a:pt x="370255" y="13235"/>
                </a:lnTo>
                <a:lnTo>
                  <a:pt x="370420" y="13023"/>
                </a:lnTo>
                <a:lnTo>
                  <a:pt x="370577" y="12806"/>
                </a:lnTo>
                <a:lnTo>
                  <a:pt x="370726" y="12585"/>
                </a:lnTo>
                <a:lnTo>
                  <a:pt x="370866" y="12360"/>
                </a:lnTo>
                <a:lnTo>
                  <a:pt x="370997" y="12131"/>
                </a:lnTo>
                <a:lnTo>
                  <a:pt x="371120" y="11897"/>
                </a:lnTo>
                <a:lnTo>
                  <a:pt x="371235" y="11659"/>
                </a:lnTo>
                <a:lnTo>
                  <a:pt x="371341" y="11417"/>
                </a:lnTo>
                <a:lnTo>
                  <a:pt x="371438" y="11171"/>
                </a:lnTo>
                <a:lnTo>
                  <a:pt x="371527" y="10920"/>
                </a:lnTo>
                <a:lnTo>
                  <a:pt x="371608" y="10665"/>
                </a:lnTo>
                <a:lnTo>
                  <a:pt x="371680" y="10406"/>
                </a:lnTo>
                <a:lnTo>
                  <a:pt x="371744" y="10143"/>
                </a:lnTo>
                <a:lnTo>
                  <a:pt x="371799" y="9875"/>
                </a:lnTo>
                <a:lnTo>
                  <a:pt x="371845" y="9603"/>
                </a:lnTo>
                <a:lnTo>
                  <a:pt x="371884" y="9327"/>
                </a:lnTo>
                <a:lnTo>
                  <a:pt x="371913" y="9047"/>
                </a:lnTo>
                <a:lnTo>
                  <a:pt x="371934" y="8762"/>
                </a:lnTo>
                <a:lnTo>
                  <a:pt x="371947" y="8474"/>
                </a:lnTo>
                <a:lnTo>
                  <a:pt x="371951" y="8181"/>
                </a:lnTo>
                <a:lnTo>
                  <a:pt x="371947" y="7888"/>
                </a:lnTo>
                <a:lnTo>
                  <a:pt x="371934" y="7599"/>
                </a:lnTo>
                <a:lnTo>
                  <a:pt x="371913" y="7314"/>
                </a:lnTo>
                <a:lnTo>
                  <a:pt x="371884" y="7034"/>
                </a:lnTo>
                <a:lnTo>
                  <a:pt x="371845" y="6758"/>
                </a:lnTo>
                <a:lnTo>
                  <a:pt x="371799" y="6486"/>
                </a:lnTo>
                <a:lnTo>
                  <a:pt x="371744" y="6218"/>
                </a:lnTo>
                <a:lnTo>
                  <a:pt x="371680" y="5955"/>
                </a:lnTo>
                <a:lnTo>
                  <a:pt x="371608" y="5696"/>
                </a:lnTo>
                <a:lnTo>
                  <a:pt x="371527" y="5441"/>
                </a:lnTo>
                <a:lnTo>
                  <a:pt x="371438" y="5191"/>
                </a:lnTo>
                <a:lnTo>
                  <a:pt x="371341" y="4944"/>
                </a:lnTo>
                <a:lnTo>
                  <a:pt x="371235" y="4702"/>
                </a:lnTo>
                <a:lnTo>
                  <a:pt x="371120" y="4464"/>
                </a:lnTo>
                <a:lnTo>
                  <a:pt x="370997" y="4231"/>
                </a:lnTo>
                <a:lnTo>
                  <a:pt x="370866" y="4001"/>
                </a:lnTo>
                <a:lnTo>
                  <a:pt x="370726" y="3776"/>
                </a:lnTo>
                <a:lnTo>
                  <a:pt x="370577" y="3555"/>
                </a:lnTo>
                <a:lnTo>
                  <a:pt x="370420" y="3339"/>
                </a:lnTo>
                <a:lnTo>
                  <a:pt x="370255" y="3126"/>
                </a:lnTo>
                <a:lnTo>
                  <a:pt x="370081" y="2918"/>
                </a:lnTo>
                <a:lnTo>
                  <a:pt x="369899" y="2714"/>
                </a:lnTo>
                <a:lnTo>
                  <a:pt x="369708" y="2515"/>
                </a:lnTo>
                <a:lnTo>
                  <a:pt x="369509" y="2319"/>
                </a:lnTo>
                <a:lnTo>
                  <a:pt x="369302" y="2130"/>
                </a:lnTo>
                <a:lnTo>
                  <a:pt x="369091" y="1949"/>
                </a:lnTo>
                <a:lnTo>
                  <a:pt x="368874" y="1776"/>
                </a:lnTo>
                <a:lnTo>
                  <a:pt x="368652" y="1611"/>
                </a:lnTo>
                <a:lnTo>
                  <a:pt x="368425" y="1454"/>
                </a:lnTo>
                <a:lnTo>
                  <a:pt x="368192" y="1305"/>
                </a:lnTo>
                <a:lnTo>
                  <a:pt x="367955" y="1164"/>
                </a:lnTo>
                <a:lnTo>
                  <a:pt x="367711" y="1031"/>
                </a:lnTo>
                <a:lnTo>
                  <a:pt x="367463" y="906"/>
                </a:lnTo>
                <a:lnTo>
                  <a:pt x="367210" y="789"/>
                </a:lnTo>
                <a:lnTo>
                  <a:pt x="366951" y="680"/>
                </a:lnTo>
                <a:lnTo>
                  <a:pt x="366687" y="580"/>
                </a:lnTo>
                <a:lnTo>
                  <a:pt x="366417" y="487"/>
                </a:lnTo>
                <a:lnTo>
                  <a:pt x="366143" y="403"/>
                </a:lnTo>
                <a:lnTo>
                  <a:pt x="365863" y="326"/>
                </a:lnTo>
                <a:lnTo>
                  <a:pt x="365577" y="258"/>
                </a:lnTo>
                <a:lnTo>
                  <a:pt x="365287" y="197"/>
                </a:lnTo>
                <a:lnTo>
                  <a:pt x="364991" y="145"/>
                </a:lnTo>
                <a:lnTo>
                  <a:pt x="364690" y="101"/>
                </a:lnTo>
                <a:lnTo>
                  <a:pt x="364384" y="64"/>
                </a:lnTo>
                <a:lnTo>
                  <a:pt x="364073" y="36"/>
                </a:lnTo>
                <a:lnTo>
                  <a:pt x="363756" y="16"/>
                </a:lnTo>
                <a:lnTo>
                  <a:pt x="363434" y="4"/>
                </a:lnTo>
                <a:lnTo>
                  <a:pt x="363106" y="0"/>
                </a:lnTo>
                <a:lnTo>
                  <a:pt x="362772" y="4"/>
                </a:lnTo>
                <a:lnTo>
                  <a:pt x="362444" y="16"/>
                </a:lnTo>
                <a:lnTo>
                  <a:pt x="362122" y="36"/>
                </a:lnTo>
                <a:lnTo>
                  <a:pt x="361805" y="64"/>
                </a:lnTo>
                <a:lnTo>
                  <a:pt x="361495" y="101"/>
                </a:lnTo>
                <a:lnTo>
                  <a:pt x="361190" y="145"/>
                </a:lnTo>
                <a:lnTo>
                  <a:pt x="360891" y="197"/>
                </a:lnTo>
                <a:lnTo>
                  <a:pt x="360598" y="258"/>
                </a:lnTo>
                <a:lnTo>
                  <a:pt x="360311" y="326"/>
                </a:lnTo>
                <a:lnTo>
                  <a:pt x="360029" y="403"/>
                </a:lnTo>
                <a:lnTo>
                  <a:pt x="359754" y="487"/>
                </a:lnTo>
                <a:lnTo>
                  <a:pt x="359484" y="580"/>
                </a:lnTo>
                <a:lnTo>
                  <a:pt x="359220" y="680"/>
                </a:lnTo>
                <a:lnTo>
                  <a:pt x="358962" y="789"/>
                </a:lnTo>
                <a:lnTo>
                  <a:pt x="358710" y="906"/>
                </a:lnTo>
                <a:lnTo>
                  <a:pt x="358464" y="1031"/>
                </a:lnTo>
                <a:lnTo>
                  <a:pt x="358224" y="1164"/>
                </a:lnTo>
                <a:lnTo>
                  <a:pt x="357989" y="1305"/>
                </a:lnTo>
                <a:lnTo>
                  <a:pt x="357760" y="1454"/>
                </a:lnTo>
                <a:lnTo>
                  <a:pt x="357537" y="1611"/>
                </a:lnTo>
                <a:lnTo>
                  <a:pt x="357320" y="1776"/>
                </a:lnTo>
                <a:lnTo>
                  <a:pt x="357109" y="1949"/>
                </a:lnTo>
                <a:lnTo>
                  <a:pt x="356904" y="2130"/>
                </a:lnTo>
                <a:lnTo>
                  <a:pt x="356704" y="2319"/>
                </a:lnTo>
                <a:lnTo>
                  <a:pt x="356512" y="2515"/>
                </a:lnTo>
                <a:lnTo>
                  <a:pt x="356328" y="2714"/>
                </a:lnTo>
                <a:lnTo>
                  <a:pt x="356152" y="2918"/>
                </a:lnTo>
                <a:lnTo>
                  <a:pt x="355984" y="3126"/>
                </a:lnTo>
                <a:lnTo>
                  <a:pt x="355824" y="3339"/>
                </a:lnTo>
                <a:lnTo>
                  <a:pt x="355673" y="3555"/>
                </a:lnTo>
                <a:lnTo>
                  <a:pt x="355529" y="3776"/>
                </a:lnTo>
                <a:lnTo>
                  <a:pt x="355394" y="4001"/>
                </a:lnTo>
                <a:lnTo>
                  <a:pt x="355267" y="4231"/>
                </a:lnTo>
                <a:lnTo>
                  <a:pt x="355148" y="4464"/>
                </a:lnTo>
                <a:lnTo>
                  <a:pt x="355038" y="4702"/>
                </a:lnTo>
                <a:lnTo>
                  <a:pt x="354935" y="4944"/>
                </a:lnTo>
                <a:lnTo>
                  <a:pt x="354841" y="5191"/>
                </a:lnTo>
                <a:lnTo>
                  <a:pt x="354755" y="5441"/>
                </a:lnTo>
                <a:lnTo>
                  <a:pt x="354677" y="5696"/>
                </a:lnTo>
                <a:lnTo>
                  <a:pt x="354608" y="5955"/>
                </a:lnTo>
                <a:lnTo>
                  <a:pt x="354546" y="6218"/>
                </a:lnTo>
                <a:lnTo>
                  <a:pt x="354493" y="6486"/>
                </a:lnTo>
                <a:lnTo>
                  <a:pt x="354448" y="6758"/>
                </a:lnTo>
                <a:lnTo>
                  <a:pt x="354411" y="7034"/>
                </a:lnTo>
                <a:lnTo>
                  <a:pt x="354383" y="7314"/>
                </a:lnTo>
                <a:lnTo>
                  <a:pt x="354362" y="7599"/>
                </a:lnTo>
                <a:lnTo>
                  <a:pt x="354350" y="7888"/>
                </a:lnTo>
                <a:lnTo>
                  <a:pt x="354346" y="8181"/>
                </a:lnTo>
                <a:lnTo>
                  <a:pt x="354350" y="8474"/>
                </a:lnTo>
                <a:lnTo>
                  <a:pt x="354362" y="8762"/>
                </a:lnTo>
                <a:lnTo>
                  <a:pt x="354383" y="9047"/>
                </a:lnTo>
                <a:lnTo>
                  <a:pt x="354411" y="9327"/>
                </a:lnTo>
                <a:lnTo>
                  <a:pt x="354448" y="9603"/>
                </a:lnTo>
                <a:lnTo>
                  <a:pt x="354493" y="9875"/>
                </a:lnTo>
                <a:lnTo>
                  <a:pt x="354546" y="10143"/>
                </a:lnTo>
                <a:lnTo>
                  <a:pt x="354608" y="10406"/>
                </a:lnTo>
                <a:lnTo>
                  <a:pt x="354677" y="10665"/>
                </a:lnTo>
                <a:lnTo>
                  <a:pt x="354755" y="10920"/>
                </a:lnTo>
                <a:lnTo>
                  <a:pt x="354841" y="11171"/>
                </a:lnTo>
                <a:lnTo>
                  <a:pt x="354935" y="11417"/>
                </a:lnTo>
                <a:lnTo>
                  <a:pt x="355038" y="11659"/>
                </a:lnTo>
                <a:lnTo>
                  <a:pt x="355148" y="11897"/>
                </a:lnTo>
                <a:lnTo>
                  <a:pt x="355267" y="12131"/>
                </a:lnTo>
                <a:lnTo>
                  <a:pt x="355394" y="12360"/>
                </a:lnTo>
                <a:lnTo>
                  <a:pt x="355529" y="12585"/>
                </a:lnTo>
                <a:lnTo>
                  <a:pt x="355673" y="12806"/>
                </a:lnTo>
                <a:lnTo>
                  <a:pt x="355824" y="13023"/>
                </a:lnTo>
                <a:lnTo>
                  <a:pt x="355984" y="13235"/>
                </a:lnTo>
                <a:lnTo>
                  <a:pt x="356152" y="13443"/>
                </a:lnTo>
                <a:lnTo>
                  <a:pt x="356328" y="13647"/>
                </a:lnTo>
                <a:lnTo>
                  <a:pt x="356512" y="13847"/>
                </a:lnTo>
                <a:lnTo>
                  <a:pt x="356704" y="14042"/>
                </a:lnTo>
                <a:lnTo>
                  <a:pt x="356904" y="14231"/>
                </a:lnTo>
                <a:lnTo>
                  <a:pt x="357109" y="14412"/>
                </a:lnTo>
                <a:lnTo>
                  <a:pt x="357320" y="14586"/>
                </a:lnTo>
                <a:lnTo>
                  <a:pt x="357537" y="14751"/>
                </a:lnTo>
                <a:lnTo>
                  <a:pt x="357760" y="14908"/>
                </a:lnTo>
                <a:lnTo>
                  <a:pt x="357989" y="15057"/>
                </a:lnTo>
                <a:lnTo>
                  <a:pt x="358224" y="15198"/>
                </a:lnTo>
                <a:lnTo>
                  <a:pt x="358464" y="15330"/>
                </a:lnTo>
                <a:lnTo>
                  <a:pt x="358710" y="15455"/>
                </a:lnTo>
                <a:lnTo>
                  <a:pt x="358962" y="15572"/>
                </a:lnTo>
                <a:lnTo>
                  <a:pt x="359220" y="15681"/>
                </a:lnTo>
                <a:lnTo>
                  <a:pt x="359484" y="15781"/>
                </a:lnTo>
                <a:lnTo>
                  <a:pt x="359754" y="15874"/>
                </a:lnTo>
                <a:lnTo>
                  <a:pt x="360029" y="15959"/>
                </a:lnTo>
                <a:lnTo>
                  <a:pt x="360311" y="16035"/>
                </a:lnTo>
                <a:lnTo>
                  <a:pt x="360598" y="16104"/>
                </a:lnTo>
                <a:lnTo>
                  <a:pt x="360891" y="16164"/>
                </a:lnTo>
                <a:lnTo>
                  <a:pt x="361190" y="16216"/>
                </a:lnTo>
                <a:lnTo>
                  <a:pt x="361495" y="16261"/>
                </a:lnTo>
                <a:lnTo>
                  <a:pt x="361805" y="16297"/>
                </a:lnTo>
                <a:lnTo>
                  <a:pt x="362122" y="16325"/>
                </a:lnTo>
                <a:lnTo>
                  <a:pt x="362444" y="16345"/>
                </a:lnTo>
                <a:lnTo>
                  <a:pt x="362772" y="16357"/>
                </a:lnTo>
                <a:lnTo>
                  <a:pt x="363106" y="16361"/>
                </a:lnTo>
                <a:lnTo>
                  <a:pt x="363434" y="16357"/>
                </a:lnTo>
                <a:lnTo>
                  <a:pt x="363756" y="16345"/>
                </a:lnTo>
                <a:lnTo>
                  <a:pt x="364073" y="16325"/>
                </a:lnTo>
                <a:lnTo>
                  <a:pt x="364384" y="16297"/>
                </a:lnTo>
                <a:close/>
                <a:moveTo>
                  <a:pt x="521959" y="38362"/>
                </a:moveTo>
                <a:lnTo>
                  <a:pt x="522253" y="38050"/>
                </a:lnTo>
                <a:lnTo>
                  <a:pt x="522553" y="37750"/>
                </a:lnTo>
                <a:lnTo>
                  <a:pt x="522859" y="37464"/>
                </a:lnTo>
                <a:lnTo>
                  <a:pt x="523170" y="37190"/>
                </a:lnTo>
                <a:lnTo>
                  <a:pt x="523486" y="36929"/>
                </a:lnTo>
                <a:lnTo>
                  <a:pt x="523808" y="36680"/>
                </a:lnTo>
                <a:lnTo>
                  <a:pt x="524136" y="36445"/>
                </a:lnTo>
                <a:lnTo>
                  <a:pt x="524469" y="36222"/>
                </a:lnTo>
                <a:lnTo>
                  <a:pt x="524808" y="36012"/>
                </a:lnTo>
                <a:lnTo>
                  <a:pt x="525153" y="35814"/>
                </a:lnTo>
                <a:lnTo>
                  <a:pt x="525503" y="35629"/>
                </a:lnTo>
                <a:lnTo>
                  <a:pt x="525858" y="35457"/>
                </a:lnTo>
                <a:lnTo>
                  <a:pt x="526219" y="35298"/>
                </a:lnTo>
                <a:lnTo>
                  <a:pt x="526586" y="35152"/>
                </a:lnTo>
                <a:lnTo>
                  <a:pt x="526958" y="35018"/>
                </a:lnTo>
                <a:lnTo>
                  <a:pt x="527336" y="34897"/>
                </a:lnTo>
                <a:lnTo>
                  <a:pt x="527719" y="34789"/>
                </a:lnTo>
                <a:lnTo>
                  <a:pt x="528107" y="34689"/>
                </a:lnTo>
                <a:lnTo>
                  <a:pt x="528498" y="34593"/>
                </a:lnTo>
                <a:lnTo>
                  <a:pt x="528892" y="34502"/>
                </a:lnTo>
                <a:lnTo>
                  <a:pt x="529289" y="34415"/>
                </a:lnTo>
                <a:lnTo>
                  <a:pt x="529690" y="34332"/>
                </a:lnTo>
                <a:lnTo>
                  <a:pt x="530094" y="34254"/>
                </a:lnTo>
                <a:lnTo>
                  <a:pt x="530501" y="34179"/>
                </a:lnTo>
                <a:lnTo>
                  <a:pt x="530911" y="34109"/>
                </a:lnTo>
                <a:lnTo>
                  <a:pt x="531324" y="34043"/>
                </a:lnTo>
                <a:lnTo>
                  <a:pt x="531741" y="33982"/>
                </a:lnTo>
                <a:lnTo>
                  <a:pt x="532161" y="33925"/>
                </a:lnTo>
                <a:lnTo>
                  <a:pt x="532584" y="33872"/>
                </a:lnTo>
                <a:lnTo>
                  <a:pt x="533010" y="33823"/>
                </a:lnTo>
                <a:lnTo>
                  <a:pt x="533440" y="33778"/>
                </a:lnTo>
                <a:lnTo>
                  <a:pt x="533873" y="33738"/>
                </a:lnTo>
                <a:lnTo>
                  <a:pt x="534308" y="33702"/>
                </a:lnTo>
                <a:lnTo>
                  <a:pt x="534748" y="33670"/>
                </a:lnTo>
                <a:lnTo>
                  <a:pt x="535190" y="33642"/>
                </a:lnTo>
                <a:lnTo>
                  <a:pt x="535636" y="33619"/>
                </a:lnTo>
                <a:lnTo>
                  <a:pt x="536084" y="33600"/>
                </a:lnTo>
                <a:lnTo>
                  <a:pt x="536537" y="33585"/>
                </a:lnTo>
                <a:lnTo>
                  <a:pt x="536992" y="33574"/>
                </a:lnTo>
                <a:lnTo>
                  <a:pt x="537450" y="33568"/>
                </a:lnTo>
                <a:lnTo>
                  <a:pt x="537912" y="33566"/>
                </a:lnTo>
                <a:lnTo>
                  <a:pt x="537912" y="21674"/>
                </a:lnTo>
                <a:lnTo>
                  <a:pt x="537180" y="21700"/>
                </a:lnTo>
                <a:lnTo>
                  <a:pt x="536459" y="21735"/>
                </a:lnTo>
                <a:lnTo>
                  <a:pt x="535749" y="21778"/>
                </a:lnTo>
                <a:lnTo>
                  <a:pt x="535049" y="21831"/>
                </a:lnTo>
                <a:lnTo>
                  <a:pt x="534360" y="21893"/>
                </a:lnTo>
                <a:lnTo>
                  <a:pt x="533682" y="21964"/>
                </a:lnTo>
                <a:lnTo>
                  <a:pt x="533014" y="22044"/>
                </a:lnTo>
                <a:lnTo>
                  <a:pt x="532357" y="22134"/>
                </a:lnTo>
                <a:lnTo>
                  <a:pt x="531711" y="22232"/>
                </a:lnTo>
                <a:lnTo>
                  <a:pt x="531075" y="22339"/>
                </a:lnTo>
                <a:lnTo>
                  <a:pt x="530450" y="22456"/>
                </a:lnTo>
                <a:lnTo>
                  <a:pt x="529836" y="22581"/>
                </a:lnTo>
                <a:lnTo>
                  <a:pt x="529232" y="22716"/>
                </a:lnTo>
                <a:lnTo>
                  <a:pt x="528639" y="22859"/>
                </a:lnTo>
                <a:lnTo>
                  <a:pt x="528057" y="23012"/>
                </a:lnTo>
                <a:lnTo>
                  <a:pt x="527485" y="23174"/>
                </a:lnTo>
                <a:lnTo>
                  <a:pt x="526924" y="23345"/>
                </a:lnTo>
                <a:lnTo>
                  <a:pt x="526374" y="23525"/>
                </a:lnTo>
                <a:lnTo>
                  <a:pt x="525834" y="23714"/>
                </a:lnTo>
                <a:lnTo>
                  <a:pt x="525306" y="23912"/>
                </a:lnTo>
                <a:lnTo>
                  <a:pt x="524787" y="24119"/>
                </a:lnTo>
                <a:lnTo>
                  <a:pt x="524280" y="24335"/>
                </a:lnTo>
                <a:lnTo>
                  <a:pt x="523783" y="24560"/>
                </a:lnTo>
                <a:lnTo>
                  <a:pt x="523297" y="24795"/>
                </a:lnTo>
                <a:lnTo>
                  <a:pt x="522820" y="25043"/>
                </a:lnTo>
                <a:lnTo>
                  <a:pt x="522353" y="25308"/>
                </a:lnTo>
                <a:lnTo>
                  <a:pt x="521896" y="25591"/>
                </a:lnTo>
                <a:lnTo>
                  <a:pt x="521447" y="25891"/>
                </a:lnTo>
                <a:lnTo>
                  <a:pt x="521008" y="26209"/>
                </a:lnTo>
                <a:lnTo>
                  <a:pt x="520577" y="26545"/>
                </a:lnTo>
                <a:lnTo>
                  <a:pt x="520156" y="26898"/>
                </a:lnTo>
                <a:lnTo>
                  <a:pt x="519745" y="27269"/>
                </a:lnTo>
                <a:lnTo>
                  <a:pt x="519342" y="27657"/>
                </a:lnTo>
                <a:lnTo>
                  <a:pt x="518949" y="28063"/>
                </a:lnTo>
                <a:lnTo>
                  <a:pt x="518565" y="28486"/>
                </a:lnTo>
                <a:lnTo>
                  <a:pt x="518190" y="28927"/>
                </a:lnTo>
                <a:lnTo>
                  <a:pt x="517824" y="29386"/>
                </a:lnTo>
                <a:lnTo>
                  <a:pt x="517468" y="29862"/>
                </a:lnTo>
                <a:lnTo>
                  <a:pt x="517120" y="30356"/>
                </a:lnTo>
                <a:lnTo>
                  <a:pt x="516782" y="30867"/>
                </a:lnTo>
                <a:lnTo>
                  <a:pt x="516454" y="31396"/>
                </a:lnTo>
                <a:lnTo>
                  <a:pt x="516134" y="31942"/>
                </a:lnTo>
                <a:lnTo>
                  <a:pt x="515824" y="32506"/>
                </a:lnTo>
                <a:lnTo>
                  <a:pt x="515522" y="33088"/>
                </a:lnTo>
                <a:lnTo>
                  <a:pt x="515230" y="33687"/>
                </a:lnTo>
                <a:lnTo>
                  <a:pt x="514948" y="34304"/>
                </a:lnTo>
                <a:lnTo>
                  <a:pt x="514674" y="34938"/>
                </a:lnTo>
                <a:lnTo>
                  <a:pt x="514648" y="35002"/>
                </a:lnTo>
                <a:lnTo>
                  <a:pt x="514346" y="34851"/>
                </a:lnTo>
                <a:lnTo>
                  <a:pt x="513753" y="34575"/>
                </a:lnTo>
                <a:lnTo>
                  <a:pt x="513149" y="34312"/>
                </a:lnTo>
                <a:lnTo>
                  <a:pt x="512533" y="34063"/>
                </a:lnTo>
                <a:lnTo>
                  <a:pt x="511905" y="33827"/>
                </a:lnTo>
                <a:lnTo>
                  <a:pt x="511265" y="33604"/>
                </a:lnTo>
                <a:lnTo>
                  <a:pt x="510613" y="33396"/>
                </a:lnTo>
                <a:lnTo>
                  <a:pt x="509949" y="33200"/>
                </a:lnTo>
                <a:lnTo>
                  <a:pt x="509274" y="33018"/>
                </a:lnTo>
                <a:lnTo>
                  <a:pt x="508587" y="32850"/>
                </a:lnTo>
                <a:lnTo>
                  <a:pt x="507888" y="32695"/>
                </a:lnTo>
                <a:lnTo>
                  <a:pt x="507177" y="32553"/>
                </a:lnTo>
                <a:lnTo>
                  <a:pt x="506454" y="32425"/>
                </a:lnTo>
                <a:lnTo>
                  <a:pt x="505719" y="32310"/>
                </a:lnTo>
                <a:lnTo>
                  <a:pt x="504973" y="32209"/>
                </a:lnTo>
                <a:lnTo>
                  <a:pt x="504214" y="32122"/>
                </a:lnTo>
                <a:lnTo>
                  <a:pt x="503444" y="32048"/>
                </a:lnTo>
                <a:lnTo>
                  <a:pt x="502662" y="31987"/>
                </a:lnTo>
                <a:lnTo>
                  <a:pt x="501868" y="31940"/>
                </a:lnTo>
                <a:lnTo>
                  <a:pt x="501062" y="31906"/>
                </a:lnTo>
                <a:lnTo>
                  <a:pt x="500245" y="31886"/>
                </a:lnTo>
                <a:lnTo>
                  <a:pt x="499415" y="31879"/>
                </a:lnTo>
                <a:lnTo>
                  <a:pt x="498606" y="31886"/>
                </a:lnTo>
                <a:lnTo>
                  <a:pt x="497808" y="31906"/>
                </a:lnTo>
                <a:lnTo>
                  <a:pt x="497021" y="31940"/>
                </a:lnTo>
                <a:lnTo>
                  <a:pt x="496244" y="31987"/>
                </a:lnTo>
                <a:lnTo>
                  <a:pt x="495477" y="32048"/>
                </a:lnTo>
                <a:lnTo>
                  <a:pt x="494722" y="32122"/>
                </a:lnTo>
                <a:lnTo>
                  <a:pt x="493977" y="32209"/>
                </a:lnTo>
                <a:lnTo>
                  <a:pt x="493243" y="32310"/>
                </a:lnTo>
                <a:lnTo>
                  <a:pt x="492519" y="32425"/>
                </a:lnTo>
                <a:lnTo>
                  <a:pt x="491806" y="32553"/>
                </a:lnTo>
                <a:lnTo>
                  <a:pt x="491104" y="32695"/>
                </a:lnTo>
                <a:lnTo>
                  <a:pt x="490412" y="32850"/>
                </a:lnTo>
                <a:lnTo>
                  <a:pt x="489732" y="33018"/>
                </a:lnTo>
                <a:lnTo>
                  <a:pt x="489061" y="33200"/>
                </a:lnTo>
                <a:lnTo>
                  <a:pt x="488402" y="33396"/>
                </a:lnTo>
                <a:lnTo>
                  <a:pt x="487753" y="33604"/>
                </a:lnTo>
                <a:lnTo>
                  <a:pt x="487115" y="33827"/>
                </a:lnTo>
                <a:lnTo>
                  <a:pt x="486488" y="34063"/>
                </a:lnTo>
                <a:lnTo>
                  <a:pt x="485871" y="34312"/>
                </a:lnTo>
                <a:lnTo>
                  <a:pt x="485265" y="34575"/>
                </a:lnTo>
                <a:lnTo>
                  <a:pt x="484669" y="34851"/>
                </a:lnTo>
                <a:lnTo>
                  <a:pt x="484084" y="35141"/>
                </a:lnTo>
                <a:lnTo>
                  <a:pt x="483510" y="35444"/>
                </a:lnTo>
                <a:lnTo>
                  <a:pt x="482947" y="35761"/>
                </a:lnTo>
                <a:lnTo>
                  <a:pt x="482394" y="36089"/>
                </a:lnTo>
                <a:lnTo>
                  <a:pt x="481853" y="36426"/>
                </a:lnTo>
                <a:lnTo>
                  <a:pt x="481323" y="36773"/>
                </a:lnTo>
                <a:lnTo>
                  <a:pt x="480804" y="37129"/>
                </a:lnTo>
                <a:lnTo>
                  <a:pt x="480295" y="37494"/>
                </a:lnTo>
                <a:lnTo>
                  <a:pt x="479799" y="37868"/>
                </a:lnTo>
                <a:lnTo>
                  <a:pt x="479313" y="38252"/>
                </a:lnTo>
                <a:lnTo>
                  <a:pt x="478838" y="38645"/>
                </a:lnTo>
                <a:lnTo>
                  <a:pt x="478374" y="39047"/>
                </a:lnTo>
                <a:lnTo>
                  <a:pt x="477922" y="39458"/>
                </a:lnTo>
                <a:lnTo>
                  <a:pt x="477481" y="39879"/>
                </a:lnTo>
                <a:lnTo>
                  <a:pt x="477050" y="40309"/>
                </a:lnTo>
                <a:lnTo>
                  <a:pt x="476631" y="40749"/>
                </a:lnTo>
                <a:lnTo>
                  <a:pt x="476223" y="41197"/>
                </a:lnTo>
                <a:lnTo>
                  <a:pt x="475826" y="41655"/>
                </a:lnTo>
                <a:lnTo>
                  <a:pt x="475440" y="42123"/>
                </a:lnTo>
                <a:lnTo>
                  <a:pt x="475066" y="42599"/>
                </a:lnTo>
                <a:lnTo>
                  <a:pt x="474702" y="43085"/>
                </a:lnTo>
                <a:lnTo>
                  <a:pt x="474350" y="43580"/>
                </a:lnTo>
                <a:lnTo>
                  <a:pt x="474008" y="44085"/>
                </a:lnTo>
                <a:lnTo>
                  <a:pt x="473678" y="44598"/>
                </a:lnTo>
                <a:lnTo>
                  <a:pt x="473359" y="45121"/>
                </a:lnTo>
                <a:lnTo>
                  <a:pt x="473051" y="45654"/>
                </a:lnTo>
                <a:lnTo>
                  <a:pt x="472754" y="46195"/>
                </a:lnTo>
                <a:lnTo>
                  <a:pt x="472469" y="46744"/>
                </a:lnTo>
                <a:lnTo>
                  <a:pt x="472196" y="47297"/>
                </a:lnTo>
                <a:lnTo>
                  <a:pt x="471935" y="47856"/>
                </a:lnTo>
                <a:lnTo>
                  <a:pt x="471686" y="48420"/>
                </a:lnTo>
                <a:lnTo>
                  <a:pt x="471449" y="48989"/>
                </a:lnTo>
                <a:lnTo>
                  <a:pt x="471225" y="49563"/>
                </a:lnTo>
                <a:lnTo>
                  <a:pt x="471012" y="50142"/>
                </a:lnTo>
                <a:lnTo>
                  <a:pt x="470812" y="50726"/>
                </a:lnTo>
                <a:lnTo>
                  <a:pt x="470624" y="51315"/>
                </a:lnTo>
                <a:lnTo>
                  <a:pt x="470448" y="51910"/>
                </a:lnTo>
                <a:lnTo>
                  <a:pt x="470284" y="52509"/>
                </a:lnTo>
                <a:lnTo>
                  <a:pt x="470132" y="53114"/>
                </a:lnTo>
                <a:lnTo>
                  <a:pt x="469993" y="53724"/>
                </a:lnTo>
                <a:lnTo>
                  <a:pt x="469865" y="54338"/>
                </a:lnTo>
                <a:lnTo>
                  <a:pt x="469750" y="54958"/>
                </a:lnTo>
                <a:lnTo>
                  <a:pt x="469647" y="55583"/>
                </a:lnTo>
                <a:lnTo>
                  <a:pt x="469556" y="56213"/>
                </a:lnTo>
                <a:lnTo>
                  <a:pt x="469477" y="56849"/>
                </a:lnTo>
                <a:lnTo>
                  <a:pt x="469410" y="57489"/>
                </a:lnTo>
                <a:lnTo>
                  <a:pt x="469355" y="58134"/>
                </a:lnTo>
                <a:lnTo>
                  <a:pt x="469313" y="58785"/>
                </a:lnTo>
                <a:lnTo>
                  <a:pt x="469283" y="59440"/>
                </a:lnTo>
                <a:lnTo>
                  <a:pt x="469264" y="60101"/>
                </a:lnTo>
                <a:lnTo>
                  <a:pt x="469258" y="60767"/>
                </a:lnTo>
                <a:lnTo>
                  <a:pt x="469264" y="61397"/>
                </a:lnTo>
                <a:lnTo>
                  <a:pt x="469282" y="62024"/>
                </a:lnTo>
                <a:lnTo>
                  <a:pt x="469312" y="62648"/>
                </a:lnTo>
                <a:lnTo>
                  <a:pt x="469354" y="63267"/>
                </a:lnTo>
                <a:lnTo>
                  <a:pt x="469408" y="63884"/>
                </a:lnTo>
                <a:lnTo>
                  <a:pt x="469474" y="64496"/>
                </a:lnTo>
                <a:lnTo>
                  <a:pt x="469552" y="65105"/>
                </a:lnTo>
                <a:lnTo>
                  <a:pt x="469642" y="65710"/>
                </a:lnTo>
                <a:lnTo>
                  <a:pt x="469744" y="66312"/>
                </a:lnTo>
                <a:lnTo>
                  <a:pt x="469858" y="66910"/>
                </a:lnTo>
                <a:lnTo>
                  <a:pt x="469984" y="67505"/>
                </a:lnTo>
                <a:lnTo>
                  <a:pt x="470122" y="68096"/>
                </a:lnTo>
                <a:lnTo>
                  <a:pt x="470272" y="68684"/>
                </a:lnTo>
                <a:lnTo>
                  <a:pt x="470434" y="69268"/>
                </a:lnTo>
                <a:lnTo>
                  <a:pt x="470607" y="69848"/>
                </a:lnTo>
                <a:lnTo>
                  <a:pt x="470793" y="70425"/>
                </a:lnTo>
                <a:lnTo>
                  <a:pt x="470991" y="70998"/>
                </a:lnTo>
                <a:lnTo>
                  <a:pt x="471201" y="71567"/>
                </a:lnTo>
                <a:lnTo>
                  <a:pt x="471423" y="72133"/>
                </a:lnTo>
                <a:lnTo>
                  <a:pt x="471657" y="72695"/>
                </a:lnTo>
                <a:lnTo>
                  <a:pt x="471903" y="73254"/>
                </a:lnTo>
                <a:lnTo>
                  <a:pt x="472160" y="73809"/>
                </a:lnTo>
                <a:lnTo>
                  <a:pt x="472430" y="74361"/>
                </a:lnTo>
                <a:lnTo>
                  <a:pt x="472712" y="74909"/>
                </a:lnTo>
                <a:lnTo>
                  <a:pt x="473006" y="75451"/>
                </a:lnTo>
                <a:lnTo>
                  <a:pt x="473310" y="75983"/>
                </a:lnTo>
                <a:lnTo>
                  <a:pt x="473627" y="76507"/>
                </a:lnTo>
                <a:lnTo>
                  <a:pt x="473955" y="77022"/>
                </a:lnTo>
                <a:lnTo>
                  <a:pt x="474294" y="77528"/>
                </a:lnTo>
                <a:lnTo>
                  <a:pt x="474644" y="78024"/>
                </a:lnTo>
                <a:lnTo>
                  <a:pt x="475006" y="78512"/>
                </a:lnTo>
                <a:lnTo>
                  <a:pt x="475380" y="78991"/>
                </a:lnTo>
                <a:lnTo>
                  <a:pt x="475764" y="79461"/>
                </a:lnTo>
                <a:lnTo>
                  <a:pt x="476161" y="79922"/>
                </a:lnTo>
                <a:lnTo>
                  <a:pt x="476568" y="80374"/>
                </a:lnTo>
                <a:lnTo>
                  <a:pt x="476987" y="80816"/>
                </a:lnTo>
                <a:lnTo>
                  <a:pt x="477418" y="81250"/>
                </a:lnTo>
                <a:lnTo>
                  <a:pt x="477859" y="81675"/>
                </a:lnTo>
                <a:lnTo>
                  <a:pt x="478313" y="82091"/>
                </a:lnTo>
                <a:lnTo>
                  <a:pt x="478777" y="82498"/>
                </a:lnTo>
                <a:lnTo>
                  <a:pt x="479253" y="82896"/>
                </a:lnTo>
                <a:lnTo>
                  <a:pt x="479741" y="83285"/>
                </a:lnTo>
                <a:lnTo>
                  <a:pt x="480211" y="83643"/>
                </a:lnTo>
                <a:lnTo>
                  <a:pt x="479878" y="83782"/>
                </a:lnTo>
                <a:lnTo>
                  <a:pt x="479339" y="84018"/>
                </a:lnTo>
                <a:lnTo>
                  <a:pt x="478815" y="84259"/>
                </a:lnTo>
                <a:lnTo>
                  <a:pt x="478305" y="84505"/>
                </a:lnTo>
                <a:lnTo>
                  <a:pt x="477809" y="84757"/>
                </a:lnTo>
                <a:lnTo>
                  <a:pt x="477328" y="85014"/>
                </a:lnTo>
                <a:lnTo>
                  <a:pt x="476861" y="85277"/>
                </a:lnTo>
                <a:lnTo>
                  <a:pt x="476408" y="85545"/>
                </a:lnTo>
                <a:lnTo>
                  <a:pt x="475970" y="85818"/>
                </a:lnTo>
                <a:lnTo>
                  <a:pt x="475546" y="86097"/>
                </a:lnTo>
                <a:lnTo>
                  <a:pt x="475136" y="86381"/>
                </a:lnTo>
                <a:lnTo>
                  <a:pt x="474741" y="86671"/>
                </a:lnTo>
                <a:lnTo>
                  <a:pt x="474360" y="86966"/>
                </a:lnTo>
                <a:lnTo>
                  <a:pt x="473993" y="87266"/>
                </a:lnTo>
                <a:lnTo>
                  <a:pt x="473641" y="87572"/>
                </a:lnTo>
                <a:lnTo>
                  <a:pt x="473303" y="87883"/>
                </a:lnTo>
                <a:lnTo>
                  <a:pt x="472979" y="88199"/>
                </a:lnTo>
                <a:lnTo>
                  <a:pt x="472670" y="88521"/>
                </a:lnTo>
                <a:lnTo>
                  <a:pt x="472375" y="88848"/>
                </a:lnTo>
                <a:lnTo>
                  <a:pt x="472093" y="89178"/>
                </a:lnTo>
                <a:lnTo>
                  <a:pt x="471823" y="89507"/>
                </a:lnTo>
                <a:lnTo>
                  <a:pt x="471566" y="89837"/>
                </a:lnTo>
                <a:lnTo>
                  <a:pt x="471320" y="90167"/>
                </a:lnTo>
                <a:lnTo>
                  <a:pt x="471086" y="90496"/>
                </a:lnTo>
                <a:lnTo>
                  <a:pt x="470864" y="90826"/>
                </a:lnTo>
                <a:lnTo>
                  <a:pt x="470654" y="91156"/>
                </a:lnTo>
                <a:lnTo>
                  <a:pt x="470456" y="91485"/>
                </a:lnTo>
                <a:lnTo>
                  <a:pt x="470270" y="91815"/>
                </a:lnTo>
                <a:lnTo>
                  <a:pt x="470097" y="92145"/>
                </a:lnTo>
                <a:lnTo>
                  <a:pt x="469935" y="92474"/>
                </a:lnTo>
                <a:lnTo>
                  <a:pt x="469785" y="92804"/>
                </a:lnTo>
                <a:lnTo>
                  <a:pt x="469647" y="93134"/>
                </a:lnTo>
                <a:lnTo>
                  <a:pt x="469521" y="93463"/>
                </a:lnTo>
                <a:lnTo>
                  <a:pt x="469407" y="93793"/>
                </a:lnTo>
                <a:lnTo>
                  <a:pt x="469305" y="94123"/>
                </a:lnTo>
                <a:lnTo>
                  <a:pt x="469215" y="94452"/>
                </a:lnTo>
                <a:lnTo>
                  <a:pt x="469137" y="94782"/>
                </a:lnTo>
                <a:lnTo>
                  <a:pt x="469071" y="95112"/>
                </a:lnTo>
                <a:lnTo>
                  <a:pt x="469017" y="95441"/>
                </a:lnTo>
                <a:lnTo>
                  <a:pt x="468975" y="95771"/>
                </a:lnTo>
                <a:lnTo>
                  <a:pt x="468945" y="96101"/>
                </a:lnTo>
                <a:lnTo>
                  <a:pt x="468927" y="96430"/>
                </a:lnTo>
                <a:lnTo>
                  <a:pt x="468921" y="96760"/>
                </a:lnTo>
                <a:lnTo>
                  <a:pt x="468925" y="96983"/>
                </a:lnTo>
                <a:lnTo>
                  <a:pt x="468935" y="97208"/>
                </a:lnTo>
                <a:lnTo>
                  <a:pt x="468952" y="97434"/>
                </a:lnTo>
                <a:lnTo>
                  <a:pt x="468975" y="97662"/>
                </a:lnTo>
                <a:lnTo>
                  <a:pt x="469005" y="97892"/>
                </a:lnTo>
                <a:lnTo>
                  <a:pt x="469042" y="98123"/>
                </a:lnTo>
                <a:lnTo>
                  <a:pt x="469086" y="98356"/>
                </a:lnTo>
                <a:lnTo>
                  <a:pt x="469137" y="98591"/>
                </a:lnTo>
                <a:lnTo>
                  <a:pt x="469194" y="98827"/>
                </a:lnTo>
                <a:lnTo>
                  <a:pt x="469258" y="99065"/>
                </a:lnTo>
                <a:lnTo>
                  <a:pt x="469328" y="99304"/>
                </a:lnTo>
                <a:lnTo>
                  <a:pt x="469406" y="99546"/>
                </a:lnTo>
                <a:lnTo>
                  <a:pt x="469490" y="99789"/>
                </a:lnTo>
                <a:lnTo>
                  <a:pt x="469581" y="100033"/>
                </a:lnTo>
                <a:lnTo>
                  <a:pt x="469678" y="100279"/>
                </a:lnTo>
                <a:lnTo>
                  <a:pt x="469782" y="100527"/>
                </a:lnTo>
                <a:lnTo>
                  <a:pt x="469893" y="100776"/>
                </a:lnTo>
                <a:lnTo>
                  <a:pt x="470011" y="101027"/>
                </a:lnTo>
                <a:lnTo>
                  <a:pt x="470136" y="101280"/>
                </a:lnTo>
                <a:lnTo>
                  <a:pt x="470267" y="101535"/>
                </a:lnTo>
                <a:lnTo>
                  <a:pt x="470405" y="101791"/>
                </a:lnTo>
                <a:lnTo>
                  <a:pt x="470549" y="102048"/>
                </a:lnTo>
                <a:lnTo>
                  <a:pt x="470701" y="102308"/>
                </a:lnTo>
                <a:lnTo>
                  <a:pt x="470859" y="102569"/>
                </a:lnTo>
                <a:lnTo>
                  <a:pt x="471025" y="102829"/>
                </a:lnTo>
                <a:lnTo>
                  <a:pt x="471200" y="103086"/>
                </a:lnTo>
                <a:lnTo>
                  <a:pt x="471385" y="103341"/>
                </a:lnTo>
                <a:lnTo>
                  <a:pt x="471580" y="103592"/>
                </a:lnTo>
                <a:lnTo>
                  <a:pt x="471783" y="103841"/>
                </a:lnTo>
                <a:lnTo>
                  <a:pt x="471996" y="104087"/>
                </a:lnTo>
                <a:lnTo>
                  <a:pt x="472218" y="104330"/>
                </a:lnTo>
                <a:lnTo>
                  <a:pt x="472450" y="104570"/>
                </a:lnTo>
                <a:lnTo>
                  <a:pt x="472691" y="104808"/>
                </a:lnTo>
                <a:lnTo>
                  <a:pt x="472941" y="105042"/>
                </a:lnTo>
                <a:lnTo>
                  <a:pt x="473201" y="105274"/>
                </a:lnTo>
                <a:lnTo>
                  <a:pt x="473470" y="105503"/>
                </a:lnTo>
                <a:lnTo>
                  <a:pt x="473749" y="105729"/>
                </a:lnTo>
                <a:lnTo>
                  <a:pt x="474036" y="105953"/>
                </a:lnTo>
                <a:lnTo>
                  <a:pt x="474334" y="106173"/>
                </a:lnTo>
                <a:lnTo>
                  <a:pt x="474640" y="106391"/>
                </a:lnTo>
                <a:lnTo>
                  <a:pt x="474956" y="106605"/>
                </a:lnTo>
                <a:lnTo>
                  <a:pt x="475281" y="106817"/>
                </a:lnTo>
                <a:lnTo>
                  <a:pt x="475616" y="107026"/>
                </a:lnTo>
                <a:lnTo>
                  <a:pt x="475960" y="107233"/>
                </a:lnTo>
                <a:lnTo>
                  <a:pt x="476313" y="107436"/>
                </a:lnTo>
                <a:lnTo>
                  <a:pt x="476676" y="107637"/>
                </a:lnTo>
                <a:lnTo>
                  <a:pt x="477048" y="107834"/>
                </a:lnTo>
                <a:lnTo>
                  <a:pt x="477429" y="108029"/>
                </a:lnTo>
                <a:lnTo>
                  <a:pt x="477822" y="108219"/>
                </a:lnTo>
                <a:lnTo>
                  <a:pt x="478226" y="108403"/>
                </a:lnTo>
                <a:lnTo>
                  <a:pt x="478643" y="108579"/>
                </a:lnTo>
                <a:lnTo>
                  <a:pt x="478865" y="108667"/>
                </a:lnTo>
                <a:lnTo>
                  <a:pt x="478496" y="108829"/>
                </a:lnTo>
                <a:lnTo>
                  <a:pt x="477743" y="109183"/>
                </a:lnTo>
                <a:lnTo>
                  <a:pt x="477013" y="109549"/>
                </a:lnTo>
                <a:lnTo>
                  <a:pt x="476306" y="109926"/>
                </a:lnTo>
                <a:lnTo>
                  <a:pt x="475623" y="110315"/>
                </a:lnTo>
                <a:lnTo>
                  <a:pt x="474963" y="110715"/>
                </a:lnTo>
                <a:lnTo>
                  <a:pt x="474326" y="111128"/>
                </a:lnTo>
                <a:lnTo>
                  <a:pt x="473712" y="111552"/>
                </a:lnTo>
                <a:lnTo>
                  <a:pt x="473122" y="111988"/>
                </a:lnTo>
                <a:lnTo>
                  <a:pt x="472555" y="112436"/>
                </a:lnTo>
                <a:lnTo>
                  <a:pt x="472011" y="112895"/>
                </a:lnTo>
                <a:lnTo>
                  <a:pt x="471491" y="113366"/>
                </a:lnTo>
                <a:lnTo>
                  <a:pt x="470992" y="113846"/>
                </a:lnTo>
                <a:lnTo>
                  <a:pt x="470515" y="114332"/>
                </a:lnTo>
                <a:lnTo>
                  <a:pt x="470059" y="114823"/>
                </a:lnTo>
                <a:lnTo>
                  <a:pt x="469624" y="115320"/>
                </a:lnTo>
                <a:lnTo>
                  <a:pt x="469211" y="115823"/>
                </a:lnTo>
                <a:lnTo>
                  <a:pt x="468819" y="116332"/>
                </a:lnTo>
                <a:lnTo>
                  <a:pt x="468448" y="116846"/>
                </a:lnTo>
                <a:lnTo>
                  <a:pt x="468098" y="117366"/>
                </a:lnTo>
                <a:lnTo>
                  <a:pt x="467769" y="117891"/>
                </a:lnTo>
                <a:lnTo>
                  <a:pt x="467462" y="118423"/>
                </a:lnTo>
                <a:lnTo>
                  <a:pt x="467175" y="118960"/>
                </a:lnTo>
                <a:lnTo>
                  <a:pt x="466910" y="119503"/>
                </a:lnTo>
                <a:lnTo>
                  <a:pt x="466666" y="120052"/>
                </a:lnTo>
                <a:lnTo>
                  <a:pt x="466444" y="120606"/>
                </a:lnTo>
                <a:lnTo>
                  <a:pt x="466242" y="121166"/>
                </a:lnTo>
                <a:lnTo>
                  <a:pt x="466062" y="121732"/>
                </a:lnTo>
                <a:lnTo>
                  <a:pt x="465903" y="122303"/>
                </a:lnTo>
                <a:lnTo>
                  <a:pt x="465765" y="122881"/>
                </a:lnTo>
                <a:lnTo>
                  <a:pt x="465648" y="123464"/>
                </a:lnTo>
                <a:lnTo>
                  <a:pt x="465553" y="124052"/>
                </a:lnTo>
                <a:lnTo>
                  <a:pt x="465479" y="124647"/>
                </a:lnTo>
                <a:lnTo>
                  <a:pt x="465426" y="125247"/>
                </a:lnTo>
                <a:lnTo>
                  <a:pt x="465394" y="125853"/>
                </a:lnTo>
                <a:lnTo>
                  <a:pt x="465383" y="126465"/>
                </a:lnTo>
                <a:lnTo>
                  <a:pt x="465389" y="126969"/>
                </a:lnTo>
                <a:lnTo>
                  <a:pt x="465407" y="127471"/>
                </a:lnTo>
                <a:lnTo>
                  <a:pt x="465437" y="127969"/>
                </a:lnTo>
                <a:lnTo>
                  <a:pt x="465478" y="128465"/>
                </a:lnTo>
                <a:lnTo>
                  <a:pt x="465531" y="128957"/>
                </a:lnTo>
                <a:lnTo>
                  <a:pt x="465597" y="129446"/>
                </a:lnTo>
                <a:lnTo>
                  <a:pt x="465674" y="129933"/>
                </a:lnTo>
                <a:lnTo>
                  <a:pt x="465762" y="130416"/>
                </a:lnTo>
                <a:lnTo>
                  <a:pt x="465863" y="130897"/>
                </a:lnTo>
                <a:lnTo>
                  <a:pt x="465976" y="131374"/>
                </a:lnTo>
                <a:lnTo>
                  <a:pt x="466100" y="131848"/>
                </a:lnTo>
                <a:lnTo>
                  <a:pt x="466236" y="132319"/>
                </a:lnTo>
                <a:lnTo>
                  <a:pt x="466384" y="132788"/>
                </a:lnTo>
                <a:lnTo>
                  <a:pt x="466544" y="133253"/>
                </a:lnTo>
                <a:lnTo>
                  <a:pt x="466716" y="133715"/>
                </a:lnTo>
                <a:lnTo>
                  <a:pt x="466900" y="134174"/>
                </a:lnTo>
                <a:lnTo>
                  <a:pt x="467095" y="134631"/>
                </a:lnTo>
                <a:lnTo>
                  <a:pt x="467302" y="135084"/>
                </a:lnTo>
                <a:lnTo>
                  <a:pt x="467522" y="135534"/>
                </a:lnTo>
                <a:lnTo>
                  <a:pt x="467753" y="135981"/>
                </a:lnTo>
                <a:lnTo>
                  <a:pt x="467995" y="136425"/>
                </a:lnTo>
                <a:lnTo>
                  <a:pt x="468250" y="136866"/>
                </a:lnTo>
                <a:lnTo>
                  <a:pt x="468517" y="137304"/>
                </a:lnTo>
                <a:lnTo>
                  <a:pt x="468795" y="137739"/>
                </a:lnTo>
                <a:lnTo>
                  <a:pt x="469087" y="138170"/>
                </a:lnTo>
                <a:lnTo>
                  <a:pt x="469393" y="138592"/>
                </a:lnTo>
                <a:lnTo>
                  <a:pt x="469714" y="139008"/>
                </a:lnTo>
                <a:lnTo>
                  <a:pt x="470050" y="139417"/>
                </a:lnTo>
                <a:lnTo>
                  <a:pt x="470401" y="139818"/>
                </a:lnTo>
                <a:lnTo>
                  <a:pt x="470767" y="140212"/>
                </a:lnTo>
                <a:lnTo>
                  <a:pt x="471147" y="140599"/>
                </a:lnTo>
                <a:lnTo>
                  <a:pt x="471542" y="140978"/>
                </a:lnTo>
                <a:lnTo>
                  <a:pt x="471952" y="141350"/>
                </a:lnTo>
                <a:lnTo>
                  <a:pt x="472377" y="141716"/>
                </a:lnTo>
                <a:lnTo>
                  <a:pt x="472816" y="142073"/>
                </a:lnTo>
                <a:lnTo>
                  <a:pt x="473270" y="142424"/>
                </a:lnTo>
                <a:lnTo>
                  <a:pt x="473739" y="142767"/>
                </a:lnTo>
                <a:lnTo>
                  <a:pt x="474223" y="143104"/>
                </a:lnTo>
                <a:lnTo>
                  <a:pt x="474721" y="143433"/>
                </a:lnTo>
                <a:lnTo>
                  <a:pt x="475234" y="143754"/>
                </a:lnTo>
                <a:lnTo>
                  <a:pt x="475763" y="144069"/>
                </a:lnTo>
                <a:lnTo>
                  <a:pt x="476305" y="144376"/>
                </a:lnTo>
                <a:lnTo>
                  <a:pt x="476863" y="144676"/>
                </a:lnTo>
                <a:lnTo>
                  <a:pt x="477435" y="144969"/>
                </a:lnTo>
                <a:lnTo>
                  <a:pt x="478022" y="145254"/>
                </a:lnTo>
                <a:lnTo>
                  <a:pt x="478624" y="145533"/>
                </a:lnTo>
                <a:lnTo>
                  <a:pt x="479241" y="145804"/>
                </a:lnTo>
                <a:lnTo>
                  <a:pt x="479872" y="146068"/>
                </a:lnTo>
                <a:lnTo>
                  <a:pt x="480520" y="146322"/>
                </a:lnTo>
                <a:lnTo>
                  <a:pt x="481185" y="146566"/>
                </a:lnTo>
                <a:lnTo>
                  <a:pt x="481868" y="146800"/>
                </a:lnTo>
                <a:lnTo>
                  <a:pt x="482568" y="147022"/>
                </a:lnTo>
                <a:lnTo>
                  <a:pt x="483286" y="147233"/>
                </a:lnTo>
                <a:lnTo>
                  <a:pt x="484021" y="147434"/>
                </a:lnTo>
                <a:lnTo>
                  <a:pt x="484774" y="147624"/>
                </a:lnTo>
                <a:lnTo>
                  <a:pt x="485544" y="147803"/>
                </a:lnTo>
                <a:lnTo>
                  <a:pt x="486332" y="147971"/>
                </a:lnTo>
                <a:lnTo>
                  <a:pt x="487138" y="148128"/>
                </a:lnTo>
                <a:lnTo>
                  <a:pt x="487961" y="148274"/>
                </a:lnTo>
                <a:lnTo>
                  <a:pt x="488801" y="148410"/>
                </a:lnTo>
                <a:lnTo>
                  <a:pt x="489660" y="148535"/>
                </a:lnTo>
                <a:lnTo>
                  <a:pt x="490535" y="148648"/>
                </a:lnTo>
                <a:lnTo>
                  <a:pt x="491429" y="148751"/>
                </a:lnTo>
                <a:lnTo>
                  <a:pt x="492339" y="148844"/>
                </a:lnTo>
                <a:lnTo>
                  <a:pt x="493268" y="148925"/>
                </a:lnTo>
                <a:lnTo>
                  <a:pt x="494214" y="148995"/>
                </a:lnTo>
                <a:lnTo>
                  <a:pt x="495177" y="149055"/>
                </a:lnTo>
                <a:lnTo>
                  <a:pt x="496158" y="149104"/>
                </a:lnTo>
                <a:lnTo>
                  <a:pt x="497157" y="149142"/>
                </a:lnTo>
                <a:lnTo>
                  <a:pt x="498173" y="149169"/>
                </a:lnTo>
                <a:lnTo>
                  <a:pt x="499207" y="149185"/>
                </a:lnTo>
                <a:lnTo>
                  <a:pt x="500258" y="149191"/>
                </a:lnTo>
                <a:lnTo>
                  <a:pt x="501780" y="149178"/>
                </a:lnTo>
                <a:lnTo>
                  <a:pt x="503271" y="149140"/>
                </a:lnTo>
                <a:lnTo>
                  <a:pt x="504732" y="149076"/>
                </a:lnTo>
                <a:lnTo>
                  <a:pt x="506161" y="148987"/>
                </a:lnTo>
                <a:lnTo>
                  <a:pt x="507561" y="148873"/>
                </a:lnTo>
                <a:lnTo>
                  <a:pt x="508929" y="148733"/>
                </a:lnTo>
                <a:lnTo>
                  <a:pt x="510267" y="148567"/>
                </a:lnTo>
                <a:lnTo>
                  <a:pt x="511574" y="148376"/>
                </a:lnTo>
                <a:lnTo>
                  <a:pt x="512850" y="148160"/>
                </a:lnTo>
                <a:lnTo>
                  <a:pt x="514096" y="147918"/>
                </a:lnTo>
                <a:lnTo>
                  <a:pt x="515310" y="147651"/>
                </a:lnTo>
                <a:lnTo>
                  <a:pt x="516495" y="147358"/>
                </a:lnTo>
                <a:lnTo>
                  <a:pt x="517648" y="147040"/>
                </a:lnTo>
                <a:lnTo>
                  <a:pt x="518771" y="146697"/>
                </a:lnTo>
                <a:lnTo>
                  <a:pt x="519863" y="146328"/>
                </a:lnTo>
                <a:lnTo>
                  <a:pt x="520924" y="145933"/>
                </a:lnTo>
                <a:lnTo>
                  <a:pt x="521955" y="145513"/>
                </a:lnTo>
                <a:lnTo>
                  <a:pt x="522955" y="145068"/>
                </a:lnTo>
                <a:lnTo>
                  <a:pt x="523924" y="144597"/>
                </a:lnTo>
                <a:lnTo>
                  <a:pt x="524862" y="144101"/>
                </a:lnTo>
                <a:lnTo>
                  <a:pt x="525770" y="143579"/>
                </a:lnTo>
                <a:lnTo>
                  <a:pt x="526647" y="143032"/>
                </a:lnTo>
                <a:lnTo>
                  <a:pt x="527493" y="142459"/>
                </a:lnTo>
                <a:lnTo>
                  <a:pt x="528309" y="141861"/>
                </a:lnTo>
                <a:lnTo>
                  <a:pt x="529092" y="141243"/>
                </a:lnTo>
                <a:lnTo>
                  <a:pt x="529843" y="140611"/>
                </a:lnTo>
                <a:lnTo>
                  <a:pt x="530560" y="139965"/>
                </a:lnTo>
                <a:lnTo>
                  <a:pt x="531243" y="139304"/>
                </a:lnTo>
                <a:lnTo>
                  <a:pt x="531893" y="138629"/>
                </a:lnTo>
                <a:lnTo>
                  <a:pt x="532510" y="137939"/>
                </a:lnTo>
                <a:lnTo>
                  <a:pt x="533094" y="137235"/>
                </a:lnTo>
                <a:lnTo>
                  <a:pt x="533644" y="136517"/>
                </a:lnTo>
                <a:lnTo>
                  <a:pt x="534161" y="135785"/>
                </a:lnTo>
                <a:lnTo>
                  <a:pt x="534644" y="135038"/>
                </a:lnTo>
                <a:lnTo>
                  <a:pt x="535094" y="134277"/>
                </a:lnTo>
                <a:lnTo>
                  <a:pt x="535511" y="133502"/>
                </a:lnTo>
                <a:lnTo>
                  <a:pt x="535895" y="132712"/>
                </a:lnTo>
                <a:lnTo>
                  <a:pt x="536245" y="131908"/>
                </a:lnTo>
                <a:lnTo>
                  <a:pt x="536562" y="131090"/>
                </a:lnTo>
                <a:lnTo>
                  <a:pt x="536845" y="130257"/>
                </a:lnTo>
                <a:lnTo>
                  <a:pt x="537095" y="129410"/>
                </a:lnTo>
                <a:lnTo>
                  <a:pt x="537312" y="128549"/>
                </a:lnTo>
                <a:lnTo>
                  <a:pt x="537495" y="127673"/>
                </a:lnTo>
                <a:lnTo>
                  <a:pt x="537645" y="126783"/>
                </a:lnTo>
                <a:lnTo>
                  <a:pt x="537762" y="125879"/>
                </a:lnTo>
                <a:lnTo>
                  <a:pt x="537845" y="124961"/>
                </a:lnTo>
                <a:lnTo>
                  <a:pt x="537895" y="124028"/>
                </a:lnTo>
                <a:lnTo>
                  <a:pt x="537912" y="123081"/>
                </a:lnTo>
                <a:lnTo>
                  <a:pt x="537898" y="122130"/>
                </a:lnTo>
                <a:lnTo>
                  <a:pt x="537855" y="121200"/>
                </a:lnTo>
                <a:lnTo>
                  <a:pt x="537784" y="120291"/>
                </a:lnTo>
                <a:lnTo>
                  <a:pt x="537684" y="119403"/>
                </a:lnTo>
                <a:lnTo>
                  <a:pt x="537555" y="118536"/>
                </a:lnTo>
                <a:lnTo>
                  <a:pt x="537399" y="117690"/>
                </a:lnTo>
                <a:lnTo>
                  <a:pt x="537213" y="116864"/>
                </a:lnTo>
                <a:lnTo>
                  <a:pt x="536999" y="116060"/>
                </a:lnTo>
                <a:lnTo>
                  <a:pt x="536757" y="115277"/>
                </a:lnTo>
                <a:lnTo>
                  <a:pt x="536486" y="114514"/>
                </a:lnTo>
                <a:lnTo>
                  <a:pt x="536187" y="113773"/>
                </a:lnTo>
                <a:lnTo>
                  <a:pt x="535859" y="113052"/>
                </a:lnTo>
                <a:lnTo>
                  <a:pt x="535502" y="112352"/>
                </a:lnTo>
                <a:lnTo>
                  <a:pt x="535117" y="111674"/>
                </a:lnTo>
                <a:lnTo>
                  <a:pt x="534704" y="111016"/>
                </a:lnTo>
                <a:lnTo>
                  <a:pt x="534262" y="110379"/>
                </a:lnTo>
                <a:lnTo>
                  <a:pt x="533791" y="109763"/>
                </a:lnTo>
                <a:lnTo>
                  <a:pt x="533292" y="109168"/>
                </a:lnTo>
                <a:lnTo>
                  <a:pt x="532764" y="108594"/>
                </a:lnTo>
                <a:lnTo>
                  <a:pt x="532208" y="108040"/>
                </a:lnTo>
                <a:lnTo>
                  <a:pt x="531624" y="107508"/>
                </a:lnTo>
                <a:lnTo>
                  <a:pt x="531011" y="106997"/>
                </a:lnTo>
                <a:lnTo>
                  <a:pt x="530369" y="106506"/>
                </a:lnTo>
                <a:lnTo>
                  <a:pt x="529699" y="106037"/>
                </a:lnTo>
                <a:lnTo>
                  <a:pt x="528995" y="105587"/>
                </a:lnTo>
                <a:lnTo>
                  <a:pt x="528254" y="105157"/>
                </a:lnTo>
                <a:lnTo>
                  <a:pt x="527475" y="104746"/>
                </a:lnTo>
                <a:lnTo>
                  <a:pt x="526658" y="104354"/>
                </a:lnTo>
                <a:lnTo>
                  <a:pt x="525803" y="103981"/>
                </a:lnTo>
                <a:lnTo>
                  <a:pt x="524910" y="103627"/>
                </a:lnTo>
                <a:lnTo>
                  <a:pt x="523980" y="103292"/>
                </a:lnTo>
                <a:lnTo>
                  <a:pt x="523011" y="102977"/>
                </a:lnTo>
                <a:lnTo>
                  <a:pt x="522005" y="102680"/>
                </a:lnTo>
                <a:lnTo>
                  <a:pt x="520961" y="102403"/>
                </a:lnTo>
                <a:lnTo>
                  <a:pt x="519878" y="102145"/>
                </a:lnTo>
                <a:lnTo>
                  <a:pt x="518758" y="101906"/>
                </a:lnTo>
                <a:lnTo>
                  <a:pt x="517601" y="101686"/>
                </a:lnTo>
                <a:lnTo>
                  <a:pt x="516405" y="101485"/>
                </a:lnTo>
                <a:lnTo>
                  <a:pt x="515171" y="101303"/>
                </a:lnTo>
                <a:lnTo>
                  <a:pt x="513900" y="101141"/>
                </a:lnTo>
                <a:lnTo>
                  <a:pt x="512590" y="100997"/>
                </a:lnTo>
                <a:lnTo>
                  <a:pt x="511243" y="100873"/>
                </a:lnTo>
                <a:lnTo>
                  <a:pt x="509858" y="100768"/>
                </a:lnTo>
                <a:lnTo>
                  <a:pt x="508435" y="100682"/>
                </a:lnTo>
                <a:lnTo>
                  <a:pt x="506974" y="100615"/>
                </a:lnTo>
                <a:lnTo>
                  <a:pt x="505475" y="100567"/>
                </a:lnTo>
                <a:lnTo>
                  <a:pt x="503938" y="100538"/>
                </a:lnTo>
                <a:lnTo>
                  <a:pt x="502364" y="100529"/>
                </a:lnTo>
                <a:lnTo>
                  <a:pt x="497731" y="100529"/>
                </a:lnTo>
                <a:lnTo>
                  <a:pt x="497202" y="100520"/>
                </a:lnTo>
                <a:lnTo>
                  <a:pt x="496682" y="100510"/>
                </a:lnTo>
                <a:lnTo>
                  <a:pt x="496172" y="100497"/>
                </a:lnTo>
                <a:lnTo>
                  <a:pt x="495671" y="100482"/>
                </a:lnTo>
                <a:lnTo>
                  <a:pt x="495180" y="100464"/>
                </a:lnTo>
                <a:lnTo>
                  <a:pt x="494698" y="100444"/>
                </a:lnTo>
                <a:lnTo>
                  <a:pt x="494225" y="100422"/>
                </a:lnTo>
                <a:lnTo>
                  <a:pt x="493762" y="100397"/>
                </a:lnTo>
                <a:lnTo>
                  <a:pt x="493308" y="100370"/>
                </a:lnTo>
                <a:lnTo>
                  <a:pt x="492864" y="100340"/>
                </a:lnTo>
                <a:lnTo>
                  <a:pt x="492428" y="100309"/>
                </a:lnTo>
                <a:lnTo>
                  <a:pt x="492002" y="100274"/>
                </a:lnTo>
                <a:lnTo>
                  <a:pt x="491586" y="100238"/>
                </a:lnTo>
                <a:lnTo>
                  <a:pt x="491179" y="100199"/>
                </a:lnTo>
                <a:lnTo>
                  <a:pt x="490781" y="100158"/>
                </a:lnTo>
                <a:lnTo>
                  <a:pt x="490393" y="100114"/>
                </a:lnTo>
                <a:lnTo>
                  <a:pt x="490014" y="100068"/>
                </a:lnTo>
                <a:lnTo>
                  <a:pt x="489644" y="100020"/>
                </a:lnTo>
                <a:lnTo>
                  <a:pt x="489283" y="99969"/>
                </a:lnTo>
                <a:lnTo>
                  <a:pt x="488932" y="99916"/>
                </a:lnTo>
                <a:lnTo>
                  <a:pt x="488591" y="99861"/>
                </a:lnTo>
                <a:lnTo>
                  <a:pt x="488259" y="99803"/>
                </a:lnTo>
                <a:lnTo>
                  <a:pt x="487936" y="99743"/>
                </a:lnTo>
                <a:lnTo>
                  <a:pt x="487622" y="99680"/>
                </a:lnTo>
                <a:lnTo>
                  <a:pt x="487317" y="99615"/>
                </a:lnTo>
                <a:lnTo>
                  <a:pt x="487020" y="99549"/>
                </a:lnTo>
                <a:lnTo>
                  <a:pt x="486730" y="99480"/>
                </a:lnTo>
                <a:lnTo>
                  <a:pt x="486447" y="99410"/>
                </a:lnTo>
                <a:lnTo>
                  <a:pt x="486173" y="99338"/>
                </a:lnTo>
                <a:lnTo>
                  <a:pt x="485906" y="99263"/>
                </a:lnTo>
                <a:lnTo>
                  <a:pt x="485646" y="99187"/>
                </a:lnTo>
                <a:lnTo>
                  <a:pt x="485394" y="99109"/>
                </a:lnTo>
                <a:lnTo>
                  <a:pt x="485150" y="99029"/>
                </a:lnTo>
                <a:lnTo>
                  <a:pt x="484914" y="98948"/>
                </a:lnTo>
                <a:lnTo>
                  <a:pt x="484685" y="98864"/>
                </a:lnTo>
                <a:lnTo>
                  <a:pt x="484463" y="98778"/>
                </a:lnTo>
                <a:lnTo>
                  <a:pt x="484249" y="98690"/>
                </a:lnTo>
                <a:lnTo>
                  <a:pt x="484043" y="98601"/>
                </a:lnTo>
                <a:lnTo>
                  <a:pt x="483845" y="98510"/>
                </a:lnTo>
                <a:lnTo>
                  <a:pt x="483654" y="98416"/>
                </a:lnTo>
                <a:lnTo>
                  <a:pt x="483470" y="98321"/>
                </a:lnTo>
                <a:lnTo>
                  <a:pt x="483294" y="98224"/>
                </a:lnTo>
                <a:lnTo>
                  <a:pt x="483126" y="98125"/>
                </a:lnTo>
                <a:lnTo>
                  <a:pt x="482966" y="98024"/>
                </a:lnTo>
                <a:lnTo>
                  <a:pt x="482813" y="97921"/>
                </a:lnTo>
                <a:lnTo>
                  <a:pt x="482667" y="97816"/>
                </a:lnTo>
                <a:lnTo>
                  <a:pt x="482530" y="97709"/>
                </a:lnTo>
                <a:lnTo>
                  <a:pt x="482399" y="97601"/>
                </a:lnTo>
                <a:lnTo>
                  <a:pt x="482276" y="97491"/>
                </a:lnTo>
                <a:lnTo>
                  <a:pt x="482157" y="97379"/>
                </a:lnTo>
                <a:lnTo>
                  <a:pt x="482044" y="97267"/>
                </a:lnTo>
                <a:lnTo>
                  <a:pt x="481936" y="97154"/>
                </a:lnTo>
                <a:lnTo>
                  <a:pt x="481833" y="97040"/>
                </a:lnTo>
                <a:lnTo>
                  <a:pt x="481736" y="96924"/>
                </a:lnTo>
                <a:lnTo>
                  <a:pt x="481644" y="96808"/>
                </a:lnTo>
                <a:lnTo>
                  <a:pt x="481557" y="96691"/>
                </a:lnTo>
                <a:lnTo>
                  <a:pt x="481475" y="96572"/>
                </a:lnTo>
                <a:lnTo>
                  <a:pt x="481399" y="96453"/>
                </a:lnTo>
                <a:lnTo>
                  <a:pt x="481328" y="96333"/>
                </a:lnTo>
                <a:lnTo>
                  <a:pt x="481262" y="96211"/>
                </a:lnTo>
                <a:lnTo>
                  <a:pt x="481202" y="96089"/>
                </a:lnTo>
                <a:lnTo>
                  <a:pt x="481146" y="95965"/>
                </a:lnTo>
                <a:lnTo>
                  <a:pt x="481096" y="95840"/>
                </a:lnTo>
                <a:lnTo>
                  <a:pt x="481052" y="95715"/>
                </a:lnTo>
                <a:lnTo>
                  <a:pt x="481012" y="95588"/>
                </a:lnTo>
                <a:lnTo>
                  <a:pt x="480978" y="95460"/>
                </a:lnTo>
                <a:lnTo>
                  <a:pt x="480949" y="95332"/>
                </a:lnTo>
                <a:lnTo>
                  <a:pt x="480925" y="95202"/>
                </a:lnTo>
                <a:lnTo>
                  <a:pt x="480907" y="95071"/>
                </a:lnTo>
                <a:lnTo>
                  <a:pt x="480894" y="94939"/>
                </a:lnTo>
                <a:lnTo>
                  <a:pt x="480886" y="94807"/>
                </a:lnTo>
                <a:lnTo>
                  <a:pt x="480883" y="94673"/>
                </a:lnTo>
                <a:lnTo>
                  <a:pt x="480887" y="94482"/>
                </a:lnTo>
                <a:lnTo>
                  <a:pt x="480901" y="94292"/>
                </a:lnTo>
                <a:lnTo>
                  <a:pt x="480923" y="94103"/>
                </a:lnTo>
                <a:lnTo>
                  <a:pt x="480953" y="93914"/>
                </a:lnTo>
                <a:lnTo>
                  <a:pt x="480993" y="93726"/>
                </a:lnTo>
                <a:lnTo>
                  <a:pt x="481041" y="93538"/>
                </a:lnTo>
                <a:lnTo>
                  <a:pt x="481098" y="93351"/>
                </a:lnTo>
                <a:lnTo>
                  <a:pt x="481164" y="93165"/>
                </a:lnTo>
                <a:lnTo>
                  <a:pt x="481238" y="92979"/>
                </a:lnTo>
                <a:lnTo>
                  <a:pt x="481322" y="92793"/>
                </a:lnTo>
                <a:lnTo>
                  <a:pt x="481414" y="92609"/>
                </a:lnTo>
                <a:lnTo>
                  <a:pt x="481515" y="92425"/>
                </a:lnTo>
                <a:lnTo>
                  <a:pt x="481625" y="92241"/>
                </a:lnTo>
                <a:lnTo>
                  <a:pt x="481743" y="92058"/>
                </a:lnTo>
                <a:lnTo>
                  <a:pt x="481870" y="91876"/>
                </a:lnTo>
                <a:lnTo>
                  <a:pt x="482006" y="91694"/>
                </a:lnTo>
                <a:lnTo>
                  <a:pt x="482151" y="91513"/>
                </a:lnTo>
                <a:lnTo>
                  <a:pt x="482305" y="91332"/>
                </a:lnTo>
                <a:lnTo>
                  <a:pt x="482467" y="91152"/>
                </a:lnTo>
                <a:lnTo>
                  <a:pt x="482638" y="90973"/>
                </a:lnTo>
                <a:lnTo>
                  <a:pt x="482818" y="90794"/>
                </a:lnTo>
                <a:lnTo>
                  <a:pt x="483007" y="90616"/>
                </a:lnTo>
                <a:lnTo>
                  <a:pt x="483204" y="90438"/>
                </a:lnTo>
                <a:lnTo>
                  <a:pt x="483410" y="90261"/>
                </a:lnTo>
                <a:lnTo>
                  <a:pt x="483624" y="90086"/>
                </a:lnTo>
                <a:lnTo>
                  <a:pt x="483846" y="89914"/>
                </a:lnTo>
                <a:lnTo>
                  <a:pt x="484075" y="89747"/>
                </a:lnTo>
                <a:lnTo>
                  <a:pt x="484311" y="89583"/>
                </a:lnTo>
                <a:lnTo>
                  <a:pt x="484555" y="89424"/>
                </a:lnTo>
                <a:lnTo>
                  <a:pt x="484805" y="89268"/>
                </a:lnTo>
                <a:lnTo>
                  <a:pt x="485064" y="89116"/>
                </a:lnTo>
                <a:lnTo>
                  <a:pt x="485329" y="88968"/>
                </a:lnTo>
                <a:lnTo>
                  <a:pt x="485602" y="88823"/>
                </a:lnTo>
                <a:lnTo>
                  <a:pt x="485882" y="88683"/>
                </a:lnTo>
                <a:lnTo>
                  <a:pt x="486169" y="88546"/>
                </a:lnTo>
                <a:lnTo>
                  <a:pt x="486464" y="88413"/>
                </a:lnTo>
                <a:lnTo>
                  <a:pt x="486766" y="88284"/>
                </a:lnTo>
                <a:lnTo>
                  <a:pt x="487075" y="88159"/>
                </a:lnTo>
                <a:lnTo>
                  <a:pt x="487392" y="88038"/>
                </a:lnTo>
                <a:lnTo>
                  <a:pt x="487716" y="87920"/>
                </a:lnTo>
                <a:lnTo>
                  <a:pt x="488047" y="87807"/>
                </a:lnTo>
                <a:lnTo>
                  <a:pt x="488150" y="87773"/>
                </a:lnTo>
                <a:lnTo>
                  <a:pt x="488374" y="87847"/>
                </a:lnTo>
                <a:lnTo>
                  <a:pt x="489032" y="88047"/>
                </a:lnTo>
                <a:lnTo>
                  <a:pt x="489702" y="88233"/>
                </a:lnTo>
                <a:lnTo>
                  <a:pt x="490381" y="88405"/>
                </a:lnTo>
                <a:lnTo>
                  <a:pt x="491070" y="88563"/>
                </a:lnTo>
                <a:lnTo>
                  <a:pt x="491770" y="88708"/>
                </a:lnTo>
                <a:lnTo>
                  <a:pt x="492480" y="88839"/>
                </a:lnTo>
                <a:lnTo>
                  <a:pt x="493201" y="88956"/>
                </a:lnTo>
                <a:lnTo>
                  <a:pt x="493931" y="89059"/>
                </a:lnTo>
                <a:lnTo>
                  <a:pt x="494672" y="89148"/>
                </a:lnTo>
                <a:lnTo>
                  <a:pt x="495423" y="89224"/>
                </a:lnTo>
                <a:lnTo>
                  <a:pt x="496184" y="89286"/>
                </a:lnTo>
                <a:lnTo>
                  <a:pt x="496955" y="89334"/>
                </a:lnTo>
                <a:lnTo>
                  <a:pt x="497737" y="89369"/>
                </a:lnTo>
                <a:lnTo>
                  <a:pt x="498529" y="89389"/>
                </a:lnTo>
                <a:lnTo>
                  <a:pt x="499331" y="89396"/>
                </a:lnTo>
                <a:lnTo>
                  <a:pt x="500161" y="89390"/>
                </a:lnTo>
                <a:lnTo>
                  <a:pt x="500978" y="89369"/>
                </a:lnTo>
                <a:lnTo>
                  <a:pt x="501784" y="89335"/>
                </a:lnTo>
                <a:lnTo>
                  <a:pt x="502578" y="89287"/>
                </a:lnTo>
                <a:lnTo>
                  <a:pt x="503360" y="89226"/>
                </a:lnTo>
                <a:lnTo>
                  <a:pt x="504130" y="89151"/>
                </a:lnTo>
                <a:lnTo>
                  <a:pt x="504888" y="89063"/>
                </a:lnTo>
                <a:lnTo>
                  <a:pt x="505635" y="88961"/>
                </a:lnTo>
                <a:lnTo>
                  <a:pt x="506370" y="88845"/>
                </a:lnTo>
                <a:lnTo>
                  <a:pt x="507092" y="88715"/>
                </a:lnTo>
                <a:lnTo>
                  <a:pt x="507803" y="88573"/>
                </a:lnTo>
                <a:lnTo>
                  <a:pt x="508503" y="88416"/>
                </a:lnTo>
                <a:lnTo>
                  <a:pt x="509190" y="88246"/>
                </a:lnTo>
                <a:lnTo>
                  <a:pt x="509865" y="88062"/>
                </a:lnTo>
                <a:lnTo>
                  <a:pt x="510529" y="87864"/>
                </a:lnTo>
                <a:lnTo>
                  <a:pt x="511181" y="87653"/>
                </a:lnTo>
                <a:lnTo>
                  <a:pt x="511820" y="87429"/>
                </a:lnTo>
                <a:lnTo>
                  <a:pt x="512449" y="87190"/>
                </a:lnTo>
                <a:lnTo>
                  <a:pt x="513065" y="86939"/>
                </a:lnTo>
                <a:lnTo>
                  <a:pt x="513669" y="86673"/>
                </a:lnTo>
                <a:lnTo>
                  <a:pt x="514262" y="86394"/>
                </a:lnTo>
                <a:lnTo>
                  <a:pt x="514842" y="86101"/>
                </a:lnTo>
                <a:lnTo>
                  <a:pt x="515411" y="85795"/>
                </a:lnTo>
                <a:lnTo>
                  <a:pt x="515968" y="85475"/>
                </a:lnTo>
                <a:lnTo>
                  <a:pt x="516513" y="85143"/>
                </a:lnTo>
                <a:lnTo>
                  <a:pt x="517048" y="84803"/>
                </a:lnTo>
                <a:lnTo>
                  <a:pt x="517571" y="84453"/>
                </a:lnTo>
                <a:lnTo>
                  <a:pt x="518082" y="84095"/>
                </a:lnTo>
                <a:lnTo>
                  <a:pt x="518583" y="83727"/>
                </a:lnTo>
                <a:lnTo>
                  <a:pt x="519072" y="83351"/>
                </a:lnTo>
                <a:lnTo>
                  <a:pt x="519550" y="82966"/>
                </a:lnTo>
                <a:lnTo>
                  <a:pt x="520016" y="82571"/>
                </a:lnTo>
                <a:lnTo>
                  <a:pt x="520471" y="82168"/>
                </a:lnTo>
                <a:lnTo>
                  <a:pt x="520916" y="81756"/>
                </a:lnTo>
                <a:lnTo>
                  <a:pt x="521348" y="81334"/>
                </a:lnTo>
                <a:lnTo>
                  <a:pt x="521770" y="80904"/>
                </a:lnTo>
                <a:lnTo>
                  <a:pt x="522180" y="80465"/>
                </a:lnTo>
                <a:lnTo>
                  <a:pt x="522579" y="80017"/>
                </a:lnTo>
                <a:lnTo>
                  <a:pt x="522967" y="79559"/>
                </a:lnTo>
                <a:lnTo>
                  <a:pt x="523344" y="79093"/>
                </a:lnTo>
                <a:lnTo>
                  <a:pt x="523709" y="78618"/>
                </a:lnTo>
                <a:lnTo>
                  <a:pt x="524063" y="78134"/>
                </a:lnTo>
                <a:lnTo>
                  <a:pt x="524406" y="77641"/>
                </a:lnTo>
                <a:lnTo>
                  <a:pt x="524737" y="77139"/>
                </a:lnTo>
                <a:lnTo>
                  <a:pt x="525057" y="76628"/>
                </a:lnTo>
                <a:lnTo>
                  <a:pt x="525366" y="76108"/>
                </a:lnTo>
                <a:lnTo>
                  <a:pt x="525664" y="75579"/>
                </a:lnTo>
                <a:lnTo>
                  <a:pt x="525950" y="75041"/>
                </a:lnTo>
                <a:lnTo>
                  <a:pt x="526225" y="74496"/>
                </a:lnTo>
                <a:lnTo>
                  <a:pt x="526488" y="73947"/>
                </a:lnTo>
                <a:lnTo>
                  <a:pt x="526740" y="73393"/>
                </a:lnTo>
                <a:lnTo>
                  <a:pt x="526980" y="72835"/>
                </a:lnTo>
                <a:lnTo>
                  <a:pt x="527208" y="72273"/>
                </a:lnTo>
                <a:lnTo>
                  <a:pt x="527424" y="71706"/>
                </a:lnTo>
                <a:lnTo>
                  <a:pt x="527629" y="71136"/>
                </a:lnTo>
                <a:lnTo>
                  <a:pt x="527822" y="70560"/>
                </a:lnTo>
                <a:lnTo>
                  <a:pt x="528004" y="69981"/>
                </a:lnTo>
                <a:lnTo>
                  <a:pt x="528173" y="69397"/>
                </a:lnTo>
                <a:lnTo>
                  <a:pt x="528331" y="68809"/>
                </a:lnTo>
                <a:lnTo>
                  <a:pt x="528477" y="68216"/>
                </a:lnTo>
                <a:lnTo>
                  <a:pt x="528612" y="67619"/>
                </a:lnTo>
                <a:lnTo>
                  <a:pt x="528735" y="67018"/>
                </a:lnTo>
                <a:lnTo>
                  <a:pt x="528846" y="66412"/>
                </a:lnTo>
                <a:lnTo>
                  <a:pt x="528945" y="65802"/>
                </a:lnTo>
                <a:lnTo>
                  <a:pt x="529033" y="65188"/>
                </a:lnTo>
                <a:lnTo>
                  <a:pt x="529109" y="64570"/>
                </a:lnTo>
                <a:lnTo>
                  <a:pt x="529173" y="63947"/>
                </a:lnTo>
                <a:lnTo>
                  <a:pt x="529226" y="63319"/>
                </a:lnTo>
                <a:lnTo>
                  <a:pt x="529267" y="62688"/>
                </a:lnTo>
                <a:lnTo>
                  <a:pt x="529296" y="62052"/>
                </a:lnTo>
                <a:lnTo>
                  <a:pt x="529314" y="61411"/>
                </a:lnTo>
                <a:lnTo>
                  <a:pt x="529320" y="60767"/>
                </a:lnTo>
                <a:lnTo>
                  <a:pt x="529314" y="60101"/>
                </a:lnTo>
                <a:lnTo>
                  <a:pt x="529297" y="59440"/>
                </a:lnTo>
                <a:lnTo>
                  <a:pt x="529268" y="58785"/>
                </a:lnTo>
                <a:lnTo>
                  <a:pt x="529227" y="58134"/>
                </a:lnTo>
                <a:lnTo>
                  <a:pt x="529175" y="57489"/>
                </a:lnTo>
                <a:lnTo>
                  <a:pt x="529112" y="56849"/>
                </a:lnTo>
                <a:lnTo>
                  <a:pt x="529037" y="56213"/>
                </a:lnTo>
                <a:lnTo>
                  <a:pt x="528950" y="55583"/>
                </a:lnTo>
                <a:lnTo>
                  <a:pt x="528852" y="54958"/>
                </a:lnTo>
                <a:lnTo>
                  <a:pt x="528742" y="54338"/>
                </a:lnTo>
                <a:lnTo>
                  <a:pt x="528621" y="53724"/>
                </a:lnTo>
                <a:lnTo>
                  <a:pt x="528488" y="53114"/>
                </a:lnTo>
                <a:lnTo>
                  <a:pt x="528343" y="52509"/>
                </a:lnTo>
                <a:lnTo>
                  <a:pt x="528187" y="51910"/>
                </a:lnTo>
                <a:lnTo>
                  <a:pt x="528020" y="51315"/>
                </a:lnTo>
                <a:lnTo>
                  <a:pt x="527841" y="50726"/>
                </a:lnTo>
                <a:lnTo>
                  <a:pt x="527650" y="50142"/>
                </a:lnTo>
                <a:lnTo>
                  <a:pt x="527448" y="49563"/>
                </a:lnTo>
                <a:lnTo>
                  <a:pt x="527234" y="48989"/>
                </a:lnTo>
                <a:lnTo>
                  <a:pt x="527009" y="48420"/>
                </a:lnTo>
                <a:lnTo>
                  <a:pt x="526772" y="47856"/>
                </a:lnTo>
                <a:lnTo>
                  <a:pt x="526524" y="47297"/>
                </a:lnTo>
                <a:lnTo>
                  <a:pt x="526264" y="46744"/>
                </a:lnTo>
                <a:lnTo>
                  <a:pt x="525992" y="46195"/>
                </a:lnTo>
                <a:lnTo>
                  <a:pt x="525709" y="45654"/>
                </a:lnTo>
                <a:lnTo>
                  <a:pt x="525415" y="45121"/>
                </a:lnTo>
                <a:lnTo>
                  <a:pt x="525109" y="44598"/>
                </a:lnTo>
                <a:lnTo>
                  <a:pt x="524792" y="44085"/>
                </a:lnTo>
                <a:lnTo>
                  <a:pt x="524463" y="43580"/>
                </a:lnTo>
                <a:lnTo>
                  <a:pt x="524123" y="43085"/>
                </a:lnTo>
                <a:lnTo>
                  <a:pt x="523772" y="42599"/>
                </a:lnTo>
                <a:lnTo>
                  <a:pt x="523409" y="42123"/>
                </a:lnTo>
                <a:lnTo>
                  <a:pt x="523035" y="41655"/>
                </a:lnTo>
                <a:lnTo>
                  <a:pt x="522649" y="41197"/>
                </a:lnTo>
                <a:lnTo>
                  <a:pt x="522252" y="40749"/>
                </a:lnTo>
                <a:lnTo>
                  <a:pt x="521844" y="40309"/>
                </a:lnTo>
                <a:lnTo>
                  <a:pt x="521424" y="39879"/>
                </a:lnTo>
                <a:lnTo>
                  <a:pt x="521023" y="39489"/>
                </a:lnTo>
                <a:lnTo>
                  <a:pt x="521109" y="39374"/>
                </a:lnTo>
                <a:lnTo>
                  <a:pt x="521387" y="39024"/>
                </a:lnTo>
                <a:lnTo>
                  <a:pt x="521670" y="38687"/>
                </a:lnTo>
                <a:lnTo>
                  <a:pt x="521959" y="38362"/>
                </a:lnTo>
                <a:close/>
                <a:moveTo>
                  <a:pt x="496712" y="79576"/>
                </a:moveTo>
                <a:lnTo>
                  <a:pt x="496188" y="79485"/>
                </a:lnTo>
                <a:lnTo>
                  <a:pt x="495670" y="79378"/>
                </a:lnTo>
                <a:lnTo>
                  <a:pt x="495157" y="79254"/>
                </a:lnTo>
                <a:lnTo>
                  <a:pt x="494649" y="79114"/>
                </a:lnTo>
                <a:lnTo>
                  <a:pt x="494148" y="78957"/>
                </a:lnTo>
                <a:lnTo>
                  <a:pt x="493651" y="78784"/>
                </a:lnTo>
                <a:lnTo>
                  <a:pt x="493161" y="78594"/>
                </a:lnTo>
                <a:lnTo>
                  <a:pt x="492676" y="78388"/>
                </a:lnTo>
                <a:lnTo>
                  <a:pt x="492196" y="78165"/>
                </a:lnTo>
                <a:lnTo>
                  <a:pt x="491722" y="77926"/>
                </a:lnTo>
                <a:lnTo>
                  <a:pt x="491254" y="77670"/>
                </a:lnTo>
                <a:lnTo>
                  <a:pt x="490791" y="77398"/>
                </a:lnTo>
                <a:lnTo>
                  <a:pt x="490334" y="77109"/>
                </a:lnTo>
                <a:lnTo>
                  <a:pt x="489882" y="76804"/>
                </a:lnTo>
                <a:lnTo>
                  <a:pt x="489436" y="76482"/>
                </a:lnTo>
                <a:lnTo>
                  <a:pt x="488995" y="76144"/>
                </a:lnTo>
                <a:lnTo>
                  <a:pt x="488560" y="75789"/>
                </a:lnTo>
                <a:lnTo>
                  <a:pt x="488130" y="75418"/>
                </a:lnTo>
                <a:lnTo>
                  <a:pt x="487706" y="75030"/>
                </a:lnTo>
                <a:lnTo>
                  <a:pt x="487294" y="74626"/>
                </a:lnTo>
                <a:lnTo>
                  <a:pt x="486899" y="74204"/>
                </a:lnTo>
                <a:lnTo>
                  <a:pt x="486522" y="73766"/>
                </a:lnTo>
                <a:lnTo>
                  <a:pt x="486162" y="73311"/>
                </a:lnTo>
                <a:lnTo>
                  <a:pt x="485820" y="72839"/>
                </a:lnTo>
                <a:lnTo>
                  <a:pt x="485495" y="72351"/>
                </a:lnTo>
                <a:lnTo>
                  <a:pt x="485188" y="71845"/>
                </a:lnTo>
                <a:lnTo>
                  <a:pt x="484898" y="71323"/>
                </a:lnTo>
                <a:lnTo>
                  <a:pt x="484626" y="70784"/>
                </a:lnTo>
                <a:lnTo>
                  <a:pt x="484372" y="70228"/>
                </a:lnTo>
                <a:lnTo>
                  <a:pt x="484135" y="69655"/>
                </a:lnTo>
                <a:lnTo>
                  <a:pt x="483916" y="69066"/>
                </a:lnTo>
                <a:lnTo>
                  <a:pt x="483714" y="68460"/>
                </a:lnTo>
                <a:lnTo>
                  <a:pt x="483530" y="67837"/>
                </a:lnTo>
                <a:lnTo>
                  <a:pt x="483363" y="67197"/>
                </a:lnTo>
                <a:lnTo>
                  <a:pt x="483214" y="66540"/>
                </a:lnTo>
                <a:lnTo>
                  <a:pt x="483082" y="65867"/>
                </a:lnTo>
                <a:lnTo>
                  <a:pt x="482968" y="65177"/>
                </a:lnTo>
                <a:lnTo>
                  <a:pt x="482871" y="64470"/>
                </a:lnTo>
                <a:lnTo>
                  <a:pt x="482792" y="63746"/>
                </a:lnTo>
                <a:lnTo>
                  <a:pt x="482731" y="63005"/>
                </a:lnTo>
                <a:lnTo>
                  <a:pt x="482687" y="62248"/>
                </a:lnTo>
                <a:lnTo>
                  <a:pt x="482661" y="61474"/>
                </a:lnTo>
                <a:lnTo>
                  <a:pt x="482652" y="60683"/>
                </a:lnTo>
                <a:lnTo>
                  <a:pt x="482660" y="59898"/>
                </a:lnTo>
                <a:lnTo>
                  <a:pt x="482685" y="59130"/>
                </a:lnTo>
                <a:lnTo>
                  <a:pt x="482726" y="58378"/>
                </a:lnTo>
                <a:lnTo>
                  <a:pt x="482783" y="57642"/>
                </a:lnTo>
                <a:lnTo>
                  <a:pt x="482857" y="56922"/>
                </a:lnTo>
                <a:lnTo>
                  <a:pt x="482947" y="56218"/>
                </a:lnTo>
                <a:lnTo>
                  <a:pt x="483053" y="55530"/>
                </a:lnTo>
                <a:lnTo>
                  <a:pt x="483176" y="54859"/>
                </a:lnTo>
                <a:lnTo>
                  <a:pt x="483315" y="54203"/>
                </a:lnTo>
                <a:lnTo>
                  <a:pt x="483471" y="53563"/>
                </a:lnTo>
                <a:lnTo>
                  <a:pt x="483643" y="52940"/>
                </a:lnTo>
                <a:lnTo>
                  <a:pt x="483831" y="52332"/>
                </a:lnTo>
                <a:lnTo>
                  <a:pt x="484036" y="51740"/>
                </a:lnTo>
                <a:lnTo>
                  <a:pt x="484257" y="51165"/>
                </a:lnTo>
                <a:lnTo>
                  <a:pt x="484495" y="50605"/>
                </a:lnTo>
                <a:lnTo>
                  <a:pt x="484749" y="50062"/>
                </a:lnTo>
                <a:lnTo>
                  <a:pt x="485019" y="49535"/>
                </a:lnTo>
                <a:lnTo>
                  <a:pt x="485306" y="49023"/>
                </a:lnTo>
                <a:lnTo>
                  <a:pt x="485609" y="48528"/>
                </a:lnTo>
                <a:lnTo>
                  <a:pt x="485928" y="48049"/>
                </a:lnTo>
                <a:lnTo>
                  <a:pt x="486264" y="47586"/>
                </a:lnTo>
                <a:lnTo>
                  <a:pt x="486616" y="47139"/>
                </a:lnTo>
                <a:lnTo>
                  <a:pt x="486984" y="46708"/>
                </a:lnTo>
                <a:lnTo>
                  <a:pt x="487369" y="46293"/>
                </a:lnTo>
                <a:lnTo>
                  <a:pt x="487767" y="45894"/>
                </a:lnTo>
                <a:lnTo>
                  <a:pt x="488175" y="45513"/>
                </a:lnTo>
                <a:lnTo>
                  <a:pt x="488592" y="45148"/>
                </a:lnTo>
                <a:lnTo>
                  <a:pt x="489019" y="44800"/>
                </a:lnTo>
                <a:lnTo>
                  <a:pt x="489456" y="44470"/>
                </a:lnTo>
                <a:lnTo>
                  <a:pt x="489902" y="44156"/>
                </a:lnTo>
                <a:lnTo>
                  <a:pt x="490358" y="43859"/>
                </a:lnTo>
                <a:lnTo>
                  <a:pt x="490823" y="43580"/>
                </a:lnTo>
                <a:lnTo>
                  <a:pt x="491298" y="43317"/>
                </a:lnTo>
                <a:lnTo>
                  <a:pt x="491783" y="43071"/>
                </a:lnTo>
                <a:lnTo>
                  <a:pt x="492278" y="42842"/>
                </a:lnTo>
                <a:lnTo>
                  <a:pt x="492782" y="42630"/>
                </a:lnTo>
                <a:lnTo>
                  <a:pt x="493295" y="42435"/>
                </a:lnTo>
                <a:lnTo>
                  <a:pt x="493819" y="42257"/>
                </a:lnTo>
                <a:lnTo>
                  <a:pt x="494352" y="42096"/>
                </a:lnTo>
                <a:lnTo>
                  <a:pt x="494895" y="41952"/>
                </a:lnTo>
                <a:lnTo>
                  <a:pt x="495447" y="41824"/>
                </a:lnTo>
                <a:lnTo>
                  <a:pt x="496009" y="41714"/>
                </a:lnTo>
                <a:lnTo>
                  <a:pt x="496581" y="41621"/>
                </a:lnTo>
                <a:lnTo>
                  <a:pt x="497162" y="41545"/>
                </a:lnTo>
                <a:lnTo>
                  <a:pt x="497753" y="41485"/>
                </a:lnTo>
                <a:lnTo>
                  <a:pt x="498354" y="41443"/>
                </a:lnTo>
                <a:lnTo>
                  <a:pt x="498964" y="41418"/>
                </a:lnTo>
                <a:lnTo>
                  <a:pt x="499584" y="41409"/>
                </a:lnTo>
                <a:lnTo>
                  <a:pt x="500203" y="41417"/>
                </a:lnTo>
                <a:lnTo>
                  <a:pt x="500813" y="41442"/>
                </a:lnTo>
                <a:lnTo>
                  <a:pt x="501411" y="41483"/>
                </a:lnTo>
                <a:lnTo>
                  <a:pt x="502000" y="41541"/>
                </a:lnTo>
                <a:lnTo>
                  <a:pt x="502578" y="41615"/>
                </a:lnTo>
                <a:lnTo>
                  <a:pt x="503146" y="41706"/>
                </a:lnTo>
                <a:lnTo>
                  <a:pt x="503703" y="41814"/>
                </a:lnTo>
                <a:lnTo>
                  <a:pt x="504250" y="41937"/>
                </a:lnTo>
                <a:lnTo>
                  <a:pt x="504786" y="42078"/>
                </a:lnTo>
                <a:lnTo>
                  <a:pt x="505312" y="42234"/>
                </a:lnTo>
                <a:lnTo>
                  <a:pt x="505828" y="42408"/>
                </a:lnTo>
                <a:lnTo>
                  <a:pt x="506333" y="42598"/>
                </a:lnTo>
                <a:lnTo>
                  <a:pt x="506828" y="42804"/>
                </a:lnTo>
                <a:lnTo>
                  <a:pt x="507313" y="43027"/>
                </a:lnTo>
                <a:lnTo>
                  <a:pt x="507787" y="43266"/>
                </a:lnTo>
                <a:lnTo>
                  <a:pt x="508251" y="43522"/>
                </a:lnTo>
                <a:lnTo>
                  <a:pt x="508704" y="43795"/>
                </a:lnTo>
                <a:lnTo>
                  <a:pt x="509147" y="44083"/>
                </a:lnTo>
                <a:lnTo>
                  <a:pt x="509580" y="44389"/>
                </a:lnTo>
                <a:lnTo>
                  <a:pt x="510002" y="44711"/>
                </a:lnTo>
                <a:lnTo>
                  <a:pt x="510414" y="45049"/>
                </a:lnTo>
                <a:lnTo>
                  <a:pt x="510816" y="45404"/>
                </a:lnTo>
                <a:lnTo>
                  <a:pt x="511207" y="45776"/>
                </a:lnTo>
                <a:lnTo>
                  <a:pt x="511588" y="46164"/>
                </a:lnTo>
                <a:lnTo>
                  <a:pt x="511955" y="46568"/>
                </a:lnTo>
                <a:lnTo>
                  <a:pt x="512308" y="46991"/>
                </a:lnTo>
                <a:lnTo>
                  <a:pt x="512644" y="47431"/>
                </a:lnTo>
                <a:lnTo>
                  <a:pt x="512965" y="47889"/>
                </a:lnTo>
                <a:lnTo>
                  <a:pt x="513270" y="48365"/>
                </a:lnTo>
                <a:lnTo>
                  <a:pt x="513559" y="48858"/>
                </a:lnTo>
                <a:lnTo>
                  <a:pt x="513833" y="49369"/>
                </a:lnTo>
                <a:lnTo>
                  <a:pt x="514091" y="49898"/>
                </a:lnTo>
                <a:lnTo>
                  <a:pt x="514334" y="50445"/>
                </a:lnTo>
                <a:lnTo>
                  <a:pt x="514561" y="51009"/>
                </a:lnTo>
                <a:lnTo>
                  <a:pt x="514772" y="51591"/>
                </a:lnTo>
                <a:lnTo>
                  <a:pt x="514968" y="52191"/>
                </a:lnTo>
                <a:lnTo>
                  <a:pt x="515148" y="52808"/>
                </a:lnTo>
                <a:lnTo>
                  <a:pt x="515312" y="53444"/>
                </a:lnTo>
                <a:lnTo>
                  <a:pt x="515461" y="54096"/>
                </a:lnTo>
                <a:lnTo>
                  <a:pt x="515594" y="54767"/>
                </a:lnTo>
                <a:lnTo>
                  <a:pt x="515711" y="55455"/>
                </a:lnTo>
                <a:lnTo>
                  <a:pt x="515813" y="56161"/>
                </a:lnTo>
                <a:lnTo>
                  <a:pt x="515899" y="56885"/>
                </a:lnTo>
                <a:lnTo>
                  <a:pt x="515969" y="57626"/>
                </a:lnTo>
                <a:lnTo>
                  <a:pt x="516024" y="58386"/>
                </a:lnTo>
                <a:lnTo>
                  <a:pt x="516063" y="59163"/>
                </a:lnTo>
                <a:lnTo>
                  <a:pt x="516087" y="59957"/>
                </a:lnTo>
                <a:lnTo>
                  <a:pt x="516094" y="60769"/>
                </a:lnTo>
                <a:lnTo>
                  <a:pt x="516086" y="61546"/>
                </a:lnTo>
                <a:lnTo>
                  <a:pt x="516062" y="62307"/>
                </a:lnTo>
                <a:lnTo>
                  <a:pt x="516022" y="63052"/>
                </a:lnTo>
                <a:lnTo>
                  <a:pt x="515966" y="63781"/>
                </a:lnTo>
                <a:lnTo>
                  <a:pt x="515893" y="64494"/>
                </a:lnTo>
                <a:lnTo>
                  <a:pt x="515805" y="65190"/>
                </a:lnTo>
                <a:lnTo>
                  <a:pt x="515700" y="65871"/>
                </a:lnTo>
                <a:lnTo>
                  <a:pt x="515580" y="66535"/>
                </a:lnTo>
                <a:lnTo>
                  <a:pt x="515443" y="67184"/>
                </a:lnTo>
                <a:lnTo>
                  <a:pt x="515290" y="67816"/>
                </a:lnTo>
                <a:lnTo>
                  <a:pt x="515121" y="68433"/>
                </a:lnTo>
                <a:lnTo>
                  <a:pt x="514936" y="69033"/>
                </a:lnTo>
                <a:lnTo>
                  <a:pt x="514735" y="69617"/>
                </a:lnTo>
                <a:lnTo>
                  <a:pt x="514518" y="70186"/>
                </a:lnTo>
                <a:lnTo>
                  <a:pt x="514285" y="70738"/>
                </a:lnTo>
                <a:lnTo>
                  <a:pt x="514035" y="71274"/>
                </a:lnTo>
                <a:lnTo>
                  <a:pt x="513770" y="71794"/>
                </a:lnTo>
                <a:lnTo>
                  <a:pt x="513488" y="72298"/>
                </a:lnTo>
                <a:lnTo>
                  <a:pt x="513191" y="72786"/>
                </a:lnTo>
                <a:lnTo>
                  <a:pt x="512877" y="73258"/>
                </a:lnTo>
                <a:lnTo>
                  <a:pt x="512547" y="73714"/>
                </a:lnTo>
                <a:lnTo>
                  <a:pt x="512201" y="74154"/>
                </a:lnTo>
                <a:lnTo>
                  <a:pt x="511839" y="74578"/>
                </a:lnTo>
                <a:lnTo>
                  <a:pt x="511461" y="74985"/>
                </a:lnTo>
                <a:lnTo>
                  <a:pt x="511070" y="75377"/>
                </a:lnTo>
                <a:lnTo>
                  <a:pt x="510670" y="75752"/>
                </a:lnTo>
                <a:lnTo>
                  <a:pt x="510260" y="76110"/>
                </a:lnTo>
                <a:lnTo>
                  <a:pt x="509840" y="76451"/>
                </a:lnTo>
                <a:lnTo>
                  <a:pt x="509410" y="76776"/>
                </a:lnTo>
                <a:lnTo>
                  <a:pt x="508971" y="77084"/>
                </a:lnTo>
                <a:lnTo>
                  <a:pt x="508522" y="77375"/>
                </a:lnTo>
                <a:lnTo>
                  <a:pt x="508064" y="77650"/>
                </a:lnTo>
                <a:lnTo>
                  <a:pt x="507596" y="77908"/>
                </a:lnTo>
                <a:lnTo>
                  <a:pt x="507118" y="78150"/>
                </a:lnTo>
                <a:lnTo>
                  <a:pt x="506630" y="78375"/>
                </a:lnTo>
                <a:lnTo>
                  <a:pt x="506133" y="78583"/>
                </a:lnTo>
                <a:lnTo>
                  <a:pt x="505627" y="78774"/>
                </a:lnTo>
                <a:lnTo>
                  <a:pt x="505110" y="78949"/>
                </a:lnTo>
                <a:lnTo>
                  <a:pt x="504584" y="79107"/>
                </a:lnTo>
                <a:lnTo>
                  <a:pt x="504048" y="79249"/>
                </a:lnTo>
                <a:lnTo>
                  <a:pt x="503503" y="79374"/>
                </a:lnTo>
                <a:lnTo>
                  <a:pt x="502948" y="79482"/>
                </a:lnTo>
                <a:lnTo>
                  <a:pt x="502383" y="79574"/>
                </a:lnTo>
                <a:lnTo>
                  <a:pt x="501809" y="79649"/>
                </a:lnTo>
                <a:lnTo>
                  <a:pt x="501225" y="79707"/>
                </a:lnTo>
                <a:lnTo>
                  <a:pt x="500632" y="79749"/>
                </a:lnTo>
                <a:lnTo>
                  <a:pt x="500028" y="79774"/>
                </a:lnTo>
                <a:lnTo>
                  <a:pt x="499415" y="79782"/>
                </a:lnTo>
                <a:lnTo>
                  <a:pt x="498864" y="79774"/>
                </a:lnTo>
                <a:lnTo>
                  <a:pt x="498317" y="79749"/>
                </a:lnTo>
                <a:lnTo>
                  <a:pt x="497777" y="79708"/>
                </a:lnTo>
                <a:lnTo>
                  <a:pt x="497242" y="79650"/>
                </a:lnTo>
                <a:lnTo>
                  <a:pt x="496712" y="79576"/>
                </a:lnTo>
                <a:close/>
                <a:moveTo>
                  <a:pt x="495433" y="138814"/>
                </a:moveTo>
                <a:lnTo>
                  <a:pt x="494603" y="138738"/>
                </a:lnTo>
                <a:lnTo>
                  <a:pt x="493797" y="138648"/>
                </a:lnTo>
                <a:lnTo>
                  <a:pt x="493013" y="138545"/>
                </a:lnTo>
                <a:lnTo>
                  <a:pt x="492253" y="138428"/>
                </a:lnTo>
                <a:lnTo>
                  <a:pt x="491515" y="138297"/>
                </a:lnTo>
                <a:lnTo>
                  <a:pt x="490799" y="138152"/>
                </a:lnTo>
                <a:lnTo>
                  <a:pt x="490107" y="137994"/>
                </a:lnTo>
                <a:lnTo>
                  <a:pt x="489438" y="137821"/>
                </a:lnTo>
                <a:lnTo>
                  <a:pt x="488791" y="137635"/>
                </a:lnTo>
                <a:lnTo>
                  <a:pt x="488167" y="137436"/>
                </a:lnTo>
                <a:lnTo>
                  <a:pt x="487566" y="137222"/>
                </a:lnTo>
                <a:lnTo>
                  <a:pt x="486988" y="136995"/>
                </a:lnTo>
                <a:lnTo>
                  <a:pt x="486432" y="136753"/>
                </a:lnTo>
                <a:lnTo>
                  <a:pt x="485900" y="136498"/>
                </a:lnTo>
                <a:lnTo>
                  <a:pt x="485390" y="136230"/>
                </a:lnTo>
                <a:lnTo>
                  <a:pt x="484903" y="135947"/>
                </a:lnTo>
                <a:lnTo>
                  <a:pt x="484439" y="135651"/>
                </a:lnTo>
                <a:lnTo>
                  <a:pt x="483997" y="135341"/>
                </a:lnTo>
                <a:lnTo>
                  <a:pt x="483579" y="135017"/>
                </a:lnTo>
                <a:lnTo>
                  <a:pt x="483180" y="134684"/>
                </a:lnTo>
                <a:lnTo>
                  <a:pt x="482798" y="134347"/>
                </a:lnTo>
                <a:lnTo>
                  <a:pt x="482434" y="134005"/>
                </a:lnTo>
                <a:lnTo>
                  <a:pt x="482086" y="133659"/>
                </a:lnTo>
                <a:lnTo>
                  <a:pt x="481755" y="133308"/>
                </a:lnTo>
                <a:lnTo>
                  <a:pt x="481441" y="132953"/>
                </a:lnTo>
                <a:lnTo>
                  <a:pt x="481144" y="132594"/>
                </a:lnTo>
                <a:lnTo>
                  <a:pt x="480864" y="132230"/>
                </a:lnTo>
                <a:lnTo>
                  <a:pt x="480601" y="131862"/>
                </a:lnTo>
                <a:lnTo>
                  <a:pt x="480355" y="131490"/>
                </a:lnTo>
                <a:lnTo>
                  <a:pt x="480126" y="131113"/>
                </a:lnTo>
                <a:lnTo>
                  <a:pt x="479914" y="130732"/>
                </a:lnTo>
                <a:lnTo>
                  <a:pt x="479719" y="130346"/>
                </a:lnTo>
                <a:lnTo>
                  <a:pt x="479541" y="129956"/>
                </a:lnTo>
                <a:lnTo>
                  <a:pt x="479380" y="129561"/>
                </a:lnTo>
                <a:lnTo>
                  <a:pt x="479236" y="129163"/>
                </a:lnTo>
                <a:lnTo>
                  <a:pt x="479109" y="128759"/>
                </a:lnTo>
                <a:lnTo>
                  <a:pt x="478998" y="128352"/>
                </a:lnTo>
                <a:lnTo>
                  <a:pt x="478905" y="127940"/>
                </a:lnTo>
                <a:lnTo>
                  <a:pt x="478829" y="127523"/>
                </a:lnTo>
                <a:lnTo>
                  <a:pt x="478769" y="127103"/>
                </a:lnTo>
                <a:lnTo>
                  <a:pt x="478727" y="126677"/>
                </a:lnTo>
                <a:lnTo>
                  <a:pt x="478701" y="126248"/>
                </a:lnTo>
                <a:lnTo>
                  <a:pt x="478693" y="125814"/>
                </a:lnTo>
                <a:lnTo>
                  <a:pt x="478698" y="125423"/>
                </a:lnTo>
                <a:lnTo>
                  <a:pt x="478714" y="125037"/>
                </a:lnTo>
                <a:lnTo>
                  <a:pt x="478740" y="124654"/>
                </a:lnTo>
                <a:lnTo>
                  <a:pt x="478776" y="124275"/>
                </a:lnTo>
                <a:lnTo>
                  <a:pt x="478823" y="123901"/>
                </a:lnTo>
                <a:lnTo>
                  <a:pt x="478880" y="123530"/>
                </a:lnTo>
                <a:lnTo>
                  <a:pt x="478947" y="123163"/>
                </a:lnTo>
                <a:lnTo>
                  <a:pt x="479025" y="122800"/>
                </a:lnTo>
                <a:lnTo>
                  <a:pt x="479113" y="122441"/>
                </a:lnTo>
                <a:lnTo>
                  <a:pt x="479212" y="122086"/>
                </a:lnTo>
                <a:lnTo>
                  <a:pt x="479321" y="121735"/>
                </a:lnTo>
                <a:lnTo>
                  <a:pt x="479441" y="121387"/>
                </a:lnTo>
                <a:lnTo>
                  <a:pt x="479570" y="121044"/>
                </a:lnTo>
                <a:lnTo>
                  <a:pt x="479710" y="120705"/>
                </a:lnTo>
                <a:lnTo>
                  <a:pt x="479861" y="120369"/>
                </a:lnTo>
                <a:lnTo>
                  <a:pt x="480022" y="120038"/>
                </a:lnTo>
                <a:lnTo>
                  <a:pt x="480193" y="119710"/>
                </a:lnTo>
                <a:lnTo>
                  <a:pt x="480375" y="119387"/>
                </a:lnTo>
                <a:lnTo>
                  <a:pt x="480567" y="119067"/>
                </a:lnTo>
                <a:lnTo>
                  <a:pt x="480770" y="118751"/>
                </a:lnTo>
                <a:lnTo>
                  <a:pt x="480982" y="118440"/>
                </a:lnTo>
                <a:lnTo>
                  <a:pt x="481206" y="118132"/>
                </a:lnTo>
                <a:lnTo>
                  <a:pt x="481439" y="117828"/>
                </a:lnTo>
                <a:lnTo>
                  <a:pt x="481683" y="117528"/>
                </a:lnTo>
                <a:lnTo>
                  <a:pt x="481937" y="117233"/>
                </a:lnTo>
                <a:lnTo>
                  <a:pt x="482201" y="116946"/>
                </a:lnTo>
                <a:lnTo>
                  <a:pt x="482475" y="116666"/>
                </a:lnTo>
                <a:lnTo>
                  <a:pt x="482759" y="116394"/>
                </a:lnTo>
                <a:lnTo>
                  <a:pt x="483052" y="116128"/>
                </a:lnTo>
                <a:lnTo>
                  <a:pt x="483355" y="115870"/>
                </a:lnTo>
                <a:lnTo>
                  <a:pt x="483668" y="115620"/>
                </a:lnTo>
                <a:lnTo>
                  <a:pt x="483991" y="115376"/>
                </a:lnTo>
                <a:lnTo>
                  <a:pt x="484323" y="115140"/>
                </a:lnTo>
                <a:lnTo>
                  <a:pt x="484665" y="114911"/>
                </a:lnTo>
                <a:lnTo>
                  <a:pt x="485017" y="114689"/>
                </a:lnTo>
                <a:lnTo>
                  <a:pt x="485379" y="114474"/>
                </a:lnTo>
                <a:lnTo>
                  <a:pt x="485751" y="114267"/>
                </a:lnTo>
                <a:lnTo>
                  <a:pt x="486132" y="114067"/>
                </a:lnTo>
                <a:lnTo>
                  <a:pt x="486524" y="113875"/>
                </a:lnTo>
                <a:lnTo>
                  <a:pt x="486925" y="113689"/>
                </a:lnTo>
                <a:lnTo>
                  <a:pt x="487336" y="113511"/>
                </a:lnTo>
                <a:lnTo>
                  <a:pt x="487756" y="113340"/>
                </a:lnTo>
                <a:lnTo>
                  <a:pt x="488187" y="113177"/>
                </a:lnTo>
                <a:lnTo>
                  <a:pt x="488627" y="113020"/>
                </a:lnTo>
                <a:lnTo>
                  <a:pt x="489077" y="112871"/>
                </a:lnTo>
                <a:lnTo>
                  <a:pt x="489537" y="112729"/>
                </a:lnTo>
                <a:lnTo>
                  <a:pt x="490007" y="112595"/>
                </a:lnTo>
                <a:lnTo>
                  <a:pt x="490486" y="112468"/>
                </a:lnTo>
                <a:lnTo>
                  <a:pt x="501858" y="112468"/>
                </a:lnTo>
                <a:lnTo>
                  <a:pt x="502609" y="112470"/>
                </a:lnTo>
                <a:lnTo>
                  <a:pt x="503345" y="112478"/>
                </a:lnTo>
                <a:lnTo>
                  <a:pt x="504067" y="112491"/>
                </a:lnTo>
                <a:lnTo>
                  <a:pt x="504774" y="112509"/>
                </a:lnTo>
                <a:lnTo>
                  <a:pt x="505466" y="112532"/>
                </a:lnTo>
                <a:lnTo>
                  <a:pt x="506144" y="112560"/>
                </a:lnTo>
                <a:lnTo>
                  <a:pt x="506807" y="112594"/>
                </a:lnTo>
                <a:lnTo>
                  <a:pt x="507455" y="112632"/>
                </a:lnTo>
                <a:lnTo>
                  <a:pt x="508089" y="112676"/>
                </a:lnTo>
                <a:lnTo>
                  <a:pt x="508708" y="112725"/>
                </a:lnTo>
                <a:lnTo>
                  <a:pt x="509313" y="112779"/>
                </a:lnTo>
                <a:lnTo>
                  <a:pt x="509903" y="112838"/>
                </a:lnTo>
                <a:lnTo>
                  <a:pt x="510478" y="112903"/>
                </a:lnTo>
                <a:lnTo>
                  <a:pt x="511039" y="112972"/>
                </a:lnTo>
                <a:lnTo>
                  <a:pt x="511585" y="113047"/>
                </a:lnTo>
                <a:lnTo>
                  <a:pt x="512117" y="113127"/>
                </a:lnTo>
                <a:lnTo>
                  <a:pt x="512633" y="113212"/>
                </a:lnTo>
                <a:lnTo>
                  <a:pt x="513136" y="113302"/>
                </a:lnTo>
                <a:lnTo>
                  <a:pt x="513623" y="113397"/>
                </a:lnTo>
                <a:lnTo>
                  <a:pt x="514096" y="113498"/>
                </a:lnTo>
                <a:lnTo>
                  <a:pt x="514554" y="113604"/>
                </a:lnTo>
                <a:lnTo>
                  <a:pt x="514998" y="113714"/>
                </a:lnTo>
                <a:lnTo>
                  <a:pt x="515427" y="113830"/>
                </a:lnTo>
                <a:lnTo>
                  <a:pt x="515842" y="113951"/>
                </a:lnTo>
                <a:lnTo>
                  <a:pt x="516244" y="114077"/>
                </a:lnTo>
                <a:lnTo>
                  <a:pt x="516635" y="114206"/>
                </a:lnTo>
                <a:lnTo>
                  <a:pt x="517016" y="114340"/>
                </a:lnTo>
                <a:lnTo>
                  <a:pt x="517386" y="114478"/>
                </a:lnTo>
                <a:lnTo>
                  <a:pt x="517746" y="114620"/>
                </a:lnTo>
                <a:lnTo>
                  <a:pt x="518095" y="114766"/>
                </a:lnTo>
                <a:lnTo>
                  <a:pt x="518434" y="114916"/>
                </a:lnTo>
                <a:lnTo>
                  <a:pt x="518762" y="115070"/>
                </a:lnTo>
                <a:lnTo>
                  <a:pt x="519080" y="115228"/>
                </a:lnTo>
                <a:lnTo>
                  <a:pt x="519387" y="115390"/>
                </a:lnTo>
                <a:lnTo>
                  <a:pt x="519683" y="115557"/>
                </a:lnTo>
                <a:lnTo>
                  <a:pt x="519969" y="115727"/>
                </a:lnTo>
                <a:lnTo>
                  <a:pt x="520245" y="115902"/>
                </a:lnTo>
                <a:lnTo>
                  <a:pt x="520510" y="116080"/>
                </a:lnTo>
                <a:lnTo>
                  <a:pt x="520764" y="116263"/>
                </a:lnTo>
                <a:lnTo>
                  <a:pt x="521008" y="116450"/>
                </a:lnTo>
                <a:lnTo>
                  <a:pt x="521242" y="116641"/>
                </a:lnTo>
                <a:lnTo>
                  <a:pt x="521465" y="116836"/>
                </a:lnTo>
                <a:lnTo>
                  <a:pt x="521677" y="117035"/>
                </a:lnTo>
                <a:lnTo>
                  <a:pt x="521879" y="117238"/>
                </a:lnTo>
                <a:lnTo>
                  <a:pt x="522070" y="117445"/>
                </a:lnTo>
                <a:lnTo>
                  <a:pt x="522251" y="117657"/>
                </a:lnTo>
                <a:lnTo>
                  <a:pt x="522421" y="117872"/>
                </a:lnTo>
                <a:lnTo>
                  <a:pt x="522581" y="118092"/>
                </a:lnTo>
                <a:lnTo>
                  <a:pt x="522732" y="118315"/>
                </a:lnTo>
                <a:lnTo>
                  <a:pt x="522877" y="118542"/>
                </a:lnTo>
                <a:lnTo>
                  <a:pt x="523015" y="118773"/>
                </a:lnTo>
                <a:lnTo>
                  <a:pt x="523147" y="119007"/>
                </a:lnTo>
                <a:lnTo>
                  <a:pt x="523272" y="119244"/>
                </a:lnTo>
                <a:lnTo>
                  <a:pt x="523392" y="119485"/>
                </a:lnTo>
                <a:lnTo>
                  <a:pt x="523504" y="119730"/>
                </a:lnTo>
                <a:lnTo>
                  <a:pt x="523610" y="119978"/>
                </a:lnTo>
                <a:lnTo>
                  <a:pt x="523710" y="120229"/>
                </a:lnTo>
                <a:lnTo>
                  <a:pt x="523803" y="120484"/>
                </a:lnTo>
                <a:lnTo>
                  <a:pt x="523890" y="120743"/>
                </a:lnTo>
                <a:lnTo>
                  <a:pt x="523971" y="121005"/>
                </a:lnTo>
                <a:lnTo>
                  <a:pt x="524045" y="121270"/>
                </a:lnTo>
                <a:lnTo>
                  <a:pt x="524112" y="121539"/>
                </a:lnTo>
                <a:lnTo>
                  <a:pt x="524173" y="121811"/>
                </a:lnTo>
                <a:lnTo>
                  <a:pt x="524228" y="122087"/>
                </a:lnTo>
                <a:lnTo>
                  <a:pt x="524276" y="122366"/>
                </a:lnTo>
                <a:lnTo>
                  <a:pt x="524318" y="122649"/>
                </a:lnTo>
                <a:lnTo>
                  <a:pt x="524354" y="122936"/>
                </a:lnTo>
                <a:lnTo>
                  <a:pt x="524382" y="123225"/>
                </a:lnTo>
                <a:lnTo>
                  <a:pt x="524405" y="123519"/>
                </a:lnTo>
                <a:lnTo>
                  <a:pt x="524421" y="123816"/>
                </a:lnTo>
                <a:lnTo>
                  <a:pt x="524431" y="124116"/>
                </a:lnTo>
                <a:lnTo>
                  <a:pt x="524434" y="124420"/>
                </a:lnTo>
                <a:lnTo>
                  <a:pt x="524424" y="124932"/>
                </a:lnTo>
                <a:lnTo>
                  <a:pt x="524395" y="125438"/>
                </a:lnTo>
                <a:lnTo>
                  <a:pt x="524346" y="125937"/>
                </a:lnTo>
                <a:lnTo>
                  <a:pt x="524278" y="126428"/>
                </a:lnTo>
                <a:lnTo>
                  <a:pt x="524191" y="126913"/>
                </a:lnTo>
                <a:lnTo>
                  <a:pt x="524084" y="127391"/>
                </a:lnTo>
                <a:lnTo>
                  <a:pt x="523957" y="127862"/>
                </a:lnTo>
                <a:lnTo>
                  <a:pt x="523812" y="128325"/>
                </a:lnTo>
                <a:lnTo>
                  <a:pt x="523646" y="128782"/>
                </a:lnTo>
                <a:lnTo>
                  <a:pt x="523461" y="129232"/>
                </a:lnTo>
                <a:lnTo>
                  <a:pt x="523257" y="129675"/>
                </a:lnTo>
                <a:lnTo>
                  <a:pt x="523033" y="130111"/>
                </a:lnTo>
                <a:lnTo>
                  <a:pt x="522790" y="130540"/>
                </a:lnTo>
                <a:lnTo>
                  <a:pt x="522528" y="130962"/>
                </a:lnTo>
                <a:lnTo>
                  <a:pt x="522246" y="131377"/>
                </a:lnTo>
                <a:lnTo>
                  <a:pt x="521944" y="131785"/>
                </a:lnTo>
                <a:lnTo>
                  <a:pt x="521623" y="132186"/>
                </a:lnTo>
                <a:lnTo>
                  <a:pt x="521283" y="132580"/>
                </a:lnTo>
                <a:lnTo>
                  <a:pt x="520923" y="132967"/>
                </a:lnTo>
                <a:lnTo>
                  <a:pt x="520544" y="133347"/>
                </a:lnTo>
                <a:lnTo>
                  <a:pt x="520145" y="133721"/>
                </a:lnTo>
                <a:lnTo>
                  <a:pt x="519727" y="134087"/>
                </a:lnTo>
                <a:lnTo>
                  <a:pt x="519289" y="134446"/>
                </a:lnTo>
                <a:lnTo>
                  <a:pt x="518832" y="134798"/>
                </a:lnTo>
                <a:lnTo>
                  <a:pt x="518352" y="135140"/>
                </a:lnTo>
                <a:lnTo>
                  <a:pt x="517845" y="135467"/>
                </a:lnTo>
                <a:lnTo>
                  <a:pt x="517311" y="135780"/>
                </a:lnTo>
                <a:lnTo>
                  <a:pt x="516751" y="136078"/>
                </a:lnTo>
                <a:lnTo>
                  <a:pt x="516164" y="136361"/>
                </a:lnTo>
                <a:lnTo>
                  <a:pt x="515550" y="136630"/>
                </a:lnTo>
                <a:lnTo>
                  <a:pt x="514909" y="136885"/>
                </a:lnTo>
                <a:lnTo>
                  <a:pt x="514241" y="137125"/>
                </a:lnTo>
                <a:lnTo>
                  <a:pt x="513547" y="137350"/>
                </a:lnTo>
                <a:lnTo>
                  <a:pt x="512826" y="137561"/>
                </a:lnTo>
                <a:lnTo>
                  <a:pt x="512078" y="137757"/>
                </a:lnTo>
                <a:lnTo>
                  <a:pt x="511303" y="137939"/>
                </a:lnTo>
                <a:lnTo>
                  <a:pt x="510502" y="138106"/>
                </a:lnTo>
                <a:lnTo>
                  <a:pt x="509674" y="138259"/>
                </a:lnTo>
                <a:lnTo>
                  <a:pt x="508819" y="138397"/>
                </a:lnTo>
                <a:lnTo>
                  <a:pt x="507937" y="138521"/>
                </a:lnTo>
                <a:lnTo>
                  <a:pt x="507029" y="138630"/>
                </a:lnTo>
                <a:lnTo>
                  <a:pt x="506094" y="138724"/>
                </a:lnTo>
                <a:lnTo>
                  <a:pt x="505132" y="138804"/>
                </a:lnTo>
                <a:lnTo>
                  <a:pt x="504143" y="138870"/>
                </a:lnTo>
                <a:lnTo>
                  <a:pt x="503128" y="138921"/>
                </a:lnTo>
                <a:lnTo>
                  <a:pt x="502086" y="138957"/>
                </a:lnTo>
                <a:lnTo>
                  <a:pt x="501017" y="138979"/>
                </a:lnTo>
                <a:lnTo>
                  <a:pt x="499921" y="138986"/>
                </a:lnTo>
                <a:lnTo>
                  <a:pt x="498978" y="138979"/>
                </a:lnTo>
                <a:lnTo>
                  <a:pt x="498057" y="138958"/>
                </a:lnTo>
                <a:lnTo>
                  <a:pt x="497159" y="138924"/>
                </a:lnTo>
                <a:lnTo>
                  <a:pt x="496285" y="138876"/>
                </a:lnTo>
                <a:lnTo>
                  <a:pt x="495433" y="138814"/>
                </a:lnTo>
                <a:close/>
                <a:moveTo>
                  <a:pt x="404794" y="54994"/>
                </a:moveTo>
                <a:lnTo>
                  <a:pt x="405109" y="54583"/>
                </a:lnTo>
                <a:lnTo>
                  <a:pt x="405432" y="54175"/>
                </a:lnTo>
                <a:lnTo>
                  <a:pt x="405763" y="53769"/>
                </a:lnTo>
                <a:lnTo>
                  <a:pt x="406102" y="53365"/>
                </a:lnTo>
                <a:lnTo>
                  <a:pt x="406449" y="52963"/>
                </a:lnTo>
                <a:lnTo>
                  <a:pt x="406804" y="52564"/>
                </a:lnTo>
                <a:lnTo>
                  <a:pt x="407167" y="52167"/>
                </a:lnTo>
                <a:lnTo>
                  <a:pt x="407539" y="51773"/>
                </a:lnTo>
                <a:lnTo>
                  <a:pt x="407918" y="51381"/>
                </a:lnTo>
                <a:lnTo>
                  <a:pt x="408305" y="50991"/>
                </a:lnTo>
                <a:lnTo>
                  <a:pt x="408701" y="50604"/>
                </a:lnTo>
                <a:lnTo>
                  <a:pt x="409104" y="50219"/>
                </a:lnTo>
                <a:lnTo>
                  <a:pt x="409515" y="49836"/>
                </a:lnTo>
                <a:lnTo>
                  <a:pt x="409935" y="49455"/>
                </a:lnTo>
                <a:lnTo>
                  <a:pt x="410363" y="49077"/>
                </a:lnTo>
                <a:lnTo>
                  <a:pt x="410798" y="48701"/>
                </a:lnTo>
                <a:lnTo>
                  <a:pt x="411242" y="48328"/>
                </a:lnTo>
                <a:lnTo>
                  <a:pt x="411693" y="47957"/>
                </a:lnTo>
                <a:lnTo>
                  <a:pt x="412153" y="47588"/>
                </a:lnTo>
                <a:lnTo>
                  <a:pt x="412621" y="47221"/>
                </a:lnTo>
                <a:lnTo>
                  <a:pt x="413097" y="46857"/>
                </a:lnTo>
                <a:lnTo>
                  <a:pt x="413581" y="46496"/>
                </a:lnTo>
                <a:lnTo>
                  <a:pt x="414073" y="46142"/>
                </a:lnTo>
                <a:lnTo>
                  <a:pt x="414575" y="45804"/>
                </a:lnTo>
                <a:lnTo>
                  <a:pt x="415086" y="45481"/>
                </a:lnTo>
                <a:lnTo>
                  <a:pt x="415606" y="45173"/>
                </a:lnTo>
                <a:lnTo>
                  <a:pt x="416135" y="44880"/>
                </a:lnTo>
                <a:lnTo>
                  <a:pt x="416674" y="44602"/>
                </a:lnTo>
                <a:lnTo>
                  <a:pt x="417221" y="44339"/>
                </a:lnTo>
                <a:lnTo>
                  <a:pt x="417778" y="44091"/>
                </a:lnTo>
                <a:lnTo>
                  <a:pt x="418345" y="43859"/>
                </a:lnTo>
                <a:lnTo>
                  <a:pt x="418920" y="43641"/>
                </a:lnTo>
                <a:lnTo>
                  <a:pt x="419505" y="43438"/>
                </a:lnTo>
                <a:lnTo>
                  <a:pt x="420098" y="43250"/>
                </a:lnTo>
                <a:lnTo>
                  <a:pt x="420702" y="43077"/>
                </a:lnTo>
                <a:lnTo>
                  <a:pt x="421314" y="42919"/>
                </a:lnTo>
                <a:lnTo>
                  <a:pt x="421935" y="42777"/>
                </a:lnTo>
                <a:lnTo>
                  <a:pt x="422566" y="42649"/>
                </a:lnTo>
                <a:lnTo>
                  <a:pt x="423206" y="42536"/>
                </a:lnTo>
                <a:lnTo>
                  <a:pt x="423855" y="42439"/>
                </a:lnTo>
                <a:lnTo>
                  <a:pt x="424513" y="42356"/>
                </a:lnTo>
                <a:lnTo>
                  <a:pt x="425181" y="42288"/>
                </a:lnTo>
                <a:lnTo>
                  <a:pt x="425858" y="42236"/>
                </a:lnTo>
                <a:lnTo>
                  <a:pt x="426544" y="42198"/>
                </a:lnTo>
                <a:lnTo>
                  <a:pt x="427239" y="42176"/>
                </a:lnTo>
                <a:lnTo>
                  <a:pt x="427943" y="42168"/>
                </a:lnTo>
                <a:lnTo>
                  <a:pt x="428402" y="42173"/>
                </a:lnTo>
                <a:lnTo>
                  <a:pt x="428852" y="42187"/>
                </a:lnTo>
                <a:lnTo>
                  <a:pt x="429293" y="42211"/>
                </a:lnTo>
                <a:lnTo>
                  <a:pt x="429725" y="42244"/>
                </a:lnTo>
                <a:lnTo>
                  <a:pt x="430148" y="42286"/>
                </a:lnTo>
                <a:lnTo>
                  <a:pt x="430562" y="42338"/>
                </a:lnTo>
                <a:lnTo>
                  <a:pt x="430968" y="42400"/>
                </a:lnTo>
                <a:lnTo>
                  <a:pt x="431364" y="42471"/>
                </a:lnTo>
                <a:lnTo>
                  <a:pt x="431752" y="42551"/>
                </a:lnTo>
                <a:lnTo>
                  <a:pt x="432130" y="42641"/>
                </a:lnTo>
                <a:lnTo>
                  <a:pt x="432500" y="42740"/>
                </a:lnTo>
                <a:lnTo>
                  <a:pt x="432860" y="42849"/>
                </a:lnTo>
                <a:lnTo>
                  <a:pt x="433212" y="42967"/>
                </a:lnTo>
                <a:lnTo>
                  <a:pt x="433555" y="43094"/>
                </a:lnTo>
                <a:lnTo>
                  <a:pt x="433889" y="43232"/>
                </a:lnTo>
                <a:lnTo>
                  <a:pt x="434214" y="43378"/>
                </a:lnTo>
                <a:lnTo>
                  <a:pt x="434530" y="43534"/>
                </a:lnTo>
                <a:lnTo>
                  <a:pt x="434837" y="43699"/>
                </a:lnTo>
                <a:lnTo>
                  <a:pt x="435136" y="43874"/>
                </a:lnTo>
                <a:lnTo>
                  <a:pt x="435425" y="44059"/>
                </a:lnTo>
                <a:lnTo>
                  <a:pt x="435705" y="44252"/>
                </a:lnTo>
                <a:lnTo>
                  <a:pt x="435977" y="44456"/>
                </a:lnTo>
                <a:lnTo>
                  <a:pt x="436240" y="44668"/>
                </a:lnTo>
                <a:lnTo>
                  <a:pt x="436493" y="44891"/>
                </a:lnTo>
                <a:lnTo>
                  <a:pt x="436739" y="45121"/>
                </a:lnTo>
                <a:lnTo>
                  <a:pt x="436979" y="45358"/>
                </a:lnTo>
                <a:lnTo>
                  <a:pt x="437212" y="45603"/>
                </a:lnTo>
                <a:lnTo>
                  <a:pt x="437439" y="45856"/>
                </a:lnTo>
                <a:lnTo>
                  <a:pt x="437659" y="46115"/>
                </a:lnTo>
                <a:lnTo>
                  <a:pt x="437873" y="46382"/>
                </a:lnTo>
                <a:lnTo>
                  <a:pt x="438080" y="46656"/>
                </a:lnTo>
                <a:lnTo>
                  <a:pt x="438281" y="46937"/>
                </a:lnTo>
                <a:lnTo>
                  <a:pt x="438475" y="47226"/>
                </a:lnTo>
                <a:lnTo>
                  <a:pt x="438664" y="47522"/>
                </a:lnTo>
                <a:lnTo>
                  <a:pt x="438845" y="47825"/>
                </a:lnTo>
                <a:lnTo>
                  <a:pt x="439020" y="48136"/>
                </a:lnTo>
                <a:lnTo>
                  <a:pt x="439189" y="48453"/>
                </a:lnTo>
                <a:lnTo>
                  <a:pt x="439351" y="48778"/>
                </a:lnTo>
                <a:lnTo>
                  <a:pt x="439507" y="49111"/>
                </a:lnTo>
                <a:lnTo>
                  <a:pt x="439657" y="49451"/>
                </a:lnTo>
                <a:lnTo>
                  <a:pt x="439800" y="49798"/>
                </a:lnTo>
                <a:lnTo>
                  <a:pt x="439936" y="50152"/>
                </a:lnTo>
                <a:lnTo>
                  <a:pt x="440067" y="50513"/>
                </a:lnTo>
                <a:lnTo>
                  <a:pt x="440190" y="50882"/>
                </a:lnTo>
                <a:lnTo>
                  <a:pt x="440308" y="51258"/>
                </a:lnTo>
                <a:lnTo>
                  <a:pt x="440418" y="51642"/>
                </a:lnTo>
                <a:lnTo>
                  <a:pt x="440523" y="52033"/>
                </a:lnTo>
                <a:lnTo>
                  <a:pt x="440621" y="52431"/>
                </a:lnTo>
                <a:lnTo>
                  <a:pt x="440714" y="52835"/>
                </a:lnTo>
                <a:lnTo>
                  <a:pt x="440803" y="53243"/>
                </a:lnTo>
                <a:lnTo>
                  <a:pt x="440887" y="53656"/>
                </a:lnTo>
                <a:lnTo>
                  <a:pt x="440968" y="54074"/>
                </a:lnTo>
                <a:lnTo>
                  <a:pt x="441045" y="54496"/>
                </a:lnTo>
                <a:lnTo>
                  <a:pt x="441118" y="54923"/>
                </a:lnTo>
                <a:lnTo>
                  <a:pt x="441188" y="55355"/>
                </a:lnTo>
                <a:lnTo>
                  <a:pt x="441253" y="55792"/>
                </a:lnTo>
                <a:lnTo>
                  <a:pt x="441314" y="56233"/>
                </a:lnTo>
                <a:lnTo>
                  <a:pt x="441371" y="56678"/>
                </a:lnTo>
                <a:lnTo>
                  <a:pt x="441424" y="57129"/>
                </a:lnTo>
                <a:lnTo>
                  <a:pt x="441474" y="57584"/>
                </a:lnTo>
                <a:lnTo>
                  <a:pt x="441519" y="58044"/>
                </a:lnTo>
                <a:lnTo>
                  <a:pt x="441561" y="58508"/>
                </a:lnTo>
                <a:lnTo>
                  <a:pt x="441598" y="58977"/>
                </a:lnTo>
                <a:lnTo>
                  <a:pt x="441632" y="59451"/>
                </a:lnTo>
                <a:lnTo>
                  <a:pt x="441661" y="59929"/>
                </a:lnTo>
                <a:lnTo>
                  <a:pt x="441687" y="60412"/>
                </a:lnTo>
                <a:lnTo>
                  <a:pt x="441709" y="60900"/>
                </a:lnTo>
                <a:lnTo>
                  <a:pt x="441726" y="61392"/>
                </a:lnTo>
                <a:lnTo>
                  <a:pt x="441740" y="61889"/>
                </a:lnTo>
                <a:lnTo>
                  <a:pt x="441750" y="62390"/>
                </a:lnTo>
                <a:lnTo>
                  <a:pt x="441756" y="62897"/>
                </a:lnTo>
                <a:lnTo>
                  <a:pt x="441758" y="63408"/>
                </a:lnTo>
                <a:lnTo>
                  <a:pt x="441758" y="117396"/>
                </a:lnTo>
                <a:lnTo>
                  <a:pt x="455742" y="117396"/>
                </a:lnTo>
                <a:lnTo>
                  <a:pt x="455742" y="61792"/>
                </a:lnTo>
                <a:lnTo>
                  <a:pt x="455732" y="60557"/>
                </a:lnTo>
                <a:lnTo>
                  <a:pt x="455702" y="59345"/>
                </a:lnTo>
                <a:lnTo>
                  <a:pt x="455653" y="58157"/>
                </a:lnTo>
                <a:lnTo>
                  <a:pt x="455585" y="56992"/>
                </a:lnTo>
                <a:lnTo>
                  <a:pt x="455497" y="55850"/>
                </a:lnTo>
                <a:lnTo>
                  <a:pt x="455389" y="54732"/>
                </a:lnTo>
                <a:lnTo>
                  <a:pt x="455261" y="53637"/>
                </a:lnTo>
                <a:lnTo>
                  <a:pt x="455114" y="52565"/>
                </a:lnTo>
                <a:lnTo>
                  <a:pt x="454948" y="51517"/>
                </a:lnTo>
                <a:lnTo>
                  <a:pt x="454762" y="50492"/>
                </a:lnTo>
                <a:lnTo>
                  <a:pt x="454556" y="49491"/>
                </a:lnTo>
                <a:lnTo>
                  <a:pt x="454331" y="48512"/>
                </a:lnTo>
                <a:lnTo>
                  <a:pt x="454086" y="47558"/>
                </a:lnTo>
                <a:lnTo>
                  <a:pt x="453821" y="46626"/>
                </a:lnTo>
                <a:lnTo>
                  <a:pt x="453537" y="45718"/>
                </a:lnTo>
                <a:lnTo>
                  <a:pt x="453233" y="44833"/>
                </a:lnTo>
                <a:lnTo>
                  <a:pt x="452910" y="43972"/>
                </a:lnTo>
                <a:lnTo>
                  <a:pt x="452567" y="43134"/>
                </a:lnTo>
                <a:lnTo>
                  <a:pt x="452204" y="42320"/>
                </a:lnTo>
                <a:lnTo>
                  <a:pt x="451822" y="41528"/>
                </a:lnTo>
                <a:lnTo>
                  <a:pt x="451420" y="40760"/>
                </a:lnTo>
                <a:lnTo>
                  <a:pt x="450999" y="40016"/>
                </a:lnTo>
                <a:lnTo>
                  <a:pt x="450558" y="39295"/>
                </a:lnTo>
                <a:lnTo>
                  <a:pt x="450098" y="38597"/>
                </a:lnTo>
                <a:lnTo>
                  <a:pt x="449614" y="37925"/>
                </a:lnTo>
                <a:lnTo>
                  <a:pt x="449105" y="37282"/>
                </a:lnTo>
                <a:lnTo>
                  <a:pt x="448569" y="36667"/>
                </a:lnTo>
                <a:lnTo>
                  <a:pt x="448008" y="36080"/>
                </a:lnTo>
                <a:lnTo>
                  <a:pt x="447421" y="35523"/>
                </a:lnTo>
                <a:lnTo>
                  <a:pt x="446807" y="34994"/>
                </a:lnTo>
                <a:lnTo>
                  <a:pt x="446168" y="34493"/>
                </a:lnTo>
                <a:lnTo>
                  <a:pt x="445502" y="34021"/>
                </a:lnTo>
                <a:lnTo>
                  <a:pt x="444810" y="33578"/>
                </a:lnTo>
                <a:lnTo>
                  <a:pt x="444093" y="33164"/>
                </a:lnTo>
                <a:lnTo>
                  <a:pt x="443349" y="32777"/>
                </a:lnTo>
                <a:lnTo>
                  <a:pt x="442579" y="32420"/>
                </a:lnTo>
                <a:lnTo>
                  <a:pt x="441784" y="32091"/>
                </a:lnTo>
                <a:lnTo>
                  <a:pt x="440962" y="31791"/>
                </a:lnTo>
                <a:lnTo>
                  <a:pt x="440114" y="31519"/>
                </a:lnTo>
                <a:lnTo>
                  <a:pt x="439240" y="31276"/>
                </a:lnTo>
                <a:lnTo>
                  <a:pt x="438340" y="31062"/>
                </a:lnTo>
                <a:lnTo>
                  <a:pt x="437415" y="30876"/>
                </a:lnTo>
                <a:lnTo>
                  <a:pt x="436463" y="30718"/>
                </a:lnTo>
                <a:lnTo>
                  <a:pt x="435485" y="30590"/>
                </a:lnTo>
                <a:lnTo>
                  <a:pt x="434481" y="30490"/>
                </a:lnTo>
                <a:lnTo>
                  <a:pt x="433451" y="30418"/>
                </a:lnTo>
                <a:lnTo>
                  <a:pt x="432395" y="30375"/>
                </a:lnTo>
                <a:lnTo>
                  <a:pt x="431313" y="30361"/>
                </a:lnTo>
                <a:lnTo>
                  <a:pt x="430476" y="30368"/>
                </a:lnTo>
                <a:lnTo>
                  <a:pt x="429651" y="30391"/>
                </a:lnTo>
                <a:lnTo>
                  <a:pt x="428838" y="30428"/>
                </a:lnTo>
                <a:lnTo>
                  <a:pt x="428037" y="30479"/>
                </a:lnTo>
                <a:lnTo>
                  <a:pt x="427247" y="30546"/>
                </a:lnTo>
                <a:lnTo>
                  <a:pt x="426469" y="30627"/>
                </a:lnTo>
                <a:lnTo>
                  <a:pt x="425703" y="30723"/>
                </a:lnTo>
                <a:lnTo>
                  <a:pt x="424948" y="30834"/>
                </a:lnTo>
                <a:lnTo>
                  <a:pt x="424205" y="30960"/>
                </a:lnTo>
                <a:lnTo>
                  <a:pt x="423474" y="31100"/>
                </a:lnTo>
                <a:lnTo>
                  <a:pt x="422754" y="31256"/>
                </a:lnTo>
                <a:lnTo>
                  <a:pt x="422046" y="31426"/>
                </a:lnTo>
                <a:lnTo>
                  <a:pt x="421350" y="31611"/>
                </a:lnTo>
                <a:lnTo>
                  <a:pt x="420666" y="31810"/>
                </a:lnTo>
                <a:lnTo>
                  <a:pt x="419993" y="32025"/>
                </a:lnTo>
                <a:lnTo>
                  <a:pt x="419332" y="32254"/>
                </a:lnTo>
                <a:lnTo>
                  <a:pt x="418683" y="32498"/>
                </a:lnTo>
                <a:lnTo>
                  <a:pt x="418045" y="32757"/>
                </a:lnTo>
                <a:lnTo>
                  <a:pt x="417419" y="33030"/>
                </a:lnTo>
                <a:lnTo>
                  <a:pt x="416805" y="33319"/>
                </a:lnTo>
                <a:lnTo>
                  <a:pt x="416202" y="33622"/>
                </a:lnTo>
                <a:lnTo>
                  <a:pt x="415612" y="33940"/>
                </a:lnTo>
                <a:lnTo>
                  <a:pt x="415033" y="34272"/>
                </a:lnTo>
                <a:lnTo>
                  <a:pt x="414465" y="34620"/>
                </a:lnTo>
                <a:lnTo>
                  <a:pt x="413909" y="34976"/>
                </a:lnTo>
                <a:lnTo>
                  <a:pt x="413364" y="35334"/>
                </a:lnTo>
                <a:lnTo>
                  <a:pt x="412829" y="35695"/>
                </a:lnTo>
                <a:lnTo>
                  <a:pt x="412305" y="36057"/>
                </a:lnTo>
                <a:lnTo>
                  <a:pt x="411792" y="36422"/>
                </a:lnTo>
                <a:lnTo>
                  <a:pt x="411290" y="36789"/>
                </a:lnTo>
                <a:lnTo>
                  <a:pt x="410799" y="37158"/>
                </a:lnTo>
                <a:lnTo>
                  <a:pt x="410319" y="37530"/>
                </a:lnTo>
                <a:lnTo>
                  <a:pt x="409849" y="37903"/>
                </a:lnTo>
                <a:lnTo>
                  <a:pt x="409390" y="38279"/>
                </a:lnTo>
                <a:lnTo>
                  <a:pt x="408942" y="38657"/>
                </a:lnTo>
                <a:lnTo>
                  <a:pt x="408505" y="39037"/>
                </a:lnTo>
                <a:lnTo>
                  <a:pt x="408079" y="39419"/>
                </a:lnTo>
                <a:lnTo>
                  <a:pt x="407663" y="39804"/>
                </a:lnTo>
                <a:lnTo>
                  <a:pt x="407259" y="40191"/>
                </a:lnTo>
                <a:lnTo>
                  <a:pt x="406865" y="40580"/>
                </a:lnTo>
                <a:lnTo>
                  <a:pt x="406482" y="40971"/>
                </a:lnTo>
                <a:lnTo>
                  <a:pt x="406110" y="41364"/>
                </a:lnTo>
                <a:lnTo>
                  <a:pt x="405748" y="41760"/>
                </a:lnTo>
                <a:lnTo>
                  <a:pt x="405398" y="42158"/>
                </a:lnTo>
                <a:lnTo>
                  <a:pt x="405058" y="42557"/>
                </a:lnTo>
                <a:lnTo>
                  <a:pt x="404729" y="42960"/>
                </a:lnTo>
                <a:lnTo>
                  <a:pt x="404411" y="43364"/>
                </a:lnTo>
                <a:lnTo>
                  <a:pt x="404104" y="43770"/>
                </a:lnTo>
                <a:lnTo>
                  <a:pt x="403767" y="31879"/>
                </a:lnTo>
                <a:lnTo>
                  <a:pt x="390120" y="31879"/>
                </a:lnTo>
                <a:lnTo>
                  <a:pt x="390120" y="117396"/>
                </a:lnTo>
                <a:lnTo>
                  <a:pt x="404188" y="117396"/>
                </a:lnTo>
                <a:lnTo>
                  <a:pt x="404188" y="55823"/>
                </a:lnTo>
                <a:lnTo>
                  <a:pt x="404487" y="55407"/>
                </a:lnTo>
                <a:lnTo>
                  <a:pt x="404794" y="54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D84B2D-D81A-4843-86C0-E0FB8EE0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623" y="321038"/>
            <a:ext cx="777559" cy="374010"/>
          </a:xfrm>
          <a:custGeom xmlns:a="http://schemas.openxmlformats.org/drawingml/2006/main">
            <a:pathLst>
              <a:path w="777559" h="374010" fill="none">
                <a:moveTo>
                  <a:pt x="0" y="0"/>
                </a:moveTo>
                <a:lnTo>
                  <a:pt x="777559" y="0"/>
                </a:lnTo>
                <a:lnTo>
                  <a:pt x="777559" y="374010"/>
                </a:lnTo>
                <a:lnTo>
                  <a:pt x="0" y="3740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107" name="Text Processing">
            <a:extLst xmlns:a="http://schemas.openxmlformats.org/drawingml/2006/main">
              <a:ext uri="{FF2B5EF4-FFF2-40B4-BE49-F238E27FC236}">
                <a16:creationId xmlns:a16="http://schemas.microsoft.com/office/drawing/2014/main" id="{6B938980-106E-4B09-AADD-965E808D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148" y="447953"/>
            <a:ext cx="713260" cy="149191"/>
          </a:xfrm>
          <a:custGeom xmlns:a="http://schemas.openxmlformats.org/drawingml/2006/main">
            <a:pathLst>
              <a:path w="713260" h="149191">
                <a:moveTo>
                  <a:pt x="539456" y="16297"/>
                </a:moveTo>
                <a:lnTo>
                  <a:pt x="539763" y="16261"/>
                </a:lnTo>
                <a:lnTo>
                  <a:pt x="540064" y="16216"/>
                </a:lnTo>
                <a:lnTo>
                  <a:pt x="540359" y="16164"/>
                </a:lnTo>
                <a:lnTo>
                  <a:pt x="540650" y="16104"/>
                </a:lnTo>
                <a:lnTo>
                  <a:pt x="540935" y="16035"/>
                </a:lnTo>
                <a:lnTo>
                  <a:pt x="541215" y="15959"/>
                </a:lnTo>
                <a:lnTo>
                  <a:pt x="541490" y="15874"/>
                </a:lnTo>
                <a:lnTo>
                  <a:pt x="541759" y="15781"/>
                </a:lnTo>
                <a:lnTo>
                  <a:pt x="542023" y="15681"/>
                </a:lnTo>
                <a:lnTo>
                  <a:pt x="542282" y="15572"/>
                </a:lnTo>
                <a:lnTo>
                  <a:pt x="542535" y="15455"/>
                </a:lnTo>
                <a:lnTo>
                  <a:pt x="542784" y="15330"/>
                </a:lnTo>
                <a:lnTo>
                  <a:pt x="543027" y="15198"/>
                </a:lnTo>
                <a:lnTo>
                  <a:pt x="543265" y="15057"/>
                </a:lnTo>
                <a:lnTo>
                  <a:pt x="543497" y="14908"/>
                </a:lnTo>
                <a:lnTo>
                  <a:pt x="543724" y="14751"/>
                </a:lnTo>
                <a:lnTo>
                  <a:pt x="543946" y="14586"/>
                </a:lnTo>
                <a:lnTo>
                  <a:pt x="544163" y="14412"/>
                </a:lnTo>
                <a:lnTo>
                  <a:pt x="544375" y="14231"/>
                </a:lnTo>
                <a:lnTo>
                  <a:pt x="544581" y="14042"/>
                </a:lnTo>
                <a:lnTo>
                  <a:pt x="544780" y="13847"/>
                </a:lnTo>
                <a:lnTo>
                  <a:pt x="544971" y="13647"/>
                </a:lnTo>
                <a:lnTo>
                  <a:pt x="545153" y="13443"/>
                </a:lnTo>
                <a:lnTo>
                  <a:pt x="545327" y="13235"/>
                </a:lnTo>
                <a:lnTo>
                  <a:pt x="545493" y="13023"/>
                </a:lnTo>
                <a:lnTo>
                  <a:pt x="545650" y="12806"/>
                </a:lnTo>
                <a:lnTo>
                  <a:pt x="545798" y="12585"/>
                </a:lnTo>
                <a:lnTo>
                  <a:pt x="545938" y="12360"/>
                </a:lnTo>
                <a:lnTo>
                  <a:pt x="546069" y="12131"/>
                </a:lnTo>
                <a:lnTo>
                  <a:pt x="546192" y="11897"/>
                </a:lnTo>
                <a:lnTo>
                  <a:pt x="546307" y="11659"/>
                </a:lnTo>
                <a:lnTo>
                  <a:pt x="546413" y="11417"/>
                </a:lnTo>
                <a:lnTo>
                  <a:pt x="546511" y="11171"/>
                </a:lnTo>
                <a:lnTo>
                  <a:pt x="546600" y="10920"/>
                </a:lnTo>
                <a:lnTo>
                  <a:pt x="546680" y="10665"/>
                </a:lnTo>
                <a:lnTo>
                  <a:pt x="546752" y="10406"/>
                </a:lnTo>
                <a:lnTo>
                  <a:pt x="546816" y="10143"/>
                </a:lnTo>
                <a:lnTo>
                  <a:pt x="546871" y="9875"/>
                </a:lnTo>
                <a:lnTo>
                  <a:pt x="546918" y="9603"/>
                </a:lnTo>
                <a:lnTo>
                  <a:pt x="546956" y="9327"/>
                </a:lnTo>
                <a:lnTo>
                  <a:pt x="546986" y="9047"/>
                </a:lnTo>
                <a:lnTo>
                  <a:pt x="547007" y="8762"/>
                </a:lnTo>
                <a:lnTo>
                  <a:pt x="547020" y="8474"/>
                </a:lnTo>
                <a:lnTo>
                  <a:pt x="547024" y="8181"/>
                </a:lnTo>
                <a:lnTo>
                  <a:pt x="547020" y="7888"/>
                </a:lnTo>
                <a:lnTo>
                  <a:pt x="547007" y="7599"/>
                </a:lnTo>
                <a:lnTo>
                  <a:pt x="546986" y="7314"/>
                </a:lnTo>
                <a:lnTo>
                  <a:pt x="546956" y="7034"/>
                </a:lnTo>
                <a:lnTo>
                  <a:pt x="546918" y="6758"/>
                </a:lnTo>
                <a:lnTo>
                  <a:pt x="546871" y="6486"/>
                </a:lnTo>
                <a:lnTo>
                  <a:pt x="546816" y="6218"/>
                </a:lnTo>
                <a:lnTo>
                  <a:pt x="546752" y="5955"/>
                </a:lnTo>
                <a:lnTo>
                  <a:pt x="546680" y="5696"/>
                </a:lnTo>
                <a:lnTo>
                  <a:pt x="546600" y="5441"/>
                </a:lnTo>
                <a:lnTo>
                  <a:pt x="546511" y="5191"/>
                </a:lnTo>
                <a:lnTo>
                  <a:pt x="546413" y="4944"/>
                </a:lnTo>
                <a:lnTo>
                  <a:pt x="546307" y="4702"/>
                </a:lnTo>
                <a:lnTo>
                  <a:pt x="546192" y="4464"/>
                </a:lnTo>
                <a:lnTo>
                  <a:pt x="546069" y="4231"/>
                </a:lnTo>
                <a:lnTo>
                  <a:pt x="545938" y="4001"/>
                </a:lnTo>
                <a:lnTo>
                  <a:pt x="545798" y="3776"/>
                </a:lnTo>
                <a:lnTo>
                  <a:pt x="545650" y="3555"/>
                </a:lnTo>
                <a:lnTo>
                  <a:pt x="545493" y="3339"/>
                </a:lnTo>
                <a:lnTo>
                  <a:pt x="545327" y="3126"/>
                </a:lnTo>
                <a:lnTo>
                  <a:pt x="545153" y="2918"/>
                </a:lnTo>
                <a:lnTo>
                  <a:pt x="544971" y="2714"/>
                </a:lnTo>
                <a:lnTo>
                  <a:pt x="544780" y="2515"/>
                </a:lnTo>
                <a:lnTo>
                  <a:pt x="544581" y="2319"/>
                </a:lnTo>
                <a:lnTo>
                  <a:pt x="544375" y="2130"/>
                </a:lnTo>
                <a:lnTo>
                  <a:pt x="544163" y="1949"/>
                </a:lnTo>
                <a:lnTo>
                  <a:pt x="543946" y="1776"/>
                </a:lnTo>
                <a:lnTo>
                  <a:pt x="543724" y="1611"/>
                </a:lnTo>
                <a:lnTo>
                  <a:pt x="543497" y="1454"/>
                </a:lnTo>
                <a:lnTo>
                  <a:pt x="543265" y="1305"/>
                </a:lnTo>
                <a:lnTo>
                  <a:pt x="543027" y="1164"/>
                </a:lnTo>
                <a:lnTo>
                  <a:pt x="542784" y="1031"/>
                </a:lnTo>
                <a:lnTo>
                  <a:pt x="542535" y="906"/>
                </a:lnTo>
                <a:lnTo>
                  <a:pt x="542282" y="789"/>
                </a:lnTo>
                <a:lnTo>
                  <a:pt x="542023" y="680"/>
                </a:lnTo>
                <a:lnTo>
                  <a:pt x="541759" y="580"/>
                </a:lnTo>
                <a:lnTo>
                  <a:pt x="541490" y="487"/>
                </a:lnTo>
                <a:lnTo>
                  <a:pt x="541215" y="403"/>
                </a:lnTo>
                <a:lnTo>
                  <a:pt x="540935" y="326"/>
                </a:lnTo>
                <a:lnTo>
                  <a:pt x="540650" y="258"/>
                </a:lnTo>
                <a:lnTo>
                  <a:pt x="540359" y="197"/>
                </a:lnTo>
                <a:lnTo>
                  <a:pt x="540064" y="145"/>
                </a:lnTo>
                <a:lnTo>
                  <a:pt x="539763" y="101"/>
                </a:lnTo>
                <a:lnTo>
                  <a:pt x="539456" y="64"/>
                </a:lnTo>
                <a:lnTo>
                  <a:pt x="539145" y="36"/>
                </a:lnTo>
                <a:lnTo>
                  <a:pt x="538828" y="16"/>
                </a:lnTo>
                <a:lnTo>
                  <a:pt x="538506" y="4"/>
                </a:lnTo>
                <a:lnTo>
                  <a:pt x="538179" y="0"/>
                </a:lnTo>
                <a:lnTo>
                  <a:pt x="537845" y="4"/>
                </a:lnTo>
                <a:lnTo>
                  <a:pt x="537517" y="16"/>
                </a:lnTo>
                <a:lnTo>
                  <a:pt x="537194" y="36"/>
                </a:lnTo>
                <a:lnTo>
                  <a:pt x="536878" y="64"/>
                </a:lnTo>
                <a:lnTo>
                  <a:pt x="536567" y="101"/>
                </a:lnTo>
                <a:lnTo>
                  <a:pt x="536262" y="145"/>
                </a:lnTo>
                <a:lnTo>
                  <a:pt x="535963" y="197"/>
                </a:lnTo>
                <a:lnTo>
                  <a:pt x="535670" y="258"/>
                </a:lnTo>
                <a:lnTo>
                  <a:pt x="535383" y="326"/>
                </a:lnTo>
                <a:lnTo>
                  <a:pt x="535102" y="403"/>
                </a:lnTo>
                <a:lnTo>
                  <a:pt x="534826" y="487"/>
                </a:lnTo>
                <a:lnTo>
                  <a:pt x="534557" y="580"/>
                </a:lnTo>
                <a:lnTo>
                  <a:pt x="534293" y="680"/>
                </a:lnTo>
                <a:lnTo>
                  <a:pt x="534035" y="789"/>
                </a:lnTo>
                <a:lnTo>
                  <a:pt x="533783" y="906"/>
                </a:lnTo>
                <a:lnTo>
                  <a:pt x="533536" y="1031"/>
                </a:lnTo>
                <a:lnTo>
                  <a:pt x="533296" y="1164"/>
                </a:lnTo>
                <a:lnTo>
                  <a:pt x="533061" y="1305"/>
                </a:lnTo>
                <a:lnTo>
                  <a:pt x="532833" y="1454"/>
                </a:lnTo>
                <a:lnTo>
                  <a:pt x="532610" y="1611"/>
                </a:lnTo>
                <a:lnTo>
                  <a:pt x="532393" y="1776"/>
                </a:lnTo>
                <a:lnTo>
                  <a:pt x="532182" y="1949"/>
                </a:lnTo>
                <a:lnTo>
                  <a:pt x="531976" y="2130"/>
                </a:lnTo>
                <a:lnTo>
                  <a:pt x="531777" y="2319"/>
                </a:lnTo>
                <a:lnTo>
                  <a:pt x="531584" y="2515"/>
                </a:lnTo>
                <a:lnTo>
                  <a:pt x="531400" y="2714"/>
                </a:lnTo>
                <a:lnTo>
                  <a:pt x="531224" y="2918"/>
                </a:lnTo>
                <a:lnTo>
                  <a:pt x="531056" y="3126"/>
                </a:lnTo>
                <a:lnTo>
                  <a:pt x="530896" y="3339"/>
                </a:lnTo>
                <a:lnTo>
                  <a:pt x="530745" y="3555"/>
                </a:lnTo>
                <a:lnTo>
                  <a:pt x="530602" y="3776"/>
                </a:lnTo>
                <a:lnTo>
                  <a:pt x="530466" y="4001"/>
                </a:lnTo>
                <a:lnTo>
                  <a:pt x="530339" y="4231"/>
                </a:lnTo>
                <a:lnTo>
                  <a:pt x="530221" y="4464"/>
                </a:lnTo>
                <a:lnTo>
                  <a:pt x="530110" y="4702"/>
                </a:lnTo>
                <a:lnTo>
                  <a:pt x="530008" y="4944"/>
                </a:lnTo>
                <a:lnTo>
                  <a:pt x="529914" y="5191"/>
                </a:lnTo>
                <a:lnTo>
                  <a:pt x="529828" y="5441"/>
                </a:lnTo>
                <a:lnTo>
                  <a:pt x="529750" y="5696"/>
                </a:lnTo>
                <a:lnTo>
                  <a:pt x="529680" y="5955"/>
                </a:lnTo>
                <a:lnTo>
                  <a:pt x="529619" y="6218"/>
                </a:lnTo>
                <a:lnTo>
                  <a:pt x="529565" y="6486"/>
                </a:lnTo>
                <a:lnTo>
                  <a:pt x="529520" y="6758"/>
                </a:lnTo>
                <a:lnTo>
                  <a:pt x="529484" y="7034"/>
                </a:lnTo>
                <a:lnTo>
                  <a:pt x="529455" y="7314"/>
                </a:lnTo>
                <a:lnTo>
                  <a:pt x="529434" y="7599"/>
                </a:lnTo>
                <a:lnTo>
                  <a:pt x="529422" y="7888"/>
                </a:lnTo>
                <a:lnTo>
                  <a:pt x="529418" y="8181"/>
                </a:lnTo>
                <a:lnTo>
                  <a:pt x="529422" y="8474"/>
                </a:lnTo>
                <a:lnTo>
                  <a:pt x="529434" y="8762"/>
                </a:lnTo>
                <a:lnTo>
                  <a:pt x="529455" y="9047"/>
                </a:lnTo>
                <a:lnTo>
                  <a:pt x="529484" y="9327"/>
                </a:lnTo>
                <a:lnTo>
                  <a:pt x="529520" y="9603"/>
                </a:lnTo>
                <a:lnTo>
                  <a:pt x="529565" y="9875"/>
                </a:lnTo>
                <a:lnTo>
                  <a:pt x="529619" y="10143"/>
                </a:lnTo>
                <a:lnTo>
                  <a:pt x="529680" y="10406"/>
                </a:lnTo>
                <a:lnTo>
                  <a:pt x="529750" y="10665"/>
                </a:lnTo>
                <a:lnTo>
                  <a:pt x="529828" y="10920"/>
                </a:lnTo>
                <a:lnTo>
                  <a:pt x="529914" y="11171"/>
                </a:lnTo>
                <a:lnTo>
                  <a:pt x="530008" y="11417"/>
                </a:lnTo>
                <a:lnTo>
                  <a:pt x="530110" y="11659"/>
                </a:lnTo>
                <a:lnTo>
                  <a:pt x="530221" y="11897"/>
                </a:lnTo>
                <a:lnTo>
                  <a:pt x="530339" y="12131"/>
                </a:lnTo>
                <a:lnTo>
                  <a:pt x="530466" y="12360"/>
                </a:lnTo>
                <a:lnTo>
                  <a:pt x="530602" y="12585"/>
                </a:lnTo>
                <a:lnTo>
                  <a:pt x="530745" y="12806"/>
                </a:lnTo>
                <a:lnTo>
                  <a:pt x="530896" y="13023"/>
                </a:lnTo>
                <a:lnTo>
                  <a:pt x="531056" y="13235"/>
                </a:lnTo>
                <a:lnTo>
                  <a:pt x="531224" y="13443"/>
                </a:lnTo>
                <a:lnTo>
                  <a:pt x="531400" y="13647"/>
                </a:lnTo>
                <a:lnTo>
                  <a:pt x="531584" y="13847"/>
                </a:lnTo>
                <a:lnTo>
                  <a:pt x="531777" y="14042"/>
                </a:lnTo>
                <a:lnTo>
                  <a:pt x="531976" y="14231"/>
                </a:lnTo>
                <a:lnTo>
                  <a:pt x="532182" y="14412"/>
                </a:lnTo>
                <a:lnTo>
                  <a:pt x="532393" y="14586"/>
                </a:lnTo>
                <a:lnTo>
                  <a:pt x="532610" y="14751"/>
                </a:lnTo>
                <a:lnTo>
                  <a:pt x="532833" y="14908"/>
                </a:lnTo>
                <a:lnTo>
                  <a:pt x="533061" y="15057"/>
                </a:lnTo>
                <a:lnTo>
                  <a:pt x="533296" y="15198"/>
                </a:lnTo>
                <a:lnTo>
                  <a:pt x="533536" y="15330"/>
                </a:lnTo>
                <a:lnTo>
                  <a:pt x="533783" y="15455"/>
                </a:lnTo>
                <a:lnTo>
                  <a:pt x="534035" y="15572"/>
                </a:lnTo>
                <a:lnTo>
                  <a:pt x="534293" y="15681"/>
                </a:lnTo>
                <a:lnTo>
                  <a:pt x="534557" y="15781"/>
                </a:lnTo>
                <a:lnTo>
                  <a:pt x="534826" y="15874"/>
                </a:lnTo>
                <a:lnTo>
                  <a:pt x="535102" y="15959"/>
                </a:lnTo>
                <a:lnTo>
                  <a:pt x="535383" y="16035"/>
                </a:lnTo>
                <a:lnTo>
                  <a:pt x="535670" y="16104"/>
                </a:lnTo>
                <a:lnTo>
                  <a:pt x="535963" y="16164"/>
                </a:lnTo>
                <a:lnTo>
                  <a:pt x="536262" y="16216"/>
                </a:lnTo>
                <a:lnTo>
                  <a:pt x="536567" y="16261"/>
                </a:lnTo>
                <a:lnTo>
                  <a:pt x="536878" y="16297"/>
                </a:lnTo>
                <a:lnTo>
                  <a:pt x="537194" y="16325"/>
                </a:lnTo>
                <a:lnTo>
                  <a:pt x="537517" y="16345"/>
                </a:lnTo>
                <a:lnTo>
                  <a:pt x="537845" y="16357"/>
                </a:lnTo>
                <a:lnTo>
                  <a:pt x="538179" y="16361"/>
                </a:lnTo>
                <a:lnTo>
                  <a:pt x="538506" y="16357"/>
                </a:lnTo>
                <a:lnTo>
                  <a:pt x="538828" y="16345"/>
                </a:lnTo>
                <a:lnTo>
                  <a:pt x="539145" y="16325"/>
                </a:lnTo>
                <a:lnTo>
                  <a:pt x="539456" y="16297"/>
                </a:lnTo>
                <a:close/>
                <a:moveTo>
                  <a:pt x="41813" y="72522"/>
                </a:moveTo>
                <a:lnTo>
                  <a:pt x="42680" y="72502"/>
                </a:lnTo>
                <a:lnTo>
                  <a:pt x="43538" y="72469"/>
                </a:lnTo>
                <a:lnTo>
                  <a:pt x="44390" y="72421"/>
                </a:lnTo>
                <a:lnTo>
                  <a:pt x="45234" y="72361"/>
                </a:lnTo>
                <a:lnTo>
                  <a:pt x="46070" y="72287"/>
                </a:lnTo>
                <a:lnTo>
                  <a:pt x="46899" y="72200"/>
                </a:lnTo>
                <a:lnTo>
                  <a:pt x="47721" y="72099"/>
                </a:lnTo>
                <a:lnTo>
                  <a:pt x="48535" y="71984"/>
                </a:lnTo>
                <a:lnTo>
                  <a:pt x="49341" y="71856"/>
                </a:lnTo>
                <a:lnTo>
                  <a:pt x="50140" y="71715"/>
                </a:lnTo>
                <a:lnTo>
                  <a:pt x="50932" y="71561"/>
                </a:lnTo>
                <a:lnTo>
                  <a:pt x="51716" y="71392"/>
                </a:lnTo>
                <a:lnTo>
                  <a:pt x="52493" y="71211"/>
                </a:lnTo>
                <a:lnTo>
                  <a:pt x="53263" y="71016"/>
                </a:lnTo>
                <a:lnTo>
                  <a:pt x="54024" y="70807"/>
                </a:lnTo>
                <a:lnTo>
                  <a:pt x="54779" y="70585"/>
                </a:lnTo>
                <a:lnTo>
                  <a:pt x="55526" y="70350"/>
                </a:lnTo>
                <a:lnTo>
                  <a:pt x="56265" y="70101"/>
                </a:lnTo>
                <a:lnTo>
                  <a:pt x="56997" y="69839"/>
                </a:lnTo>
                <a:lnTo>
                  <a:pt x="57722" y="69563"/>
                </a:lnTo>
                <a:lnTo>
                  <a:pt x="58439" y="69274"/>
                </a:lnTo>
                <a:lnTo>
                  <a:pt x="59149" y="68971"/>
                </a:lnTo>
                <a:lnTo>
                  <a:pt x="59851" y="68655"/>
                </a:lnTo>
                <a:lnTo>
                  <a:pt x="60543" y="68326"/>
                </a:lnTo>
                <a:lnTo>
                  <a:pt x="61224" y="67984"/>
                </a:lnTo>
                <a:lnTo>
                  <a:pt x="61892" y="67630"/>
                </a:lnTo>
                <a:lnTo>
                  <a:pt x="62548" y="67263"/>
                </a:lnTo>
                <a:lnTo>
                  <a:pt x="63191" y="66883"/>
                </a:lnTo>
                <a:lnTo>
                  <a:pt x="63823" y="66491"/>
                </a:lnTo>
                <a:lnTo>
                  <a:pt x="64443" y="66087"/>
                </a:lnTo>
                <a:lnTo>
                  <a:pt x="65050" y="65670"/>
                </a:lnTo>
                <a:lnTo>
                  <a:pt x="65645" y="65240"/>
                </a:lnTo>
                <a:lnTo>
                  <a:pt x="66229" y="64798"/>
                </a:lnTo>
                <a:lnTo>
                  <a:pt x="66800" y="64343"/>
                </a:lnTo>
                <a:lnTo>
                  <a:pt x="67359" y="63875"/>
                </a:lnTo>
                <a:lnTo>
                  <a:pt x="67905" y="63395"/>
                </a:lnTo>
                <a:lnTo>
                  <a:pt x="68440" y="62903"/>
                </a:lnTo>
                <a:lnTo>
                  <a:pt x="68962" y="62398"/>
                </a:lnTo>
                <a:lnTo>
                  <a:pt x="69473" y="61880"/>
                </a:lnTo>
                <a:lnTo>
                  <a:pt x="69971" y="61350"/>
                </a:lnTo>
                <a:lnTo>
                  <a:pt x="70457" y="60807"/>
                </a:lnTo>
                <a:lnTo>
                  <a:pt x="70931" y="60251"/>
                </a:lnTo>
                <a:lnTo>
                  <a:pt x="71393" y="59683"/>
                </a:lnTo>
                <a:lnTo>
                  <a:pt x="71842" y="59103"/>
                </a:lnTo>
                <a:lnTo>
                  <a:pt x="72280" y="58509"/>
                </a:lnTo>
                <a:lnTo>
                  <a:pt x="72705" y="57904"/>
                </a:lnTo>
                <a:lnTo>
                  <a:pt x="73118" y="57285"/>
                </a:lnTo>
                <a:lnTo>
                  <a:pt x="73517" y="56654"/>
                </a:lnTo>
                <a:lnTo>
                  <a:pt x="73899" y="56011"/>
                </a:lnTo>
                <a:lnTo>
                  <a:pt x="74263" y="55356"/>
                </a:lnTo>
                <a:lnTo>
                  <a:pt x="74611" y="54688"/>
                </a:lnTo>
                <a:lnTo>
                  <a:pt x="74942" y="54008"/>
                </a:lnTo>
                <a:lnTo>
                  <a:pt x="75256" y="53315"/>
                </a:lnTo>
                <a:lnTo>
                  <a:pt x="75553" y="52611"/>
                </a:lnTo>
                <a:lnTo>
                  <a:pt x="75833" y="51894"/>
                </a:lnTo>
                <a:lnTo>
                  <a:pt x="76096" y="51164"/>
                </a:lnTo>
                <a:lnTo>
                  <a:pt x="76342" y="50423"/>
                </a:lnTo>
                <a:lnTo>
                  <a:pt x="76571" y="49669"/>
                </a:lnTo>
                <a:lnTo>
                  <a:pt x="76783" y="48903"/>
                </a:lnTo>
                <a:lnTo>
                  <a:pt x="76978" y="48125"/>
                </a:lnTo>
                <a:lnTo>
                  <a:pt x="77156" y="47334"/>
                </a:lnTo>
                <a:lnTo>
                  <a:pt x="77317" y="46531"/>
                </a:lnTo>
                <a:lnTo>
                  <a:pt x="77461" y="45716"/>
                </a:lnTo>
                <a:lnTo>
                  <a:pt x="77588" y="44889"/>
                </a:lnTo>
                <a:lnTo>
                  <a:pt x="77699" y="44049"/>
                </a:lnTo>
                <a:lnTo>
                  <a:pt x="77792" y="43197"/>
                </a:lnTo>
                <a:lnTo>
                  <a:pt x="77868" y="42333"/>
                </a:lnTo>
                <a:lnTo>
                  <a:pt x="77928" y="41456"/>
                </a:lnTo>
                <a:lnTo>
                  <a:pt x="77970" y="40567"/>
                </a:lnTo>
                <a:lnTo>
                  <a:pt x="77996" y="39666"/>
                </a:lnTo>
                <a:lnTo>
                  <a:pt x="78004" y="38752"/>
                </a:lnTo>
                <a:lnTo>
                  <a:pt x="77996" y="37818"/>
                </a:lnTo>
                <a:lnTo>
                  <a:pt x="77970" y="36895"/>
                </a:lnTo>
                <a:lnTo>
                  <a:pt x="77928" y="35985"/>
                </a:lnTo>
                <a:lnTo>
                  <a:pt x="77868" y="35087"/>
                </a:lnTo>
                <a:lnTo>
                  <a:pt x="77792" y="34201"/>
                </a:lnTo>
                <a:lnTo>
                  <a:pt x="77699" y="33327"/>
                </a:lnTo>
                <a:lnTo>
                  <a:pt x="77588" y="32465"/>
                </a:lnTo>
                <a:lnTo>
                  <a:pt x="77461" y="31616"/>
                </a:lnTo>
                <a:lnTo>
                  <a:pt x="77317" y="30778"/>
                </a:lnTo>
                <a:lnTo>
                  <a:pt x="77156" y="29953"/>
                </a:lnTo>
                <a:lnTo>
                  <a:pt x="76978" y="29140"/>
                </a:lnTo>
                <a:lnTo>
                  <a:pt x="76783" y="28339"/>
                </a:lnTo>
                <a:lnTo>
                  <a:pt x="76571" y="27550"/>
                </a:lnTo>
                <a:lnTo>
                  <a:pt x="76342" y="26773"/>
                </a:lnTo>
                <a:lnTo>
                  <a:pt x="76096" y="26009"/>
                </a:lnTo>
                <a:lnTo>
                  <a:pt x="75833" y="25256"/>
                </a:lnTo>
                <a:lnTo>
                  <a:pt x="75553" y="24516"/>
                </a:lnTo>
                <a:lnTo>
                  <a:pt x="75256" y="23788"/>
                </a:lnTo>
                <a:lnTo>
                  <a:pt x="74942" y="23072"/>
                </a:lnTo>
                <a:lnTo>
                  <a:pt x="74611" y="22368"/>
                </a:lnTo>
                <a:lnTo>
                  <a:pt x="74263" y="21676"/>
                </a:lnTo>
                <a:lnTo>
                  <a:pt x="73899" y="20997"/>
                </a:lnTo>
                <a:lnTo>
                  <a:pt x="73517" y="20329"/>
                </a:lnTo>
                <a:lnTo>
                  <a:pt x="73118" y="19674"/>
                </a:lnTo>
                <a:lnTo>
                  <a:pt x="72705" y="19031"/>
                </a:lnTo>
                <a:lnTo>
                  <a:pt x="72280" y="18402"/>
                </a:lnTo>
                <a:lnTo>
                  <a:pt x="71842" y="17785"/>
                </a:lnTo>
                <a:lnTo>
                  <a:pt x="71393" y="17182"/>
                </a:lnTo>
                <a:lnTo>
                  <a:pt x="70931" y="16591"/>
                </a:lnTo>
                <a:lnTo>
                  <a:pt x="70457" y="16014"/>
                </a:lnTo>
                <a:lnTo>
                  <a:pt x="69971" y="15451"/>
                </a:lnTo>
                <a:lnTo>
                  <a:pt x="69473" y="14900"/>
                </a:lnTo>
                <a:lnTo>
                  <a:pt x="68962" y="14362"/>
                </a:lnTo>
                <a:lnTo>
                  <a:pt x="68440" y="13838"/>
                </a:lnTo>
                <a:lnTo>
                  <a:pt x="67905" y="13327"/>
                </a:lnTo>
                <a:lnTo>
                  <a:pt x="67359" y="12829"/>
                </a:lnTo>
                <a:lnTo>
                  <a:pt x="66800" y="12344"/>
                </a:lnTo>
                <a:lnTo>
                  <a:pt x="66229" y="11872"/>
                </a:lnTo>
                <a:lnTo>
                  <a:pt x="65645" y="11414"/>
                </a:lnTo>
                <a:lnTo>
                  <a:pt x="65050" y="10969"/>
                </a:lnTo>
                <a:lnTo>
                  <a:pt x="64443" y="10537"/>
                </a:lnTo>
                <a:lnTo>
                  <a:pt x="63823" y="10118"/>
                </a:lnTo>
                <a:lnTo>
                  <a:pt x="63191" y="9712"/>
                </a:lnTo>
                <a:lnTo>
                  <a:pt x="62548" y="9319"/>
                </a:lnTo>
                <a:lnTo>
                  <a:pt x="61892" y="8940"/>
                </a:lnTo>
                <a:lnTo>
                  <a:pt x="61224" y="8573"/>
                </a:lnTo>
                <a:lnTo>
                  <a:pt x="60543" y="8220"/>
                </a:lnTo>
                <a:lnTo>
                  <a:pt x="59851" y="7880"/>
                </a:lnTo>
                <a:lnTo>
                  <a:pt x="59149" y="7554"/>
                </a:lnTo>
                <a:lnTo>
                  <a:pt x="58439" y="7241"/>
                </a:lnTo>
                <a:lnTo>
                  <a:pt x="57722" y="6942"/>
                </a:lnTo>
                <a:lnTo>
                  <a:pt x="56997" y="6658"/>
                </a:lnTo>
                <a:lnTo>
                  <a:pt x="56265" y="6387"/>
                </a:lnTo>
                <a:lnTo>
                  <a:pt x="55526" y="6130"/>
                </a:lnTo>
                <a:lnTo>
                  <a:pt x="54779" y="5887"/>
                </a:lnTo>
                <a:lnTo>
                  <a:pt x="54024" y="5658"/>
                </a:lnTo>
                <a:lnTo>
                  <a:pt x="53263" y="5442"/>
                </a:lnTo>
                <a:lnTo>
                  <a:pt x="52493" y="5241"/>
                </a:lnTo>
                <a:lnTo>
                  <a:pt x="51716" y="5053"/>
                </a:lnTo>
                <a:lnTo>
                  <a:pt x="50932" y="4880"/>
                </a:lnTo>
                <a:lnTo>
                  <a:pt x="50140" y="4720"/>
                </a:lnTo>
                <a:lnTo>
                  <a:pt x="49341" y="4574"/>
                </a:lnTo>
                <a:lnTo>
                  <a:pt x="48535" y="4442"/>
                </a:lnTo>
                <a:lnTo>
                  <a:pt x="47721" y="4324"/>
                </a:lnTo>
                <a:lnTo>
                  <a:pt x="46899" y="4220"/>
                </a:lnTo>
                <a:lnTo>
                  <a:pt x="46070" y="4130"/>
                </a:lnTo>
                <a:lnTo>
                  <a:pt x="45234" y="4053"/>
                </a:lnTo>
                <a:lnTo>
                  <a:pt x="44390" y="3991"/>
                </a:lnTo>
                <a:lnTo>
                  <a:pt x="43538" y="3942"/>
                </a:lnTo>
                <a:lnTo>
                  <a:pt x="42680" y="3907"/>
                </a:lnTo>
                <a:lnTo>
                  <a:pt x="41813" y="3886"/>
                </a:lnTo>
                <a:lnTo>
                  <a:pt x="40939" y="3879"/>
                </a:lnTo>
                <a:lnTo>
                  <a:pt x="0" y="3879"/>
                </a:lnTo>
                <a:lnTo>
                  <a:pt x="0" y="117396"/>
                </a:lnTo>
                <a:lnTo>
                  <a:pt x="15163" y="117396"/>
                </a:lnTo>
                <a:lnTo>
                  <a:pt x="15163" y="72529"/>
                </a:lnTo>
                <a:lnTo>
                  <a:pt x="40939" y="72529"/>
                </a:lnTo>
                <a:lnTo>
                  <a:pt x="41813" y="72522"/>
                </a:lnTo>
                <a:close/>
                <a:moveTo>
                  <a:pt x="41433" y="16399"/>
                </a:moveTo>
                <a:lnTo>
                  <a:pt x="42249" y="16447"/>
                </a:lnTo>
                <a:lnTo>
                  <a:pt x="43052" y="16513"/>
                </a:lnTo>
                <a:lnTo>
                  <a:pt x="43843" y="16599"/>
                </a:lnTo>
                <a:lnTo>
                  <a:pt x="44620" y="16703"/>
                </a:lnTo>
                <a:lnTo>
                  <a:pt x="45383" y="16827"/>
                </a:lnTo>
                <a:lnTo>
                  <a:pt x="46134" y="16969"/>
                </a:lnTo>
                <a:lnTo>
                  <a:pt x="46872" y="17131"/>
                </a:lnTo>
                <a:lnTo>
                  <a:pt x="47596" y="17311"/>
                </a:lnTo>
                <a:lnTo>
                  <a:pt x="48307" y="17511"/>
                </a:lnTo>
                <a:lnTo>
                  <a:pt x="49005" y="17729"/>
                </a:lnTo>
                <a:lnTo>
                  <a:pt x="49690" y="17967"/>
                </a:lnTo>
                <a:lnTo>
                  <a:pt x="50362" y="18223"/>
                </a:lnTo>
                <a:lnTo>
                  <a:pt x="51020" y="18498"/>
                </a:lnTo>
                <a:lnTo>
                  <a:pt x="51666" y="18793"/>
                </a:lnTo>
                <a:lnTo>
                  <a:pt x="52298" y="19106"/>
                </a:lnTo>
                <a:lnTo>
                  <a:pt x="52917" y="19439"/>
                </a:lnTo>
                <a:lnTo>
                  <a:pt x="53523" y="19790"/>
                </a:lnTo>
                <a:lnTo>
                  <a:pt x="54116" y="20161"/>
                </a:lnTo>
                <a:lnTo>
                  <a:pt x="54695" y="20550"/>
                </a:lnTo>
                <a:lnTo>
                  <a:pt x="55262" y="20959"/>
                </a:lnTo>
                <a:lnTo>
                  <a:pt x="55815" y="21386"/>
                </a:lnTo>
                <a:lnTo>
                  <a:pt x="56355" y="21833"/>
                </a:lnTo>
                <a:lnTo>
                  <a:pt x="56877" y="22299"/>
                </a:lnTo>
                <a:lnTo>
                  <a:pt x="57378" y="22786"/>
                </a:lnTo>
                <a:lnTo>
                  <a:pt x="57855" y="23294"/>
                </a:lnTo>
                <a:lnTo>
                  <a:pt x="58311" y="23822"/>
                </a:lnTo>
                <a:lnTo>
                  <a:pt x="58745" y="24372"/>
                </a:lnTo>
                <a:lnTo>
                  <a:pt x="59156" y="24942"/>
                </a:lnTo>
                <a:lnTo>
                  <a:pt x="59545" y="25533"/>
                </a:lnTo>
                <a:lnTo>
                  <a:pt x="59912" y="26144"/>
                </a:lnTo>
                <a:lnTo>
                  <a:pt x="60256" y="26777"/>
                </a:lnTo>
                <a:lnTo>
                  <a:pt x="60579" y="27430"/>
                </a:lnTo>
                <a:lnTo>
                  <a:pt x="60879" y="28104"/>
                </a:lnTo>
                <a:lnTo>
                  <a:pt x="61157" y="28798"/>
                </a:lnTo>
                <a:lnTo>
                  <a:pt x="61412" y="29514"/>
                </a:lnTo>
                <a:lnTo>
                  <a:pt x="61646" y="30250"/>
                </a:lnTo>
                <a:lnTo>
                  <a:pt x="61857" y="31007"/>
                </a:lnTo>
                <a:lnTo>
                  <a:pt x="62046" y="31784"/>
                </a:lnTo>
                <a:lnTo>
                  <a:pt x="62212" y="32583"/>
                </a:lnTo>
                <a:lnTo>
                  <a:pt x="62357" y="33402"/>
                </a:lnTo>
                <a:lnTo>
                  <a:pt x="62479" y="34242"/>
                </a:lnTo>
                <a:lnTo>
                  <a:pt x="62579" y="35102"/>
                </a:lnTo>
                <a:lnTo>
                  <a:pt x="62657" y="35984"/>
                </a:lnTo>
                <a:lnTo>
                  <a:pt x="62713" y="36886"/>
                </a:lnTo>
                <a:lnTo>
                  <a:pt x="62746" y="37809"/>
                </a:lnTo>
                <a:lnTo>
                  <a:pt x="62757" y="38752"/>
                </a:lnTo>
                <a:lnTo>
                  <a:pt x="62746" y="39634"/>
                </a:lnTo>
                <a:lnTo>
                  <a:pt x="62713" y="40496"/>
                </a:lnTo>
                <a:lnTo>
                  <a:pt x="62657" y="41340"/>
                </a:lnTo>
                <a:lnTo>
                  <a:pt x="62579" y="42165"/>
                </a:lnTo>
                <a:lnTo>
                  <a:pt x="62479" y="42971"/>
                </a:lnTo>
                <a:lnTo>
                  <a:pt x="62357" y="43758"/>
                </a:lnTo>
                <a:lnTo>
                  <a:pt x="62212" y="44526"/>
                </a:lnTo>
                <a:lnTo>
                  <a:pt x="62046" y="45276"/>
                </a:lnTo>
                <a:lnTo>
                  <a:pt x="61857" y="46006"/>
                </a:lnTo>
                <a:lnTo>
                  <a:pt x="61646" y="46718"/>
                </a:lnTo>
                <a:lnTo>
                  <a:pt x="61412" y="47411"/>
                </a:lnTo>
                <a:lnTo>
                  <a:pt x="61157" y="48085"/>
                </a:lnTo>
                <a:lnTo>
                  <a:pt x="60879" y="48740"/>
                </a:lnTo>
                <a:lnTo>
                  <a:pt x="60579" y="49376"/>
                </a:lnTo>
                <a:lnTo>
                  <a:pt x="60256" y="49994"/>
                </a:lnTo>
                <a:lnTo>
                  <a:pt x="59912" y="50592"/>
                </a:lnTo>
                <a:lnTo>
                  <a:pt x="59545" y="51172"/>
                </a:lnTo>
                <a:lnTo>
                  <a:pt x="59156" y="51733"/>
                </a:lnTo>
                <a:lnTo>
                  <a:pt x="58745" y="52275"/>
                </a:lnTo>
                <a:lnTo>
                  <a:pt x="58311" y="52798"/>
                </a:lnTo>
                <a:lnTo>
                  <a:pt x="57855" y="53303"/>
                </a:lnTo>
                <a:lnTo>
                  <a:pt x="57378" y="53788"/>
                </a:lnTo>
                <a:lnTo>
                  <a:pt x="56877" y="54255"/>
                </a:lnTo>
                <a:lnTo>
                  <a:pt x="56355" y="54703"/>
                </a:lnTo>
                <a:lnTo>
                  <a:pt x="55815" y="55132"/>
                </a:lnTo>
                <a:lnTo>
                  <a:pt x="55262" y="55543"/>
                </a:lnTo>
                <a:lnTo>
                  <a:pt x="54695" y="55935"/>
                </a:lnTo>
                <a:lnTo>
                  <a:pt x="54116" y="56310"/>
                </a:lnTo>
                <a:lnTo>
                  <a:pt x="53523" y="56666"/>
                </a:lnTo>
                <a:lnTo>
                  <a:pt x="52917" y="57004"/>
                </a:lnTo>
                <a:lnTo>
                  <a:pt x="52298" y="57324"/>
                </a:lnTo>
                <a:lnTo>
                  <a:pt x="51666" y="57625"/>
                </a:lnTo>
                <a:lnTo>
                  <a:pt x="51020" y="57908"/>
                </a:lnTo>
                <a:lnTo>
                  <a:pt x="50362" y="58173"/>
                </a:lnTo>
                <a:lnTo>
                  <a:pt x="49690" y="58420"/>
                </a:lnTo>
                <a:lnTo>
                  <a:pt x="49005" y="58648"/>
                </a:lnTo>
                <a:lnTo>
                  <a:pt x="48307" y="58858"/>
                </a:lnTo>
                <a:lnTo>
                  <a:pt x="47596" y="59050"/>
                </a:lnTo>
                <a:lnTo>
                  <a:pt x="46872" y="59223"/>
                </a:lnTo>
                <a:lnTo>
                  <a:pt x="46134" y="59379"/>
                </a:lnTo>
                <a:lnTo>
                  <a:pt x="45383" y="59516"/>
                </a:lnTo>
                <a:lnTo>
                  <a:pt x="44620" y="59634"/>
                </a:lnTo>
                <a:lnTo>
                  <a:pt x="43843" y="59735"/>
                </a:lnTo>
                <a:lnTo>
                  <a:pt x="43052" y="59817"/>
                </a:lnTo>
                <a:lnTo>
                  <a:pt x="42249" y="59881"/>
                </a:lnTo>
                <a:lnTo>
                  <a:pt x="41433" y="59926"/>
                </a:lnTo>
                <a:lnTo>
                  <a:pt x="40603" y="59954"/>
                </a:lnTo>
                <a:lnTo>
                  <a:pt x="39760" y="59963"/>
                </a:lnTo>
                <a:lnTo>
                  <a:pt x="15163" y="59963"/>
                </a:lnTo>
                <a:lnTo>
                  <a:pt x="15163" y="16361"/>
                </a:lnTo>
                <a:lnTo>
                  <a:pt x="39760" y="16361"/>
                </a:lnTo>
                <a:lnTo>
                  <a:pt x="40603" y="16371"/>
                </a:lnTo>
                <a:lnTo>
                  <a:pt x="41433" y="16399"/>
                </a:lnTo>
                <a:close/>
                <a:moveTo>
                  <a:pt x="101851" y="55878"/>
                </a:moveTo>
                <a:lnTo>
                  <a:pt x="102088" y="55560"/>
                </a:lnTo>
                <a:lnTo>
                  <a:pt x="102327" y="55245"/>
                </a:lnTo>
                <a:lnTo>
                  <a:pt x="102569" y="54933"/>
                </a:lnTo>
                <a:lnTo>
                  <a:pt x="102813" y="54625"/>
                </a:lnTo>
                <a:lnTo>
                  <a:pt x="103059" y="54320"/>
                </a:lnTo>
                <a:lnTo>
                  <a:pt x="103307" y="54018"/>
                </a:lnTo>
                <a:lnTo>
                  <a:pt x="103557" y="53720"/>
                </a:lnTo>
                <a:lnTo>
                  <a:pt x="103810" y="53424"/>
                </a:lnTo>
                <a:lnTo>
                  <a:pt x="104064" y="53132"/>
                </a:lnTo>
                <a:lnTo>
                  <a:pt x="104321" y="52843"/>
                </a:lnTo>
                <a:lnTo>
                  <a:pt x="104580" y="52558"/>
                </a:lnTo>
                <a:lnTo>
                  <a:pt x="104841" y="52275"/>
                </a:lnTo>
                <a:lnTo>
                  <a:pt x="105105" y="51996"/>
                </a:lnTo>
                <a:lnTo>
                  <a:pt x="105371" y="51720"/>
                </a:lnTo>
                <a:lnTo>
                  <a:pt x="105638" y="51447"/>
                </a:lnTo>
                <a:lnTo>
                  <a:pt x="105908" y="51178"/>
                </a:lnTo>
                <a:lnTo>
                  <a:pt x="106181" y="50912"/>
                </a:lnTo>
                <a:lnTo>
                  <a:pt x="106455" y="50649"/>
                </a:lnTo>
                <a:lnTo>
                  <a:pt x="106732" y="50389"/>
                </a:lnTo>
                <a:lnTo>
                  <a:pt x="107011" y="50132"/>
                </a:lnTo>
                <a:lnTo>
                  <a:pt x="107292" y="49879"/>
                </a:lnTo>
                <a:lnTo>
                  <a:pt x="107575" y="49629"/>
                </a:lnTo>
                <a:lnTo>
                  <a:pt x="107861" y="49383"/>
                </a:lnTo>
                <a:lnTo>
                  <a:pt x="108152" y="49141"/>
                </a:lnTo>
                <a:lnTo>
                  <a:pt x="108447" y="48904"/>
                </a:lnTo>
                <a:lnTo>
                  <a:pt x="108746" y="48671"/>
                </a:lnTo>
                <a:lnTo>
                  <a:pt x="109049" y="48442"/>
                </a:lnTo>
                <a:lnTo>
                  <a:pt x="109357" y="48218"/>
                </a:lnTo>
                <a:lnTo>
                  <a:pt x="109669" y="47999"/>
                </a:lnTo>
                <a:lnTo>
                  <a:pt x="109985" y="47784"/>
                </a:lnTo>
                <a:lnTo>
                  <a:pt x="110305" y="47574"/>
                </a:lnTo>
                <a:lnTo>
                  <a:pt x="110630" y="47368"/>
                </a:lnTo>
                <a:lnTo>
                  <a:pt x="110959" y="47166"/>
                </a:lnTo>
                <a:lnTo>
                  <a:pt x="111292" y="46969"/>
                </a:lnTo>
                <a:lnTo>
                  <a:pt x="111629" y="46777"/>
                </a:lnTo>
                <a:lnTo>
                  <a:pt x="111971" y="46589"/>
                </a:lnTo>
                <a:lnTo>
                  <a:pt x="112316" y="46405"/>
                </a:lnTo>
                <a:lnTo>
                  <a:pt x="112666" y="46226"/>
                </a:lnTo>
                <a:lnTo>
                  <a:pt x="113021" y="46052"/>
                </a:lnTo>
                <a:lnTo>
                  <a:pt x="113379" y="45882"/>
                </a:lnTo>
                <a:lnTo>
                  <a:pt x="113742" y="45717"/>
                </a:lnTo>
                <a:lnTo>
                  <a:pt x="114109" y="45556"/>
                </a:lnTo>
                <a:lnTo>
                  <a:pt x="114480" y="45399"/>
                </a:lnTo>
                <a:lnTo>
                  <a:pt x="114856" y="45247"/>
                </a:lnTo>
                <a:lnTo>
                  <a:pt x="115236" y="45099"/>
                </a:lnTo>
                <a:lnTo>
                  <a:pt x="115619" y="44956"/>
                </a:lnTo>
                <a:lnTo>
                  <a:pt x="116008" y="44818"/>
                </a:lnTo>
                <a:lnTo>
                  <a:pt x="116402" y="44686"/>
                </a:lnTo>
                <a:lnTo>
                  <a:pt x="116801" y="44560"/>
                </a:lnTo>
                <a:lnTo>
                  <a:pt x="117206" y="44439"/>
                </a:lnTo>
                <a:lnTo>
                  <a:pt x="117616" y="44325"/>
                </a:lnTo>
                <a:lnTo>
                  <a:pt x="118031" y="44216"/>
                </a:lnTo>
                <a:lnTo>
                  <a:pt x="118451" y="44113"/>
                </a:lnTo>
                <a:lnTo>
                  <a:pt x="118877" y="44016"/>
                </a:lnTo>
                <a:lnTo>
                  <a:pt x="119308" y="43925"/>
                </a:lnTo>
                <a:lnTo>
                  <a:pt x="119744" y="43840"/>
                </a:lnTo>
                <a:lnTo>
                  <a:pt x="120185" y="43761"/>
                </a:lnTo>
                <a:lnTo>
                  <a:pt x="120632" y="43687"/>
                </a:lnTo>
                <a:lnTo>
                  <a:pt x="121084" y="43620"/>
                </a:lnTo>
                <a:lnTo>
                  <a:pt x="121541" y="43558"/>
                </a:lnTo>
                <a:lnTo>
                  <a:pt x="122003" y="43502"/>
                </a:lnTo>
                <a:lnTo>
                  <a:pt x="122471" y="43452"/>
                </a:lnTo>
                <a:lnTo>
                  <a:pt x="122944" y="43408"/>
                </a:lnTo>
                <a:lnTo>
                  <a:pt x="123422" y="43370"/>
                </a:lnTo>
                <a:lnTo>
                  <a:pt x="123905" y="43338"/>
                </a:lnTo>
                <a:lnTo>
                  <a:pt x="124394" y="43311"/>
                </a:lnTo>
                <a:lnTo>
                  <a:pt x="124888" y="43291"/>
                </a:lnTo>
                <a:lnTo>
                  <a:pt x="125388" y="43276"/>
                </a:lnTo>
                <a:lnTo>
                  <a:pt x="125892" y="43267"/>
                </a:lnTo>
                <a:lnTo>
                  <a:pt x="126402" y="43264"/>
                </a:lnTo>
                <a:lnTo>
                  <a:pt x="128339" y="43264"/>
                </a:lnTo>
                <a:lnTo>
                  <a:pt x="128339" y="30361"/>
                </a:lnTo>
                <a:lnTo>
                  <a:pt x="126655" y="30361"/>
                </a:lnTo>
                <a:lnTo>
                  <a:pt x="125847" y="30368"/>
                </a:lnTo>
                <a:lnTo>
                  <a:pt x="125051" y="30391"/>
                </a:lnTo>
                <a:lnTo>
                  <a:pt x="124268" y="30428"/>
                </a:lnTo>
                <a:lnTo>
                  <a:pt x="123498" y="30480"/>
                </a:lnTo>
                <a:lnTo>
                  <a:pt x="122740" y="30548"/>
                </a:lnTo>
                <a:lnTo>
                  <a:pt x="121995" y="30630"/>
                </a:lnTo>
                <a:lnTo>
                  <a:pt x="121263" y="30727"/>
                </a:lnTo>
                <a:lnTo>
                  <a:pt x="120543" y="30839"/>
                </a:lnTo>
                <a:lnTo>
                  <a:pt x="119835" y="30966"/>
                </a:lnTo>
                <a:lnTo>
                  <a:pt x="119140" y="31108"/>
                </a:lnTo>
                <a:lnTo>
                  <a:pt x="118458" y="31265"/>
                </a:lnTo>
                <a:lnTo>
                  <a:pt x="117789" y="31436"/>
                </a:lnTo>
                <a:lnTo>
                  <a:pt x="117132" y="31623"/>
                </a:lnTo>
                <a:lnTo>
                  <a:pt x="116487" y="31825"/>
                </a:lnTo>
                <a:lnTo>
                  <a:pt x="115855" y="32041"/>
                </a:lnTo>
                <a:lnTo>
                  <a:pt x="115236" y="32273"/>
                </a:lnTo>
                <a:lnTo>
                  <a:pt x="114629" y="32519"/>
                </a:lnTo>
                <a:lnTo>
                  <a:pt x="114035" y="32780"/>
                </a:lnTo>
                <a:lnTo>
                  <a:pt x="113453" y="33057"/>
                </a:lnTo>
                <a:lnTo>
                  <a:pt x="112884" y="33348"/>
                </a:lnTo>
                <a:lnTo>
                  <a:pt x="112328" y="33654"/>
                </a:lnTo>
                <a:lnTo>
                  <a:pt x="111784" y="33975"/>
                </a:lnTo>
                <a:lnTo>
                  <a:pt x="111252" y="34311"/>
                </a:lnTo>
                <a:lnTo>
                  <a:pt x="110734" y="34662"/>
                </a:lnTo>
                <a:lnTo>
                  <a:pt x="110226" y="35024"/>
                </a:lnTo>
                <a:lnTo>
                  <a:pt x="109727" y="35393"/>
                </a:lnTo>
                <a:lnTo>
                  <a:pt x="109237" y="35769"/>
                </a:lnTo>
                <a:lnTo>
                  <a:pt x="108756" y="36152"/>
                </a:lnTo>
                <a:lnTo>
                  <a:pt x="108285" y="36542"/>
                </a:lnTo>
                <a:lnTo>
                  <a:pt x="107822" y="36939"/>
                </a:lnTo>
                <a:lnTo>
                  <a:pt x="107369" y="37343"/>
                </a:lnTo>
                <a:lnTo>
                  <a:pt x="106924" y="37754"/>
                </a:lnTo>
                <a:lnTo>
                  <a:pt x="106489" y="38173"/>
                </a:lnTo>
                <a:lnTo>
                  <a:pt x="106063" y="38598"/>
                </a:lnTo>
                <a:lnTo>
                  <a:pt x="105645" y="39030"/>
                </a:lnTo>
                <a:lnTo>
                  <a:pt x="105237" y="39469"/>
                </a:lnTo>
                <a:lnTo>
                  <a:pt x="104838" y="39916"/>
                </a:lnTo>
                <a:lnTo>
                  <a:pt x="104448" y="40369"/>
                </a:lnTo>
                <a:lnTo>
                  <a:pt x="104067" y="40829"/>
                </a:lnTo>
                <a:lnTo>
                  <a:pt x="103695" y="41297"/>
                </a:lnTo>
                <a:lnTo>
                  <a:pt x="103332" y="41771"/>
                </a:lnTo>
                <a:lnTo>
                  <a:pt x="102979" y="42252"/>
                </a:lnTo>
                <a:lnTo>
                  <a:pt x="102634" y="42741"/>
                </a:lnTo>
                <a:lnTo>
                  <a:pt x="102298" y="43236"/>
                </a:lnTo>
                <a:lnTo>
                  <a:pt x="101972" y="43739"/>
                </a:lnTo>
                <a:lnTo>
                  <a:pt x="101654" y="44248"/>
                </a:lnTo>
                <a:lnTo>
                  <a:pt x="101346" y="44765"/>
                </a:lnTo>
                <a:lnTo>
                  <a:pt x="101046" y="45289"/>
                </a:lnTo>
                <a:lnTo>
                  <a:pt x="100541" y="31879"/>
                </a:lnTo>
                <a:lnTo>
                  <a:pt x="87316" y="31879"/>
                </a:lnTo>
                <a:lnTo>
                  <a:pt x="87316" y="117396"/>
                </a:lnTo>
                <a:lnTo>
                  <a:pt x="101383" y="117396"/>
                </a:lnTo>
                <a:lnTo>
                  <a:pt x="101383" y="56524"/>
                </a:lnTo>
                <a:lnTo>
                  <a:pt x="101616" y="56199"/>
                </a:lnTo>
                <a:lnTo>
                  <a:pt x="101851" y="55878"/>
                </a:lnTo>
                <a:close/>
                <a:moveTo>
                  <a:pt x="172990" y="118768"/>
                </a:moveTo>
                <a:lnTo>
                  <a:pt x="173920" y="118685"/>
                </a:lnTo>
                <a:lnTo>
                  <a:pt x="174838" y="118585"/>
                </a:lnTo>
                <a:lnTo>
                  <a:pt x="175745" y="118466"/>
                </a:lnTo>
                <a:lnTo>
                  <a:pt x="176640" y="118328"/>
                </a:lnTo>
                <a:lnTo>
                  <a:pt x="177524" y="118173"/>
                </a:lnTo>
                <a:lnTo>
                  <a:pt x="178395" y="117999"/>
                </a:lnTo>
                <a:lnTo>
                  <a:pt x="179255" y="117807"/>
                </a:lnTo>
                <a:lnTo>
                  <a:pt x="180103" y="117596"/>
                </a:lnTo>
                <a:lnTo>
                  <a:pt x="180940" y="117367"/>
                </a:lnTo>
                <a:lnTo>
                  <a:pt x="181765" y="117120"/>
                </a:lnTo>
                <a:lnTo>
                  <a:pt x="182578" y="116855"/>
                </a:lnTo>
                <a:lnTo>
                  <a:pt x="183379" y="116571"/>
                </a:lnTo>
                <a:lnTo>
                  <a:pt x="184169" y="116269"/>
                </a:lnTo>
                <a:lnTo>
                  <a:pt x="184947" y="115949"/>
                </a:lnTo>
                <a:lnTo>
                  <a:pt x="185713" y="115610"/>
                </a:lnTo>
                <a:lnTo>
                  <a:pt x="186468" y="115254"/>
                </a:lnTo>
                <a:lnTo>
                  <a:pt x="187211" y="114878"/>
                </a:lnTo>
                <a:lnTo>
                  <a:pt x="187942" y="114485"/>
                </a:lnTo>
                <a:lnTo>
                  <a:pt x="188662" y="114073"/>
                </a:lnTo>
                <a:lnTo>
                  <a:pt x="189369" y="113643"/>
                </a:lnTo>
                <a:lnTo>
                  <a:pt x="190065" y="113196"/>
                </a:lnTo>
                <a:lnTo>
                  <a:pt x="190746" y="112732"/>
                </a:lnTo>
                <a:lnTo>
                  <a:pt x="191414" y="112253"/>
                </a:lnTo>
                <a:lnTo>
                  <a:pt x="192067" y="111758"/>
                </a:lnTo>
                <a:lnTo>
                  <a:pt x="192708" y="111247"/>
                </a:lnTo>
                <a:lnTo>
                  <a:pt x="193334" y="110719"/>
                </a:lnTo>
                <a:lnTo>
                  <a:pt x="193947" y="110176"/>
                </a:lnTo>
                <a:lnTo>
                  <a:pt x="194545" y="109617"/>
                </a:lnTo>
                <a:lnTo>
                  <a:pt x="195131" y="109041"/>
                </a:lnTo>
                <a:lnTo>
                  <a:pt x="195702" y="108450"/>
                </a:lnTo>
                <a:lnTo>
                  <a:pt x="196260" y="107842"/>
                </a:lnTo>
                <a:lnTo>
                  <a:pt x="196803" y="107219"/>
                </a:lnTo>
                <a:lnTo>
                  <a:pt x="197334" y="106580"/>
                </a:lnTo>
                <a:lnTo>
                  <a:pt x="197850" y="105924"/>
                </a:lnTo>
                <a:lnTo>
                  <a:pt x="198353" y="105253"/>
                </a:lnTo>
                <a:lnTo>
                  <a:pt x="198842" y="104565"/>
                </a:lnTo>
                <a:lnTo>
                  <a:pt x="199317" y="103862"/>
                </a:lnTo>
                <a:lnTo>
                  <a:pt x="199778" y="103142"/>
                </a:lnTo>
                <a:lnTo>
                  <a:pt x="200226" y="102407"/>
                </a:lnTo>
                <a:lnTo>
                  <a:pt x="200660" y="101655"/>
                </a:lnTo>
                <a:lnTo>
                  <a:pt x="201080" y="100888"/>
                </a:lnTo>
                <a:lnTo>
                  <a:pt x="201486" y="100104"/>
                </a:lnTo>
                <a:lnTo>
                  <a:pt x="201879" y="99304"/>
                </a:lnTo>
                <a:lnTo>
                  <a:pt x="202258" y="98489"/>
                </a:lnTo>
                <a:lnTo>
                  <a:pt x="202622" y="97659"/>
                </a:lnTo>
                <a:lnTo>
                  <a:pt x="202971" y="96815"/>
                </a:lnTo>
                <a:lnTo>
                  <a:pt x="203304" y="95958"/>
                </a:lnTo>
                <a:lnTo>
                  <a:pt x="203622" y="95088"/>
                </a:lnTo>
                <a:lnTo>
                  <a:pt x="203924" y="94205"/>
                </a:lnTo>
                <a:lnTo>
                  <a:pt x="204211" y="93308"/>
                </a:lnTo>
                <a:lnTo>
                  <a:pt x="204482" y="92399"/>
                </a:lnTo>
                <a:lnTo>
                  <a:pt x="204738" y="91475"/>
                </a:lnTo>
                <a:lnTo>
                  <a:pt x="204978" y="90539"/>
                </a:lnTo>
                <a:lnTo>
                  <a:pt x="205203" y="89589"/>
                </a:lnTo>
                <a:lnTo>
                  <a:pt x="205412" y="88626"/>
                </a:lnTo>
                <a:lnTo>
                  <a:pt x="205606" y="87650"/>
                </a:lnTo>
                <a:lnTo>
                  <a:pt x="205785" y="86661"/>
                </a:lnTo>
                <a:lnTo>
                  <a:pt x="205947" y="85658"/>
                </a:lnTo>
                <a:lnTo>
                  <a:pt x="206095" y="84642"/>
                </a:lnTo>
                <a:lnTo>
                  <a:pt x="206226" y="83613"/>
                </a:lnTo>
                <a:lnTo>
                  <a:pt x="206343" y="82570"/>
                </a:lnTo>
                <a:lnTo>
                  <a:pt x="206443" y="81515"/>
                </a:lnTo>
                <a:lnTo>
                  <a:pt x="206529" y="80445"/>
                </a:lnTo>
                <a:lnTo>
                  <a:pt x="206598" y="79363"/>
                </a:lnTo>
                <a:lnTo>
                  <a:pt x="206653" y="78267"/>
                </a:lnTo>
                <a:lnTo>
                  <a:pt x="206691" y="77159"/>
                </a:lnTo>
                <a:lnTo>
                  <a:pt x="206715" y="76036"/>
                </a:lnTo>
                <a:lnTo>
                  <a:pt x="206722" y="74901"/>
                </a:lnTo>
                <a:lnTo>
                  <a:pt x="206715" y="73751"/>
                </a:lnTo>
                <a:lnTo>
                  <a:pt x="206691" y="72615"/>
                </a:lnTo>
                <a:lnTo>
                  <a:pt x="206653" y="71492"/>
                </a:lnTo>
                <a:lnTo>
                  <a:pt x="206598" y="70383"/>
                </a:lnTo>
                <a:lnTo>
                  <a:pt x="206529" y="69287"/>
                </a:lnTo>
                <a:lnTo>
                  <a:pt x="206443" y="68205"/>
                </a:lnTo>
                <a:lnTo>
                  <a:pt x="206343" y="67136"/>
                </a:lnTo>
                <a:lnTo>
                  <a:pt x="206226" y="66081"/>
                </a:lnTo>
                <a:lnTo>
                  <a:pt x="206095" y="65040"/>
                </a:lnTo>
                <a:lnTo>
                  <a:pt x="205947" y="64012"/>
                </a:lnTo>
                <a:lnTo>
                  <a:pt x="205785" y="62998"/>
                </a:lnTo>
                <a:lnTo>
                  <a:pt x="205606" y="61998"/>
                </a:lnTo>
                <a:lnTo>
                  <a:pt x="205412" y="61011"/>
                </a:lnTo>
                <a:lnTo>
                  <a:pt x="205203" y="60037"/>
                </a:lnTo>
                <a:lnTo>
                  <a:pt x="204978" y="59077"/>
                </a:lnTo>
                <a:lnTo>
                  <a:pt x="204738" y="58131"/>
                </a:lnTo>
                <a:lnTo>
                  <a:pt x="204482" y="57198"/>
                </a:lnTo>
                <a:lnTo>
                  <a:pt x="204211" y="56279"/>
                </a:lnTo>
                <a:lnTo>
                  <a:pt x="203924" y="55374"/>
                </a:lnTo>
                <a:lnTo>
                  <a:pt x="203622" y="54482"/>
                </a:lnTo>
                <a:lnTo>
                  <a:pt x="203304" y="53603"/>
                </a:lnTo>
                <a:lnTo>
                  <a:pt x="202971" y="52739"/>
                </a:lnTo>
                <a:lnTo>
                  <a:pt x="202622" y="51887"/>
                </a:lnTo>
                <a:lnTo>
                  <a:pt x="202258" y="51050"/>
                </a:lnTo>
                <a:lnTo>
                  <a:pt x="201879" y="50227"/>
                </a:lnTo>
                <a:lnTo>
                  <a:pt x="201486" y="49420"/>
                </a:lnTo>
                <a:lnTo>
                  <a:pt x="201080" y="48629"/>
                </a:lnTo>
                <a:lnTo>
                  <a:pt x="200660" y="47854"/>
                </a:lnTo>
                <a:lnTo>
                  <a:pt x="200226" y="47096"/>
                </a:lnTo>
                <a:lnTo>
                  <a:pt x="199778" y="46353"/>
                </a:lnTo>
                <a:lnTo>
                  <a:pt x="199317" y="45626"/>
                </a:lnTo>
                <a:lnTo>
                  <a:pt x="198842" y="44915"/>
                </a:lnTo>
                <a:lnTo>
                  <a:pt x="198353" y="44221"/>
                </a:lnTo>
                <a:lnTo>
                  <a:pt x="197850" y="43542"/>
                </a:lnTo>
                <a:lnTo>
                  <a:pt x="197334" y="42879"/>
                </a:lnTo>
                <a:lnTo>
                  <a:pt x="196803" y="42233"/>
                </a:lnTo>
                <a:lnTo>
                  <a:pt x="196260" y="41602"/>
                </a:lnTo>
                <a:lnTo>
                  <a:pt x="195702" y="40987"/>
                </a:lnTo>
                <a:lnTo>
                  <a:pt x="195131" y="40389"/>
                </a:lnTo>
                <a:lnTo>
                  <a:pt x="194545" y="39806"/>
                </a:lnTo>
                <a:lnTo>
                  <a:pt x="193947" y="39239"/>
                </a:lnTo>
                <a:lnTo>
                  <a:pt x="193334" y="38689"/>
                </a:lnTo>
                <a:lnTo>
                  <a:pt x="192708" y="38154"/>
                </a:lnTo>
                <a:lnTo>
                  <a:pt x="192067" y="37636"/>
                </a:lnTo>
                <a:lnTo>
                  <a:pt x="191414" y="37133"/>
                </a:lnTo>
                <a:lnTo>
                  <a:pt x="190746" y="36647"/>
                </a:lnTo>
                <a:lnTo>
                  <a:pt x="190065" y="36176"/>
                </a:lnTo>
                <a:lnTo>
                  <a:pt x="189369" y="35722"/>
                </a:lnTo>
                <a:lnTo>
                  <a:pt x="188662" y="35284"/>
                </a:lnTo>
                <a:lnTo>
                  <a:pt x="187942" y="34865"/>
                </a:lnTo>
                <a:lnTo>
                  <a:pt x="187211" y="34465"/>
                </a:lnTo>
                <a:lnTo>
                  <a:pt x="186468" y="34084"/>
                </a:lnTo>
                <a:lnTo>
                  <a:pt x="185713" y="33721"/>
                </a:lnTo>
                <a:lnTo>
                  <a:pt x="184947" y="33376"/>
                </a:lnTo>
                <a:lnTo>
                  <a:pt x="184169" y="33051"/>
                </a:lnTo>
                <a:lnTo>
                  <a:pt x="183379" y="32744"/>
                </a:lnTo>
                <a:lnTo>
                  <a:pt x="182578" y="32455"/>
                </a:lnTo>
                <a:lnTo>
                  <a:pt x="181765" y="32185"/>
                </a:lnTo>
                <a:lnTo>
                  <a:pt x="180940" y="31934"/>
                </a:lnTo>
                <a:lnTo>
                  <a:pt x="180103" y="31701"/>
                </a:lnTo>
                <a:lnTo>
                  <a:pt x="179255" y="31487"/>
                </a:lnTo>
                <a:lnTo>
                  <a:pt x="178395" y="31292"/>
                </a:lnTo>
                <a:lnTo>
                  <a:pt x="177524" y="31115"/>
                </a:lnTo>
                <a:lnTo>
                  <a:pt x="176640" y="30957"/>
                </a:lnTo>
                <a:lnTo>
                  <a:pt x="175745" y="30817"/>
                </a:lnTo>
                <a:lnTo>
                  <a:pt x="174838" y="30696"/>
                </a:lnTo>
                <a:lnTo>
                  <a:pt x="173920" y="30594"/>
                </a:lnTo>
                <a:lnTo>
                  <a:pt x="172990" y="30510"/>
                </a:lnTo>
                <a:lnTo>
                  <a:pt x="172048" y="30445"/>
                </a:lnTo>
                <a:lnTo>
                  <a:pt x="171095" y="30398"/>
                </a:lnTo>
                <a:lnTo>
                  <a:pt x="170129" y="30370"/>
                </a:lnTo>
                <a:lnTo>
                  <a:pt x="169152" y="30361"/>
                </a:lnTo>
                <a:lnTo>
                  <a:pt x="168197" y="30370"/>
                </a:lnTo>
                <a:lnTo>
                  <a:pt x="167252" y="30398"/>
                </a:lnTo>
                <a:lnTo>
                  <a:pt x="166320" y="30445"/>
                </a:lnTo>
                <a:lnTo>
                  <a:pt x="165399" y="30510"/>
                </a:lnTo>
                <a:lnTo>
                  <a:pt x="164490" y="30594"/>
                </a:lnTo>
                <a:lnTo>
                  <a:pt x="163593" y="30696"/>
                </a:lnTo>
                <a:lnTo>
                  <a:pt x="162707" y="30817"/>
                </a:lnTo>
                <a:lnTo>
                  <a:pt x="161833" y="30957"/>
                </a:lnTo>
                <a:lnTo>
                  <a:pt x="160971" y="31115"/>
                </a:lnTo>
                <a:lnTo>
                  <a:pt x="160120" y="31292"/>
                </a:lnTo>
                <a:lnTo>
                  <a:pt x="159281" y="31487"/>
                </a:lnTo>
                <a:lnTo>
                  <a:pt x="158454" y="31701"/>
                </a:lnTo>
                <a:lnTo>
                  <a:pt x="157639" y="31934"/>
                </a:lnTo>
                <a:lnTo>
                  <a:pt x="156835" y="32185"/>
                </a:lnTo>
                <a:lnTo>
                  <a:pt x="156043" y="32455"/>
                </a:lnTo>
                <a:lnTo>
                  <a:pt x="155263" y="32744"/>
                </a:lnTo>
                <a:lnTo>
                  <a:pt x="154494" y="33051"/>
                </a:lnTo>
                <a:lnTo>
                  <a:pt x="153737" y="33376"/>
                </a:lnTo>
                <a:lnTo>
                  <a:pt x="152992" y="33721"/>
                </a:lnTo>
                <a:lnTo>
                  <a:pt x="152258" y="34084"/>
                </a:lnTo>
                <a:lnTo>
                  <a:pt x="151536" y="34465"/>
                </a:lnTo>
                <a:lnTo>
                  <a:pt x="150826" y="34865"/>
                </a:lnTo>
                <a:lnTo>
                  <a:pt x="150128" y="35284"/>
                </a:lnTo>
                <a:lnTo>
                  <a:pt x="149441" y="35722"/>
                </a:lnTo>
                <a:lnTo>
                  <a:pt x="148767" y="36176"/>
                </a:lnTo>
                <a:lnTo>
                  <a:pt x="148106" y="36647"/>
                </a:lnTo>
                <a:lnTo>
                  <a:pt x="147458" y="37133"/>
                </a:lnTo>
                <a:lnTo>
                  <a:pt x="146824" y="37636"/>
                </a:lnTo>
                <a:lnTo>
                  <a:pt x="146203" y="38154"/>
                </a:lnTo>
                <a:lnTo>
                  <a:pt x="145595" y="38689"/>
                </a:lnTo>
                <a:lnTo>
                  <a:pt x="145000" y="39239"/>
                </a:lnTo>
                <a:lnTo>
                  <a:pt x="144419" y="39806"/>
                </a:lnTo>
                <a:lnTo>
                  <a:pt x="143852" y="40389"/>
                </a:lnTo>
                <a:lnTo>
                  <a:pt x="143297" y="40987"/>
                </a:lnTo>
                <a:lnTo>
                  <a:pt x="142756" y="41602"/>
                </a:lnTo>
                <a:lnTo>
                  <a:pt x="142228" y="42233"/>
                </a:lnTo>
                <a:lnTo>
                  <a:pt x="141713" y="42879"/>
                </a:lnTo>
                <a:lnTo>
                  <a:pt x="141212" y="43542"/>
                </a:lnTo>
                <a:lnTo>
                  <a:pt x="140724" y="44221"/>
                </a:lnTo>
                <a:lnTo>
                  <a:pt x="140250" y="44915"/>
                </a:lnTo>
                <a:lnTo>
                  <a:pt x="139788" y="45626"/>
                </a:lnTo>
                <a:lnTo>
                  <a:pt x="139340" y="46353"/>
                </a:lnTo>
                <a:lnTo>
                  <a:pt x="138905" y="47096"/>
                </a:lnTo>
                <a:lnTo>
                  <a:pt x="138484" y="47854"/>
                </a:lnTo>
                <a:lnTo>
                  <a:pt x="138076" y="48629"/>
                </a:lnTo>
                <a:lnTo>
                  <a:pt x="137681" y="49420"/>
                </a:lnTo>
                <a:lnTo>
                  <a:pt x="137300" y="50227"/>
                </a:lnTo>
                <a:lnTo>
                  <a:pt x="136932" y="51050"/>
                </a:lnTo>
                <a:lnTo>
                  <a:pt x="136578" y="51887"/>
                </a:lnTo>
                <a:lnTo>
                  <a:pt x="136239" y="52739"/>
                </a:lnTo>
                <a:lnTo>
                  <a:pt x="135915" y="53603"/>
                </a:lnTo>
                <a:lnTo>
                  <a:pt x="135606" y="54482"/>
                </a:lnTo>
                <a:lnTo>
                  <a:pt x="135312" y="55374"/>
                </a:lnTo>
                <a:lnTo>
                  <a:pt x="135034" y="56279"/>
                </a:lnTo>
                <a:lnTo>
                  <a:pt x="134770" y="57198"/>
                </a:lnTo>
                <a:lnTo>
                  <a:pt x="134521" y="58131"/>
                </a:lnTo>
                <a:lnTo>
                  <a:pt x="134288" y="59077"/>
                </a:lnTo>
                <a:lnTo>
                  <a:pt x="134070" y="60037"/>
                </a:lnTo>
                <a:lnTo>
                  <a:pt x="133866" y="61011"/>
                </a:lnTo>
                <a:lnTo>
                  <a:pt x="133678" y="61998"/>
                </a:lnTo>
                <a:lnTo>
                  <a:pt x="133505" y="62998"/>
                </a:lnTo>
                <a:lnTo>
                  <a:pt x="133346" y="64012"/>
                </a:lnTo>
                <a:lnTo>
                  <a:pt x="133203" y="65040"/>
                </a:lnTo>
                <a:lnTo>
                  <a:pt x="133075" y="66081"/>
                </a:lnTo>
                <a:lnTo>
                  <a:pt x="132962" y="67136"/>
                </a:lnTo>
                <a:lnTo>
                  <a:pt x="132864" y="68205"/>
                </a:lnTo>
                <a:lnTo>
                  <a:pt x="132782" y="69287"/>
                </a:lnTo>
                <a:lnTo>
                  <a:pt x="132714" y="70383"/>
                </a:lnTo>
                <a:lnTo>
                  <a:pt x="132661" y="71492"/>
                </a:lnTo>
                <a:lnTo>
                  <a:pt x="132623" y="72615"/>
                </a:lnTo>
                <a:lnTo>
                  <a:pt x="132601" y="73751"/>
                </a:lnTo>
                <a:lnTo>
                  <a:pt x="132593" y="74901"/>
                </a:lnTo>
                <a:lnTo>
                  <a:pt x="132601" y="76036"/>
                </a:lnTo>
                <a:lnTo>
                  <a:pt x="132623" y="77159"/>
                </a:lnTo>
                <a:lnTo>
                  <a:pt x="132661" y="78267"/>
                </a:lnTo>
                <a:lnTo>
                  <a:pt x="132714" y="79363"/>
                </a:lnTo>
                <a:lnTo>
                  <a:pt x="132782" y="80445"/>
                </a:lnTo>
                <a:lnTo>
                  <a:pt x="132864" y="81515"/>
                </a:lnTo>
                <a:lnTo>
                  <a:pt x="132962" y="82570"/>
                </a:lnTo>
                <a:lnTo>
                  <a:pt x="133075" y="83613"/>
                </a:lnTo>
                <a:lnTo>
                  <a:pt x="133203" y="84642"/>
                </a:lnTo>
                <a:lnTo>
                  <a:pt x="133346" y="85658"/>
                </a:lnTo>
                <a:lnTo>
                  <a:pt x="133505" y="86661"/>
                </a:lnTo>
                <a:lnTo>
                  <a:pt x="133678" y="87650"/>
                </a:lnTo>
                <a:lnTo>
                  <a:pt x="133866" y="88626"/>
                </a:lnTo>
                <a:lnTo>
                  <a:pt x="134070" y="89589"/>
                </a:lnTo>
                <a:lnTo>
                  <a:pt x="134288" y="90539"/>
                </a:lnTo>
                <a:lnTo>
                  <a:pt x="134521" y="91475"/>
                </a:lnTo>
                <a:lnTo>
                  <a:pt x="134770" y="92399"/>
                </a:lnTo>
                <a:lnTo>
                  <a:pt x="135034" y="93308"/>
                </a:lnTo>
                <a:lnTo>
                  <a:pt x="135312" y="94205"/>
                </a:lnTo>
                <a:lnTo>
                  <a:pt x="135606" y="95088"/>
                </a:lnTo>
                <a:lnTo>
                  <a:pt x="135915" y="95958"/>
                </a:lnTo>
                <a:lnTo>
                  <a:pt x="136239" y="96815"/>
                </a:lnTo>
                <a:lnTo>
                  <a:pt x="136578" y="97659"/>
                </a:lnTo>
                <a:lnTo>
                  <a:pt x="136932" y="98489"/>
                </a:lnTo>
                <a:lnTo>
                  <a:pt x="137300" y="99304"/>
                </a:lnTo>
                <a:lnTo>
                  <a:pt x="137681" y="100104"/>
                </a:lnTo>
                <a:lnTo>
                  <a:pt x="138076" y="100888"/>
                </a:lnTo>
                <a:lnTo>
                  <a:pt x="138484" y="101655"/>
                </a:lnTo>
                <a:lnTo>
                  <a:pt x="138905" y="102407"/>
                </a:lnTo>
                <a:lnTo>
                  <a:pt x="139340" y="103142"/>
                </a:lnTo>
                <a:lnTo>
                  <a:pt x="139788" y="103862"/>
                </a:lnTo>
                <a:lnTo>
                  <a:pt x="140250" y="104565"/>
                </a:lnTo>
                <a:lnTo>
                  <a:pt x="140724" y="105253"/>
                </a:lnTo>
                <a:lnTo>
                  <a:pt x="141212" y="105924"/>
                </a:lnTo>
                <a:lnTo>
                  <a:pt x="141713" y="106580"/>
                </a:lnTo>
                <a:lnTo>
                  <a:pt x="142228" y="107219"/>
                </a:lnTo>
                <a:lnTo>
                  <a:pt x="142756" y="107842"/>
                </a:lnTo>
                <a:lnTo>
                  <a:pt x="143297" y="108450"/>
                </a:lnTo>
                <a:lnTo>
                  <a:pt x="143852" y="109041"/>
                </a:lnTo>
                <a:lnTo>
                  <a:pt x="144419" y="109617"/>
                </a:lnTo>
                <a:lnTo>
                  <a:pt x="145000" y="110176"/>
                </a:lnTo>
                <a:lnTo>
                  <a:pt x="145595" y="110719"/>
                </a:lnTo>
                <a:lnTo>
                  <a:pt x="146203" y="111247"/>
                </a:lnTo>
                <a:lnTo>
                  <a:pt x="146824" y="111758"/>
                </a:lnTo>
                <a:lnTo>
                  <a:pt x="147458" y="112253"/>
                </a:lnTo>
                <a:lnTo>
                  <a:pt x="148106" y="112732"/>
                </a:lnTo>
                <a:lnTo>
                  <a:pt x="148767" y="113196"/>
                </a:lnTo>
                <a:lnTo>
                  <a:pt x="149441" y="113643"/>
                </a:lnTo>
                <a:lnTo>
                  <a:pt x="150128" y="114073"/>
                </a:lnTo>
                <a:lnTo>
                  <a:pt x="150826" y="114485"/>
                </a:lnTo>
                <a:lnTo>
                  <a:pt x="151536" y="114878"/>
                </a:lnTo>
                <a:lnTo>
                  <a:pt x="152258" y="115254"/>
                </a:lnTo>
                <a:lnTo>
                  <a:pt x="152992" y="115610"/>
                </a:lnTo>
                <a:lnTo>
                  <a:pt x="153737" y="115949"/>
                </a:lnTo>
                <a:lnTo>
                  <a:pt x="154494" y="116269"/>
                </a:lnTo>
                <a:lnTo>
                  <a:pt x="155263" y="116571"/>
                </a:lnTo>
                <a:lnTo>
                  <a:pt x="156043" y="116855"/>
                </a:lnTo>
                <a:lnTo>
                  <a:pt x="156835" y="117120"/>
                </a:lnTo>
                <a:lnTo>
                  <a:pt x="157639" y="117367"/>
                </a:lnTo>
                <a:lnTo>
                  <a:pt x="158454" y="117596"/>
                </a:lnTo>
                <a:lnTo>
                  <a:pt x="159281" y="117807"/>
                </a:lnTo>
                <a:lnTo>
                  <a:pt x="160120" y="117999"/>
                </a:lnTo>
                <a:lnTo>
                  <a:pt x="160971" y="118173"/>
                </a:lnTo>
                <a:lnTo>
                  <a:pt x="161833" y="118328"/>
                </a:lnTo>
                <a:lnTo>
                  <a:pt x="162707" y="118466"/>
                </a:lnTo>
                <a:lnTo>
                  <a:pt x="163593" y="118585"/>
                </a:lnTo>
                <a:lnTo>
                  <a:pt x="164490" y="118685"/>
                </a:lnTo>
                <a:lnTo>
                  <a:pt x="165399" y="118768"/>
                </a:lnTo>
                <a:lnTo>
                  <a:pt x="166320" y="118832"/>
                </a:lnTo>
                <a:lnTo>
                  <a:pt x="167252" y="118877"/>
                </a:lnTo>
                <a:lnTo>
                  <a:pt x="168197" y="118905"/>
                </a:lnTo>
                <a:lnTo>
                  <a:pt x="169152" y="118914"/>
                </a:lnTo>
                <a:lnTo>
                  <a:pt x="170129" y="118905"/>
                </a:lnTo>
                <a:lnTo>
                  <a:pt x="171095" y="118877"/>
                </a:lnTo>
                <a:lnTo>
                  <a:pt x="172048" y="118832"/>
                </a:lnTo>
                <a:lnTo>
                  <a:pt x="172990" y="118768"/>
                </a:lnTo>
                <a:close/>
                <a:moveTo>
                  <a:pt x="166571" y="107663"/>
                </a:moveTo>
                <a:lnTo>
                  <a:pt x="165953" y="107596"/>
                </a:lnTo>
                <a:lnTo>
                  <a:pt x="165346" y="107514"/>
                </a:lnTo>
                <a:lnTo>
                  <a:pt x="164749" y="107418"/>
                </a:lnTo>
                <a:lnTo>
                  <a:pt x="164164" y="107306"/>
                </a:lnTo>
                <a:lnTo>
                  <a:pt x="163589" y="107180"/>
                </a:lnTo>
                <a:lnTo>
                  <a:pt x="163025" y="107039"/>
                </a:lnTo>
                <a:lnTo>
                  <a:pt x="162471" y="106883"/>
                </a:lnTo>
                <a:lnTo>
                  <a:pt x="161929" y="106712"/>
                </a:lnTo>
                <a:lnTo>
                  <a:pt x="161397" y="106527"/>
                </a:lnTo>
                <a:lnTo>
                  <a:pt x="160877" y="106326"/>
                </a:lnTo>
                <a:lnTo>
                  <a:pt x="160367" y="106111"/>
                </a:lnTo>
                <a:lnTo>
                  <a:pt x="159868" y="105881"/>
                </a:lnTo>
                <a:lnTo>
                  <a:pt x="159379" y="105635"/>
                </a:lnTo>
                <a:lnTo>
                  <a:pt x="158902" y="105376"/>
                </a:lnTo>
                <a:lnTo>
                  <a:pt x="158435" y="105101"/>
                </a:lnTo>
                <a:lnTo>
                  <a:pt x="157979" y="104811"/>
                </a:lnTo>
                <a:lnTo>
                  <a:pt x="157534" y="104507"/>
                </a:lnTo>
                <a:lnTo>
                  <a:pt x="157100" y="104187"/>
                </a:lnTo>
                <a:lnTo>
                  <a:pt x="156677" y="103853"/>
                </a:lnTo>
                <a:lnTo>
                  <a:pt x="156264" y="103504"/>
                </a:lnTo>
                <a:lnTo>
                  <a:pt x="155862" y="103142"/>
                </a:lnTo>
                <a:lnTo>
                  <a:pt x="155469" y="102770"/>
                </a:lnTo>
                <a:lnTo>
                  <a:pt x="155085" y="102386"/>
                </a:lnTo>
                <a:lnTo>
                  <a:pt x="154712" y="101992"/>
                </a:lnTo>
                <a:lnTo>
                  <a:pt x="154347" y="101587"/>
                </a:lnTo>
                <a:lnTo>
                  <a:pt x="153992" y="101171"/>
                </a:lnTo>
                <a:lnTo>
                  <a:pt x="153647" y="100744"/>
                </a:lnTo>
                <a:lnTo>
                  <a:pt x="153311" y="100306"/>
                </a:lnTo>
                <a:lnTo>
                  <a:pt x="152985" y="99858"/>
                </a:lnTo>
                <a:lnTo>
                  <a:pt x="152668" y="99398"/>
                </a:lnTo>
                <a:lnTo>
                  <a:pt x="152361" y="98928"/>
                </a:lnTo>
                <a:lnTo>
                  <a:pt x="152063" y="98447"/>
                </a:lnTo>
                <a:lnTo>
                  <a:pt x="151774" y="97956"/>
                </a:lnTo>
                <a:lnTo>
                  <a:pt x="151496" y="97453"/>
                </a:lnTo>
                <a:lnTo>
                  <a:pt x="151226" y="96940"/>
                </a:lnTo>
                <a:lnTo>
                  <a:pt x="150966" y="96415"/>
                </a:lnTo>
                <a:lnTo>
                  <a:pt x="150716" y="95880"/>
                </a:lnTo>
                <a:lnTo>
                  <a:pt x="150475" y="95334"/>
                </a:lnTo>
                <a:lnTo>
                  <a:pt x="150244" y="94778"/>
                </a:lnTo>
                <a:lnTo>
                  <a:pt x="150022" y="94210"/>
                </a:lnTo>
                <a:lnTo>
                  <a:pt x="149810" y="93632"/>
                </a:lnTo>
                <a:lnTo>
                  <a:pt x="149607" y="93042"/>
                </a:lnTo>
                <a:lnTo>
                  <a:pt x="149414" y="92442"/>
                </a:lnTo>
                <a:lnTo>
                  <a:pt x="149230" y="91832"/>
                </a:lnTo>
                <a:lnTo>
                  <a:pt x="149055" y="91211"/>
                </a:lnTo>
                <a:lnTo>
                  <a:pt x="148887" y="90584"/>
                </a:lnTo>
                <a:lnTo>
                  <a:pt x="148727" y="89950"/>
                </a:lnTo>
                <a:lnTo>
                  <a:pt x="148574" y="89309"/>
                </a:lnTo>
                <a:lnTo>
                  <a:pt x="148428" y="88660"/>
                </a:lnTo>
                <a:lnTo>
                  <a:pt x="148290" y="88005"/>
                </a:lnTo>
                <a:lnTo>
                  <a:pt x="148160" y="87342"/>
                </a:lnTo>
                <a:lnTo>
                  <a:pt x="148037" y="86672"/>
                </a:lnTo>
                <a:lnTo>
                  <a:pt x="147921" y="85995"/>
                </a:lnTo>
                <a:lnTo>
                  <a:pt x="147813" y="85311"/>
                </a:lnTo>
                <a:lnTo>
                  <a:pt x="147712" y="84620"/>
                </a:lnTo>
                <a:lnTo>
                  <a:pt x="147619" y="83922"/>
                </a:lnTo>
                <a:lnTo>
                  <a:pt x="147533" y="83216"/>
                </a:lnTo>
                <a:lnTo>
                  <a:pt x="147455" y="82504"/>
                </a:lnTo>
                <a:lnTo>
                  <a:pt x="147384" y="81784"/>
                </a:lnTo>
                <a:lnTo>
                  <a:pt x="147321" y="81058"/>
                </a:lnTo>
                <a:lnTo>
                  <a:pt x="147265" y="80324"/>
                </a:lnTo>
                <a:lnTo>
                  <a:pt x="147216" y="79583"/>
                </a:lnTo>
                <a:lnTo>
                  <a:pt x="147175" y="78835"/>
                </a:lnTo>
                <a:lnTo>
                  <a:pt x="147142" y="78080"/>
                </a:lnTo>
                <a:lnTo>
                  <a:pt x="147116" y="77317"/>
                </a:lnTo>
                <a:lnTo>
                  <a:pt x="147097" y="76548"/>
                </a:lnTo>
                <a:lnTo>
                  <a:pt x="147086" y="75772"/>
                </a:lnTo>
                <a:lnTo>
                  <a:pt x="147082" y="74988"/>
                </a:lnTo>
                <a:lnTo>
                  <a:pt x="147086" y="74190"/>
                </a:lnTo>
                <a:lnTo>
                  <a:pt x="147097" y="73399"/>
                </a:lnTo>
                <a:lnTo>
                  <a:pt x="147116" y="72615"/>
                </a:lnTo>
                <a:lnTo>
                  <a:pt x="147142" y="71839"/>
                </a:lnTo>
                <a:lnTo>
                  <a:pt x="147175" y="71071"/>
                </a:lnTo>
                <a:lnTo>
                  <a:pt x="147216" y="70309"/>
                </a:lnTo>
                <a:lnTo>
                  <a:pt x="147265" y="69556"/>
                </a:lnTo>
                <a:lnTo>
                  <a:pt x="147321" y="68809"/>
                </a:lnTo>
                <a:lnTo>
                  <a:pt x="147384" y="68070"/>
                </a:lnTo>
                <a:lnTo>
                  <a:pt x="147455" y="67339"/>
                </a:lnTo>
                <a:lnTo>
                  <a:pt x="147533" y="66615"/>
                </a:lnTo>
                <a:lnTo>
                  <a:pt x="147619" y="65898"/>
                </a:lnTo>
                <a:lnTo>
                  <a:pt x="147712" y="65189"/>
                </a:lnTo>
                <a:lnTo>
                  <a:pt x="147813" y="64487"/>
                </a:lnTo>
                <a:lnTo>
                  <a:pt x="147921" y="63793"/>
                </a:lnTo>
                <a:lnTo>
                  <a:pt x="148037" y="63106"/>
                </a:lnTo>
                <a:lnTo>
                  <a:pt x="148160" y="62427"/>
                </a:lnTo>
                <a:lnTo>
                  <a:pt x="148290" y="61754"/>
                </a:lnTo>
                <a:lnTo>
                  <a:pt x="148428" y="61090"/>
                </a:lnTo>
                <a:lnTo>
                  <a:pt x="148574" y="60433"/>
                </a:lnTo>
                <a:lnTo>
                  <a:pt x="148727" y="59783"/>
                </a:lnTo>
                <a:lnTo>
                  <a:pt x="148887" y="59141"/>
                </a:lnTo>
                <a:lnTo>
                  <a:pt x="149055" y="58506"/>
                </a:lnTo>
                <a:lnTo>
                  <a:pt x="149230" y="57878"/>
                </a:lnTo>
                <a:lnTo>
                  <a:pt x="149414" y="57260"/>
                </a:lnTo>
                <a:lnTo>
                  <a:pt x="149607" y="56652"/>
                </a:lnTo>
                <a:lnTo>
                  <a:pt x="149810" y="56056"/>
                </a:lnTo>
                <a:lnTo>
                  <a:pt x="150022" y="55470"/>
                </a:lnTo>
                <a:lnTo>
                  <a:pt x="150244" y="54896"/>
                </a:lnTo>
                <a:lnTo>
                  <a:pt x="150475" y="54332"/>
                </a:lnTo>
                <a:lnTo>
                  <a:pt x="150716" y="53780"/>
                </a:lnTo>
                <a:lnTo>
                  <a:pt x="150966" y="53238"/>
                </a:lnTo>
                <a:lnTo>
                  <a:pt x="151226" y="52708"/>
                </a:lnTo>
                <a:lnTo>
                  <a:pt x="151496" y="52188"/>
                </a:lnTo>
                <a:lnTo>
                  <a:pt x="151774" y="51680"/>
                </a:lnTo>
                <a:lnTo>
                  <a:pt x="152063" y="51182"/>
                </a:lnTo>
                <a:lnTo>
                  <a:pt x="152361" y="50696"/>
                </a:lnTo>
                <a:lnTo>
                  <a:pt x="152668" y="50220"/>
                </a:lnTo>
                <a:lnTo>
                  <a:pt x="152985" y="49755"/>
                </a:lnTo>
                <a:lnTo>
                  <a:pt x="153311" y="49302"/>
                </a:lnTo>
                <a:lnTo>
                  <a:pt x="153647" y="48859"/>
                </a:lnTo>
                <a:lnTo>
                  <a:pt x="153992" y="48428"/>
                </a:lnTo>
                <a:lnTo>
                  <a:pt x="154347" y="48007"/>
                </a:lnTo>
                <a:lnTo>
                  <a:pt x="154712" y="47597"/>
                </a:lnTo>
                <a:lnTo>
                  <a:pt x="155085" y="47199"/>
                </a:lnTo>
                <a:lnTo>
                  <a:pt x="155469" y="46811"/>
                </a:lnTo>
                <a:lnTo>
                  <a:pt x="155862" y="46434"/>
                </a:lnTo>
                <a:lnTo>
                  <a:pt x="156264" y="46069"/>
                </a:lnTo>
                <a:lnTo>
                  <a:pt x="156677" y="45716"/>
                </a:lnTo>
                <a:lnTo>
                  <a:pt x="157100" y="45378"/>
                </a:lnTo>
                <a:lnTo>
                  <a:pt x="157534" y="45056"/>
                </a:lnTo>
                <a:lnTo>
                  <a:pt x="157979" y="44748"/>
                </a:lnTo>
                <a:lnTo>
                  <a:pt x="158435" y="44455"/>
                </a:lnTo>
                <a:lnTo>
                  <a:pt x="158902" y="44178"/>
                </a:lnTo>
                <a:lnTo>
                  <a:pt x="159379" y="43915"/>
                </a:lnTo>
                <a:lnTo>
                  <a:pt x="159868" y="43667"/>
                </a:lnTo>
                <a:lnTo>
                  <a:pt x="160367" y="43435"/>
                </a:lnTo>
                <a:lnTo>
                  <a:pt x="160877" y="43217"/>
                </a:lnTo>
                <a:lnTo>
                  <a:pt x="161397" y="43015"/>
                </a:lnTo>
                <a:lnTo>
                  <a:pt x="161929" y="42827"/>
                </a:lnTo>
                <a:lnTo>
                  <a:pt x="162471" y="42654"/>
                </a:lnTo>
                <a:lnTo>
                  <a:pt x="163025" y="42497"/>
                </a:lnTo>
                <a:lnTo>
                  <a:pt x="163589" y="42354"/>
                </a:lnTo>
                <a:lnTo>
                  <a:pt x="164164" y="42227"/>
                </a:lnTo>
                <a:lnTo>
                  <a:pt x="164749" y="42114"/>
                </a:lnTo>
                <a:lnTo>
                  <a:pt x="165346" y="42017"/>
                </a:lnTo>
                <a:lnTo>
                  <a:pt x="165953" y="41934"/>
                </a:lnTo>
                <a:lnTo>
                  <a:pt x="166571" y="41866"/>
                </a:lnTo>
                <a:lnTo>
                  <a:pt x="167200" y="41814"/>
                </a:lnTo>
                <a:lnTo>
                  <a:pt x="167840" y="41776"/>
                </a:lnTo>
                <a:lnTo>
                  <a:pt x="168491" y="41754"/>
                </a:lnTo>
                <a:lnTo>
                  <a:pt x="169152" y="41746"/>
                </a:lnTo>
                <a:lnTo>
                  <a:pt x="169855" y="41754"/>
                </a:lnTo>
                <a:lnTo>
                  <a:pt x="170546" y="41776"/>
                </a:lnTo>
                <a:lnTo>
                  <a:pt x="171225" y="41814"/>
                </a:lnTo>
                <a:lnTo>
                  <a:pt x="171891" y="41866"/>
                </a:lnTo>
                <a:lnTo>
                  <a:pt x="172546" y="41934"/>
                </a:lnTo>
                <a:lnTo>
                  <a:pt x="173188" y="42017"/>
                </a:lnTo>
                <a:lnTo>
                  <a:pt x="173818" y="42114"/>
                </a:lnTo>
                <a:lnTo>
                  <a:pt x="174436" y="42227"/>
                </a:lnTo>
                <a:lnTo>
                  <a:pt x="175042" y="42354"/>
                </a:lnTo>
                <a:lnTo>
                  <a:pt x="175636" y="42497"/>
                </a:lnTo>
                <a:lnTo>
                  <a:pt x="176217" y="42654"/>
                </a:lnTo>
                <a:lnTo>
                  <a:pt x="176786" y="42827"/>
                </a:lnTo>
                <a:lnTo>
                  <a:pt x="177344" y="43015"/>
                </a:lnTo>
                <a:lnTo>
                  <a:pt x="177889" y="43217"/>
                </a:lnTo>
                <a:lnTo>
                  <a:pt x="178422" y="43435"/>
                </a:lnTo>
                <a:lnTo>
                  <a:pt x="178943" y="43667"/>
                </a:lnTo>
                <a:lnTo>
                  <a:pt x="179451" y="43915"/>
                </a:lnTo>
                <a:lnTo>
                  <a:pt x="179948" y="44178"/>
                </a:lnTo>
                <a:lnTo>
                  <a:pt x="180432" y="44455"/>
                </a:lnTo>
                <a:lnTo>
                  <a:pt x="180905" y="44748"/>
                </a:lnTo>
                <a:lnTo>
                  <a:pt x="181365" y="45056"/>
                </a:lnTo>
                <a:lnTo>
                  <a:pt x="181813" y="45378"/>
                </a:lnTo>
                <a:lnTo>
                  <a:pt x="182249" y="45716"/>
                </a:lnTo>
                <a:lnTo>
                  <a:pt x="182673" y="46069"/>
                </a:lnTo>
                <a:lnTo>
                  <a:pt x="183085" y="46434"/>
                </a:lnTo>
                <a:lnTo>
                  <a:pt x="183489" y="46811"/>
                </a:lnTo>
                <a:lnTo>
                  <a:pt x="183882" y="47199"/>
                </a:lnTo>
                <a:lnTo>
                  <a:pt x="184266" y="47597"/>
                </a:lnTo>
                <a:lnTo>
                  <a:pt x="184640" y="48007"/>
                </a:lnTo>
                <a:lnTo>
                  <a:pt x="185005" y="48428"/>
                </a:lnTo>
                <a:lnTo>
                  <a:pt x="185360" y="48859"/>
                </a:lnTo>
                <a:lnTo>
                  <a:pt x="185705" y="49302"/>
                </a:lnTo>
                <a:lnTo>
                  <a:pt x="186041" y="49755"/>
                </a:lnTo>
                <a:lnTo>
                  <a:pt x="186367" y="50220"/>
                </a:lnTo>
                <a:lnTo>
                  <a:pt x="186683" y="50696"/>
                </a:lnTo>
                <a:lnTo>
                  <a:pt x="186990" y="51182"/>
                </a:lnTo>
                <a:lnTo>
                  <a:pt x="187287" y="51680"/>
                </a:lnTo>
                <a:lnTo>
                  <a:pt x="187574" y="52188"/>
                </a:lnTo>
                <a:lnTo>
                  <a:pt x="187852" y="52708"/>
                </a:lnTo>
                <a:lnTo>
                  <a:pt x="188120" y="53238"/>
                </a:lnTo>
                <a:lnTo>
                  <a:pt x="188378" y="53780"/>
                </a:lnTo>
                <a:lnTo>
                  <a:pt x="188627" y="54332"/>
                </a:lnTo>
                <a:lnTo>
                  <a:pt x="188866" y="54896"/>
                </a:lnTo>
                <a:lnTo>
                  <a:pt x="189096" y="55470"/>
                </a:lnTo>
                <a:lnTo>
                  <a:pt x="189315" y="56056"/>
                </a:lnTo>
                <a:lnTo>
                  <a:pt x="189526" y="56652"/>
                </a:lnTo>
                <a:lnTo>
                  <a:pt x="189726" y="57260"/>
                </a:lnTo>
                <a:lnTo>
                  <a:pt x="189917" y="57878"/>
                </a:lnTo>
                <a:lnTo>
                  <a:pt x="190099" y="58506"/>
                </a:lnTo>
                <a:lnTo>
                  <a:pt x="190274" y="59140"/>
                </a:lnTo>
                <a:lnTo>
                  <a:pt x="190440" y="59782"/>
                </a:lnTo>
                <a:lnTo>
                  <a:pt x="190599" y="60430"/>
                </a:lnTo>
                <a:lnTo>
                  <a:pt x="190750" y="61086"/>
                </a:lnTo>
                <a:lnTo>
                  <a:pt x="190894" y="61749"/>
                </a:lnTo>
                <a:lnTo>
                  <a:pt x="191029" y="62419"/>
                </a:lnTo>
                <a:lnTo>
                  <a:pt x="191157" y="63096"/>
                </a:lnTo>
                <a:lnTo>
                  <a:pt x="191277" y="63780"/>
                </a:lnTo>
                <a:lnTo>
                  <a:pt x="191390" y="64472"/>
                </a:lnTo>
                <a:lnTo>
                  <a:pt x="191494" y="65170"/>
                </a:lnTo>
                <a:lnTo>
                  <a:pt x="191591" y="65876"/>
                </a:lnTo>
                <a:lnTo>
                  <a:pt x="191680" y="66588"/>
                </a:lnTo>
                <a:lnTo>
                  <a:pt x="191762" y="67308"/>
                </a:lnTo>
                <a:lnTo>
                  <a:pt x="191835" y="68035"/>
                </a:lnTo>
                <a:lnTo>
                  <a:pt x="191901" y="68769"/>
                </a:lnTo>
                <a:lnTo>
                  <a:pt x="191959" y="69511"/>
                </a:lnTo>
                <a:lnTo>
                  <a:pt x="192010" y="70259"/>
                </a:lnTo>
                <a:lnTo>
                  <a:pt x="192052" y="71014"/>
                </a:lnTo>
                <a:lnTo>
                  <a:pt x="192087" y="71777"/>
                </a:lnTo>
                <a:lnTo>
                  <a:pt x="192114" y="72547"/>
                </a:lnTo>
                <a:lnTo>
                  <a:pt x="192134" y="73323"/>
                </a:lnTo>
                <a:lnTo>
                  <a:pt x="192145" y="74107"/>
                </a:lnTo>
                <a:lnTo>
                  <a:pt x="192149" y="74898"/>
                </a:lnTo>
                <a:lnTo>
                  <a:pt x="192145" y="75689"/>
                </a:lnTo>
                <a:lnTo>
                  <a:pt x="192134" y="76473"/>
                </a:lnTo>
                <a:lnTo>
                  <a:pt x="192114" y="77249"/>
                </a:lnTo>
                <a:lnTo>
                  <a:pt x="192087" y="78017"/>
                </a:lnTo>
                <a:lnTo>
                  <a:pt x="192052" y="78779"/>
                </a:lnTo>
                <a:lnTo>
                  <a:pt x="192010" y="79532"/>
                </a:lnTo>
                <a:lnTo>
                  <a:pt x="191959" y="80279"/>
                </a:lnTo>
                <a:lnTo>
                  <a:pt x="191901" y="81018"/>
                </a:lnTo>
                <a:lnTo>
                  <a:pt x="191835" y="81749"/>
                </a:lnTo>
                <a:lnTo>
                  <a:pt x="191762" y="82473"/>
                </a:lnTo>
                <a:lnTo>
                  <a:pt x="191680" y="83190"/>
                </a:lnTo>
                <a:lnTo>
                  <a:pt x="191591" y="83899"/>
                </a:lnTo>
                <a:lnTo>
                  <a:pt x="191494" y="84601"/>
                </a:lnTo>
                <a:lnTo>
                  <a:pt x="191390" y="85296"/>
                </a:lnTo>
                <a:lnTo>
                  <a:pt x="191277" y="85983"/>
                </a:lnTo>
                <a:lnTo>
                  <a:pt x="191157" y="86662"/>
                </a:lnTo>
                <a:lnTo>
                  <a:pt x="191029" y="87334"/>
                </a:lnTo>
                <a:lnTo>
                  <a:pt x="190894" y="87999"/>
                </a:lnTo>
                <a:lnTo>
                  <a:pt x="190750" y="88656"/>
                </a:lnTo>
                <a:lnTo>
                  <a:pt x="190599" y="89306"/>
                </a:lnTo>
                <a:lnTo>
                  <a:pt x="190440" y="89949"/>
                </a:lnTo>
                <a:lnTo>
                  <a:pt x="190274" y="90584"/>
                </a:lnTo>
                <a:lnTo>
                  <a:pt x="190099" y="91211"/>
                </a:lnTo>
                <a:lnTo>
                  <a:pt x="189917" y="91832"/>
                </a:lnTo>
                <a:lnTo>
                  <a:pt x="189726" y="92442"/>
                </a:lnTo>
                <a:lnTo>
                  <a:pt x="189526" y="93042"/>
                </a:lnTo>
                <a:lnTo>
                  <a:pt x="189315" y="93632"/>
                </a:lnTo>
                <a:lnTo>
                  <a:pt x="189096" y="94210"/>
                </a:lnTo>
                <a:lnTo>
                  <a:pt x="188866" y="94778"/>
                </a:lnTo>
                <a:lnTo>
                  <a:pt x="188627" y="95334"/>
                </a:lnTo>
                <a:lnTo>
                  <a:pt x="188378" y="95880"/>
                </a:lnTo>
                <a:lnTo>
                  <a:pt x="188120" y="96415"/>
                </a:lnTo>
                <a:lnTo>
                  <a:pt x="187852" y="96940"/>
                </a:lnTo>
                <a:lnTo>
                  <a:pt x="187574" y="97453"/>
                </a:lnTo>
                <a:lnTo>
                  <a:pt x="187287" y="97956"/>
                </a:lnTo>
                <a:lnTo>
                  <a:pt x="186990" y="98447"/>
                </a:lnTo>
                <a:lnTo>
                  <a:pt x="186683" y="98928"/>
                </a:lnTo>
                <a:lnTo>
                  <a:pt x="186367" y="99398"/>
                </a:lnTo>
                <a:lnTo>
                  <a:pt x="186041" y="99858"/>
                </a:lnTo>
                <a:lnTo>
                  <a:pt x="185705" y="100306"/>
                </a:lnTo>
                <a:lnTo>
                  <a:pt x="185360" y="100744"/>
                </a:lnTo>
                <a:lnTo>
                  <a:pt x="185005" y="101171"/>
                </a:lnTo>
                <a:lnTo>
                  <a:pt x="184640" y="101587"/>
                </a:lnTo>
                <a:lnTo>
                  <a:pt x="184266" y="101992"/>
                </a:lnTo>
                <a:lnTo>
                  <a:pt x="183882" y="102386"/>
                </a:lnTo>
                <a:lnTo>
                  <a:pt x="183489" y="102770"/>
                </a:lnTo>
                <a:lnTo>
                  <a:pt x="183085" y="103142"/>
                </a:lnTo>
                <a:lnTo>
                  <a:pt x="182673" y="103504"/>
                </a:lnTo>
                <a:lnTo>
                  <a:pt x="182249" y="103853"/>
                </a:lnTo>
                <a:lnTo>
                  <a:pt x="181813" y="104187"/>
                </a:lnTo>
                <a:lnTo>
                  <a:pt x="181365" y="104507"/>
                </a:lnTo>
                <a:lnTo>
                  <a:pt x="180905" y="104811"/>
                </a:lnTo>
                <a:lnTo>
                  <a:pt x="180432" y="105101"/>
                </a:lnTo>
                <a:lnTo>
                  <a:pt x="179948" y="105376"/>
                </a:lnTo>
                <a:lnTo>
                  <a:pt x="179451" y="105635"/>
                </a:lnTo>
                <a:lnTo>
                  <a:pt x="178943" y="105881"/>
                </a:lnTo>
                <a:lnTo>
                  <a:pt x="178422" y="106111"/>
                </a:lnTo>
                <a:lnTo>
                  <a:pt x="177889" y="106326"/>
                </a:lnTo>
                <a:lnTo>
                  <a:pt x="177344" y="106527"/>
                </a:lnTo>
                <a:lnTo>
                  <a:pt x="176786" y="106712"/>
                </a:lnTo>
                <a:lnTo>
                  <a:pt x="176217" y="106883"/>
                </a:lnTo>
                <a:lnTo>
                  <a:pt x="175636" y="107039"/>
                </a:lnTo>
                <a:lnTo>
                  <a:pt x="175042" y="107180"/>
                </a:lnTo>
                <a:lnTo>
                  <a:pt x="174436" y="107306"/>
                </a:lnTo>
                <a:lnTo>
                  <a:pt x="173818" y="107418"/>
                </a:lnTo>
                <a:lnTo>
                  <a:pt x="173188" y="107514"/>
                </a:lnTo>
                <a:lnTo>
                  <a:pt x="172546" y="107596"/>
                </a:lnTo>
                <a:lnTo>
                  <a:pt x="171891" y="107663"/>
                </a:lnTo>
                <a:lnTo>
                  <a:pt x="171225" y="107715"/>
                </a:lnTo>
                <a:lnTo>
                  <a:pt x="170546" y="107752"/>
                </a:lnTo>
                <a:lnTo>
                  <a:pt x="169855" y="107774"/>
                </a:lnTo>
                <a:lnTo>
                  <a:pt x="169152" y="107782"/>
                </a:lnTo>
                <a:lnTo>
                  <a:pt x="168491" y="107774"/>
                </a:lnTo>
                <a:lnTo>
                  <a:pt x="167840" y="107752"/>
                </a:lnTo>
                <a:lnTo>
                  <a:pt x="167200" y="107715"/>
                </a:lnTo>
                <a:lnTo>
                  <a:pt x="166571" y="107663"/>
                </a:lnTo>
                <a:close/>
                <a:moveTo>
                  <a:pt x="256322" y="118819"/>
                </a:moveTo>
                <a:lnTo>
                  <a:pt x="257079" y="118765"/>
                </a:lnTo>
                <a:lnTo>
                  <a:pt x="257829" y="118699"/>
                </a:lnTo>
                <a:lnTo>
                  <a:pt x="258572" y="118622"/>
                </a:lnTo>
                <a:lnTo>
                  <a:pt x="259309" y="118532"/>
                </a:lnTo>
                <a:lnTo>
                  <a:pt x="260039" y="118431"/>
                </a:lnTo>
                <a:lnTo>
                  <a:pt x="260763" y="118317"/>
                </a:lnTo>
                <a:lnTo>
                  <a:pt x="261480" y="118192"/>
                </a:lnTo>
                <a:lnTo>
                  <a:pt x="262191" y="118055"/>
                </a:lnTo>
                <a:lnTo>
                  <a:pt x="262895" y="117906"/>
                </a:lnTo>
                <a:lnTo>
                  <a:pt x="263592" y="117745"/>
                </a:lnTo>
                <a:lnTo>
                  <a:pt x="264283" y="117572"/>
                </a:lnTo>
                <a:lnTo>
                  <a:pt x="264967" y="117387"/>
                </a:lnTo>
                <a:lnTo>
                  <a:pt x="265645" y="117190"/>
                </a:lnTo>
                <a:lnTo>
                  <a:pt x="266316" y="116981"/>
                </a:lnTo>
                <a:lnTo>
                  <a:pt x="266980" y="116760"/>
                </a:lnTo>
                <a:lnTo>
                  <a:pt x="267638" y="116527"/>
                </a:lnTo>
                <a:lnTo>
                  <a:pt x="268289" y="116283"/>
                </a:lnTo>
                <a:lnTo>
                  <a:pt x="268934" y="116026"/>
                </a:lnTo>
                <a:lnTo>
                  <a:pt x="269572" y="115758"/>
                </a:lnTo>
                <a:lnTo>
                  <a:pt x="270204" y="115477"/>
                </a:lnTo>
                <a:lnTo>
                  <a:pt x="270827" y="115185"/>
                </a:lnTo>
                <a:lnTo>
                  <a:pt x="271439" y="114880"/>
                </a:lnTo>
                <a:lnTo>
                  <a:pt x="272041" y="114563"/>
                </a:lnTo>
                <a:lnTo>
                  <a:pt x="272633" y="114234"/>
                </a:lnTo>
                <a:lnTo>
                  <a:pt x="273214" y="113893"/>
                </a:lnTo>
                <a:lnTo>
                  <a:pt x="273784" y="113540"/>
                </a:lnTo>
                <a:lnTo>
                  <a:pt x="274344" y="113175"/>
                </a:lnTo>
                <a:lnTo>
                  <a:pt x="274893" y="112798"/>
                </a:lnTo>
                <a:lnTo>
                  <a:pt x="275432" y="112408"/>
                </a:lnTo>
                <a:lnTo>
                  <a:pt x="275960" y="112007"/>
                </a:lnTo>
                <a:lnTo>
                  <a:pt x="276478" y="111593"/>
                </a:lnTo>
                <a:lnTo>
                  <a:pt x="276985" y="111168"/>
                </a:lnTo>
                <a:lnTo>
                  <a:pt x="277482" y="110730"/>
                </a:lnTo>
                <a:lnTo>
                  <a:pt x="277968" y="110280"/>
                </a:lnTo>
                <a:lnTo>
                  <a:pt x="278443" y="109818"/>
                </a:lnTo>
                <a:lnTo>
                  <a:pt x="278908" y="109344"/>
                </a:lnTo>
                <a:lnTo>
                  <a:pt x="279363" y="108858"/>
                </a:lnTo>
                <a:lnTo>
                  <a:pt x="279807" y="108360"/>
                </a:lnTo>
                <a:lnTo>
                  <a:pt x="280240" y="107850"/>
                </a:lnTo>
                <a:lnTo>
                  <a:pt x="280663" y="107327"/>
                </a:lnTo>
                <a:lnTo>
                  <a:pt x="281076" y="106793"/>
                </a:lnTo>
                <a:lnTo>
                  <a:pt x="281478" y="106246"/>
                </a:lnTo>
                <a:lnTo>
                  <a:pt x="281869" y="105688"/>
                </a:lnTo>
                <a:lnTo>
                  <a:pt x="282250" y="105117"/>
                </a:lnTo>
                <a:lnTo>
                  <a:pt x="282618" y="104534"/>
                </a:lnTo>
                <a:lnTo>
                  <a:pt x="282971" y="103940"/>
                </a:lnTo>
                <a:lnTo>
                  <a:pt x="283309" y="103333"/>
                </a:lnTo>
                <a:lnTo>
                  <a:pt x="283632" y="102715"/>
                </a:lnTo>
                <a:lnTo>
                  <a:pt x="283939" y="102085"/>
                </a:lnTo>
                <a:lnTo>
                  <a:pt x="284232" y="101443"/>
                </a:lnTo>
                <a:lnTo>
                  <a:pt x="284510" y="100790"/>
                </a:lnTo>
                <a:lnTo>
                  <a:pt x="284772" y="100125"/>
                </a:lnTo>
                <a:lnTo>
                  <a:pt x="285020" y="99448"/>
                </a:lnTo>
                <a:lnTo>
                  <a:pt x="285252" y="98759"/>
                </a:lnTo>
                <a:lnTo>
                  <a:pt x="285470" y="98058"/>
                </a:lnTo>
                <a:lnTo>
                  <a:pt x="285672" y="97346"/>
                </a:lnTo>
                <a:lnTo>
                  <a:pt x="285859" y="96621"/>
                </a:lnTo>
                <a:lnTo>
                  <a:pt x="286031" y="95886"/>
                </a:lnTo>
                <a:lnTo>
                  <a:pt x="286189" y="95138"/>
                </a:lnTo>
                <a:lnTo>
                  <a:pt x="286331" y="94378"/>
                </a:lnTo>
                <a:lnTo>
                  <a:pt x="286458" y="93607"/>
                </a:lnTo>
                <a:lnTo>
                  <a:pt x="286570" y="92824"/>
                </a:lnTo>
                <a:lnTo>
                  <a:pt x="286667" y="92029"/>
                </a:lnTo>
                <a:lnTo>
                  <a:pt x="286748" y="91223"/>
                </a:lnTo>
                <a:lnTo>
                  <a:pt x="286815" y="90404"/>
                </a:lnTo>
                <a:lnTo>
                  <a:pt x="286867" y="89574"/>
                </a:lnTo>
                <a:lnTo>
                  <a:pt x="286903" y="88732"/>
                </a:lnTo>
                <a:lnTo>
                  <a:pt x="286925" y="87878"/>
                </a:lnTo>
                <a:lnTo>
                  <a:pt x="273110" y="87878"/>
                </a:lnTo>
                <a:lnTo>
                  <a:pt x="273080" y="88677"/>
                </a:lnTo>
                <a:lnTo>
                  <a:pt x="273032" y="89460"/>
                </a:lnTo>
                <a:lnTo>
                  <a:pt x="272965" y="90227"/>
                </a:lnTo>
                <a:lnTo>
                  <a:pt x="272881" y="90977"/>
                </a:lnTo>
                <a:lnTo>
                  <a:pt x="272778" y="91711"/>
                </a:lnTo>
                <a:lnTo>
                  <a:pt x="272657" y="92428"/>
                </a:lnTo>
                <a:lnTo>
                  <a:pt x="272518" y="93129"/>
                </a:lnTo>
                <a:lnTo>
                  <a:pt x="272361" y="93814"/>
                </a:lnTo>
                <a:lnTo>
                  <a:pt x="272186" y="94482"/>
                </a:lnTo>
                <a:lnTo>
                  <a:pt x="271993" y="95135"/>
                </a:lnTo>
                <a:lnTo>
                  <a:pt x="271781" y="95770"/>
                </a:lnTo>
                <a:lnTo>
                  <a:pt x="271552" y="96390"/>
                </a:lnTo>
                <a:lnTo>
                  <a:pt x="271304" y="96993"/>
                </a:lnTo>
                <a:lnTo>
                  <a:pt x="271038" y="97579"/>
                </a:lnTo>
                <a:lnTo>
                  <a:pt x="270754" y="98150"/>
                </a:lnTo>
                <a:lnTo>
                  <a:pt x="270452" y="98704"/>
                </a:lnTo>
                <a:lnTo>
                  <a:pt x="270132" y="99241"/>
                </a:lnTo>
                <a:lnTo>
                  <a:pt x="269793" y="99763"/>
                </a:lnTo>
                <a:lnTo>
                  <a:pt x="269437" y="100268"/>
                </a:lnTo>
                <a:lnTo>
                  <a:pt x="269062" y="100756"/>
                </a:lnTo>
                <a:lnTo>
                  <a:pt x="268669" y="101229"/>
                </a:lnTo>
                <a:lnTo>
                  <a:pt x="268258" y="101685"/>
                </a:lnTo>
                <a:lnTo>
                  <a:pt x="267829" y="102124"/>
                </a:lnTo>
                <a:lnTo>
                  <a:pt x="267382" y="102548"/>
                </a:lnTo>
                <a:lnTo>
                  <a:pt x="266921" y="102954"/>
                </a:lnTo>
                <a:lnTo>
                  <a:pt x="266449" y="103343"/>
                </a:lnTo>
                <a:lnTo>
                  <a:pt x="265967" y="103715"/>
                </a:lnTo>
                <a:lnTo>
                  <a:pt x="265475" y="104070"/>
                </a:lnTo>
                <a:lnTo>
                  <a:pt x="264973" y="104407"/>
                </a:lnTo>
                <a:lnTo>
                  <a:pt x="264460" y="104727"/>
                </a:lnTo>
                <a:lnTo>
                  <a:pt x="263937" y="105029"/>
                </a:lnTo>
                <a:lnTo>
                  <a:pt x="263404" y="105315"/>
                </a:lnTo>
                <a:lnTo>
                  <a:pt x="262861" y="105583"/>
                </a:lnTo>
                <a:lnTo>
                  <a:pt x="262307" y="105834"/>
                </a:lnTo>
                <a:lnTo>
                  <a:pt x="261743" y="106067"/>
                </a:lnTo>
                <a:lnTo>
                  <a:pt x="261169" y="106283"/>
                </a:lnTo>
                <a:lnTo>
                  <a:pt x="260585" y="106482"/>
                </a:lnTo>
                <a:lnTo>
                  <a:pt x="259991" y="106664"/>
                </a:lnTo>
                <a:lnTo>
                  <a:pt x="259386" y="106828"/>
                </a:lnTo>
                <a:lnTo>
                  <a:pt x="258771" y="106975"/>
                </a:lnTo>
                <a:lnTo>
                  <a:pt x="258146" y="107105"/>
                </a:lnTo>
                <a:lnTo>
                  <a:pt x="257510" y="107217"/>
                </a:lnTo>
                <a:lnTo>
                  <a:pt x="256865" y="107312"/>
                </a:lnTo>
                <a:lnTo>
                  <a:pt x="256209" y="107390"/>
                </a:lnTo>
                <a:lnTo>
                  <a:pt x="255543" y="107451"/>
                </a:lnTo>
                <a:lnTo>
                  <a:pt x="254866" y="107494"/>
                </a:lnTo>
                <a:lnTo>
                  <a:pt x="254180" y="107520"/>
                </a:lnTo>
                <a:lnTo>
                  <a:pt x="253483" y="107529"/>
                </a:lnTo>
                <a:lnTo>
                  <a:pt x="252862" y="107522"/>
                </a:lnTo>
                <a:lnTo>
                  <a:pt x="252250" y="107502"/>
                </a:lnTo>
                <a:lnTo>
                  <a:pt x="251647" y="107469"/>
                </a:lnTo>
                <a:lnTo>
                  <a:pt x="251052" y="107422"/>
                </a:lnTo>
                <a:lnTo>
                  <a:pt x="250465" y="107362"/>
                </a:lnTo>
                <a:lnTo>
                  <a:pt x="249887" y="107289"/>
                </a:lnTo>
                <a:lnTo>
                  <a:pt x="249317" y="107202"/>
                </a:lnTo>
                <a:lnTo>
                  <a:pt x="248756" y="107102"/>
                </a:lnTo>
                <a:lnTo>
                  <a:pt x="248203" y="106989"/>
                </a:lnTo>
                <a:lnTo>
                  <a:pt x="247659" y="106862"/>
                </a:lnTo>
                <a:lnTo>
                  <a:pt x="247123" y="106723"/>
                </a:lnTo>
                <a:lnTo>
                  <a:pt x="246596" y="106569"/>
                </a:lnTo>
                <a:lnTo>
                  <a:pt x="246078" y="106403"/>
                </a:lnTo>
                <a:lnTo>
                  <a:pt x="245567" y="106223"/>
                </a:lnTo>
                <a:lnTo>
                  <a:pt x="245066" y="106030"/>
                </a:lnTo>
                <a:lnTo>
                  <a:pt x="244572" y="105823"/>
                </a:lnTo>
                <a:lnTo>
                  <a:pt x="244087" y="105603"/>
                </a:lnTo>
                <a:lnTo>
                  <a:pt x="243611" y="105370"/>
                </a:lnTo>
                <a:lnTo>
                  <a:pt x="243143" y="105124"/>
                </a:lnTo>
                <a:lnTo>
                  <a:pt x="242684" y="104864"/>
                </a:lnTo>
                <a:lnTo>
                  <a:pt x="242233" y="104591"/>
                </a:lnTo>
                <a:lnTo>
                  <a:pt x="241791" y="104304"/>
                </a:lnTo>
                <a:lnTo>
                  <a:pt x="241357" y="104004"/>
                </a:lnTo>
                <a:lnTo>
                  <a:pt x="240931" y="103691"/>
                </a:lnTo>
                <a:lnTo>
                  <a:pt x="240514" y="103365"/>
                </a:lnTo>
                <a:lnTo>
                  <a:pt x="240106" y="103027"/>
                </a:lnTo>
                <a:lnTo>
                  <a:pt x="239707" y="102677"/>
                </a:lnTo>
                <a:lnTo>
                  <a:pt x="239317" y="102315"/>
                </a:lnTo>
                <a:lnTo>
                  <a:pt x="238935" y="101940"/>
                </a:lnTo>
                <a:lnTo>
                  <a:pt x="238562" y="101554"/>
                </a:lnTo>
                <a:lnTo>
                  <a:pt x="238198" y="101155"/>
                </a:lnTo>
                <a:lnTo>
                  <a:pt x="237843" y="100745"/>
                </a:lnTo>
                <a:lnTo>
                  <a:pt x="237496" y="100322"/>
                </a:lnTo>
                <a:lnTo>
                  <a:pt x="237158" y="99887"/>
                </a:lnTo>
                <a:lnTo>
                  <a:pt x="236829" y="99441"/>
                </a:lnTo>
                <a:lnTo>
                  <a:pt x="236509" y="98982"/>
                </a:lnTo>
                <a:lnTo>
                  <a:pt x="236197" y="98511"/>
                </a:lnTo>
                <a:lnTo>
                  <a:pt x="235895" y="98028"/>
                </a:lnTo>
                <a:lnTo>
                  <a:pt x="235601" y="97532"/>
                </a:lnTo>
                <a:lnTo>
                  <a:pt x="235315" y="97025"/>
                </a:lnTo>
                <a:lnTo>
                  <a:pt x="235039" y="96506"/>
                </a:lnTo>
                <a:lnTo>
                  <a:pt x="234771" y="95975"/>
                </a:lnTo>
                <a:lnTo>
                  <a:pt x="234513" y="95431"/>
                </a:lnTo>
                <a:lnTo>
                  <a:pt x="234262" y="94876"/>
                </a:lnTo>
                <a:lnTo>
                  <a:pt x="234021" y="94308"/>
                </a:lnTo>
                <a:lnTo>
                  <a:pt x="233789" y="93728"/>
                </a:lnTo>
                <a:lnTo>
                  <a:pt x="233565" y="93136"/>
                </a:lnTo>
                <a:lnTo>
                  <a:pt x="233350" y="92533"/>
                </a:lnTo>
                <a:lnTo>
                  <a:pt x="233144" y="91917"/>
                </a:lnTo>
                <a:lnTo>
                  <a:pt x="232946" y="91292"/>
                </a:lnTo>
                <a:lnTo>
                  <a:pt x="232758" y="90655"/>
                </a:lnTo>
                <a:lnTo>
                  <a:pt x="232578" y="90009"/>
                </a:lnTo>
                <a:lnTo>
                  <a:pt x="232407" y="89351"/>
                </a:lnTo>
                <a:lnTo>
                  <a:pt x="232244" y="88684"/>
                </a:lnTo>
                <a:lnTo>
                  <a:pt x="232091" y="88005"/>
                </a:lnTo>
                <a:lnTo>
                  <a:pt x="231946" y="87316"/>
                </a:lnTo>
                <a:lnTo>
                  <a:pt x="231810" y="86617"/>
                </a:lnTo>
                <a:lnTo>
                  <a:pt x="231683" y="85907"/>
                </a:lnTo>
                <a:lnTo>
                  <a:pt x="231564" y="85186"/>
                </a:lnTo>
                <a:lnTo>
                  <a:pt x="231455" y="84455"/>
                </a:lnTo>
                <a:lnTo>
                  <a:pt x="231354" y="83714"/>
                </a:lnTo>
                <a:lnTo>
                  <a:pt x="231262" y="82962"/>
                </a:lnTo>
                <a:lnTo>
                  <a:pt x="231178" y="82199"/>
                </a:lnTo>
                <a:lnTo>
                  <a:pt x="231104" y="81426"/>
                </a:lnTo>
                <a:lnTo>
                  <a:pt x="231038" y="80642"/>
                </a:lnTo>
                <a:lnTo>
                  <a:pt x="230981" y="79848"/>
                </a:lnTo>
                <a:lnTo>
                  <a:pt x="230932" y="79043"/>
                </a:lnTo>
                <a:lnTo>
                  <a:pt x="230893" y="78228"/>
                </a:lnTo>
                <a:lnTo>
                  <a:pt x="230862" y="77402"/>
                </a:lnTo>
                <a:lnTo>
                  <a:pt x="230840" y="76566"/>
                </a:lnTo>
                <a:lnTo>
                  <a:pt x="230827" y="75719"/>
                </a:lnTo>
                <a:lnTo>
                  <a:pt x="230823" y="74862"/>
                </a:lnTo>
                <a:lnTo>
                  <a:pt x="230833" y="73564"/>
                </a:lnTo>
                <a:lnTo>
                  <a:pt x="230863" y="72292"/>
                </a:lnTo>
                <a:lnTo>
                  <a:pt x="230912" y="71043"/>
                </a:lnTo>
                <a:lnTo>
                  <a:pt x="230982" y="69819"/>
                </a:lnTo>
                <a:lnTo>
                  <a:pt x="231071" y="68620"/>
                </a:lnTo>
                <a:lnTo>
                  <a:pt x="231181" y="67444"/>
                </a:lnTo>
                <a:lnTo>
                  <a:pt x="231310" y="66293"/>
                </a:lnTo>
                <a:lnTo>
                  <a:pt x="231459" y="65167"/>
                </a:lnTo>
                <a:lnTo>
                  <a:pt x="231628" y="64064"/>
                </a:lnTo>
                <a:lnTo>
                  <a:pt x="231817" y="62986"/>
                </a:lnTo>
                <a:lnTo>
                  <a:pt x="232026" y="61933"/>
                </a:lnTo>
                <a:lnTo>
                  <a:pt x="232255" y="60903"/>
                </a:lnTo>
                <a:lnTo>
                  <a:pt x="232503" y="59898"/>
                </a:lnTo>
                <a:lnTo>
                  <a:pt x="232772" y="58918"/>
                </a:lnTo>
                <a:lnTo>
                  <a:pt x="233060" y="57961"/>
                </a:lnTo>
                <a:lnTo>
                  <a:pt x="233369" y="57029"/>
                </a:lnTo>
                <a:lnTo>
                  <a:pt x="233697" y="56121"/>
                </a:lnTo>
                <a:lnTo>
                  <a:pt x="234045" y="55238"/>
                </a:lnTo>
                <a:lnTo>
                  <a:pt x="234413" y="54379"/>
                </a:lnTo>
                <a:lnTo>
                  <a:pt x="234801" y="53544"/>
                </a:lnTo>
                <a:lnTo>
                  <a:pt x="235208" y="52734"/>
                </a:lnTo>
                <a:lnTo>
                  <a:pt x="235636" y="51948"/>
                </a:lnTo>
                <a:lnTo>
                  <a:pt x="236084" y="51186"/>
                </a:lnTo>
                <a:lnTo>
                  <a:pt x="236551" y="50449"/>
                </a:lnTo>
                <a:lnTo>
                  <a:pt x="237038" y="49739"/>
                </a:lnTo>
                <a:lnTo>
                  <a:pt x="237544" y="49059"/>
                </a:lnTo>
                <a:lnTo>
                  <a:pt x="238069" y="48409"/>
                </a:lnTo>
                <a:lnTo>
                  <a:pt x="238612" y="47790"/>
                </a:lnTo>
                <a:lnTo>
                  <a:pt x="239175" y="47201"/>
                </a:lnTo>
                <a:lnTo>
                  <a:pt x="239757" y="46642"/>
                </a:lnTo>
                <a:lnTo>
                  <a:pt x="240358" y="46113"/>
                </a:lnTo>
                <a:lnTo>
                  <a:pt x="240978" y="45614"/>
                </a:lnTo>
                <a:lnTo>
                  <a:pt x="241617" y="45146"/>
                </a:lnTo>
                <a:lnTo>
                  <a:pt x="242275" y="44708"/>
                </a:lnTo>
                <a:lnTo>
                  <a:pt x="242952" y="44300"/>
                </a:lnTo>
                <a:lnTo>
                  <a:pt x="243648" y="43922"/>
                </a:lnTo>
                <a:lnTo>
                  <a:pt x="244363" y="43575"/>
                </a:lnTo>
                <a:lnTo>
                  <a:pt x="245097" y="43257"/>
                </a:lnTo>
                <a:lnTo>
                  <a:pt x="245850" y="42970"/>
                </a:lnTo>
                <a:lnTo>
                  <a:pt x="246622" y="42713"/>
                </a:lnTo>
                <a:lnTo>
                  <a:pt x="247413" y="42487"/>
                </a:lnTo>
                <a:lnTo>
                  <a:pt x="248223" y="42290"/>
                </a:lnTo>
                <a:lnTo>
                  <a:pt x="249052" y="42124"/>
                </a:lnTo>
                <a:lnTo>
                  <a:pt x="249900" y="41988"/>
                </a:lnTo>
                <a:lnTo>
                  <a:pt x="250767" y="41882"/>
                </a:lnTo>
                <a:lnTo>
                  <a:pt x="251653" y="41807"/>
                </a:lnTo>
                <a:lnTo>
                  <a:pt x="252559" y="41762"/>
                </a:lnTo>
                <a:lnTo>
                  <a:pt x="253483" y="41746"/>
                </a:lnTo>
                <a:lnTo>
                  <a:pt x="254165" y="41755"/>
                </a:lnTo>
                <a:lnTo>
                  <a:pt x="254837" y="41780"/>
                </a:lnTo>
                <a:lnTo>
                  <a:pt x="255497" y="41823"/>
                </a:lnTo>
                <a:lnTo>
                  <a:pt x="256147" y="41882"/>
                </a:lnTo>
                <a:lnTo>
                  <a:pt x="256785" y="41959"/>
                </a:lnTo>
                <a:lnTo>
                  <a:pt x="257413" y="42052"/>
                </a:lnTo>
                <a:lnTo>
                  <a:pt x="258030" y="42163"/>
                </a:lnTo>
                <a:lnTo>
                  <a:pt x="258635" y="42290"/>
                </a:lnTo>
                <a:lnTo>
                  <a:pt x="259230" y="42435"/>
                </a:lnTo>
                <a:lnTo>
                  <a:pt x="259814" y="42596"/>
                </a:lnTo>
                <a:lnTo>
                  <a:pt x="260386" y="42775"/>
                </a:lnTo>
                <a:lnTo>
                  <a:pt x="260948" y="42970"/>
                </a:lnTo>
                <a:lnTo>
                  <a:pt x="261499" y="43182"/>
                </a:lnTo>
                <a:lnTo>
                  <a:pt x="262039" y="43412"/>
                </a:lnTo>
                <a:lnTo>
                  <a:pt x="262568" y="43658"/>
                </a:lnTo>
                <a:lnTo>
                  <a:pt x="263086" y="43922"/>
                </a:lnTo>
                <a:lnTo>
                  <a:pt x="263593" y="44202"/>
                </a:lnTo>
                <a:lnTo>
                  <a:pt x="264089" y="44499"/>
                </a:lnTo>
                <a:lnTo>
                  <a:pt x="264574" y="44814"/>
                </a:lnTo>
                <a:lnTo>
                  <a:pt x="265048" y="45145"/>
                </a:lnTo>
                <a:lnTo>
                  <a:pt x="265511" y="45493"/>
                </a:lnTo>
                <a:lnTo>
                  <a:pt x="265963" y="45859"/>
                </a:lnTo>
                <a:lnTo>
                  <a:pt x="266404" y="46241"/>
                </a:lnTo>
                <a:lnTo>
                  <a:pt x="266834" y="46641"/>
                </a:lnTo>
                <a:lnTo>
                  <a:pt x="267251" y="47054"/>
                </a:lnTo>
                <a:lnTo>
                  <a:pt x="267652" y="47481"/>
                </a:lnTo>
                <a:lnTo>
                  <a:pt x="268038" y="47920"/>
                </a:lnTo>
                <a:lnTo>
                  <a:pt x="268408" y="48372"/>
                </a:lnTo>
                <a:lnTo>
                  <a:pt x="268762" y="48836"/>
                </a:lnTo>
                <a:lnTo>
                  <a:pt x="269101" y="49313"/>
                </a:lnTo>
                <a:lnTo>
                  <a:pt x="269424" y="49802"/>
                </a:lnTo>
                <a:lnTo>
                  <a:pt x="269731" y="50304"/>
                </a:lnTo>
                <a:lnTo>
                  <a:pt x="270023" y="50819"/>
                </a:lnTo>
                <a:lnTo>
                  <a:pt x="270299" y="51346"/>
                </a:lnTo>
                <a:lnTo>
                  <a:pt x="270559" y="51886"/>
                </a:lnTo>
                <a:lnTo>
                  <a:pt x="270804" y="52438"/>
                </a:lnTo>
                <a:lnTo>
                  <a:pt x="271033" y="53003"/>
                </a:lnTo>
                <a:lnTo>
                  <a:pt x="271247" y="53580"/>
                </a:lnTo>
                <a:lnTo>
                  <a:pt x="271444" y="54170"/>
                </a:lnTo>
                <a:lnTo>
                  <a:pt x="271627" y="54773"/>
                </a:lnTo>
                <a:lnTo>
                  <a:pt x="271793" y="55388"/>
                </a:lnTo>
                <a:lnTo>
                  <a:pt x="271944" y="56016"/>
                </a:lnTo>
                <a:lnTo>
                  <a:pt x="272079" y="56657"/>
                </a:lnTo>
                <a:lnTo>
                  <a:pt x="272199" y="57310"/>
                </a:lnTo>
                <a:lnTo>
                  <a:pt x="272303" y="57975"/>
                </a:lnTo>
                <a:lnTo>
                  <a:pt x="272391" y="58653"/>
                </a:lnTo>
                <a:lnTo>
                  <a:pt x="272463" y="59344"/>
                </a:lnTo>
                <a:lnTo>
                  <a:pt x="272520" y="60047"/>
                </a:lnTo>
                <a:lnTo>
                  <a:pt x="286420" y="60047"/>
                </a:lnTo>
                <a:lnTo>
                  <a:pt x="286384" y="59217"/>
                </a:lnTo>
                <a:lnTo>
                  <a:pt x="286335" y="58398"/>
                </a:lnTo>
                <a:lnTo>
                  <a:pt x="286272" y="57591"/>
                </a:lnTo>
                <a:lnTo>
                  <a:pt x="286194" y="56797"/>
                </a:lnTo>
                <a:lnTo>
                  <a:pt x="286102" y="56014"/>
                </a:lnTo>
                <a:lnTo>
                  <a:pt x="285996" y="55244"/>
                </a:lnTo>
                <a:lnTo>
                  <a:pt x="285876" y="54486"/>
                </a:lnTo>
                <a:lnTo>
                  <a:pt x="285741" y="53740"/>
                </a:lnTo>
                <a:lnTo>
                  <a:pt x="285592" y="53006"/>
                </a:lnTo>
                <a:lnTo>
                  <a:pt x="285430" y="52284"/>
                </a:lnTo>
                <a:lnTo>
                  <a:pt x="285253" y="51574"/>
                </a:lnTo>
                <a:lnTo>
                  <a:pt x="285061" y="50876"/>
                </a:lnTo>
                <a:lnTo>
                  <a:pt x="284856" y="50190"/>
                </a:lnTo>
                <a:lnTo>
                  <a:pt x="284636" y="49516"/>
                </a:lnTo>
                <a:lnTo>
                  <a:pt x="284403" y="48855"/>
                </a:lnTo>
                <a:lnTo>
                  <a:pt x="284155" y="48205"/>
                </a:lnTo>
                <a:lnTo>
                  <a:pt x="283892" y="47568"/>
                </a:lnTo>
                <a:lnTo>
                  <a:pt x="283616" y="46942"/>
                </a:lnTo>
                <a:lnTo>
                  <a:pt x="283326" y="46329"/>
                </a:lnTo>
                <a:lnTo>
                  <a:pt x="283021" y="45728"/>
                </a:lnTo>
                <a:lnTo>
                  <a:pt x="282702" y="45139"/>
                </a:lnTo>
                <a:lnTo>
                  <a:pt x="282369" y="44562"/>
                </a:lnTo>
                <a:lnTo>
                  <a:pt x="282022" y="43997"/>
                </a:lnTo>
                <a:lnTo>
                  <a:pt x="281660" y="43444"/>
                </a:lnTo>
                <a:lnTo>
                  <a:pt x="281287" y="42902"/>
                </a:lnTo>
                <a:lnTo>
                  <a:pt x="280903" y="42372"/>
                </a:lnTo>
                <a:lnTo>
                  <a:pt x="280509" y="41854"/>
                </a:lnTo>
                <a:lnTo>
                  <a:pt x="280104" y="41347"/>
                </a:lnTo>
                <a:lnTo>
                  <a:pt x="279690" y="40852"/>
                </a:lnTo>
                <a:lnTo>
                  <a:pt x="279265" y="40368"/>
                </a:lnTo>
                <a:lnTo>
                  <a:pt x="278830" y="39895"/>
                </a:lnTo>
                <a:lnTo>
                  <a:pt x="278384" y="39434"/>
                </a:lnTo>
                <a:lnTo>
                  <a:pt x="277929" y="38985"/>
                </a:lnTo>
                <a:lnTo>
                  <a:pt x="277463" y="38547"/>
                </a:lnTo>
                <a:lnTo>
                  <a:pt x="276987" y="38121"/>
                </a:lnTo>
                <a:lnTo>
                  <a:pt x="276501" y="37706"/>
                </a:lnTo>
                <a:lnTo>
                  <a:pt x="276004" y="37302"/>
                </a:lnTo>
                <a:lnTo>
                  <a:pt x="275497" y="36910"/>
                </a:lnTo>
                <a:lnTo>
                  <a:pt x="274980" y="36529"/>
                </a:lnTo>
                <a:lnTo>
                  <a:pt x="274453" y="36160"/>
                </a:lnTo>
                <a:lnTo>
                  <a:pt x="273916" y="35803"/>
                </a:lnTo>
                <a:lnTo>
                  <a:pt x="273368" y="35457"/>
                </a:lnTo>
                <a:lnTo>
                  <a:pt x="272810" y="35122"/>
                </a:lnTo>
                <a:lnTo>
                  <a:pt x="272242" y="34799"/>
                </a:lnTo>
                <a:lnTo>
                  <a:pt x="271664" y="34487"/>
                </a:lnTo>
                <a:lnTo>
                  <a:pt x="271075" y="34187"/>
                </a:lnTo>
                <a:lnTo>
                  <a:pt x="270476" y="33898"/>
                </a:lnTo>
                <a:lnTo>
                  <a:pt x="269867" y="33621"/>
                </a:lnTo>
                <a:lnTo>
                  <a:pt x="269249" y="33355"/>
                </a:lnTo>
                <a:lnTo>
                  <a:pt x="268625" y="33100"/>
                </a:lnTo>
                <a:lnTo>
                  <a:pt x="267995" y="32857"/>
                </a:lnTo>
                <a:lnTo>
                  <a:pt x="267357" y="32625"/>
                </a:lnTo>
                <a:lnTo>
                  <a:pt x="266713" y="32404"/>
                </a:lnTo>
                <a:lnTo>
                  <a:pt x="266063" y="32195"/>
                </a:lnTo>
                <a:lnTo>
                  <a:pt x="265406" y="31997"/>
                </a:lnTo>
                <a:lnTo>
                  <a:pt x="264742" y="31810"/>
                </a:lnTo>
                <a:lnTo>
                  <a:pt x="264072" y="31635"/>
                </a:lnTo>
                <a:lnTo>
                  <a:pt x="263396" y="31470"/>
                </a:lnTo>
                <a:lnTo>
                  <a:pt x="262712" y="31318"/>
                </a:lnTo>
                <a:lnTo>
                  <a:pt x="262022" y="31176"/>
                </a:lnTo>
                <a:lnTo>
                  <a:pt x="261326" y="31046"/>
                </a:lnTo>
                <a:lnTo>
                  <a:pt x="260623" y="30927"/>
                </a:lnTo>
                <a:lnTo>
                  <a:pt x="259913" y="30819"/>
                </a:lnTo>
                <a:lnTo>
                  <a:pt x="259197" y="30723"/>
                </a:lnTo>
                <a:lnTo>
                  <a:pt x="258474" y="30638"/>
                </a:lnTo>
                <a:lnTo>
                  <a:pt x="257745" y="30565"/>
                </a:lnTo>
                <a:lnTo>
                  <a:pt x="257009" y="30503"/>
                </a:lnTo>
                <a:lnTo>
                  <a:pt x="256266" y="30452"/>
                </a:lnTo>
                <a:lnTo>
                  <a:pt x="255517" y="30412"/>
                </a:lnTo>
                <a:lnTo>
                  <a:pt x="254761" y="30384"/>
                </a:lnTo>
                <a:lnTo>
                  <a:pt x="253999" y="30367"/>
                </a:lnTo>
                <a:lnTo>
                  <a:pt x="253230" y="30361"/>
                </a:lnTo>
                <a:lnTo>
                  <a:pt x="252315" y="30370"/>
                </a:lnTo>
                <a:lnTo>
                  <a:pt x="251410" y="30396"/>
                </a:lnTo>
                <a:lnTo>
                  <a:pt x="250514" y="30439"/>
                </a:lnTo>
                <a:lnTo>
                  <a:pt x="249628" y="30500"/>
                </a:lnTo>
                <a:lnTo>
                  <a:pt x="248751" y="30579"/>
                </a:lnTo>
                <a:lnTo>
                  <a:pt x="247884" y="30674"/>
                </a:lnTo>
                <a:lnTo>
                  <a:pt x="247026" y="30787"/>
                </a:lnTo>
                <a:lnTo>
                  <a:pt x="246177" y="30918"/>
                </a:lnTo>
                <a:lnTo>
                  <a:pt x="245339" y="31066"/>
                </a:lnTo>
                <a:lnTo>
                  <a:pt x="244509" y="31231"/>
                </a:lnTo>
                <a:lnTo>
                  <a:pt x="243690" y="31414"/>
                </a:lnTo>
                <a:lnTo>
                  <a:pt x="242879" y="31614"/>
                </a:lnTo>
                <a:lnTo>
                  <a:pt x="242079" y="31832"/>
                </a:lnTo>
                <a:lnTo>
                  <a:pt x="241287" y="32067"/>
                </a:lnTo>
                <a:lnTo>
                  <a:pt x="240506" y="32319"/>
                </a:lnTo>
                <a:lnTo>
                  <a:pt x="239733" y="32589"/>
                </a:lnTo>
                <a:lnTo>
                  <a:pt x="238971" y="32876"/>
                </a:lnTo>
                <a:lnTo>
                  <a:pt x="238217" y="33181"/>
                </a:lnTo>
                <a:lnTo>
                  <a:pt x="237474" y="33503"/>
                </a:lnTo>
                <a:lnTo>
                  <a:pt x="236739" y="33842"/>
                </a:lnTo>
                <a:lnTo>
                  <a:pt x="236015" y="34199"/>
                </a:lnTo>
                <a:lnTo>
                  <a:pt x="235299" y="34573"/>
                </a:lnTo>
                <a:lnTo>
                  <a:pt x="234594" y="34965"/>
                </a:lnTo>
                <a:lnTo>
                  <a:pt x="233897" y="35374"/>
                </a:lnTo>
                <a:lnTo>
                  <a:pt x="233212" y="35800"/>
                </a:lnTo>
                <a:lnTo>
                  <a:pt x="232540" y="36243"/>
                </a:lnTo>
                <a:lnTo>
                  <a:pt x="231880" y="36704"/>
                </a:lnTo>
                <a:lnTo>
                  <a:pt x="231233" y="37181"/>
                </a:lnTo>
                <a:lnTo>
                  <a:pt x="230599" y="37676"/>
                </a:lnTo>
                <a:lnTo>
                  <a:pt x="229978" y="38188"/>
                </a:lnTo>
                <a:lnTo>
                  <a:pt x="229369" y="38717"/>
                </a:lnTo>
                <a:lnTo>
                  <a:pt x="228773" y="39263"/>
                </a:lnTo>
                <a:lnTo>
                  <a:pt x="228190" y="39826"/>
                </a:lnTo>
                <a:lnTo>
                  <a:pt x="227619" y="40406"/>
                </a:lnTo>
                <a:lnTo>
                  <a:pt x="227061" y="41004"/>
                </a:lnTo>
                <a:lnTo>
                  <a:pt x="226516" y="41618"/>
                </a:lnTo>
                <a:lnTo>
                  <a:pt x="225984" y="42249"/>
                </a:lnTo>
                <a:lnTo>
                  <a:pt x="225464" y="42898"/>
                </a:lnTo>
                <a:lnTo>
                  <a:pt x="224957" y="43564"/>
                </a:lnTo>
                <a:lnTo>
                  <a:pt x="224463" y="44247"/>
                </a:lnTo>
                <a:lnTo>
                  <a:pt x="223981" y="44947"/>
                </a:lnTo>
                <a:lnTo>
                  <a:pt x="223513" y="45664"/>
                </a:lnTo>
                <a:lnTo>
                  <a:pt x="223056" y="46398"/>
                </a:lnTo>
                <a:lnTo>
                  <a:pt x="222613" y="47149"/>
                </a:lnTo>
                <a:lnTo>
                  <a:pt x="222182" y="47917"/>
                </a:lnTo>
                <a:lnTo>
                  <a:pt x="221765" y="48703"/>
                </a:lnTo>
                <a:lnTo>
                  <a:pt x="221359" y="49505"/>
                </a:lnTo>
                <a:lnTo>
                  <a:pt x="220967" y="50325"/>
                </a:lnTo>
                <a:lnTo>
                  <a:pt x="220589" y="51161"/>
                </a:lnTo>
                <a:lnTo>
                  <a:pt x="220227" y="52013"/>
                </a:lnTo>
                <a:lnTo>
                  <a:pt x="219881" y="52882"/>
                </a:lnTo>
                <a:lnTo>
                  <a:pt x="219551" y="53766"/>
                </a:lnTo>
                <a:lnTo>
                  <a:pt x="219238" y="54667"/>
                </a:lnTo>
                <a:lnTo>
                  <a:pt x="218940" y="55584"/>
                </a:lnTo>
                <a:lnTo>
                  <a:pt x="218658" y="56517"/>
                </a:lnTo>
                <a:lnTo>
                  <a:pt x="218393" y="57467"/>
                </a:lnTo>
                <a:lnTo>
                  <a:pt x="218144" y="58432"/>
                </a:lnTo>
                <a:lnTo>
                  <a:pt x="217910" y="59414"/>
                </a:lnTo>
                <a:lnTo>
                  <a:pt x="217693" y="60412"/>
                </a:lnTo>
                <a:lnTo>
                  <a:pt x="217492" y="61426"/>
                </a:lnTo>
                <a:lnTo>
                  <a:pt x="217307" y="62456"/>
                </a:lnTo>
                <a:lnTo>
                  <a:pt x="217138" y="63502"/>
                </a:lnTo>
                <a:lnTo>
                  <a:pt x="216985" y="64565"/>
                </a:lnTo>
                <a:lnTo>
                  <a:pt x="216849" y="65644"/>
                </a:lnTo>
                <a:lnTo>
                  <a:pt x="216728" y="66739"/>
                </a:lnTo>
                <a:lnTo>
                  <a:pt x="216623" y="67850"/>
                </a:lnTo>
                <a:lnTo>
                  <a:pt x="216535" y="68977"/>
                </a:lnTo>
                <a:lnTo>
                  <a:pt x="216463" y="70121"/>
                </a:lnTo>
                <a:lnTo>
                  <a:pt x="216406" y="71280"/>
                </a:lnTo>
                <a:lnTo>
                  <a:pt x="216366" y="72456"/>
                </a:lnTo>
                <a:lnTo>
                  <a:pt x="216342" y="73648"/>
                </a:lnTo>
                <a:lnTo>
                  <a:pt x="216334" y="74856"/>
                </a:lnTo>
                <a:lnTo>
                  <a:pt x="216342" y="76064"/>
                </a:lnTo>
                <a:lnTo>
                  <a:pt x="216367" y="77256"/>
                </a:lnTo>
                <a:lnTo>
                  <a:pt x="216408" y="78431"/>
                </a:lnTo>
                <a:lnTo>
                  <a:pt x="216465" y="79589"/>
                </a:lnTo>
                <a:lnTo>
                  <a:pt x="216539" y="80731"/>
                </a:lnTo>
                <a:lnTo>
                  <a:pt x="216629" y="81856"/>
                </a:lnTo>
                <a:lnTo>
                  <a:pt x="216735" y="82964"/>
                </a:lnTo>
                <a:lnTo>
                  <a:pt x="216858" y="84056"/>
                </a:lnTo>
                <a:lnTo>
                  <a:pt x="216997" y="85131"/>
                </a:lnTo>
                <a:lnTo>
                  <a:pt x="217153" y="86189"/>
                </a:lnTo>
                <a:lnTo>
                  <a:pt x="217325" y="87231"/>
                </a:lnTo>
                <a:lnTo>
                  <a:pt x="217513" y="88256"/>
                </a:lnTo>
                <a:lnTo>
                  <a:pt x="217718" y="89265"/>
                </a:lnTo>
                <a:lnTo>
                  <a:pt x="217939" y="90257"/>
                </a:lnTo>
                <a:lnTo>
                  <a:pt x="218177" y="91232"/>
                </a:lnTo>
                <a:lnTo>
                  <a:pt x="218430" y="92191"/>
                </a:lnTo>
                <a:lnTo>
                  <a:pt x="218701" y="93133"/>
                </a:lnTo>
                <a:lnTo>
                  <a:pt x="218987" y="94058"/>
                </a:lnTo>
                <a:lnTo>
                  <a:pt x="219290" y="94967"/>
                </a:lnTo>
                <a:lnTo>
                  <a:pt x="219610" y="95859"/>
                </a:lnTo>
                <a:lnTo>
                  <a:pt x="219946" y="96734"/>
                </a:lnTo>
                <a:lnTo>
                  <a:pt x="220298" y="97593"/>
                </a:lnTo>
                <a:lnTo>
                  <a:pt x="220666" y="98435"/>
                </a:lnTo>
                <a:lnTo>
                  <a:pt x="221051" y="99261"/>
                </a:lnTo>
                <a:lnTo>
                  <a:pt x="221451" y="100070"/>
                </a:lnTo>
                <a:lnTo>
                  <a:pt x="221863" y="100861"/>
                </a:lnTo>
                <a:lnTo>
                  <a:pt x="222287" y="101636"/>
                </a:lnTo>
                <a:lnTo>
                  <a:pt x="222724" y="102394"/>
                </a:lnTo>
                <a:lnTo>
                  <a:pt x="223174" y="103134"/>
                </a:lnTo>
                <a:lnTo>
                  <a:pt x="223636" y="103858"/>
                </a:lnTo>
                <a:lnTo>
                  <a:pt x="224111" y="104565"/>
                </a:lnTo>
                <a:lnTo>
                  <a:pt x="224599" y="105255"/>
                </a:lnTo>
                <a:lnTo>
                  <a:pt x="225099" y="105928"/>
                </a:lnTo>
                <a:lnTo>
                  <a:pt x="225611" y="106584"/>
                </a:lnTo>
                <a:lnTo>
                  <a:pt x="226136" y="107223"/>
                </a:lnTo>
                <a:lnTo>
                  <a:pt x="226674" y="107846"/>
                </a:lnTo>
                <a:lnTo>
                  <a:pt x="227224" y="108451"/>
                </a:lnTo>
                <a:lnTo>
                  <a:pt x="227787" y="109039"/>
                </a:lnTo>
                <a:lnTo>
                  <a:pt x="228363" y="109611"/>
                </a:lnTo>
                <a:lnTo>
                  <a:pt x="228951" y="110165"/>
                </a:lnTo>
                <a:lnTo>
                  <a:pt x="229551" y="110703"/>
                </a:lnTo>
                <a:lnTo>
                  <a:pt x="230165" y="111223"/>
                </a:lnTo>
                <a:lnTo>
                  <a:pt x="230790" y="111727"/>
                </a:lnTo>
                <a:lnTo>
                  <a:pt x="231429" y="112213"/>
                </a:lnTo>
                <a:lnTo>
                  <a:pt x="232080" y="112683"/>
                </a:lnTo>
                <a:lnTo>
                  <a:pt x="232743" y="113136"/>
                </a:lnTo>
                <a:lnTo>
                  <a:pt x="233419" y="113572"/>
                </a:lnTo>
                <a:lnTo>
                  <a:pt x="234108" y="113991"/>
                </a:lnTo>
                <a:lnTo>
                  <a:pt x="234807" y="114393"/>
                </a:lnTo>
                <a:lnTo>
                  <a:pt x="235515" y="114777"/>
                </a:lnTo>
                <a:lnTo>
                  <a:pt x="236231" y="115145"/>
                </a:lnTo>
                <a:lnTo>
                  <a:pt x="236956" y="115495"/>
                </a:lnTo>
                <a:lnTo>
                  <a:pt x="237689" y="115828"/>
                </a:lnTo>
                <a:lnTo>
                  <a:pt x="238430" y="116145"/>
                </a:lnTo>
                <a:lnTo>
                  <a:pt x="239181" y="116444"/>
                </a:lnTo>
                <a:lnTo>
                  <a:pt x="239939" y="116726"/>
                </a:lnTo>
                <a:lnTo>
                  <a:pt x="240706" y="116991"/>
                </a:lnTo>
                <a:lnTo>
                  <a:pt x="241482" y="117239"/>
                </a:lnTo>
                <a:lnTo>
                  <a:pt x="242266" y="117470"/>
                </a:lnTo>
                <a:lnTo>
                  <a:pt x="243058" y="117683"/>
                </a:lnTo>
                <a:lnTo>
                  <a:pt x="243859" y="117880"/>
                </a:lnTo>
                <a:lnTo>
                  <a:pt x="244669" y="118059"/>
                </a:lnTo>
                <a:lnTo>
                  <a:pt x="245487" y="118222"/>
                </a:lnTo>
                <a:lnTo>
                  <a:pt x="246313" y="118367"/>
                </a:lnTo>
                <a:lnTo>
                  <a:pt x="247148" y="118495"/>
                </a:lnTo>
                <a:lnTo>
                  <a:pt x="247991" y="118606"/>
                </a:lnTo>
                <a:lnTo>
                  <a:pt x="248843" y="118700"/>
                </a:lnTo>
                <a:lnTo>
                  <a:pt x="249704" y="118777"/>
                </a:lnTo>
                <a:lnTo>
                  <a:pt x="250573" y="118837"/>
                </a:lnTo>
                <a:lnTo>
                  <a:pt x="251450" y="118880"/>
                </a:lnTo>
                <a:lnTo>
                  <a:pt x="252336" y="118905"/>
                </a:lnTo>
                <a:lnTo>
                  <a:pt x="253230" y="118914"/>
                </a:lnTo>
                <a:lnTo>
                  <a:pt x="254013" y="118908"/>
                </a:lnTo>
                <a:lnTo>
                  <a:pt x="254789" y="118890"/>
                </a:lnTo>
                <a:lnTo>
                  <a:pt x="255559" y="118860"/>
                </a:lnTo>
                <a:lnTo>
                  <a:pt x="256322" y="118819"/>
                </a:lnTo>
                <a:close/>
                <a:moveTo>
                  <a:pt x="337571" y="118815"/>
                </a:moveTo>
                <a:lnTo>
                  <a:pt x="338369" y="118760"/>
                </a:lnTo>
                <a:lnTo>
                  <a:pt x="339159" y="118692"/>
                </a:lnTo>
                <a:lnTo>
                  <a:pt x="339938" y="118612"/>
                </a:lnTo>
                <a:lnTo>
                  <a:pt x="340708" y="118520"/>
                </a:lnTo>
                <a:lnTo>
                  <a:pt x="341469" y="118415"/>
                </a:lnTo>
                <a:lnTo>
                  <a:pt x="342219" y="118298"/>
                </a:lnTo>
                <a:lnTo>
                  <a:pt x="342960" y="118168"/>
                </a:lnTo>
                <a:lnTo>
                  <a:pt x="343692" y="118026"/>
                </a:lnTo>
                <a:lnTo>
                  <a:pt x="344414" y="117872"/>
                </a:lnTo>
                <a:lnTo>
                  <a:pt x="345126" y="117706"/>
                </a:lnTo>
                <a:lnTo>
                  <a:pt x="345828" y="117527"/>
                </a:lnTo>
                <a:lnTo>
                  <a:pt x="346521" y="117336"/>
                </a:lnTo>
                <a:lnTo>
                  <a:pt x="347204" y="117133"/>
                </a:lnTo>
                <a:lnTo>
                  <a:pt x="347877" y="116917"/>
                </a:lnTo>
                <a:lnTo>
                  <a:pt x="348541" y="116689"/>
                </a:lnTo>
                <a:lnTo>
                  <a:pt x="349195" y="116449"/>
                </a:lnTo>
                <a:lnTo>
                  <a:pt x="349840" y="116196"/>
                </a:lnTo>
                <a:lnTo>
                  <a:pt x="350475" y="115931"/>
                </a:lnTo>
                <a:lnTo>
                  <a:pt x="351100" y="115654"/>
                </a:lnTo>
                <a:lnTo>
                  <a:pt x="351715" y="115364"/>
                </a:lnTo>
                <a:lnTo>
                  <a:pt x="352321" y="115063"/>
                </a:lnTo>
                <a:lnTo>
                  <a:pt x="352914" y="114751"/>
                </a:lnTo>
                <a:lnTo>
                  <a:pt x="353497" y="114429"/>
                </a:lnTo>
                <a:lnTo>
                  <a:pt x="354068" y="114097"/>
                </a:lnTo>
                <a:lnTo>
                  <a:pt x="354628" y="113754"/>
                </a:lnTo>
                <a:lnTo>
                  <a:pt x="355177" y="113401"/>
                </a:lnTo>
                <a:lnTo>
                  <a:pt x="355715" y="113038"/>
                </a:lnTo>
                <a:lnTo>
                  <a:pt x="356241" y="112665"/>
                </a:lnTo>
                <a:lnTo>
                  <a:pt x="356756" y="112281"/>
                </a:lnTo>
                <a:lnTo>
                  <a:pt x="357260" y="111886"/>
                </a:lnTo>
                <a:lnTo>
                  <a:pt x="357752" y="111482"/>
                </a:lnTo>
                <a:lnTo>
                  <a:pt x="358233" y="111067"/>
                </a:lnTo>
                <a:lnTo>
                  <a:pt x="358703" y="110641"/>
                </a:lnTo>
                <a:lnTo>
                  <a:pt x="359162" y="110206"/>
                </a:lnTo>
                <a:lnTo>
                  <a:pt x="359609" y="109760"/>
                </a:lnTo>
                <a:lnTo>
                  <a:pt x="360046" y="109303"/>
                </a:lnTo>
                <a:lnTo>
                  <a:pt x="360471" y="108837"/>
                </a:lnTo>
                <a:lnTo>
                  <a:pt x="360884" y="108360"/>
                </a:lnTo>
                <a:lnTo>
                  <a:pt x="361287" y="107872"/>
                </a:lnTo>
                <a:lnTo>
                  <a:pt x="361678" y="107375"/>
                </a:lnTo>
                <a:lnTo>
                  <a:pt x="362058" y="106867"/>
                </a:lnTo>
                <a:lnTo>
                  <a:pt x="362426" y="106348"/>
                </a:lnTo>
                <a:lnTo>
                  <a:pt x="362784" y="105820"/>
                </a:lnTo>
                <a:lnTo>
                  <a:pt x="363130" y="105281"/>
                </a:lnTo>
                <a:lnTo>
                  <a:pt x="363463" y="104732"/>
                </a:lnTo>
                <a:lnTo>
                  <a:pt x="363784" y="104174"/>
                </a:lnTo>
                <a:lnTo>
                  <a:pt x="364091" y="103608"/>
                </a:lnTo>
                <a:lnTo>
                  <a:pt x="364385" y="103033"/>
                </a:lnTo>
                <a:lnTo>
                  <a:pt x="364666" y="102450"/>
                </a:lnTo>
                <a:lnTo>
                  <a:pt x="364933" y="101858"/>
                </a:lnTo>
                <a:lnTo>
                  <a:pt x="365187" y="101257"/>
                </a:lnTo>
                <a:lnTo>
                  <a:pt x="365427" y="100647"/>
                </a:lnTo>
                <a:lnTo>
                  <a:pt x="365655" y="100029"/>
                </a:lnTo>
                <a:lnTo>
                  <a:pt x="365869" y="99402"/>
                </a:lnTo>
                <a:lnTo>
                  <a:pt x="366070" y="98767"/>
                </a:lnTo>
                <a:lnTo>
                  <a:pt x="366257" y="98122"/>
                </a:lnTo>
                <a:lnTo>
                  <a:pt x="366431" y="97470"/>
                </a:lnTo>
                <a:lnTo>
                  <a:pt x="366592" y="96808"/>
                </a:lnTo>
                <a:lnTo>
                  <a:pt x="366739" y="96138"/>
                </a:lnTo>
                <a:lnTo>
                  <a:pt x="366874" y="95459"/>
                </a:lnTo>
                <a:lnTo>
                  <a:pt x="366994" y="94771"/>
                </a:lnTo>
                <a:lnTo>
                  <a:pt x="367102" y="94075"/>
                </a:lnTo>
                <a:lnTo>
                  <a:pt x="367196" y="93370"/>
                </a:lnTo>
                <a:lnTo>
                  <a:pt x="367277" y="92656"/>
                </a:lnTo>
                <a:lnTo>
                  <a:pt x="367345" y="91934"/>
                </a:lnTo>
                <a:lnTo>
                  <a:pt x="367399" y="91203"/>
                </a:lnTo>
                <a:lnTo>
                  <a:pt x="367440" y="90464"/>
                </a:lnTo>
                <a:lnTo>
                  <a:pt x="367468" y="89715"/>
                </a:lnTo>
                <a:lnTo>
                  <a:pt x="353569" y="89715"/>
                </a:lnTo>
                <a:lnTo>
                  <a:pt x="353539" y="90449"/>
                </a:lnTo>
                <a:lnTo>
                  <a:pt x="353493" y="91168"/>
                </a:lnTo>
                <a:lnTo>
                  <a:pt x="353431" y="91872"/>
                </a:lnTo>
                <a:lnTo>
                  <a:pt x="353352" y="92562"/>
                </a:lnTo>
                <a:lnTo>
                  <a:pt x="353257" y="93238"/>
                </a:lnTo>
                <a:lnTo>
                  <a:pt x="353145" y="93899"/>
                </a:lnTo>
                <a:lnTo>
                  <a:pt x="353016" y="94546"/>
                </a:lnTo>
                <a:lnTo>
                  <a:pt x="352871" y="95178"/>
                </a:lnTo>
                <a:lnTo>
                  <a:pt x="352710" y="95795"/>
                </a:lnTo>
                <a:lnTo>
                  <a:pt x="352532" y="96398"/>
                </a:lnTo>
                <a:lnTo>
                  <a:pt x="352337" y="96987"/>
                </a:lnTo>
                <a:lnTo>
                  <a:pt x="352126" y="97561"/>
                </a:lnTo>
                <a:lnTo>
                  <a:pt x="351898" y="98121"/>
                </a:lnTo>
                <a:lnTo>
                  <a:pt x="351654" y="98666"/>
                </a:lnTo>
                <a:lnTo>
                  <a:pt x="351394" y="99196"/>
                </a:lnTo>
                <a:lnTo>
                  <a:pt x="351116" y="99713"/>
                </a:lnTo>
                <a:lnTo>
                  <a:pt x="350823" y="100214"/>
                </a:lnTo>
                <a:lnTo>
                  <a:pt x="350512" y="100701"/>
                </a:lnTo>
                <a:lnTo>
                  <a:pt x="350186" y="101174"/>
                </a:lnTo>
                <a:lnTo>
                  <a:pt x="349842" y="101632"/>
                </a:lnTo>
                <a:lnTo>
                  <a:pt x="349482" y="102076"/>
                </a:lnTo>
                <a:lnTo>
                  <a:pt x="349106" y="102505"/>
                </a:lnTo>
                <a:lnTo>
                  <a:pt x="348713" y="102920"/>
                </a:lnTo>
                <a:lnTo>
                  <a:pt x="348304" y="103320"/>
                </a:lnTo>
                <a:lnTo>
                  <a:pt x="347879" y="103704"/>
                </a:lnTo>
                <a:lnTo>
                  <a:pt x="347441" y="104073"/>
                </a:lnTo>
                <a:lnTo>
                  <a:pt x="346988" y="104425"/>
                </a:lnTo>
                <a:lnTo>
                  <a:pt x="346522" y="104760"/>
                </a:lnTo>
                <a:lnTo>
                  <a:pt x="346042" y="105080"/>
                </a:lnTo>
                <a:lnTo>
                  <a:pt x="345548" y="105382"/>
                </a:lnTo>
                <a:lnTo>
                  <a:pt x="345040" y="105669"/>
                </a:lnTo>
                <a:lnTo>
                  <a:pt x="344518" y="105939"/>
                </a:lnTo>
                <a:lnTo>
                  <a:pt x="343982" y="106193"/>
                </a:lnTo>
                <a:lnTo>
                  <a:pt x="343432" y="106430"/>
                </a:lnTo>
                <a:lnTo>
                  <a:pt x="342869" y="106651"/>
                </a:lnTo>
                <a:lnTo>
                  <a:pt x="342291" y="106856"/>
                </a:lnTo>
                <a:lnTo>
                  <a:pt x="341700" y="107044"/>
                </a:lnTo>
                <a:lnTo>
                  <a:pt x="341095" y="107216"/>
                </a:lnTo>
                <a:lnTo>
                  <a:pt x="340476" y="107372"/>
                </a:lnTo>
                <a:lnTo>
                  <a:pt x="339843" y="107511"/>
                </a:lnTo>
                <a:lnTo>
                  <a:pt x="339196" y="107634"/>
                </a:lnTo>
                <a:lnTo>
                  <a:pt x="338535" y="107740"/>
                </a:lnTo>
                <a:lnTo>
                  <a:pt x="337860" y="107830"/>
                </a:lnTo>
                <a:lnTo>
                  <a:pt x="337172" y="107904"/>
                </a:lnTo>
                <a:lnTo>
                  <a:pt x="336469" y="107961"/>
                </a:lnTo>
                <a:lnTo>
                  <a:pt x="335753" y="108002"/>
                </a:lnTo>
                <a:lnTo>
                  <a:pt x="335022" y="108026"/>
                </a:lnTo>
                <a:lnTo>
                  <a:pt x="334278" y="108035"/>
                </a:lnTo>
                <a:lnTo>
                  <a:pt x="333589" y="108027"/>
                </a:lnTo>
                <a:lnTo>
                  <a:pt x="332910" y="108005"/>
                </a:lnTo>
                <a:lnTo>
                  <a:pt x="332243" y="107968"/>
                </a:lnTo>
                <a:lnTo>
                  <a:pt x="331586" y="107916"/>
                </a:lnTo>
                <a:lnTo>
                  <a:pt x="330941" y="107849"/>
                </a:lnTo>
                <a:lnTo>
                  <a:pt x="330306" y="107768"/>
                </a:lnTo>
                <a:lnTo>
                  <a:pt x="329682" y="107672"/>
                </a:lnTo>
                <a:lnTo>
                  <a:pt x="329070" y="107561"/>
                </a:lnTo>
                <a:lnTo>
                  <a:pt x="328468" y="107435"/>
                </a:lnTo>
                <a:lnTo>
                  <a:pt x="327877" y="107294"/>
                </a:lnTo>
                <a:lnTo>
                  <a:pt x="327297" y="107138"/>
                </a:lnTo>
                <a:lnTo>
                  <a:pt x="326728" y="106968"/>
                </a:lnTo>
                <a:lnTo>
                  <a:pt x="326171" y="106783"/>
                </a:lnTo>
                <a:lnTo>
                  <a:pt x="325624" y="106583"/>
                </a:lnTo>
                <a:lnTo>
                  <a:pt x="325088" y="106368"/>
                </a:lnTo>
                <a:lnTo>
                  <a:pt x="324563" y="106138"/>
                </a:lnTo>
                <a:lnTo>
                  <a:pt x="324049" y="105894"/>
                </a:lnTo>
                <a:lnTo>
                  <a:pt x="323546" y="105635"/>
                </a:lnTo>
                <a:lnTo>
                  <a:pt x="323054" y="105360"/>
                </a:lnTo>
                <a:lnTo>
                  <a:pt x="322573" y="105072"/>
                </a:lnTo>
                <a:lnTo>
                  <a:pt x="322103" y="104768"/>
                </a:lnTo>
                <a:lnTo>
                  <a:pt x="321643" y="104449"/>
                </a:lnTo>
                <a:lnTo>
                  <a:pt x="321195" y="104116"/>
                </a:lnTo>
                <a:lnTo>
                  <a:pt x="320758" y="103768"/>
                </a:lnTo>
                <a:lnTo>
                  <a:pt x="320331" y="103407"/>
                </a:lnTo>
                <a:lnTo>
                  <a:pt x="319914" y="103037"/>
                </a:lnTo>
                <a:lnTo>
                  <a:pt x="319507" y="102657"/>
                </a:lnTo>
                <a:lnTo>
                  <a:pt x="319110" y="102267"/>
                </a:lnTo>
                <a:lnTo>
                  <a:pt x="318722" y="101867"/>
                </a:lnTo>
                <a:lnTo>
                  <a:pt x="318344" y="101458"/>
                </a:lnTo>
                <a:lnTo>
                  <a:pt x="317976" y="101039"/>
                </a:lnTo>
                <a:lnTo>
                  <a:pt x="317618" y="100610"/>
                </a:lnTo>
                <a:lnTo>
                  <a:pt x="317269" y="100172"/>
                </a:lnTo>
                <a:lnTo>
                  <a:pt x="316931" y="99724"/>
                </a:lnTo>
                <a:lnTo>
                  <a:pt x="316602" y="99266"/>
                </a:lnTo>
                <a:lnTo>
                  <a:pt x="316283" y="98798"/>
                </a:lnTo>
                <a:lnTo>
                  <a:pt x="315974" y="98321"/>
                </a:lnTo>
                <a:lnTo>
                  <a:pt x="315674" y="97834"/>
                </a:lnTo>
                <a:lnTo>
                  <a:pt x="315385" y="97338"/>
                </a:lnTo>
                <a:lnTo>
                  <a:pt x="315105" y="96831"/>
                </a:lnTo>
                <a:lnTo>
                  <a:pt x="314835" y="96315"/>
                </a:lnTo>
                <a:lnTo>
                  <a:pt x="314575" y="95789"/>
                </a:lnTo>
                <a:lnTo>
                  <a:pt x="314324" y="95253"/>
                </a:lnTo>
                <a:lnTo>
                  <a:pt x="314083" y="94708"/>
                </a:lnTo>
                <a:lnTo>
                  <a:pt x="313853" y="94153"/>
                </a:lnTo>
                <a:lnTo>
                  <a:pt x="313632" y="93588"/>
                </a:lnTo>
                <a:lnTo>
                  <a:pt x="313420" y="93014"/>
                </a:lnTo>
                <a:lnTo>
                  <a:pt x="313219" y="92430"/>
                </a:lnTo>
                <a:lnTo>
                  <a:pt x="313026" y="91838"/>
                </a:lnTo>
                <a:lnTo>
                  <a:pt x="312842" y="91242"/>
                </a:lnTo>
                <a:lnTo>
                  <a:pt x="312665" y="90641"/>
                </a:lnTo>
                <a:lnTo>
                  <a:pt x="312496" y="90035"/>
                </a:lnTo>
                <a:lnTo>
                  <a:pt x="312335" y="89425"/>
                </a:lnTo>
                <a:lnTo>
                  <a:pt x="312182" y="88809"/>
                </a:lnTo>
                <a:lnTo>
                  <a:pt x="312036" y="88189"/>
                </a:lnTo>
                <a:lnTo>
                  <a:pt x="311899" y="87564"/>
                </a:lnTo>
                <a:lnTo>
                  <a:pt x="311770" y="86935"/>
                </a:lnTo>
                <a:lnTo>
                  <a:pt x="311648" y="86300"/>
                </a:lnTo>
                <a:lnTo>
                  <a:pt x="311535" y="85661"/>
                </a:lnTo>
                <a:lnTo>
                  <a:pt x="311429" y="85017"/>
                </a:lnTo>
                <a:lnTo>
                  <a:pt x="311331" y="84368"/>
                </a:lnTo>
                <a:lnTo>
                  <a:pt x="311241" y="83714"/>
                </a:lnTo>
                <a:lnTo>
                  <a:pt x="311159" y="83056"/>
                </a:lnTo>
                <a:lnTo>
                  <a:pt x="311085" y="82393"/>
                </a:lnTo>
                <a:lnTo>
                  <a:pt x="311019" y="81725"/>
                </a:lnTo>
                <a:lnTo>
                  <a:pt x="310960" y="81052"/>
                </a:lnTo>
                <a:lnTo>
                  <a:pt x="310910" y="80374"/>
                </a:lnTo>
                <a:lnTo>
                  <a:pt x="310867" y="79692"/>
                </a:lnTo>
                <a:lnTo>
                  <a:pt x="310833" y="79005"/>
                </a:lnTo>
                <a:lnTo>
                  <a:pt x="310806" y="78313"/>
                </a:lnTo>
                <a:lnTo>
                  <a:pt x="310787" y="77616"/>
                </a:lnTo>
                <a:lnTo>
                  <a:pt x="310776" y="76915"/>
                </a:lnTo>
                <a:lnTo>
                  <a:pt x="367131" y="76915"/>
                </a:lnTo>
                <a:lnTo>
                  <a:pt x="367145" y="76847"/>
                </a:lnTo>
                <a:lnTo>
                  <a:pt x="367158" y="76776"/>
                </a:lnTo>
                <a:lnTo>
                  <a:pt x="367171" y="76701"/>
                </a:lnTo>
                <a:lnTo>
                  <a:pt x="367184" y="76623"/>
                </a:lnTo>
                <a:lnTo>
                  <a:pt x="367196" y="76541"/>
                </a:lnTo>
                <a:lnTo>
                  <a:pt x="367207" y="76456"/>
                </a:lnTo>
                <a:lnTo>
                  <a:pt x="367218" y="76367"/>
                </a:lnTo>
                <a:lnTo>
                  <a:pt x="367229" y="76275"/>
                </a:lnTo>
                <a:lnTo>
                  <a:pt x="367240" y="76180"/>
                </a:lnTo>
                <a:lnTo>
                  <a:pt x="367249" y="76080"/>
                </a:lnTo>
                <a:lnTo>
                  <a:pt x="367259" y="75978"/>
                </a:lnTo>
                <a:lnTo>
                  <a:pt x="367268" y="75872"/>
                </a:lnTo>
                <a:lnTo>
                  <a:pt x="367276" y="75762"/>
                </a:lnTo>
                <a:lnTo>
                  <a:pt x="367284" y="75649"/>
                </a:lnTo>
                <a:lnTo>
                  <a:pt x="367292" y="75532"/>
                </a:lnTo>
                <a:lnTo>
                  <a:pt x="367299" y="75412"/>
                </a:lnTo>
                <a:lnTo>
                  <a:pt x="367306" y="75288"/>
                </a:lnTo>
                <a:lnTo>
                  <a:pt x="367313" y="75161"/>
                </a:lnTo>
                <a:lnTo>
                  <a:pt x="367318" y="75030"/>
                </a:lnTo>
                <a:lnTo>
                  <a:pt x="367324" y="74896"/>
                </a:lnTo>
                <a:lnTo>
                  <a:pt x="367329" y="74758"/>
                </a:lnTo>
                <a:lnTo>
                  <a:pt x="367334" y="74617"/>
                </a:lnTo>
                <a:lnTo>
                  <a:pt x="367338" y="74472"/>
                </a:lnTo>
                <a:lnTo>
                  <a:pt x="367342" y="74324"/>
                </a:lnTo>
                <a:lnTo>
                  <a:pt x="367345" y="74175"/>
                </a:lnTo>
                <a:lnTo>
                  <a:pt x="367348" y="74027"/>
                </a:lnTo>
                <a:lnTo>
                  <a:pt x="367351" y="73881"/>
                </a:lnTo>
                <a:lnTo>
                  <a:pt x="367354" y="73737"/>
                </a:lnTo>
                <a:lnTo>
                  <a:pt x="367357" y="73595"/>
                </a:lnTo>
                <a:lnTo>
                  <a:pt x="367360" y="73454"/>
                </a:lnTo>
                <a:lnTo>
                  <a:pt x="367363" y="73315"/>
                </a:lnTo>
                <a:lnTo>
                  <a:pt x="367365" y="73177"/>
                </a:lnTo>
                <a:lnTo>
                  <a:pt x="367367" y="73042"/>
                </a:lnTo>
                <a:lnTo>
                  <a:pt x="367369" y="72908"/>
                </a:lnTo>
                <a:lnTo>
                  <a:pt x="367371" y="72775"/>
                </a:lnTo>
                <a:lnTo>
                  <a:pt x="367373" y="72644"/>
                </a:lnTo>
                <a:lnTo>
                  <a:pt x="367375" y="72515"/>
                </a:lnTo>
                <a:lnTo>
                  <a:pt x="367376" y="72388"/>
                </a:lnTo>
                <a:lnTo>
                  <a:pt x="367378" y="72262"/>
                </a:lnTo>
                <a:lnTo>
                  <a:pt x="367379" y="72138"/>
                </a:lnTo>
                <a:lnTo>
                  <a:pt x="367380" y="72016"/>
                </a:lnTo>
                <a:lnTo>
                  <a:pt x="367381" y="71895"/>
                </a:lnTo>
                <a:lnTo>
                  <a:pt x="367382" y="71776"/>
                </a:lnTo>
                <a:lnTo>
                  <a:pt x="367382" y="71659"/>
                </a:lnTo>
                <a:lnTo>
                  <a:pt x="367383" y="71543"/>
                </a:lnTo>
                <a:lnTo>
                  <a:pt x="367383" y="71429"/>
                </a:lnTo>
                <a:lnTo>
                  <a:pt x="367384" y="71317"/>
                </a:lnTo>
                <a:lnTo>
                  <a:pt x="367384" y="71206"/>
                </a:lnTo>
                <a:lnTo>
                  <a:pt x="367368" y="69575"/>
                </a:lnTo>
                <a:lnTo>
                  <a:pt x="367320" y="67976"/>
                </a:lnTo>
                <a:lnTo>
                  <a:pt x="367240" y="66409"/>
                </a:lnTo>
                <a:lnTo>
                  <a:pt x="367129" y="64874"/>
                </a:lnTo>
                <a:lnTo>
                  <a:pt x="366985" y="63372"/>
                </a:lnTo>
                <a:lnTo>
                  <a:pt x="366810" y="61901"/>
                </a:lnTo>
                <a:lnTo>
                  <a:pt x="366603" y="60462"/>
                </a:lnTo>
                <a:lnTo>
                  <a:pt x="366363" y="59055"/>
                </a:lnTo>
                <a:lnTo>
                  <a:pt x="366092" y="57680"/>
                </a:lnTo>
                <a:lnTo>
                  <a:pt x="365790" y="56338"/>
                </a:lnTo>
                <a:lnTo>
                  <a:pt x="365455" y="55027"/>
                </a:lnTo>
                <a:lnTo>
                  <a:pt x="365088" y="53748"/>
                </a:lnTo>
                <a:lnTo>
                  <a:pt x="364690" y="52502"/>
                </a:lnTo>
                <a:lnTo>
                  <a:pt x="364259" y="51287"/>
                </a:lnTo>
                <a:lnTo>
                  <a:pt x="363797" y="50105"/>
                </a:lnTo>
                <a:lnTo>
                  <a:pt x="363303" y="48954"/>
                </a:lnTo>
                <a:lnTo>
                  <a:pt x="362777" y="47836"/>
                </a:lnTo>
                <a:lnTo>
                  <a:pt x="362219" y="46749"/>
                </a:lnTo>
                <a:lnTo>
                  <a:pt x="361629" y="45695"/>
                </a:lnTo>
                <a:lnTo>
                  <a:pt x="361007" y="44672"/>
                </a:lnTo>
                <a:lnTo>
                  <a:pt x="360354" y="43682"/>
                </a:lnTo>
                <a:lnTo>
                  <a:pt x="359668" y="42724"/>
                </a:lnTo>
                <a:lnTo>
                  <a:pt x="358951" y="41797"/>
                </a:lnTo>
                <a:lnTo>
                  <a:pt x="358202" y="40903"/>
                </a:lnTo>
                <a:lnTo>
                  <a:pt x="357424" y="40043"/>
                </a:lnTo>
                <a:lnTo>
                  <a:pt x="356622" y="39219"/>
                </a:lnTo>
                <a:lnTo>
                  <a:pt x="355796" y="38432"/>
                </a:lnTo>
                <a:lnTo>
                  <a:pt x="354945" y="37682"/>
                </a:lnTo>
                <a:lnTo>
                  <a:pt x="354069" y="36968"/>
                </a:lnTo>
                <a:lnTo>
                  <a:pt x="353169" y="36291"/>
                </a:lnTo>
                <a:lnTo>
                  <a:pt x="352244" y="35650"/>
                </a:lnTo>
                <a:lnTo>
                  <a:pt x="351294" y="35046"/>
                </a:lnTo>
                <a:lnTo>
                  <a:pt x="350320" y="34479"/>
                </a:lnTo>
                <a:lnTo>
                  <a:pt x="349322" y="33948"/>
                </a:lnTo>
                <a:lnTo>
                  <a:pt x="348299" y="33454"/>
                </a:lnTo>
                <a:lnTo>
                  <a:pt x="347251" y="32997"/>
                </a:lnTo>
                <a:lnTo>
                  <a:pt x="346179" y="32576"/>
                </a:lnTo>
                <a:lnTo>
                  <a:pt x="345082" y="32191"/>
                </a:lnTo>
                <a:lnTo>
                  <a:pt x="343960" y="31843"/>
                </a:lnTo>
                <a:lnTo>
                  <a:pt x="342814" y="31532"/>
                </a:lnTo>
                <a:lnTo>
                  <a:pt x="341644" y="31258"/>
                </a:lnTo>
                <a:lnTo>
                  <a:pt x="340449" y="31020"/>
                </a:lnTo>
                <a:lnTo>
                  <a:pt x="339229" y="30819"/>
                </a:lnTo>
                <a:lnTo>
                  <a:pt x="337985" y="30654"/>
                </a:lnTo>
                <a:lnTo>
                  <a:pt x="336716" y="30526"/>
                </a:lnTo>
                <a:lnTo>
                  <a:pt x="335422" y="30434"/>
                </a:lnTo>
                <a:lnTo>
                  <a:pt x="334105" y="30379"/>
                </a:lnTo>
                <a:lnTo>
                  <a:pt x="332762" y="30361"/>
                </a:lnTo>
                <a:lnTo>
                  <a:pt x="331758" y="30371"/>
                </a:lnTo>
                <a:lnTo>
                  <a:pt x="330769" y="30400"/>
                </a:lnTo>
                <a:lnTo>
                  <a:pt x="329793" y="30449"/>
                </a:lnTo>
                <a:lnTo>
                  <a:pt x="328832" y="30517"/>
                </a:lnTo>
                <a:lnTo>
                  <a:pt x="327885" y="30605"/>
                </a:lnTo>
                <a:lnTo>
                  <a:pt x="326952" y="30712"/>
                </a:lnTo>
                <a:lnTo>
                  <a:pt x="326034" y="30839"/>
                </a:lnTo>
                <a:lnTo>
                  <a:pt x="325129" y="30985"/>
                </a:lnTo>
                <a:lnTo>
                  <a:pt x="324239" y="31151"/>
                </a:lnTo>
                <a:lnTo>
                  <a:pt x="323363" y="31336"/>
                </a:lnTo>
                <a:lnTo>
                  <a:pt x="322501" y="31541"/>
                </a:lnTo>
                <a:lnTo>
                  <a:pt x="321653" y="31765"/>
                </a:lnTo>
                <a:lnTo>
                  <a:pt x="320820" y="32009"/>
                </a:lnTo>
                <a:lnTo>
                  <a:pt x="320000" y="32272"/>
                </a:lnTo>
                <a:lnTo>
                  <a:pt x="319195" y="32555"/>
                </a:lnTo>
                <a:lnTo>
                  <a:pt x="318404" y="32857"/>
                </a:lnTo>
                <a:lnTo>
                  <a:pt x="317627" y="33179"/>
                </a:lnTo>
                <a:lnTo>
                  <a:pt x="316865" y="33520"/>
                </a:lnTo>
                <a:lnTo>
                  <a:pt x="316116" y="33881"/>
                </a:lnTo>
                <a:lnTo>
                  <a:pt x="315382" y="34261"/>
                </a:lnTo>
                <a:lnTo>
                  <a:pt x="314662" y="34661"/>
                </a:lnTo>
                <a:lnTo>
                  <a:pt x="313956" y="35080"/>
                </a:lnTo>
                <a:lnTo>
                  <a:pt x="313265" y="35519"/>
                </a:lnTo>
                <a:lnTo>
                  <a:pt x="312587" y="35977"/>
                </a:lnTo>
                <a:lnTo>
                  <a:pt x="311924" y="36453"/>
                </a:lnTo>
                <a:lnTo>
                  <a:pt x="311275" y="36944"/>
                </a:lnTo>
                <a:lnTo>
                  <a:pt x="310640" y="37449"/>
                </a:lnTo>
                <a:lnTo>
                  <a:pt x="310019" y="37970"/>
                </a:lnTo>
                <a:lnTo>
                  <a:pt x="309412" y="38506"/>
                </a:lnTo>
                <a:lnTo>
                  <a:pt x="308820" y="39057"/>
                </a:lnTo>
                <a:lnTo>
                  <a:pt x="308242" y="39623"/>
                </a:lnTo>
                <a:lnTo>
                  <a:pt x="307678" y="40204"/>
                </a:lnTo>
                <a:lnTo>
                  <a:pt x="307128" y="40801"/>
                </a:lnTo>
                <a:lnTo>
                  <a:pt x="306592" y="41412"/>
                </a:lnTo>
                <a:lnTo>
                  <a:pt x="306071" y="42038"/>
                </a:lnTo>
                <a:lnTo>
                  <a:pt x="305564" y="42680"/>
                </a:lnTo>
                <a:lnTo>
                  <a:pt x="305071" y="43337"/>
                </a:lnTo>
                <a:lnTo>
                  <a:pt x="304592" y="44008"/>
                </a:lnTo>
                <a:lnTo>
                  <a:pt x="304127" y="44695"/>
                </a:lnTo>
                <a:lnTo>
                  <a:pt x="303677" y="45397"/>
                </a:lnTo>
                <a:lnTo>
                  <a:pt x="303240" y="46114"/>
                </a:lnTo>
                <a:lnTo>
                  <a:pt x="302818" y="46846"/>
                </a:lnTo>
                <a:lnTo>
                  <a:pt x="302410" y="47593"/>
                </a:lnTo>
                <a:lnTo>
                  <a:pt x="302016" y="48356"/>
                </a:lnTo>
                <a:lnTo>
                  <a:pt x="301637" y="49133"/>
                </a:lnTo>
                <a:lnTo>
                  <a:pt x="301271" y="49926"/>
                </a:lnTo>
                <a:lnTo>
                  <a:pt x="300920" y="50733"/>
                </a:lnTo>
                <a:lnTo>
                  <a:pt x="300583" y="51556"/>
                </a:lnTo>
                <a:lnTo>
                  <a:pt x="300260" y="52391"/>
                </a:lnTo>
                <a:lnTo>
                  <a:pt x="299951" y="53238"/>
                </a:lnTo>
                <a:lnTo>
                  <a:pt x="299655" y="54095"/>
                </a:lnTo>
                <a:lnTo>
                  <a:pt x="299373" y="54963"/>
                </a:lnTo>
                <a:lnTo>
                  <a:pt x="299105" y="55842"/>
                </a:lnTo>
                <a:lnTo>
                  <a:pt x="298851" y="56731"/>
                </a:lnTo>
                <a:lnTo>
                  <a:pt x="298610" y="57632"/>
                </a:lnTo>
                <a:lnTo>
                  <a:pt x="298384" y="58543"/>
                </a:lnTo>
                <a:lnTo>
                  <a:pt x="298171" y="59465"/>
                </a:lnTo>
                <a:lnTo>
                  <a:pt x="297971" y="60398"/>
                </a:lnTo>
                <a:lnTo>
                  <a:pt x="297786" y="61342"/>
                </a:lnTo>
                <a:lnTo>
                  <a:pt x="297614" y="62296"/>
                </a:lnTo>
                <a:lnTo>
                  <a:pt x="297456" y="63261"/>
                </a:lnTo>
                <a:lnTo>
                  <a:pt x="297311" y="64237"/>
                </a:lnTo>
                <a:lnTo>
                  <a:pt x="297181" y="65224"/>
                </a:lnTo>
                <a:lnTo>
                  <a:pt x="297064" y="66222"/>
                </a:lnTo>
                <a:lnTo>
                  <a:pt x="296961" y="67231"/>
                </a:lnTo>
                <a:lnTo>
                  <a:pt x="296871" y="68250"/>
                </a:lnTo>
                <a:lnTo>
                  <a:pt x="296796" y="69280"/>
                </a:lnTo>
                <a:lnTo>
                  <a:pt x="296734" y="70321"/>
                </a:lnTo>
                <a:lnTo>
                  <a:pt x="296686" y="71373"/>
                </a:lnTo>
                <a:lnTo>
                  <a:pt x="296652" y="72435"/>
                </a:lnTo>
                <a:lnTo>
                  <a:pt x="296631" y="73509"/>
                </a:lnTo>
                <a:lnTo>
                  <a:pt x="296624" y="74593"/>
                </a:lnTo>
                <a:lnTo>
                  <a:pt x="296631" y="75634"/>
                </a:lnTo>
                <a:lnTo>
                  <a:pt x="296652" y="76667"/>
                </a:lnTo>
                <a:lnTo>
                  <a:pt x="296688" y="77691"/>
                </a:lnTo>
                <a:lnTo>
                  <a:pt x="296738" y="78707"/>
                </a:lnTo>
                <a:lnTo>
                  <a:pt x="296801" y="79713"/>
                </a:lnTo>
                <a:lnTo>
                  <a:pt x="296879" y="80712"/>
                </a:lnTo>
                <a:lnTo>
                  <a:pt x="296972" y="81701"/>
                </a:lnTo>
                <a:lnTo>
                  <a:pt x="297078" y="82682"/>
                </a:lnTo>
                <a:lnTo>
                  <a:pt x="297199" y="83654"/>
                </a:lnTo>
                <a:lnTo>
                  <a:pt x="297333" y="84617"/>
                </a:lnTo>
                <a:lnTo>
                  <a:pt x="297482" y="85572"/>
                </a:lnTo>
                <a:lnTo>
                  <a:pt x="297645" y="86518"/>
                </a:lnTo>
                <a:lnTo>
                  <a:pt x="297823" y="87455"/>
                </a:lnTo>
                <a:lnTo>
                  <a:pt x="298014" y="88384"/>
                </a:lnTo>
                <a:lnTo>
                  <a:pt x="298220" y="89304"/>
                </a:lnTo>
                <a:lnTo>
                  <a:pt x="298440" y="90215"/>
                </a:lnTo>
                <a:lnTo>
                  <a:pt x="298674" y="91117"/>
                </a:lnTo>
                <a:lnTo>
                  <a:pt x="298922" y="92011"/>
                </a:lnTo>
                <a:lnTo>
                  <a:pt x="299185" y="92896"/>
                </a:lnTo>
                <a:lnTo>
                  <a:pt x="299461" y="93773"/>
                </a:lnTo>
                <a:lnTo>
                  <a:pt x="299752" y="94641"/>
                </a:lnTo>
                <a:lnTo>
                  <a:pt x="300057" y="95500"/>
                </a:lnTo>
                <a:lnTo>
                  <a:pt x="300376" y="96350"/>
                </a:lnTo>
                <a:lnTo>
                  <a:pt x="300710" y="97192"/>
                </a:lnTo>
                <a:lnTo>
                  <a:pt x="301057" y="98022"/>
                </a:lnTo>
                <a:lnTo>
                  <a:pt x="301420" y="98838"/>
                </a:lnTo>
                <a:lnTo>
                  <a:pt x="301797" y="99639"/>
                </a:lnTo>
                <a:lnTo>
                  <a:pt x="302190" y="100425"/>
                </a:lnTo>
                <a:lnTo>
                  <a:pt x="302596" y="101197"/>
                </a:lnTo>
                <a:lnTo>
                  <a:pt x="303018" y="101954"/>
                </a:lnTo>
                <a:lnTo>
                  <a:pt x="303455" y="102696"/>
                </a:lnTo>
                <a:lnTo>
                  <a:pt x="303906" y="103424"/>
                </a:lnTo>
                <a:lnTo>
                  <a:pt x="304372" y="104137"/>
                </a:lnTo>
                <a:lnTo>
                  <a:pt x="304853" y="104835"/>
                </a:lnTo>
                <a:lnTo>
                  <a:pt x="305348" y="105519"/>
                </a:lnTo>
                <a:lnTo>
                  <a:pt x="305859" y="106188"/>
                </a:lnTo>
                <a:lnTo>
                  <a:pt x="306384" y="106843"/>
                </a:lnTo>
                <a:lnTo>
                  <a:pt x="306924" y="107483"/>
                </a:lnTo>
                <a:lnTo>
                  <a:pt x="307478" y="108108"/>
                </a:lnTo>
                <a:lnTo>
                  <a:pt x="308048" y="108719"/>
                </a:lnTo>
                <a:lnTo>
                  <a:pt x="308632" y="109315"/>
                </a:lnTo>
                <a:lnTo>
                  <a:pt x="309231" y="109897"/>
                </a:lnTo>
                <a:lnTo>
                  <a:pt x="309844" y="110464"/>
                </a:lnTo>
                <a:lnTo>
                  <a:pt x="310473" y="111016"/>
                </a:lnTo>
                <a:lnTo>
                  <a:pt x="311116" y="111554"/>
                </a:lnTo>
                <a:lnTo>
                  <a:pt x="311774" y="112077"/>
                </a:lnTo>
                <a:lnTo>
                  <a:pt x="312447" y="112585"/>
                </a:lnTo>
                <a:lnTo>
                  <a:pt x="313135" y="113079"/>
                </a:lnTo>
                <a:lnTo>
                  <a:pt x="313837" y="113555"/>
                </a:lnTo>
                <a:lnTo>
                  <a:pt x="314556" y="114011"/>
                </a:lnTo>
                <a:lnTo>
                  <a:pt x="315289" y="114447"/>
                </a:lnTo>
                <a:lnTo>
                  <a:pt x="316038" y="114862"/>
                </a:lnTo>
                <a:lnTo>
                  <a:pt x="316803" y="115257"/>
                </a:lnTo>
                <a:lnTo>
                  <a:pt x="317583" y="115632"/>
                </a:lnTo>
                <a:lnTo>
                  <a:pt x="318379" y="115986"/>
                </a:lnTo>
                <a:lnTo>
                  <a:pt x="319190" y="116321"/>
                </a:lnTo>
                <a:lnTo>
                  <a:pt x="320017" y="116635"/>
                </a:lnTo>
                <a:lnTo>
                  <a:pt x="320859" y="116928"/>
                </a:lnTo>
                <a:lnTo>
                  <a:pt x="321717" y="117202"/>
                </a:lnTo>
                <a:lnTo>
                  <a:pt x="322590" y="117455"/>
                </a:lnTo>
                <a:lnTo>
                  <a:pt x="323479" y="117688"/>
                </a:lnTo>
                <a:lnTo>
                  <a:pt x="324383" y="117901"/>
                </a:lnTo>
                <a:lnTo>
                  <a:pt x="325303" y="118093"/>
                </a:lnTo>
                <a:lnTo>
                  <a:pt x="326238" y="118266"/>
                </a:lnTo>
                <a:lnTo>
                  <a:pt x="327189" y="118418"/>
                </a:lnTo>
                <a:lnTo>
                  <a:pt x="328155" y="118549"/>
                </a:lnTo>
                <a:lnTo>
                  <a:pt x="329137" y="118661"/>
                </a:lnTo>
                <a:lnTo>
                  <a:pt x="330134" y="118752"/>
                </a:lnTo>
                <a:lnTo>
                  <a:pt x="331147" y="118823"/>
                </a:lnTo>
                <a:lnTo>
                  <a:pt x="332175" y="118873"/>
                </a:lnTo>
                <a:lnTo>
                  <a:pt x="333219" y="118904"/>
                </a:lnTo>
                <a:lnTo>
                  <a:pt x="334278" y="118914"/>
                </a:lnTo>
                <a:lnTo>
                  <a:pt x="335116" y="118908"/>
                </a:lnTo>
                <a:lnTo>
                  <a:pt x="335944" y="118889"/>
                </a:lnTo>
                <a:lnTo>
                  <a:pt x="336762" y="118859"/>
                </a:lnTo>
                <a:lnTo>
                  <a:pt x="337571" y="118815"/>
                </a:lnTo>
                <a:close/>
                <a:moveTo>
                  <a:pt x="311322" y="62637"/>
                </a:moveTo>
                <a:lnTo>
                  <a:pt x="311477" y="61692"/>
                </a:lnTo>
                <a:lnTo>
                  <a:pt x="311647" y="60767"/>
                </a:lnTo>
                <a:lnTo>
                  <a:pt x="311833" y="59864"/>
                </a:lnTo>
                <a:lnTo>
                  <a:pt x="312035" y="58980"/>
                </a:lnTo>
                <a:lnTo>
                  <a:pt x="312252" y="58118"/>
                </a:lnTo>
                <a:lnTo>
                  <a:pt x="312485" y="57276"/>
                </a:lnTo>
                <a:lnTo>
                  <a:pt x="312734" y="56455"/>
                </a:lnTo>
                <a:lnTo>
                  <a:pt x="312998" y="55654"/>
                </a:lnTo>
                <a:lnTo>
                  <a:pt x="313278" y="54874"/>
                </a:lnTo>
                <a:lnTo>
                  <a:pt x="313573" y="54115"/>
                </a:lnTo>
                <a:lnTo>
                  <a:pt x="313884" y="53376"/>
                </a:lnTo>
                <a:lnTo>
                  <a:pt x="314211" y="52659"/>
                </a:lnTo>
                <a:lnTo>
                  <a:pt x="314553" y="51961"/>
                </a:lnTo>
                <a:lnTo>
                  <a:pt x="314911" y="51285"/>
                </a:lnTo>
                <a:lnTo>
                  <a:pt x="315285" y="50629"/>
                </a:lnTo>
                <a:lnTo>
                  <a:pt x="315675" y="49994"/>
                </a:lnTo>
                <a:lnTo>
                  <a:pt x="316080" y="49380"/>
                </a:lnTo>
                <a:lnTo>
                  <a:pt x="316500" y="48786"/>
                </a:lnTo>
                <a:lnTo>
                  <a:pt x="316937" y="48213"/>
                </a:lnTo>
                <a:lnTo>
                  <a:pt x="317389" y="47660"/>
                </a:lnTo>
                <a:lnTo>
                  <a:pt x="317856" y="47130"/>
                </a:lnTo>
                <a:lnTo>
                  <a:pt x="318338" y="46622"/>
                </a:lnTo>
                <a:lnTo>
                  <a:pt x="318836" y="46136"/>
                </a:lnTo>
                <a:lnTo>
                  <a:pt x="319348" y="45673"/>
                </a:lnTo>
                <a:lnTo>
                  <a:pt x="319876" y="45233"/>
                </a:lnTo>
                <a:lnTo>
                  <a:pt x="320419" y="44815"/>
                </a:lnTo>
                <a:lnTo>
                  <a:pt x="320976" y="44420"/>
                </a:lnTo>
                <a:lnTo>
                  <a:pt x="321549" y="44047"/>
                </a:lnTo>
                <a:lnTo>
                  <a:pt x="322137" y="43697"/>
                </a:lnTo>
                <a:lnTo>
                  <a:pt x="322740" y="43369"/>
                </a:lnTo>
                <a:lnTo>
                  <a:pt x="323358" y="43064"/>
                </a:lnTo>
                <a:lnTo>
                  <a:pt x="323991" y="42782"/>
                </a:lnTo>
                <a:lnTo>
                  <a:pt x="324639" y="42522"/>
                </a:lnTo>
                <a:lnTo>
                  <a:pt x="325302" y="42285"/>
                </a:lnTo>
                <a:lnTo>
                  <a:pt x="325980" y="42071"/>
                </a:lnTo>
                <a:lnTo>
                  <a:pt x="326673" y="41879"/>
                </a:lnTo>
                <a:lnTo>
                  <a:pt x="327382" y="41709"/>
                </a:lnTo>
                <a:lnTo>
                  <a:pt x="328105" y="41563"/>
                </a:lnTo>
                <a:lnTo>
                  <a:pt x="328844" y="41438"/>
                </a:lnTo>
                <a:lnTo>
                  <a:pt x="329597" y="41337"/>
                </a:lnTo>
                <a:lnTo>
                  <a:pt x="330366" y="41258"/>
                </a:lnTo>
                <a:lnTo>
                  <a:pt x="331149" y="41201"/>
                </a:lnTo>
                <a:lnTo>
                  <a:pt x="331948" y="41167"/>
                </a:lnTo>
                <a:lnTo>
                  <a:pt x="332762" y="41156"/>
                </a:lnTo>
                <a:lnTo>
                  <a:pt x="333562" y="41167"/>
                </a:lnTo>
                <a:lnTo>
                  <a:pt x="334347" y="41202"/>
                </a:lnTo>
                <a:lnTo>
                  <a:pt x="335117" y="41258"/>
                </a:lnTo>
                <a:lnTo>
                  <a:pt x="335872" y="41338"/>
                </a:lnTo>
                <a:lnTo>
                  <a:pt x="336612" y="41440"/>
                </a:lnTo>
                <a:lnTo>
                  <a:pt x="337337" y="41565"/>
                </a:lnTo>
                <a:lnTo>
                  <a:pt x="338047" y="41713"/>
                </a:lnTo>
                <a:lnTo>
                  <a:pt x="338743" y="41884"/>
                </a:lnTo>
                <a:lnTo>
                  <a:pt x="339423" y="42077"/>
                </a:lnTo>
                <a:lnTo>
                  <a:pt x="340089" y="42293"/>
                </a:lnTo>
                <a:lnTo>
                  <a:pt x="340740" y="42532"/>
                </a:lnTo>
                <a:lnTo>
                  <a:pt x="341375" y="42793"/>
                </a:lnTo>
                <a:lnTo>
                  <a:pt x="341996" y="43078"/>
                </a:lnTo>
                <a:lnTo>
                  <a:pt x="342602" y="43385"/>
                </a:lnTo>
                <a:lnTo>
                  <a:pt x="343193" y="43714"/>
                </a:lnTo>
                <a:lnTo>
                  <a:pt x="343769" y="44067"/>
                </a:lnTo>
                <a:lnTo>
                  <a:pt x="344330" y="44442"/>
                </a:lnTo>
                <a:lnTo>
                  <a:pt x="344876" y="44840"/>
                </a:lnTo>
                <a:lnTo>
                  <a:pt x="345408" y="45261"/>
                </a:lnTo>
                <a:lnTo>
                  <a:pt x="345924" y="45704"/>
                </a:lnTo>
                <a:lnTo>
                  <a:pt x="346426" y="46170"/>
                </a:lnTo>
                <a:lnTo>
                  <a:pt x="346912" y="46659"/>
                </a:lnTo>
                <a:lnTo>
                  <a:pt x="347384" y="47171"/>
                </a:lnTo>
                <a:lnTo>
                  <a:pt x="347841" y="47705"/>
                </a:lnTo>
                <a:lnTo>
                  <a:pt x="348281" y="48261"/>
                </a:lnTo>
                <a:lnTo>
                  <a:pt x="348703" y="48837"/>
                </a:lnTo>
                <a:lnTo>
                  <a:pt x="349108" y="49434"/>
                </a:lnTo>
                <a:lnTo>
                  <a:pt x="349495" y="50050"/>
                </a:lnTo>
                <a:lnTo>
                  <a:pt x="349864" y="50687"/>
                </a:lnTo>
                <a:lnTo>
                  <a:pt x="350215" y="51344"/>
                </a:lnTo>
                <a:lnTo>
                  <a:pt x="350548" y="52021"/>
                </a:lnTo>
                <a:lnTo>
                  <a:pt x="350864" y="52718"/>
                </a:lnTo>
                <a:lnTo>
                  <a:pt x="351161" y="53436"/>
                </a:lnTo>
                <a:lnTo>
                  <a:pt x="351441" y="54174"/>
                </a:lnTo>
                <a:lnTo>
                  <a:pt x="351703" y="54932"/>
                </a:lnTo>
                <a:lnTo>
                  <a:pt x="351947" y="55710"/>
                </a:lnTo>
                <a:lnTo>
                  <a:pt x="352173" y="56508"/>
                </a:lnTo>
                <a:lnTo>
                  <a:pt x="352382" y="57327"/>
                </a:lnTo>
                <a:lnTo>
                  <a:pt x="352572" y="58166"/>
                </a:lnTo>
                <a:lnTo>
                  <a:pt x="352745" y="59025"/>
                </a:lnTo>
                <a:lnTo>
                  <a:pt x="352900" y="59904"/>
                </a:lnTo>
                <a:lnTo>
                  <a:pt x="353037" y="60804"/>
                </a:lnTo>
                <a:lnTo>
                  <a:pt x="353156" y="61724"/>
                </a:lnTo>
                <a:lnTo>
                  <a:pt x="353257" y="62664"/>
                </a:lnTo>
                <a:lnTo>
                  <a:pt x="353341" y="63624"/>
                </a:lnTo>
                <a:lnTo>
                  <a:pt x="353407" y="64604"/>
                </a:lnTo>
                <a:lnTo>
                  <a:pt x="353454" y="65605"/>
                </a:lnTo>
                <a:lnTo>
                  <a:pt x="353484" y="66626"/>
                </a:lnTo>
                <a:lnTo>
                  <a:pt x="310860" y="66626"/>
                </a:lnTo>
                <a:lnTo>
                  <a:pt x="310952" y="65598"/>
                </a:lnTo>
                <a:lnTo>
                  <a:pt x="311060" y="64590"/>
                </a:lnTo>
                <a:lnTo>
                  <a:pt x="311183" y="63603"/>
                </a:lnTo>
                <a:lnTo>
                  <a:pt x="311322" y="62637"/>
                </a:lnTo>
                <a:close/>
                <a:moveTo>
                  <a:pt x="412632" y="118873"/>
                </a:moveTo>
                <a:lnTo>
                  <a:pt x="413193" y="118851"/>
                </a:lnTo>
                <a:lnTo>
                  <a:pt x="413750" y="118823"/>
                </a:lnTo>
                <a:lnTo>
                  <a:pt x="414304" y="118790"/>
                </a:lnTo>
                <a:lnTo>
                  <a:pt x="414854" y="118751"/>
                </a:lnTo>
                <a:lnTo>
                  <a:pt x="415401" y="118708"/>
                </a:lnTo>
                <a:lnTo>
                  <a:pt x="415945" y="118660"/>
                </a:lnTo>
                <a:lnTo>
                  <a:pt x="416485" y="118607"/>
                </a:lnTo>
                <a:lnTo>
                  <a:pt x="417022" y="118548"/>
                </a:lnTo>
                <a:lnTo>
                  <a:pt x="417555" y="118485"/>
                </a:lnTo>
                <a:lnTo>
                  <a:pt x="418086" y="118416"/>
                </a:lnTo>
                <a:lnTo>
                  <a:pt x="418613" y="118343"/>
                </a:lnTo>
                <a:lnTo>
                  <a:pt x="419136" y="118264"/>
                </a:lnTo>
                <a:lnTo>
                  <a:pt x="419656" y="118180"/>
                </a:lnTo>
                <a:lnTo>
                  <a:pt x="420173" y="118091"/>
                </a:lnTo>
                <a:lnTo>
                  <a:pt x="420686" y="117997"/>
                </a:lnTo>
                <a:lnTo>
                  <a:pt x="421196" y="117898"/>
                </a:lnTo>
                <a:lnTo>
                  <a:pt x="421703" y="117794"/>
                </a:lnTo>
                <a:lnTo>
                  <a:pt x="422206" y="117685"/>
                </a:lnTo>
                <a:lnTo>
                  <a:pt x="422706" y="117571"/>
                </a:lnTo>
                <a:lnTo>
                  <a:pt x="423203" y="117451"/>
                </a:lnTo>
                <a:lnTo>
                  <a:pt x="423695" y="117327"/>
                </a:lnTo>
                <a:lnTo>
                  <a:pt x="424182" y="117197"/>
                </a:lnTo>
                <a:lnTo>
                  <a:pt x="424664" y="117061"/>
                </a:lnTo>
                <a:lnTo>
                  <a:pt x="425140" y="116920"/>
                </a:lnTo>
                <a:lnTo>
                  <a:pt x="425612" y="116774"/>
                </a:lnTo>
                <a:lnTo>
                  <a:pt x="426077" y="116622"/>
                </a:lnTo>
                <a:lnTo>
                  <a:pt x="426538" y="116464"/>
                </a:lnTo>
                <a:lnTo>
                  <a:pt x="426994" y="116301"/>
                </a:lnTo>
                <a:lnTo>
                  <a:pt x="427444" y="116132"/>
                </a:lnTo>
                <a:lnTo>
                  <a:pt x="427889" y="115958"/>
                </a:lnTo>
                <a:lnTo>
                  <a:pt x="428328" y="115778"/>
                </a:lnTo>
                <a:lnTo>
                  <a:pt x="428763" y="115593"/>
                </a:lnTo>
                <a:lnTo>
                  <a:pt x="429192" y="115402"/>
                </a:lnTo>
                <a:lnTo>
                  <a:pt x="429615" y="115205"/>
                </a:lnTo>
                <a:lnTo>
                  <a:pt x="430034" y="115003"/>
                </a:lnTo>
                <a:lnTo>
                  <a:pt x="430447" y="114796"/>
                </a:lnTo>
                <a:lnTo>
                  <a:pt x="430855" y="114583"/>
                </a:lnTo>
                <a:lnTo>
                  <a:pt x="431258" y="114364"/>
                </a:lnTo>
                <a:lnTo>
                  <a:pt x="431656" y="114140"/>
                </a:lnTo>
                <a:lnTo>
                  <a:pt x="432048" y="113911"/>
                </a:lnTo>
                <a:lnTo>
                  <a:pt x="432435" y="113675"/>
                </a:lnTo>
                <a:lnTo>
                  <a:pt x="432816" y="113435"/>
                </a:lnTo>
                <a:lnTo>
                  <a:pt x="433193" y="113188"/>
                </a:lnTo>
                <a:lnTo>
                  <a:pt x="433564" y="112937"/>
                </a:lnTo>
                <a:lnTo>
                  <a:pt x="433929" y="112679"/>
                </a:lnTo>
                <a:lnTo>
                  <a:pt x="434287" y="112416"/>
                </a:lnTo>
                <a:lnTo>
                  <a:pt x="434639" y="112146"/>
                </a:lnTo>
                <a:lnTo>
                  <a:pt x="434983" y="111871"/>
                </a:lnTo>
                <a:lnTo>
                  <a:pt x="435321" y="111589"/>
                </a:lnTo>
                <a:lnTo>
                  <a:pt x="435652" y="111301"/>
                </a:lnTo>
                <a:lnTo>
                  <a:pt x="435975" y="111008"/>
                </a:lnTo>
                <a:lnTo>
                  <a:pt x="436292" y="110708"/>
                </a:lnTo>
                <a:lnTo>
                  <a:pt x="436603" y="110403"/>
                </a:lnTo>
                <a:lnTo>
                  <a:pt x="436906" y="110092"/>
                </a:lnTo>
                <a:lnTo>
                  <a:pt x="437202" y="109774"/>
                </a:lnTo>
                <a:lnTo>
                  <a:pt x="437492" y="109451"/>
                </a:lnTo>
                <a:lnTo>
                  <a:pt x="437774" y="109121"/>
                </a:lnTo>
                <a:lnTo>
                  <a:pt x="438050" y="108786"/>
                </a:lnTo>
                <a:lnTo>
                  <a:pt x="438319" y="108444"/>
                </a:lnTo>
                <a:lnTo>
                  <a:pt x="438581" y="108097"/>
                </a:lnTo>
                <a:lnTo>
                  <a:pt x="438836" y="107743"/>
                </a:lnTo>
                <a:lnTo>
                  <a:pt x="439084" y="107384"/>
                </a:lnTo>
                <a:lnTo>
                  <a:pt x="439326" y="107018"/>
                </a:lnTo>
                <a:lnTo>
                  <a:pt x="439560" y="106647"/>
                </a:lnTo>
                <a:lnTo>
                  <a:pt x="439788" y="106270"/>
                </a:lnTo>
                <a:lnTo>
                  <a:pt x="440009" y="105886"/>
                </a:lnTo>
                <a:lnTo>
                  <a:pt x="440222" y="105497"/>
                </a:lnTo>
                <a:lnTo>
                  <a:pt x="440429" y="105101"/>
                </a:lnTo>
                <a:lnTo>
                  <a:pt x="440629" y="104700"/>
                </a:lnTo>
                <a:lnTo>
                  <a:pt x="440820" y="104292"/>
                </a:lnTo>
                <a:lnTo>
                  <a:pt x="441002" y="103878"/>
                </a:lnTo>
                <a:lnTo>
                  <a:pt x="441176" y="103458"/>
                </a:lnTo>
                <a:lnTo>
                  <a:pt x="441341" y="103031"/>
                </a:lnTo>
                <a:lnTo>
                  <a:pt x="441498" y="102599"/>
                </a:lnTo>
                <a:lnTo>
                  <a:pt x="441647" y="102161"/>
                </a:lnTo>
                <a:lnTo>
                  <a:pt x="441787" y="101716"/>
                </a:lnTo>
                <a:lnTo>
                  <a:pt x="441918" y="101265"/>
                </a:lnTo>
                <a:lnTo>
                  <a:pt x="442041" y="100808"/>
                </a:lnTo>
                <a:lnTo>
                  <a:pt x="442156" y="100345"/>
                </a:lnTo>
                <a:lnTo>
                  <a:pt x="442262" y="99876"/>
                </a:lnTo>
                <a:lnTo>
                  <a:pt x="442359" y="99400"/>
                </a:lnTo>
                <a:lnTo>
                  <a:pt x="442448" y="98919"/>
                </a:lnTo>
                <a:lnTo>
                  <a:pt x="442529" y="98431"/>
                </a:lnTo>
                <a:lnTo>
                  <a:pt x="442601" y="97937"/>
                </a:lnTo>
                <a:lnTo>
                  <a:pt x="442665" y="97437"/>
                </a:lnTo>
                <a:lnTo>
                  <a:pt x="442720" y="96931"/>
                </a:lnTo>
                <a:lnTo>
                  <a:pt x="442766" y="96419"/>
                </a:lnTo>
                <a:lnTo>
                  <a:pt x="442804" y="95901"/>
                </a:lnTo>
                <a:lnTo>
                  <a:pt x="442834" y="95376"/>
                </a:lnTo>
                <a:lnTo>
                  <a:pt x="442855" y="94846"/>
                </a:lnTo>
                <a:lnTo>
                  <a:pt x="442868" y="94309"/>
                </a:lnTo>
                <a:lnTo>
                  <a:pt x="442872" y="93766"/>
                </a:lnTo>
                <a:lnTo>
                  <a:pt x="442867" y="93107"/>
                </a:lnTo>
                <a:lnTo>
                  <a:pt x="442850" y="92458"/>
                </a:lnTo>
                <a:lnTo>
                  <a:pt x="442823" y="91819"/>
                </a:lnTo>
                <a:lnTo>
                  <a:pt x="442785" y="91191"/>
                </a:lnTo>
                <a:lnTo>
                  <a:pt x="442735" y="90572"/>
                </a:lnTo>
                <a:lnTo>
                  <a:pt x="442675" y="89964"/>
                </a:lnTo>
                <a:lnTo>
                  <a:pt x="442604" y="89366"/>
                </a:lnTo>
                <a:lnTo>
                  <a:pt x="442521" y="88778"/>
                </a:lnTo>
                <a:lnTo>
                  <a:pt x="442428" y="88200"/>
                </a:lnTo>
                <a:lnTo>
                  <a:pt x="442324" y="87632"/>
                </a:lnTo>
                <a:lnTo>
                  <a:pt x="442209" y="87074"/>
                </a:lnTo>
                <a:lnTo>
                  <a:pt x="442083" y="86527"/>
                </a:lnTo>
                <a:lnTo>
                  <a:pt x="441945" y="85990"/>
                </a:lnTo>
                <a:lnTo>
                  <a:pt x="441797" y="85462"/>
                </a:lnTo>
                <a:lnTo>
                  <a:pt x="441638" y="84945"/>
                </a:lnTo>
                <a:lnTo>
                  <a:pt x="441468" y="84439"/>
                </a:lnTo>
                <a:lnTo>
                  <a:pt x="441287" y="83942"/>
                </a:lnTo>
                <a:lnTo>
                  <a:pt x="441095" y="83455"/>
                </a:lnTo>
                <a:lnTo>
                  <a:pt x="440893" y="82979"/>
                </a:lnTo>
                <a:lnTo>
                  <a:pt x="440679" y="82513"/>
                </a:lnTo>
                <a:lnTo>
                  <a:pt x="440454" y="82057"/>
                </a:lnTo>
                <a:lnTo>
                  <a:pt x="440218" y="81611"/>
                </a:lnTo>
                <a:lnTo>
                  <a:pt x="439971" y="81175"/>
                </a:lnTo>
                <a:lnTo>
                  <a:pt x="439713" y="80749"/>
                </a:lnTo>
                <a:lnTo>
                  <a:pt x="439445" y="80332"/>
                </a:lnTo>
                <a:lnTo>
                  <a:pt x="439166" y="79921"/>
                </a:lnTo>
                <a:lnTo>
                  <a:pt x="438876" y="79516"/>
                </a:lnTo>
                <a:lnTo>
                  <a:pt x="438576" y="79118"/>
                </a:lnTo>
                <a:lnTo>
                  <a:pt x="438266" y="78726"/>
                </a:lnTo>
                <a:lnTo>
                  <a:pt x="437944" y="78341"/>
                </a:lnTo>
                <a:lnTo>
                  <a:pt x="437613" y="77962"/>
                </a:lnTo>
                <a:lnTo>
                  <a:pt x="437271" y="77590"/>
                </a:lnTo>
                <a:lnTo>
                  <a:pt x="436918" y="77224"/>
                </a:lnTo>
                <a:lnTo>
                  <a:pt x="436555" y="76865"/>
                </a:lnTo>
                <a:lnTo>
                  <a:pt x="436181" y="76512"/>
                </a:lnTo>
                <a:lnTo>
                  <a:pt x="435796" y="76165"/>
                </a:lnTo>
                <a:lnTo>
                  <a:pt x="435402" y="75826"/>
                </a:lnTo>
                <a:lnTo>
                  <a:pt x="434996" y="75492"/>
                </a:lnTo>
                <a:lnTo>
                  <a:pt x="434580" y="75165"/>
                </a:lnTo>
                <a:lnTo>
                  <a:pt x="434154" y="74845"/>
                </a:lnTo>
                <a:lnTo>
                  <a:pt x="433717" y="74530"/>
                </a:lnTo>
                <a:lnTo>
                  <a:pt x="433269" y="74223"/>
                </a:lnTo>
                <a:lnTo>
                  <a:pt x="432811" y="73922"/>
                </a:lnTo>
                <a:lnTo>
                  <a:pt x="432343" y="73627"/>
                </a:lnTo>
                <a:lnTo>
                  <a:pt x="431864" y="73339"/>
                </a:lnTo>
                <a:lnTo>
                  <a:pt x="431374" y="73057"/>
                </a:lnTo>
                <a:lnTo>
                  <a:pt x="430874" y="72782"/>
                </a:lnTo>
                <a:lnTo>
                  <a:pt x="430363" y="72513"/>
                </a:lnTo>
                <a:lnTo>
                  <a:pt x="429842" y="72249"/>
                </a:lnTo>
                <a:lnTo>
                  <a:pt x="429310" y="71988"/>
                </a:lnTo>
                <a:lnTo>
                  <a:pt x="428767" y="71730"/>
                </a:lnTo>
                <a:lnTo>
                  <a:pt x="428214" y="71475"/>
                </a:lnTo>
                <a:lnTo>
                  <a:pt x="427650" y="71223"/>
                </a:lnTo>
                <a:lnTo>
                  <a:pt x="427075" y="70974"/>
                </a:lnTo>
                <a:lnTo>
                  <a:pt x="426490" y="70728"/>
                </a:lnTo>
                <a:lnTo>
                  <a:pt x="425894" y="70486"/>
                </a:lnTo>
                <a:lnTo>
                  <a:pt x="425287" y="70246"/>
                </a:lnTo>
                <a:lnTo>
                  <a:pt x="424670" y="70010"/>
                </a:lnTo>
                <a:lnTo>
                  <a:pt x="424042" y="69776"/>
                </a:lnTo>
                <a:lnTo>
                  <a:pt x="423403" y="69546"/>
                </a:lnTo>
                <a:lnTo>
                  <a:pt x="422754" y="69318"/>
                </a:lnTo>
                <a:lnTo>
                  <a:pt x="422093" y="69094"/>
                </a:lnTo>
                <a:lnTo>
                  <a:pt x="421423" y="68873"/>
                </a:lnTo>
                <a:lnTo>
                  <a:pt x="420741" y="68655"/>
                </a:lnTo>
                <a:lnTo>
                  <a:pt x="420049" y="68440"/>
                </a:lnTo>
                <a:lnTo>
                  <a:pt x="419346" y="68228"/>
                </a:lnTo>
                <a:lnTo>
                  <a:pt x="418633" y="68019"/>
                </a:lnTo>
                <a:lnTo>
                  <a:pt x="417909" y="67813"/>
                </a:lnTo>
                <a:lnTo>
                  <a:pt x="417174" y="67611"/>
                </a:lnTo>
                <a:lnTo>
                  <a:pt x="416428" y="67411"/>
                </a:lnTo>
                <a:lnTo>
                  <a:pt x="415672" y="67214"/>
                </a:lnTo>
                <a:lnTo>
                  <a:pt x="414905" y="67021"/>
                </a:lnTo>
                <a:lnTo>
                  <a:pt x="414216" y="66844"/>
                </a:lnTo>
                <a:lnTo>
                  <a:pt x="413539" y="66668"/>
                </a:lnTo>
                <a:lnTo>
                  <a:pt x="412873" y="66493"/>
                </a:lnTo>
                <a:lnTo>
                  <a:pt x="412219" y="66319"/>
                </a:lnTo>
                <a:lnTo>
                  <a:pt x="411577" y="66145"/>
                </a:lnTo>
                <a:lnTo>
                  <a:pt x="410946" y="65973"/>
                </a:lnTo>
                <a:lnTo>
                  <a:pt x="410327" y="65801"/>
                </a:lnTo>
                <a:lnTo>
                  <a:pt x="409720" y="65629"/>
                </a:lnTo>
                <a:lnTo>
                  <a:pt x="409125" y="65459"/>
                </a:lnTo>
                <a:lnTo>
                  <a:pt x="408541" y="65289"/>
                </a:lnTo>
                <a:lnTo>
                  <a:pt x="407969" y="65120"/>
                </a:lnTo>
                <a:lnTo>
                  <a:pt x="407408" y="64952"/>
                </a:lnTo>
                <a:lnTo>
                  <a:pt x="406860" y="64785"/>
                </a:lnTo>
                <a:lnTo>
                  <a:pt x="406323" y="64618"/>
                </a:lnTo>
                <a:lnTo>
                  <a:pt x="405797" y="64452"/>
                </a:lnTo>
                <a:lnTo>
                  <a:pt x="405284" y="64287"/>
                </a:lnTo>
                <a:lnTo>
                  <a:pt x="404782" y="64123"/>
                </a:lnTo>
                <a:lnTo>
                  <a:pt x="404291" y="63959"/>
                </a:lnTo>
                <a:lnTo>
                  <a:pt x="403813" y="63796"/>
                </a:lnTo>
                <a:lnTo>
                  <a:pt x="403346" y="63634"/>
                </a:lnTo>
                <a:lnTo>
                  <a:pt x="402891" y="63473"/>
                </a:lnTo>
                <a:lnTo>
                  <a:pt x="402448" y="63313"/>
                </a:lnTo>
                <a:lnTo>
                  <a:pt x="402016" y="63153"/>
                </a:lnTo>
                <a:lnTo>
                  <a:pt x="401596" y="62994"/>
                </a:lnTo>
                <a:lnTo>
                  <a:pt x="401187" y="62834"/>
                </a:lnTo>
                <a:lnTo>
                  <a:pt x="400787" y="62673"/>
                </a:lnTo>
                <a:lnTo>
                  <a:pt x="400398" y="62510"/>
                </a:lnTo>
                <a:lnTo>
                  <a:pt x="400019" y="62345"/>
                </a:lnTo>
                <a:lnTo>
                  <a:pt x="399649" y="62179"/>
                </a:lnTo>
                <a:lnTo>
                  <a:pt x="399290" y="62011"/>
                </a:lnTo>
                <a:lnTo>
                  <a:pt x="398940" y="61841"/>
                </a:lnTo>
                <a:lnTo>
                  <a:pt x="398601" y="61670"/>
                </a:lnTo>
                <a:lnTo>
                  <a:pt x="398271" y="61497"/>
                </a:lnTo>
                <a:lnTo>
                  <a:pt x="397951" y="61322"/>
                </a:lnTo>
                <a:lnTo>
                  <a:pt x="397642" y="61145"/>
                </a:lnTo>
                <a:lnTo>
                  <a:pt x="397342" y="60967"/>
                </a:lnTo>
                <a:lnTo>
                  <a:pt x="397052" y="60787"/>
                </a:lnTo>
                <a:lnTo>
                  <a:pt x="396772" y="60606"/>
                </a:lnTo>
                <a:lnTo>
                  <a:pt x="396502" y="60423"/>
                </a:lnTo>
                <a:lnTo>
                  <a:pt x="396242" y="60238"/>
                </a:lnTo>
                <a:lnTo>
                  <a:pt x="395992" y="60051"/>
                </a:lnTo>
                <a:lnTo>
                  <a:pt x="395752" y="59863"/>
                </a:lnTo>
                <a:lnTo>
                  <a:pt x="395522" y="59673"/>
                </a:lnTo>
                <a:lnTo>
                  <a:pt x="395301" y="59481"/>
                </a:lnTo>
                <a:lnTo>
                  <a:pt x="395091" y="59288"/>
                </a:lnTo>
                <a:lnTo>
                  <a:pt x="394891" y="59093"/>
                </a:lnTo>
                <a:lnTo>
                  <a:pt x="394700" y="58896"/>
                </a:lnTo>
                <a:lnTo>
                  <a:pt x="394520" y="58698"/>
                </a:lnTo>
                <a:lnTo>
                  <a:pt x="394348" y="58497"/>
                </a:lnTo>
                <a:lnTo>
                  <a:pt x="394184" y="58292"/>
                </a:lnTo>
                <a:lnTo>
                  <a:pt x="394026" y="58083"/>
                </a:lnTo>
                <a:lnTo>
                  <a:pt x="393876" y="57871"/>
                </a:lnTo>
                <a:lnTo>
                  <a:pt x="393734" y="57655"/>
                </a:lnTo>
                <a:lnTo>
                  <a:pt x="393599" y="57435"/>
                </a:lnTo>
                <a:lnTo>
                  <a:pt x="393471" y="57212"/>
                </a:lnTo>
                <a:lnTo>
                  <a:pt x="393350" y="56985"/>
                </a:lnTo>
                <a:lnTo>
                  <a:pt x="393237" y="56754"/>
                </a:lnTo>
                <a:lnTo>
                  <a:pt x="393131" y="56520"/>
                </a:lnTo>
                <a:lnTo>
                  <a:pt x="393032" y="56282"/>
                </a:lnTo>
                <a:lnTo>
                  <a:pt x="392940" y="56040"/>
                </a:lnTo>
                <a:lnTo>
                  <a:pt x="392856" y="55795"/>
                </a:lnTo>
                <a:lnTo>
                  <a:pt x="392780" y="55546"/>
                </a:lnTo>
                <a:lnTo>
                  <a:pt x="392710" y="55293"/>
                </a:lnTo>
                <a:lnTo>
                  <a:pt x="392648" y="55036"/>
                </a:lnTo>
                <a:lnTo>
                  <a:pt x="392593" y="54776"/>
                </a:lnTo>
                <a:lnTo>
                  <a:pt x="392546" y="54512"/>
                </a:lnTo>
                <a:lnTo>
                  <a:pt x="392505" y="54245"/>
                </a:lnTo>
                <a:lnTo>
                  <a:pt x="392472" y="53974"/>
                </a:lnTo>
                <a:lnTo>
                  <a:pt x="392447" y="53699"/>
                </a:lnTo>
                <a:lnTo>
                  <a:pt x="392429" y="53420"/>
                </a:lnTo>
                <a:lnTo>
                  <a:pt x="392418" y="53138"/>
                </a:lnTo>
                <a:lnTo>
                  <a:pt x="392414" y="52852"/>
                </a:lnTo>
                <a:lnTo>
                  <a:pt x="392422" y="52348"/>
                </a:lnTo>
                <a:lnTo>
                  <a:pt x="392447" y="51855"/>
                </a:lnTo>
                <a:lnTo>
                  <a:pt x="392488" y="51374"/>
                </a:lnTo>
                <a:lnTo>
                  <a:pt x="392545" y="50904"/>
                </a:lnTo>
                <a:lnTo>
                  <a:pt x="392619" y="50444"/>
                </a:lnTo>
                <a:lnTo>
                  <a:pt x="392709" y="49997"/>
                </a:lnTo>
                <a:lnTo>
                  <a:pt x="392815" y="49560"/>
                </a:lnTo>
                <a:lnTo>
                  <a:pt x="392938" y="49135"/>
                </a:lnTo>
                <a:lnTo>
                  <a:pt x="393077" y="48721"/>
                </a:lnTo>
                <a:lnTo>
                  <a:pt x="393233" y="48318"/>
                </a:lnTo>
                <a:lnTo>
                  <a:pt x="393405" y="47927"/>
                </a:lnTo>
                <a:lnTo>
                  <a:pt x="393593" y="47546"/>
                </a:lnTo>
                <a:lnTo>
                  <a:pt x="393798" y="47178"/>
                </a:lnTo>
                <a:lnTo>
                  <a:pt x="394019" y="46820"/>
                </a:lnTo>
                <a:lnTo>
                  <a:pt x="394257" y="46473"/>
                </a:lnTo>
                <a:lnTo>
                  <a:pt x="394511" y="46138"/>
                </a:lnTo>
                <a:lnTo>
                  <a:pt x="394781" y="45814"/>
                </a:lnTo>
                <a:lnTo>
                  <a:pt x="395067" y="45502"/>
                </a:lnTo>
                <a:lnTo>
                  <a:pt x="395370" y="45200"/>
                </a:lnTo>
                <a:lnTo>
                  <a:pt x="395690" y="44910"/>
                </a:lnTo>
                <a:lnTo>
                  <a:pt x="396026" y="44632"/>
                </a:lnTo>
                <a:lnTo>
                  <a:pt x="396378" y="44364"/>
                </a:lnTo>
                <a:lnTo>
                  <a:pt x="396746" y="44108"/>
                </a:lnTo>
                <a:lnTo>
                  <a:pt x="397131" y="43863"/>
                </a:lnTo>
                <a:lnTo>
                  <a:pt x="397529" y="43628"/>
                </a:lnTo>
                <a:lnTo>
                  <a:pt x="397937" y="43403"/>
                </a:lnTo>
                <a:lnTo>
                  <a:pt x="398355" y="43189"/>
                </a:lnTo>
                <a:lnTo>
                  <a:pt x="398783" y="42984"/>
                </a:lnTo>
                <a:lnTo>
                  <a:pt x="399221" y="42789"/>
                </a:lnTo>
                <a:lnTo>
                  <a:pt x="399669" y="42605"/>
                </a:lnTo>
                <a:lnTo>
                  <a:pt x="400127" y="42430"/>
                </a:lnTo>
                <a:lnTo>
                  <a:pt x="400594" y="42265"/>
                </a:lnTo>
                <a:lnTo>
                  <a:pt x="401072" y="42111"/>
                </a:lnTo>
                <a:lnTo>
                  <a:pt x="401560" y="41966"/>
                </a:lnTo>
                <a:lnTo>
                  <a:pt x="402057" y="41831"/>
                </a:lnTo>
                <a:lnTo>
                  <a:pt x="402565" y="41706"/>
                </a:lnTo>
                <a:lnTo>
                  <a:pt x="403082" y="41591"/>
                </a:lnTo>
                <a:lnTo>
                  <a:pt x="403609" y="41487"/>
                </a:lnTo>
                <a:lnTo>
                  <a:pt x="404147" y="41392"/>
                </a:lnTo>
                <a:lnTo>
                  <a:pt x="404694" y="41307"/>
                </a:lnTo>
                <a:lnTo>
                  <a:pt x="405251" y="41232"/>
                </a:lnTo>
                <a:lnTo>
                  <a:pt x="405818" y="41167"/>
                </a:lnTo>
                <a:lnTo>
                  <a:pt x="406395" y="41112"/>
                </a:lnTo>
                <a:lnTo>
                  <a:pt x="406982" y="41067"/>
                </a:lnTo>
                <a:lnTo>
                  <a:pt x="407579" y="41032"/>
                </a:lnTo>
                <a:lnTo>
                  <a:pt x="408186" y="41007"/>
                </a:lnTo>
                <a:lnTo>
                  <a:pt x="408803" y="40992"/>
                </a:lnTo>
                <a:lnTo>
                  <a:pt x="409430" y="40987"/>
                </a:lnTo>
                <a:lnTo>
                  <a:pt x="410058" y="40994"/>
                </a:lnTo>
                <a:lnTo>
                  <a:pt x="410677" y="41014"/>
                </a:lnTo>
                <a:lnTo>
                  <a:pt x="411288" y="41048"/>
                </a:lnTo>
                <a:lnTo>
                  <a:pt x="411890" y="41095"/>
                </a:lnTo>
                <a:lnTo>
                  <a:pt x="412485" y="41156"/>
                </a:lnTo>
                <a:lnTo>
                  <a:pt x="413071" y="41230"/>
                </a:lnTo>
                <a:lnTo>
                  <a:pt x="413648" y="41318"/>
                </a:lnTo>
                <a:lnTo>
                  <a:pt x="414217" y="41419"/>
                </a:lnTo>
                <a:lnTo>
                  <a:pt x="414778" y="41534"/>
                </a:lnTo>
                <a:lnTo>
                  <a:pt x="415331" y="41662"/>
                </a:lnTo>
                <a:lnTo>
                  <a:pt x="415875" y="41803"/>
                </a:lnTo>
                <a:lnTo>
                  <a:pt x="416411" y="41959"/>
                </a:lnTo>
                <a:lnTo>
                  <a:pt x="416939" y="42127"/>
                </a:lnTo>
                <a:lnTo>
                  <a:pt x="417458" y="42309"/>
                </a:lnTo>
                <a:lnTo>
                  <a:pt x="417969" y="42505"/>
                </a:lnTo>
                <a:lnTo>
                  <a:pt x="418471" y="42714"/>
                </a:lnTo>
                <a:lnTo>
                  <a:pt x="418966" y="42936"/>
                </a:lnTo>
                <a:lnTo>
                  <a:pt x="419452" y="43173"/>
                </a:lnTo>
                <a:lnTo>
                  <a:pt x="419929" y="43422"/>
                </a:lnTo>
                <a:lnTo>
                  <a:pt x="420398" y="43685"/>
                </a:lnTo>
                <a:lnTo>
                  <a:pt x="420859" y="43962"/>
                </a:lnTo>
                <a:lnTo>
                  <a:pt x="421312" y="44252"/>
                </a:lnTo>
                <a:lnTo>
                  <a:pt x="421756" y="44555"/>
                </a:lnTo>
                <a:lnTo>
                  <a:pt x="422192" y="44872"/>
                </a:lnTo>
                <a:lnTo>
                  <a:pt x="422615" y="45205"/>
                </a:lnTo>
                <a:lnTo>
                  <a:pt x="423019" y="45557"/>
                </a:lnTo>
                <a:lnTo>
                  <a:pt x="423406" y="45927"/>
                </a:lnTo>
                <a:lnTo>
                  <a:pt x="423775" y="46316"/>
                </a:lnTo>
                <a:lnTo>
                  <a:pt x="424126" y="46723"/>
                </a:lnTo>
                <a:lnTo>
                  <a:pt x="424459" y="47149"/>
                </a:lnTo>
                <a:lnTo>
                  <a:pt x="424773" y="47593"/>
                </a:lnTo>
                <a:lnTo>
                  <a:pt x="425070" y="48056"/>
                </a:lnTo>
                <a:lnTo>
                  <a:pt x="425349" y="48538"/>
                </a:lnTo>
                <a:lnTo>
                  <a:pt x="425610" y="49038"/>
                </a:lnTo>
                <a:lnTo>
                  <a:pt x="425853" y="49556"/>
                </a:lnTo>
                <a:lnTo>
                  <a:pt x="426077" y="50094"/>
                </a:lnTo>
                <a:lnTo>
                  <a:pt x="426284" y="50650"/>
                </a:lnTo>
                <a:lnTo>
                  <a:pt x="426473" y="51224"/>
                </a:lnTo>
                <a:lnTo>
                  <a:pt x="426644" y="51817"/>
                </a:lnTo>
                <a:lnTo>
                  <a:pt x="426797" y="52428"/>
                </a:lnTo>
                <a:lnTo>
                  <a:pt x="426932" y="53058"/>
                </a:lnTo>
                <a:lnTo>
                  <a:pt x="427049" y="53707"/>
                </a:lnTo>
                <a:lnTo>
                  <a:pt x="427148" y="54374"/>
                </a:lnTo>
                <a:lnTo>
                  <a:pt x="427229" y="55060"/>
                </a:lnTo>
                <a:lnTo>
                  <a:pt x="427292" y="55765"/>
                </a:lnTo>
                <a:lnTo>
                  <a:pt x="427337" y="56487"/>
                </a:lnTo>
                <a:lnTo>
                  <a:pt x="427364" y="57229"/>
                </a:lnTo>
                <a:lnTo>
                  <a:pt x="427373" y="57989"/>
                </a:lnTo>
                <a:lnTo>
                  <a:pt x="441019" y="57989"/>
                </a:lnTo>
                <a:lnTo>
                  <a:pt x="441015" y="57387"/>
                </a:lnTo>
                <a:lnTo>
                  <a:pt x="441002" y="56793"/>
                </a:lnTo>
                <a:lnTo>
                  <a:pt x="440980" y="56205"/>
                </a:lnTo>
                <a:lnTo>
                  <a:pt x="440950" y="55624"/>
                </a:lnTo>
                <a:lnTo>
                  <a:pt x="440911" y="55050"/>
                </a:lnTo>
                <a:lnTo>
                  <a:pt x="440864" y="54483"/>
                </a:lnTo>
                <a:lnTo>
                  <a:pt x="440808" y="53923"/>
                </a:lnTo>
                <a:lnTo>
                  <a:pt x="440743" y="53370"/>
                </a:lnTo>
                <a:lnTo>
                  <a:pt x="440670" y="52824"/>
                </a:lnTo>
                <a:lnTo>
                  <a:pt x="440588" y="52284"/>
                </a:lnTo>
                <a:lnTo>
                  <a:pt x="440497" y="51752"/>
                </a:lnTo>
                <a:lnTo>
                  <a:pt x="440398" y="51226"/>
                </a:lnTo>
                <a:lnTo>
                  <a:pt x="440290" y="50708"/>
                </a:lnTo>
                <a:lnTo>
                  <a:pt x="440174" y="50196"/>
                </a:lnTo>
                <a:lnTo>
                  <a:pt x="440048" y="49691"/>
                </a:lnTo>
                <a:lnTo>
                  <a:pt x="439915" y="49193"/>
                </a:lnTo>
                <a:lnTo>
                  <a:pt x="439772" y="48703"/>
                </a:lnTo>
                <a:lnTo>
                  <a:pt x="439621" y="48219"/>
                </a:lnTo>
                <a:lnTo>
                  <a:pt x="439462" y="47741"/>
                </a:lnTo>
                <a:lnTo>
                  <a:pt x="439293" y="47271"/>
                </a:lnTo>
                <a:lnTo>
                  <a:pt x="439117" y="46808"/>
                </a:lnTo>
                <a:lnTo>
                  <a:pt x="438931" y="46352"/>
                </a:lnTo>
                <a:lnTo>
                  <a:pt x="438737" y="45902"/>
                </a:lnTo>
                <a:lnTo>
                  <a:pt x="438534" y="45460"/>
                </a:lnTo>
                <a:lnTo>
                  <a:pt x="438324" y="45024"/>
                </a:lnTo>
                <a:lnTo>
                  <a:pt x="438107" y="44595"/>
                </a:lnTo>
                <a:lnTo>
                  <a:pt x="437883" y="44173"/>
                </a:lnTo>
                <a:lnTo>
                  <a:pt x="437653" y="43758"/>
                </a:lnTo>
                <a:lnTo>
                  <a:pt x="437416" y="43349"/>
                </a:lnTo>
                <a:lnTo>
                  <a:pt x="437173" y="42947"/>
                </a:lnTo>
                <a:lnTo>
                  <a:pt x="436923" y="42552"/>
                </a:lnTo>
                <a:lnTo>
                  <a:pt x="436667" y="42164"/>
                </a:lnTo>
                <a:lnTo>
                  <a:pt x="436404" y="41782"/>
                </a:lnTo>
                <a:lnTo>
                  <a:pt x="436134" y="41408"/>
                </a:lnTo>
                <a:lnTo>
                  <a:pt x="435858" y="41040"/>
                </a:lnTo>
                <a:lnTo>
                  <a:pt x="435575" y="40678"/>
                </a:lnTo>
                <a:lnTo>
                  <a:pt x="435286" y="40324"/>
                </a:lnTo>
                <a:lnTo>
                  <a:pt x="434990" y="39976"/>
                </a:lnTo>
                <a:lnTo>
                  <a:pt x="434687" y="39635"/>
                </a:lnTo>
                <a:lnTo>
                  <a:pt x="434378" y="39301"/>
                </a:lnTo>
                <a:lnTo>
                  <a:pt x="434063" y="38973"/>
                </a:lnTo>
                <a:lnTo>
                  <a:pt x="433740" y="38653"/>
                </a:lnTo>
                <a:lnTo>
                  <a:pt x="433412" y="38339"/>
                </a:lnTo>
                <a:lnTo>
                  <a:pt x="433076" y="38032"/>
                </a:lnTo>
                <a:lnTo>
                  <a:pt x="432734" y="37731"/>
                </a:lnTo>
                <a:lnTo>
                  <a:pt x="432386" y="37438"/>
                </a:lnTo>
                <a:lnTo>
                  <a:pt x="432030" y="37151"/>
                </a:lnTo>
                <a:lnTo>
                  <a:pt x="431669" y="36871"/>
                </a:lnTo>
                <a:lnTo>
                  <a:pt x="431301" y="36597"/>
                </a:lnTo>
                <a:lnTo>
                  <a:pt x="430930" y="36329"/>
                </a:lnTo>
                <a:lnTo>
                  <a:pt x="430553" y="36068"/>
                </a:lnTo>
                <a:lnTo>
                  <a:pt x="430172" y="35812"/>
                </a:lnTo>
                <a:lnTo>
                  <a:pt x="429787" y="35562"/>
                </a:lnTo>
                <a:lnTo>
                  <a:pt x="429397" y="35318"/>
                </a:lnTo>
                <a:lnTo>
                  <a:pt x="429002" y="35080"/>
                </a:lnTo>
                <a:lnTo>
                  <a:pt x="428603" y="34849"/>
                </a:lnTo>
                <a:lnTo>
                  <a:pt x="428200" y="34623"/>
                </a:lnTo>
                <a:lnTo>
                  <a:pt x="427792" y="34403"/>
                </a:lnTo>
                <a:lnTo>
                  <a:pt x="427379" y="34189"/>
                </a:lnTo>
                <a:lnTo>
                  <a:pt x="426962" y="33982"/>
                </a:lnTo>
                <a:lnTo>
                  <a:pt x="426540" y="33780"/>
                </a:lnTo>
                <a:lnTo>
                  <a:pt x="426114" y="33584"/>
                </a:lnTo>
                <a:lnTo>
                  <a:pt x="425683" y="33394"/>
                </a:lnTo>
                <a:lnTo>
                  <a:pt x="425248" y="33210"/>
                </a:lnTo>
                <a:lnTo>
                  <a:pt x="424808" y="33032"/>
                </a:lnTo>
                <a:lnTo>
                  <a:pt x="424364" y="32861"/>
                </a:lnTo>
                <a:lnTo>
                  <a:pt x="423915" y="32695"/>
                </a:lnTo>
                <a:lnTo>
                  <a:pt x="423461" y="32535"/>
                </a:lnTo>
                <a:lnTo>
                  <a:pt x="423003" y="32381"/>
                </a:lnTo>
                <a:lnTo>
                  <a:pt x="422541" y="32233"/>
                </a:lnTo>
                <a:lnTo>
                  <a:pt x="422074" y="32091"/>
                </a:lnTo>
                <a:lnTo>
                  <a:pt x="421602" y="31955"/>
                </a:lnTo>
                <a:lnTo>
                  <a:pt x="421127" y="31825"/>
                </a:lnTo>
                <a:lnTo>
                  <a:pt x="420649" y="31701"/>
                </a:lnTo>
                <a:lnTo>
                  <a:pt x="420168" y="31582"/>
                </a:lnTo>
                <a:lnTo>
                  <a:pt x="419685" y="31468"/>
                </a:lnTo>
                <a:lnTo>
                  <a:pt x="419198" y="31360"/>
                </a:lnTo>
                <a:lnTo>
                  <a:pt x="418709" y="31258"/>
                </a:lnTo>
                <a:lnTo>
                  <a:pt x="418217" y="31161"/>
                </a:lnTo>
                <a:lnTo>
                  <a:pt x="417723" y="31070"/>
                </a:lnTo>
                <a:lnTo>
                  <a:pt x="417225" y="30984"/>
                </a:lnTo>
                <a:lnTo>
                  <a:pt x="416725" y="30904"/>
                </a:lnTo>
                <a:lnTo>
                  <a:pt x="416222" y="30829"/>
                </a:lnTo>
                <a:lnTo>
                  <a:pt x="415716" y="30760"/>
                </a:lnTo>
                <a:lnTo>
                  <a:pt x="415208" y="30696"/>
                </a:lnTo>
                <a:lnTo>
                  <a:pt x="414696" y="30638"/>
                </a:lnTo>
                <a:lnTo>
                  <a:pt x="414182" y="30585"/>
                </a:lnTo>
                <a:lnTo>
                  <a:pt x="413665" y="30538"/>
                </a:lnTo>
                <a:lnTo>
                  <a:pt x="413146" y="30497"/>
                </a:lnTo>
                <a:lnTo>
                  <a:pt x="412623" y="30461"/>
                </a:lnTo>
                <a:lnTo>
                  <a:pt x="412098" y="30430"/>
                </a:lnTo>
                <a:lnTo>
                  <a:pt x="411570" y="30405"/>
                </a:lnTo>
                <a:lnTo>
                  <a:pt x="411039" y="30386"/>
                </a:lnTo>
                <a:lnTo>
                  <a:pt x="410505" y="30372"/>
                </a:lnTo>
                <a:lnTo>
                  <a:pt x="409969" y="30364"/>
                </a:lnTo>
                <a:lnTo>
                  <a:pt x="409430" y="30361"/>
                </a:lnTo>
                <a:lnTo>
                  <a:pt x="408884" y="30364"/>
                </a:lnTo>
                <a:lnTo>
                  <a:pt x="408342" y="30371"/>
                </a:lnTo>
                <a:lnTo>
                  <a:pt x="407802" y="30384"/>
                </a:lnTo>
                <a:lnTo>
                  <a:pt x="407267" y="30402"/>
                </a:lnTo>
                <a:lnTo>
                  <a:pt x="406734" y="30425"/>
                </a:lnTo>
                <a:lnTo>
                  <a:pt x="406205" y="30452"/>
                </a:lnTo>
                <a:lnTo>
                  <a:pt x="405680" y="30485"/>
                </a:lnTo>
                <a:lnTo>
                  <a:pt x="405157" y="30524"/>
                </a:lnTo>
                <a:lnTo>
                  <a:pt x="404638" y="30567"/>
                </a:lnTo>
                <a:lnTo>
                  <a:pt x="404123" y="30615"/>
                </a:lnTo>
                <a:lnTo>
                  <a:pt x="403611" y="30668"/>
                </a:lnTo>
                <a:lnTo>
                  <a:pt x="403102" y="30727"/>
                </a:lnTo>
                <a:lnTo>
                  <a:pt x="402596" y="30790"/>
                </a:lnTo>
                <a:lnTo>
                  <a:pt x="402094" y="30859"/>
                </a:lnTo>
                <a:lnTo>
                  <a:pt x="401595" y="30932"/>
                </a:lnTo>
                <a:lnTo>
                  <a:pt x="401100" y="31011"/>
                </a:lnTo>
                <a:lnTo>
                  <a:pt x="400608" y="31095"/>
                </a:lnTo>
                <a:lnTo>
                  <a:pt x="400119" y="31184"/>
                </a:lnTo>
                <a:lnTo>
                  <a:pt x="399634" y="31278"/>
                </a:lnTo>
                <a:lnTo>
                  <a:pt x="399152" y="31377"/>
                </a:lnTo>
                <a:lnTo>
                  <a:pt x="398673" y="31481"/>
                </a:lnTo>
                <a:lnTo>
                  <a:pt x="398198" y="31590"/>
                </a:lnTo>
                <a:lnTo>
                  <a:pt x="397726" y="31704"/>
                </a:lnTo>
                <a:lnTo>
                  <a:pt x="397258" y="31824"/>
                </a:lnTo>
                <a:lnTo>
                  <a:pt x="396793" y="31948"/>
                </a:lnTo>
                <a:lnTo>
                  <a:pt x="396334" y="32077"/>
                </a:lnTo>
                <a:lnTo>
                  <a:pt x="395880" y="32211"/>
                </a:lnTo>
                <a:lnTo>
                  <a:pt x="395430" y="32350"/>
                </a:lnTo>
                <a:lnTo>
                  <a:pt x="394986" y="32494"/>
                </a:lnTo>
                <a:lnTo>
                  <a:pt x="394546" y="32642"/>
                </a:lnTo>
                <a:lnTo>
                  <a:pt x="394112" y="32796"/>
                </a:lnTo>
                <a:lnTo>
                  <a:pt x="393682" y="32955"/>
                </a:lnTo>
                <a:lnTo>
                  <a:pt x="393258" y="33118"/>
                </a:lnTo>
                <a:lnTo>
                  <a:pt x="392838" y="33287"/>
                </a:lnTo>
                <a:lnTo>
                  <a:pt x="392423" y="33460"/>
                </a:lnTo>
                <a:lnTo>
                  <a:pt x="392014" y="33638"/>
                </a:lnTo>
                <a:lnTo>
                  <a:pt x="391609" y="33821"/>
                </a:lnTo>
                <a:lnTo>
                  <a:pt x="391210" y="34010"/>
                </a:lnTo>
                <a:lnTo>
                  <a:pt x="390815" y="34203"/>
                </a:lnTo>
                <a:lnTo>
                  <a:pt x="390425" y="34401"/>
                </a:lnTo>
                <a:lnTo>
                  <a:pt x="390040" y="34604"/>
                </a:lnTo>
                <a:lnTo>
                  <a:pt x="389660" y="34811"/>
                </a:lnTo>
                <a:lnTo>
                  <a:pt x="389286" y="35024"/>
                </a:lnTo>
                <a:lnTo>
                  <a:pt x="388916" y="35242"/>
                </a:lnTo>
                <a:lnTo>
                  <a:pt x="388551" y="35464"/>
                </a:lnTo>
                <a:lnTo>
                  <a:pt x="388191" y="35692"/>
                </a:lnTo>
                <a:lnTo>
                  <a:pt x="387836" y="35924"/>
                </a:lnTo>
                <a:lnTo>
                  <a:pt x="387486" y="36162"/>
                </a:lnTo>
                <a:lnTo>
                  <a:pt x="387142" y="36404"/>
                </a:lnTo>
                <a:lnTo>
                  <a:pt x="386804" y="36651"/>
                </a:lnTo>
                <a:lnTo>
                  <a:pt x="386473" y="36903"/>
                </a:lnTo>
                <a:lnTo>
                  <a:pt x="386148" y="37160"/>
                </a:lnTo>
                <a:lnTo>
                  <a:pt x="385829" y="37422"/>
                </a:lnTo>
                <a:lnTo>
                  <a:pt x="385517" y="37689"/>
                </a:lnTo>
                <a:lnTo>
                  <a:pt x="385211" y="37961"/>
                </a:lnTo>
                <a:lnTo>
                  <a:pt x="384912" y="38238"/>
                </a:lnTo>
                <a:lnTo>
                  <a:pt x="384619" y="38520"/>
                </a:lnTo>
                <a:lnTo>
                  <a:pt x="384333" y="38806"/>
                </a:lnTo>
                <a:lnTo>
                  <a:pt x="384053" y="39098"/>
                </a:lnTo>
                <a:lnTo>
                  <a:pt x="383780" y="39394"/>
                </a:lnTo>
                <a:lnTo>
                  <a:pt x="383513" y="39696"/>
                </a:lnTo>
                <a:lnTo>
                  <a:pt x="383252" y="40002"/>
                </a:lnTo>
                <a:lnTo>
                  <a:pt x="382998" y="40313"/>
                </a:lnTo>
                <a:lnTo>
                  <a:pt x="382750" y="40629"/>
                </a:lnTo>
                <a:lnTo>
                  <a:pt x="382509" y="40950"/>
                </a:lnTo>
                <a:lnTo>
                  <a:pt x="382274" y="41276"/>
                </a:lnTo>
                <a:lnTo>
                  <a:pt x="382045" y="41607"/>
                </a:lnTo>
                <a:lnTo>
                  <a:pt x="381823" y="41943"/>
                </a:lnTo>
                <a:lnTo>
                  <a:pt x="381608" y="42284"/>
                </a:lnTo>
                <a:lnTo>
                  <a:pt x="381399" y="42629"/>
                </a:lnTo>
                <a:lnTo>
                  <a:pt x="381196" y="42980"/>
                </a:lnTo>
                <a:lnTo>
                  <a:pt x="381000" y="43336"/>
                </a:lnTo>
                <a:lnTo>
                  <a:pt x="380811" y="43696"/>
                </a:lnTo>
                <a:lnTo>
                  <a:pt x="380630" y="44061"/>
                </a:lnTo>
                <a:lnTo>
                  <a:pt x="380457" y="44430"/>
                </a:lnTo>
                <a:lnTo>
                  <a:pt x="380292" y="44805"/>
                </a:lnTo>
                <a:lnTo>
                  <a:pt x="380135" y="45184"/>
                </a:lnTo>
                <a:lnTo>
                  <a:pt x="379986" y="45568"/>
                </a:lnTo>
                <a:lnTo>
                  <a:pt x="379846" y="45957"/>
                </a:lnTo>
                <a:lnTo>
                  <a:pt x="379713" y="46350"/>
                </a:lnTo>
                <a:lnTo>
                  <a:pt x="379588" y="46749"/>
                </a:lnTo>
                <a:lnTo>
                  <a:pt x="379472" y="47152"/>
                </a:lnTo>
                <a:lnTo>
                  <a:pt x="379363" y="47560"/>
                </a:lnTo>
                <a:lnTo>
                  <a:pt x="379262" y="47972"/>
                </a:lnTo>
                <a:lnTo>
                  <a:pt x="379170" y="48389"/>
                </a:lnTo>
                <a:lnTo>
                  <a:pt x="379085" y="48812"/>
                </a:lnTo>
                <a:lnTo>
                  <a:pt x="379009" y="49239"/>
                </a:lnTo>
                <a:lnTo>
                  <a:pt x="378941" y="49670"/>
                </a:lnTo>
                <a:lnTo>
                  <a:pt x="378880" y="50107"/>
                </a:lnTo>
                <a:lnTo>
                  <a:pt x="378828" y="50548"/>
                </a:lnTo>
                <a:lnTo>
                  <a:pt x="378784" y="50994"/>
                </a:lnTo>
                <a:lnTo>
                  <a:pt x="378748" y="51445"/>
                </a:lnTo>
                <a:lnTo>
                  <a:pt x="378719" y="51900"/>
                </a:lnTo>
                <a:lnTo>
                  <a:pt x="378699" y="52360"/>
                </a:lnTo>
                <a:lnTo>
                  <a:pt x="378687" y="52825"/>
                </a:lnTo>
                <a:lnTo>
                  <a:pt x="378683" y="53295"/>
                </a:lnTo>
                <a:lnTo>
                  <a:pt x="378689" y="53903"/>
                </a:lnTo>
                <a:lnTo>
                  <a:pt x="378706" y="54503"/>
                </a:lnTo>
                <a:lnTo>
                  <a:pt x="378735" y="55093"/>
                </a:lnTo>
                <a:lnTo>
                  <a:pt x="378775" y="55675"/>
                </a:lnTo>
                <a:lnTo>
                  <a:pt x="378826" y="56248"/>
                </a:lnTo>
                <a:lnTo>
                  <a:pt x="378889" y="56813"/>
                </a:lnTo>
                <a:lnTo>
                  <a:pt x="378963" y="57368"/>
                </a:lnTo>
                <a:lnTo>
                  <a:pt x="379048" y="57915"/>
                </a:lnTo>
                <a:lnTo>
                  <a:pt x="379145" y="58453"/>
                </a:lnTo>
                <a:lnTo>
                  <a:pt x="379254" y="58982"/>
                </a:lnTo>
                <a:lnTo>
                  <a:pt x="379373" y="59503"/>
                </a:lnTo>
                <a:lnTo>
                  <a:pt x="379505" y="60014"/>
                </a:lnTo>
                <a:lnTo>
                  <a:pt x="379647" y="60517"/>
                </a:lnTo>
                <a:lnTo>
                  <a:pt x="379801" y="61012"/>
                </a:lnTo>
                <a:lnTo>
                  <a:pt x="379967" y="61497"/>
                </a:lnTo>
                <a:lnTo>
                  <a:pt x="380143" y="61974"/>
                </a:lnTo>
                <a:lnTo>
                  <a:pt x="380332" y="62441"/>
                </a:lnTo>
                <a:lnTo>
                  <a:pt x="380531" y="62901"/>
                </a:lnTo>
                <a:lnTo>
                  <a:pt x="380742" y="63351"/>
                </a:lnTo>
                <a:lnTo>
                  <a:pt x="380965" y="63793"/>
                </a:lnTo>
                <a:lnTo>
                  <a:pt x="381199" y="64225"/>
                </a:lnTo>
                <a:lnTo>
                  <a:pt x="381444" y="64649"/>
                </a:lnTo>
                <a:lnTo>
                  <a:pt x="381700" y="65065"/>
                </a:lnTo>
                <a:lnTo>
                  <a:pt x="381969" y="65471"/>
                </a:lnTo>
                <a:lnTo>
                  <a:pt x="382248" y="65870"/>
                </a:lnTo>
                <a:lnTo>
                  <a:pt x="382538" y="66264"/>
                </a:lnTo>
                <a:lnTo>
                  <a:pt x="382840" y="66651"/>
                </a:lnTo>
                <a:lnTo>
                  <a:pt x="383153" y="67033"/>
                </a:lnTo>
                <a:lnTo>
                  <a:pt x="383476" y="67409"/>
                </a:lnTo>
                <a:lnTo>
                  <a:pt x="383811" y="67779"/>
                </a:lnTo>
                <a:lnTo>
                  <a:pt x="384157" y="68143"/>
                </a:lnTo>
                <a:lnTo>
                  <a:pt x="384514" y="68501"/>
                </a:lnTo>
                <a:lnTo>
                  <a:pt x="384883" y="68854"/>
                </a:lnTo>
                <a:lnTo>
                  <a:pt x="385262" y="69201"/>
                </a:lnTo>
                <a:lnTo>
                  <a:pt x="385652" y="69541"/>
                </a:lnTo>
                <a:lnTo>
                  <a:pt x="386054" y="69876"/>
                </a:lnTo>
                <a:lnTo>
                  <a:pt x="386467" y="70206"/>
                </a:lnTo>
                <a:lnTo>
                  <a:pt x="386891" y="70529"/>
                </a:lnTo>
                <a:lnTo>
                  <a:pt x="387326" y="70846"/>
                </a:lnTo>
                <a:lnTo>
                  <a:pt x="387772" y="71158"/>
                </a:lnTo>
                <a:lnTo>
                  <a:pt x="388229" y="71464"/>
                </a:lnTo>
                <a:lnTo>
                  <a:pt x="388697" y="71764"/>
                </a:lnTo>
                <a:lnTo>
                  <a:pt x="389176" y="72058"/>
                </a:lnTo>
                <a:lnTo>
                  <a:pt x="389667" y="72346"/>
                </a:lnTo>
                <a:lnTo>
                  <a:pt x="390169" y="72629"/>
                </a:lnTo>
                <a:lnTo>
                  <a:pt x="390681" y="72905"/>
                </a:lnTo>
                <a:lnTo>
                  <a:pt x="391205" y="73176"/>
                </a:lnTo>
                <a:lnTo>
                  <a:pt x="391740" y="73441"/>
                </a:lnTo>
                <a:lnTo>
                  <a:pt x="392286" y="73702"/>
                </a:lnTo>
                <a:lnTo>
                  <a:pt x="392843" y="73960"/>
                </a:lnTo>
                <a:lnTo>
                  <a:pt x="393410" y="74215"/>
                </a:lnTo>
                <a:lnTo>
                  <a:pt x="393989" y="74468"/>
                </a:lnTo>
                <a:lnTo>
                  <a:pt x="394578" y="74718"/>
                </a:lnTo>
                <a:lnTo>
                  <a:pt x="395178" y="74966"/>
                </a:lnTo>
                <a:lnTo>
                  <a:pt x="395789" y="75211"/>
                </a:lnTo>
                <a:lnTo>
                  <a:pt x="396411" y="75453"/>
                </a:lnTo>
                <a:lnTo>
                  <a:pt x="397043" y="75693"/>
                </a:lnTo>
                <a:lnTo>
                  <a:pt x="397686" y="75930"/>
                </a:lnTo>
                <a:lnTo>
                  <a:pt x="398341" y="76165"/>
                </a:lnTo>
                <a:lnTo>
                  <a:pt x="399006" y="76397"/>
                </a:lnTo>
                <a:lnTo>
                  <a:pt x="399681" y="76626"/>
                </a:lnTo>
                <a:lnTo>
                  <a:pt x="400368" y="76853"/>
                </a:lnTo>
                <a:lnTo>
                  <a:pt x="401065" y="77077"/>
                </a:lnTo>
                <a:lnTo>
                  <a:pt x="401774" y="77298"/>
                </a:lnTo>
                <a:lnTo>
                  <a:pt x="402493" y="77517"/>
                </a:lnTo>
                <a:lnTo>
                  <a:pt x="403223" y="77733"/>
                </a:lnTo>
                <a:lnTo>
                  <a:pt x="403963" y="77947"/>
                </a:lnTo>
                <a:lnTo>
                  <a:pt x="404715" y="78158"/>
                </a:lnTo>
                <a:lnTo>
                  <a:pt x="405477" y="78366"/>
                </a:lnTo>
                <a:lnTo>
                  <a:pt x="406251" y="78572"/>
                </a:lnTo>
                <a:lnTo>
                  <a:pt x="407035" y="78775"/>
                </a:lnTo>
                <a:lnTo>
                  <a:pt x="407829" y="78976"/>
                </a:lnTo>
                <a:lnTo>
                  <a:pt x="408807" y="79234"/>
                </a:lnTo>
                <a:lnTo>
                  <a:pt x="409759" y="79491"/>
                </a:lnTo>
                <a:lnTo>
                  <a:pt x="410686" y="79749"/>
                </a:lnTo>
                <a:lnTo>
                  <a:pt x="411589" y="80006"/>
                </a:lnTo>
                <a:lnTo>
                  <a:pt x="412466" y="80263"/>
                </a:lnTo>
                <a:lnTo>
                  <a:pt x="413318" y="80520"/>
                </a:lnTo>
                <a:lnTo>
                  <a:pt x="414145" y="80776"/>
                </a:lnTo>
                <a:lnTo>
                  <a:pt x="414948" y="81032"/>
                </a:lnTo>
                <a:lnTo>
                  <a:pt x="415725" y="81288"/>
                </a:lnTo>
                <a:lnTo>
                  <a:pt x="416477" y="81543"/>
                </a:lnTo>
                <a:lnTo>
                  <a:pt x="417204" y="81798"/>
                </a:lnTo>
                <a:lnTo>
                  <a:pt x="417906" y="82053"/>
                </a:lnTo>
                <a:lnTo>
                  <a:pt x="418584" y="82308"/>
                </a:lnTo>
                <a:lnTo>
                  <a:pt x="419236" y="82562"/>
                </a:lnTo>
                <a:lnTo>
                  <a:pt x="419863" y="82816"/>
                </a:lnTo>
                <a:lnTo>
                  <a:pt x="420465" y="83069"/>
                </a:lnTo>
                <a:lnTo>
                  <a:pt x="421042" y="83323"/>
                </a:lnTo>
                <a:lnTo>
                  <a:pt x="421594" y="83576"/>
                </a:lnTo>
                <a:lnTo>
                  <a:pt x="422122" y="83828"/>
                </a:lnTo>
                <a:lnTo>
                  <a:pt x="422624" y="84081"/>
                </a:lnTo>
                <a:lnTo>
                  <a:pt x="423101" y="84333"/>
                </a:lnTo>
                <a:lnTo>
                  <a:pt x="423553" y="84585"/>
                </a:lnTo>
                <a:lnTo>
                  <a:pt x="423980" y="84836"/>
                </a:lnTo>
                <a:lnTo>
                  <a:pt x="424382" y="85087"/>
                </a:lnTo>
                <a:lnTo>
                  <a:pt x="424764" y="85344"/>
                </a:lnTo>
                <a:lnTo>
                  <a:pt x="425129" y="85612"/>
                </a:lnTo>
                <a:lnTo>
                  <a:pt x="425478" y="85892"/>
                </a:lnTo>
                <a:lnTo>
                  <a:pt x="425811" y="86184"/>
                </a:lnTo>
                <a:lnTo>
                  <a:pt x="426127" y="86487"/>
                </a:lnTo>
                <a:lnTo>
                  <a:pt x="426428" y="86802"/>
                </a:lnTo>
                <a:lnTo>
                  <a:pt x="426712" y="87129"/>
                </a:lnTo>
                <a:lnTo>
                  <a:pt x="426979" y="87468"/>
                </a:lnTo>
                <a:lnTo>
                  <a:pt x="427231" y="87818"/>
                </a:lnTo>
                <a:lnTo>
                  <a:pt x="427466" y="88180"/>
                </a:lnTo>
                <a:lnTo>
                  <a:pt x="427686" y="88553"/>
                </a:lnTo>
                <a:lnTo>
                  <a:pt x="427889" y="88938"/>
                </a:lnTo>
                <a:lnTo>
                  <a:pt x="428075" y="89335"/>
                </a:lnTo>
                <a:lnTo>
                  <a:pt x="428246" y="89744"/>
                </a:lnTo>
                <a:lnTo>
                  <a:pt x="428400" y="90164"/>
                </a:lnTo>
                <a:lnTo>
                  <a:pt x="428538" y="90596"/>
                </a:lnTo>
                <a:lnTo>
                  <a:pt x="428660" y="91040"/>
                </a:lnTo>
                <a:lnTo>
                  <a:pt x="428765" y="91495"/>
                </a:lnTo>
                <a:lnTo>
                  <a:pt x="428854" y="91962"/>
                </a:lnTo>
                <a:lnTo>
                  <a:pt x="428927" y="92441"/>
                </a:lnTo>
                <a:lnTo>
                  <a:pt x="428984" y="92931"/>
                </a:lnTo>
                <a:lnTo>
                  <a:pt x="429025" y="93433"/>
                </a:lnTo>
                <a:lnTo>
                  <a:pt x="429049" y="93947"/>
                </a:lnTo>
                <a:lnTo>
                  <a:pt x="429057" y="94472"/>
                </a:lnTo>
                <a:lnTo>
                  <a:pt x="429048" y="95086"/>
                </a:lnTo>
                <a:lnTo>
                  <a:pt x="429021" y="95685"/>
                </a:lnTo>
                <a:lnTo>
                  <a:pt x="428976" y="96270"/>
                </a:lnTo>
                <a:lnTo>
                  <a:pt x="428913" y="96840"/>
                </a:lnTo>
                <a:lnTo>
                  <a:pt x="428833" y="97396"/>
                </a:lnTo>
                <a:lnTo>
                  <a:pt x="428734" y="97937"/>
                </a:lnTo>
                <a:lnTo>
                  <a:pt x="428617" y="98464"/>
                </a:lnTo>
                <a:lnTo>
                  <a:pt x="428482" y="98976"/>
                </a:lnTo>
                <a:lnTo>
                  <a:pt x="428329" y="99473"/>
                </a:lnTo>
                <a:lnTo>
                  <a:pt x="428158" y="99956"/>
                </a:lnTo>
                <a:lnTo>
                  <a:pt x="427969" y="100425"/>
                </a:lnTo>
                <a:lnTo>
                  <a:pt x="427762" y="100879"/>
                </a:lnTo>
                <a:lnTo>
                  <a:pt x="427537" y="101318"/>
                </a:lnTo>
                <a:lnTo>
                  <a:pt x="427295" y="101743"/>
                </a:lnTo>
                <a:lnTo>
                  <a:pt x="427034" y="102153"/>
                </a:lnTo>
                <a:lnTo>
                  <a:pt x="426755" y="102549"/>
                </a:lnTo>
                <a:lnTo>
                  <a:pt x="426458" y="102930"/>
                </a:lnTo>
                <a:lnTo>
                  <a:pt x="426143" y="103296"/>
                </a:lnTo>
                <a:lnTo>
                  <a:pt x="425810" y="103649"/>
                </a:lnTo>
                <a:lnTo>
                  <a:pt x="425460" y="103986"/>
                </a:lnTo>
                <a:lnTo>
                  <a:pt x="425091" y="104309"/>
                </a:lnTo>
                <a:lnTo>
                  <a:pt x="424704" y="104618"/>
                </a:lnTo>
                <a:lnTo>
                  <a:pt x="424299" y="104912"/>
                </a:lnTo>
                <a:lnTo>
                  <a:pt x="423877" y="105191"/>
                </a:lnTo>
                <a:lnTo>
                  <a:pt x="423440" y="105457"/>
                </a:lnTo>
                <a:lnTo>
                  <a:pt x="422994" y="105712"/>
                </a:lnTo>
                <a:lnTo>
                  <a:pt x="422537" y="105956"/>
                </a:lnTo>
                <a:lnTo>
                  <a:pt x="422071" y="106189"/>
                </a:lnTo>
                <a:lnTo>
                  <a:pt x="421596" y="106410"/>
                </a:lnTo>
                <a:lnTo>
                  <a:pt x="421110" y="106620"/>
                </a:lnTo>
                <a:lnTo>
                  <a:pt x="420615" y="106818"/>
                </a:lnTo>
                <a:lnTo>
                  <a:pt x="420109" y="107005"/>
                </a:lnTo>
                <a:lnTo>
                  <a:pt x="419594" y="107181"/>
                </a:lnTo>
                <a:lnTo>
                  <a:pt x="419070" y="107345"/>
                </a:lnTo>
                <a:lnTo>
                  <a:pt x="418535" y="107498"/>
                </a:lnTo>
                <a:lnTo>
                  <a:pt x="417991" y="107640"/>
                </a:lnTo>
                <a:lnTo>
                  <a:pt x="417436" y="107770"/>
                </a:lnTo>
                <a:lnTo>
                  <a:pt x="416872" y="107889"/>
                </a:lnTo>
                <a:lnTo>
                  <a:pt x="416299" y="107997"/>
                </a:lnTo>
                <a:lnTo>
                  <a:pt x="415715" y="108093"/>
                </a:lnTo>
                <a:lnTo>
                  <a:pt x="415122" y="108179"/>
                </a:lnTo>
                <a:lnTo>
                  <a:pt x="414518" y="108252"/>
                </a:lnTo>
                <a:lnTo>
                  <a:pt x="413905" y="108315"/>
                </a:lnTo>
                <a:lnTo>
                  <a:pt x="413283" y="108366"/>
                </a:lnTo>
                <a:lnTo>
                  <a:pt x="412650" y="108405"/>
                </a:lnTo>
                <a:lnTo>
                  <a:pt x="412008" y="108434"/>
                </a:lnTo>
                <a:lnTo>
                  <a:pt x="411356" y="108451"/>
                </a:lnTo>
                <a:lnTo>
                  <a:pt x="410694" y="108456"/>
                </a:lnTo>
                <a:lnTo>
                  <a:pt x="409955" y="108449"/>
                </a:lnTo>
                <a:lnTo>
                  <a:pt x="409226" y="108428"/>
                </a:lnTo>
                <a:lnTo>
                  <a:pt x="408507" y="108392"/>
                </a:lnTo>
                <a:lnTo>
                  <a:pt x="407799" y="108342"/>
                </a:lnTo>
                <a:lnTo>
                  <a:pt x="407101" y="108278"/>
                </a:lnTo>
                <a:lnTo>
                  <a:pt x="406413" y="108200"/>
                </a:lnTo>
                <a:lnTo>
                  <a:pt x="405736" y="108107"/>
                </a:lnTo>
                <a:lnTo>
                  <a:pt x="405068" y="108001"/>
                </a:lnTo>
                <a:lnTo>
                  <a:pt x="404411" y="107880"/>
                </a:lnTo>
                <a:lnTo>
                  <a:pt x="403764" y="107744"/>
                </a:lnTo>
                <a:lnTo>
                  <a:pt x="403128" y="107595"/>
                </a:lnTo>
                <a:lnTo>
                  <a:pt x="402501" y="107431"/>
                </a:lnTo>
                <a:lnTo>
                  <a:pt x="401885" y="107253"/>
                </a:lnTo>
                <a:lnTo>
                  <a:pt x="401279" y="107061"/>
                </a:lnTo>
                <a:lnTo>
                  <a:pt x="400684" y="106854"/>
                </a:lnTo>
                <a:lnTo>
                  <a:pt x="400098" y="106634"/>
                </a:lnTo>
                <a:lnTo>
                  <a:pt x="399523" y="106399"/>
                </a:lnTo>
                <a:lnTo>
                  <a:pt x="398958" y="106150"/>
                </a:lnTo>
                <a:lnTo>
                  <a:pt x="398403" y="105886"/>
                </a:lnTo>
                <a:lnTo>
                  <a:pt x="397859" y="105608"/>
                </a:lnTo>
                <a:lnTo>
                  <a:pt x="397325" y="105317"/>
                </a:lnTo>
                <a:lnTo>
                  <a:pt x="396801" y="105010"/>
                </a:lnTo>
                <a:lnTo>
                  <a:pt x="396287" y="104690"/>
                </a:lnTo>
                <a:lnTo>
                  <a:pt x="395783" y="104355"/>
                </a:lnTo>
                <a:lnTo>
                  <a:pt x="395295" y="104003"/>
                </a:lnTo>
                <a:lnTo>
                  <a:pt x="394828" y="103629"/>
                </a:lnTo>
                <a:lnTo>
                  <a:pt x="394382" y="103234"/>
                </a:lnTo>
                <a:lnTo>
                  <a:pt x="393956" y="102818"/>
                </a:lnTo>
                <a:lnTo>
                  <a:pt x="393551" y="102381"/>
                </a:lnTo>
                <a:lnTo>
                  <a:pt x="393167" y="101922"/>
                </a:lnTo>
                <a:lnTo>
                  <a:pt x="392803" y="101443"/>
                </a:lnTo>
                <a:lnTo>
                  <a:pt x="392461" y="100942"/>
                </a:lnTo>
                <a:lnTo>
                  <a:pt x="392139" y="100419"/>
                </a:lnTo>
                <a:lnTo>
                  <a:pt x="391838" y="99876"/>
                </a:lnTo>
                <a:lnTo>
                  <a:pt x="391557" y="99312"/>
                </a:lnTo>
                <a:lnTo>
                  <a:pt x="391298" y="98726"/>
                </a:lnTo>
                <a:lnTo>
                  <a:pt x="391059" y="98119"/>
                </a:lnTo>
                <a:lnTo>
                  <a:pt x="390841" y="97491"/>
                </a:lnTo>
                <a:lnTo>
                  <a:pt x="390644" y="96842"/>
                </a:lnTo>
                <a:lnTo>
                  <a:pt x="390467" y="96171"/>
                </a:lnTo>
                <a:lnTo>
                  <a:pt x="390311" y="95480"/>
                </a:lnTo>
                <a:lnTo>
                  <a:pt x="390176" y="94767"/>
                </a:lnTo>
                <a:lnTo>
                  <a:pt x="390062" y="94033"/>
                </a:lnTo>
                <a:lnTo>
                  <a:pt x="389969" y="93278"/>
                </a:lnTo>
                <a:lnTo>
                  <a:pt x="389896" y="92501"/>
                </a:lnTo>
                <a:lnTo>
                  <a:pt x="389844" y="91703"/>
                </a:lnTo>
                <a:lnTo>
                  <a:pt x="389813" y="90885"/>
                </a:lnTo>
                <a:lnTo>
                  <a:pt x="389803" y="90045"/>
                </a:lnTo>
                <a:lnTo>
                  <a:pt x="376240" y="90045"/>
                </a:lnTo>
                <a:lnTo>
                  <a:pt x="376245" y="90697"/>
                </a:lnTo>
                <a:lnTo>
                  <a:pt x="376259" y="91342"/>
                </a:lnTo>
                <a:lnTo>
                  <a:pt x="376282" y="91978"/>
                </a:lnTo>
                <a:lnTo>
                  <a:pt x="376314" y="92606"/>
                </a:lnTo>
                <a:lnTo>
                  <a:pt x="376356" y="93225"/>
                </a:lnTo>
                <a:lnTo>
                  <a:pt x="376406" y="93836"/>
                </a:lnTo>
                <a:lnTo>
                  <a:pt x="376466" y="94439"/>
                </a:lnTo>
                <a:lnTo>
                  <a:pt x="376535" y="95034"/>
                </a:lnTo>
                <a:lnTo>
                  <a:pt x="376614" y="95620"/>
                </a:lnTo>
                <a:lnTo>
                  <a:pt x="376701" y="96198"/>
                </a:lnTo>
                <a:lnTo>
                  <a:pt x="376798" y="96768"/>
                </a:lnTo>
                <a:lnTo>
                  <a:pt x="376904" y="97329"/>
                </a:lnTo>
                <a:lnTo>
                  <a:pt x="377019" y="97882"/>
                </a:lnTo>
                <a:lnTo>
                  <a:pt x="377143" y="98427"/>
                </a:lnTo>
                <a:lnTo>
                  <a:pt x="377277" y="98963"/>
                </a:lnTo>
                <a:lnTo>
                  <a:pt x="377420" y="99491"/>
                </a:lnTo>
                <a:lnTo>
                  <a:pt x="377572" y="100011"/>
                </a:lnTo>
                <a:lnTo>
                  <a:pt x="377733" y="100523"/>
                </a:lnTo>
                <a:lnTo>
                  <a:pt x="377903" y="101026"/>
                </a:lnTo>
                <a:lnTo>
                  <a:pt x="378083" y="101521"/>
                </a:lnTo>
                <a:lnTo>
                  <a:pt x="378272" y="102007"/>
                </a:lnTo>
                <a:lnTo>
                  <a:pt x="378470" y="102486"/>
                </a:lnTo>
                <a:lnTo>
                  <a:pt x="378677" y="102956"/>
                </a:lnTo>
                <a:lnTo>
                  <a:pt x="378894" y="103417"/>
                </a:lnTo>
                <a:lnTo>
                  <a:pt x="379119" y="103871"/>
                </a:lnTo>
                <a:lnTo>
                  <a:pt x="379350" y="104318"/>
                </a:lnTo>
                <a:lnTo>
                  <a:pt x="379589" y="104758"/>
                </a:lnTo>
                <a:lnTo>
                  <a:pt x="379836" y="105191"/>
                </a:lnTo>
                <a:lnTo>
                  <a:pt x="380089" y="105616"/>
                </a:lnTo>
                <a:lnTo>
                  <a:pt x="380350" y="106035"/>
                </a:lnTo>
                <a:lnTo>
                  <a:pt x="380617" y="106446"/>
                </a:lnTo>
                <a:lnTo>
                  <a:pt x="380892" y="106851"/>
                </a:lnTo>
                <a:lnTo>
                  <a:pt x="381174" y="107248"/>
                </a:lnTo>
                <a:lnTo>
                  <a:pt x="381463" y="107639"/>
                </a:lnTo>
                <a:lnTo>
                  <a:pt x="381760" y="108022"/>
                </a:lnTo>
                <a:lnTo>
                  <a:pt x="382063" y="108398"/>
                </a:lnTo>
                <a:lnTo>
                  <a:pt x="382374" y="108767"/>
                </a:lnTo>
                <a:lnTo>
                  <a:pt x="382692" y="109130"/>
                </a:lnTo>
                <a:lnTo>
                  <a:pt x="383017" y="109485"/>
                </a:lnTo>
                <a:lnTo>
                  <a:pt x="383349" y="109833"/>
                </a:lnTo>
                <a:lnTo>
                  <a:pt x="383688" y="110174"/>
                </a:lnTo>
                <a:lnTo>
                  <a:pt x="384035" y="110507"/>
                </a:lnTo>
                <a:lnTo>
                  <a:pt x="384389" y="110834"/>
                </a:lnTo>
                <a:lnTo>
                  <a:pt x="384750" y="111154"/>
                </a:lnTo>
                <a:lnTo>
                  <a:pt x="385118" y="111467"/>
                </a:lnTo>
                <a:lnTo>
                  <a:pt x="385493" y="111772"/>
                </a:lnTo>
                <a:lnTo>
                  <a:pt x="385875" y="112071"/>
                </a:lnTo>
                <a:lnTo>
                  <a:pt x="386265" y="112362"/>
                </a:lnTo>
                <a:lnTo>
                  <a:pt x="386660" y="112647"/>
                </a:lnTo>
                <a:lnTo>
                  <a:pt x="387061" y="112924"/>
                </a:lnTo>
                <a:lnTo>
                  <a:pt x="387467" y="113196"/>
                </a:lnTo>
                <a:lnTo>
                  <a:pt x="387878" y="113460"/>
                </a:lnTo>
                <a:lnTo>
                  <a:pt x="388294" y="113718"/>
                </a:lnTo>
                <a:lnTo>
                  <a:pt x="388715" y="113969"/>
                </a:lnTo>
                <a:lnTo>
                  <a:pt x="389142" y="114214"/>
                </a:lnTo>
                <a:lnTo>
                  <a:pt x="389573" y="114452"/>
                </a:lnTo>
                <a:lnTo>
                  <a:pt x="390010" y="114684"/>
                </a:lnTo>
                <a:lnTo>
                  <a:pt x="390452" y="114909"/>
                </a:lnTo>
                <a:lnTo>
                  <a:pt x="390899" y="115127"/>
                </a:lnTo>
                <a:lnTo>
                  <a:pt x="391350" y="115339"/>
                </a:lnTo>
                <a:lnTo>
                  <a:pt x="391808" y="115544"/>
                </a:lnTo>
                <a:lnTo>
                  <a:pt x="392270" y="115743"/>
                </a:lnTo>
                <a:lnTo>
                  <a:pt x="392737" y="115934"/>
                </a:lnTo>
                <a:lnTo>
                  <a:pt x="393210" y="116120"/>
                </a:lnTo>
                <a:lnTo>
                  <a:pt x="393687" y="116298"/>
                </a:lnTo>
                <a:lnTo>
                  <a:pt x="394170" y="116471"/>
                </a:lnTo>
                <a:lnTo>
                  <a:pt x="394658" y="116636"/>
                </a:lnTo>
                <a:lnTo>
                  <a:pt x="395151" y="116795"/>
                </a:lnTo>
                <a:lnTo>
                  <a:pt x="395649" y="116947"/>
                </a:lnTo>
                <a:lnTo>
                  <a:pt x="396152" y="117093"/>
                </a:lnTo>
                <a:lnTo>
                  <a:pt x="396660" y="117232"/>
                </a:lnTo>
                <a:lnTo>
                  <a:pt x="397173" y="117364"/>
                </a:lnTo>
                <a:lnTo>
                  <a:pt x="397691" y="117491"/>
                </a:lnTo>
                <a:lnTo>
                  <a:pt x="398211" y="117612"/>
                </a:lnTo>
                <a:lnTo>
                  <a:pt x="398734" y="117728"/>
                </a:lnTo>
                <a:lnTo>
                  <a:pt x="399259" y="117838"/>
                </a:lnTo>
                <a:lnTo>
                  <a:pt x="399788" y="117943"/>
                </a:lnTo>
                <a:lnTo>
                  <a:pt x="400319" y="118042"/>
                </a:lnTo>
                <a:lnTo>
                  <a:pt x="400853" y="118136"/>
                </a:lnTo>
                <a:lnTo>
                  <a:pt x="401390" y="118225"/>
                </a:lnTo>
                <a:lnTo>
                  <a:pt x="401930" y="118309"/>
                </a:lnTo>
                <a:lnTo>
                  <a:pt x="402472" y="118387"/>
                </a:lnTo>
                <a:lnTo>
                  <a:pt x="403017" y="118459"/>
                </a:lnTo>
                <a:lnTo>
                  <a:pt x="403565" y="118527"/>
                </a:lnTo>
                <a:lnTo>
                  <a:pt x="404116" y="118588"/>
                </a:lnTo>
                <a:lnTo>
                  <a:pt x="404669" y="118645"/>
                </a:lnTo>
                <a:lnTo>
                  <a:pt x="405225" y="118696"/>
                </a:lnTo>
                <a:lnTo>
                  <a:pt x="405784" y="118742"/>
                </a:lnTo>
                <a:lnTo>
                  <a:pt x="406346" y="118782"/>
                </a:lnTo>
                <a:lnTo>
                  <a:pt x="406911" y="118817"/>
                </a:lnTo>
                <a:lnTo>
                  <a:pt x="407478" y="118847"/>
                </a:lnTo>
                <a:lnTo>
                  <a:pt x="408048" y="118871"/>
                </a:lnTo>
                <a:lnTo>
                  <a:pt x="408621" y="118890"/>
                </a:lnTo>
                <a:lnTo>
                  <a:pt x="409197" y="118903"/>
                </a:lnTo>
                <a:lnTo>
                  <a:pt x="409775" y="118911"/>
                </a:lnTo>
                <a:lnTo>
                  <a:pt x="410357" y="118914"/>
                </a:lnTo>
                <a:lnTo>
                  <a:pt x="410931" y="118911"/>
                </a:lnTo>
                <a:lnTo>
                  <a:pt x="411501" y="118904"/>
                </a:lnTo>
                <a:lnTo>
                  <a:pt x="412068" y="118891"/>
                </a:lnTo>
                <a:lnTo>
                  <a:pt x="412632" y="118873"/>
                </a:lnTo>
                <a:close/>
                <a:moveTo>
                  <a:pt x="487747" y="118873"/>
                </a:moveTo>
                <a:lnTo>
                  <a:pt x="488307" y="118851"/>
                </a:lnTo>
                <a:lnTo>
                  <a:pt x="488864" y="118823"/>
                </a:lnTo>
                <a:lnTo>
                  <a:pt x="489418" y="118790"/>
                </a:lnTo>
                <a:lnTo>
                  <a:pt x="489969" y="118751"/>
                </a:lnTo>
                <a:lnTo>
                  <a:pt x="490516" y="118708"/>
                </a:lnTo>
                <a:lnTo>
                  <a:pt x="491059" y="118660"/>
                </a:lnTo>
                <a:lnTo>
                  <a:pt x="491600" y="118607"/>
                </a:lnTo>
                <a:lnTo>
                  <a:pt x="492137" y="118548"/>
                </a:lnTo>
                <a:lnTo>
                  <a:pt x="492670" y="118485"/>
                </a:lnTo>
                <a:lnTo>
                  <a:pt x="493200" y="118416"/>
                </a:lnTo>
                <a:lnTo>
                  <a:pt x="493727" y="118343"/>
                </a:lnTo>
                <a:lnTo>
                  <a:pt x="494251" y="118264"/>
                </a:lnTo>
                <a:lnTo>
                  <a:pt x="494771" y="118180"/>
                </a:lnTo>
                <a:lnTo>
                  <a:pt x="495288" y="118091"/>
                </a:lnTo>
                <a:lnTo>
                  <a:pt x="495801" y="117997"/>
                </a:lnTo>
                <a:lnTo>
                  <a:pt x="496311" y="117898"/>
                </a:lnTo>
                <a:lnTo>
                  <a:pt x="496818" y="117794"/>
                </a:lnTo>
                <a:lnTo>
                  <a:pt x="497321" y="117685"/>
                </a:lnTo>
                <a:lnTo>
                  <a:pt x="497821" y="117571"/>
                </a:lnTo>
                <a:lnTo>
                  <a:pt x="498318" y="117451"/>
                </a:lnTo>
                <a:lnTo>
                  <a:pt x="498810" y="117327"/>
                </a:lnTo>
                <a:lnTo>
                  <a:pt x="499297" y="117197"/>
                </a:lnTo>
                <a:lnTo>
                  <a:pt x="499779" y="117061"/>
                </a:lnTo>
                <a:lnTo>
                  <a:pt x="500255" y="116920"/>
                </a:lnTo>
                <a:lnTo>
                  <a:pt x="500726" y="116774"/>
                </a:lnTo>
                <a:lnTo>
                  <a:pt x="501192" y="116622"/>
                </a:lnTo>
                <a:lnTo>
                  <a:pt x="501653" y="116464"/>
                </a:lnTo>
                <a:lnTo>
                  <a:pt x="502108" y="116301"/>
                </a:lnTo>
                <a:lnTo>
                  <a:pt x="502558" y="116132"/>
                </a:lnTo>
                <a:lnTo>
                  <a:pt x="503003" y="115958"/>
                </a:lnTo>
                <a:lnTo>
                  <a:pt x="503443" y="115778"/>
                </a:lnTo>
                <a:lnTo>
                  <a:pt x="503877" y="115593"/>
                </a:lnTo>
                <a:lnTo>
                  <a:pt x="504306" y="115402"/>
                </a:lnTo>
                <a:lnTo>
                  <a:pt x="504730" y="115205"/>
                </a:lnTo>
                <a:lnTo>
                  <a:pt x="505149" y="115003"/>
                </a:lnTo>
                <a:lnTo>
                  <a:pt x="505562" y="114796"/>
                </a:lnTo>
                <a:lnTo>
                  <a:pt x="505970" y="114583"/>
                </a:lnTo>
                <a:lnTo>
                  <a:pt x="506373" y="114364"/>
                </a:lnTo>
                <a:lnTo>
                  <a:pt x="506770" y="114140"/>
                </a:lnTo>
                <a:lnTo>
                  <a:pt x="507162" y="113911"/>
                </a:lnTo>
                <a:lnTo>
                  <a:pt x="507549" y="113675"/>
                </a:lnTo>
                <a:lnTo>
                  <a:pt x="507931" y="113435"/>
                </a:lnTo>
                <a:lnTo>
                  <a:pt x="508308" y="113188"/>
                </a:lnTo>
                <a:lnTo>
                  <a:pt x="508679" y="112937"/>
                </a:lnTo>
                <a:lnTo>
                  <a:pt x="509044" y="112679"/>
                </a:lnTo>
                <a:lnTo>
                  <a:pt x="509402" y="112416"/>
                </a:lnTo>
                <a:lnTo>
                  <a:pt x="509753" y="112146"/>
                </a:lnTo>
                <a:lnTo>
                  <a:pt x="510098" y="111871"/>
                </a:lnTo>
                <a:lnTo>
                  <a:pt x="510436" y="111589"/>
                </a:lnTo>
                <a:lnTo>
                  <a:pt x="510766" y="111301"/>
                </a:lnTo>
                <a:lnTo>
                  <a:pt x="511090" y="111008"/>
                </a:lnTo>
                <a:lnTo>
                  <a:pt x="511407" y="110708"/>
                </a:lnTo>
                <a:lnTo>
                  <a:pt x="511717" y="110403"/>
                </a:lnTo>
                <a:lnTo>
                  <a:pt x="512020" y="110092"/>
                </a:lnTo>
                <a:lnTo>
                  <a:pt x="512317" y="109774"/>
                </a:lnTo>
                <a:lnTo>
                  <a:pt x="512606" y="109451"/>
                </a:lnTo>
                <a:lnTo>
                  <a:pt x="512889" y="109121"/>
                </a:lnTo>
                <a:lnTo>
                  <a:pt x="513165" y="108786"/>
                </a:lnTo>
                <a:lnTo>
                  <a:pt x="513434" y="108444"/>
                </a:lnTo>
                <a:lnTo>
                  <a:pt x="513696" y="108097"/>
                </a:lnTo>
                <a:lnTo>
                  <a:pt x="513951" y="107743"/>
                </a:lnTo>
                <a:lnTo>
                  <a:pt x="514199" y="107384"/>
                </a:lnTo>
                <a:lnTo>
                  <a:pt x="514440" y="107018"/>
                </a:lnTo>
                <a:lnTo>
                  <a:pt x="514675" y="106647"/>
                </a:lnTo>
                <a:lnTo>
                  <a:pt x="514902" y="106270"/>
                </a:lnTo>
                <a:lnTo>
                  <a:pt x="515123" y="105886"/>
                </a:lnTo>
                <a:lnTo>
                  <a:pt x="515337" y="105497"/>
                </a:lnTo>
                <a:lnTo>
                  <a:pt x="515544" y="105101"/>
                </a:lnTo>
                <a:lnTo>
                  <a:pt x="515743" y="104700"/>
                </a:lnTo>
                <a:lnTo>
                  <a:pt x="515934" y="104292"/>
                </a:lnTo>
                <a:lnTo>
                  <a:pt x="516117" y="103878"/>
                </a:lnTo>
                <a:lnTo>
                  <a:pt x="516291" y="103458"/>
                </a:lnTo>
                <a:lnTo>
                  <a:pt x="516456" y="103031"/>
                </a:lnTo>
                <a:lnTo>
                  <a:pt x="516613" y="102599"/>
                </a:lnTo>
                <a:lnTo>
                  <a:pt x="516761" y="102161"/>
                </a:lnTo>
                <a:lnTo>
                  <a:pt x="516901" y="101716"/>
                </a:lnTo>
                <a:lnTo>
                  <a:pt x="517033" y="101265"/>
                </a:lnTo>
                <a:lnTo>
                  <a:pt x="517156" y="100808"/>
                </a:lnTo>
                <a:lnTo>
                  <a:pt x="517270" y="100345"/>
                </a:lnTo>
                <a:lnTo>
                  <a:pt x="517376" y="99876"/>
                </a:lnTo>
                <a:lnTo>
                  <a:pt x="517474" y="99400"/>
                </a:lnTo>
                <a:lnTo>
                  <a:pt x="517563" y="98919"/>
                </a:lnTo>
                <a:lnTo>
                  <a:pt x="517643" y="98431"/>
                </a:lnTo>
                <a:lnTo>
                  <a:pt x="517716" y="97937"/>
                </a:lnTo>
                <a:lnTo>
                  <a:pt x="517779" y="97437"/>
                </a:lnTo>
                <a:lnTo>
                  <a:pt x="517834" y="96931"/>
                </a:lnTo>
                <a:lnTo>
                  <a:pt x="517881" y="96419"/>
                </a:lnTo>
                <a:lnTo>
                  <a:pt x="517919" y="95901"/>
                </a:lnTo>
                <a:lnTo>
                  <a:pt x="517949" y="95376"/>
                </a:lnTo>
                <a:lnTo>
                  <a:pt x="517970" y="94846"/>
                </a:lnTo>
                <a:lnTo>
                  <a:pt x="517983" y="94309"/>
                </a:lnTo>
                <a:lnTo>
                  <a:pt x="517987" y="93766"/>
                </a:lnTo>
                <a:lnTo>
                  <a:pt x="517982" y="93107"/>
                </a:lnTo>
                <a:lnTo>
                  <a:pt x="517965" y="92458"/>
                </a:lnTo>
                <a:lnTo>
                  <a:pt x="517938" y="91819"/>
                </a:lnTo>
                <a:lnTo>
                  <a:pt x="517899" y="91191"/>
                </a:lnTo>
                <a:lnTo>
                  <a:pt x="517850" y="90572"/>
                </a:lnTo>
                <a:lnTo>
                  <a:pt x="517790" y="89964"/>
                </a:lnTo>
                <a:lnTo>
                  <a:pt x="517718" y="89366"/>
                </a:lnTo>
                <a:lnTo>
                  <a:pt x="517636" y="88778"/>
                </a:lnTo>
                <a:lnTo>
                  <a:pt x="517543" y="88200"/>
                </a:lnTo>
                <a:lnTo>
                  <a:pt x="517439" y="87632"/>
                </a:lnTo>
                <a:lnTo>
                  <a:pt x="517323" y="87074"/>
                </a:lnTo>
                <a:lnTo>
                  <a:pt x="517197" y="86527"/>
                </a:lnTo>
                <a:lnTo>
                  <a:pt x="517060" y="85990"/>
                </a:lnTo>
                <a:lnTo>
                  <a:pt x="516912" y="85462"/>
                </a:lnTo>
                <a:lnTo>
                  <a:pt x="516753" y="84945"/>
                </a:lnTo>
                <a:lnTo>
                  <a:pt x="516583" y="84439"/>
                </a:lnTo>
                <a:lnTo>
                  <a:pt x="516402" y="83942"/>
                </a:lnTo>
                <a:lnTo>
                  <a:pt x="516210" y="83455"/>
                </a:lnTo>
                <a:lnTo>
                  <a:pt x="516007" y="82979"/>
                </a:lnTo>
                <a:lnTo>
                  <a:pt x="515793" y="82513"/>
                </a:lnTo>
                <a:lnTo>
                  <a:pt x="515568" y="82057"/>
                </a:lnTo>
                <a:lnTo>
                  <a:pt x="515333" y="81611"/>
                </a:lnTo>
                <a:lnTo>
                  <a:pt x="515086" y="81175"/>
                </a:lnTo>
                <a:lnTo>
                  <a:pt x="514828" y="80749"/>
                </a:lnTo>
                <a:lnTo>
                  <a:pt x="514560" y="80332"/>
                </a:lnTo>
                <a:lnTo>
                  <a:pt x="514281" y="79921"/>
                </a:lnTo>
                <a:lnTo>
                  <a:pt x="513991" y="79516"/>
                </a:lnTo>
                <a:lnTo>
                  <a:pt x="513691" y="79118"/>
                </a:lnTo>
                <a:lnTo>
                  <a:pt x="513380" y="78726"/>
                </a:lnTo>
                <a:lnTo>
                  <a:pt x="513059" y="78341"/>
                </a:lnTo>
                <a:lnTo>
                  <a:pt x="512727" y="77962"/>
                </a:lnTo>
                <a:lnTo>
                  <a:pt x="512385" y="77590"/>
                </a:lnTo>
                <a:lnTo>
                  <a:pt x="512032" y="77224"/>
                </a:lnTo>
                <a:lnTo>
                  <a:pt x="511669" y="76865"/>
                </a:lnTo>
                <a:lnTo>
                  <a:pt x="511295" y="76512"/>
                </a:lnTo>
                <a:lnTo>
                  <a:pt x="510911" y="76165"/>
                </a:lnTo>
                <a:lnTo>
                  <a:pt x="510516" y="75826"/>
                </a:lnTo>
                <a:lnTo>
                  <a:pt x="510111" y="75492"/>
                </a:lnTo>
                <a:lnTo>
                  <a:pt x="509695" y="75165"/>
                </a:lnTo>
                <a:lnTo>
                  <a:pt x="509268" y="74845"/>
                </a:lnTo>
                <a:lnTo>
                  <a:pt x="508831" y="74530"/>
                </a:lnTo>
                <a:lnTo>
                  <a:pt x="508384" y="74223"/>
                </a:lnTo>
                <a:lnTo>
                  <a:pt x="507926" y="73922"/>
                </a:lnTo>
                <a:lnTo>
                  <a:pt x="507457" y="73627"/>
                </a:lnTo>
                <a:lnTo>
                  <a:pt x="506978" y="73339"/>
                </a:lnTo>
                <a:lnTo>
                  <a:pt x="506489" y="73057"/>
                </a:lnTo>
                <a:lnTo>
                  <a:pt x="505988" y="72782"/>
                </a:lnTo>
                <a:lnTo>
                  <a:pt x="505478" y="72513"/>
                </a:lnTo>
                <a:lnTo>
                  <a:pt x="504956" y="72249"/>
                </a:lnTo>
                <a:lnTo>
                  <a:pt x="504424" y="71988"/>
                </a:lnTo>
                <a:lnTo>
                  <a:pt x="503882" y="71730"/>
                </a:lnTo>
                <a:lnTo>
                  <a:pt x="503328" y="71475"/>
                </a:lnTo>
                <a:lnTo>
                  <a:pt x="502764" y="71223"/>
                </a:lnTo>
                <a:lnTo>
                  <a:pt x="502190" y="70974"/>
                </a:lnTo>
                <a:lnTo>
                  <a:pt x="501604" y="70728"/>
                </a:lnTo>
                <a:lnTo>
                  <a:pt x="501008" y="70486"/>
                </a:lnTo>
                <a:lnTo>
                  <a:pt x="500402" y="70246"/>
                </a:lnTo>
                <a:lnTo>
                  <a:pt x="499784" y="70010"/>
                </a:lnTo>
                <a:lnTo>
                  <a:pt x="499156" y="69776"/>
                </a:lnTo>
                <a:lnTo>
                  <a:pt x="498518" y="69546"/>
                </a:lnTo>
                <a:lnTo>
                  <a:pt x="497868" y="69318"/>
                </a:lnTo>
                <a:lnTo>
                  <a:pt x="497208" y="69094"/>
                </a:lnTo>
                <a:lnTo>
                  <a:pt x="496537" y="68873"/>
                </a:lnTo>
                <a:lnTo>
                  <a:pt x="495856" y="68655"/>
                </a:lnTo>
                <a:lnTo>
                  <a:pt x="495164" y="68440"/>
                </a:lnTo>
                <a:lnTo>
                  <a:pt x="494461" y="68228"/>
                </a:lnTo>
                <a:lnTo>
                  <a:pt x="493748" y="68019"/>
                </a:lnTo>
                <a:lnTo>
                  <a:pt x="493023" y="67813"/>
                </a:lnTo>
                <a:lnTo>
                  <a:pt x="492289" y="67611"/>
                </a:lnTo>
                <a:lnTo>
                  <a:pt x="491543" y="67411"/>
                </a:lnTo>
                <a:lnTo>
                  <a:pt x="490787" y="67214"/>
                </a:lnTo>
                <a:lnTo>
                  <a:pt x="490020" y="67021"/>
                </a:lnTo>
                <a:lnTo>
                  <a:pt x="489331" y="66844"/>
                </a:lnTo>
                <a:lnTo>
                  <a:pt x="488654" y="66668"/>
                </a:lnTo>
                <a:lnTo>
                  <a:pt x="487988" y="66493"/>
                </a:lnTo>
                <a:lnTo>
                  <a:pt x="487334" y="66319"/>
                </a:lnTo>
                <a:lnTo>
                  <a:pt x="486692" y="66145"/>
                </a:lnTo>
                <a:lnTo>
                  <a:pt x="486061" y="65973"/>
                </a:lnTo>
                <a:lnTo>
                  <a:pt x="485442" y="65801"/>
                </a:lnTo>
                <a:lnTo>
                  <a:pt x="484835" y="65629"/>
                </a:lnTo>
                <a:lnTo>
                  <a:pt x="484239" y="65459"/>
                </a:lnTo>
                <a:lnTo>
                  <a:pt x="483655" y="65289"/>
                </a:lnTo>
                <a:lnTo>
                  <a:pt x="483083" y="65120"/>
                </a:lnTo>
                <a:lnTo>
                  <a:pt x="482523" y="64952"/>
                </a:lnTo>
                <a:lnTo>
                  <a:pt x="481974" y="64785"/>
                </a:lnTo>
                <a:lnTo>
                  <a:pt x="481437" y="64618"/>
                </a:lnTo>
                <a:lnTo>
                  <a:pt x="480912" y="64452"/>
                </a:lnTo>
                <a:lnTo>
                  <a:pt x="480398" y="64287"/>
                </a:lnTo>
                <a:lnTo>
                  <a:pt x="479896" y="64123"/>
                </a:lnTo>
                <a:lnTo>
                  <a:pt x="479406" y="63959"/>
                </a:lnTo>
                <a:lnTo>
                  <a:pt x="478928" y="63796"/>
                </a:lnTo>
                <a:lnTo>
                  <a:pt x="478461" y="63634"/>
                </a:lnTo>
                <a:lnTo>
                  <a:pt x="478006" y="63473"/>
                </a:lnTo>
                <a:lnTo>
                  <a:pt x="477562" y="63313"/>
                </a:lnTo>
                <a:lnTo>
                  <a:pt x="477131" y="63153"/>
                </a:lnTo>
                <a:lnTo>
                  <a:pt x="476711" y="62994"/>
                </a:lnTo>
                <a:lnTo>
                  <a:pt x="476301" y="62834"/>
                </a:lnTo>
                <a:lnTo>
                  <a:pt x="475902" y="62673"/>
                </a:lnTo>
                <a:lnTo>
                  <a:pt x="475513" y="62510"/>
                </a:lnTo>
                <a:lnTo>
                  <a:pt x="475133" y="62345"/>
                </a:lnTo>
                <a:lnTo>
                  <a:pt x="474764" y="62179"/>
                </a:lnTo>
                <a:lnTo>
                  <a:pt x="474405" y="62011"/>
                </a:lnTo>
                <a:lnTo>
                  <a:pt x="474055" y="61841"/>
                </a:lnTo>
                <a:lnTo>
                  <a:pt x="473715" y="61670"/>
                </a:lnTo>
                <a:lnTo>
                  <a:pt x="473386" y="61497"/>
                </a:lnTo>
                <a:lnTo>
                  <a:pt x="473066" y="61322"/>
                </a:lnTo>
                <a:lnTo>
                  <a:pt x="472756" y="61145"/>
                </a:lnTo>
                <a:lnTo>
                  <a:pt x="472457" y="60967"/>
                </a:lnTo>
                <a:lnTo>
                  <a:pt x="472167" y="60787"/>
                </a:lnTo>
                <a:lnTo>
                  <a:pt x="471887" y="60606"/>
                </a:lnTo>
                <a:lnTo>
                  <a:pt x="471617" y="60423"/>
                </a:lnTo>
                <a:lnTo>
                  <a:pt x="471357" y="60238"/>
                </a:lnTo>
                <a:lnTo>
                  <a:pt x="471107" y="60051"/>
                </a:lnTo>
                <a:lnTo>
                  <a:pt x="470867" y="59863"/>
                </a:lnTo>
                <a:lnTo>
                  <a:pt x="470636" y="59673"/>
                </a:lnTo>
                <a:lnTo>
                  <a:pt x="470416" y="59481"/>
                </a:lnTo>
                <a:lnTo>
                  <a:pt x="470206" y="59288"/>
                </a:lnTo>
                <a:lnTo>
                  <a:pt x="470005" y="59093"/>
                </a:lnTo>
                <a:lnTo>
                  <a:pt x="469815" y="58896"/>
                </a:lnTo>
                <a:lnTo>
                  <a:pt x="469635" y="58698"/>
                </a:lnTo>
                <a:lnTo>
                  <a:pt x="469463" y="58497"/>
                </a:lnTo>
                <a:lnTo>
                  <a:pt x="469298" y="58292"/>
                </a:lnTo>
                <a:lnTo>
                  <a:pt x="469141" y="58083"/>
                </a:lnTo>
                <a:lnTo>
                  <a:pt x="468991" y="57871"/>
                </a:lnTo>
                <a:lnTo>
                  <a:pt x="468849" y="57655"/>
                </a:lnTo>
                <a:lnTo>
                  <a:pt x="468713" y="57435"/>
                </a:lnTo>
                <a:lnTo>
                  <a:pt x="468585" y="57212"/>
                </a:lnTo>
                <a:lnTo>
                  <a:pt x="468465" y="56985"/>
                </a:lnTo>
                <a:lnTo>
                  <a:pt x="468351" y="56754"/>
                </a:lnTo>
                <a:lnTo>
                  <a:pt x="468245" y="56520"/>
                </a:lnTo>
                <a:lnTo>
                  <a:pt x="468147" y="56282"/>
                </a:lnTo>
                <a:lnTo>
                  <a:pt x="468055" y="56040"/>
                </a:lnTo>
                <a:lnTo>
                  <a:pt x="467971" y="55795"/>
                </a:lnTo>
                <a:lnTo>
                  <a:pt x="467894" y="55546"/>
                </a:lnTo>
                <a:lnTo>
                  <a:pt x="467825" y="55293"/>
                </a:lnTo>
                <a:lnTo>
                  <a:pt x="467763" y="55036"/>
                </a:lnTo>
                <a:lnTo>
                  <a:pt x="467708" y="54776"/>
                </a:lnTo>
                <a:lnTo>
                  <a:pt x="467660" y="54512"/>
                </a:lnTo>
                <a:lnTo>
                  <a:pt x="467620" y="54245"/>
                </a:lnTo>
                <a:lnTo>
                  <a:pt x="467587" y="53974"/>
                </a:lnTo>
                <a:lnTo>
                  <a:pt x="467562" y="53699"/>
                </a:lnTo>
                <a:lnTo>
                  <a:pt x="467543" y="53420"/>
                </a:lnTo>
                <a:lnTo>
                  <a:pt x="467532" y="53138"/>
                </a:lnTo>
                <a:lnTo>
                  <a:pt x="467529" y="52852"/>
                </a:lnTo>
                <a:lnTo>
                  <a:pt x="467537" y="52348"/>
                </a:lnTo>
                <a:lnTo>
                  <a:pt x="467561" y="51855"/>
                </a:lnTo>
                <a:lnTo>
                  <a:pt x="467602" y="51374"/>
                </a:lnTo>
                <a:lnTo>
                  <a:pt x="467660" y="50904"/>
                </a:lnTo>
                <a:lnTo>
                  <a:pt x="467733" y="50444"/>
                </a:lnTo>
                <a:lnTo>
                  <a:pt x="467823" y="49997"/>
                </a:lnTo>
                <a:lnTo>
                  <a:pt x="467930" y="49560"/>
                </a:lnTo>
                <a:lnTo>
                  <a:pt x="468053" y="49135"/>
                </a:lnTo>
                <a:lnTo>
                  <a:pt x="468192" y="48721"/>
                </a:lnTo>
                <a:lnTo>
                  <a:pt x="468348" y="48318"/>
                </a:lnTo>
                <a:lnTo>
                  <a:pt x="468520" y="47927"/>
                </a:lnTo>
                <a:lnTo>
                  <a:pt x="468708" y="47546"/>
                </a:lnTo>
                <a:lnTo>
                  <a:pt x="468913" y="47178"/>
                </a:lnTo>
                <a:lnTo>
                  <a:pt x="469134" y="46820"/>
                </a:lnTo>
                <a:lnTo>
                  <a:pt x="469371" y="46473"/>
                </a:lnTo>
                <a:lnTo>
                  <a:pt x="469625" y="46138"/>
                </a:lnTo>
                <a:lnTo>
                  <a:pt x="469896" y="45814"/>
                </a:lnTo>
                <a:lnTo>
                  <a:pt x="470182" y="45502"/>
                </a:lnTo>
                <a:lnTo>
                  <a:pt x="470485" y="45200"/>
                </a:lnTo>
                <a:lnTo>
                  <a:pt x="470805" y="44910"/>
                </a:lnTo>
                <a:lnTo>
                  <a:pt x="471140" y="44632"/>
                </a:lnTo>
                <a:lnTo>
                  <a:pt x="471493" y="44364"/>
                </a:lnTo>
                <a:lnTo>
                  <a:pt x="471861" y="44108"/>
                </a:lnTo>
                <a:lnTo>
                  <a:pt x="472246" y="43863"/>
                </a:lnTo>
                <a:lnTo>
                  <a:pt x="472644" y="43628"/>
                </a:lnTo>
                <a:lnTo>
                  <a:pt x="473052" y="43403"/>
                </a:lnTo>
                <a:lnTo>
                  <a:pt x="473470" y="43189"/>
                </a:lnTo>
                <a:lnTo>
                  <a:pt x="473898" y="42984"/>
                </a:lnTo>
                <a:lnTo>
                  <a:pt x="474336" y="42789"/>
                </a:lnTo>
                <a:lnTo>
                  <a:pt x="474784" y="42605"/>
                </a:lnTo>
                <a:lnTo>
                  <a:pt x="475241" y="42430"/>
                </a:lnTo>
                <a:lnTo>
                  <a:pt x="475709" y="42265"/>
                </a:lnTo>
                <a:lnTo>
                  <a:pt x="476187" y="42111"/>
                </a:lnTo>
                <a:lnTo>
                  <a:pt x="476674" y="41966"/>
                </a:lnTo>
                <a:lnTo>
                  <a:pt x="477172" y="41831"/>
                </a:lnTo>
                <a:lnTo>
                  <a:pt x="477679" y="41706"/>
                </a:lnTo>
                <a:lnTo>
                  <a:pt x="478197" y="41591"/>
                </a:lnTo>
                <a:lnTo>
                  <a:pt x="478724" y="41487"/>
                </a:lnTo>
                <a:lnTo>
                  <a:pt x="479261" y="41392"/>
                </a:lnTo>
                <a:lnTo>
                  <a:pt x="479809" y="41307"/>
                </a:lnTo>
                <a:lnTo>
                  <a:pt x="480366" y="41232"/>
                </a:lnTo>
                <a:lnTo>
                  <a:pt x="480933" y="41167"/>
                </a:lnTo>
                <a:lnTo>
                  <a:pt x="481510" y="41112"/>
                </a:lnTo>
                <a:lnTo>
                  <a:pt x="482097" y="41067"/>
                </a:lnTo>
                <a:lnTo>
                  <a:pt x="482694" y="41032"/>
                </a:lnTo>
                <a:lnTo>
                  <a:pt x="483301" y="41007"/>
                </a:lnTo>
                <a:lnTo>
                  <a:pt x="483918" y="40992"/>
                </a:lnTo>
                <a:lnTo>
                  <a:pt x="484545" y="40987"/>
                </a:lnTo>
                <a:lnTo>
                  <a:pt x="485172" y="40994"/>
                </a:lnTo>
                <a:lnTo>
                  <a:pt x="485792" y="41014"/>
                </a:lnTo>
                <a:lnTo>
                  <a:pt x="486402" y="41048"/>
                </a:lnTo>
                <a:lnTo>
                  <a:pt x="487005" y="41095"/>
                </a:lnTo>
                <a:lnTo>
                  <a:pt x="487599" y="41156"/>
                </a:lnTo>
                <a:lnTo>
                  <a:pt x="488185" y="41230"/>
                </a:lnTo>
                <a:lnTo>
                  <a:pt x="488763" y="41318"/>
                </a:lnTo>
                <a:lnTo>
                  <a:pt x="489332" y="41419"/>
                </a:lnTo>
                <a:lnTo>
                  <a:pt x="489893" y="41534"/>
                </a:lnTo>
                <a:lnTo>
                  <a:pt x="490446" y="41662"/>
                </a:lnTo>
                <a:lnTo>
                  <a:pt x="490990" y="41803"/>
                </a:lnTo>
                <a:lnTo>
                  <a:pt x="491526" y="41959"/>
                </a:lnTo>
                <a:lnTo>
                  <a:pt x="492053" y="42127"/>
                </a:lnTo>
                <a:lnTo>
                  <a:pt x="492573" y="42309"/>
                </a:lnTo>
                <a:lnTo>
                  <a:pt x="493084" y="42505"/>
                </a:lnTo>
                <a:lnTo>
                  <a:pt x="493586" y="42714"/>
                </a:lnTo>
                <a:lnTo>
                  <a:pt x="494080" y="42936"/>
                </a:lnTo>
                <a:lnTo>
                  <a:pt x="494566" y="43173"/>
                </a:lnTo>
                <a:lnTo>
                  <a:pt x="495044" y="43422"/>
                </a:lnTo>
                <a:lnTo>
                  <a:pt x="495513" y="43685"/>
                </a:lnTo>
                <a:lnTo>
                  <a:pt x="495974" y="43962"/>
                </a:lnTo>
                <a:lnTo>
                  <a:pt x="496427" y="44252"/>
                </a:lnTo>
                <a:lnTo>
                  <a:pt x="496871" y="44555"/>
                </a:lnTo>
                <a:lnTo>
                  <a:pt x="497307" y="44872"/>
                </a:lnTo>
                <a:lnTo>
                  <a:pt x="497729" y="45205"/>
                </a:lnTo>
                <a:lnTo>
                  <a:pt x="498134" y="45557"/>
                </a:lnTo>
                <a:lnTo>
                  <a:pt x="498521" y="45927"/>
                </a:lnTo>
                <a:lnTo>
                  <a:pt x="498890" y="46316"/>
                </a:lnTo>
                <a:lnTo>
                  <a:pt x="499240" y="46723"/>
                </a:lnTo>
                <a:lnTo>
                  <a:pt x="499573" y="47149"/>
                </a:lnTo>
                <a:lnTo>
                  <a:pt x="499888" y="47593"/>
                </a:lnTo>
                <a:lnTo>
                  <a:pt x="500185" y="48056"/>
                </a:lnTo>
                <a:lnTo>
                  <a:pt x="500464" y="48538"/>
                </a:lnTo>
                <a:lnTo>
                  <a:pt x="500724" y="49038"/>
                </a:lnTo>
                <a:lnTo>
                  <a:pt x="500967" y="49556"/>
                </a:lnTo>
                <a:lnTo>
                  <a:pt x="501192" y="50094"/>
                </a:lnTo>
                <a:lnTo>
                  <a:pt x="501399" y="50650"/>
                </a:lnTo>
                <a:lnTo>
                  <a:pt x="501588" y="51224"/>
                </a:lnTo>
                <a:lnTo>
                  <a:pt x="501759" y="51817"/>
                </a:lnTo>
                <a:lnTo>
                  <a:pt x="501912" y="52428"/>
                </a:lnTo>
                <a:lnTo>
                  <a:pt x="502047" y="53058"/>
                </a:lnTo>
                <a:lnTo>
                  <a:pt x="502163" y="53707"/>
                </a:lnTo>
                <a:lnTo>
                  <a:pt x="502262" y="54374"/>
                </a:lnTo>
                <a:lnTo>
                  <a:pt x="502343" y="55060"/>
                </a:lnTo>
                <a:lnTo>
                  <a:pt x="502406" y="55765"/>
                </a:lnTo>
                <a:lnTo>
                  <a:pt x="502451" y="56487"/>
                </a:lnTo>
                <a:lnTo>
                  <a:pt x="502478" y="57229"/>
                </a:lnTo>
                <a:lnTo>
                  <a:pt x="502487" y="57989"/>
                </a:lnTo>
                <a:lnTo>
                  <a:pt x="516134" y="57989"/>
                </a:lnTo>
                <a:lnTo>
                  <a:pt x="516129" y="57387"/>
                </a:lnTo>
                <a:lnTo>
                  <a:pt x="516117" y="56793"/>
                </a:lnTo>
                <a:lnTo>
                  <a:pt x="516095" y="56205"/>
                </a:lnTo>
                <a:lnTo>
                  <a:pt x="516065" y="55624"/>
                </a:lnTo>
                <a:lnTo>
                  <a:pt x="516026" y="55050"/>
                </a:lnTo>
                <a:lnTo>
                  <a:pt x="515978" y="54483"/>
                </a:lnTo>
                <a:lnTo>
                  <a:pt x="515922" y="53923"/>
                </a:lnTo>
                <a:lnTo>
                  <a:pt x="515858" y="53370"/>
                </a:lnTo>
                <a:lnTo>
                  <a:pt x="515784" y="52824"/>
                </a:lnTo>
                <a:lnTo>
                  <a:pt x="515702" y="52284"/>
                </a:lnTo>
                <a:lnTo>
                  <a:pt x="515612" y="51752"/>
                </a:lnTo>
                <a:lnTo>
                  <a:pt x="515513" y="51226"/>
                </a:lnTo>
                <a:lnTo>
                  <a:pt x="515405" y="50708"/>
                </a:lnTo>
                <a:lnTo>
                  <a:pt x="515288" y="50196"/>
                </a:lnTo>
                <a:lnTo>
                  <a:pt x="515163" y="49691"/>
                </a:lnTo>
                <a:lnTo>
                  <a:pt x="515029" y="49193"/>
                </a:lnTo>
                <a:lnTo>
                  <a:pt x="514887" y="48703"/>
                </a:lnTo>
                <a:lnTo>
                  <a:pt x="514736" y="48219"/>
                </a:lnTo>
                <a:lnTo>
                  <a:pt x="514576" y="47741"/>
                </a:lnTo>
                <a:lnTo>
                  <a:pt x="514408" y="47271"/>
                </a:lnTo>
                <a:lnTo>
                  <a:pt x="514231" y="46808"/>
                </a:lnTo>
                <a:lnTo>
                  <a:pt x="514046" y="46352"/>
                </a:lnTo>
                <a:lnTo>
                  <a:pt x="513852" y="45902"/>
                </a:lnTo>
                <a:lnTo>
                  <a:pt x="513649" y="45460"/>
                </a:lnTo>
                <a:lnTo>
                  <a:pt x="513438" y="45024"/>
                </a:lnTo>
                <a:lnTo>
                  <a:pt x="513221" y="44595"/>
                </a:lnTo>
                <a:lnTo>
                  <a:pt x="512998" y="44173"/>
                </a:lnTo>
                <a:lnTo>
                  <a:pt x="512768" y="43758"/>
                </a:lnTo>
                <a:lnTo>
                  <a:pt x="512531" y="43349"/>
                </a:lnTo>
                <a:lnTo>
                  <a:pt x="512288" y="42947"/>
                </a:lnTo>
                <a:lnTo>
                  <a:pt x="512038" y="42552"/>
                </a:lnTo>
                <a:lnTo>
                  <a:pt x="511781" y="42164"/>
                </a:lnTo>
                <a:lnTo>
                  <a:pt x="511518" y="41782"/>
                </a:lnTo>
                <a:lnTo>
                  <a:pt x="511249" y="41408"/>
                </a:lnTo>
                <a:lnTo>
                  <a:pt x="510973" y="41040"/>
                </a:lnTo>
                <a:lnTo>
                  <a:pt x="510690" y="40678"/>
                </a:lnTo>
                <a:lnTo>
                  <a:pt x="510401" y="40324"/>
                </a:lnTo>
                <a:lnTo>
                  <a:pt x="510105" y="39976"/>
                </a:lnTo>
                <a:lnTo>
                  <a:pt x="509802" y="39635"/>
                </a:lnTo>
                <a:lnTo>
                  <a:pt x="509493" y="39301"/>
                </a:lnTo>
                <a:lnTo>
                  <a:pt x="509177" y="38973"/>
                </a:lnTo>
                <a:lnTo>
                  <a:pt x="508855" y="38653"/>
                </a:lnTo>
                <a:lnTo>
                  <a:pt x="508526" y="38339"/>
                </a:lnTo>
                <a:lnTo>
                  <a:pt x="508191" y="38032"/>
                </a:lnTo>
                <a:lnTo>
                  <a:pt x="507849" y="37731"/>
                </a:lnTo>
                <a:lnTo>
                  <a:pt x="507500" y="37438"/>
                </a:lnTo>
                <a:lnTo>
                  <a:pt x="507145" y="37151"/>
                </a:lnTo>
                <a:lnTo>
                  <a:pt x="506783" y="36871"/>
                </a:lnTo>
                <a:lnTo>
                  <a:pt x="506416" y="36597"/>
                </a:lnTo>
                <a:lnTo>
                  <a:pt x="506044" y="36329"/>
                </a:lnTo>
                <a:lnTo>
                  <a:pt x="505668" y="36068"/>
                </a:lnTo>
                <a:lnTo>
                  <a:pt x="505287" y="35812"/>
                </a:lnTo>
                <a:lnTo>
                  <a:pt x="504902" y="35562"/>
                </a:lnTo>
                <a:lnTo>
                  <a:pt x="504512" y="35318"/>
                </a:lnTo>
                <a:lnTo>
                  <a:pt x="504117" y="35080"/>
                </a:lnTo>
                <a:lnTo>
                  <a:pt x="503718" y="34849"/>
                </a:lnTo>
                <a:lnTo>
                  <a:pt x="503315" y="34623"/>
                </a:lnTo>
                <a:lnTo>
                  <a:pt x="502906" y="34403"/>
                </a:lnTo>
                <a:lnTo>
                  <a:pt x="502494" y="34189"/>
                </a:lnTo>
                <a:lnTo>
                  <a:pt x="502077" y="33982"/>
                </a:lnTo>
                <a:lnTo>
                  <a:pt x="501655" y="33780"/>
                </a:lnTo>
                <a:lnTo>
                  <a:pt x="501229" y="33584"/>
                </a:lnTo>
                <a:lnTo>
                  <a:pt x="500798" y="33394"/>
                </a:lnTo>
                <a:lnTo>
                  <a:pt x="500363" y="33210"/>
                </a:lnTo>
                <a:lnTo>
                  <a:pt x="499923" y="33032"/>
                </a:lnTo>
                <a:lnTo>
                  <a:pt x="499478" y="32861"/>
                </a:lnTo>
                <a:lnTo>
                  <a:pt x="499030" y="32695"/>
                </a:lnTo>
                <a:lnTo>
                  <a:pt x="498576" y="32535"/>
                </a:lnTo>
                <a:lnTo>
                  <a:pt x="498118" y="32381"/>
                </a:lnTo>
                <a:lnTo>
                  <a:pt x="497656" y="32233"/>
                </a:lnTo>
                <a:lnTo>
                  <a:pt x="497189" y="32091"/>
                </a:lnTo>
                <a:lnTo>
                  <a:pt x="496717" y="31955"/>
                </a:lnTo>
                <a:lnTo>
                  <a:pt x="496242" y="31825"/>
                </a:lnTo>
                <a:lnTo>
                  <a:pt x="495764" y="31701"/>
                </a:lnTo>
                <a:lnTo>
                  <a:pt x="495283" y="31582"/>
                </a:lnTo>
                <a:lnTo>
                  <a:pt x="494799" y="31468"/>
                </a:lnTo>
                <a:lnTo>
                  <a:pt x="494313" y="31360"/>
                </a:lnTo>
                <a:lnTo>
                  <a:pt x="493824" y="31258"/>
                </a:lnTo>
                <a:lnTo>
                  <a:pt x="493332" y="31161"/>
                </a:lnTo>
                <a:lnTo>
                  <a:pt x="492837" y="31070"/>
                </a:lnTo>
                <a:lnTo>
                  <a:pt x="492340" y="30984"/>
                </a:lnTo>
                <a:lnTo>
                  <a:pt x="491840" y="30904"/>
                </a:lnTo>
                <a:lnTo>
                  <a:pt x="491337" y="30829"/>
                </a:lnTo>
                <a:lnTo>
                  <a:pt x="490831" y="30760"/>
                </a:lnTo>
                <a:lnTo>
                  <a:pt x="490322" y="30696"/>
                </a:lnTo>
                <a:lnTo>
                  <a:pt x="489811" y="30638"/>
                </a:lnTo>
                <a:lnTo>
                  <a:pt x="489297" y="30585"/>
                </a:lnTo>
                <a:lnTo>
                  <a:pt x="488780" y="30538"/>
                </a:lnTo>
                <a:lnTo>
                  <a:pt x="488260" y="30497"/>
                </a:lnTo>
                <a:lnTo>
                  <a:pt x="487738" y="30461"/>
                </a:lnTo>
                <a:lnTo>
                  <a:pt x="487213" y="30430"/>
                </a:lnTo>
                <a:lnTo>
                  <a:pt x="486685" y="30405"/>
                </a:lnTo>
                <a:lnTo>
                  <a:pt x="486154" y="30386"/>
                </a:lnTo>
                <a:lnTo>
                  <a:pt x="485620" y="30372"/>
                </a:lnTo>
                <a:lnTo>
                  <a:pt x="485084" y="30364"/>
                </a:lnTo>
                <a:lnTo>
                  <a:pt x="484545" y="30361"/>
                </a:lnTo>
                <a:lnTo>
                  <a:pt x="483999" y="30364"/>
                </a:lnTo>
                <a:lnTo>
                  <a:pt x="483456" y="30371"/>
                </a:lnTo>
                <a:lnTo>
                  <a:pt x="482917" y="30384"/>
                </a:lnTo>
                <a:lnTo>
                  <a:pt x="482381" y="30402"/>
                </a:lnTo>
                <a:lnTo>
                  <a:pt x="481849" y="30425"/>
                </a:lnTo>
                <a:lnTo>
                  <a:pt x="481320" y="30452"/>
                </a:lnTo>
                <a:lnTo>
                  <a:pt x="480794" y="30485"/>
                </a:lnTo>
                <a:lnTo>
                  <a:pt x="480272" y="30524"/>
                </a:lnTo>
                <a:lnTo>
                  <a:pt x="479753" y="30567"/>
                </a:lnTo>
                <a:lnTo>
                  <a:pt x="479237" y="30615"/>
                </a:lnTo>
                <a:lnTo>
                  <a:pt x="478725" y="30668"/>
                </a:lnTo>
                <a:lnTo>
                  <a:pt x="478216" y="30727"/>
                </a:lnTo>
                <a:lnTo>
                  <a:pt x="477711" y="30790"/>
                </a:lnTo>
                <a:lnTo>
                  <a:pt x="477209" y="30859"/>
                </a:lnTo>
                <a:lnTo>
                  <a:pt x="476710" y="30932"/>
                </a:lnTo>
                <a:lnTo>
                  <a:pt x="476214" y="31011"/>
                </a:lnTo>
                <a:lnTo>
                  <a:pt x="475722" y="31095"/>
                </a:lnTo>
                <a:lnTo>
                  <a:pt x="475234" y="31184"/>
                </a:lnTo>
                <a:lnTo>
                  <a:pt x="474748" y="31278"/>
                </a:lnTo>
                <a:lnTo>
                  <a:pt x="474267" y="31377"/>
                </a:lnTo>
                <a:lnTo>
                  <a:pt x="473788" y="31481"/>
                </a:lnTo>
                <a:lnTo>
                  <a:pt x="473313" y="31590"/>
                </a:lnTo>
                <a:lnTo>
                  <a:pt x="472841" y="31704"/>
                </a:lnTo>
                <a:lnTo>
                  <a:pt x="472372" y="31824"/>
                </a:lnTo>
                <a:lnTo>
                  <a:pt x="471908" y="31948"/>
                </a:lnTo>
                <a:lnTo>
                  <a:pt x="471449" y="32077"/>
                </a:lnTo>
                <a:lnTo>
                  <a:pt x="470994" y="32211"/>
                </a:lnTo>
                <a:lnTo>
                  <a:pt x="470545" y="32350"/>
                </a:lnTo>
                <a:lnTo>
                  <a:pt x="470100" y="32494"/>
                </a:lnTo>
                <a:lnTo>
                  <a:pt x="469661" y="32642"/>
                </a:lnTo>
                <a:lnTo>
                  <a:pt x="469226" y="32796"/>
                </a:lnTo>
                <a:lnTo>
                  <a:pt x="468797" y="32955"/>
                </a:lnTo>
                <a:lnTo>
                  <a:pt x="468372" y="33118"/>
                </a:lnTo>
                <a:lnTo>
                  <a:pt x="467953" y="33287"/>
                </a:lnTo>
                <a:lnTo>
                  <a:pt x="467538" y="33460"/>
                </a:lnTo>
                <a:lnTo>
                  <a:pt x="467129" y="33638"/>
                </a:lnTo>
                <a:lnTo>
                  <a:pt x="466724" y="33821"/>
                </a:lnTo>
                <a:lnTo>
                  <a:pt x="466324" y="34010"/>
                </a:lnTo>
                <a:lnTo>
                  <a:pt x="465929" y="34203"/>
                </a:lnTo>
                <a:lnTo>
                  <a:pt x="465540" y="34401"/>
                </a:lnTo>
                <a:lnTo>
                  <a:pt x="465155" y="34604"/>
                </a:lnTo>
                <a:lnTo>
                  <a:pt x="464775" y="34811"/>
                </a:lnTo>
                <a:lnTo>
                  <a:pt x="464400" y="35024"/>
                </a:lnTo>
                <a:lnTo>
                  <a:pt x="464030" y="35242"/>
                </a:lnTo>
                <a:lnTo>
                  <a:pt x="463666" y="35464"/>
                </a:lnTo>
                <a:lnTo>
                  <a:pt x="463306" y="35692"/>
                </a:lnTo>
                <a:lnTo>
                  <a:pt x="462951" y="35924"/>
                </a:lnTo>
                <a:lnTo>
                  <a:pt x="462601" y="36162"/>
                </a:lnTo>
                <a:lnTo>
                  <a:pt x="462256" y="36404"/>
                </a:lnTo>
                <a:lnTo>
                  <a:pt x="461919" y="36651"/>
                </a:lnTo>
                <a:lnTo>
                  <a:pt x="461587" y="36903"/>
                </a:lnTo>
                <a:lnTo>
                  <a:pt x="461262" y="37160"/>
                </a:lnTo>
                <a:lnTo>
                  <a:pt x="460944" y="37422"/>
                </a:lnTo>
                <a:lnTo>
                  <a:pt x="460632" y="37689"/>
                </a:lnTo>
                <a:lnTo>
                  <a:pt x="460326" y="37961"/>
                </a:lnTo>
                <a:lnTo>
                  <a:pt x="460027" y="38238"/>
                </a:lnTo>
                <a:lnTo>
                  <a:pt x="459734" y="38520"/>
                </a:lnTo>
                <a:lnTo>
                  <a:pt x="459448" y="38806"/>
                </a:lnTo>
                <a:lnTo>
                  <a:pt x="459168" y="39098"/>
                </a:lnTo>
                <a:lnTo>
                  <a:pt x="458894" y="39394"/>
                </a:lnTo>
                <a:lnTo>
                  <a:pt x="458627" y="39696"/>
                </a:lnTo>
                <a:lnTo>
                  <a:pt x="458367" y="40002"/>
                </a:lnTo>
                <a:lnTo>
                  <a:pt x="458112" y="40313"/>
                </a:lnTo>
                <a:lnTo>
                  <a:pt x="457865" y="40629"/>
                </a:lnTo>
                <a:lnTo>
                  <a:pt x="457623" y="40950"/>
                </a:lnTo>
                <a:lnTo>
                  <a:pt x="457389" y="41276"/>
                </a:lnTo>
                <a:lnTo>
                  <a:pt x="457160" y="41607"/>
                </a:lnTo>
                <a:lnTo>
                  <a:pt x="456938" y="41943"/>
                </a:lnTo>
                <a:lnTo>
                  <a:pt x="456723" y="42284"/>
                </a:lnTo>
                <a:lnTo>
                  <a:pt x="456513" y="42629"/>
                </a:lnTo>
                <a:lnTo>
                  <a:pt x="456311" y="42980"/>
                </a:lnTo>
                <a:lnTo>
                  <a:pt x="456114" y="43336"/>
                </a:lnTo>
                <a:lnTo>
                  <a:pt x="455925" y="43696"/>
                </a:lnTo>
                <a:lnTo>
                  <a:pt x="455744" y="44061"/>
                </a:lnTo>
                <a:lnTo>
                  <a:pt x="455572" y="44430"/>
                </a:lnTo>
                <a:lnTo>
                  <a:pt x="455407" y="44805"/>
                </a:lnTo>
                <a:lnTo>
                  <a:pt x="455250" y="45184"/>
                </a:lnTo>
                <a:lnTo>
                  <a:pt x="455101" y="45568"/>
                </a:lnTo>
                <a:lnTo>
                  <a:pt x="454960" y="45957"/>
                </a:lnTo>
                <a:lnTo>
                  <a:pt x="454827" y="46350"/>
                </a:lnTo>
                <a:lnTo>
                  <a:pt x="454703" y="46749"/>
                </a:lnTo>
                <a:lnTo>
                  <a:pt x="454586" y="47152"/>
                </a:lnTo>
                <a:lnTo>
                  <a:pt x="454478" y="47560"/>
                </a:lnTo>
                <a:lnTo>
                  <a:pt x="454377" y="47972"/>
                </a:lnTo>
                <a:lnTo>
                  <a:pt x="454285" y="48389"/>
                </a:lnTo>
                <a:lnTo>
                  <a:pt x="454200" y="48812"/>
                </a:lnTo>
                <a:lnTo>
                  <a:pt x="454124" y="49239"/>
                </a:lnTo>
                <a:lnTo>
                  <a:pt x="454055" y="49670"/>
                </a:lnTo>
                <a:lnTo>
                  <a:pt x="453995" y="50107"/>
                </a:lnTo>
                <a:lnTo>
                  <a:pt x="453943" y="50548"/>
                </a:lnTo>
                <a:lnTo>
                  <a:pt x="453898" y="50994"/>
                </a:lnTo>
                <a:lnTo>
                  <a:pt x="453862" y="51445"/>
                </a:lnTo>
                <a:lnTo>
                  <a:pt x="453834" y="51900"/>
                </a:lnTo>
                <a:lnTo>
                  <a:pt x="453814" y="52360"/>
                </a:lnTo>
                <a:lnTo>
                  <a:pt x="453802" y="52825"/>
                </a:lnTo>
                <a:lnTo>
                  <a:pt x="453798" y="53295"/>
                </a:lnTo>
                <a:lnTo>
                  <a:pt x="453804" y="53903"/>
                </a:lnTo>
                <a:lnTo>
                  <a:pt x="453821" y="54503"/>
                </a:lnTo>
                <a:lnTo>
                  <a:pt x="453849" y="55093"/>
                </a:lnTo>
                <a:lnTo>
                  <a:pt x="453889" y="55675"/>
                </a:lnTo>
                <a:lnTo>
                  <a:pt x="453941" y="56248"/>
                </a:lnTo>
                <a:lnTo>
                  <a:pt x="454003" y="56813"/>
                </a:lnTo>
                <a:lnTo>
                  <a:pt x="454077" y="57368"/>
                </a:lnTo>
                <a:lnTo>
                  <a:pt x="454163" y="57915"/>
                </a:lnTo>
                <a:lnTo>
                  <a:pt x="454260" y="58453"/>
                </a:lnTo>
                <a:lnTo>
                  <a:pt x="454368" y="58982"/>
                </a:lnTo>
                <a:lnTo>
                  <a:pt x="454488" y="59503"/>
                </a:lnTo>
                <a:lnTo>
                  <a:pt x="454619" y="60014"/>
                </a:lnTo>
                <a:lnTo>
                  <a:pt x="454762" y="60517"/>
                </a:lnTo>
                <a:lnTo>
                  <a:pt x="454916" y="61012"/>
                </a:lnTo>
                <a:lnTo>
                  <a:pt x="455081" y="61497"/>
                </a:lnTo>
                <a:lnTo>
                  <a:pt x="455258" y="61974"/>
                </a:lnTo>
                <a:lnTo>
                  <a:pt x="455446" y="62441"/>
                </a:lnTo>
                <a:lnTo>
                  <a:pt x="455646" y="62901"/>
                </a:lnTo>
                <a:lnTo>
                  <a:pt x="455857" y="63351"/>
                </a:lnTo>
                <a:lnTo>
                  <a:pt x="456079" y="63793"/>
                </a:lnTo>
                <a:lnTo>
                  <a:pt x="456313" y="64225"/>
                </a:lnTo>
                <a:lnTo>
                  <a:pt x="456558" y="64649"/>
                </a:lnTo>
                <a:lnTo>
                  <a:pt x="456815" y="65065"/>
                </a:lnTo>
                <a:lnTo>
                  <a:pt x="457083" y="65471"/>
                </a:lnTo>
                <a:lnTo>
                  <a:pt x="457363" y="65870"/>
                </a:lnTo>
                <a:lnTo>
                  <a:pt x="457653" y="66264"/>
                </a:lnTo>
                <a:lnTo>
                  <a:pt x="457955" y="66651"/>
                </a:lnTo>
                <a:lnTo>
                  <a:pt x="458267" y="67033"/>
                </a:lnTo>
                <a:lnTo>
                  <a:pt x="458591" y="67409"/>
                </a:lnTo>
                <a:lnTo>
                  <a:pt x="458926" y="67779"/>
                </a:lnTo>
                <a:lnTo>
                  <a:pt x="459272" y="68143"/>
                </a:lnTo>
                <a:lnTo>
                  <a:pt x="459629" y="68501"/>
                </a:lnTo>
                <a:lnTo>
                  <a:pt x="459997" y="68854"/>
                </a:lnTo>
                <a:lnTo>
                  <a:pt x="460377" y="69201"/>
                </a:lnTo>
                <a:lnTo>
                  <a:pt x="460767" y="69541"/>
                </a:lnTo>
                <a:lnTo>
                  <a:pt x="461169" y="69876"/>
                </a:lnTo>
                <a:lnTo>
                  <a:pt x="461581" y="70206"/>
                </a:lnTo>
                <a:lnTo>
                  <a:pt x="462005" y="70529"/>
                </a:lnTo>
                <a:lnTo>
                  <a:pt x="462440" y="70846"/>
                </a:lnTo>
                <a:lnTo>
                  <a:pt x="462886" y="71158"/>
                </a:lnTo>
                <a:lnTo>
                  <a:pt x="463343" y="71464"/>
                </a:lnTo>
                <a:lnTo>
                  <a:pt x="463812" y="71764"/>
                </a:lnTo>
                <a:lnTo>
                  <a:pt x="464291" y="72058"/>
                </a:lnTo>
                <a:lnTo>
                  <a:pt x="464782" y="72346"/>
                </a:lnTo>
                <a:lnTo>
                  <a:pt x="465283" y="72629"/>
                </a:lnTo>
                <a:lnTo>
                  <a:pt x="465796" y="72905"/>
                </a:lnTo>
                <a:lnTo>
                  <a:pt x="466320" y="73176"/>
                </a:lnTo>
                <a:lnTo>
                  <a:pt x="466855" y="73441"/>
                </a:lnTo>
                <a:lnTo>
                  <a:pt x="467401" y="73702"/>
                </a:lnTo>
                <a:lnTo>
                  <a:pt x="467957" y="73960"/>
                </a:lnTo>
                <a:lnTo>
                  <a:pt x="468525" y="74215"/>
                </a:lnTo>
                <a:lnTo>
                  <a:pt x="469103" y="74468"/>
                </a:lnTo>
                <a:lnTo>
                  <a:pt x="469693" y="74718"/>
                </a:lnTo>
                <a:lnTo>
                  <a:pt x="470293" y="74966"/>
                </a:lnTo>
                <a:lnTo>
                  <a:pt x="470904" y="75211"/>
                </a:lnTo>
                <a:lnTo>
                  <a:pt x="471525" y="75453"/>
                </a:lnTo>
                <a:lnTo>
                  <a:pt x="472158" y="75693"/>
                </a:lnTo>
                <a:lnTo>
                  <a:pt x="472801" y="75930"/>
                </a:lnTo>
                <a:lnTo>
                  <a:pt x="473455" y="76165"/>
                </a:lnTo>
                <a:lnTo>
                  <a:pt x="474120" y="76397"/>
                </a:lnTo>
                <a:lnTo>
                  <a:pt x="474796" y="76626"/>
                </a:lnTo>
                <a:lnTo>
                  <a:pt x="475483" y="76853"/>
                </a:lnTo>
                <a:lnTo>
                  <a:pt x="476180" y="77077"/>
                </a:lnTo>
                <a:lnTo>
                  <a:pt x="476888" y="77298"/>
                </a:lnTo>
                <a:lnTo>
                  <a:pt x="477607" y="77517"/>
                </a:lnTo>
                <a:lnTo>
                  <a:pt x="478337" y="77733"/>
                </a:lnTo>
                <a:lnTo>
                  <a:pt x="479078" y="77947"/>
                </a:lnTo>
                <a:lnTo>
                  <a:pt x="479830" y="78158"/>
                </a:lnTo>
                <a:lnTo>
                  <a:pt x="480592" y="78366"/>
                </a:lnTo>
                <a:lnTo>
                  <a:pt x="481365" y="78572"/>
                </a:lnTo>
                <a:lnTo>
                  <a:pt x="482149" y="78775"/>
                </a:lnTo>
                <a:lnTo>
                  <a:pt x="482944" y="78976"/>
                </a:lnTo>
                <a:lnTo>
                  <a:pt x="483921" y="79234"/>
                </a:lnTo>
                <a:lnTo>
                  <a:pt x="484874" y="79491"/>
                </a:lnTo>
                <a:lnTo>
                  <a:pt x="485801" y="79749"/>
                </a:lnTo>
                <a:lnTo>
                  <a:pt x="486703" y="80006"/>
                </a:lnTo>
                <a:lnTo>
                  <a:pt x="487581" y="80263"/>
                </a:lnTo>
                <a:lnTo>
                  <a:pt x="488433" y="80520"/>
                </a:lnTo>
                <a:lnTo>
                  <a:pt x="489260" y="80776"/>
                </a:lnTo>
                <a:lnTo>
                  <a:pt x="490062" y="81032"/>
                </a:lnTo>
                <a:lnTo>
                  <a:pt x="490839" y="81288"/>
                </a:lnTo>
                <a:lnTo>
                  <a:pt x="491592" y="81543"/>
                </a:lnTo>
                <a:lnTo>
                  <a:pt x="492319" y="81798"/>
                </a:lnTo>
                <a:lnTo>
                  <a:pt x="493021" y="82053"/>
                </a:lnTo>
                <a:lnTo>
                  <a:pt x="493698" y="82308"/>
                </a:lnTo>
                <a:lnTo>
                  <a:pt x="494350" y="82562"/>
                </a:lnTo>
                <a:lnTo>
                  <a:pt x="494978" y="82816"/>
                </a:lnTo>
                <a:lnTo>
                  <a:pt x="495580" y="83069"/>
                </a:lnTo>
                <a:lnTo>
                  <a:pt x="496157" y="83323"/>
                </a:lnTo>
                <a:lnTo>
                  <a:pt x="496709" y="83576"/>
                </a:lnTo>
                <a:lnTo>
                  <a:pt x="497236" y="83828"/>
                </a:lnTo>
                <a:lnTo>
                  <a:pt x="497738" y="84081"/>
                </a:lnTo>
                <a:lnTo>
                  <a:pt x="498216" y="84333"/>
                </a:lnTo>
                <a:lnTo>
                  <a:pt x="498668" y="84585"/>
                </a:lnTo>
                <a:lnTo>
                  <a:pt x="499095" y="84836"/>
                </a:lnTo>
                <a:lnTo>
                  <a:pt x="499497" y="85087"/>
                </a:lnTo>
                <a:lnTo>
                  <a:pt x="499878" y="85344"/>
                </a:lnTo>
                <a:lnTo>
                  <a:pt x="500244" y="85612"/>
                </a:lnTo>
                <a:lnTo>
                  <a:pt x="500593" y="85892"/>
                </a:lnTo>
                <a:lnTo>
                  <a:pt x="500925" y="86184"/>
                </a:lnTo>
                <a:lnTo>
                  <a:pt x="501242" y="86487"/>
                </a:lnTo>
                <a:lnTo>
                  <a:pt x="501542" y="86802"/>
                </a:lnTo>
                <a:lnTo>
                  <a:pt x="501826" y="87129"/>
                </a:lnTo>
                <a:lnTo>
                  <a:pt x="502094" y="87468"/>
                </a:lnTo>
                <a:lnTo>
                  <a:pt x="502346" y="87818"/>
                </a:lnTo>
                <a:lnTo>
                  <a:pt x="502581" y="88180"/>
                </a:lnTo>
                <a:lnTo>
                  <a:pt x="502800" y="88553"/>
                </a:lnTo>
                <a:lnTo>
                  <a:pt x="503003" y="88938"/>
                </a:lnTo>
                <a:lnTo>
                  <a:pt x="503190" y="89335"/>
                </a:lnTo>
                <a:lnTo>
                  <a:pt x="503360" y="89744"/>
                </a:lnTo>
                <a:lnTo>
                  <a:pt x="503515" y="90164"/>
                </a:lnTo>
                <a:lnTo>
                  <a:pt x="503653" y="90596"/>
                </a:lnTo>
                <a:lnTo>
                  <a:pt x="503774" y="91040"/>
                </a:lnTo>
                <a:lnTo>
                  <a:pt x="503880" y="91495"/>
                </a:lnTo>
                <a:lnTo>
                  <a:pt x="503969" y="91962"/>
                </a:lnTo>
                <a:lnTo>
                  <a:pt x="504042" y="92441"/>
                </a:lnTo>
                <a:lnTo>
                  <a:pt x="504099" y="92931"/>
                </a:lnTo>
                <a:lnTo>
                  <a:pt x="504140" y="93433"/>
                </a:lnTo>
                <a:lnTo>
                  <a:pt x="504164" y="93947"/>
                </a:lnTo>
                <a:lnTo>
                  <a:pt x="504172" y="94472"/>
                </a:lnTo>
                <a:lnTo>
                  <a:pt x="504163" y="95086"/>
                </a:lnTo>
                <a:lnTo>
                  <a:pt x="504136" y="95685"/>
                </a:lnTo>
                <a:lnTo>
                  <a:pt x="504091" y="96270"/>
                </a:lnTo>
                <a:lnTo>
                  <a:pt x="504028" y="96840"/>
                </a:lnTo>
                <a:lnTo>
                  <a:pt x="503947" y="97396"/>
                </a:lnTo>
                <a:lnTo>
                  <a:pt x="503848" y="97937"/>
                </a:lnTo>
                <a:lnTo>
                  <a:pt x="503731" y="98464"/>
                </a:lnTo>
                <a:lnTo>
                  <a:pt x="503596" y="98976"/>
                </a:lnTo>
                <a:lnTo>
                  <a:pt x="503444" y="99473"/>
                </a:lnTo>
                <a:lnTo>
                  <a:pt x="503273" y="99956"/>
                </a:lnTo>
                <a:lnTo>
                  <a:pt x="503084" y="100425"/>
                </a:lnTo>
                <a:lnTo>
                  <a:pt x="502877" y="100879"/>
                </a:lnTo>
                <a:lnTo>
                  <a:pt x="502652" y="101318"/>
                </a:lnTo>
                <a:lnTo>
                  <a:pt x="502409" y="101743"/>
                </a:lnTo>
                <a:lnTo>
                  <a:pt x="502148" y="102153"/>
                </a:lnTo>
                <a:lnTo>
                  <a:pt x="501870" y="102549"/>
                </a:lnTo>
                <a:lnTo>
                  <a:pt x="501573" y="102930"/>
                </a:lnTo>
                <a:lnTo>
                  <a:pt x="501258" y="103296"/>
                </a:lnTo>
                <a:lnTo>
                  <a:pt x="500925" y="103649"/>
                </a:lnTo>
                <a:lnTo>
                  <a:pt x="500574" y="103986"/>
                </a:lnTo>
                <a:lnTo>
                  <a:pt x="500206" y="104309"/>
                </a:lnTo>
                <a:lnTo>
                  <a:pt x="499819" y="104618"/>
                </a:lnTo>
                <a:lnTo>
                  <a:pt x="499414" y="104912"/>
                </a:lnTo>
                <a:lnTo>
                  <a:pt x="498991" y="105191"/>
                </a:lnTo>
                <a:lnTo>
                  <a:pt x="498555" y="105457"/>
                </a:lnTo>
                <a:lnTo>
                  <a:pt x="498108" y="105712"/>
                </a:lnTo>
                <a:lnTo>
                  <a:pt x="497652" y="105956"/>
                </a:lnTo>
                <a:lnTo>
                  <a:pt x="497186" y="106189"/>
                </a:lnTo>
                <a:lnTo>
                  <a:pt x="496710" y="106410"/>
                </a:lnTo>
                <a:lnTo>
                  <a:pt x="496225" y="106620"/>
                </a:lnTo>
                <a:lnTo>
                  <a:pt x="495729" y="106818"/>
                </a:lnTo>
                <a:lnTo>
                  <a:pt x="495224" y="107005"/>
                </a:lnTo>
                <a:lnTo>
                  <a:pt x="494709" y="107181"/>
                </a:lnTo>
                <a:lnTo>
                  <a:pt x="494184" y="107345"/>
                </a:lnTo>
                <a:lnTo>
                  <a:pt x="493650" y="107498"/>
                </a:lnTo>
                <a:lnTo>
                  <a:pt x="493105" y="107640"/>
                </a:lnTo>
                <a:lnTo>
                  <a:pt x="492551" y="107770"/>
                </a:lnTo>
                <a:lnTo>
                  <a:pt x="491987" y="107889"/>
                </a:lnTo>
                <a:lnTo>
                  <a:pt x="491413" y="107997"/>
                </a:lnTo>
                <a:lnTo>
                  <a:pt x="490830" y="108093"/>
                </a:lnTo>
                <a:lnTo>
                  <a:pt x="490236" y="108179"/>
                </a:lnTo>
                <a:lnTo>
                  <a:pt x="489633" y="108252"/>
                </a:lnTo>
                <a:lnTo>
                  <a:pt x="489020" y="108315"/>
                </a:lnTo>
                <a:lnTo>
                  <a:pt x="488397" y="108366"/>
                </a:lnTo>
                <a:lnTo>
                  <a:pt x="487765" y="108405"/>
                </a:lnTo>
                <a:lnTo>
                  <a:pt x="487122" y="108434"/>
                </a:lnTo>
                <a:lnTo>
                  <a:pt x="486470" y="108451"/>
                </a:lnTo>
                <a:lnTo>
                  <a:pt x="485808" y="108456"/>
                </a:lnTo>
                <a:lnTo>
                  <a:pt x="485069" y="108449"/>
                </a:lnTo>
                <a:lnTo>
                  <a:pt x="484341" y="108428"/>
                </a:lnTo>
                <a:lnTo>
                  <a:pt x="483622" y="108392"/>
                </a:lnTo>
                <a:lnTo>
                  <a:pt x="482914" y="108342"/>
                </a:lnTo>
                <a:lnTo>
                  <a:pt x="482216" y="108278"/>
                </a:lnTo>
                <a:lnTo>
                  <a:pt x="481528" y="108200"/>
                </a:lnTo>
                <a:lnTo>
                  <a:pt x="480850" y="108107"/>
                </a:lnTo>
                <a:lnTo>
                  <a:pt x="480183" y="108001"/>
                </a:lnTo>
                <a:lnTo>
                  <a:pt x="479526" y="107880"/>
                </a:lnTo>
                <a:lnTo>
                  <a:pt x="478879" y="107744"/>
                </a:lnTo>
                <a:lnTo>
                  <a:pt x="478242" y="107595"/>
                </a:lnTo>
                <a:lnTo>
                  <a:pt x="477616" y="107431"/>
                </a:lnTo>
                <a:lnTo>
                  <a:pt x="477000" y="107253"/>
                </a:lnTo>
                <a:lnTo>
                  <a:pt x="476394" y="107061"/>
                </a:lnTo>
                <a:lnTo>
                  <a:pt x="475798" y="106854"/>
                </a:lnTo>
                <a:lnTo>
                  <a:pt x="475213" y="106634"/>
                </a:lnTo>
                <a:lnTo>
                  <a:pt x="474638" y="106399"/>
                </a:lnTo>
                <a:lnTo>
                  <a:pt x="474073" y="106150"/>
                </a:lnTo>
                <a:lnTo>
                  <a:pt x="473518" y="105886"/>
                </a:lnTo>
                <a:lnTo>
                  <a:pt x="472974" y="105608"/>
                </a:lnTo>
                <a:lnTo>
                  <a:pt x="472439" y="105317"/>
                </a:lnTo>
                <a:lnTo>
                  <a:pt x="471915" y="105010"/>
                </a:lnTo>
                <a:lnTo>
                  <a:pt x="471402" y="104690"/>
                </a:lnTo>
                <a:lnTo>
                  <a:pt x="470898" y="104355"/>
                </a:lnTo>
                <a:lnTo>
                  <a:pt x="470410" y="104003"/>
                </a:lnTo>
                <a:lnTo>
                  <a:pt x="469943" y="103629"/>
                </a:lnTo>
                <a:lnTo>
                  <a:pt x="469496" y="103234"/>
                </a:lnTo>
                <a:lnTo>
                  <a:pt x="469071" y="102818"/>
                </a:lnTo>
                <a:lnTo>
                  <a:pt x="468666" y="102381"/>
                </a:lnTo>
                <a:lnTo>
                  <a:pt x="468282" y="101922"/>
                </a:lnTo>
                <a:lnTo>
                  <a:pt x="467918" y="101443"/>
                </a:lnTo>
                <a:lnTo>
                  <a:pt x="467575" y="100942"/>
                </a:lnTo>
                <a:lnTo>
                  <a:pt x="467254" y="100419"/>
                </a:lnTo>
                <a:lnTo>
                  <a:pt x="466952" y="99876"/>
                </a:lnTo>
                <a:lnTo>
                  <a:pt x="466672" y="99312"/>
                </a:lnTo>
                <a:lnTo>
                  <a:pt x="466413" y="98726"/>
                </a:lnTo>
                <a:lnTo>
                  <a:pt x="466174" y="98119"/>
                </a:lnTo>
                <a:lnTo>
                  <a:pt x="465956" y="97491"/>
                </a:lnTo>
                <a:lnTo>
                  <a:pt x="465758" y="96842"/>
                </a:lnTo>
                <a:lnTo>
                  <a:pt x="465582" y="96171"/>
                </a:lnTo>
                <a:lnTo>
                  <a:pt x="465426" y="95480"/>
                </a:lnTo>
                <a:lnTo>
                  <a:pt x="465291" y="94767"/>
                </a:lnTo>
                <a:lnTo>
                  <a:pt x="465177" y="94033"/>
                </a:lnTo>
                <a:lnTo>
                  <a:pt x="465083" y="93278"/>
                </a:lnTo>
                <a:lnTo>
                  <a:pt x="465011" y="92501"/>
                </a:lnTo>
                <a:lnTo>
                  <a:pt x="464959" y="91703"/>
                </a:lnTo>
                <a:lnTo>
                  <a:pt x="464928" y="90885"/>
                </a:lnTo>
                <a:lnTo>
                  <a:pt x="464917" y="90045"/>
                </a:lnTo>
                <a:lnTo>
                  <a:pt x="451355" y="90045"/>
                </a:lnTo>
                <a:lnTo>
                  <a:pt x="451360" y="90697"/>
                </a:lnTo>
                <a:lnTo>
                  <a:pt x="451373" y="91342"/>
                </a:lnTo>
                <a:lnTo>
                  <a:pt x="451396" y="91978"/>
                </a:lnTo>
                <a:lnTo>
                  <a:pt x="451429" y="92606"/>
                </a:lnTo>
                <a:lnTo>
                  <a:pt x="451470" y="93225"/>
                </a:lnTo>
                <a:lnTo>
                  <a:pt x="451521" y="93836"/>
                </a:lnTo>
                <a:lnTo>
                  <a:pt x="451581" y="94439"/>
                </a:lnTo>
                <a:lnTo>
                  <a:pt x="451650" y="95034"/>
                </a:lnTo>
                <a:lnTo>
                  <a:pt x="451728" y="95620"/>
                </a:lnTo>
                <a:lnTo>
                  <a:pt x="451816" y="96198"/>
                </a:lnTo>
                <a:lnTo>
                  <a:pt x="451912" y="96768"/>
                </a:lnTo>
                <a:lnTo>
                  <a:pt x="452018" y="97329"/>
                </a:lnTo>
                <a:lnTo>
                  <a:pt x="452134" y="97882"/>
                </a:lnTo>
                <a:lnTo>
                  <a:pt x="452258" y="98427"/>
                </a:lnTo>
                <a:lnTo>
                  <a:pt x="452392" y="98963"/>
                </a:lnTo>
                <a:lnTo>
                  <a:pt x="452534" y="99491"/>
                </a:lnTo>
                <a:lnTo>
                  <a:pt x="452686" y="100011"/>
                </a:lnTo>
                <a:lnTo>
                  <a:pt x="452848" y="100523"/>
                </a:lnTo>
                <a:lnTo>
                  <a:pt x="453018" y="101026"/>
                </a:lnTo>
                <a:lnTo>
                  <a:pt x="453198" y="101521"/>
                </a:lnTo>
                <a:lnTo>
                  <a:pt x="453387" y="102007"/>
                </a:lnTo>
                <a:lnTo>
                  <a:pt x="453585" y="102486"/>
                </a:lnTo>
                <a:lnTo>
                  <a:pt x="453792" y="102956"/>
                </a:lnTo>
                <a:lnTo>
                  <a:pt x="454009" y="103417"/>
                </a:lnTo>
                <a:lnTo>
                  <a:pt x="454233" y="103871"/>
                </a:lnTo>
                <a:lnTo>
                  <a:pt x="454465" y="104318"/>
                </a:lnTo>
                <a:lnTo>
                  <a:pt x="454704" y="104758"/>
                </a:lnTo>
                <a:lnTo>
                  <a:pt x="454950" y="105191"/>
                </a:lnTo>
                <a:lnTo>
                  <a:pt x="455204" y="105616"/>
                </a:lnTo>
                <a:lnTo>
                  <a:pt x="455464" y="106035"/>
                </a:lnTo>
                <a:lnTo>
                  <a:pt x="455732" y="106446"/>
                </a:lnTo>
                <a:lnTo>
                  <a:pt x="456007" y="106851"/>
                </a:lnTo>
                <a:lnTo>
                  <a:pt x="456289" y="107248"/>
                </a:lnTo>
                <a:lnTo>
                  <a:pt x="456578" y="107639"/>
                </a:lnTo>
                <a:lnTo>
                  <a:pt x="456874" y="108022"/>
                </a:lnTo>
                <a:lnTo>
                  <a:pt x="457178" y="108398"/>
                </a:lnTo>
                <a:lnTo>
                  <a:pt x="457489" y="108767"/>
                </a:lnTo>
                <a:lnTo>
                  <a:pt x="457807" y="109130"/>
                </a:lnTo>
                <a:lnTo>
                  <a:pt x="458132" y="109485"/>
                </a:lnTo>
                <a:lnTo>
                  <a:pt x="458464" y="109833"/>
                </a:lnTo>
                <a:lnTo>
                  <a:pt x="458803" y="110174"/>
                </a:lnTo>
                <a:lnTo>
                  <a:pt x="459150" y="110507"/>
                </a:lnTo>
                <a:lnTo>
                  <a:pt x="459503" y="110834"/>
                </a:lnTo>
                <a:lnTo>
                  <a:pt x="459864" y="111154"/>
                </a:lnTo>
                <a:lnTo>
                  <a:pt x="460232" y="111467"/>
                </a:lnTo>
                <a:lnTo>
                  <a:pt x="460607" y="111772"/>
                </a:lnTo>
                <a:lnTo>
                  <a:pt x="460990" y="112071"/>
                </a:lnTo>
                <a:lnTo>
                  <a:pt x="461379" y="112362"/>
                </a:lnTo>
                <a:lnTo>
                  <a:pt x="461775" y="112647"/>
                </a:lnTo>
                <a:lnTo>
                  <a:pt x="462176" y="112924"/>
                </a:lnTo>
                <a:lnTo>
                  <a:pt x="462582" y="113196"/>
                </a:lnTo>
                <a:lnTo>
                  <a:pt x="462993" y="113460"/>
                </a:lnTo>
                <a:lnTo>
                  <a:pt x="463409" y="113718"/>
                </a:lnTo>
                <a:lnTo>
                  <a:pt x="463830" y="113969"/>
                </a:lnTo>
                <a:lnTo>
                  <a:pt x="464256" y="114214"/>
                </a:lnTo>
                <a:lnTo>
                  <a:pt x="464688" y="114452"/>
                </a:lnTo>
                <a:lnTo>
                  <a:pt x="465125" y="114684"/>
                </a:lnTo>
                <a:lnTo>
                  <a:pt x="465566" y="114909"/>
                </a:lnTo>
                <a:lnTo>
                  <a:pt x="466013" y="115127"/>
                </a:lnTo>
                <a:lnTo>
                  <a:pt x="466465" y="115339"/>
                </a:lnTo>
                <a:lnTo>
                  <a:pt x="466922" y="115544"/>
                </a:lnTo>
                <a:lnTo>
                  <a:pt x="467384" y="115743"/>
                </a:lnTo>
                <a:lnTo>
                  <a:pt x="467852" y="115934"/>
                </a:lnTo>
                <a:lnTo>
                  <a:pt x="468324" y="116120"/>
                </a:lnTo>
                <a:lnTo>
                  <a:pt x="468802" y="116298"/>
                </a:lnTo>
                <a:lnTo>
                  <a:pt x="469284" y="116471"/>
                </a:lnTo>
                <a:lnTo>
                  <a:pt x="469772" y="116636"/>
                </a:lnTo>
                <a:lnTo>
                  <a:pt x="470265" y="116795"/>
                </a:lnTo>
                <a:lnTo>
                  <a:pt x="470763" y="116947"/>
                </a:lnTo>
                <a:lnTo>
                  <a:pt x="471266" y="117093"/>
                </a:lnTo>
                <a:lnTo>
                  <a:pt x="471775" y="117232"/>
                </a:lnTo>
                <a:lnTo>
                  <a:pt x="472288" y="117364"/>
                </a:lnTo>
                <a:lnTo>
                  <a:pt x="472805" y="117491"/>
                </a:lnTo>
                <a:lnTo>
                  <a:pt x="473326" y="117612"/>
                </a:lnTo>
                <a:lnTo>
                  <a:pt x="473848" y="117728"/>
                </a:lnTo>
                <a:lnTo>
                  <a:pt x="474374" y="117838"/>
                </a:lnTo>
                <a:lnTo>
                  <a:pt x="474903" y="117943"/>
                </a:lnTo>
                <a:lnTo>
                  <a:pt x="475434" y="118042"/>
                </a:lnTo>
                <a:lnTo>
                  <a:pt x="475968" y="118136"/>
                </a:lnTo>
                <a:lnTo>
                  <a:pt x="476505" y="118225"/>
                </a:lnTo>
                <a:lnTo>
                  <a:pt x="477044" y="118309"/>
                </a:lnTo>
                <a:lnTo>
                  <a:pt x="477587" y="118387"/>
                </a:lnTo>
                <a:lnTo>
                  <a:pt x="478132" y="118459"/>
                </a:lnTo>
                <a:lnTo>
                  <a:pt x="478680" y="118527"/>
                </a:lnTo>
                <a:lnTo>
                  <a:pt x="479230" y="118588"/>
                </a:lnTo>
                <a:lnTo>
                  <a:pt x="479784" y="118645"/>
                </a:lnTo>
                <a:lnTo>
                  <a:pt x="480340" y="118696"/>
                </a:lnTo>
                <a:lnTo>
                  <a:pt x="480899" y="118742"/>
                </a:lnTo>
                <a:lnTo>
                  <a:pt x="481461" y="118782"/>
                </a:lnTo>
                <a:lnTo>
                  <a:pt x="482025" y="118817"/>
                </a:lnTo>
                <a:lnTo>
                  <a:pt x="482593" y="118847"/>
                </a:lnTo>
                <a:lnTo>
                  <a:pt x="483163" y="118871"/>
                </a:lnTo>
                <a:lnTo>
                  <a:pt x="483736" y="118890"/>
                </a:lnTo>
                <a:lnTo>
                  <a:pt x="484312" y="118903"/>
                </a:lnTo>
                <a:lnTo>
                  <a:pt x="484890" y="118911"/>
                </a:lnTo>
                <a:lnTo>
                  <a:pt x="485471" y="118914"/>
                </a:lnTo>
                <a:lnTo>
                  <a:pt x="486045" y="118911"/>
                </a:lnTo>
                <a:lnTo>
                  <a:pt x="486616" y="118904"/>
                </a:lnTo>
                <a:lnTo>
                  <a:pt x="487183" y="118891"/>
                </a:lnTo>
                <a:lnTo>
                  <a:pt x="487747" y="118873"/>
                </a:lnTo>
                <a:close/>
                <a:moveTo>
                  <a:pt x="531103" y="117396"/>
                </a:moveTo>
                <a:lnTo>
                  <a:pt x="545171" y="117396"/>
                </a:lnTo>
                <a:lnTo>
                  <a:pt x="545171" y="31879"/>
                </a:lnTo>
                <a:lnTo>
                  <a:pt x="531103" y="31879"/>
                </a:lnTo>
                <a:lnTo>
                  <a:pt x="531103" y="117396"/>
                </a:lnTo>
                <a:close/>
                <a:moveTo>
                  <a:pt x="697018" y="38687"/>
                </a:moveTo>
                <a:lnTo>
                  <a:pt x="697307" y="38362"/>
                </a:lnTo>
                <a:lnTo>
                  <a:pt x="697601" y="38050"/>
                </a:lnTo>
                <a:lnTo>
                  <a:pt x="697901" y="37750"/>
                </a:lnTo>
                <a:lnTo>
                  <a:pt x="698207" y="37464"/>
                </a:lnTo>
                <a:lnTo>
                  <a:pt x="698518" y="37190"/>
                </a:lnTo>
                <a:lnTo>
                  <a:pt x="698834" y="36929"/>
                </a:lnTo>
                <a:lnTo>
                  <a:pt x="699157" y="36680"/>
                </a:lnTo>
                <a:lnTo>
                  <a:pt x="699484" y="36445"/>
                </a:lnTo>
                <a:lnTo>
                  <a:pt x="699818" y="36222"/>
                </a:lnTo>
                <a:lnTo>
                  <a:pt x="700157" y="36012"/>
                </a:lnTo>
                <a:lnTo>
                  <a:pt x="700501" y="35814"/>
                </a:lnTo>
                <a:lnTo>
                  <a:pt x="700851" y="35629"/>
                </a:lnTo>
                <a:lnTo>
                  <a:pt x="701206" y="35457"/>
                </a:lnTo>
                <a:lnTo>
                  <a:pt x="701567" y="35298"/>
                </a:lnTo>
                <a:lnTo>
                  <a:pt x="701934" y="35152"/>
                </a:lnTo>
                <a:lnTo>
                  <a:pt x="702306" y="35018"/>
                </a:lnTo>
                <a:lnTo>
                  <a:pt x="702684" y="34897"/>
                </a:lnTo>
                <a:lnTo>
                  <a:pt x="703067" y="34789"/>
                </a:lnTo>
                <a:lnTo>
                  <a:pt x="703455" y="34689"/>
                </a:lnTo>
                <a:lnTo>
                  <a:pt x="703846" y="34593"/>
                </a:lnTo>
                <a:lnTo>
                  <a:pt x="704240" y="34502"/>
                </a:lnTo>
                <a:lnTo>
                  <a:pt x="704637" y="34415"/>
                </a:lnTo>
                <a:lnTo>
                  <a:pt x="705038" y="34332"/>
                </a:lnTo>
                <a:lnTo>
                  <a:pt x="705442" y="34254"/>
                </a:lnTo>
                <a:lnTo>
                  <a:pt x="705849" y="34179"/>
                </a:lnTo>
                <a:lnTo>
                  <a:pt x="706259" y="34109"/>
                </a:lnTo>
                <a:lnTo>
                  <a:pt x="706672" y="34043"/>
                </a:lnTo>
                <a:lnTo>
                  <a:pt x="707089" y="33982"/>
                </a:lnTo>
                <a:lnTo>
                  <a:pt x="707509" y="33925"/>
                </a:lnTo>
                <a:lnTo>
                  <a:pt x="707932" y="33872"/>
                </a:lnTo>
                <a:lnTo>
                  <a:pt x="708358" y="33823"/>
                </a:lnTo>
                <a:lnTo>
                  <a:pt x="708788" y="33778"/>
                </a:lnTo>
                <a:lnTo>
                  <a:pt x="709221" y="33738"/>
                </a:lnTo>
                <a:lnTo>
                  <a:pt x="709657" y="33702"/>
                </a:lnTo>
                <a:lnTo>
                  <a:pt x="710096" y="33670"/>
                </a:lnTo>
                <a:lnTo>
                  <a:pt x="710538" y="33642"/>
                </a:lnTo>
                <a:lnTo>
                  <a:pt x="710984" y="33619"/>
                </a:lnTo>
                <a:lnTo>
                  <a:pt x="711433" y="33600"/>
                </a:lnTo>
                <a:lnTo>
                  <a:pt x="711885" y="33585"/>
                </a:lnTo>
                <a:lnTo>
                  <a:pt x="712340" y="33574"/>
                </a:lnTo>
                <a:lnTo>
                  <a:pt x="712798" y="33568"/>
                </a:lnTo>
                <a:lnTo>
                  <a:pt x="713260" y="33566"/>
                </a:lnTo>
                <a:lnTo>
                  <a:pt x="713260" y="21674"/>
                </a:lnTo>
                <a:lnTo>
                  <a:pt x="712528" y="21700"/>
                </a:lnTo>
                <a:lnTo>
                  <a:pt x="711807" y="21735"/>
                </a:lnTo>
                <a:lnTo>
                  <a:pt x="711097" y="21778"/>
                </a:lnTo>
                <a:lnTo>
                  <a:pt x="710397" y="21831"/>
                </a:lnTo>
                <a:lnTo>
                  <a:pt x="709708" y="21893"/>
                </a:lnTo>
                <a:lnTo>
                  <a:pt x="709030" y="21964"/>
                </a:lnTo>
                <a:lnTo>
                  <a:pt x="708362" y="22044"/>
                </a:lnTo>
                <a:lnTo>
                  <a:pt x="707705" y="22134"/>
                </a:lnTo>
                <a:lnTo>
                  <a:pt x="707059" y="22232"/>
                </a:lnTo>
                <a:lnTo>
                  <a:pt x="706423" y="22339"/>
                </a:lnTo>
                <a:lnTo>
                  <a:pt x="705798" y="22456"/>
                </a:lnTo>
                <a:lnTo>
                  <a:pt x="705184" y="22581"/>
                </a:lnTo>
                <a:lnTo>
                  <a:pt x="704580" y="22716"/>
                </a:lnTo>
                <a:lnTo>
                  <a:pt x="703987" y="22859"/>
                </a:lnTo>
                <a:lnTo>
                  <a:pt x="703405" y="23012"/>
                </a:lnTo>
                <a:lnTo>
                  <a:pt x="702833" y="23174"/>
                </a:lnTo>
                <a:lnTo>
                  <a:pt x="702272" y="23345"/>
                </a:lnTo>
                <a:lnTo>
                  <a:pt x="701722" y="23525"/>
                </a:lnTo>
                <a:lnTo>
                  <a:pt x="701183" y="23714"/>
                </a:lnTo>
                <a:lnTo>
                  <a:pt x="700654" y="23912"/>
                </a:lnTo>
                <a:lnTo>
                  <a:pt x="700136" y="24119"/>
                </a:lnTo>
                <a:lnTo>
                  <a:pt x="699628" y="24335"/>
                </a:lnTo>
                <a:lnTo>
                  <a:pt x="699131" y="24560"/>
                </a:lnTo>
                <a:lnTo>
                  <a:pt x="698645" y="24795"/>
                </a:lnTo>
                <a:lnTo>
                  <a:pt x="698169" y="25043"/>
                </a:lnTo>
                <a:lnTo>
                  <a:pt x="697702" y="25308"/>
                </a:lnTo>
                <a:lnTo>
                  <a:pt x="697244" y="25591"/>
                </a:lnTo>
                <a:lnTo>
                  <a:pt x="696795" y="25891"/>
                </a:lnTo>
                <a:lnTo>
                  <a:pt x="696356" y="26209"/>
                </a:lnTo>
                <a:lnTo>
                  <a:pt x="695926" y="26545"/>
                </a:lnTo>
                <a:lnTo>
                  <a:pt x="695505" y="26898"/>
                </a:lnTo>
                <a:lnTo>
                  <a:pt x="695093" y="27269"/>
                </a:lnTo>
                <a:lnTo>
                  <a:pt x="694690" y="27657"/>
                </a:lnTo>
                <a:lnTo>
                  <a:pt x="694297" y="28063"/>
                </a:lnTo>
                <a:lnTo>
                  <a:pt x="693913" y="28486"/>
                </a:lnTo>
                <a:lnTo>
                  <a:pt x="693538" y="28927"/>
                </a:lnTo>
                <a:lnTo>
                  <a:pt x="693172" y="29386"/>
                </a:lnTo>
                <a:lnTo>
                  <a:pt x="692816" y="29862"/>
                </a:lnTo>
                <a:lnTo>
                  <a:pt x="692469" y="30356"/>
                </a:lnTo>
                <a:lnTo>
                  <a:pt x="692131" y="30867"/>
                </a:lnTo>
                <a:lnTo>
                  <a:pt x="691802" y="31396"/>
                </a:lnTo>
                <a:lnTo>
                  <a:pt x="691482" y="31942"/>
                </a:lnTo>
                <a:lnTo>
                  <a:pt x="691172" y="32506"/>
                </a:lnTo>
                <a:lnTo>
                  <a:pt x="690870" y="33088"/>
                </a:lnTo>
                <a:lnTo>
                  <a:pt x="690579" y="33687"/>
                </a:lnTo>
                <a:lnTo>
                  <a:pt x="690296" y="34304"/>
                </a:lnTo>
                <a:lnTo>
                  <a:pt x="690022" y="34938"/>
                </a:lnTo>
                <a:lnTo>
                  <a:pt x="689996" y="35002"/>
                </a:lnTo>
                <a:lnTo>
                  <a:pt x="689694" y="34851"/>
                </a:lnTo>
                <a:lnTo>
                  <a:pt x="689101" y="34575"/>
                </a:lnTo>
                <a:lnTo>
                  <a:pt x="688497" y="34312"/>
                </a:lnTo>
                <a:lnTo>
                  <a:pt x="687881" y="34063"/>
                </a:lnTo>
                <a:lnTo>
                  <a:pt x="687253" y="33827"/>
                </a:lnTo>
                <a:lnTo>
                  <a:pt x="686613" y="33604"/>
                </a:lnTo>
                <a:lnTo>
                  <a:pt x="685961" y="33396"/>
                </a:lnTo>
                <a:lnTo>
                  <a:pt x="685298" y="33200"/>
                </a:lnTo>
                <a:lnTo>
                  <a:pt x="684622" y="33018"/>
                </a:lnTo>
                <a:lnTo>
                  <a:pt x="683935" y="32850"/>
                </a:lnTo>
                <a:lnTo>
                  <a:pt x="683236" y="32695"/>
                </a:lnTo>
                <a:lnTo>
                  <a:pt x="682525" y="32553"/>
                </a:lnTo>
                <a:lnTo>
                  <a:pt x="681802" y="32425"/>
                </a:lnTo>
                <a:lnTo>
                  <a:pt x="681067" y="32310"/>
                </a:lnTo>
                <a:lnTo>
                  <a:pt x="680321" y="32209"/>
                </a:lnTo>
                <a:lnTo>
                  <a:pt x="679562" y="32122"/>
                </a:lnTo>
                <a:lnTo>
                  <a:pt x="678792" y="32048"/>
                </a:lnTo>
                <a:lnTo>
                  <a:pt x="678010" y="31987"/>
                </a:lnTo>
                <a:lnTo>
                  <a:pt x="677216" y="31940"/>
                </a:lnTo>
                <a:lnTo>
                  <a:pt x="676411" y="31906"/>
                </a:lnTo>
                <a:lnTo>
                  <a:pt x="675593" y="31886"/>
                </a:lnTo>
                <a:lnTo>
                  <a:pt x="674764" y="31879"/>
                </a:lnTo>
                <a:lnTo>
                  <a:pt x="673955" y="31886"/>
                </a:lnTo>
                <a:lnTo>
                  <a:pt x="673156" y="31906"/>
                </a:lnTo>
                <a:lnTo>
                  <a:pt x="672369" y="31940"/>
                </a:lnTo>
                <a:lnTo>
                  <a:pt x="671592" y="31987"/>
                </a:lnTo>
                <a:lnTo>
                  <a:pt x="670826" y="32048"/>
                </a:lnTo>
                <a:lnTo>
                  <a:pt x="670070" y="32122"/>
                </a:lnTo>
                <a:lnTo>
                  <a:pt x="669325" y="32209"/>
                </a:lnTo>
                <a:lnTo>
                  <a:pt x="668591" y="32310"/>
                </a:lnTo>
                <a:lnTo>
                  <a:pt x="667867" y="32425"/>
                </a:lnTo>
                <a:lnTo>
                  <a:pt x="667154" y="32553"/>
                </a:lnTo>
                <a:lnTo>
                  <a:pt x="666452" y="32695"/>
                </a:lnTo>
                <a:lnTo>
                  <a:pt x="665761" y="32850"/>
                </a:lnTo>
                <a:lnTo>
                  <a:pt x="665080" y="33018"/>
                </a:lnTo>
                <a:lnTo>
                  <a:pt x="664410" y="33200"/>
                </a:lnTo>
                <a:lnTo>
                  <a:pt x="663750" y="33396"/>
                </a:lnTo>
                <a:lnTo>
                  <a:pt x="663101" y="33604"/>
                </a:lnTo>
                <a:lnTo>
                  <a:pt x="662463" y="33827"/>
                </a:lnTo>
                <a:lnTo>
                  <a:pt x="661836" y="34063"/>
                </a:lnTo>
                <a:lnTo>
                  <a:pt x="661219" y="34312"/>
                </a:lnTo>
                <a:lnTo>
                  <a:pt x="660613" y="34575"/>
                </a:lnTo>
                <a:lnTo>
                  <a:pt x="660017" y="34851"/>
                </a:lnTo>
                <a:lnTo>
                  <a:pt x="659433" y="35141"/>
                </a:lnTo>
                <a:lnTo>
                  <a:pt x="658858" y="35444"/>
                </a:lnTo>
                <a:lnTo>
                  <a:pt x="658295" y="35761"/>
                </a:lnTo>
                <a:lnTo>
                  <a:pt x="657743" y="36089"/>
                </a:lnTo>
                <a:lnTo>
                  <a:pt x="657201" y="36426"/>
                </a:lnTo>
                <a:lnTo>
                  <a:pt x="656671" y="36773"/>
                </a:lnTo>
                <a:lnTo>
                  <a:pt x="656152" y="37129"/>
                </a:lnTo>
                <a:lnTo>
                  <a:pt x="655644" y="37494"/>
                </a:lnTo>
                <a:lnTo>
                  <a:pt x="655147" y="37868"/>
                </a:lnTo>
                <a:lnTo>
                  <a:pt x="654661" y="38252"/>
                </a:lnTo>
                <a:lnTo>
                  <a:pt x="654186" y="38645"/>
                </a:lnTo>
                <a:lnTo>
                  <a:pt x="653723" y="39047"/>
                </a:lnTo>
                <a:lnTo>
                  <a:pt x="653270" y="39458"/>
                </a:lnTo>
                <a:lnTo>
                  <a:pt x="652829" y="39879"/>
                </a:lnTo>
                <a:lnTo>
                  <a:pt x="652398" y="40309"/>
                </a:lnTo>
                <a:lnTo>
                  <a:pt x="651979" y="40749"/>
                </a:lnTo>
                <a:lnTo>
                  <a:pt x="651571" y="41197"/>
                </a:lnTo>
                <a:lnTo>
                  <a:pt x="651174" y="41655"/>
                </a:lnTo>
                <a:lnTo>
                  <a:pt x="650789" y="42123"/>
                </a:lnTo>
                <a:lnTo>
                  <a:pt x="650414" y="42599"/>
                </a:lnTo>
                <a:lnTo>
                  <a:pt x="650050" y="43085"/>
                </a:lnTo>
                <a:lnTo>
                  <a:pt x="649698" y="43580"/>
                </a:lnTo>
                <a:lnTo>
                  <a:pt x="649357" y="44085"/>
                </a:lnTo>
                <a:lnTo>
                  <a:pt x="649026" y="44598"/>
                </a:lnTo>
                <a:lnTo>
                  <a:pt x="648707" y="45121"/>
                </a:lnTo>
                <a:lnTo>
                  <a:pt x="648399" y="45654"/>
                </a:lnTo>
                <a:lnTo>
                  <a:pt x="648102" y="46195"/>
                </a:lnTo>
                <a:lnTo>
                  <a:pt x="647817" y="46744"/>
                </a:lnTo>
                <a:lnTo>
                  <a:pt x="647544" y="47297"/>
                </a:lnTo>
                <a:lnTo>
                  <a:pt x="647283" y="47856"/>
                </a:lnTo>
                <a:lnTo>
                  <a:pt x="647034" y="48420"/>
                </a:lnTo>
                <a:lnTo>
                  <a:pt x="646797" y="48989"/>
                </a:lnTo>
                <a:lnTo>
                  <a:pt x="646573" y="49563"/>
                </a:lnTo>
                <a:lnTo>
                  <a:pt x="646360" y="50142"/>
                </a:lnTo>
                <a:lnTo>
                  <a:pt x="646160" y="50726"/>
                </a:lnTo>
                <a:lnTo>
                  <a:pt x="645972" y="51315"/>
                </a:lnTo>
                <a:lnTo>
                  <a:pt x="645796" y="51910"/>
                </a:lnTo>
                <a:lnTo>
                  <a:pt x="645632" y="52509"/>
                </a:lnTo>
                <a:lnTo>
                  <a:pt x="645480" y="53114"/>
                </a:lnTo>
                <a:lnTo>
                  <a:pt x="645341" y="53724"/>
                </a:lnTo>
                <a:lnTo>
                  <a:pt x="645213" y="54338"/>
                </a:lnTo>
                <a:lnTo>
                  <a:pt x="645098" y="54958"/>
                </a:lnTo>
                <a:lnTo>
                  <a:pt x="644995" y="55583"/>
                </a:lnTo>
                <a:lnTo>
                  <a:pt x="644904" y="56213"/>
                </a:lnTo>
                <a:lnTo>
                  <a:pt x="644825" y="56849"/>
                </a:lnTo>
                <a:lnTo>
                  <a:pt x="644758" y="57489"/>
                </a:lnTo>
                <a:lnTo>
                  <a:pt x="644704" y="58134"/>
                </a:lnTo>
                <a:lnTo>
                  <a:pt x="644661" y="58785"/>
                </a:lnTo>
                <a:lnTo>
                  <a:pt x="644631" y="59440"/>
                </a:lnTo>
                <a:lnTo>
                  <a:pt x="644613" y="60101"/>
                </a:lnTo>
                <a:lnTo>
                  <a:pt x="644606" y="60767"/>
                </a:lnTo>
                <a:lnTo>
                  <a:pt x="644612" y="61397"/>
                </a:lnTo>
                <a:lnTo>
                  <a:pt x="644630" y="62024"/>
                </a:lnTo>
                <a:lnTo>
                  <a:pt x="644660" y="62648"/>
                </a:lnTo>
                <a:lnTo>
                  <a:pt x="644702" y="63267"/>
                </a:lnTo>
                <a:lnTo>
                  <a:pt x="644756" y="63884"/>
                </a:lnTo>
                <a:lnTo>
                  <a:pt x="644822" y="64496"/>
                </a:lnTo>
                <a:lnTo>
                  <a:pt x="644900" y="65105"/>
                </a:lnTo>
                <a:lnTo>
                  <a:pt x="644990" y="65710"/>
                </a:lnTo>
                <a:lnTo>
                  <a:pt x="645092" y="66312"/>
                </a:lnTo>
                <a:lnTo>
                  <a:pt x="645206" y="66910"/>
                </a:lnTo>
                <a:lnTo>
                  <a:pt x="645332" y="67505"/>
                </a:lnTo>
                <a:lnTo>
                  <a:pt x="645470" y="68096"/>
                </a:lnTo>
                <a:lnTo>
                  <a:pt x="645620" y="68684"/>
                </a:lnTo>
                <a:lnTo>
                  <a:pt x="645782" y="69268"/>
                </a:lnTo>
                <a:lnTo>
                  <a:pt x="645956" y="69848"/>
                </a:lnTo>
                <a:lnTo>
                  <a:pt x="646141" y="70425"/>
                </a:lnTo>
                <a:lnTo>
                  <a:pt x="646339" y="70998"/>
                </a:lnTo>
                <a:lnTo>
                  <a:pt x="646549" y="71567"/>
                </a:lnTo>
                <a:lnTo>
                  <a:pt x="646771" y="72133"/>
                </a:lnTo>
                <a:lnTo>
                  <a:pt x="647005" y="72695"/>
                </a:lnTo>
                <a:lnTo>
                  <a:pt x="647251" y="73254"/>
                </a:lnTo>
                <a:lnTo>
                  <a:pt x="647509" y="73809"/>
                </a:lnTo>
                <a:lnTo>
                  <a:pt x="647778" y="74361"/>
                </a:lnTo>
                <a:lnTo>
                  <a:pt x="648060" y="74909"/>
                </a:lnTo>
                <a:lnTo>
                  <a:pt x="648354" y="75451"/>
                </a:lnTo>
                <a:lnTo>
                  <a:pt x="648659" y="75983"/>
                </a:lnTo>
                <a:lnTo>
                  <a:pt x="648975" y="76507"/>
                </a:lnTo>
                <a:lnTo>
                  <a:pt x="649303" y="77022"/>
                </a:lnTo>
                <a:lnTo>
                  <a:pt x="649642" y="77528"/>
                </a:lnTo>
                <a:lnTo>
                  <a:pt x="649992" y="78024"/>
                </a:lnTo>
                <a:lnTo>
                  <a:pt x="650354" y="78512"/>
                </a:lnTo>
                <a:lnTo>
                  <a:pt x="650728" y="78991"/>
                </a:lnTo>
                <a:lnTo>
                  <a:pt x="651113" y="79461"/>
                </a:lnTo>
                <a:lnTo>
                  <a:pt x="651509" y="79922"/>
                </a:lnTo>
                <a:lnTo>
                  <a:pt x="651916" y="80374"/>
                </a:lnTo>
                <a:lnTo>
                  <a:pt x="652335" y="80816"/>
                </a:lnTo>
                <a:lnTo>
                  <a:pt x="652766" y="81250"/>
                </a:lnTo>
                <a:lnTo>
                  <a:pt x="653207" y="81675"/>
                </a:lnTo>
                <a:lnTo>
                  <a:pt x="653661" y="82091"/>
                </a:lnTo>
                <a:lnTo>
                  <a:pt x="654125" y="82498"/>
                </a:lnTo>
                <a:lnTo>
                  <a:pt x="654601" y="82896"/>
                </a:lnTo>
                <a:lnTo>
                  <a:pt x="655089" y="83285"/>
                </a:lnTo>
                <a:lnTo>
                  <a:pt x="655559" y="83643"/>
                </a:lnTo>
                <a:lnTo>
                  <a:pt x="655226" y="83782"/>
                </a:lnTo>
                <a:lnTo>
                  <a:pt x="654687" y="84018"/>
                </a:lnTo>
                <a:lnTo>
                  <a:pt x="654163" y="84259"/>
                </a:lnTo>
                <a:lnTo>
                  <a:pt x="653653" y="84505"/>
                </a:lnTo>
                <a:lnTo>
                  <a:pt x="653157" y="84757"/>
                </a:lnTo>
                <a:lnTo>
                  <a:pt x="652676" y="85014"/>
                </a:lnTo>
                <a:lnTo>
                  <a:pt x="652209" y="85277"/>
                </a:lnTo>
                <a:lnTo>
                  <a:pt x="651756" y="85545"/>
                </a:lnTo>
                <a:lnTo>
                  <a:pt x="651318" y="85818"/>
                </a:lnTo>
                <a:lnTo>
                  <a:pt x="650894" y="86097"/>
                </a:lnTo>
                <a:lnTo>
                  <a:pt x="650484" y="86381"/>
                </a:lnTo>
                <a:lnTo>
                  <a:pt x="650089" y="86671"/>
                </a:lnTo>
                <a:lnTo>
                  <a:pt x="649708" y="86966"/>
                </a:lnTo>
                <a:lnTo>
                  <a:pt x="649341" y="87266"/>
                </a:lnTo>
                <a:lnTo>
                  <a:pt x="648989" y="87572"/>
                </a:lnTo>
                <a:lnTo>
                  <a:pt x="648651" y="87883"/>
                </a:lnTo>
                <a:lnTo>
                  <a:pt x="648328" y="88199"/>
                </a:lnTo>
                <a:lnTo>
                  <a:pt x="648018" y="88521"/>
                </a:lnTo>
                <a:lnTo>
                  <a:pt x="647723" y="88848"/>
                </a:lnTo>
                <a:lnTo>
                  <a:pt x="647441" y="89178"/>
                </a:lnTo>
                <a:lnTo>
                  <a:pt x="647172" y="89507"/>
                </a:lnTo>
                <a:lnTo>
                  <a:pt x="646914" y="89837"/>
                </a:lnTo>
                <a:lnTo>
                  <a:pt x="646668" y="90167"/>
                </a:lnTo>
                <a:lnTo>
                  <a:pt x="646434" y="90496"/>
                </a:lnTo>
                <a:lnTo>
                  <a:pt x="646212" y="90826"/>
                </a:lnTo>
                <a:lnTo>
                  <a:pt x="646002" y="91156"/>
                </a:lnTo>
                <a:lnTo>
                  <a:pt x="645805" y="91485"/>
                </a:lnTo>
                <a:lnTo>
                  <a:pt x="645619" y="91815"/>
                </a:lnTo>
                <a:lnTo>
                  <a:pt x="645445" y="92145"/>
                </a:lnTo>
                <a:lnTo>
                  <a:pt x="645283" y="92474"/>
                </a:lnTo>
                <a:lnTo>
                  <a:pt x="645133" y="92804"/>
                </a:lnTo>
                <a:lnTo>
                  <a:pt x="644995" y="93134"/>
                </a:lnTo>
                <a:lnTo>
                  <a:pt x="644869" y="93463"/>
                </a:lnTo>
                <a:lnTo>
                  <a:pt x="644755" y="93793"/>
                </a:lnTo>
                <a:lnTo>
                  <a:pt x="644653" y="94123"/>
                </a:lnTo>
                <a:lnTo>
                  <a:pt x="644563" y="94452"/>
                </a:lnTo>
                <a:lnTo>
                  <a:pt x="644485" y="94782"/>
                </a:lnTo>
                <a:lnTo>
                  <a:pt x="644419" y="95112"/>
                </a:lnTo>
                <a:lnTo>
                  <a:pt x="644365" y="95441"/>
                </a:lnTo>
                <a:lnTo>
                  <a:pt x="644323" y="95771"/>
                </a:lnTo>
                <a:lnTo>
                  <a:pt x="644294" y="96101"/>
                </a:lnTo>
                <a:lnTo>
                  <a:pt x="644276" y="96430"/>
                </a:lnTo>
                <a:lnTo>
                  <a:pt x="644270" y="96760"/>
                </a:lnTo>
                <a:lnTo>
                  <a:pt x="644273" y="96983"/>
                </a:lnTo>
                <a:lnTo>
                  <a:pt x="644283" y="97208"/>
                </a:lnTo>
                <a:lnTo>
                  <a:pt x="644300" y="97434"/>
                </a:lnTo>
                <a:lnTo>
                  <a:pt x="644323" y="97662"/>
                </a:lnTo>
                <a:lnTo>
                  <a:pt x="644354" y="97892"/>
                </a:lnTo>
                <a:lnTo>
                  <a:pt x="644391" y="98123"/>
                </a:lnTo>
                <a:lnTo>
                  <a:pt x="644434" y="98356"/>
                </a:lnTo>
                <a:lnTo>
                  <a:pt x="644485" y="98591"/>
                </a:lnTo>
                <a:lnTo>
                  <a:pt x="644542" y="98827"/>
                </a:lnTo>
                <a:lnTo>
                  <a:pt x="644606" y="99065"/>
                </a:lnTo>
                <a:lnTo>
                  <a:pt x="644677" y="99304"/>
                </a:lnTo>
                <a:lnTo>
                  <a:pt x="644754" y="99546"/>
                </a:lnTo>
                <a:lnTo>
                  <a:pt x="644838" y="99789"/>
                </a:lnTo>
                <a:lnTo>
                  <a:pt x="644929" y="100033"/>
                </a:lnTo>
                <a:lnTo>
                  <a:pt x="645026" y="100279"/>
                </a:lnTo>
                <a:lnTo>
                  <a:pt x="645131" y="100527"/>
                </a:lnTo>
                <a:lnTo>
                  <a:pt x="645242" y="100776"/>
                </a:lnTo>
                <a:lnTo>
                  <a:pt x="645359" y="101027"/>
                </a:lnTo>
                <a:lnTo>
                  <a:pt x="645484" y="101280"/>
                </a:lnTo>
                <a:lnTo>
                  <a:pt x="645615" y="101535"/>
                </a:lnTo>
                <a:lnTo>
                  <a:pt x="645753" y="101791"/>
                </a:lnTo>
                <a:lnTo>
                  <a:pt x="645898" y="102048"/>
                </a:lnTo>
                <a:lnTo>
                  <a:pt x="646049" y="102308"/>
                </a:lnTo>
                <a:lnTo>
                  <a:pt x="646207" y="102569"/>
                </a:lnTo>
                <a:lnTo>
                  <a:pt x="646373" y="102829"/>
                </a:lnTo>
                <a:lnTo>
                  <a:pt x="646549" y="103086"/>
                </a:lnTo>
                <a:lnTo>
                  <a:pt x="646733" y="103341"/>
                </a:lnTo>
                <a:lnTo>
                  <a:pt x="646928" y="103592"/>
                </a:lnTo>
                <a:lnTo>
                  <a:pt x="647131" y="103841"/>
                </a:lnTo>
                <a:lnTo>
                  <a:pt x="647344" y="104087"/>
                </a:lnTo>
                <a:lnTo>
                  <a:pt x="647566" y="104330"/>
                </a:lnTo>
                <a:lnTo>
                  <a:pt x="647798" y="104570"/>
                </a:lnTo>
                <a:lnTo>
                  <a:pt x="648039" y="104808"/>
                </a:lnTo>
                <a:lnTo>
                  <a:pt x="648290" y="105042"/>
                </a:lnTo>
                <a:lnTo>
                  <a:pt x="648549" y="105274"/>
                </a:lnTo>
                <a:lnTo>
                  <a:pt x="648818" y="105503"/>
                </a:lnTo>
                <a:lnTo>
                  <a:pt x="649097" y="105729"/>
                </a:lnTo>
                <a:lnTo>
                  <a:pt x="649385" y="105953"/>
                </a:lnTo>
                <a:lnTo>
                  <a:pt x="649682" y="106173"/>
                </a:lnTo>
                <a:lnTo>
                  <a:pt x="649988" y="106391"/>
                </a:lnTo>
                <a:lnTo>
                  <a:pt x="650304" y="106605"/>
                </a:lnTo>
                <a:lnTo>
                  <a:pt x="650629" y="106817"/>
                </a:lnTo>
                <a:lnTo>
                  <a:pt x="650964" y="107026"/>
                </a:lnTo>
                <a:lnTo>
                  <a:pt x="651308" y="107233"/>
                </a:lnTo>
                <a:lnTo>
                  <a:pt x="651661" y="107436"/>
                </a:lnTo>
                <a:lnTo>
                  <a:pt x="652024" y="107637"/>
                </a:lnTo>
                <a:lnTo>
                  <a:pt x="652396" y="107834"/>
                </a:lnTo>
                <a:lnTo>
                  <a:pt x="652778" y="108029"/>
                </a:lnTo>
                <a:lnTo>
                  <a:pt x="653170" y="108219"/>
                </a:lnTo>
                <a:lnTo>
                  <a:pt x="653574" y="108403"/>
                </a:lnTo>
                <a:lnTo>
                  <a:pt x="653991" y="108579"/>
                </a:lnTo>
                <a:lnTo>
                  <a:pt x="654213" y="108667"/>
                </a:lnTo>
                <a:lnTo>
                  <a:pt x="653844" y="108829"/>
                </a:lnTo>
                <a:lnTo>
                  <a:pt x="653091" y="109183"/>
                </a:lnTo>
                <a:lnTo>
                  <a:pt x="652361" y="109549"/>
                </a:lnTo>
                <a:lnTo>
                  <a:pt x="651654" y="109926"/>
                </a:lnTo>
                <a:lnTo>
                  <a:pt x="650971" y="110315"/>
                </a:lnTo>
                <a:lnTo>
                  <a:pt x="650311" y="110715"/>
                </a:lnTo>
                <a:lnTo>
                  <a:pt x="649674" y="111128"/>
                </a:lnTo>
                <a:lnTo>
                  <a:pt x="649061" y="111552"/>
                </a:lnTo>
                <a:lnTo>
                  <a:pt x="648470" y="111988"/>
                </a:lnTo>
                <a:lnTo>
                  <a:pt x="647903" y="112436"/>
                </a:lnTo>
                <a:lnTo>
                  <a:pt x="647359" y="112895"/>
                </a:lnTo>
                <a:lnTo>
                  <a:pt x="646839" y="113366"/>
                </a:lnTo>
                <a:lnTo>
                  <a:pt x="646340" y="113846"/>
                </a:lnTo>
                <a:lnTo>
                  <a:pt x="645863" y="114332"/>
                </a:lnTo>
                <a:lnTo>
                  <a:pt x="645407" y="114823"/>
                </a:lnTo>
                <a:lnTo>
                  <a:pt x="644973" y="115320"/>
                </a:lnTo>
                <a:lnTo>
                  <a:pt x="644559" y="115823"/>
                </a:lnTo>
                <a:lnTo>
                  <a:pt x="644167" y="116332"/>
                </a:lnTo>
                <a:lnTo>
                  <a:pt x="643796" y="116846"/>
                </a:lnTo>
                <a:lnTo>
                  <a:pt x="643446" y="117366"/>
                </a:lnTo>
                <a:lnTo>
                  <a:pt x="643117" y="117891"/>
                </a:lnTo>
                <a:lnTo>
                  <a:pt x="642810" y="118423"/>
                </a:lnTo>
                <a:lnTo>
                  <a:pt x="642523" y="118960"/>
                </a:lnTo>
                <a:lnTo>
                  <a:pt x="642258" y="119503"/>
                </a:lnTo>
                <a:lnTo>
                  <a:pt x="642014" y="120052"/>
                </a:lnTo>
                <a:lnTo>
                  <a:pt x="641792" y="120606"/>
                </a:lnTo>
                <a:lnTo>
                  <a:pt x="641590" y="121166"/>
                </a:lnTo>
                <a:lnTo>
                  <a:pt x="641410" y="121732"/>
                </a:lnTo>
                <a:lnTo>
                  <a:pt x="641251" y="122303"/>
                </a:lnTo>
                <a:lnTo>
                  <a:pt x="641113" y="122881"/>
                </a:lnTo>
                <a:lnTo>
                  <a:pt x="640997" y="123464"/>
                </a:lnTo>
                <a:lnTo>
                  <a:pt x="640901" y="124052"/>
                </a:lnTo>
                <a:lnTo>
                  <a:pt x="640827" y="124647"/>
                </a:lnTo>
                <a:lnTo>
                  <a:pt x="640774" y="125247"/>
                </a:lnTo>
                <a:lnTo>
                  <a:pt x="640742" y="125853"/>
                </a:lnTo>
                <a:lnTo>
                  <a:pt x="640732" y="126465"/>
                </a:lnTo>
                <a:lnTo>
                  <a:pt x="640737" y="126969"/>
                </a:lnTo>
                <a:lnTo>
                  <a:pt x="640755" y="127471"/>
                </a:lnTo>
                <a:lnTo>
                  <a:pt x="640785" y="127969"/>
                </a:lnTo>
                <a:lnTo>
                  <a:pt x="640826" y="128465"/>
                </a:lnTo>
                <a:lnTo>
                  <a:pt x="640880" y="128957"/>
                </a:lnTo>
                <a:lnTo>
                  <a:pt x="640945" y="129446"/>
                </a:lnTo>
                <a:lnTo>
                  <a:pt x="641022" y="129933"/>
                </a:lnTo>
                <a:lnTo>
                  <a:pt x="641111" y="130416"/>
                </a:lnTo>
                <a:lnTo>
                  <a:pt x="641211" y="130897"/>
                </a:lnTo>
                <a:lnTo>
                  <a:pt x="641324" y="131374"/>
                </a:lnTo>
                <a:lnTo>
                  <a:pt x="641448" y="131848"/>
                </a:lnTo>
                <a:lnTo>
                  <a:pt x="641584" y="132319"/>
                </a:lnTo>
                <a:lnTo>
                  <a:pt x="641733" y="132788"/>
                </a:lnTo>
                <a:lnTo>
                  <a:pt x="641892" y="133253"/>
                </a:lnTo>
                <a:lnTo>
                  <a:pt x="642064" y="133715"/>
                </a:lnTo>
                <a:lnTo>
                  <a:pt x="642248" y="134174"/>
                </a:lnTo>
                <a:lnTo>
                  <a:pt x="642443" y="134631"/>
                </a:lnTo>
                <a:lnTo>
                  <a:pt x="642651" y="135084"/>
                </a:lnTo>
                <a:lnTo>
                  <a:pt x="642870" y="135534"/>
                </a:lnTo>
                <a:lnTo>
                  <a:pt x="643101" y="135981"/>
                </a:lnTo>
                <a:lnTo>
                  <a:pt x="643344" y="136425"/>
                </a:lnTo>
                <a:lnTo>
                  <a:pt x="643598" y="136866"/>
                </a:lnTo>
                <a:lnTo>
                  <a:pt x="643865" y="137304"/>
                </a:lnTo>
                <a:lnTo>
                  <a:pt x="644143" y="137739"/>
                </a:lnTo>
                <a:lnTo>
                  <a:pt x="644435" y="138170"/>
                </a:lnTo>
                <a:lnTo>
                  <a:pt x="644741" y="138592"/>
                </a:lnTo>
                <a:lnTo>
                  <a:pt x="645063" y="139008"/>
                </a:lnTo>
                <a:lnTo>
                  <a:pt x="645399" y="139417"/>
                </a:lnTo>
                <a:lnTo>
                  <a:pt x="645749" y="139818"/>
                </a:lnTo>
                <a:lnTo>
                  <a:pt x="646115" y="140212"/>
                </a:lnTo>
                <a:lnTo>
                  <a:pt x="646495" y="140599"/>
                </a:lnTo>
                <a:lnTo>
                  <a:pt x="646890" y="140978"/>
                </a:lnTo>
                <a:lnTo>
                  <a:pt x="647300" y="141350"/>
                </a:lnTo>
                <a:lnTo>
                  <a:pt x="647725" y="141716"/>
                </a:lnTo>
                <a:lnTo>
                  <a:pt x="648164" y="142073"/>
                </a:lnTo>
                <a:lnTo>
                  <a:pt x="648618" y="142424"/>
                </a:lnTo>
                <a:lnTo>
                  <a:pt x="649087" y="142767"/>
                </a:lnTo>
                <a:lnTo>
                  <a:pt x="649571" y="143104"/>
                </a:lnTo>
                <a:lnTo>
                  <a:pt x="650069" y="143433"/>
                </a:lnTo>
                <a:lnTo>
                  <a:pt x="650583" y="143754"/>
                </a:lnTo>
                <a:lnTo>
                  <a:pt x="651111" y="144069"/>
                </a:lnTo>
                <a:lnTo>
                  <a:pt x="651653" y="144376"/>
                </a:lnTo>
                <a:lnTo>
                  <a:pt x="652211" y="144676"/>
                </a:lnTo>
                <a:lnTo>
                  <a:pt x="652783" y="144969"/>
                </a:lnTo>
                <a:lnTo>
                  <a:pt x="653370" y="145254"/>
                </a:lnTo>
                <a:lnTo>
                  <a:pt x="653972" y="145533"/>
                </a:lnTo>
                <a:lnTo>
                  <a:pt x="654589" y="145804"/>
                </a:lnTo>
                <a:lnTo>
                  <a:pt x="655220" y="146068"/>
                </a:lnTo>
                <a:lnTo>
                  <a:pt x="655868" y="146322"/>
                </a:lnTo>
                <a:lnTo>
                  <a:pt x="656533" y="146566"/>
                </a:lnTo>
                <a:lnTo>
                  <a:pt x="657216" y="146800"/>
                </a:lnTo>
                <a:lnTo>
                  <a:pt x="657916" y="147022"/>
                </a:lnTo>
                <a:lnTo>
                  <a:pt x="658634" y="147233"/>
                </a:lnTo>
                <a:lnTo>
                  <a:pt x="659369" y="147434"/>
                </a:lnTo>
                <a:lnTo>
                  <a:pt x="660122" y="147624"/>
                </a:lnTo>
                <a:lnTo>
                  <a:pt x="660892" y="147803"/>
                </a:lnTo>
                <a:lnTo>
                  <a:pt x="661680" y="147971"/>
                </a:lnTo>
                <a:lnTo>
                  <a:pt x="662486" y="148128"/>
                </a:lnTo>
                <a:lnTo>
                  <a:pt x="663309" y="148274"/>
                </a:lnTo>
                <a:lnTo>
                  <a:pt x="664150" y="148410"/>
                </a:lnTo>
                <a:lnTo>
                  <a:pt x="665008" y="148535"/>
                </a:lnTo>
                <a:lnTo>
                  <a:pt x="665883" y="148648"/>
                </a:lnTo>
                <a:lnTo>
                  <a:pt x="666777" y="148751"/>
                </a:lnTo>
                <a:lnTo>
                  <a:pt x="667688" y="148844"/>
                </a:lnTo>
                <a:lnTo>
                  <a:pt x="668616" y="148925"/>
                </a:lnTo>
                <a:lnTo>
                  <a:pt x="669562" y="148995"/>
                </a:lnTo>
                <a:lnTo>
                  <a:pt x="670525" y="149055"/>
                </a:lnTo>
                <a:lnTo>
                  <a:pt x="671506" y="149104"/>
                </a:lnTo>
                <a:lnTo>
                  <a:pt x="672505" y="149142"/>
                </a:lnTo>
                <a:lnTo>
                  <a:pt x="673521" y="149169"/>
                </a:lnTo>
                <a:lnTo>
                  <a:pt x="674555" y="149185"/>
                </a:lnTo>
                <a:lnTo>
                  <a:pt x="675606" y="149191"/>
                </a:lnTo>
                <a:lnTo>
                  <a:pt x="677128" y="149178"/>
                </a:lnTo>
                <a:lnTo>
                  <a:pt x="678619" y="149140"/>
                </a:lnTo>
                <a:lnTo>
                  <a:pt x="680080" y="149076"/>
                </a:lnTo>
                <a:lnTo>
                  <a:pt x="681510" y="148987"/>
                </a:lnTo>
                <a:lnTo>
                  <a:pt x="682909" y="148873"/>
                </a:lnTo>
                <a:lnTo>
                  <a:pt x="684277" y="148733"/>
                </a:lnTo>
                <a:lnTo>
                  <a:pt x="685615" y="148567"/>
                </a:lnTo>
                <a:lnTo>
                  <a:pt x="686922" y="148376"/>
                </a:lnTo>
                <a:lnTo>
                  <a:pt x="688198" y="148160"/>
                </a:lnTo>
                <a:lnTo>
                  <a:pt x="689444" y="147918"/>
                </a:lnTo>
                <a:lnTo>
                  <a:pt x="690659" y="147651"/>
                </a:lnTo>
                <a:lnTo>
                  <a:pt x="691843" y="147358"/>
                </a:lnTo>
                <a:lnTo>
                  <a:pt x="692996" y="147040"/>
                </a:lnTo>
                <a:lnTo>
                  <a:pt x="694119" y="146697"/>
                </a:lnTo>
                <a:lnTo>
                  <a:pt x="695211" y="146328"/>
                </a:lnTo>
                <a:lnTo>
                  <a:pt x="696272" y="145933"/>
                </a:lnTo>
                <a:lnTo>
                  <a:pt x="697303" y="145513"/>
                </a:lnTo>
                <a:lnTo>
                  <a:pt x="698303" y="145068"/>
                </a:lnTo>
                <a:lnTo>
                  <a:pt x="699272" y="144597"/>
                </a:lnTo>
                <a:lnTo>
                  <a:pt x="700210" y="144101"/>
                </a:lnTo>
                <a:lnTo>
                  <a:pt x="701118" y="143579"/>
                </a:lnTo>
                <a:lnTo>
                  <a:pt x="701995" y="143032"/>
                </a:lnTo>
                <a:lnTo>
                  <a:pt x="702841" y="142459"/>
                </a:lnTo>
                <a:lnTo>
                  <a:pt x="703657" y="141861"/>
                </a:lnTo>
                <a:lnTo>
                  <a:pt x="704441" y="141243"/>
                </a:lnTo>
                <a:lnTo>
                  <a:pt x="705191" y="140611"/>
                </a:lnTo>
                <a:lnTo>
                  <a:pt x="705908" y="139965"/>
                </a:lnTo>
                <a:lnTo>
                  <a:pt x="706591" y="139304"/>
                </a:lnTo>
                <a:lnTo>
                  <a:pt x="707242" y="138629"/>
                </a:lnTo>
                <a:lnTo>
                  <a:pt x="707858" y="137939"/>
                </a:lnTo>
                <a:lnTo>
                  <a:pt x="708442" y="137235"/>
                </a:lnTo>
                <a:lnTo>
                  <a:pt x="708992" y="136517"/>
                </a:lnTo>
                <a:lnTo>
                  <a:pt x="709509" y="135785"/>
                </a:lnTo>
                <a:lnTo>
                  <a:pt x="709992" y="135038"/>
                </a:lnTo>
                <a:lnTo>
                  <a:pt x="710443" y="134277"/>
                </a:lnTo>
                <a:lnTo>
                  <a:pt x="710859" y="133502"/>
                </a:lnTo>
                <a:lnTo>
                  <a:pt x="711243" y="132712"/>
                </a:lnTo>
                <a:lnTo>
                  <a:pt x="711593" y="131908"/>
                </a:lnTo>
                <a:lnTo>
                  <a:pt x="711910" y="131090"/>
                </a:lnTo>
                <a:lnTo>
                  <a:pt x="712193" y="130257"/>
                </a:lnTo>
                <a:lnTo>
                  <a:pt x="712443" y="129410"/>
                </a:lnTo>
                <a:lnTo>
                  <a:pt x="712660" y="128549"/>
                </a:lnTo>
                <a:lnTo>
                  <a:pt x="712843" y="127673"/>
                </a:lnTo>
                <a:lnTo>
                  <a:pt x="712993" y="126783"/>
                </a:lnTo>
                <a:lnTo>
                  <a:pt x="713110" y="125879"/>
                </a:lnTo>
                <a:lnTo>
                  <a:pt x="713193" y="124961"/>
                </a:lnTo>
                <a:lnTo>
                  <a:pt x="713243" y="124028"/>
                </a:lnTo>
                <a:lnTo>
                  <a:pt x="713260" y="123081"/>
                </a:lnTo>
                <a:lnTo>
                  <a:pt x="713246" y="122130"/>
                </a:lnTo>
                <a:lnTo>
                  <a:pt x="713203" y="121200"/>
                </a:lnTo>
                <a:lnTo>
                  <a:pt x="713132" y="120291"/>
                </a:lnTo>
                <a:lnTo>
                  <a:pt x="713032" y="119403"/>
                </a:lnTo>
                <a:lnTo>
                  <a:pt x="712904" y="118536"/>
                </a:lnTo>
                <a:lnTo>
                  <a:pt x="712747" y="117690"/>
                </a:lnTo>
                <a:lnTo>
                  <a:pt x="712561" y="116864"/>
                </a:lnTo>
                <a:lnTo>
                  <a:pt x="712348" y="116060"/>
                </a:lnTo>
                <a:lnTo>
                  <a:pt x="712105" y="115277"/>
                </a:lnTo>
                <a:lnTo>
                  <a:pt x="711834" y="114514"/>
                </a:lnTo>
                <a:lnTo>
                  <a:pt x="711535" y="113773"/>
                </a:lnTo>
                <a:lnTo>
                  <a:pt x="711207" y="113052"/>
                </a:lnTo>
                <a:lnTo>
                  <a:pt x="710850" y="112352"/>
                </a:lnTo>
                <a:lnTo>
                  <a:pt x="710465" y="111674"/>
                </a:lnTo>
                <a:lnTo>
                  <a:pt x="710052" y="111016"/>
                </a:lnTo>
                <a:lnTo>
                  <a:pt x="709610" y="110379"/>
                </a:lnTo>
                <a:lnTo>
                  <a:pt x="709139" y="109763"/>
                </a:lnTo>
                <a:lnTo>
                  <a:pt x="708640" y="109168"/>
                </a:lnTo>
                <a:lnTo>
                  <a:pt x="708113" y="108594"/>
                </a:lnTo>
                <a:lnTo>
                  <a:pt x="707557" y="108040"/>
                </a:lnTo>
                <a:lnTo>
                  <a:pt x="706972" y="107508"/>
                </a:lnTo>
                <a:lnTo>
                  <a:pt x="706359" y="106997"/>
                </a:lnTo>
                <a:lnTo>
                  <a:pt x="705717" y="106506"/>
                </a:lnTo>
                <a:lnTo>
                  <a:pt x="705047" y="106037"/>
                </a:lnTo>
                <a:lnTo>
                  <a:pt x="704344" y="105587"/>
                </a:lnTo>
                <a:lnTo>
                  <a:pt x="703602" y="105157"/>
                </a:lnTo>
                <a:lnTo>
                  <a:pt x="702823" y="104746"/>
                </a:lnTo>
                <a:lnTo>
                  <a:pt x="702006" y="104354"/>
                </a:lnTo>
                <a:lnTo>
                  <a:pt x="701151" y="103981"/>
                </a:lnTo>
                <a:lnTo>
                  <a:pt x="700259" y="103627"/>
                </a:lnTo>
                <a:lnTo>
                  <a:pt x="699328" y="103292"/>
                </a:lnTo>
                <a:lnTo>
                  <a:pt x="698359" y="102977"/>
                </a:lnTo>
                <a:lnTo>
                  <a:pt x="697353" y="102680"/>
                </a:lnTo>
                <a:lnTo>
                  <a:pt x="696309" y="102403"/>
                </a:lnTo>
                <a:lnTo>
                  <a:pt x="695227" y="102145"/>
                </a:lnTo>
                <a:lnTo>
                  <a:pt x="694107" y="101906"/>
                </a:lnTo>
                <a:lnTo>
                  <a:pt x="692949" y="101686"/>
                </a:lnTo>
                <a:lnTo>
                  <a:pt x="691753" y="101485"/>
                </a:lnTo>
                <a:lnTo>
                  <a:pt x="690519" y="101303"/>
                </a:lnTo>
                <a:lnTo>
                  <a:pt x="689248" y="101141"/>
                </a:lnTo>
                <a:lnTo>
                  <a:pt x="687938" y="100997"/>
                </a:lnTo>
                <a:lnTo>
                  <a:pt x="686591" y="100873"/>
                </a:lnTo>
                <a:lnTo>
                  <a:pt x="685206" y="100768"/>
                </a:lnTo>
                <a:lnTo>
                  <a:pt x="683783" y="100682"/>
                </a:lnTo>
                <a:lnTo>
                  <a:pt x="682322" y="100615"/>
                </a:lnTo>
                <a:lnTo>
                  <a:pt x="680823" y="100567"/>
                </a:lnTo>
                <a:lnTo>
                  <a:pt x="679286" y="100538"/>
                </a:lnTo>
                <a:lnTo>
                  <a:pt x="677712" y="100529"/>
                </a:lnTo>
                <a:lnTo>
                  <a:pt x="673079" y="100529"/>
                </a:lnTo>
                <a:lnTo>
                  <a:pt x="672550" y="100520"/>
                </a:lnTo>
                <a:lnTo>
                  <a:pt x="672031" y="100510"/>
                </a:lnTo>
                <a:lnTo>
                  <a:pt x="671520" y="100497"/>
                </a:lnTo>
                <a:lnTo>
                  <a:pt x="671020" y="100482"/>
                </a:lnTo>
                <a:lnTo>
                  <a:pt x="670528" y="100464"/>
                </a:lnTo>
                <a:lnTo>
                  <a:pt x="670046" y="100444"/>
                </a:lnTo>
                <a:lnTo>
                  <a:pt x="669574" y="100422"/>
                </a:lnTo>
                <a:lnTo>
                  <a:pt x="669110" y="100397"/>
                </a:lnTo>
                <a:lnTo>
                  <a:pt x="668656" y="100370"/>
                </a:lnTo>
                <a:lnTo>
                  <a:pt x="668212" y="100340"/>
                </a:lnTo>
                <a:lnTo>
                  <a:pt x="667777" y="100309"/>
                </a:lnTo>
                <a:lnTo>
                  <a:pt x="667351" y="100274"/>
                </a:lnTo>
                <a:lnTo>
                  <a:pt x="666934" y="100238"/>
                </a:lnTo>
                <a:lnTo>
                  <a:pt x="666527" y="100199"/>
                </a:lnTo>
                <a:lnTo>
                  <a:pt x="666129" y="100158"/>
                </a:lnTo>
                <a:lnTo>
                  <a:pt x="665741" y="100114"/>
                </a:lnTo>
                <a:lnTo>
                  <a:pt x="665362" y="100068"/>
                </a:lnTo>
                <a:lnTo>
                  <a:pt x="664992" y="100020"/>
                </a:lnTo>
                <a:lnTo>
                  <a:pt x="664632" y="99969"/>
                </a:lnTo>
                <a:lnTo>
                  <a:pt x="664281" y="99916"/>
                </a:lnTo>
                <a:lnTo>
                  <a:pt x="663939" y="99861"/>
                </a:lnTo>
                <a:lnTo>
                  <a:pt x="663607" y="99803"/>
                </a:lnTo>
                <a:lnTo>
                  <a:pt x="663284" y="99743"/>
                </a:lnTo>
                <a:lnTo>
                  <a:pt x="662970" y="99680"/>
                </a:lnTo>
                <a:lnTo>
                  <a:pt x="662665" y="99615"/>
                </a:lnTo>
                <a:lnTo>
                  <a:pt x="662368" y="99549"/>
                </a:lnTo>
                <a:lnTo>
                  <a:pt x="662078" y="99480"/>
                </a:lnTo>
                <a:lnTo>
                  <a:pt x="661796" y="99410"/>
                </a:lnTo>
                <a:lnTo>
                  <a:pt x="661521" y="99338"/>
                </a:lnTo>
                <a:lnTo>
                  <a:pt x="661254" y="99263"/>
                </a:lnTo>
                <a:lnTo>
                  <a:pt x="660994" y="99187"/>
                </a:lnTo>
                <a:lnTo>
                  <a:pt x="660743" y="99109"/>
                </a:lnTo>
                <a:lnTo>
                  <a:pt x="660498" y="99029"/>
                </a:lnTo>
                <a:lnTo>
                  <a:pt x="660262" y="98948"/>
                </a:lnTo>
                <a:lnTo>
                  <a:pt x="660033" y="98864"/>
                </a:lnTo>
                <a:lnTo>
                  <a:pt x="659811" y="98778"/>
                </a:lnTo>
                <a:lnTo>
                  <a:pt x="659598" y="98690"/>
                </a:lnTo>
                <a:lnTo>
                  <a:pt x="659391" y="98601"/>
                </a:lnTo>
                <a:lnTo>
                  <a:pt x="659193" y="98510"/>
                </a:lnTo>
                <a:lnTo>
                  <a:pt x="659002" y="98416"/>
                </a:lnTo>
                <a:lnTo>
                  <a:pt x="658818" y="98321"/>
                </a:lnTo>
                <a:lnTo>
                  <a:pt x="658643" y="98224"/>
                </a:lnTo>
                <a:lnTo>
                  <a:pt x="658474" y="98125"/>
                </a:lnTo>
                <a:lnTo>
                  <a:pt x="658314" y="98024"/>
                </a:lnTo>
                <a:lnTo>
                  <a:pt x="658161" y="97921"/>
                </a:lnTo>
                <a:lnTo>
                  <a:pt x="658015" y="97816"/>
                </a:lnTo>
                <a:lnTo>
                  <a:pt x="657878" y="97709"/>
                </a:lnTo>
                <a:lnTo>
                  <a:pt x="657748" y="97601"/>
                </a:lnTo>
                <a:lnTo>
                  <a:pt x="657624" y="97491"/>
                </a:lnTo>
                <a:lnTo>
                  <a:pt x="657505" y="97379"/>
                </a:lnTo>
                <a:lnTo>
                  <a:pt x="657392" y="97267"/>
                </a:lnTo>
                <a:lnTo>
                  <a:pt x="657284" y="97154"/>
                </a:lnTo>
                <a:lnTo>
                  <a:pt x="657182" y="97040"/>
                </a:lnTo>
                <a:lnTo>
                  <a:pt x="657084" y="96924"/>
                </a:lnTo>
                <a:lnTo>
                  <a:pt x="656992" y="96808"/>
                </a:lnTo>
                <a:lnTo>
                  <a:pt x="656905" y="96691"/>
                </a:lnTo>
                <a:lnTo>
                  <a:pt x="656824" y="96572"/>
                </a:lnTo>
                <a:lnTo>
                  <a:pt x="656747" y="96453"/>
                </a:lnTo>
                <a:lnTo>
                  <a:pt x="656676" y="96333"/>
                </a:lnTo>
                <a:lnTo>
                  <a:pt x="656610" y="96211"/>
                </a:lnTo>
                <a:lnTo>
                  <a:pt x="656550" y="96089"/>
                </a:lnTo>
                <a:lnTo>
                  <a:pt x="656495" y="95965"/>
                </a:lnTo>
                <a:lnTo>
                  <a:pt x="656444" y="95840"/>
                </a:lnTo>
                <a:lnTo>
                  <a:pt x="656400" y="95715"/>
                </a:lnTo>
                <a:lnTo>
                  <a:pt x="656360" y="95588"/>
                </a:lnTo>
                <a:lnTo>
                  <a:pt x="656326" y="95460"/>
                </a:lnTo>
                <a:lnTo>
                  <a:pt x="656297" y="95332"/>
                </a:lnTo>
                <a:lnTo>
                  <a:pt x="656273" y="95202"/>
                </a:lnTo>
                <a:lnTo>
                  <a:pt x="656255" y="95071"/>
                </a:lnTo>
                <a:lnTo>
                  <a:pt x="656242" y="94939"/>
                </a:lnTo>
                <a:lnTo>
                  <a:pt x="656234" y="94807"/>
                </a:lnTo>
                <a:lnTo>
                  <a:pt x="656231" y="94673"/>
                </a:lnTo>
                <a:lnTo>
                  <a:pt x="656236" y="94482"/>
                </a:lnTo>
                <a:lnTo>
                  <a:pt x="656249" y="94292"/>
                </a:lnTo>
                <a:lnTo>
                  <a:pt x="656271" y="94103"/>
                </a:lnTo>
                <a:lnTo>
                  <a:pt x="656301" y="93914"/>
                </a:lnTo>
                <a:lnTo>
                  <a:pt x="656341" y="93726"/>
                </a:lnTo>
                <a:lnTo>
                  <a:pt x="656389" y="93538"/>
                </a:lnTo>
                <a:lnTo>
                  <a:pt x="656446" y="93351"/>
                </a:lnTo>
                <a:lnTo>
                  <a:pt x="656512" y="93165"/>
                </a:lnTo>
                <a:lnTo>
                  <a:pt x="656587" y="92979"/>
                </a:lnTo>
                <a:lnTo>
                  <a:pt x="656670" y="92793"/>
                </a:lnTo>
                <a:lnTo>
                  <a:pt x="656762" y="92609"/>
                </a:lnTo>
                <a:lnTo>
                  <a:pt x="656863" y="92425"/>
                </a:lnTo>
                <a:lnTo>
                  <a:pt x="656973" y="92241"/>
                </a:lnTo>
                <a:lnTo>
                  <a:pt x="657091" y="92058"/>
                </a:lnTo>
                <a:lnTo>
                  <a:pt x="657218" y="91876"/>
                </a:lnTo>
                <a:lnTo>
                  <a:pt x="657354" y="91694"/>
                </a:lnTo>
                <a:lnTo>
                  <a:pt x="657499" y="91513"/>
                </a:lnTo>
                <a:lnTo>
                  <a:pt x="657653" y="91332"/>
                </a:lnTo>
                <a:lnTo>
                  <a:pt x="657815" y="91152"/>
                </a:lnTo>
                <a:lnTo>
                  <a:pt x="657986" y="90973"/>
                </a:lnTo>
                <a:lnTo>
                  <a:pt x="658166" y="90794"/>
                </a:lnTo>
                <a:lnTo>
                  <a:pt x="658355" y="90616"/>
                </a:lnTo>
                <a:lnTo>
                  <a:pt x="658552" y="90438"/>
                </a:lnTo>
                <a:lnTo>
                  <a:pt x="658758" y="90261"/>
                </a:lnTo>
                <a:lnTo>
                  <a:pt x="658973" y="90086"/>
                </a:lnTo>
                <a:lnTo>
                  <a:pt x="659194" y="89914"/>
                </a:lnTo>
                <a:lnTo>
                  <a:pt x="659423" y="89747"/>
                </a:lnTo>
                <a:lnTo>
                  <a:pt x="659659" y="89583"/>
                </a:lnTo>
                <a:lnTo>
                  <a:pt x="659903" y="89424"/>
                </a:lnTo>
                <a:lnTo>
                  <a:pt x="660154" y="89268"/>
                </a:lnTo>
                <a:lnTo>
                  <a:pt x="660412" y="89116"/>
                </a:lnTo>
                <a:lnTo>
                  <a:pt x="660677" y="88968"/>
                </a:lnTo>
                <a:lnTo>
                  <a:pt x="660950" y="88823"/>
                </a:lnTo>
                <a:lnTo>
                  <a:pt x="661230" y="88683"/>
                </a:lnTo>
                <a:lnTo>
                  <a:pt x="661517" y="88546"/>
                </a:lnTo>
                <a:lnTo>
                  <a:pt x="661812" y="88413"/>
                </a:lnTo>
                <a:lnTo>
                  <a:pt x="662114" y="88284"/>
                </a:lnTo>
                <a:lnTo>
                  <a:pt x="662423" y="88159"/>
                </a:lnTo>
                <a:lnTo>
                  <a:pt x="662740" y="88038"/>
                </a:lnTo>
                <a:lnTo>
                  <a:pt x="663064" y="87920"/>
                </a:lnTo>
                <a:lnTo>
                  <a:pt x="663395" y="87807"/>
                </a:lnTo>
                <a:lnTo>
                  <a:pt x="663498" y="87773"/>
                </a:lnTo>
                <a:lnTo>
                  <a:pt x="663722" y="87847"/>
                </a:lnTo>
                <a:lnTo>
                  <a:pt x="664381" y="88047"/>
                </a:lnTo>
                <a:lnTo>
                  <a:pt x="665050" y="88233"/>
                </a:lnTo>
                <a:lnTo>
                  <a:pt x="665729" y="88405"/>
                </a:lnTo>
                <a:lnTo>
                  <a:pt x="666419" y="88563"/>
                </a:lnTo>
                <a:lnTo>
                  <a:pt x="667118" y="88708"/>
                </a:lnTo>
                <a:lnTo>
                  <a:pt x="667828" y="88839"/>
                </a:lnTo>
                <a:lnTo>
                  <a:pt x="668549" y="88956"/>
                </a:lnTo>
                <a:lnTo>
                  <a:pt x="669279" y="89059"/>
                </a:lnTo>
                <a:lnTo>
                  <a:pt x="670020" y="89148"/>
                </a:lnTo>
                <a:lnTo>
                  <a:pt x="670771" y="89224"/>
                </a:lnTo>
                <a:lnTo>
                  <a:pt x="671532" y="89286"/>
                </a:lnTo>
                <a:lnTo>
                  <a:pt x="672304" y="89334"/>
                </a:lnTo>
                <a:lnTo>
                  <a:pt x="673085" y="89369"/>
                </a:lnTo>
                <a:lnTo>
                  <a:pt x="673877" y="89389"/>
                </a:lnTo>
                <a:lnTo>
                  <a:pt x="674679" y="89396"/>
                </a:lnTo>
                <a:lnTo>
                  <a:pt x="675509" y="89390"/>
                </a:lnTo>
                <a:lnTo>
                  <a:pt x="676326" y="89369"/>
                </a:lnTo>
                <a:lnTo>
                  <a:pt x="677132" y="89335"/>
                </a:lnTo>
                <a:lnTo>
                  <a:pt x="677926" y="89287"/>
                </a:lnTo>
                <a:lnTo>
                  <a:pt x="678708" y="89226"/>
                </a:lnTo>
                <a:lnTo>
                  <a:pt x="679478" y="89151"/>
                </a:lnTo>
                <a:lnTo>
                  <a:pt x="680237" y="89063"/>
                </a:lnTo>
                <a:lnTo>
                  <a:pt x="680983" y="88961"/>
                </a:lnTo>
                <a:lnTo>
                  <a:pt x="681718" y="88845"/>
                </a:lnTo>
                <a:lnTo>
                  <a:pt x="682441" y="88715"/>
                </a:lnTo>
                <a:lnTo>
                  <a:pt x="683152" y="88573"/>
                </a:lnTo>
                <a:lnTo>
                  <a:pt x="683851" y="88416"/>
                </a:lnTo>
                <a:lnTo>
                  <a:pt x="684538" y="88246"/>
                </a:lnTo>
                <a:lnTo>
                  <a:pt x="685213" y="88062"/>
                </a:lnTo>
                <a:lnTo>
                  <a:pt x="685877" y="87864"/>
                </a:lnTo>
                <a:lnTo>
                  <a:pt x="686529" y="87653"/>
                </a:lnTo>
                <a:lnTo>
                  <a:pt x="687169" y="87429"/>
                </a:lnTo>
                <a:lnTo>
                  <a:pt x="687797" y="87190"/>
                </a:lnTo>
                <a:lnTo>
                  <a:pt x="688413" y="86939"/>
                </a:lnTo>
                <a:lnTo>
                  <a:pt x="689017" y="86673"/>
                </a:lnTo>
                <a:lnTo>
                  <a:pt x="689610" y="86394"/>
                </a:lnTo>
                <a:lnTo>
                  <a:pt x="690190" y="86101"/>
                </a:lnTo>
                <a:lnTo>
                  <a:pt x="690759" y="85795"/>
                </a:lnTo>
                <a:lnTo>
                  <a:pt x="691316" y="85475"/>
                </a:lnTo>
                <a:lnTo>
                  <a:pt x="691862" y="85143"/>
                </a:lnTo>
                <a:lnTo>
                  <a:pt x="692396" y="84803"/>
                </a:lnTo>
                <a:lnTo>
                  <a:pt x="692919" y="84453"/>
                </a:lnTo>
                <a:lnTo>
                  <a:pt x="693430" y="84095"/>
                </a:lnTo>
                <a:lnTo>
                  <a:pt x="693931" y="83727"/>
                </a:lnTo>
                <a:lnTo>
                  <a:pt x="694420" y="83351"/>
                </a:lnTo>
                <a:lnTo>
                  <a:pt x="694898" y="82966"/>
                </a:lnTo>
                <a:lnTo>
                  <a:pt x="695364" y="82571"/>
                </a:lnTo>
                <a:lnTo>
                  <a:pt x="695820" y="82168"/>
                </a:lnTo>
                <a:lnTo>
                  <a:pt x="696264" y="81756"/>
                </a:lnTo>
                <a:lnTo>
                  <a:pt x="696697" y="81334"/>
                </a:lnTo>
                <a:lnTo>
                  <a:pt x="697118" y="80904"/>
                </a:lnTo>
                <a:lnTo>
                  <a:pt x="697528" y="80465"/>
                </a:lnTo>
                <a:lnTo>
                  <a:pt x="697927" y="80017"/>
                </a:lnTo>
                <a:lnTo>
                  <a:pt x="698315" y="79559"/>
                </a:lnTo>
                <a:lnTo>
                  <a:pt x="698692" y="79093"/>
                </a:lnTo>
                <a:lnTo>
                  <a:pt x="699057" y="78618"/>
                </a:lnTo>
                <a:lnTo>
                  <a:pt x="699411" y="78134"/>
                </a:lnTo>
                <a:lnTo>
                  <a:pt x="699754" y="77641"/>
                </a:lnTo>
                <a:lnTo>
                  <a:pt x="700085" y="77139"/>
                </a:lnTo>
                <a:lnTo>
                  <a:pt x="700405" y="76628"/>
                </a:lnTo>
                <a:lnTo>
                  <a:pt x="700714" y="76108"/>
                </a:lnTo>
                <a:lnTo>
                  <a:pt x="701012" y="75579"/>
                </a:lnTo>
                <a:lnTo>
                  <a:pt x="701298" y="75041"/>
                </a:lnTo>
                <a:lnTo>
                  <a:pt x="701573" y="74496"/>
                </a:lnTo>
                <a:lnTo>
                  <a:pt x="701837" y="73947"/>
                </a:lnTo>
                <a:lnTo>
                  <a:pt x="702088" y="73393"/>
                </a:lnTo>
                <a:lnTo>
                  <a:pt x="702328" y="72835"/>
                </a:lnTo>
                <a:lnTo>
                  <a:pt x="702556" y="72273"/>
                </a:lnTo>
                <a:lnTo>
                  <a:pt x="702773" y="71706"/>
                </a:lnTo>
                <a:lnTo>
                  <a:pt x="702977" y="71136"/>
                </a:lnTo>
                <a:lnTo>
                  <a:pt x="703170" y="70560"/>
                </a:lnTo>
                <a:lnTo>
                  <a:pt x="703352" y="69981"/>
                </a:lnTo>
                <a:lnTo>
                  <a:pt x="703521" y="69397"/>
                </a:lnTo>
                <a:lnTo>
                  <a:pt x="703679" y="68809"/>
                </a:lnTo>
                <a:lnTo>
                  <a:pt x="703826" y="68216"/>
                </a:lnTo>
                <a:lnTo>
                  <a:pt x="703960" y="67619"/>
                </a:lnTo>
                <a:lnTo>
                  <a:pt x="704083" y="67018"/>
                </a:lnTo>
                <a:lnTo>
                  <a:pt x="704194" y="66412"/>
                </a:lnTo>
                <a:lnTo>
                  <a:pt x="704294" y="65802"/>
                </a:lnTo>
                <a:lnTo>
                  <a:pt x="704381" y="65188"/>
                </a:lnTo>
                <a:lnTo>
                  <a:pt x="704457" y="64570"/>
                </a:lnTo>
                <a:lnTo>
                  <a:pt x="704522" y="63947"/>
                </a:lnTo>
                <a:lnTo>
                  <a:pt x="704574" y="63319"/>
                </a:lnTo>
                <a:lnTo>
                  <a:pt x="704615" y="62688"/>
                </a:lnTo>
                <a:lnTo>
                  <a:pt x="704645" y="62052"/>
                </a:lnTo>
                <a:lnTo>
                  <a:pt x="704662" y="61411"/>
                </a:lnTo>
                <a:lnTo>
                  <a:pt x="704668" y="60767"/>
                </a:lnTo>
                <a:lnTo>
                  <a:pt x="704662" y="60101"/>
                </a:lnTo>
                <a:lnTo>
                  <a:pt x="704645" y="59440"/>
                </a:lnTo>
                <a:lnTo>
                  <a:pt x="704616" y="58785"/>
                </a:lnTo>
                <a:lnTo>
                  <a:pt x="704575" y="58134"/>
                </a:lnTo>
                <a:lnTo>
                  <a:pt x="704523" y="57489"/>
                </a:lnTo>
                <a:lnTo>
                  <a:pt x="704460" y="56849"/>
                </a:lnTo>
                <a:lnTo>
                  <a:pt x="704385" y="56213"/>
                </a:lnTo>
                <a:lnTo>
                  <a:pt x="704298" y="55583"/>
                </a:lnTo>
                <a:lnTo>
                  <a:pt x="704200" y="54958"/>
                </a:lnTo>
                <a:lnTo>
                  <a:pt x="704090" y="54338"/>
                </a:lnTo>
                <a:lnTo>
                  <a:pt x="703969" y="53724"/>
                </a:lnTo>
                <a:lnTo>
                  <a:pt x="703836" y="53114"/>
                </a:lnTo>
                <a:lnTo>
                  <a:pt x="703692" y="52509"/>
                </a:lnTo>
                <a:lnTo>
                  <a:pt x="703536" y="51910"/>
                </a:lnTo>
                <a:lnTo>
                  <a:pt x="703368" y="51315"/>
                </a:lnTo>
                <a:lnTo>
                  <a:pt x="703189" y="50726"/>
                </a:lnTo>
                <a:lnTo>
                  <a:pt x="702998" y="50142"/>
                </a:lnTo>
                <a:lnTo>
                  <a:pt x="702796" y="49563"/>
                </a:lnTo>
                <a:lnTo>
                  <a:pt x="702583" y="48989"/>
                </a:lnTo>
                <a:lnTo>
                  <a:pt x="702357" y="48420"/>
                </a:lnTo>
                <a:lnTo>
                  <a:pt x="702120" y="47856"/>
                </a:lnTo>
                <a:lnTo>
                  <a:pt x="701872" y="47297"/>
                </a:lnTo>
                <a:lnTo>
                  <a:pt x="701612" y="46744"/>
                </a:lnTo>
                <a:lnTo>
                  <a:pt x="701341" y="46195"/>
                </a:lnTo>
                <a:lnTo>
                  <a:pt x="701058" y="45654"/>
                </a:lnTo>
                <a:lnTo>
                  <a:pt x="700763" y="45121"/>
                </a:lnTo>
                <a:lnTo>
                  <a:pt x="700457" y="44598"/>
                </a:lnTo>
                <a:lnTo>
                  <a:pt x="700140" y="44085"/>
                </a:lnTo>
                <a:lnTo>
                  <a:pt x="699812" y="43580"/>
                </a:lnTo>
                <a:lnTo>
                  <a:pt x="699471" y="43085"/>
                </a:lnTo>
                <a:lnTo>
                  <a:pt x="699120" y="42599"/>
                </a:lnTo>
                <a:lnTo>
                  <a:pt x="698757" y="42123"/>
                </a:lnTo>
                <a:lnTo>
                  <a:pt x="698383" y="41655"/>
                </a:lnTo>
                <a:lnTo>
                  <a:pt x="697997" y="41197"/>
                </a:lnTo>
                <a:lnTo>
                  <a:pt x="697600" y="40749"/>
                </a:lnTo>
                <a:lnTo>
                  <a:pt x="697192" y="40309"/>
                </a:lnTo>
                <a:lnTo>
                  <a:pt x="696772" y="39879"/>
                </a:lnTo>
                <a:lnTo>
                  <a:pt x="696372" y="39489"/>
                </a:lnTo>
                <a:lnTo>
                  <a:pt x="696457" y="39374"/>
                </a:lnTo>
                <a:lnTo>
                  <a:pt x="696735" y="39024"/>
                </a:lnTo>
                <a:lnTo>
                  <a:pt x="697018" y="38687"/>
                </a:lnTo>
                <a:close/>
                <a:moveTo>
                  <a:pt x="672590" y="79650"/>
                </a:moveTo>
                <a:lnTo>
                  <a:pt x="672060" y="79576"/>
                </a:lnTo>
                <a:lnTo>
                  <a:pt x="671536" y="79485"/>
                </a:lnTo>
                <a:lnTo>
                  <a:pt x="671018" y="79378"/>
                </a:lnTo>
                <a:lnTo>
                  <a:pt x="670505" y="79254"/>
                </a:lnTo>
                <a:lnTo>
                  <a:pt x="669998" y="79114"/>
                </a:lnTo>
                <a:lnTo>
                  <a:pt x="669496" y="78957"/>
                </a:lnTo>
                <a:lnTo>
                  <a:pt x="669000" y="78784"/>
                </a:lnTo>
                <a:lnTo>
                  <a:pt x="668509" y="78594"/>
                </a:lnTo>
                <a:lnTo>
                  <a:pt x="668024" y="78388"/>
                </a:lnTo>
                <a:lnTo>
                  <a:pt x="667544" y="78165"/>
                </a:lnTo>
                <a:lnTo>
                  <a:pt x="667070" y="77926"/>
                </a:lnTo>
                <a:lnTo>
                  <a:pt x="666602" y="77670"/>
                </a:lnTo>
                <a:lnTo>
                  <a:pt x="666139" y="77398"/>
                </a:lnTo>
                <a:lnTo>
                  <a:pt x="665682" y="77109"/>
                </a:lnTo>
                <a:lnTo>
                  <a:pt x="665230" y="76804"/>
                </a:lnTo>
                <a:lnTo>
                  <a:pt x="664784" y="76482"/>
                </a:lnTo>
                <a:lnTo>
                  <a:pt x="664343" y="76144"/>
                </a:lnTo>
                <a:lnTo>
                  <a:pt x="663908" y="75789"/>
                </a:lnTo>
                <a:lnTo>
                  <a:pt x="663478" y="75418"/>
                </a:lnTo>
                <a:lnTo>
                  <a:pt x="663055" y="75030"/>
                </a:lnTo>
                <a:lnTo>
                  <a:pt x="662642" y="74626"/>
                </a:lnTo>
                <a:lnTo>
                  <a:pt x="662247" y="74204"/>
                </a:lnTo>
                <a:lnTo>
                  <a:pt x="661870" y="73766"/>
                </a:lnTo>
                <a:lnTo>
                  <a:pt x="661510" y="73311"/>
                </a:lnTo>
                <a:lnTo>
                  <a:pt x="661168" y="72839"/>
                </a:lnTo>
                <a:lnTo>
                  <a:pt x="660843" y="72351"/>
                </a:lnTo>
                <a:lnTo>
                  <a:pt x="660536" y="71845"/>
                </a:lnTo>
                <a:lnTo>
                  <a:pt x="660247" y="71323"/>
                </a:lnTo>
                <a:lnTo>
                  <a:pt x="659975" y="70784"/>
                </a:lnTo>
                <a:lnTo>
                  <a:pt x="659720" y="70228"/>
                </a:lnTo>
                <a:lnTo>
                  <a:pt x="659483" y="69655"/>
                </a:lnTo>
                <a:lnTo>
                  <a:pt x="659264" y="69066"/>
                </a:lnTo>
                <a:lnTo>
                  <a:pt x="659062" y="68460"/>
                </a:lnTo>
                <a:lnTo>
                  <a:pt x="658878" y="67837"/>
                </a:lnTo>
                <a:lnTo>
                  <a:pt x="658711" y="67197"/>
                </a:lnTo>
                <a:lnTo>
                  <a:pt x="658562" y="66540"/>
                </a:lnTo>
                <a:lnTo>
                  <a:pt x="658430" y="65867"/>
                </a:lnTo>
                <a:lnTo>
                  <a:pt x="658316" y="65177"/>
                </a:lnTo>
                <a:lnTo>
                  <a:pt x="658220" y="64470"/>
                </a:lnTo>
                <a:lnTo>
                  <a:pt x="658141" y="63746"/>
                </a:lnTo>
                <a:lnTo>
                  <a:pt x="658079" y="63005"/>
                </a:lnTo>
                <a:lnTo>
                  <a:pt x="658035" y="62248"/>
                </a:lnTo>
                <a:lnTo>
                  <a:pt x="658009" y="61474"/>
                </a:lnTo>
                <a:lnTo>
                  <a:pt x="658000" y="60683"/>
                </a:lnTo>
                <a:lnTo>
                  <a:pt x="658008" y="59898"/>
                </a:lnTo>
                <a:lnTo>
                  <a:pt x="658033" y="59130"/>
                </a:lnTo>
                <a:lnTo>
                  <a:pt x="658074" y="58378"/>
                </a:lnTo>
                <a:lnTo>
                  <a:pt x="658131" y="57642"/>
                </a:lnTo>
                <a:lnTo>
                  <a:pt x="658205" y="56922"/>
                </a:lnTo>
                <a:lnTo>
                  <a:pt x="658295" y="56218"/>
                </a:lnTo>
                <a:lnTo>
                  <a:pt x="658402" y="55530"/>
                </a:lnTo>
                <a:lnTo>
                  <a:pt x="658524" y="54859"/>
                </a:lnTo>
                <a:lnTo>
                  <a:pt x="658664" y="54203"/>
                </a:lnTo>
                <a:lnTo>
                  <a:pt x="658819" y="53563"/>
                </a:lnTo>
                <a:lnTo>
                  <a:pt x="658991" y="52940"/>
                </a:lnTo>
                <a:lnTo>
                  <a:pt x="659180" y="52332"/>
                </a:lnTo>
                <a:lnTo>
                  <a:pt x="659384" y="51740"/>
                </a:lnTo>
                <a:lnTo>
                  <a:pt x="659605" y="51165"/>
                </a:lnTo>
                <a:lnTo>
                  <a:pt x="659843" y="50605"/>
                </a:lnTo>
                <a:lnTo>
                  <a:pt x="660097" y="50062"/>
                </a:lnTo>
                <a:lnTo>
                  <a:pt x="660367" y="49535"/>
                </a:lnTo>
                <a:lnTo>
                  <a:pt x="660654" y="49023"/>
                </a:lnTo>
                <a:lnTo>
                  <a:pt x="660957" y="48528"/>
                </a:lnTo>
                <a:lnTo>
                  <a:pt x="661276" y="48049"/>
                </a:lnTo>
                <a:lnTo>
                  <a:pt x="661612" y="47586"/>
                </a:lnTo>
                <a:lnTo>
                  <a:pt x="661964" y="47139"/>
                </a:lnTo>
                <a:lnTo>
                  <a:pt x="662333" y="46708"/>
                </a:lnTo>
                <a:lnTo>
                  <a:pt x="662718" y="46293"/>
                </a:lnTo>
                <a:lnTo>
                  <a:pt x="663115" y="45894"/>
                </a:lnTo>
                <a:lnTo>
                  <a:pt x="663523" y="45513"/>
                </a:lnTo>
                <a:lnTo>
                  <a:pt x="663940" y="45148"/>
                </a:lnTo>
                <a:lnTo>
                  <a:pt x="664367" y="44800"/>
                </a:lnTo>
                <a:lnTo>
                  <a:pt x="664804" y="44470"/>
                </a:lnTo>
                <a:lnTo>
                  <a:pt x="665250" y="44156"/>
                </a:lnTo>
                <a:lnTo>
                  <a:pt x="665706" y="43859"/>
                </a:lnTo>
                <a:lnTo>
                  <a:pt x="666171" y="43580"/>
                </a:lnTo>
                <a:lnTo>
                  <a:pt x="666646" y="43317"/>
                </a:lnTo>
                <a:lnTo>
                  <a:pt x="667131" y="43071"/>
                </a:lnTo>
                <a:lnTo>
                  <a:pt x="667626" y="42842"/>
                </a:lnTo>
                <a:lnTo>
                  <a:pt x="668130" y="42630"/>
                </a:lnTo>
                <a:lnTo>
                  <a:pt x="668644" y="42435"/>
                </a:lnTo>
                <a:lnTo>
                  <a:pt x="669167" y="42257"/>
                </a:lnTo>
                <a:lnTo>
                  <a:pt x="669700" y="42096"/>
                </a:lnTo>
                <a:lnTo>
                  <a:pt x="670243" y="41952"/>
                </a:lnTo>
                <a:lnTo>
                  <a:pt x="670795" y="41824"/>
                </a:lnTo>
                <a:lnTo>
                  <a:pt x="671357" y="41714"/>
                </a:lnTo>
                <a:lnTo>
                  <a:pt x="671929" y="41621"/>
                </a:lnTo>
                <a:lnTo>
                  <a:pt x="672510" y="41545"/>
                </a:lnTo>
                <a:lnTo>
                  <a:pt x="673101" y="41485"/>
                </a:lnTo>
                <a:lnTo>
                  <a:pt x="673702" y="41443"/>
                </a:lnTo>
                <a:lnTo>
                  <a:pt x="674312" y="41418"/>
                </a:lnTo>
                <a:lnTo>
                  <a:pt x="674932" y="41409"/>
                </a:lnTo>
                <a:lnTo>
                  <a:pt x="675552" y="41417"/>
                </a:lnTo>
                <a:lnTo>
                  <a:pt x="676161" y="41442"/>
                </a:lnTo>
                <a:lnTo>
                  <a:pt x="676760" y="41483"/>
                </a:lnTo>
                <a:lnTo>
                  <a:pt x="677348" y="41541"/>
                </a:lnTo>
                <a:lnTo>
                  <a:pt x="677926" y="41615"/>
                </a:lnTo>
                <a:lnTo>
                  <a:pt x="678494" y="41706"/>
                </a:lnTo>
                <a:lnTo>
                  <a:pt x="679051" y="41814"/>
                </a:lnTo>
                <a:lnTo>
                  <a:pt x="679598" y="41937"/>
                </a:lnTo>
                <a:lnTo>
                  <a:pt x="680134" y="42078"/>
                </a:lnTo>
                <a:lnTo>
                  <a:pt x="680660" y="42234"/>
                </a:lnTo>
                <a:lnTo>
                  <a:pt x="681176" y="42408"/>
                </a:lnTo>
                <a:lnTo>
                  <a:pt x="681682" y="42598"/>
                </a:lnTo>
                <a:lnTo>
                  <a:pt x="682177" y="42804"/>
                </a:lnTo>
                <a:lnTo>
                  <a:pt x="682661" y="43027"/>
                </a:lnTo>
                <a:lnTo>
                  <a:pt x="683135" y="43266"/>
                </a:lnTo>
                <a:lnTo>
                  <a:pt x="683599" y="43522"/>
                </a:lnTo>
                <a:lnTo>
                  <a:pt x="684053" y="43795"/>
                </a:lnTo>
                <a:lnTo>
                  <a:pt x="684496" y="44083"/>
                </a:lnTo>
                <a:lnTo>
                  <a:pt x="684928" y="44389"/>
                </a:lnTo>
                <a:lnTo>
                  <a:pt x="685351" y="44711"/>
                </a:lnTo>
                <a:lnTo>
                  <a:pt x="685762" y="45049"/>
                </a:lnTo>
                <a:lnTo>
                  <a:pt x="686164" y="45404"/>
                </a:lnTo>
                <a:lnTo>
                  <a:pt x="686555" y="45776"/>
                </a:lnTo>
                <a:lnTo>
                  <a:pt x="686936" y="46164"/>
                </a:lnTo>
                <a:lnTo>
                  <a:pt x="687304" y="46568"/>
                </a:lnTo>
                <a:lnTo>
                  <a:pt x="687656" y="46991"/>
                </a:lnTo>
                <a:lnTo>
                  <a:pt x="687992" y="47431"/>
                </a:lnTo>
                <a:lnTo>
                  <a:pt x="688313" y="47889"/>
                </a:lnTo>
                <a:lnTo>
                  <a:pt x="688618" y="48365"/>
                </a:lnTo>
                <a:lnTo>
                  <a:pt x="688908" y="48858"/>
                </a:lnTo>
                <a:lnTo>
                  <a:pt x="689181" y="49369"/>
                </a:lnTo>
                <a:lnTo>
                  <a:pt x="689440" y="49898"/>
                </a:lnTo>
                <a:lnTo>
                  <a:pt x="689682" y="50445"/>
                </a:lnTo>
                <a:lnTo>
                  <a:pt x="689909" y="51009"/>
                </a:lnTo>
                <a:lnTo>
                  <a:pt x="690120" y="51591"/>
                </a:lnTo>
                <a:lnTo>
                  <a:pt x="690316" y="52191"/>
                </a:lnTo>
                <a:lnTo>
                  <a:pt x="690496" y="52808"/>
                </a:lnTo>
                <a:lnTo>
                  <a:pt x="690660" y="53444"/>
                </a:lnTo>
                <a:lnTo>
                  <a:pt x="690809" y="54096"/>
                </a:lnTo>
                <a:lnTo>
                  <a:pt x="690942" y="54767"/>
                </a:lnTo>
                <a:lnTo>
                  <a:pt x="691059" y="55455"/>
                </a:lnTo>
                <a:lnTo>
                  <a:pt x="691161" y="56161"/>
                </a:lnTo>
                <a:lnTo>
                  <a:pt x="691247" y="56885"/>
                </a:lnTo>
                <a:lnTo>
                  <a:pt x="691317" y="57626"/>
                </a:lnTo>
                <a:lnTo>
                  <a:pt x="691372" y="58386"/>
                </a:lnTo>
                <a:lnTo>
                  <a:pt x="691411" y="59163"/>
                </a:lnTo>
                <a:lnTo>
                  <a:pt x="691435" y="59957"/>
                </a:lnTo>
                <a:lnTo>
                  <a:pt x="691443" y="60769"/>
                </a:lnTo>
                <a:lnTo>
                  <a:pt x="691435" y="61546"/>
                </a:lnTo>
                <a:lnTo>
                  <a:pt x="691410" y="62307"/>
                </a:lnTo>
                <a:lnTo>
                  <a:pt x="691370" y="63052"/>
                </a:lnTo>
                <a:lnTo>
                  <a:pt x="691314" y="63781"/>
                </a:lnTo>
                <a:lnTo>
                  <a:pt x="691242" y="64494"/>
                </a:lnTo>
                <a:lnTo>
                  <a:pt x="691153" y="65190"/>
                </a:lnTo>
                <a:lnTo>
                  <a:pt x="691048" y="65871"/>
                </a:lnTo>
                <a:lnTo>
                  <a:pt x="690928" y="66535"/>
                </a:lnTo>
                <a:lnTo>
                  <a:pt x="690791" y="67184"/>
                </a:lnTo>
                <a:lnTo>
                  <a:pt x="690638" y="67816"/>
                </a:lnTo>
                <a:lnTo>
                  <a:pt x="690469" y="68433"/>
                </a:lnTo>
                <a:lnTo>
                  <a:pt x="690284" y="69033"/>
                </a:lnTo>
                <a:lnTo>
                  <a:pt x="690083" y="69617"/>
                </a:lnTo>
                <a:lnTo>
                  <a:pt x="689866" y="70186"/>
                </a:lnTo>
                <a:lnTo>
                  <a:pt x="689633" y="70738"/>
                </a:lnTo>
                <a:lnTo>
                  <a:pt x="689383" y="71274"/>
                </a:lnTo>
                <a:lnTo>
                  <a:pt x="689118" y="71794"/>
                </a:lnTo>
                <a:lnTo>
                  <a:pt x="688836" y="72298"/>
                </a:lnTo>
                <a:lnTo>
                  <a:pt x="688539" y="72786"/>
                </a:lnTo>
                <a:lnTo>
                  <a:pt x="688225" y="73258"/>
                </a:lnTo>
                <a:lnTo>
                  <a:pt x="687895" y="73714"/>
                </a:lnTo>
                <a:lnTo>
                  <a:pt x="687550" y="74154"/>
                </a:lnTo>
                <a:lnTo>
                  <a:pt x="687188" y="74578"/>
                </a:lnTo>
                <a:lnTo>
                  <a:pt x="686810" y="74985"/>
                </a:lnTo>
                <a:lnTo>
                  <a:pt x="686419" y="75377"/>
                </a:lnTo>
                <a:lnTo>
                  <a:pt x="686018" y="75752"/>
                </a:lnTo>
                <a:lnTo>
                  <a:pt x="685608" y="76110"/>
                </a:lnTo>
                <a:lnTo>
                  <a:pt x="685188" y="76451"/>
                </a:lnTo>
                <a:lnTo>
                  <a:pt x="684758" y="76776"/>
                </a:lnTo>
                <a:lnTo>
                  <a:pt x="684319" y="77084"/>
                </a:lnTo>
                <a:lnTo>
                  <a:pt x="683870" y="77375"/>
                </a:lnTo>
                <a:lnTo>
                  <a:pt x="683412" y="77650"/>
                </a:lnTo>
                <a:lnTo>
                  <a:pt x="682944" y="77908"/>
                </a:lnTo>
                <a:lnTo>
                  <a:pt x="682466" y="78150"/>
                </a:lnTo>
                <a:lnTo>
                  <a:pt x="681979" y="78375"/>
                </a:lnTo>
                <a:lnTo>
                  <a:pt x="681481" y="78583"/>
                </a:lnTo>
                <a:lnTo>
                  <a:pt x="680975" y="78774"/>
                </a:lnTo>
                <a:lnTo>
                  <a:pt x="680458" y="78949"/>
                </a:lnTo>
                <a:lnTo>
                  <a:pt x="679932" y="79107"/>
                </a:lnTo>
                <a:lnTo>
                  <a:pt x="679397" y="79249"/>
                </a:lnTo>
                <a:lnTo>
                  <a:pt x="678851" y="79374"/>
                </a:lnTo>
                <a:lnTo>
                  <a:pt x="678296" y="79482"/>
                </a:lnTo>
                <a:lnTo>
                  <a:pt x="677732" y="79574"/>
                </a:lnTo>
                <a:lnTo>
                  <a:pt x="677157" y="79649"/>
                </a:lnTo>
                <a:lnTo>
                  <a:pt x="676573" y="79707"/>
                </a:lnTo>
                <a:lnTo>
                  <a:pt x="675980" y="79749"/>
                </a:lnTo>
                <a:lnTo>
                  <a:pt x="675376" y="79774"/>
                </a:lnTo>
                <a:lnTo>
                  <a:pt x="674764" y="79782"/>
                </a:lnTo>
                <a:lnTo>
                  <a:pt x="674212" y="79774"/>
                </a:lnTo>
                <a:lnTo>
                  <a:pt x="673666" y="79749"/>
                </a:lnTo>
                <a:lnTo>
                  <a:pt x="673125" y="79708"/>
                </a:lnTo>
                <a:lnTo>
                  <a:pt x="672590" y="79650"/>
                </a:lnTo>
                <a:close/>
                <a:moveTo>
                  <a:pt x="670781" y="138814"/>
                </a:moveTo>
                <a:lnTo>
                  <a:pt x="669951" y="138738"/>
                </a:lnTo>
                <a:lnTo>
                  <a:pt x="669145" y="138648"/>
                </a:lnTo>
                <a:lnTo>
                  <a:pt x="668361" y="138545"/>
                </a:lnTo>
                <a:lnTo>
                  <a:pt x="667601" y="138428"/>
                </a:lnTo>
                <a:lnTo>
                  <a:pt x="666863" y="138297"/>
                </a:lnTo>
                <a:lnTo>
                  <a:pt x="666148" y="138152"/>
                </a:lnTo>
                <a:lnTo>
                  <a:pt x="665455" y="137994"/>
                </a:lnTo>
                <a:lnTo>
                  <a:pt x="664786" y="137821"/>
                </a:lnTo>
                <a:lnTo>
                  <a:pt x="664139" y="137635"/>
                </a:lnTo>
                <a:lnTo>
                  <a:pt x="663515" y="137436"/>
                </a:lnTo>
                <a:lnTo>
                  <a:pt x="662914" y="137222"/>
                </a:lnTo>
                <a:lnTo>
                  <a:pt x="662336" y="136995"/>
                </a:lnTo>
                <a:lnTo>
                  <a:pt x="661780" y="136753"/>
                </a:lnTo>
                <a:lnTo>
                  <a:pt x="661248" y="136498"/>
                </a:lnTo>
                <a:lnTo>
                  <a:pt x="660738" y="136230"/>
                </a:lnTo>
                <a:lnTo>
                  <a:pt x="660251" y="135947"/>
                </a:lnTo>
                <a:lnTo>
                  <a:pt x="659787" y="135651"/>
                </a:lnTo>
                <a:lnTo>
                  <a:pt x="659345" y="135341"/>
                </a:lnTo>
                <a:lnTo>
                  <a:pt x="658927" y="135017"/>
                </a:lnTo>
                <a:lnTo>
                  <a:pt x="658528" y="134684"/>
                </a:lnTo>
                <a:lnTo>
                  <a:pt x="658147" y="134347"/>
                </a:lnTo>
                <a:lnTo>
                  <a:pt x="657782" y="134005"/>
                </a:lnTo>
                <a:lnTo>
                  <a:pt x="657434" y="133659"/>
                </a:lnTo>
                <a:lnTo>
                  <a:pt x="657103" y="133308"/>
                </a:lnTo>
                <a:lnTo>
                  <a:pt x="656789" y="132953"/>
                </a:lnTo>
                <a:lnTo>
                  <a:pt x="656492" y="132594"/>
                </a:lnTo>
                <a:lnTo>
                  <a:pt x="656213" y="132230"/>
                </a:lnTo>
                <a:lnTo>
                  <a:pt x="655950" y="131862"/>
                </a:lnTo>
                <a:lnTo>
                  <a:pt x="655704" y="131490"/>
                </a:lnTo>
                <a:lnTo>
                  <a:pt x="655475" y="131113"/>
                </a:lnTo>
                <a:lnTo>
                  <a:pt x="655263" y="130732"/>
                </a:lnTo>
                <a:lnTo>
                  <a:pt x="655067" y="130346"/>
                </a:lnTo>
                <a:lnTo>
                  <a:pt x="654889" y="129956"/>
                </a:lnTo>
                <a:lnTo>
                  <a:pt x="654728" y="129561"/>
                </a:lnTo>
                <a:lnTo>
                  <a:pt x="654584" y="129163"/>
                </a:lnTo>
                <a:lnTo>
                  <a:pt x="654457" y="128759"/>
                </a:lnTo>
                <a:lnTo>
                  <a:pt x="654346" y="128352"/>
                </a:lnTo>
                <a:lnTo>
                  <a:pt x="654253" y="127940"/>
                </a:lnTo>
                <a:lnTo>
                  <a:pt x="654177" y="127523"/>
                </a:lnTo>
                <a:lnTo>
                  <a:pt x="654117" y="127103"/>
                </a:lnTo>
                <a:lnTo>
                  <a:pt x="654075" y="126677"/>
                </a:lnTo>
                <a:lnTo>
                  <a:pt x="654050" y="126248"/>
                </a:lnTo>
                <a:lnTo>
                  <a:pt x="654041" y="125814"/>
                </a:lnTo>
                <a:lnTo>
                  <a:pt x="654046" y="125423"/>
                </a:lnTo>
                <a:lnTo>
                  <a:pt x="654062" y="125037"/>
                </a:lnTo>
                <a:lnTo>
                  <a:pt x="654088" y="124654"/>
                </a:lnTo>
                <a:lnTo>
                  <a:pt x="654124" y="124275"/>
                </a:lnTo>
                <a:lnTo>
                  <a:pt x="654171" y="123901"/>
                </a:lnTo>
                <a:lnTo>
                  <a:pt x="654228" y="123530"/>
                </a:lnTo>
                <a:lnTo>
                  <a:pt x="654295" y="123163"/>
                </a:lnTo>
                <a:lnTo>
                  <a:pt x="654373" y="122800"/>
                </a:lnTo>
                <a:lnTo>
                  <a:pt x="654462" y="122441"/>
                </a:lnTo>
                <a:lnTo>
                  <a:pt x="654560" y="122086"/>
                </a:lnTo>
                <a:lnTo>
                  <a:pt x="654669" y="121735"/>
                </a:lnTo>
                <a:lnTo>
                  <a:pt x="654789" y="121387"/>
                </a:lnTo>
                <a:lnTo>
                  <a:pt x="654918" y="121044"/>
                </a:lnTo>
                <a:lnTo>
                  <a:pt x="655059" y="120705"/>
                </a:lnTo>
                <a:lnTo>
                  <a:pt x="655209" y="120369"/>
                </a:lnTo>
                <a:lnTo>
                  <a:pt x="655370" y="120038"/>
                </a:lnTo>
                <a:lnTo>
                  <a:pt x="655541" y="119710"/>
                </a:lnTo>
                <a:lnTo>
                  <a:pt x="655723" y="119387"/>
                </a:lnTo>
                <a:lnTo>
                  <a:pt x="655915" y="119067"/>
                </a:lnTo>
                <a:lnTo>
                  <a:pt x="656118" y="118751"/>
                </a:lnTo>
                <a:lnTo>
                  <a:pt x="656331" y="118440"/>
                </a:lnTo>
                <a:lnTo>
                  <a:pt x="656554" y="118132"/>
                </a:lnTo>
                <a:lnTo>
                  <a:pt x="656788" y="117828"/>
                </a:lnTo>
                <a:lnTo>
                  <a:pt x="657032" y="117528"/>
                </a:lnTo>
                <a:lnTo>
                  <a:pt x="657286" y="117233"/>
                </a:lnTo>
                <a:lnTo>
                  <a:pt x="657550" y="116946"/>
                </a:lnTo>
                <a:lnTo>
                  <a:pt x="657823" y="116666"/>
                </a:lnTo>
                <a:lnTo>
                  <a:pt x="658107" y="116394"/>
                </a:lnTo>
                <a:lnTo>
                  <a:pt x="658400" y="116128"/>
                </a:lnTo>
                <a:lnTo>
                  <a:pt x="658703" y="115870"/>
                </a:lnTo>
                <a:lnTo>
                  <a:pt x="659016" y="115620"/>
                </a:lnTo>
                <a:lnTo>
                  <a:pt x="659339" y="115376"/>
                </a:lnTo>
                <a:lnTo>
                  <a:pt x="659671" y="115140"/>
                </a:lnTo>
                <a:lnTo>
                  <a:pt x="660013" y="114911"/>
                </a:lnTo>
                <a:lnTo>
                  <a:pt x="660366" y="114689"/>
                </a:lnTo>
                <a:lnTo>
                  <a:pt x="660727" y="114474"/>
                </a:lnTo>
                <a:lnTo>
                  <a:pt x="661099" y="114267"/>
                </a:lnTo>
                <a:lnTo>
                  <a:pt x="661481" y="114067"/>
                </a:lnTo>
                <a:lnTo>
                  <a:pt x="661872" y="113875"/>
                </a:lnTo>
                <a:lnTo>
                  <a:pt x="662273" y="113689"/>
                </a:lnTo>
                <a:lnTo>
                  <a:pt x="662684" y="113511"/>
                </a:lnTo>
                <a:lnTo>
                  <a:pt x="663105" y="113340"/>
                </a:lnTo>
                <a:lnTo>
                  <a:pt x="663535" y="113177"/>
                </a:lnTo>
                <a:lnTo>
                  <a:pt x="663975" y="113020"/>
                </a:lnTo>
                <a:lnTo>
                  <a:pt x="664425" y="112871"/>
                </a:lnTo>
                <a:lnTo>
                  <a:pt x="664885" y="112729"/>
                </a:lnTo>
                <a:lnTo>
                  <a:pt x="665355" y="112595"/>
                </a:lnTo>
                <a:lnTo>
                  <a:pt x="665834" y="112468"/>
                </a:lnTo>
                <a:lnTo>
                  <a:pt x="677206" y="112468"/>
                </a:lnTo>
                <a:lnTo>
                  <a:pt x="677957" y="112470"/>
                </a:lnTo>
                <a:lnTo>
                  <a:pt x="678693" y="112478"/>
                </a:lnTo>
                <a:lnTo>
                  <a:pt x="679415" y="112491"/>
                </a:lnTo>
                <a:lnTo>
                  <a:pt x="680122" y="112509"/>
                </a:lnTo>
                <a:lnTo>
                  <a:pt x="680814" y="112532"/>
                </a:lnTo>
                <a:lnTo>
                  <a:pt x="681492" y="112560"/>
                </a:lnTo>
                <a:lnTo>
                  <a:pt x="682155" y="112594"/>
                </a:lnTo>
                <a:lnTo>
                  <a:pt x="682804" y="112632"/>
                </a:lnTo>
                <a:lnTo>
                  <a:pt x="683437" y="112676"/>
                </a:lnTo>
                <a:lnTo>
                  <a:pt x="684057" y="112725"/>
                </a:lnTo>
                <a:lnTo>
                  <a:pt x="684661" y="112779"/>
                </a:lnTo>
                <a:lnTo>
                  <a:pt x="685251" y="112838"/>
                </a:lnTo>
                <a:lnTo>
                  <a:pt x="685826" y="112903"/>
                </a:lnTo>
                <a:lnTo>
                  <a:pt x="686387" y="112972"/>
                </a:lnTo>
                <a:lnTo>
                  <a:pt x="686933" y="113047"/>
                </a:lnTo>
                <a:lnTo>
                  <a:pt x="687465" y="113127"/>
                </a:lnTo>
                <a:lnTo>
                  <a:pt x="687982" y="113212"/>
                </a:lnTo>
                <a:lnTo>
                  <a:pt x="688484" y="113302"/>
                </a:lnTo>
                <a:lnTo>
                  <a:pt x="688971" y="113397"/>
                </a:lnTo>
                <a:lnTo>
                  <a:pt x="689444" y="113498"/>
                </a:lnTo>
                <a:lnTo>
                  <a:pt x="689903" y="113604"/>
                </a:lnTo>
                <a:lnTo>
                  <a:pt x="690346" y="113714"/>
                </a:lnTo>
                <a:lnTo>
                  <a:pt x="690775" y="113830"/>
                </a:lnTo>
                <a:lnTo>
                  <a:pt x="691190" y="113951"/>
                </a:lnTo>
                <a:lnTo>
                  <a:pt x="691592" y="114077"/>
                </a:lnTo>
                <a:lnTo>
                  <a:pt x="691983" y="114206"/>
                </a:lnTo>
                <a:lnTo>
                  <a:pt x="692364" y="114340"/>
                </a:lnTo>
                <a:lnTo>
                  <a:pt x="692734" y="114478"/>
                </a:lnTo>
                <a:lnTo>
                  <a:pt x="693094" y="114620"/>
                </a:lnTo>
                <a:lnTo>
                  <a:pt x="693443" y="114766"/>
                </a:lnTo>
                <a:lnTo>
                  <a:pt x="693782" y="114916"/>
                </a:lnTo>
                <a:lnTo>
                  <a:pt x="694110" y="115070"/>
                </a:lnTo>
                <a:lnTo>
                  <a:pt x="694428" y="115228"/>
                </a:lnTo>
                <a:lnTo>
                  <a:pt x="694735" y="115390"/>
                </a:lnTo>
                <a:lnTo>
                  <a:pt x="695031" y="115557"/>
                </a:lnTo>
                <a:lnTo>
                  <a:pt x="695318" y="115727"/>
                </a:lnTo>
                <a:lnTo>
                  <a:pt x="695593" y="115902"/>
                </a:lnTo>
                <a:lnTo>
                  <a:pt x="695858" y="116080"/>
                </a:lnTo>
                <a:lnTo>
                  <a:pt x="696113" y="116263"/>
                </a:lnTo>
                <a:lnTo>
                  <a:pt x="696356" y="116450"/>
                </a:lnTo>
                <a:lnTo>
                  <a:pt x="696590" y="116641"/>
                </a:lnTo>
                <a:lnTo>
                  <a:pt x="696813" y="116836"/>
                </a:lnTo>
                <a:lnTo>
                  <a:pt x="697025" y="117035"/>
                </a:lnTo>
                <a:lnTo>
                  <a:pt x="697227" y="117238"/>
                </a:lnTo>
                <a:lnTo>
                  <a:pt x="697418" y="117445"/>
                </a:lnTo>
                <a:lnTo>
                  <a:pt x="697599" y="117657"/>
                </a:lnTo>
                <a:lnTo>
                  <a:pt x="697769" y="117872"/>
                </a:lnTo>
                <a:lnTo>
                  <a:pt x="697929" y="118092"/>
                </a:lnTo>
                <a:lnTo>
                  <a:pt x="698080" y="118315"/>
                </a:lnTo>
                <a:lnTo>
                  <a:pt x="698225" y="118542"/>
                </a:lnTo>
                <a:lnTo>
                  <a:pt x="698363" y="118773"/>
                </a:lnTo>
                <a:lnTo>
                  <a:pt x="698495" y="119007"/>
                </a:lnTo>
                <a:lnTo>
                  <a:pt x="698621" y="119244"/>
                </a:lnTo>
                <a:lnTo>
                  <a:pt x="698740" y="119485"/>
                </a:lnTo>
                <a:lnTo>
                  <a:pt x="698852" y="119730"/>
                </a:lnTo>
                <a:lnTo>
                  <a:pt x="698958" y="119978"/>
                </a:lnTo>
                <a:lnTo>
                  <a:pt x="699058" y="120229"/>
                </a:lnTo>
                <a:lnTo>
                  <a:pt x="699152" y="120484"/>
                </a:lnTo>
                <a:lnTo>
                  <a:pt x="699238" y="120743"/>
                </a:lnTo>
                <a:lnTo>
                  <a:pt x="699319" y="121005"/>
                </a:lnTo>
                <a:lnTo>
                  <a:pt x="699393" y="121270"/>
                </a:lnTo>
                <a:lnTo>
                  <a:pt x="699460" y="121539"/>
                </a:lnTo>
                <a:lnTo>
                  <a:pt x="699522" y="121811"/>
                </a:lnTo>
                <a:lnTo>
                  <a:pt x="699576" y="122087"/>
                </a:lnTo>
                <a:lnTo>
                  <a:pt x="699624" y="122366"/>
                </a:lnTo>
                <a:lnTo>
                  <a:pt x="699666" y="122649"/>
                </a:lnTo>
                <a:lnTo>
                  <a:pt x="699702" y="122936"/>
                </a:lnTo>
                <a:lnTo>
                  <a:pt x="699731" y="123225"/>
                </a:lnTo>
                <a:lnTo>
                  <a:pt x="699753" y="123519"/>
                </a:lnTo>
                <a:lnTo>
                  <a:pt x="699769" y="123816"/>
                </a:lnTo>
                <a:lnTo>
                  <a:pt x="699779" y="124116"/>
                </a:lnTo>
                <a:lnTo>
                  <a:pt x="699782" y="124420"/>
                </a:lnTo>
                <a:lnTo>
                  <a:pt x="699772" y="124932"/>
                </a:lnTo>
                <a:lnTo>
                  <a:pt x="699743" y="125438"/>
                </a:lnTo>
                <a:lnTo>
                  <a:pt x="699695" y="125937"/>
                </a:lnTo>
                <a:lnTo>
                  <a:pt x="699627" y="126428"/>
                </a:lnTo>
                <a:lnTo>
                  <a:pt x="699539" y="126913"/>
                </a:lnTo>
                <a:lnTo>
                  <a:pt x="699432" y="127391"/>
                </a:lnTo>
                <a:lnTo>
                  <a:pt x="699306" y="127862"/>
                </a:lnTo>
                <a:lnTo>
                  <a:pt x="699160" y="128325"/>
                </a:lnTo>
                <a:lnTo>
                  <a:pt x="698994" y="128782"/>
                </a:lnTo>
                <a:lnTo>
                  <a:pt x="698810" y="129232"/>
                </a:lnTo>
                <a:lnTo>
                  <a:pt x="698605" y="129675"/>
                </a:lnTo>
                <a:lnTo>
                  <a:pt x="698382" y="130111"/>
                </a:lnTo>
                <a:lnTo>
                  <a:pt x="698139" y="130540"/>
                </a:lnTo>
                <a:lnTo>
                  <a:pt x="697876" y="130962"/>
                </a:lnTo>
                <a:lnTo>
                  <a:pt x="697594" y="131377"/>
                </a:lnTo>
                <a:lnTo>
                  <a:pt x="697292" y="131785"/>
                </a:lnTo>
                <a:lnTo>
                  <a:pt x="696971" y="132186"/>
                </a:lnTo>
                <a:lnTo>
                  <a:pt x="696631" y="132580"/>
                </a:lnTo>
                <a:lnTo>
                  <a:pt x="696271" y="132967"/>
                </a:lnTo>
                <a:lnTo>
                  <a:pt x="695892" y="133347"/>
                </a:lnTo>
                <a:lnTo>
                  <a:pt x="695493" y="133721"/>
                </a:lnTo>
                <a:lnTo>
                  <a:pt x="695075" y="134087"/>
                </a:lnTo>
                <a:lnTo>
                  <a:pt x="694637" y="134446"/>
                </a:lnTo>
                <a:lnTo>
                  <a:pt x="694180" y="134798"/>
                </a:lnTo>
                <a:lnTo>
                  <a:pt x="693700" y="135140"/>
                </a:lnTo>
                <a:lnTo>
                  <a:pt x="693193" y="135467"/>
                </a:lnTo>
                <a:lnTo>
                  <a:pt x="692659" y="135780"/>
                </a:lnTo>
                <a:lnTo>
                  <a:pt x="692099" y="136078"/>
                </a:lnTo>
                <a:lnTo>
                  <a:pt x="691512" y="136361"/>
                </a:lnTo>
                <a:lnTo>
                  <a:pt x="690898" y="136630"/>
                </a:lnTo>
                <a:lnTo>
                  <a:pt x="690257" y="136885"/>
                </a:lnTo>
                <a:lnTo>
                  <a:pt x="689589" y="137125"/>
                </a:lnTo>
                <a:lnTo>
                  <a:pt x="688895" y="137350"/>
                </a:lnTo>
                <a:lnTo>
                  <a:pt x="688174" y="137561"/>
                </a:lnTo>
                <a:lnTo>
                  <a:pt x="687426" y="137757"/>
                </a:lnTo>
                <a:lnTo>
                  <a:pt x="686652" y="137939"/>
                </a:lnTo>
                <a:lnTo>
                  <a:pt x="685850" y="138106"/>
                </a:lnTo>
                <a:lnTo>
                  <a:pt x="685022" y="138259"/>
                </a:lnTo>
                <a:lnTo>
                  <a:pt x="684167" y="138397"/>
                </a:lnTo>
                <a:lnTo>
                  <a:pt x="683286" y="138521"/>
                </a:lnTo>
                <a:lnTo>
                  <a:pt x="682377" y="138630"/>
                </a:lnTo>
                <a:lnTo>
                  <a:pt x="681442" y="138724"/>
                </a:lnTo>
                <a:lnTo>
                  <a:pt x="680480" y="138804"/>
                </a:lnTo>
                <a:lnTo>
                  <a:pt x="679491" y="138870"/>
                </a:lnTo>
                <a:lnTo>
                  <a:pt x="678476" y="138921"/>
                </a:lnTo>
                <a:lnTo>
                  <a:pt x="677434" y="138957"/>
                </a:lnTo>
                <a:lnTo>
                  <a:pt x="676365" y="138979"/>
                </a:lnTo>
                <a:lnTo>
                  <a:pt x="675269" y="138986"/>
                </a:lnTo>
                <a:lnTo>
                  <a:pt x="674326" y="138979"/>
                </a:lnTo>
                <a:lnTo>
                  <a:pt x="673405" y="138958"/>
                </a:lnTo>
                <a:lnTo>
                  <a:pt x="672508" y="138924"/>
                </a:lnTo>
                <a:lnTo>
                  <a:pt x="671633" y="138876"/>
                </a:lnTo>
                <a:lnTo>
                  <a:pt x="670781" y="138814"/>
                </a:lnTo>
                <a:close/>
                <a:moveTo>
                  <a:pt x="580004" y="54994"/>
                </a:moveTo>
                <a:lnTo>
                  <a:pt x="580319" y="54583"/>
                </a:lnTo>
                <a:lnTo>
                  <a:pt x="580642" y="54175"/>
                </a:lnTo>
                <a:lnTo>
                  <a:pt x="580973" y="53769"/>
                </a:lnTo>
                <a:lnTo>
                  <a:pt x="581312" y="53365"/>
                </a:lnTo>
                <a:lnTo>
                  <a:pt x="581659" y="52963"/>
                </a:lnTo>
                <a:lnTo>
                  <a:pt x="582014" y="52564"/>
                </a:lnTo>
                <a:lnTo>
                  <a:pt x="582377" y="52167"/>
                </a:lnTo>
                <a:lnTo>
                  <a:pt x="582749" y="51773"/>
                </a:lnTo>
                <a:lnTo>
                  <a:pt x="583128" y="51381"/>
                </a:lnTo>
                <a:lnTo>
                  <a:pt x="583515" y="50991"/>
                </a:lnTo>
                <a:lnTo>
                  <a:pt x="583911" y="50604"/>
                </a:lnTo>
                <a:lnTo>
                  <a:pt x="584314" y="50219"/>
                </a:lnTo>
                <a:lnTo>
                  <a:pt x="584725" y="49836"/>
                </a:lnTo>
                <a:lnTo>
                  <a:pt x="585145" y="49455"/>
                </a:lnTo>
                <a:lnTo>
                  <a:pt x="585572" y="49077"/>
                </a:lnTo>
                <a:lnTo>
                  <a:pt x="586008" y="48701"/>
                </a:lnTo>
                <a:lnTo>
                  <a:pt x="586452" y="48328"/>
                </a:lnTo>
                <a:lnTo>
                  <a:pt x="586903" y="47957"/>
                </a:lnTo>
                <a:lnTo>
                  <a:pt x="587363" y="47588"/>
                </a:lnTo>
                <a:lnTo>
                  <a:pt x="587831" y="47221"/>
                </a:lnTo>
                <a:lnTo>
                  <a:pt x="588307" y="46857"/>
                </a:lnTo>
                <a:lnTo>
                  <a:pt x="588791" y="46496"/>
                </a:lnTo>
                <a:lnTo>
                  <a:pt x="589283" y="46142"/>
                </a:lnTo>
                <a:lnTo>
                  <a:pt x="589785" y="45804"/>
                </a:lnTo>
                <a:lnTo>
                  <a:pt x="590296" y="45481"/>
                </a:lnTo>
                <a:lnTo>
                  <a:pt x="590816" y="45173"/>
                </a:lnTo>
                <a:lnTo>
                  <a:pt x="591345" y="44880"/>
                </a:lnTo>
                <a:lnTo>
                  <a:pt x="591884" y="44602"/>
                </a:lnTo>
                <a:lnTo>
                  <a:pt x="592431" y="44339"/>
                </a:lnTo>
                <a:lnTo>
                  <a:pt x="592988" y="44091"/>
                </a:lnTo>
                <a:lnTo>
                  <a:pt x="593555" y="43859"/>
                </a:lnTo>
                <a:lnTo>
                  <a:pt x="594130" y="43641"/>
                </a:lnTo>
                <a:lnTo>
                  <a:pt x="594715" y="43438"/>
                </a:lnTo>
                <a:lnTo>
                  <a:pt x="595308" y="43250"/>
                </a:lnTo>
                <a:lnTo>
                  <a:pt x="595911" y="43077"/>
                </a:lnTo>
                <a:lnTo>
                  <a:pt x="596524" y="42919"/>
                </a:lnTo>
                <a:lnTo>
                  <a:pt x="597145" y="42777"/>
                </a:lnTo>
                <a:lnTo>
                  <a:pt x="597776" y="42649"/>
                </a:lnTo>
                <a:lnTo>
                  <a:pt x="598416" y="42536"/>
                </a:lnTo>
                <a:lnTo>
                  <a:pt x="599065" y="42439"/>
                </a:lnTo>
                <a:lnTo>
                  <a:pt x="599723" y="42356"/>
                </a:lnTo>
                <a:lnTo>
                  <a:pt x="600391" y="42288"/>
                </a:lnTo>
                <a:lnTo>
                  <a:pt x="601067" y="42236"/>
                </a:lnTo>
                <a:lnTo>
                  <a:pt x="601753" y="42198"/>
                </a:lnTo>
                <a:lnTo>
                  <a:pt x="602449" y="42176"/>
                </a:lnTo>
                <a:lnTo>
                  <a:pt x="603153" y="42168"/>
                </a:lnTo>
                <a:lnTo>
                  <a:pt x="603612" y="42173"/>
                </a:lnTo>
                <a:lnTo>
                  <a:pt x="604062" y="42187"/>
                </a:lnTo>
                <a:lnTo>
                  <a:pt x="604503" y="42211"/>
                </a:lnTo>
                <a:lnTo>
                  <a:pt x="604935" y="42244"/>
                </a:lnTo>
                <a:lnTo>
                  <a:pt x="605358" y="42286"/>
                </a:lnTo>
                <a:lnTo>
                  <a:pt x="605772" y="42338"/>
                </a:lnTo>
                <a:lnTo>
                  <a:pt x="606178" y="42400"/>
                </a:lnTo>
                <a:lnTo>
                  <a:pt x="606574" y="42471"/>
                </a:lnTo>
                <a:lnTo>
                  <a:pt x="606962" y="42551"/>
                </a:lnTo>
                <a:lnTo>
                  <a:pt x="607340" y="42641"/>
                </a:lnTo>
                <a:lnTo>
                  <a:pt x="607710" y="42740"/>
                </a:lnTo>
                <a:lnTo>
                  <a:pt x="608070" y="42849"/>
                </a:lnTo>
                <a:lnTo>
                  <a:pt x="608422" y="42967"/>
                </a:lnTo>
                <a:lnTo>
                  <a:pt x="608765" y="43094"/>
                </a:lnTo>
                <a:lnTo>
                  <a:pt x="609099" y="43232"/>
                </a:lnTo>
                <a:lnTo>
                  <a:pt x="609424" y="43378"/>
                </a:lnTo>
                <a:lnTo>
                  <a:pt x="609740" y="43534"/>
                </a:lnTo>
                <a:lnTo>
                  <a:pt x="610047" y="43699"/>
                </a:lnTo>
                <a:lnTo>
                  <a:pt x="610346" y="43874"/>
                </a:lnTo>
                <a:lnTo>
                  <a:pt x="610635" y="44059"/>
                </a:lnTo>
                <a:lnTo>
                  <a:pt x="610915" y="44252"/>
                </a:lnTo>
                <a:lnTo>
                  <a:pt x="611187" y="44456"/>
                </a:lnTo>
                <a:lnTo>
                  <a:pt x="611449" y="44668"/>
                </a:lnTo>
                <a:lnTo>
                  <a:pt x="611703" y="44891"/>
                </a:lnTo>
                <a:lnTo>
                  <a:pt x="611949" y="45121"/>
                </a:lnTo>
                <a:lnTo>
                  <a:pt x="612189" y="45358"/>
                </a:lnTo>
                <a:lnTo>
                  <a:pt x="612422" y="45603"/>
                </a:lnTo>
                <a:lnTo>
                  <a:pt x="612648" y="45856"/>
                </a:lnTo>
                <a:lnTo>
                  <a:pt x="612869" y="46115"/>
                </a:lnTo>
                <a:lnTo>
                  <a:pt x="613083" y="46382"/>
                </a:lnTo>
                <a:lnTo>
                  <a:pt x="613290" y="46656"/>
                </a:lnTo>
                <a:lnTo>
                  <a:pt x="613491" y="46937"/>
                </a:lnTo>
                <a:lnTo>
                  <a:pt x="613685" y="47226"/>
                </a:lnTo>
                <a:lnTo>
                  <a:pt x="613873" y="47522"/>
                </a:lnTo>
                <a:lnTo>
                  <a:pt x="614055" y="47825"/>
                </a:lnTo>
                <a:lnTo>
                  <a:pt x="614230" y="48136"/>
                </a:lnTo>
                <a:lnTo>
                  <a:pt x="614399" y="48453"/>
                </a:lnTo>
                <a:lnTo>
                  <a:pt x="614561" y="48778"/>
                </a:lnTo>
                <a:lnTo>
                  <a:pt x="614717" y="49111"/>
                </a:lnTo>
                <a:lnTo>
                  <a:pt x="614867" y="49451"/>
                </a:lnTo>
                <a:lnTo>
                  <a:pt x="615010" y="49798"/>
                </a:lnTo>
                <a:lnTo>
                  <a:pt x="615146" y="50152"/>
                </a:lnTo>
                <a:lnTo>
                  <a:pt x="615277" y="50513"/>
                </a:lnTo>
                <a:lnTo>
                  <a:pt x="615400" y="50882"/>
                </a:lnTo>
                <a:lnTo>
                  <a:pt x="615518" y="51258"/>
                </a:lnTo>
                <a:lnTo>
                  <a:pt x="615628" y="51642"/>
                </a:lnTo>
                <a:lnTo>
                  <a:pt x="615733" y="52033"/>
                </a:lnTo>
                <a:lnTo>
                  <a:pt x="615831" y="52431"/>
                </a:lnTo>
                <a:lnTo>
                  <a:pt x="615924" y="52835"/>
                </a:lnTo>
                <a:lnTo>
                  <a:pt x="616012" y="53243"/>
                </a:lnTo>
                <a:lnTo>
                  <a:pt x="616097" y="53656"/>
                </a:lnTo>
                <a:lnTo>
                  <a:pt x="616178" y="54074"/>
                </a:lnTo>
                <a:lnTo>
                  <a:pt x="616255" y="54496"/>
                </a:lnTo>
                <a:lnTo>
                  <a:pt x="616328" y="54923"/>
                </a:lnTo>
                <a:lnTo>
                  <a:pt x="616397" y="55355"/>
                </a:lnTo>
                <a:lnTo>
                  <a:pt x="616463" y="55792"/>
                </a:lnTo>
                <a:lnTo>
                  <a:pt x="616524" y="56233"/>
                </a:lnTo>
                <a:lnTo>
                  <a:pt x="616581" y="56678"/>
                </a:lnTo>
                <a:lnTo>
                  <a:pt x="616634" y="57129"/>
                </a:lnTo>
                <a:lnTo>
                  <a:pt x="616684" y="57584"/>
                </a:lnTo>
                <a:lnTo>
                  <a:pt x="616729" y="58044"/>
                </a:lnTo>
                <a:lnTo>
                  <a:pt x="616771" y="58508"/>
                </a:lnTo>
                <a:lnTo>
                  <a:pt x="616808" y="58977"/>
                </a:lnTo>
                <a:lnTo>
                  <a:pt x="616842" y="59451"/>
                </a:lnTo>
                <a:lnTo>
                  <a:pt x="616871" y="59929"/>
                </a:lnTo>
                <a:lnTo>
                  <a:pt x="616897" y="60412"/>
                </a:lnTo>
                <a:lnTo>
                  <a:pt x="616919" y="60900"/>
                </a:lnTo>
                <a:lnTo>
                  <a:pt x="616936" y="61392"/>
                </a:lnTo>
                <a:lnTo>
                  <a:pt x="616950" y="61889"/>
                </a:lnTo>
                <a:lnTo>
                  <a:pt x="616960" y="62390"/>
                </a:lnTo>
                <a:lnTo>
                  <a:pt x="616966" y="62897"/>
                </a:lnTo>
                <a:lnTo>
                  <a:pt x="616968" y="63408"/>
                </a:lnTo>
                <a:lnTo>
                  <a:pt x="616968" y="117396"/>
                </a:lnTo>
                <a:lnTo>
                  <a:pt x="630951" y="117396"/>
                </a:lnTo>
                <a:lnTo>
                  <a:pt x="630951" y="61792"/>
                </a:lnTo>
                <a:lnTo>
                  <a:pt x="630942" y="60557"/>
                </a:lnTo>
                <a:lnTo>
                  <a:pt x="630912" y="59345"/>
                </a:lnTo>
                <a:lnTo>
                  <a:pt x="630863" y="58157"/>
                </a:lnTo>
                <a:lnTo>
                  <a:pt x="630795" y="56992"/>
                </a:lnTo>
                <a:lnTo>
                  <a:pt x="630707" y="55850"/>
                </a:lnTo>
                <a:lnTo>
                  <a:pt x="630599" y="54732"/>
                </a:lnTo>
                <a:lnTo>
                  <a:pt x="630471" y="53637"/>
                </a:lnTo>
                <a:lnTo>
                  <a:pt x="630324" y="52565"/>
                </a:lnTo>
                <a:lnTo>
                  <a:pt x="630158" y="51517"/>
                </a:lnTo>
                <a:lnTo>
                  <a:pt x="629972" y="50492"/>
                </a:lnTo>
                <a:lnTo>
                  <a:pt x="629766" y="49491"/>
                </a:lnTo>
                <a:lnTo>
                  <a:pt x="629540" y="48512"/>
                </a:lnTo>
                <a:lnTo>
                  <a:pt x="629296" y="47558"/>
                </a:lnTo>
                <a:lnTo>
                  <a:pt x="629031" y="46626"/>
                </a:lnTo>
                <a:lnTo>
                  <a:pt x="628747" y="45718"/>
                </a:lnTo>
                <a:lnTo>
                  <a:pt x="628443" y="44833"/>
                </a:lnTo>
                <a:lnTo>
                  <a:pt x="628120" y="43972"/>
                </a:lnTo>
                <a:lnTo>
                  <a:pt x="627777" y="43134"/>
                </a:lnTo>
                <a:lnTo>
                  <a:pt x="627414" y="42320"/>
                </a:lnTo>
                <a:lnTo>
                  <a:pt x="627032" y="41528"/>
                </a:lnTo>
                <a:lnTo>
                  <a:pt x="626630" y="40760"/>
                </a:lnTo>
                <a:lnTo>
                  <a:pt x="626209" y="40016"/>
                </a:lnTo>
                <a:lnTo>
                  <a:pt x="625768" y="39295"/>
                </a:lnTo>
                <a:lnTo>
                  <a:pt x="625308" y="38597"/>
                </a:lnTo>
                <a:lnTo>
                  <a:pt x="624824" y="37925"/>
                </a:lnTo>
                <a:lnTo>
                  <a:pt x="624315" y="37282"/>
                </a:lnTo>
                <a:lnTo>
                  <a:pt x="623779" y="36667"/>
                </a:lnTo>
                <a:lnTo>
                  <a:pt x="623218" y="36080"/>
                </a:lnTo>
                <a:lnTo>
                  <a:pt x="622631" y="35523"/>
                </a:lnTo>
                <a:lnTo>
                  <a:pt x="622017" y="34994"/>
                </a:lnTo>
                <a:lnTo>
                  <a:pt x="621377" y="34493"/>
                </a:lnTo>
                <a:lnTo>
                  <a:pt x="620712" y="34021"/>
                </a:lnTo>
                <a:lnTo>
                  <a:pt x="620020" y="33578"/>
                </a:lnTo>
                <a:lnTo>
                  <a:pt x="619303" y="33164"/>
                </a:lnTo>
                <a:lnTo>
                  <a:pt x="618559" y="32777"/>
                </a:lnTo>
                <a:lnTo>
                  <a:pt x="617789" y="32420"/>
                </a:lnTo>
                <a:lnTo>
                  <a:pt x="616994" y="32091"/>
                </a:lnTo>
                <a:lnTo>
                  <a:pt x="616172" y="31791"/>
                </a:lnTo>
                <a:lnTo>
                  <a:pt x="615324" y="31519"/>
                </a:lnTo>
                <a:lnTo>
                  <a:pt x="614450" y="31276"/>
                </a:lnTo>
                <a:lnTo>
                  <a:pt x="613550" y="31062"/>
                </a:lnTo>
                <a:lnTo>
                  <a:pt x="612625" y="30876"/>
                </a:lnTo>
                <a:lnTo>
                  <a:pt x="611673" y="30718"/>
                </a:lnTo>
                <a:lnTo>
                  <a:pt x="610695" y="30590"/>
                </a:lnTo>
                <a:lnTo>
                  <a:pt x="609691" y="30490"/>
                </a:lnTo>
                <a:lnTo>
                  <a:pt x="608661" y="30418"/>
                </a:lnTo>
                <a:lnTo>
                  <a:pt x="607605" y="30375"/>
                </a:lnTo>
                <a:lnTo>
                  <a:pt x="606523" y="30361"/>
                </a:lnTo>
                <a:lnTo>
                  <a:pt x="605686" y="30368"/>
                </a:lnTo>
                <a:lnTo>
                  <a:pt x="604861" y="30391"/>
                </a:lnTo>
                <a:lnTo>
                  <a:pt x="604048" y="30428"/>
                </a:lnTo>
                <a:lnTo>
                  <a:pt x="603247" y="30479"/>
                </a:lnTo>
                <a:lnTo>
                  <a:pt x="602457" y="30546"/>
                </a:lnTo>
                <a:lnTo>
                  <a:pt x="601679" y="30627"/>
                </a:lnTo>
                <a:lnTo>
                  <a:pt x="600913" y="30723"/>
                </a:lnTo>
                <a:lnTo>
                  <a:pt x="600158" y="30834"/>
                </a:lnTo>
                <a:lnTo>
                  <a:pt x="599415" y="30960"/>
                </a:lnTo>
                <a:lnTo>
                  <a:pt x="598684" y="31100"/>
                </a:lnTo>
                <a:lnTo>
                  <a:pt x="597964" y="31256"/>
                </a:lnTo>
                <a:lnTo>
                  <a:pt x="597256" y="31426"/>
                </a:lnTo>
                <a:lnTo>
                  <a:pt x="596560" y="31611"/>
                </a:lnTo>
                <a:lnTo>
                  <a:pt x="595876" y="31810"/>
                </a:lnTo>
                <a:lnTo>
                  <a:pt x="595203" y="32025"/>
                </a:lnTo>
                <a:lnTo>
                  <a:pt x="594542" y="32254"/>
                </a:lnTo>
                <a:lnTo>
                  <a:pt x="593893" y="32498"/>
                </a:lnTo>
                <a:lnTo>
                  <a:pt x="593255" y="32757"/>
                </a:lnTo>
                <a:lnTo>
                  <a:pt x="592629" y="33030"/>
                </a:lnTo>
                <a:lnTo>
                  <a:pt x="592015" y="33319"/>
                </a:lnTo>
                <a:lnTo>
                  <a:pt x="591412" y="33622"/>
                </a:lnTo>
                <a:lnTo>
                  <a:pt x="590822" y="33940"/>
                </a:lnTo>
                <a:lnTo>
                  <a:pt x="590242" y="34272"/>
                </a:lnTo>
                <a:lnTo>
                  <a:pt x="589675" y="34620"/>
                </a:lnTo>
                <a:lnTo>
                  <a:pt x="589119" y="34976"/>
                </a:lnTo>
                <a:lnTo>
                  <a:pt x="588573" y="35334"/>
                </a:lnTo>
                <a:lnTo>
                  <a:pt x="588039" y="35695"/>
                </a:lnTo>
                <a:lnTo>
                  <a:pt x="587515" y="36057"/>
                </a:lnTo>
                <a:lnTo>
                  <a:pt x="587002" y="36422"/>
                </a:lnTo>
                <a:lnTo>
                  <a:pt x="586500" y="36789"/>
                </a:lnTo>
                <a:lnTo>
                  <a:pt x="586009" y="37158"/>
                </a:lnTo>
                <a:lnTo>
                  <a:pt x="585529" y="37530"/>
                </a:lnTo>
                <a:lnTo>
                  <a:pt x="585059" y="37903"/>
                </a:lnTo>
                <a:lnTo>
                  <a:pt x="584600" y="38279"/>
                </a:lnTo>
                <a:lnTo>
                  <a:pt x="584152" y="38657"/>
                </a:lnTo>
                <a:lnTo>
                  <a:pt x="583715" y="39037"/>
                </a:lnTo>
                <a:lnTo>
                  <a:pt x="583289" y="39419"/>
                </a:lnTo>
                <a:lnTo>
                  <a:pt x="582873" y="39804"/>
                </a:lnTo>
                <a:lnTo>
                  <a:pt x="582469" y="40191"/>
                </a:lnTo>
                <a:lnTo>
                  <a:pt x="582075" y="40580"/>
                </a:lnTo>
                <a:lnTo>
                  <a:pt x="581692" y="40971"/>
                </a:lnTo>
                <a:lnTo>
                  <a:pt x="581320" y="41364"/>
                </a:lnTo>
                <a:lnTo>
                  <a:pt x="580958" y="41760"/>
                </a:lnTo>
                <a:lnTo>
                  <a:pt x="580608" y="42158"/>
                </a:lnTo>
                <a:lnTo>
                  <a:pt x="580268" y="42557"/>
                </a:lnTo>
                <a:lnTo>
                  <a:pt x="579939" y="42960"/>
                </a:lnTo>
                <a:lnTo>
                  <a:pt x="579621" y="43364"/>
                </a:lnTo>
                <a:lnTo>
                  <a:pt x="579314" y="43770"/>
                </a:lnTo>
                <a:lnTo>
                  <a:pt x="578977" y="31879"/>
                </a:lnTo>
                <a:lnTo>
                  <a:pt x="565330" y="31879"/>
                </a:lnTo>
                <a:lnTo>
                  <a:pt x="565330" y="117396"/>
                </a:lnTo>
                <a:lnTo>
                  <a:pt x="579398" y="117396"/>
                </a:lnTo>
                <a:lnTo>
                  <a:pt x="579398" y="55823"/>
                </a:lnTo>
                <a:lnTo>
                  <a:pt x="579697" y="55407"/>
                </a:lnTo>
                <a:lnTo>
                  <a:pt x="580004" y="54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04080-663B-4046-ADFB-1AFEB6C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51" y="467025"/>
            <a:ext cx="157604" cy="82041"/>
          </a:xfrm>
          <a:custGeom xmlns:a="http://schemas.openxmlformats.org/drawingml/2006/main">
            <a:pathLst>
              <a:path w="157604" h="82041">
                <a:moveTo>
                  <a:pt x="2" y="34183"/>
                </a:moveTo>
                <a:lnTo>
                  <a:pt x="0" y="47857"/>
                </a:lnTo>
                <a:lnTo>
                  <a:pt x="75658" y="47857"/>
                </a:lnTo>
                <a:lnTo>
                  <a:pt x="75658" y="82041"/>
                </a:lnTo>
                <a:lnTo>
                  <a:pt x="157604" y="41021"/>
                </a:lnTo>
                <a:lnTo>
                  <a:pt x="75658" y="0"/>
                </a:lnTo>
                <a:lnTo>
                  <a:pt x="75658" y="34183"/>
                </a:lnTo>
                <a:lnTo>
                  <a:pt x="2" y="34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93374-6BCC-43A8-8F83-ED57CA4B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43" y="467556"/>
            <a:ext cx="217556" cy="82041"/>
          </a:xfrm>
          <a:custGeom xmlns:a="http://schemas.openxmlformats.org/drawingml/2006/main">
            <a:pathLst>
              <a:path w="217556" h="82041">
                <a:moveTo>
                  <a:pt x="135877" y="82041"/>
                </a:moveTo>
                <a:lnTo>
                  <a:pt x="217556" y="40487"/>
                </a:lnTo>
                <a:lnTo>
                  <a:pt x="135344" y="0"/>
                </a:lnTo>
                <a:lnTo>
                  <a:pt x="135566" y="34184"/>
                </a:lnTo>
                <a:lnTo>
                  <a:pt x="0" y="35066"/>
                </a:lnTo>
                <a:lnTo>
                  <a:pt x="90" y="48740"/>
                </a:lnTo>
                <a:lnTo>
                  <a:pt x="135655" y="47858"/>
                </a:lnTo>
                <a:lnTo>
                  <a:pt x="135877" y="820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AD706-631D-49EA-BF1F-73BB792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01" y="758773"/>
            <a:ext cx="5730364" cy="10"/>
          </a:xfrm>
          <a:custGeom xmlns:a="http://schemas.openxmlformats.org/drawingml/2006/main">
            <a:pathLst>
              <a:path w="5730364" h="1" fill="none">
                <a:moveTo>
                  <a:pt x="0" y="0"/>
                </a:moveTo>
                <a:lnTo>
                  <a:pt x="5730364" y="1"/>
                </a:lnTo>
              </a:path>
            </a:pathLst>
          </a:custGeom>
          <a:noFill xmlns:a="http://schemas.openxmlformats.org/drawingml/2006/main"/>
          <a:ln xmlns:a="http://schemas.openxmlformats.org/drawingml/2006/main" w="20499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DAAD1-0188-4288-A688-DB2145E1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506" y="779417"/>
            <a:ext cx="879666" cy="237964"/>
          </a:xfrm>
          <a:custGeom xmlns:a="http://schemas.openxmlformats.org/drawingml/2006/main">
            <a:pathLst>
              <a:path w="879666" h="237964">
                <a:moveTo>
                  <a:pt x="0" y="0"/>
                </a:moveTo>
                <a:lnTo>
                  <a:pt x="879666" y="0"/>
                </a:lnTo>
                <a:lnTo>
                  <a:pt x="879666" y="237964"/>
                </a:lnTo>
                <a:lnTo>
                  <a:pt x="0" y="2379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OnlineQA">
            <a:extLst xmlns:a="http://schemas.openxmlformats.org/drawingml/2006/main">
              <a:ext uri="{FF2B5EF4-FFF2-40B4-BE49-F238E27FC236}">
                <a16:creationId xmlns:a16="http://schemas.microsoft.com/office/drawing/2014/main" id="{5E5F0006-B4D1-4A9B-B975-F6494C30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846" y="841296"/>
            <a:ext cx="671466" cy="141347"/>
          </a:xfrm>
          <a:custGeom xmlns:a="http://schemas.openxmlformats.org/drawingml/2006/main">
            <a:pathLst>
              <a:path w="671466" h="141347">
                <a:moveTo>
                  <a:pt x="248798" y="16325"/>
                </a:moveTo>
                <a:lnTo>
                  <a:pt x="249109" y="16297"/>
                </a:lnTo>
                <a:lnTo>
                  <a:pt x="249415" y="16261"/>
                </a:lnTo>
                <a:lnTo>
                  <a:pt x="249716" y="16216"/>
                </a:lnTo>
                <a:lnTo>
                  <a:pt x="250012" y="16164"/>
                </a:lnTo>
                <a:lnTo>
                  <a:pt x="250302" y="16104"/>
                </a:lnTo>
                <a:lnTo>
                  <a:pt x="250588" y="16035"/>
                </a:lnTo>
                <a:lnTo>
                  <a:pt x="250867" y="15959"/>
                </a:lnTo>
                <a:lnTo>
                  <a:pt x="251142" y="15874"/>
                </a:lnTo>
                <a:lnTo>
                  <a:pt x="251412" y="15781"/>
                </a:lnTo>
                <a:lnTo>
                  <a:pt x="251676" y="15681"/>
                </a:lnTo>
                <a:lnTo>
                  <a:pt x="251934" y="15572"/>
                </a:lnTo>
                <a:lnTo>
                  <a:pt x="252188" y="15455"/>
                </a:lnTo>
                <a:lnTo>
                  <a:pt x="252436" y="15330"/>
                </a:lnTo>
                <a:lnTo>
                  <a:pt x="252679" y="15198"/>
                </a:lnTo>
                <a:lnTo>
                  <a:pt x="252917" y="15057"/>
                </a:lnTo>
                <a:lnTo>
                  <a:pt x="253150" y="14908"/>
                </a:lnTo>
                <a:lnTo>
                  <a:pt x="253377" y="14751"/>
                </a:lnTo>
                <a:lnTo>
                  <a:pt x="253599" y="14586"/>
                </a:lnTo>
                <a:lnTo>
                  <a:pt x="253816" y="14412"/>
                </a:lnTo>
                <a:lnTo>
                  <a:pt x="254027" y="14231"/>
                </a:lnTo>
                <a:lnTo>
                  <a:pt x="254233" y="14042"/>
                </a:lnTo>
                <a:lnTo>
                  <a:pt x="254433" y="13847"/>
                </a:lnTo>
                <a:lnTo>
                  <a:pt x="254624" y="13647"/>
                </a:lnTo>
                <a:lnTo>
                  <a:pt x="254806" y="13443"/>
                </a:lnTo>
                <a:lnTo>
                  <a:pt x="254980" y="13235"/>
                </a:lnTo>
                <a:lnTo>
                  <a:pt x="255145" y="13023"/>
                </a:lnTo>
                <a:lnTo>
                  <a:pt x="255302" y="12806"/>
                </a:lnTo>
                <a:lnTo>
                  <a:pt x="255451" y="12585"/>
                </a:lnTo>
                <a:lnTo>
                  <a:pt x="255591" y="12360"/>
                </a:lnTo>
                <a:lnTo>
                  <a:pt x="255722" y="12131"/>
                </a:lnTo>
                <a:lnTo>
                  <a:pt x="255845" y="11897"/>
                </a:lnTo>
                <a:lnTo>
                  <a:pt x="255960" y="11659"/>
                </a:lnTo>
                <a:lnTo>
                  <a:pt x="256066" y="11417"/>
                </a:lnTo>
                <a:lnTo>
                  <a:pt x="256163" y="11171"/>
                </a:lnTo>
                <a:lnTo>
                  <a:pt x="256252" y="10920"/>
                </a:lnTo>
                <a:lnTo>
                  <a:pt x="256333" y="10665"/>
                </a:lnTo>
                <a:lnTo>
                  <a:pt x="256405" y="10406"/>
                </a:lnTo>
                <a:lnTo>
                  <a:pt x="256469" y="10143"/>
                </a:lnTo>
                <a:lnTo>
                  <a:pt x="256524" y="9875"/>
                </a:lnTo>
                <a:lnTo>
                  <a:pt x="256570" y="9603"/>
                </a:lnTo>
                <a:lnTo>
                  <a:pt x="256609" y="9327"/>
                </a:lnTo>
                <a:lnTo>
                  <a:pt x="256638" y="9047"/>
                </a:lnTo>
                <a:lnTo>
                  <a:pt x="256659" y="8762"/>
                </a:lnTo>
                <a:lnTo>
                  <a:pt x="256672" y="8474"/>
                </a:lnTo>
                <a:lnTo>
                  <a:pt x="256676" y="8181"/>
                </a:lnTo>
                <a:lnTo>
                  <a:pt x="256672" y="7888"/>
                </a:lnTo>
                <a:lnTo>
                  <a:pt x="256659" y="7599"/>
                </a:lnTo>
                <a:lnTo>
                  <a:pt x="256638" y="7314"/>
                </a:lnTo>
                <a:lnTo>
                  <a:pt x="256609" y="7034"/>
                </a:lnTo>
                <a:lnTo>
                  <a:pt x="256570" y="6758"/>
                </a:lnTo>
                <a:lnTo>
                  <a:pt x="256524" y="6486"/>
                </a:lnTo>
                <a:lnTo>
                  <a:pt x="256469" y="6218"/>
                </a:lnTo>
                <a:lnTo>
                  <a:pt x="256405" y="5955"/>
                </a:lnTo>
                <a:lnTo>
                  <a:pt x="256333" y="5696"/>
                </a:lnTo>
                <a:lnTo>
                  <a:pt x="256252" y="5441"/>
                </a:lnTo>
                <a:lnTo>
                  <a:pt x="256163" y="5191"/>
                </a:lnTo>
                <a:lnTo>
                  <a:pt x="256066" y="4944"/>
                </a:lnTo>
                <a:lnTo>
                  <a:pt x="255960" y="4702"/>
                </a:lnTo>
                <a:lnTo>
                  <a:pt x="255845" y="4464"/>
                </a:lnTo>
                <a:lnTo>
                  <a:pt x="255722" y="4231"/>
                </a:lnTo>
                <a:lnTo>
                  <a:pt x="255591" y="4001"/>
                </a:lnTo>
                <a:lnTo>
                  <a:pt x="255451" y="3776"/>
                </a:lnTo>
                <a:lnTo>
                  <a:pt x="255302" y="3555"/>
                </a:lnTo>
                <a:lnTo>
                  <a:pt x="255145" y="3339"/>
                </a:lnTo>
                <a:lnTo>
                  <a:pt x="254980" y="3126"/>
                </a:lnTo>
                <a:lnTo>
                  <a:pt x="254806" y="2918"/>
                </a:lnTo>
                <a:lnTo>
                  <a:pt x="254624" y="2714"/>
                </a:lnTo>
                <a:lnTo>
                  <a:pt x="254433" y="2515"/>
                </a:lnTo>
                <a:lnTo>
                  <a:pt x="254233" y="2319"/>
                </a:lnTo>
                <a:lnTo>
                  <a:pt x="254027" y="2130"/>
                </a:lnTo>
                <a:lnTo>
                  <a:pt x="253816" y="1949"/>
                </a:lnTo>
                <a:lnTo>
                  <a:pt x="253599" y="1776"/>
                </a:lnTo>
                <a:lnTo>
                  <a:pt x="253377" y="1611"/>
                </a:lnTo>
                <a:lnTo>
                  <a:pt x="253150" y="1454"/>
                </a:lnTo>
                <a:lnTo>
                  <a:pt x="252917" y="1305"/>
                </a:lnTo>
                <a:lnTo>
                  <a:pt x="252679" y="1164"/>
                </a:lnTo>
                <a:lnTo>
                  <a:pt x="252436" y="1031"/>
                </a:lnTo>
                <a:lnTo>
                  <a:pt x="252188" y="906"/>
                </a:lnTo>
                <a:lnTo>
                  <a:pt x="251934" y="789"/>
                </a:lnTo>
                <a:lnTo>
                  <a:pt x="251676" y="680"/>
                </a:lnTo>
                <a:lnTo>
                  <a:pt x="251412" y="580"/>
                </a:lnTo>
                <a:lnTo>
                  <a:pt x="251142" y="487"/>
                </a:lnTo>
                <a:lnTo>
                  <a:pt x="250867" y="403"/>
                </a:lnTo>
                <a:lnTo>
                  <a:pt x="250588" y="326"/>
                </a:lnTo>
                <a:lnTo>
                  <a:pt x="250302" y="258"/>
                </a:lnTo>
                <a:lnTo>
                  <a:pt x="250012" y="197"/>
                </a:lnTo>
                <a:lnTo>
                  <a:pt x="249716" y="145"/>
                </a:lnTo>
                <a:lnTo>
                  <a:pt x="249415" y="101"/>
                </a:lnTo>
                <a:lnTo>
                  <a:pt x="249109" y="64"/>
                </a:lnTo>
                <a:lnTo>
                  <a:pt x="248798" y="36"/>
                </a:lnTo>
                <a:lnTo>
                  <a:pt x="248481" y="16"/>
                </a:lnTo>
                <a:lnTo>
                  <a:pt x="248159" y="4"/>
                </a:lnTo>
                <a:lnTo>
                  <a:pt x="247831" y="0"/>
                </a:lnTo>
                <a:lnTo>
                  <a:pt x="247497" y="4"/>
                </a:lnTo>
                <a:lnTo>
                  <a:pt x="247169" y="16"/>
                </a:lnTo>
                <a:lnTo>
                  <a:pt x="246847" y="36"/>
                </a:lnTo>
                <a:lnTo>
                  <a:pt x="246530" y="64"/>
                </a:lnTo>
                <a:lnTo>
                  <a:pt x="246220" y="101"/>
                </a:lnTo>
                <a:lnTo>
                  <a:pt x="245915" y="145"/>
                </a:lnTo>
                <a:lnTo>
                  <a:pt x="245616" y="197"/>
                </a:lnTo>
                <a:lnTo>
                  <a:pt x="245323" y="258"/>
                </a:lnTo>
                <a:lnTo>
                  <a:pt x="245036" y="326"/>
                </a:lnTo>
                <a:lnTo>
                  <a:pt x="244754" y="403"/>
                </a:lnTo>
                <a:lnTo>
                  <a:pt x="244479" y="487"/>
                </a:lnTo>
                <a:lnTo>
                  <a:pt x="244209" y="580"/>
                </a:lnTo>
                <a:lnTo>
                  <a:pt x="243945" y="680"/>
                </a:lnTo>
                <a:lnTo>
                  <a:pt x="243687" y="789"/>
                </a:lnTo>
                <a:lnTo>
                  <a:pt x="243435" y="906"/>
                </a:lnTo>
                <a:lnTo>
                  <a:pt x="243189" y="1031"/>
                </a:lnTo>
                <a:lnTo>
                  <a:pt x="242949" y="1164"/>
                </a:lnTo>
                <a:lnTo>
                  <a:pt x="242714" y="1305"/>
                </a:lnTo>
                <a:lnTo>
                  <a:pt x="242485" y="1454"/>
                </a:lnTo>
                <a:lnTo>
                  <a:pt x="242262" y="1611"/>
                </a:lnTo>
                <a:lnTo>
                  <a:pt x="242045" y="1776"/>
                </a:lnTo>
                <a:lnTo>
                  <a:pt x="241834" y="1949"/>
                </a:lnTo>
                <a:lnTo>
                  <a:pt x="241629" y="2130"/>
                </a:lnTo>
                <a:lnTo>
                  <a:pt x="241429" y="2319"/>
                </a:lnTo>
                <a:lnTo>
                  <a:pt x="241237" y="2515"/>
                </a:lnTo>
                <a:lnTo>
                  <a:pt x="241053" y="2714"/>
                </a:lnTo>
                <a:lnTo>
                  <a:pt x="240877" y="2918"/>
                </a:lnTo>
                <a:lnTo>
                  <a:pt x="240709" y="3126"/>
                </a:lnTo>
                <a:lnTo>
                  <a:pt x="240549" y="3339"/>
                </a:lnTo>
                <a:lnTo>
                  <a:pt x="240397" y="3555"/>
                </a:lnTo>
                <a:lnTo>
                  <a:pt x="240254" y="3776"/>
                </a:lnTo>
                <a:lnTo>
                  <a:pt x="240119" y="4001"/>
                </a:lnTo>
                <a:lnTo>
                  <a:pt x="239992" y="4231"/>
                </a:lnTo>
                <a:lnTo>
                  <a:pt x="239873" y="4464"/>
                </a:lnTo>
                <a:lnTo>
                  <a:pt x="239763" y="4702"/>
                </a:lnTo>
                <a:lnTo>
                  <a:pt x="239660" y="4944"/>
                </a:lnTo>
                <a:lnTo>
                  <a:pt x="239566" y="5191"/>
                </a:lnTo>
                <a:lnTo>
                  <a:pt x="239480" y="5441"/>
                </a:lnTo>
                <a:lnTo>
                  <a:pt x="239402" y="5696"/>
                </a:lnTo>
                <a:lnTo>
                  <a:pt x="239333" y="5955"/>
                </a:lnTo>
                <a:lnTo>
                  <a:pt x="239271" y="6218"/>
                </a:lnTo>
                <a:lnTo>
                  <a:pt x="239218" y="6486"/>
                </a:lnTo>
                <a:lnTo>
                  <a:pt x="239173" y="6758"/>
                </a:lnTo>
                <a:lnTo>
                  <a:pt x="239136" y="7034"/>
                </a:lnTo>
                <a:lnTo>
                  <a:pt x="239108" y="7314"/>
                </a:lnTo>
                <a:lnTo>
                  <a:pt x="239087" y="7599"/>
                </a:lnTo>
                <a:lnTo>
                  <a:pt x="239075" y="7888"/>
                </a:lnTo>
                <a:lnTo>
                  <a:pt x="239071" y="8181"/>
                </a:lnTo>
                <a:lnTo>
                  <a:pt x="239075" y="8474"/>
                </a:lnTo>
                <a:lnTo>
                  <a:pt x="239087" y="8762"/>
                </a:lnTo>
                <a:lnTo>
                  <a:pt x="239108" y="9047"/>
                </a:lnTo>
                <a:lnTo>
                  <a:pt x="239136" y="9327"/>
                </a:lnTo>
                <a:lnTo>
                  <a:pt x="239173" y="9603"/>
                </a:lnTo>
                <a:lnTo>
                  <a:pt x="239218" y="9875"/>
                </a:lnTo>
                <a:lnTo>
                  <a:pt x="239271" y="10143"/>
                </a:lnTo>
                <a:lnTo>
                  <a:pt x="239333" y="10406"/>
                </a:lnTo>
                <a:lnTo>
                  <a:pt x="239402" y="10665"/>
                </a:lnTo>
                <a:lnTo>
                  <a:pt x="239480" y="10920"/>
                </a:lnTo>
                <a:lnTo>
                  <a:pt x="239566" y="11171"/>
                </a:lnTo>
                <a:lnTo>
                  <a:pt x="239660" y="11417"/>
                </a:lnTo>
                <a:lnTo>
                  <a:pt x="239763" y="11659"/>
                </a:lnTo>
                <a:lnTo>
                  <a:pt x="239873" y="11897"/>
                </a:lnTo>
                <a:lnTo>
                  <a:pt x="239992" y="12131"/>
                </a:lnTo>
                <a:lnTo>
                  <a:pt x="240119" y="12360"/>
                </a:lnTo>
                <a:lnTo>
                  <a:pt x="240254" y="12585"/>
                </a:lnTo>
                <a:lnTo>
                  <a:pt x="240397" y="12806"/>
                </a:lnTo>
                <a:lnTo>
                  <a:pt x="240549" y="13023"/>
                </a:lnTo>
                <a:lnTo>
                  <a:pt x="240709" y="13235"/>
                </a:lnTo>
                <a:lnTo>
                  <a:pt x="240877" y="13443"/>
                </a:lnTo>
                <a:lnTo>
                  <a:pt x="241053" y="13647"/>
                </a:lnTo>
                <a:lnTo>
                  <a:pt x="241237" y="13847"/>
                </a:lnTo>
                <a:lnTo>
                  <a:pt x="241429" y="14042"/>
                </a:lnTo>
                <a:lnTo>
                  <a:pt x="241629" y="14231"/>
                </a:lnTo>
                <a:lnTo>
                  <a:pt x="241834" y="14412"/>
                </a:lnTo>
                <a:lnTo>
                  <a:pt x="242045" y="14586"/>
                </a:lnTo>
                <a:lnTo>
                  <a:pt x="242262" y="14751"/>
                </a:lnTo>
                <a:lnTo>
                  <a:pt x="242485" y="14908"/>
                </a:lnTo>
                <a:lnTo>
                  <a:pt x="242714" y="15057"/>
                </a:lnTo>
                <a:lnTo>
                  <a:pt x="242949" y="15198"/>
                </a:lnTo>
                <a:lnTo>
                  <a:pt x="243189" y="15330"/>
                </a:lnTo>
                <a:lnTo>
                  <a:pt x="243435" y="15455"/>
                </a:lnTo>
                <a:lnTo>
                  <a:pt x="243687" y="15572"/>
                </a:lnTo>
                <a:lnTo>
                  <a:pt x="243945" y="15681"/>
                </a:lnTo>
                <a:lnTo>
                  <a:pt x="244209" y="15781"/>
                </a:lnTo>
                <a:lnTo>
                  <a:pt x="244479" y="15874"/>
                </a:lnTo>
                <a:lnTo>
                  <a:pt x="244754" y="15959"/>
                </a:lnTo>
                <a:lnTo>
                  <a:pt x="245036" y="16035"/>
                </a:lnTo>
                <a:lnTo>
                  <a:pt x="245323" y="16104"/>
                </a:lnTo>
                <a:lnTo>
                  <a:pt x="245616" y="16164"/>
                </a:lnTo>
                <a:lnTo>
                  <a:pt x="245915" y="16216"/>
                </a:lnTo>
                <a:lnTo>
                  <a:pt x="246220" y="16261"/>
                </a:lnTo>
                <a:lnTo>
                  <a:pt x="246530" y="16297"/>
                </a:lnTo>
                <a:lnTo>
                  <a:pt x="246847" y="16325"/>
                </a:lnTo>
                <a:lnTo>
                  <a:pt x="247169" y="16345"/>
                </a:lnTo>
                <a:lnTo>
                  <a:pt x="247497" y="16357"/>
                </a:lnTo>
                <a:lnTo>
                  <a:pt x="247831" y="16361"/>
                </a:lnTo>
                <a:lnTo>
                  <a:pt x="248159" y="16357"/>
                </a:lnTo>
                <a:lnTo>
                  <a:pt x="248481" y="16345"/>
                </a:lnTo>
                <a:lnTo>
                  <a:pt x="248798" y="16325"/>
                </a:lnTo>
                <a:close/>
                <a:moveTo>
                  <a:pt x="226187" y="105926"/>
                </a:moveTo>
                <a:lnTo>
                  <a:pt x="225579" y="105919"/>
                </a:lnTo>
                <a:lnTo>
                  <a:pt x="224989" y="105898"/>
                </a:lnTo>
                <a:lnTo>
                  <a:pt x="224419" y="105863"/>
                </a:lnTo>
                <a:lnTo>
                  <a:pt x="223867" y="105814"/>
                </a:lnTo>
                <a:lnTo>
                  <a:pt x="223334" y="105751"/>
                </a:lnTo>
                <a:lnTo>
                  <a:pt x="222820" y="105673"/>
                </a:lnTo>
                <a:lnTo>
                  <a:pt x="222325" y="105582"/>
                </a:lnTo>
                <a:lnTo>
                  <a:pt x="221849" y="105476"/>
                </a:lnTo>
                <a:lnTo>
                  <a:pt x="221391" y="105357"/>
                </a:lnTo>
                <a:lnTo>
                  <a:pt x="220953" y="105223"/>
                </a:lnTo>
                <a:lnTo>
                  <a:pt x="220533" y="105076"/>
                </a:lnTo>
                <a:lnTo>
                  <a:pt x="220132" y="104914"/>
                </a:lnTo>
                <a:lnTo>
                  <a:pt x="219750" y="104738"/>
                </a:lnTo>
                <a:lnTo>
                  <a:pt x="219387" y="104549"/>
                </a:lnTo>
                <a:lnTo>
                  <a:pt x="219043" y="104345"/>
                </a:lnTo>
                <a:lnTo>
                  <a:pt x="218718" y="104127"/>
                </a:lnTo>
                <a:lnTo>
                  <a:pt x="218411" y="103895"/>
                </a:lnTo>
                <a:lnTo>
                  <a:pt x="218124" y="103649"/>
                </a:lnTo>
                <a:lnTo>
                  <a:pt x="217855" y="103389"/>
                </a:lnTo>
                <a:lnTo>
                  <a:pt x="217605" y="103115"/>
                </a:lnTo>
                <a:lnTo>
                  <a:pt x="217374" y="102827"/>
                </a:lnTo>
                <a:lnTo>
                  <a:pt x="217162" y="102525"/>
                </a:lnTo>
                <a:lnTo>
                  <a:pt x="216969" y="102208"/>
                </a:lnTo>
                <a:lnTo>
                  <a:pt x="216794" y="101878"/>
                </a:lnTo>
                <a:lnTo>
                  <a:pt x="216633" y="101534"/>
                </a:lnTo>
                <a:lnTo>
                  <a:pt x="216478" y="101178"/>
                </a:lnTo>
                <a:lnTo>
                  <a:pt x="216331" y="100809"/>
                </a:lnTo>
                <a:lnTo>
                  <a:pt x="216190" y="100428"/>
                </a:lnTo>
                <a:lnTo>
                  <a:pt x="216056" y="100034"/>
                </a:lnTo>
                <a:lnTo>
                  <a:pt x="215928" y="99627"/>
                </a:lnTo>
                <a:lnTo>
                  <a:pt x="215808" y="99208"/>
                </a:lnTo>
                <a:lnTo>
                  <a:pt x="215695" y="98776"/>
                </a:lnTo>
                <a:lnTo>
                  <a:pt x="215588" y="98332"/>
                </a:lnTo>
                <a:lnTo>
                  <a:pt x="215489" y="97875"/>
                </a:lnTo>
                <a:lnTo>
                  <a:pt x="215396" y="97405"/>
                </a:lnTo>
                <a:lnTo>
                  <a:pt x="215310" y="96923"/>
                </a:lnTo>
                <a:lnTo>
                  <a:pt x="215231" y="96429"/>
                </a:lnTo>
                <a:lnTo>
                  <a:pt x="215159" y="95921"/>
                </a:lnTo>
                <a:lnTo>
                  <a:pt x="215093" y="95401"/>
                </a:lnTo>
                <a:lnTo>
                  <a:pt x="215035" y="94869"/>
                </a:lnTo>
                <a:lnTo>
                  <a:pt x="214983" y="94324"/>
                </a:lnTo>
                <a:lnTo>
                  <a:pt x="214939" y="93766"/>
                </a:lnTo>
                <a:lnTo>
                  <a:pt x="214901" y="93196"/>
                </a:lnTo>
                <a:lnTo>
                  <a:pt x="214870" y="92613"/>
                </a:lnTo>
                <a:lnTo>
                  <a:pt x="214846" y="92017"/>
                </a:lnTo>
                <a:lnTo>
                  <a:pt x="214829" y="91409"/>
                </a:lnTo>
                <a:lnTo>
                  <a:pt x="214818" y="90789"/>
                </a:lnTo>
                <a:lnTo>
                  <a:pt x="214815" y="90155"/>
                </a:lnTo>
                <a:lnTo>
                  <a:pt x="214815" y="3879"/>
                </a:lnTo>
                <a:lnTo>
                  <a:pt x="200747" y="3879"/>
                </a:lnTo>
                <a:lnTo>
                  <a:pt x="200747" y="90830"/>
                </a:lnTo>
                <a:lnTo>
                  <a:pt x="200751" y="91522"/>
                </a:lnTo>
                <a:lnTo>
                  <a:pt x="200761" y="92205"/>
                </a:lnTo>
                <a:lnTo>
                  <a:pt x="200778" y="92880"/>
                </a:lnTo>
                <a:lnTo>
                  <a:pt x="200802" y="93546"/>
                </a:lnTo>
                <a:lnTo>
                  <a:pt x="200833" y="94205"/>
                </a:lnTo>
                <a:lnTo>
                  <a:pt x="200871" y="94854"/>
                </a:lnTo>
                <a:lnTo>
                  <a:pt x="200916" y="95496"/>
                </a:lnTo>
                <a:lnTo>
                  <a:pt x="200967" y="96129"/>
                </a:lnTo>
                <a:lnTo>
                  <a:pt x="201026" y="96754"/>
                </a:lnTo>
                <a:lnTo>
                  <a:pt x="201091" y="97370"/>
                </a:lnTo>
                <a:lnTo>
                  <a:pt x="201163" y="97979"/>
                </a:lnTo>
                <a:lnTo>
                  <a:pt x="201242" y="98578"/>
                </a:lnTo>
                <a:lnTo>
                  <a:pt x="201328" y="99170"/>
                </a:lnTo>
                <a:lnTo>
                  <a:pt x="201421" y="99753"/>
                </a:lnTo>
                <a:lnTo>
                  <a:pt x="201520" y="100328"/>
                </a:lnTo>
                <a:lnTo>
                  <a:pt x="201627" y="100894"/>
                </a:lnTo>
                <a:lnTo>
                  <a:pt x="201740" y="101452"/>
                </a:lnTo>
                <a:lnTo>
                  <a:pt x="201861" y="102002"/>
                </a:lnTo>
                <a:lnTo>
                  <a:pt x="201988" y="102543"/>
                </a:lnTo>
                <a:lnTo>
                  <a:pt x="202122" y="103076"/>
                </a:lnTo>
                <a:lnTo>
                  <a:pt x="202263" y="103601"/>
                </a:lnTo>
                <a:lnTo>
                  <a:pt x="202411" y="104117"/>
                </a:lnTo>
                <a:lnTo>
                  <a:pt x="202565" y="104625"/>
                </a:lnTo>
                <a:lnTo>
                  <a:pt x="202727" y="105125"/>
                </a:lnTo>
                <a:lnTo>
                  <a:pt x="202898" y="105616"/>
                </a:lnTo>
                <a:lnTo>
                  <a:pt x="203080" y="106097"/>
                </a:lnTo>
                <a:lnTo>
                  <a:pt x="203274" y="106568"/>
                </a:lnTo>
                <a:lnTo>
                  <a:pt x="203479" y="107030"/>
                </a:lnTo>
                <a:lnTo>
                  <a:pt x="203696" y="107482"/>
                </a:lnTo>
                <a:lnTo>
                  <a:pt x="203925" y="107924"/>
                </a:lnTo>
                <a:lnTo>
                  <a:pt x="204165" y="108357"/>
                </a:lnTo>
                <a:lnTo>
                  <a:pt x="204416" y="108780"/>
                </a:lnTo>
                <a:lnTo>
                  <a:pt x="204679" y="109193"/>
                </a:lnTo>
                <a:lnTo>
                  <a:pt x="204954" y="109597"/>
                </a:lnTo>
                <a:lnTo>
                  <a:pt x="205240" y="109991"/>
                </a:lnTo>
                <a:lnTo>
                  <a:pt x="205538" y="110375"/>
                </a:lnTo>
                <a:lnTo>
                  <a:pt x="205848" y="110750"/>
                </a:lnTo>
                <a:lnTo>
                  <a:pt x="206169" y="111115"/>
                </a:lnTo>
                <a:lnTo>
                  <a:pt x="206501" y="111470"/>
                </a:lnTo>
                <a:lnTo>
                  <a:pt x="206845" y="111816"/>
                </a:lnTo>
                <a:lnTo>
                  <a:pt x="207201" y="112152"/>
                </a:lnTo>
                <a:lnTo>
                  <a:pt x="207568" y="112478"/>
                </a:lnTo>
                <a:lnTo>
                  <a:pt x="207947" y="112795"/>
                </a:lnTo>
                <a:lnTo>
                  <a:pt x="208337" y="113102"/>
                </a:lnTo>
                <a:lnTo>
                  <a:pt x="208739" y="113399"/>
                </a:lnTo>
                <a:lnTo>
                  <a:pt x="209152" y="113687"/>
                </a:lnTo>
                <a:lnTo>
                  <a:pt x="209577" y="113965"/>
                </a:lnTo>
                <a:lnTo>
                  <a:pt x="210013" y="114233"/>
                </a:lnTo>
                <a:lnTo>
                  <a:pt x="210464" y="114491"/>
                </a:lnTo>
                <a:lnTo>
                  <a:pt x="210930" y="114738"/>
                </a:lnTo>
                <a:lnTo>
                  <a:pt x="211412" y="114975"/>
                </a:lnTo>
                <a:lnTo>
                  <a:pt x="211911" y="115200"/>
                </a:lnTo>
                <a:lnTo>
                  <a:pt x="212426" y="115414"/>
                </a:lnTo>
                <a:lnTo>
                  <a:pt x="212956" y="115617"/>
                </a:lnTo>
                <a:lnTo>
                  <a:pt x="213503" y="115809"/>
                </a:lnTo>
                <a:lnTo>
                  <a:pt x="214066" y="115990"/>
                </a:lnTo>
                <a:lnTo>
                  <a:pt x="214645" y="116161"/>
                </a:lnTo>
                <a:lnTo>
                  <a:pt x="215240" y="116320"/>
                </a:lnTo>
                <a:lnTo>
                  <a:pt x="215851" y="116468"/>
                </a:lnTo>
                <a:lnTo>
                  <a:pt x="216479" y="116605"/>
                </a:lnTo>
                <a:lnTo>
                  <a:pt x="217122" y="116732"/>
                </a:lnTo>
                <a:lnTo>
                  <a:pt x="217781" y="116847"/>
                </a:lnTo>
                <a:lnTo>
                  <a:pt x="218457" y="116951"/>
                </a:lnTo>
                <a:lnTo>
                  <a:pt x="219148" y="117045"/>
                </a:lnTo>
                <a:lnTo>
                  <a:pt x="219856" y="117127"/>
                </a:lnTo>
                <a:lnTo>
                  <a:pt x="220580" y="117198"/>
                </a:lnTo>
                <a:lnTo>
                  <a:pt x="221320" y="117259"/>
                </a:lnTo>
                <a:lnTo>
                  <a:pt x="222076" y="117308"/>
                </a:lnTo>
                <a:lnTo>
                  <a:pt x="222848" y="117347"/>
                </a:lnTo>
                <a:lnTo>
                  <a:pt x="223636" y="117374"/>
                </a:lnTo>
                <a:lnTo>
                  <a:pt x="224440" y="117390"/>
                </a:lnTo>
                <a:lnTo>
                  <a:pt x="225260" y="117396"/>
                </a:lnTo>
                <a:lnTo>
                  <a:pt x="229978" y="117396"/>
                </a:lnTo>
                <a:lnTo>
                  <a:pt x="229978" y="105926"/>
                </a:lnTo>
                <a:lnTo>
                  <a:pt x="226187" y="105926"/>
                </a:lnTo>
                <a:close/>
                <a:moveTo>
                  <a:pt x="56604" y="118798"/>
                </a:moveTo>
                <a:lnTo>
                  <a:pt x="57968" y="118708"/>
                </a:lnTo>
                <a:lnTo>
                  <a:pt x="59313" y="118592"/>
                </a:lnTo>
                <a:lnTo>
                  <a:pt x="60638" y="118450"/>
                </a:lnTo>
                <a:lnTo>
                  <a:pt x="61944" y="118283"/>
                </a:lnTo>
                <a:lnTo>
                  <a:pt x="63230" y="118089"/>
                </a:lnTo>
                <a:lnTo>
                  <a:pt x="64496" y="117870"/>
                </a:lnTo>
                <a:lnTo>
                  <a:pt x="65744" y="117626"/>
                </a:lnTo>
                <a:lnTo>
                  <a:pt x="66971" y="117355"/>
                </a:lnTo>
                <a:lnTo>
                  <a:pt x="68180" y="117059"/>
                </a:lnTo>
                <a:lnTo>
                  <a:pt x="69369" y="116736"/>
                </a:lnTo>
                <a:lnTo>
                  <a:pt x="70538" y="116389"/>
                </a:lnTo>
                <a:lnTo>
                  <a:pt x="71688" y="116015"/>
                </a:lnTo>
                <a:lnTo>
                  <a:pt x="72819" y="115616"/>
                </a:lnTo>
                <a:lnTo>
                  <a:pt x="73930" y="115190"/>
                </a:lnTo>
                <a:lnTo>
                  <a:pt x="75022" y="114739"/>
                </a:lnTo>
                <a:lnTo>
                  <a:pt x="76094" y="114263"/>
                </a:lnTo>
                <a:lnTo>
                  <a:pt x="77146" y="113760"/>
                </a:lnTo>
                <a:lnTo>
                  <a:pt x="78180" y="113232"/>
                </a:lnTo>
                <a:lnTo>
                  <a:pt x="79194" y="112678"/>
                </a:lnTo>
                <a:lnTo>
                  <a:pt x="80188" y="112098"/>
                </a:lnTo>
                <a:lnTo>
                  <a:pt x="81163" y="111492"/>
                </a:lnTo>
                <a:lnTo>
                  <a:pt x="82118" y="110864"/>
                </a:lnTo>
                <a:lnTo>
                  <a:pt x="83054" y="110216"/>
                </a:lnTo>
                <a:lnTo>
                  <a:pt x="83970" y="109549"/>
                </a:lnTo>
                <a:lnTo>
                  <a:pt x="84866" y="108862"/>
                </a:lnTo>
                <a:lnTo>
                  <a:pt x="85742" y="108155"/>
                </a:lnTo>
                <a:lnTo>
                  <a:pt x="86599" y="107428"/>
                </a:lnTo>
                <a:lnTo>
                  <a:pt x="87436" y="106682"/>
                </a:lnTo>
                <a:lnTo>
                  <a:pt x="88253" y="105917"/>
                </a:lnTo>
                <a:lnTo>
                  <a:pt x="89050" y="105132"/>
                </a:lnTo>
                <a:lnTo>
                  <a:pt x="89828" y="104327"/>
                </a:lnTo>
                <a:lnTo>
                  <a:pt x="90586" y="103502"/>
                </a:lnTo>
                <a:lnTo>
                  <a:pt x="91324" y="102658"/>
                </a:lnTo>
                <a:lnTo>
                  <a:pt x="92043" y="101794"/>
                </a:lnTo>
                <a:lnTo>
                  <a:pt x="92741" y="100911"/>
                </a:lnTo>
                <a:lnTo>
                  <a:pt x="93420" y="100008"/>
                </a:lnTo>
                <a:lnTo>
                  <a:pt x="94079" y="99086"/>
                </a:lnTo>
                <a:lnTo>
                  <a:pt x="94719" y="98143"/>
                </a:lnTo>
                <a:lnTo>
                  <a:pt x="95339" y="97182"/>
                </a:lnTo>
                <a:lnTo>
                  <a:pt x="95939" y="96200"/>
                </a:lnTo>
                <a:lnTo>
                  <a:pt x="96519" y="95199"/>
                </a:lnTo>
                <a:lnTo>
                  <a:pt x="97079" y="94178"/>
                </a:lnTo>
                <a:lnTo>
                  <a:pt x="97620" y="93138"/>
                </a:lnTo>
                <a:lnTo>
                  <a:pt x="98141" y="92078"/>
                </a:lnTo>
                <a:lnTo>
                  <a:pt x="98642" y="90999"/>
                </a:lnTo>
                <a:lnTo>
                  <a:pt x="99123" y="89902"/>
                </a:lnTo>
                <a:lnTo>
                  <a:pt x="99584" y="88791"/>
                </a:lnTo>
                <a:lnTo>
                  <a:pt x="100024" y="87666"/>
                </a:lnTo>
                <a:lnTo>
                  <a:pt x="100444" y="86527"/>
                </a:lnTo>
                <a:lnTo>
                  <a:pt x="100843" y="85373"/>
                </a:lnTo>
                <a:lnTo>
                  <a:pt x="101222" y="84204"/>
                </a:lnTo>
                <a:lnTo>
                  <a:pt x="101580" y="83022"/>
                </a:lnTo>
                <a:lnTo>
                  <a:pt x="101918" y="81825"/>
                </a:lnTo>
                <a:lnTo>
                  <a:pt x="102236" y="80614"/>
                </a:lnTo>
                <a:lnTo>
                  <a:pt x="102532" y="79388"/>
                </a:lnTo>
                <a:lnTo>
                  <a:pt x="102809" y="78148"/>
                </a:lnTo>
                <a:lnTo>
                  <a:pt x="103065" y="76893"/>
                </a:lnTo>
                <a:lnTo>
                  <a:pt x="103300" y="75625"/>
                </a:lnTo>
                <a:lnTo>
                  <a:pt x="103515" y="74342"/>
                </a:lnTo>
                <a:lnTo>
                  <a:pt x="103710" y="73044"/>
                </a:lnTo>
                <a:lnTo>
                  <a:pt x="103884" y="71733"/>
                </a:lnTo>
                <a:lnTo>
                  <a:pt x="104037" y="70406"/>
                </a:lnTo>
                <a:lnTo>
                  <a:pt x="104170" y="69066"/>
                </a:lnTo>
                <a:lnTo>
                  <a:pt x="104283" y="67711"/>
                </a:lnTo>
                <a:lnTo>
                  <a:pt x="104375" y="66342"/>
                </a:lnTo>
                <a:lnTo>
                  <a:pt x="104447" y="64959"/>
                </a:lnTo>
                <a:lnTo>
                  <a:pt x="104498" y="63561"/>
                </a:lnTo>
                <a:lnTo>
                  <a:pt x="104529" y="62149"/>
                </a:lnTo>
                <a:lnTo>
                  <a:pt x="104539" y="60722"/>
                </a:lnTo>
                <a:lnTo>
                  <a:pt x="104529" y="59295"/>
                </a:lnTo>
                <a:lnTo>
                  <a:pt x="104498" y="57883"/>
                </a:lnTo>
                <a:lnTo>
                  <a:pt x="104447" y="56484"/>
                </a:lnTo>
                <a:lnTo>
                  <a:pt x="104375" y="55100"/>
                </a:lnTo>
                <a:lnTo>
                  <a:pt x="104283" y="53729"/>
                </a:lnTo>
                <a:lnTo>
                  <a:pt x="104170" y="52373"/>
                </a:lnTo>
                <a:lnTo>
                  <a:pt x="104037" y="51030"/>
                </a:lnTo>
                <a:lnTo>
                  <a:pt x="103884" y="49702"/>
                </a:lnTo>
                <a:lnTo>
                  <a:pt x="103710" y="48388"/>
                </a:lnTo>
                <a:lnTo>
                  <a:pt x="103515" y="47088"/>
                </a:lnTo>
                <a:lnTo>
                  <a:pt x="103300" y="45802"/>
                </a:lnTo>
                <a:lnTo>
                  <a:pt x="103065" y="44529"/>
                </a:lnTo>
                <a:lnTo>
                  <a:pt x="102809" y="43271"/>
                </a:lnTo>
                <a:lnTo>
                  <a:pt x="102532" y="42028"/>
                </a:lnTo>
                <a:lnTo>
                  <a:pt x="102236" y="40798"/>
                </a:lnTo>
                <a:lnTo>
                  <a:pt x="101918" y="39582"/>
                </a:lnTo>
                <a:lnTo>
                  <a:pt x="101580" y="38380"/>
                </a:lnTo>
                <a:lnTo>
                  <a:pt x="101222" y="37192"/>
                </a:lnTo>
                <a:lnTo>
                  <a:pt x="100843" y="36019"/>
                </a:lnTo>
                <a:lnTo>
                  <a:pt x="100444" y="34859"/>
                </a:lnTo>
                <a:lnTo>
                  <a:pt x="100024" y="33713"/>
                </a:lnTo>
                <a:lnTo>
                  <a:pt x="99584" y="32582"/>
                </a:lnTo>
                <a:lnTo>
                  <a:pt x="99123" y="31464"/>
                </a:lnTo>
                <a:lnTo>
                  <a:pt x="98642" y="30361"/>
                </a:lnTo>
                <a:lnTo>
                  <a:pt x="98141" y="29275"/>
                </a:lnTo>
                <a:lnTo>
                  <a:pt x="97620" y="28208"/>
                </a:lnTo>
                <a:lnTo>
                  <a:pt x="97079" y="27162"/>
                </a:lnTo>
                <a:lnTo>
                  <a:pt x="96519" y="26135"/>
                </a:lnTo>
                <a:lnTo>
                  <a:pt x="95939" y="25128"/>
                </a:lnTo>
                <a:lnTo>
                  <a:pt x="95339" y="24141"/>
                </a:lnTo>
                <a:lnTo>
                  <a:pt x="94719" y="23174"/>
                </a:lnTo>
                <a:lnTo>
                  <a:pt x="94079" y="22227"/>
                </a:lnTo>
                <a:lnTo>
                  <a:pt x="93420" y="21300"/>
                </a:lnTo>
                <a:lnTo>
                  <a:pt x="92741" y="20393"/>
                </a:lnTo>
                <a:lnTo>
                  <a:pt x="92043" y="19506"/>
                </a:lnTo>
                <a:lnTo>
                  <a:pt x="91324" y="18638"/>
                </a:lnTo>
                <a:lnTo>
                  <a:pt x="90586" y="17791"/>
                </a:lnTo>
                <a:lnTo>
                  <a:pt x="89828" y="16963"/>
                </a:lnTo>
                <a:lnTo>
                  <a:pt x="89050" y="16156"/>
                </a:lnTo>
                <a:lnTo>
                  <a:pt x="88253" y="15368"/>
                </a:lnTo>
                <a:lnTo>
                  <a:pt x="87436" y="14600"/>
                </a:lnTo>
                <a:lnTo>
                  <a:pt x="86599" y="13852"/>
                </a:lnTo>
                <a:lnTo>
                  <a:pt x="85742" y="13124"/>
                </a:lnTo>
                <a:lnTo>
                  <a:pt x="84866" y="12416"/>
                </a:lnTo>
                <a:lnTo>
                  <a:pt x="83970" y="11728"/>
                </a:lnTo>
                <a:lnTo>
                  <a:pt x="83054" y="11060"/>
                </a:lnTo>
                <a:lnTo>
                  <a:pt x="82118" y="10411"/>
                </a:lnTo>
                <a:lnTo>
                  <a:pt x="81163" y="9783"/>
                </a:lnTo>
                <a:lnTo>
                  <a:pt x="80188" y="9177"/>
                </a:lnTo>
                <a:lnTo>
                  <a:pt x="79194" y="8598"/>
                </a:lnTo>
                <a:lnTo>
                  <a:pt x="78180" y="8044"/>
                </a:lnTo>
                <a:lnTo>
                  <a:pt x="77146" y="7515"/>
                </a:lnTo>
                <a:lnTo>
                  <a:pt x="76094" y="7013"/>
                </a:lnTo>
                <a:lnTo>
                  <a:pt x="75022" y="6536"/>
                </a:lnTo>
                <a:lnTo>
                  <a:pt x="73930" y="6085"/>
                </a:lnTo>
                <a:lnTo>
                  <a:pt x="72819" y="5660"/>
                </a:lnTo>
                <a:lnTo>
                  <a:pt x="71688" y="5260"/>
                </a:lnTo>
                <a:lnTo>
                  <a:pt x="70538" y="4887"/>
                </a:lnTo>
                <a:lnTo>
                  <a:pt x="69369" y="4539"/>
                </a:lnTo>
                <a:lnTo>
                  <a:pt x="68180" y="4217"/>
                </a:lnTo>
                <a:lnTo>
                  <a:pt x="66971" y="3920"/>
                </a:lnTo>
                <a:lnTo>
                  <a:pt x="65744" y="3650"/>
                </a:lnTo>
                <a:lnTo>
                  <a:pt x="64496" y="3405"/>
                </a:lnTo>
                <a:lnTo>
                  <a:pt x="63230" y="3186"/>
                </a:lnTo>
                <a:lnTo>
                  <a:pt x="61944" y="2993"/>
                </a:lnTo>
                <a:lnTo>
                  <a:pt x="60638" y="2825"/>
                </a:lnTo>
                <a:lnTo>
                  <a:pt x="59313" y="2684"/>
                </a:lnTo>
                <a:lnTo>
                  <a:pt x="57968" y="2568"/>
                </a:lnTo>
                <a:lnTo>
                  <a:pt x="56604" y="2477"/>
                </a:lnTo>
                <a:lnTo>
                  <a:pt x="55221" y="2413"/>
                </a:lnTo>
                <a:lnTo>
                  <a:pt x="53818" y="2374"/>
                </a:lnTo>
                <a:lnTo>
                  <a:pt x="52396" y="2361"/>
                </a:lnTo>
                <a:lnTo>
                  <a:pt x="50960" y="2374"/>
                </a:lnTo>
                <a:lnTo>
                  <a:pt x="49543" y="2413"/>
                </a:lnTo>
                <a:lnTo>
                  <a:pt x="48147" y="2477"/>
                </a:lnTo>
                <a:lnTo>
                  <a:pt x="46771" y="2568"/>
                </a:lnTo>
                <a:lnTo>
                  <a:pt x="45414" y="2684"/>
                </a:lnTo>
                <a:lnTo>
                  <a:pt x="44077" y="2825"/>
                </a:lnTo>
                <a:lnTo>
                  <a:pt x="42761" y="2993"/>
                </a:lnTo>
                <a:lnTo>
                  <a:pt x="41464" y="3186"/>
                </a:lnTo>
                <a:lnTo>
                  <a:pt x="40187" y="3405"/>
                </a:lnTo>
                <a:lnTo>
                  <a:pt x="38929" y="3650"/>
                </a:lnTo>
                <a:lnTo>
                  <a:pt x="37692" y="3920"/>
                </a:lnTo>
                <a:lnTo>
                  <a:pt x="36475" y="4217"/>
                </a:lnTo>
                <a:lnTo>
                  <a:pt x="35277" y="4539"/>
                </a:lnTo>
                <a:lnTo>
                  <a:pt x="34100" y="4887"/>
                </a:lnTo>
                <a:lnTo>
                  <a:pt x="32942" y="5260"/>
                </a:lnTo>
                <a:lnTo>
                  <a:pt x="31804" y="5660"/>
                </a:lnTo>
                <a:lnTo>
                  <a:pt x="30686" y="6085"/>
                </a:lnTo>
                <a:lnTo>
                  <a:pt x="29588" y="6536"/>
                </a:lnTo>
                <a:lnTo>
                  <a:pt x="28510" y="7013"/>
                </a:lnTo>
                <a:lnTo>
                  <a:pt x="27452" y="7515"/>
                </a:lnTo>
                <a:lnTo>
                  <a:pt x="26414" y="8044"/>
                </a:lnTo>
                <a:lnTo>
                  <a:pt x="25395" y="8598"/>
                </a:lnTo>
                <a:lnTo>
                  <a:pt x="24397" y="9177"/>
                </a:lnTo>
                <a:lnTo>
                  <a:pt x="23418" y="9783"/>
                </a:lnTo>
                <a:lnTo>
                  <a:pt x="22459" y="10411"/>
                </a:lnTo>
                <a:lnTo>
                  <a:pt x="21520" y="11060"/>
                </a:lnTo>
                <a:lnTo>
                  <a:pt x="20601" y="11728"/>
                </a:lnTo>
                <a:lnTo>
                  <a:pt x="19702" y="12416"/>
                </a:lnTo>
                <a:lnTo>
                  <a:pt x="18823" y="13124"/>
                </a:lnTo>
                <a:lnTo>
                  <a:pt x="17964" y="13852"/>
                </a:lnTo>
                <a:lnTo>
                  <a:pt x="17124" y="14600"/>
                </a:lnTo>
                <a:lnTo>
                  <a:pt x="16305" y="15368"/>
                </a:lnTo>
                <a:lnTo>
                  <a:pt x="15505" y="16156"/>
                </a:lnTo>
                <a:lnTo>
                  <a:pt x="14725" y="16963"/>
                </a:lnTo>
                <a:lnTo>
                  <a:pt x="13965" y="17791"/>
                </a:lnTo>
                <a:lnTo>
                  <a:pt x="13225" y="18638"/>
                </a:lnTo>
                <a:lnTo>
                  <a:pt x="12505" y="19506"/>
                </a:lnTo>
                <a:lnTo>
                  <a:pt x="11805" y="20393"/>
                </a:lnTo>
                <a:lnTo>
                  <a:pt x="11125" y="21300"/>
                </a:lnTo>
                <a:lnTo>
                  <a:pt x="10464" y="22227"/>
                </a:lnTo>
                <a:lnTo>
                  <a:pt x="9824" y="23174"/>
                </a:lnTo>
                <a:lnTo>
                  <a:pt x="9203" y="24141"/>
                </a:lnTo>
                <a:lnTo>
                  <a:pt x="8602" y="25128"/>
                </a:lnTo>
                <a:lnTo>
                  <a:pt x="8021" y="26135"/>
                </a:lnTo>
                <a:lnTo>
                  <a:pt x="7460" y="27162"/>
                </a:lnTo>
                <a:lnTo>
                  <a:pt x="6919" y="28208"/>
                </a:lnTo>
                <a:lnTo>
                  <a:pt x="6398" y="29275"/>
                </a:lnTo>
                <a:lnTo>
                  <a:pt x="5897" y="30361"/>
                </a:lnTo>
                <a:lnTo>
                  <a:pt x="5415" y="31464"/>
                </a:lnTo>
                <a:lnTo>
                  <a:pt x="4955" y="32582"/>
                </a:lnTo>
                <a:lnTo>
                  <a:pt x="4515" y="33713"/>
                </a:lnTo>
                <a:lnTo>
                  <a:pt x="4095" y="34859"/>
                </a:lnTo>
                <a:lnTo>
                  <a:pt x="3696" y="36019"/>
                </a:lnTo>
                <a:lnTo>
                  <a:pt x="3317" y="37192"/>
                </a:lnTo>
                <a:lnTo>
                  <a:pt x="2959" y="38380"/>
                </a:lnTo>
                <a:lnTo>
                  <a:pt x="2621" y="39582"/>
                </a:lnTo>
                <a:lnTo>
                  <a:pt x="2303" y="40798"/>
                </a:lnTo>
                <a:lnTo>
                  <a:pt x="2006" y="42028"/>
                </a:lnTo>
                <a:lnTo>
                  <a:pt x="1730" y="43271"/>
                </a:lnTo>
                <a:lnTo>
                  <a:pt x="1474" y="44529"/>
                </a:lnTo>
                <a:lnTo>
                  <a:pt x="1239" y="45802"/>
                </a:lnTo>
                <a:lnTo>
                  <a:pt x="1024" y="47088"/>
                </a:lnTo>
                <a:lnTo>
                  <a:pt x="829" y="48388"/>
                </a:lnTo>
                <a:lnTo>
                  <a:pt x="655" y="49702"/>
                </a:lnTo>
                <a:lnTo>
                  <a:pt x="502" y="51030"/>
                </a:lnTo>
                <a:lnTo>
                  <a:pt x="369" y="52373"/>
                </a:lnTo>
                <a:lnTo>
                  <a:pt x="256" y="53729"/>
                </a:lnTo>
                <a:lnTo>
                  <a:pt x="164" y="55100"/>
                </a:lnTo>
                <a:lnTo>
                  <a:pt x="92" y="56484"/>
                </a:lnTo>
                <a:lnTo>
                  <a:pt x="41" y="57883"/>
                </a:lnTo>
                <a:lnTo>
                  <a:pt x="10" y="59295"/>
                </a:lnTo>
                <a:lnTo>
                  <a:pt x="0" y="60722"/>
                </a:lnTo>
                <a:lnTo>
                  <a:pt x="10" y="62149"/>
                </a:lnTo>
                <a:lnTo>
                  <a:pt x="41" y="63561"/>
                </a:lnTo>
                <a:lnTo>
                  <a:pt x="92" y="64959"/>
                </a:lnTo>
                <a:lnTo>
                  <a:pt x="164" y="66342"/>
                </a:lnTo>
                <a:lnTo>
                  <a:pt x="256" y="67711"/>
                </a:lnTo>
                <a:lnTo>
                  <a:pt x="369" y="69066"/>
                </a:lnTo>
                <a:lnTo>
                  <a:pt x="502" y="70406"/>
                </a:lnTo>
                <a:lnTo>
                  <a:pt x="655" y="71733"/>
                </a:lnTo>
                <a:lnTo>
                  <a:pt x="829" y="73044"/>
                </a:lnTo>
                <a:lnTo>
                  <a:pt x="1024" y="74342"/>
                </a:lnTo>
                <a:lnTo>
                  <a:pt x="1239" y="75625"/>
                </a:lnTo>
                <a:lnTo>
                  <a:pt x="1474" y="76893"/>
                </a:lnTo>
                <a:lnTo>
                  <a:pt x="1730" y="78148"/>
                </a:lnTo>
                <a:lnTo>
                  <a:pt x="2006" y="79388"/>
                </a:lnTo>
                <a:lnTo>
                  <a:pt x="2303" y="80614"/>
                </a:lnTo>
                <a:lnTo>
                  <a:pt x="2621" y="81825"/>
                </a:lnTo>
                <a:lnTo>
                  <a:pt x="2959" y="83022"/>
                </a:lnTo>
                <a:lnTo>
                  <a:pt x="3317" y="84204"/>
                </a:lnTo>
                <a:lnTo>
                  <a:pt x="3696" y="85373"/>
                </a:lnTo>
                <a:lnTo>
                  <a:pt x="4095" y="86527"/>
                </a:lnTo>
                <a:lnTo>
                  <a:pt x="4515" y="87666"/>
                </a:lnTo>
                <a:lnTo>
                  <a:pt x="4955" y="88791"/>
                </a:lnTo>
                <a:lnTo>
                  <a:pt x="5415" y="89902"/>
                </a:lnTo>
                <a:lnTo>
                  <a:pt x="5897" y="90999"/>
                </a:lnTo>
                <a:lnTo>
                  <a:pt x="6398" y="92078"/>
                </a:lnTo>
                <a:lnTo>
                  <a:pt x="6919" y="93138"/>
                </a:lnTo>
                <a:lnTo>
                  <a:pt x="7460" y="94178"/>
                </a:lnTo>
                <a:lnTo>
                  <a:pt x="8021" y="95199"/>
                </a:lnTo>
                <a:lnTo>
                  <a:pt x="8602" y="96200"/>
                </a:lnTo>
                <a:lnTo>
                  <a:pt x="9203" y="97182"/>
                </a:lnTo>
                <a:lnTo>
                  <a:pt x="9824" y="98143"/>
                </a:lnTo>
                <a:lnTo>
                  <a:pt x="10464" y="99086"/>
                </a:lnTo>
                <a:lnTo>
                  <a:pt x="11125" y="100008"/>
                </a:lnTo>
                <a:lnTo>
                  <a:pt x="11805" y="100911"/>
                </a:lnTo>
                <a:lnTo>
                  <a:pt x="12505" y="101794"/>
                </a:lnTo>
                <a:lnTo>
                  <a:pt x="13225" y="102658"/>
                </a:lnTo>
                <a:lnTo>
                  <a:pt x="13965" y="103502"/>
                </a:lnTo>
                <a:lnTo>
                  <a:pt x="14725" y="104327"/>
                </a:lnTo>
                <a:lnTo>
                  <a:pt x="15505" y="105132"/>
                </a:lnTo>
                <a:lnTo>
                  <a:pt x="16305" y="105917"/>
                </a:lnTo>
                <a:lnTo>
                  <a:pt x="17124" y="106682"/>
                </a:lnTo>
                <a:lnTo>
                  <a:pt x="17964" y="107428"/>
                </a:lnTo>
                <a:lnTo>
                  <a:pt x="18823" y="108155"/>
                </a:lnTo>
                <a:lnTo>
                  <a:pt x="19702" y="108862"/>
                </a:lnTo>
                <a:lnTo>
                  <a:pt x="20601" y="109549"/>
                </a:lnTo>
                <a:lnTo>
                  <a:pt x="21520" y="110216"/>
                </a:lnTo>
                <a:lnTo>
                  <a:pt x="22459" y="110864"/>
                </a:lnTo>
                <a:lnTo>
                  <a:pt x="23418" y="111492"/>
                </a:lnTo>
                <a:lnTo>
                  <a:pt x="24397" y="112098"/>
                </a:lnTo>
                <a:lnTo>
                  <a:pt x="25395" y="112678"/>
                </a:lnTo>
                <a:lnTo>
                  <a:pt x="26414" y="113232"/>
                </a:lnTo>
                <a:lnTo>
                  <a:pt x="27452" y="113760"/>
                </a:lnTo>
                <a:lnTo>
                  <a:pt x="28510" y="114263"/>
                </a:lnTo>
                <a:lnTo>
                  <a:pt x="29588" y="114739"/>
                </a:lnTo>
                <a:lnTo>
                  <a:pt x="30686" y="115190"/>
                </a:lnTo>
                <a:lnTo>
                  <a:pt x="31804" y="115616"/>
                </a:lnTo>
                <a:lnTo>
                  <a:pt x="32942" y="116015"/>
                </a:lnTo>
                <a:lnTo>
                  <a:pt x="34100" y="116389"/>
                </a:lnTo>
                <a:lnTo>
                  <a:pt x="35277" y="116736"/>
                </a:lnTo>
                <a:lnTo>
                  <a:pt x="36475" y="117059"/>
                </a:lnTo>
                <a:lnTo>
                  <a:pt x="37692" y="117355"/>
                </a:lnTo>
                <a:lnTo>
                  <a:pt x="38929" y="117626"/>
                </a:lnTo>
                <a:lnTo>
                  <a:pt x="40187" y="117870"/>
                </a:lnTo>
                <a:lnTo>
                  <a:pt x="41464" y="118089"/>
                </a:lnTo>
                <a:lnTo>
                  <a:pt x="42761" y="118283"/>
                </a:lnTo>
                <a:lnTo>
                  <a:pt x="44077" y="118450"/>
                </a:lnTo>
                <a:lnTo>
                  <a:pt x="45414" y="118592"/>
                </a:lnTo>
                <a:lnTo>
                  <a:pt x="46771" y="118708"/>
                </a:lnTo>
                <a:lnTo>
                  <a:pt x="48147" y="118798"/>
                </a:lnTo>
                <a:lnTo>
                  <a:pt x="49543" y="118862"/>
                </a:lnTo>
                <a:lnTo>
                  <a:pt x="50960" y="118901"/>
                </a:lnTo>
                <a:lnTo>
                  <a:pt x="52396" y="118914"/>
                </a:lnTo>
                <a:lnTo>
                  <a:pt x="53818" y="118901"/>
                </a:lnTo>
                <a:lnTo>
                  <a:pt x="55221" y="118862"/>
                </a:lnTo>
                <a:lnTo>
                  <a:pt x="56604" y="118798"/>
                </a:lnTo>
                <a:close/>
                <a:moveTo>
                  <a:pt x="49125" y="106420"/>
                </a:moveTo>
                <a:lnTo>
                  <a:pt x="48097" y="106346"/>
                </a:lnTo>
                <a:lnTo>
                  <a:pt x="47087" y="106249"/>
                </a:lnTo>
                <a:lnTo>
                  <a:pt x="46094" y="106132"/>
                </a:lnTo>
                <a:lnTo>
                  <a:pt x="45118" y="105993"/>
                </a:lnTo>
                <a:lnTo>
                  <a:pt x="44159" y="105833"/>
                </a:lnTo>
                <a:lnTo>
                  <a:pt x="43218" y="105651"/>
                </a:lnTo>
                <a:lnTo>
                  <a:pt x="42294" y="105448"/>
                </a:lnTo>
                <a:lnTo>
                  <a:pt x="41387" y="105223"/>
                </a:lnTo>
                <a:lnTo>
                  <a:pt x="40497" y="104977"/>
                </a:lnTo>
                <a:lnTo>
                  <a:pt x="39625" y="104710"/>
                </a:lnTo>
                <a:lnTo>
                  <a:pt x="38770" y="104422"/>
                </a:lnTo>
                <a:lnTo>
                  <a:pt x="37932" y="104112"/>
                </a:lnTo>
                <a:lnTo>
                  <a:pt x="37111" y="103780"/>
                </a:lnTo>
                <a:lnTo>
                  <a:pt x="36308" y="103428"/>
                </a:lnTo>
                <a:lnTo>
                  <a:pt x="35522" y="103054"/>
                </a:lnTo>
                <a:lnTo>
                  <a:pt x="34753" y="102658"/>
                </a:lnTo>
                <a:lnTo>
                  <a:pt x="34002" y="102241"/>
                </a:lnTo>
                <a:lnTo>
                  <a:pt x="33267" y="101803"/>
                </a:lnTo>
                <a:lnTo>
                  <a:pt x="32550" y="101343"/>
                </a:lnTo>
                <a:lnTo>
                  <a:pt x="31850" y="100862"/>
                </a:lnTo>
                <a:lnTo>
                  <a:pt x="31168" y="100360"/>
                </a:lnTo>
                <a:lnTo>
                  <a:pt x="30502" y="99840"/>
                </a:lnTo>
                <a:lnTo>
                  <a:pt x="29850" y="99304"/>
                </a:lnTo>
                <a:lnTo>
                  <a:pt x="29214" y="98754"/>
                </a:lnTo>
                <a:lnTo>
                  <a:pt x="28593" y="98190"/>
                </a:lnTo>
                <a:lnTo>
                  <a:pt x="27987" y="97610"/>
                </a:lnTo>
                <a:lnTo>
                  <a:pt x="27396" y="97016"/>
                </a:lnTo>
                <a:lnTo>
                  <a:pt x="26820" y="96406"/>
                </a:lnTo>
                <a:lnTo>
                  <a:pt x="26259" y="95782"/>
                </a:lnTo>
                <a:lnTo>
                  <a:pt x="25713" y="95144"/>
                </a:lnTo>
                <a:lnTo>
                  <a:pt x="25182" y="94490"/>
                </a:lnTo>
                <a:lnTo>
                  <a:pt x="24666" y="93822"/>
                </a:lnTo>
                <a:lnTo>
                  <a:pt x="24166" y="93139"/>
                </a:lnTo>
                <a:lnTo>
                  <a:pt x="23680" y="92441"/>
                </a:lnTo>
                <a:lnTo>
                  <a:pt x="23210" y="91728"/>
                </a:lnTo>
                <a:lnTo>
                  <a:pt x="22754" y="91001"/>
                </a:lnTo>
                <a:lnTo>
                  <a:pt x="22314" y="90258"/>
                </a:lnTo>
                <a:lnTo>
                  <a:pt x="21888" y="89501"/>
                </a:lnTo>
                <a:lnTo>
                  <a:pt x="21478" y="88730"/>
                </a:lnTo>
                <a:lnTo>
                  <a:pt x="21083" y="87943"/>
                </a:lnTo>
                <a:lnTo>
                  <a:pt x="20703" y="87142"/>
                </a:lnTo>
                <a:lnTo>
                  <a:pt x="20337" y="86325"/>
                </a:lnTo>
                <a:lnTo>
                  <a:pt x="19987" y="85494"/>
                </a:lnTo>
                <a:lnTo>
                  <a:pt x="19652" y="84649"/>
                </a:lnTo>
                <a:lnTo>
                  <a:pt x="19333" y="83788"/>
                </a:lnTo>
                <a:lnTo>
                  <a:pt x="19027" y="82916"/>
                </a:lnTo>
                <a:lnTo>
                  <a:pt x="18734" y="82037"/>
                </a:lnTo>
                <a:lnTo>
                  <a:pt x="18454" y="81149"/>
                </a:lnTo>
                <a:lnTo>
                  <a:pt x="18187" y="80254"/>
                </a:lnTo>
                <a:lnTo>
                  <a:pt x="17933" y="79351"/>
                </a:lnTo>
                <a:lnTo>
                  <a:pt x="17693" y="78441"/>
                </a:lnTo>
                <a:lnTo>
                  <a:pt x="17465" y="77522"/>
                </a:lnTo>
                <a:lnTo>
                  <a:pt x="17250" y="76596"/>
                </a:lnTo>
                <a:lnTo>
                  <a:pt x="17048" y="75662"/>
                </a:lnTo>
                <a:lnTo>
                  <a:pt x="16860" y="74720"/>
                </a:lnTo>
                <a:lnTo>
                  <a:pt x="16684" y="73771"/>
                </a:lnTo>
                <a:lnTo>
                  <a:pt x="16521" y="72814"/>
                </a:lnTo>
                <a:lnTo>
                  <a:pt x="16371" y="71849"/>
                </a:lnTo>
                <a:lnTo>
                  <a:pt x="16235" y="70876"/>
                </a:lnTo>
                <a:lnTo>
                  <a:pt x="16111" y="69896"/>
                </a:lnTo>
                <a:lnTo>
                  <a:pt x="16000" y="68907"/>
                </a:lnTo>
                <a:lnTo>
                  <a:pt x="15903" y="67911"/>
                </a:lnTo>
                <a:lnTo>
                  <a:pt x="15818" y="66908"/>
                </a:lnTo>
                <a:lnTo>
                  <a:pt x="15747" y="65896"/>
                </a:lnTo>
                <a:lnTo>
                  <a:pt x="15688" y="64877"/>
                </a:lnTo>
                <a:lnTo>
                  <a:pt x="15643" y="63850"/>
                </a:lnTo>
                <a:lnTo>
                  <a:pt x="15610" y="62815"/>
                </a:lnTo>
                <a:lnTo>
                  <a:pt x="15590" y="61772"/>
                </a:lnTo>
                <a:lnTo>
                  <a:pt x="15584" y="60722"/>
                </a:lnTo>
                <a:lnTo>
                  <a:pt x="15590" y="59665"/>
                </a:lnTo>
                <a:lnTo>
                  <a:pt x="15610" y="58616"/>
                </a:lnTo>
                <a:lnTo>
                  <a:pt x="15643" y="57575"/>
                </a:lnTo>
                <a:lnTo>
                  <a:pt x="15688" y="56542"/>
                </a:lnTo>
                <a:lnTo>
                  <a:pt x="15747" y="55517"/>
                </a:lnTo>
                <a:lnTo>
                  <a:pt x="15818" y="54500"/>
                </a:lnTo>
                <a:lnTo>
                  <a:pt x="15903" y="53491"/>
                </a:lnTo>
                <a:lnTo>
                  <a:pt x="16000" y="52490"/>
                </a:lnTo>
                <a:lnTo>
                  <a:pt x="16111" y="51497"/>
                </a:lnTo>
                <a:lnTo>
                  <a:pt x="16235" y="50512"/>
                </a:lnTo>
                <a:lnTo>
                  <a:pt x="16371" y="49536"/>
                </a:lnTo>
                <a:lnTo>
                  <a:pt x="16521" y="48567"/>
                </a:lnTo>
                <a:lnTo>
                  <a:pt x="16684" y="47607"/>
                </a:lnTo>
                <a:lnTo>
                  <a:pt x="16860" y="46654"/>
                </a:lnTo>
                <a:lnTo>
                  <a:pt x="17048" y="45710"/>
                </a:lnTo>
                <a:lnTo>
                  <a:pt x="17250" y="44773"/>
                </a:lnTo>
                <a:lnTo>
                  <a:pt x="17465" y="43845"/>
                </a:lnTo>
                <a:lnTo>
                  <a:pt x="17693" y="42924"/>
                </a:lnTo>
                <a:lnTo>
                  <a:pt x="17933" y="42012"/>
                </a:lnTo>
                <a:lnTo>
                  <a:pt x="18187" y="41108"/>
                </a:lnTo>
                <a:lnTo>
                  <a:pt x="18454" y="40212"/>
                </a:lnTo>
                <a:lnTo>
                  <a:pt x="18734" y="39324"/>
                </a:lnTo>
                <a:lnTo>
                  <a:pt x="19027" y="38444"/>
                </a:lnTo>
                <a:lnTo>
                  <a:pt x="19333" y="37572"/>
                </a:lnTo>
                <a:lnTo>
                  <a:pt x="19652" y="36711"/>
                </a:lnTo>
                <a:lnTo>
                  <a:pt x="19987" y="35865"/>
                </a:lnTo>
                <a:lnTo>
                  <a:pt x="20337" y="35034"/>
                </a:lnTo>
                <a:lnTo>
                  <a:pt x="20703" y="34217"/>
                </a:lnTo>
                <a:lnTo>
                  <a:pt x="21083" y="33415"/>
                </a:lnTo>
                <a:lnTo>
                  <a:pt x="21478" y="32628"/>
                </a:lnTo>
                <a:lnTo>
                  <a:pt x="21888" y="31855"/>
                </a:lnTo>
                <a:lnTo>
                  <a:pt x="22314" y="31097"/>
                </a:lnTo>
                <a:lnTo>
                  <a:pt x="22754" y="30353"/>
                </a:lnTo>
                <a:lnTo>
                  <a:pt x="23210" y="29624"/>
                </a:lnTo>
                <a:lnTo>
                  <a:pt x="23680" y="28910"/>
                </a:lnTo>
                <a:lnTo>
                  <a:pt x="24166" y="28210"/>
                </a:lnTo>
                <a:lnTo>
                  <a:pt x="24666" y="27526"/>
                </a:lnTo>
                <a:lnTo>
                  <a:pt x="25182" y="26855"/>
                </a:lnTo>
                <a:lnTo>
                  <a:pt x="25713" y="26200"/>
                </a:lnTo>
                <a:lnTo>
                  <a:pt x="26259" y="25559"/>
                </a:lnTo>
                <a:lnTo>
                  <a:pt x="26820" y="24932"/>
                </a:lnTo>
                <a:lnTo>
                  <a:pt x="27396" y="24320"/>
                </a:lnTo>
                <a:lnTo>
                  <a:pt x="27987" y="23723"/>
                </a:lnTo>
                <a:lnTo>
                  <a:pt x="28593" y="23141"/>
                </a:lnTo>
                <a:lnTo>
                  <a:pt x="29214" y="22573"/>
                </a:lnTo>
                <a:lnTo>
                  <a:pt x="29850" y="22020"/>
                </a:lnTo>
                <a:lnTo>
                  <a:pt x="30502" y="21481"/>
                </a:lnTo>
                <a:lnTo>
                  <a:pt x="31168" y="20958"/>
                </a:lnTo>
                <a:lnTo>
                  <a:pt x="31850" y="20452"/>
                </a:lnTo>
                <a:lnTo>
                  <a:pt x="32550" y="19967"/>
                </a:lnTo>
                <a:lnTo>
                  <a:pt x="33267" y="19505"/>
                </a:lnTo>
                <a:lnTo>
                  <a:pt x="34002" y="19063"/>
                </a:lnTo>
                <a:lnTo>
                  <a:pt x="34753" y="18644"/>
                </a:lnTo>
                <a:lnTo>
                  <a:pt x="35522" y="18246"/>
                </a:lnTo>
                <a:lnTo>
                  <a:pt x="36308" y="17869"/>
                </a:lnTo>
                <a:lnTo>
                  <a:pt x="37111" y="17514"/>
                </a:lnTo>
                <a:lnTo>
                  <a:pt x="37932" y="17180"/>
                </a:lnTo>
                <a:lnTo>
                  <a:pt x="38770" y="16868"/>
                </a:lnTo>
                <a:lnTo>
                  <a:pt x="39625" y="16578"/>
                </a:lnTo>
                <a:lnTo>
                  <a:pt x="40497" y="16309"/>
                </a:lnTo>
                <a:lnTo>
                  <a:pt x="41387" y="16061"/>
                </a:lnTo>
                <a:lnTo>
                  <a:pt x="42294" y="15835"/>
                </a:lnTo>
                <a:lnTo>
                  <a:pt x="43218" y="15631"/>
                </a:lnTo>
                <a:lnTo>
                  <a:pt x="44159" y="15448"/>
                </a:lnTo>
                <a:lnTo>
                  <a:pt x="45118" y="15286"/>
                </a:lnTo>
                <a:lnTo>
                  <a:pt x="46094" y="15146"/>
                </a:lnTo>
                <a:lnTo>
                  <a:pt x="47087" y="15028"/>
                </a:lnTo>
                <a:lnTo>
                  <a:pt x="48097" y="14931"/>
                </a:lnTo>
                <a:lnTo>
                  <a:pt x="49125" y="14856"/>
                </a:lnTo>
                <a:lnTo>
                  <a:pt x="50170" y="14802"/>
                </a:lnTo>
                <a:lnTo>
                  <a:pt x="51232" y="14770"/>
                </a:lnTo>
                <a:lnTo>
                  <a:pt x="52312" y="14759"/>
                </a:lnTo>
                <a:lnTo>
                  <a:pt x="53391" y="14770"/>
                </a:lnTo>
                <a:lnTo>
                  <a:pt x="54453" y="14802"/>
                </a:lnTo>
                <a:lnTo>
                  <a:pt x="55497" y="14856"/>
                </a:lnTo>
                <a:lnTo>
                  <a:pt x="56525" y="14931"/>
                </a:lnTo>
                <a:lnTo>
                  <a:pt x="57534" y="15028"/>
                </a:lnTo>
                <a:lnTo>
                  <a:pt x="58527" y="15146"/>
                </a:lnTo>
                <a:lnTo>
                  <a:pt x="59502" y="15286"/>
                </a:lnTo>
                <a:lnTo>
                  <a:pt x="60459" y="15448"/>
                </a:lnTo>
                <a:lnTo>
                  <a:pt x="61399" y="15631"/>
                </a:lnTo>
                <a:lnTo>
                  <a:pt x="62322" y="15835"/>
                </a:lnTo>
                <a:lnTo>
                  <a:pt x="63227" y="16061"/>
                </a:lnTo>
                <a:lnTo>
                  <a:pt x="64115" y="16309"/>
                </a:lnTo>
                <a:lnTo>
                  <a:pt x="64986" y="16578"/>
                </a:lnTo>
                <a:lnTo>
                  <a:pt x="65839" y="16868"/>
                </a:lnTo>
                <a:lnTo>
                  <a:pt x="66675" y="17180"/>
                </a:lnTo>
                <a:lnTo>
                  <a:pt x="67493" y="17514"/>
                </a:lnTo>
                <a:lnTo>
                  <a:pt x="68294" y="17869"/>
                </a:lnTo>
                <a:lnTo>
                  <a:pt x="69077" y="18246"/>
                </a:lnTo>
                <a:lnTo>
                  <a:pt x="69844" y="18644"/>
                </a:lnTo>
                <a:lnTo>
                  <a:pt x="70592" y="19063"/>
                </a:lnTo>
                <a:lnTo>
                  <a:pt x="71324" y="19505"/>
                </a:lnTo>
                <a:lnTo>
                  <a:pt x="72038" y="19967"/>
                </a:lnTo>
                <a:lnTo>
                  <a:pt x="72734" y="20452"/>
                </a:lnTo>
                <a:lnTo>
                  <a:pt x="73413" y="20958"/>
                </a:lnTo>
                <a:lnTo>
                  <a:pt x="74076" y="21481"/>
                </a:lnTo>
                <a:lnTo>
                  <a:pt x="74724" y="22020"/>
                </a:lnTo>
                <a:lnTo>
                  <a:pt x="75357" y="22573"/>
                </a:lnTo>
                <a:lnTo>
                  <a:pt x="75975" y="23141"/>
                </a:lnTo>
                <a:lnTo>
                  <a:pt x="76579" y="23723"/>
                </a:lnTo>
                <a:lnTo>
                  <a:pt x="77167" y="24320"/>
                </a:lnTo>
                <a:lnTo>
                  <a:pt x="77740" y="24932"/>
                </a:lnTo>
                <a:lnTo>
                  <a:pt x="78299" y="25559"/>
                </a:lnTo>
                <a:lnTo>
                  <a:pt x="78842" y="26200"/>
                </a:lnTo>
                <a:lnTo>
                  <a:pt x="79371" y="26855"/>
                </a:lnTo>
                <a:lnTo>
                  <a:pt x="79885" y="27526"/>
                </a:lnTo>
                <a:lnTo>
                  <a:pt x="80384" y="28210"/>
                </a:lnTo>
                <a:lnTo>
                  <a:pt x="80868" y="28910"/>
                </a:lnTo>
                <a:lnTo>
                  <a:pt x="81337" y="29624"/>
                </a:lnTo>
                <a:lnTo>
                  <a:pt x="81791" y="30353"/>
                </a:lnTo>
                <a:lnTo>
                  <a:pt x="82230" y="31097"/>
                </a:lnTo>
                <a:lnTo>
                  <a:pt x="82654" y="31855"/>
                </a:lnTo>
                <a:lnTo>
                  <a:pt x="83064" y="32628"/>
                </a:lnTo>
                <a:lnTo>
                  <a:pt x="83458" y="33415"/>
                </a:lnTo>
                <a:lnTo>
                  <a:pt x="83838" y="34217"/>
                </a:lnTo>
                <a:lnTo>
                  <a:pt x="84202" y="35034"/>
                </a:lnTo>
                <a:lnTo>
                  <a:pt x="84552" y="35865"/>
                </a:lnTo>
                <a:lnTo>
                  <a:pt x="84887" y="36711"/>
                </a:lnTo>
                <a:lnTo>
                  <a:pt x="85206" y="37572"/>
                </a:lnTo>
                <a:lnTo>
                  <a:pt x="85512" y="38444"/>
                </a:lnTo>
                <a:lnTo>
                  <a:pt x="85805" y="39324"/>
                </a:lnTo>
                <a:lnTo>
                  <a:pt x="86085" y="40212"/>
                </a:lnTo>
                <a:lnTo>
                  <a:pt x="86352" y="41108"/>
                </a:lnTo>
                <a:lnTo>
                  <a:pt x="86606" y="42012"/>
                </a:lnTo>
                <a:lnTo>
                  <a:pt x="86846" y="42924"/>
                </a:lnTo>
                <a:lnTo>
                  <a:pt x="87074" y="43845"/>
                </a:lnTo>
                <a:lnTo>
                  <a:pt x="87289" y="44773"/>
                </a:lnTo>
                <a:lnTo>
                  <a:pt x="87491" y="45710"/>
                </a:lnTo>
                <a:lnTo>
                  <a:pt x="87679" y="46654"/>
                </a:lnTo>
                <a:lnTo>
                  <a:pt x="87855" y="47607"/>
                </a:lnTo>
                <a:lnTo>
                  <a:pt x="88018" y="48567"/>
                </a:lnTo>
                <a:lnTo>
                  <a:pt x="88167" y="49536"/>
                </a:lnTo>
                <a:lnTo>
                  <a:pt x="88304" y="50512"/>
                </a:lnTo>
                <a:lnTo>
                  <a:pt x="88428" y="51497"/>
                </a:lnTo>
                <a:lnTo>
                  <a:pt x="88538" y="52490"/>
                </a:lnTo>
                <a:lnTo>
                  <a:pt x="88636" y="53491"/>
                </a:lnTo>
                <a:lnTo>
                  <a:pt x="88721" y="54500"/>
                </a:lnTo>
                <a:lnTo>
                  <a:pt x="88792" y="55517"/>
                </a:lnTo>
                <a:lnTo>
                  <a:pt x="88851" y="56542"/>
                </a:lnTo>
                <a:lnTo>
                  <a:pt x="88896" y="57575"/>
                </a:lnTo>
                <a:lnTo>
                  <a:pt x="88929" y="58616"/>
                </a:lnTo>
                <a:lnTo>
                  <a:pt x="88948" y="59665"/>
                </a:lnTo>
                <a:lnTo>
                  <a:pt x="88955" y="60722"/>
                </a:lnTo>
                <a:lnTo>
                  <a:pt x="88948" y="61772"/>
                </a:lnTo>
                <a:lnTo>
                  <a:pt x="88929" y="62815"/>
                </a:lnTo>
                <a:lnTo>
                  <a:pt x="88896" y="63850"/>
                </a:lnTo>
                <a:lnTo>
                  <a:pt x="88851" y="64877"/>
                </a:lnTo>
                <a:lnTo>
                  <a:pt x="88792" y="65896"/>
                </a:lnTo>
                <a:lnTo>
                  <a:pt x="88721" y="66908"/>
                </a:lnTo>
                <a:lnTo>
                  <a:pt x="88636" y="67911"/>
                </a:lnTo>
                <a:lnTo>
                  <a:pt x="88538" y="68907"/>
                </a:lnTo>
                <a:lnTo>
                  <a:pt x="88428" y="69896"/>
                </a:lnTo>
                <a:lnTo>
                  <a:pt x="88304" y="70876"/>
                </a:lnTo>
                <a:lnTo>
                  <a:pt x="88167" y="71849"/>
                </a:lnTo>
                <a:lnTo>
                  <a:pt x="88018" y="72814"/>
                </a:lnTo>
                <a:lnTo>
                  <a:pt x="87855" y="73771"/>
                </a:lnTo>
                <a:lnTo>
                  <a:pt x="87679" y="74720"/>
                </a:lnTo>
                <a:lnTo>
                  <a:pt x="87491" y="75662"/>
                </a:lnTo>
                <a:lnTo>
                  <a:pt x="87289" y="76596"/>
                </a:lnTo>
                <a:lnTo>
                  <a:pt x="87074" y="77522"/>
                </a:lnTo>
                <a:lnTo>
                  <a:pt x="86846" y="78441"/>
                </a:lnTo>
                <a:lnTo>
                  <a:pt x="86606" y="79351"/>
                </a:lnTo>
                <a:lnTo>
                  <a:pt x="86352" y="80254"/>
                </a:lnTo>
                <a:lnTo>
                  <a:pt x="86085" y="81149"/>
                </a:lnTo>
                <a:lnTo>
                  <a:pt x="85805" y="82037"/>
                </a:lnTo>
                <a:lnTo>
                  <a:pt x="85512" y="82916"/>
                </a:lnTo>
                <a:lnTo>
                  <a:pt x="85206" y="83788"/>
                </a:lnTo>
                <a:lnTo>
                  <a:pt x="84887" y="84649"/>
                </a:lnTo>
                <a:lnTo>
                  <a:pt x="84552" y="85494"/>
                </a:lnTo>
                <a:lnTo>
                  <a:pt x="84202" y="86325"/>
                </a:lnTo>
                <a:lnTo>
                  <a:pt x="83838" y="87142"/>
                </a:lnTo>
                <a:lnTo>
                  <a:pt x="83458" y="87943"/>
                </a:lnTo>
                <a:lnTo>
                  <a:pt x="83064" y="88730"/>
                </a:lnTo>
                <a:lnTo>
                  <a:pt x="82654" y="89501"/>
                </a:lnTo>
                <a:lnTo>
                  <a:pt x="82230" y="90258"/>
                </a:lnTo>
                <a:lnTo>
                  <a:pt x="81791" y="91001"/>
                </a:lnTo>
                <a:lnTo>
                  <a:pt x="81337" y="91728"/>
                </a:lnTo>
                <a:lnTo>
                  <a:pt x="80868" y="92441"/>
                </a:lnTo>
                <a:lnTo>
                  <a:pt x="80384" y="93139"/>
                </a:lnTo>
                <a:lnTo>
                  <a:pt x="79885" y="93822"/>
                </a:lnTo>
                <a:lnTo>
                  <a:pt x="79371" y="94490"/>
                </a:lnTo>
                <a:lnTo>
                  <a:pt x="78842" y="95144"/>
                </a:lnTo>
                <a:lnTo>
                  <a:pt x="78299" y="95782"/>
                </a:lnTo>
                <a:lnTo>
                  <a:pt x="77740" y="96406"/>
                </a:lnTo>
                <a:lnTo>
                  <a:pt x="77167" y="97016"/>
                </a:lnTo>
                <a:lnTo>
                  <a:pt x="76579" y="97610"/>
                </a:lnTo>
                <a:lnTo>
                  <a:pt x="75975" y="98190"/>
                </a:lnTo>
                <a:lnTo>
                  <a:pt x="75357" y="98754"/>
                </a:lnTo>
                <a:lnTo>
                  <a:pt x="74724" y="99304"/>
                </a:lnTo>
                <a:lnTo>
                  <a:pt x="74076" y="99840"/>
                </a:lnTo>
                <a:lnTo>
                  <a:pt x="73413" y="100360"/>
                </a:lnTo>
                <a:lnTo>
                  <a:pt x="72734" y="100862"/>
                </a:lnTo>
                <a:lnTo>
                  <a:pt x="72038" y="101343"/>
                </a:lnTo>
                <a:lnTo>
                  <a:pt x="71324" y="101803"/>
                </a:lnTo>
                <a:lnTo>
                  <a:pt x="70592" y="102241"/>
                </a:lnTo>
                <a:lnTo>
                  <a:pt x="69844" y="102658"/>
                </a:lnTo>
                <a:lnTo>
                  <a:pt x="69077" y="103054"/>
                </a:lnTo>
                <a:lnTo>
                  <a:pt x="68294" y="103428"/>
                </a:lnTo>
                <a:lnTo>
                  <a:pt x="67493" y="103780"/>
                </a:lnTo>
                <a:lnTo>
                  <a:pt x="66675" y="104112"/>
                </a:lnTo>
                <a:lnTo>
                  <a:pt x="65839" y="104422"/>
                </a:lnTo>
                <a:lnTo>
                  <a:pt x="64986" y="104710"/>
                </a:lnTo>
                <a:lnTo>
                  <a:pt x="64115" y="104977"/>
                </a:lnTo>
                <a:lnTo>
                  <a:pt x="63227" y="105223"/>
                </a:lnTo>
                <a:lnTo>
                  <a:pt x="62322" y="105448"/>
                </a:lnTo>
                <a:lnTo>
                  <a:pt x="61399" y="105651"/>
                </a:lnTo>
                <a:lnTo>
                  <a:pt x="60459" y="105833"/>
                </a:lnTo>
                <a:lnTo>
                  <a:pt x="59502" y="105993"/>
                </a:lnTo>
                <a:lnTo>
                  <a:pt x="58527" y="106132"/>
                </a:lnTo>
                <a:lnTo>
                  <a:pt x="57534" y="106249"/>
                </a:lnTo>
                <a:lnTo>
                  <a:pt x="56525" y="106346"/>
                </a:lnTo>
                <a:lnTo>
                  <a:pt x="55497" y="106420"/>
                </a:lnTo>
                <a:lnTo>
                  <a:pt x="54453" y="106474"/>
                </a:lnTo>
                <a:lnTo>
                  <a:pt x="53391" y="106506"/>
                </a:lnTo>
                <a:lnTo>
                  <a:pt x="52312" y="106517"/>
                </a:lnTo>
                <a:lnTo>
                  <a:pt x="51232" y="106506"/>
                </a:lnTo>
                <a:lnTo>
                  <a:pt x="50170" y="106474"/>
                </a:lnTo>
                <a:lnTo>
                  <a:pt x="49125" y="106420"/>
                </a:lnTo>
                <a:close/>
                <a:moveTo>
                  <a:pt x="132423" y="54994"/>
                </a:moveTo>
                <a:lnTo>
                  <a:pt x="132738" y="54583"/>
                </a:lnTo>
                <a:lnTo>
                  <a:pt x="133061" y="54175"/>
                </a:lnTo>
                <a:lnTo>
                  <a:pt x="133392" y="53769"/>
                </a:lnTo>
                <a:lnTo>
                  <a:pt x="133731" y="53365"/>
                </a:lnTo>
                <a:lnTo>
                  <a:pt x="134078" y="52963"/>
                </a:lnTo>
                <a:lnTo>
                  <a:pt x="134433" y="52564"/>
                </a:lnTo>
                <a:lnTo>
                  <a:pt x="134796" y="52167"/>
                </a:lnTo>
                <a:lnTo>
                  <a:pt x="135167" y="51773"/>
                </a:lnTo>
                <a:lnTo>
                  <a:pt x="135547" y="51381"/>
                </a:lnTo>
                <a:lnTo>
                  <a:pt x="135934" y="50991"/>
                </a:lnTo>
                <a:lnTo>
                  <a:pt x="136329" y="50604"/>
                </a:lnTo>
                <a:lnTo>
                  <a:pt x="136733" y="50219"/>
                </a:lnTo>
                <a:lnTo>
                  <a:pt x="137144" y="49836"/>
                </a:lnTo>
                <a:lnTo>
                  <a:pt x="137564" y="49455"/>
                </a:lnTo>
                <a:lnTo>
                  <a:pt x="137991" y="49077"/>
                </a:lnTo>
                <a:lnTo>
                  <a:pt x="138427" y="48701"/>
                </a:lnTo>
                <a:lnTo>
                  <a:pt x="138871" y="48328"/>
                </a:lnTo>
                <a:lnTo>
                  <a:pt x="139322" y="47957"/>
                </a:lnTo>
                <a:lnTo>
                  <a:pt x="139782" y="47588"/>
                </a:lnTo>
                <a:lnTo>
                  <a:pt x="140250" y="47221"/>
                </a:lnTo>
                <a:lnTo>
                  <a:pt x="140726" y="46857"/>
                </a:lnTo>
                <a:lnTo>
                  <a:pt x="141209" y="46496"/>
                </a:lnTo>
                <a:lnTo>
                  <a:pt x="141702" y="46142"/>
                </a:lnTo>
                <a:lnTo>
                  <a:pt x="142204" y="45804"/>
                </a:lnTo>
                <a:lnTo>
                  <a:pt x="142715" y="45481"/>
                </a:lnTo>
                <a:lnTo>
                  <a:pt x="143235" y="45173"/>
                </a:lnTo>
                <a:lnTo>
                  <a:pt x="143764" y="44880"/>
                </a:lnTo>
                <a:lnTo>
                  <a:pt x="144303" y="44602"/>
                </a:lnTo>
                <a:lnTo>
                  <a:pt x="144850" y="44339"/>
                </a:lnTo>
                <a:lnTo>
                  <a:pt x="145407" y="44091"/>
                </a:lnTo>
                <a:lnTo>
                  <a:pt x="145973" y="43859"/>
                </a:lnTo>
                <a:lnTo>
                  <a:pt x="146549" y="43641"/>
                </a:lnTo>
                <a:lnTo>
                  <a:pt x="147133" y="43438"/>
                </a:lnTo>
                <a:lnTo>
                  <a:pt x="147727" y="43250"/>
                </a:lnTo>
                <a:lnTo>
                  <a:pt x="148330" y="43077"/>
                </a:lnTo>
                <a:lnTo>
                  <a:pt x="148943" y="42919"/>
                </a:lnTo>
                <a:lnTo>
                  <a:pt x="149564" y="42777"/>
                </a:lnTo>
                <a:lnTo>
                  <a:pt x="150195" y="42649"/>
                </a:lnTo>
                <a:lnTo>
                  <a:pt x="150835" y="42536"/>
                </a:lnTo>
                <a:lnTo>
                  <a:pt x="151484" y="42439"/>
                </a:lnTo>
                <a:lnTo>
                  <a:pt x="152142" y="42356"/>
                </a:lnTo>
                <a:lnTo>
                  <a:pt x="152810" y="42288"/>
                </a:lnTo>
                <a:lnTo>
                  <a:pt x="153486" y="42236"/>
                </a:lnTo>
                <a:lnTo>
                  <a:pt x="154172" y="42198"/>
                </a:lnTo>
                <a:lnTo>
                  <a:pt x="154868" y="42176"/>
                </a:lnTo>
                <a:lnTo>
                  <a:pt x="155572" y="42168"/>
                </a:lnTo>
                <a:lnTo>
                  <a:pt x="156031" y="42173"/>
                </a:lnTo>
                <a:lnTo>
                  <a:pt x="156481" y="42187"/>
                </a:lnTo>
                <a:lnTo>
                  <a:pt x="156922" y="42211"/>
                </a:lnTo>
                <a:lnTo>
                  <a:pt x="157354" y="42244"/>
                </a:lnTo>
                <a:lnTo>
                  <a:pt x="157777" y="42286"/>
                </a:lnTo>
                <a:lnTo>
                  <a:pt x="158191" y="42338"/>
                </a:lnTo>
                <a:lnTo>
                  <a:pt x="158597" y="42400"/>
                </a:lnTo>
                <a:lnTo>
                  <a:pt x="158993" y="42471"/>
                </a:lnTo>
                <a:lnTo>
                  <a:pt x="159380" y="42551"/>
                </a:lnTo>
                <a:lnTo>
                  <a:pt x="159759" y="42641"/>
                </a:lnTo>
                <a:lnTo>
                  <a:pt x="160129" y="42740"/>
                </a:lnTo>
                <a:lnTo>
                  <a:pt x="160489" y="42849"/>
                </a:lnTo>
                <a:lnTo>
                  <a:pt x="160841" y="42967"/>
                </a:lnTo>
                <a:lnTo>
                  <a:pt x="161184" y="43094"/>
                </a:lnTo>
                <a:lnTo>
                  <a:pt x="161518" y="43232"/>
                </a:lnTo>
                <a:lnTo>
                  <a:pt x="161843" y="43378"/>
                </a:lnTo>
                <a:lnTo>
                  <a:pt x="162159" y="43534"/>
                </a:lnTo>
                <a:lnTo>
                  <a:pt x="162466" y="43699"/>
                </a:lnTo>
                <a:lnTo>
                  <a:pt x="162765" y="43874"/>
                </a:lnTo>
                <a:lnTo>
                  <a:pt x="163054" y="44059"/>
                </a:lnTo>
                <a:lnTo>
                  <a:pt x="163334" y="44252"/>
                </a:lnTo>
                <a:lnTo>
                  <a:pt x="163606" y="44456"/>
                </a:lnTo>
                <a:lnTo>
                  <a:pt x="163868" y="44668"/>
                </a:lnTo>
                <a:lnTo>
                  <a:pt x="164122" y="44891"/>
                </a:lnTo>
                <a:lnTo>
                  <a:pt x="164368" y="45121"/>
                </a:lnTo>
                <a:lnTo>
                  <a:pt x="164608" y="45358"/>
                </a:lnTo>
                <a:lnTo>
                  <a:pt x="164841" y="45603"/>
                </a:lnTo>
                <a:lnTo>
                  <a:pt x="165067" y="45856"/>
                </a:lnTo>
                <a:lnTo>
                  <a:pt x="165288" y="46115"/>
                </a:lnTo>
                <a:lnTo>
                  <a:pt x="165501" y="46382"/>
                </a:lnTo>
                <a:lnTo>
                  <a:pt x="165709" y="46656"/>
                </a:lnTo>
                <a:lnTo>
                  <a:pt x="165910" y="46937"/>
                </a:lnTo>
                <a:lnTo>
                  <a:pt x="166104" y="47226"/>
                </a:lnTo>
                <a:lnTo>
                  <a:pt x="166292" y="47522"/>
                </a:lnTo>
                <a:lnTo>
                  <a:pt x="166474" y="47825"/>
                </a:lnTo>
                <a:lnTo>
                  <a:pt x="166649" y="48136"/>
                </a:lnTo>
                <a:lnTo>
                  <a:pt x="166818" y="48453"/>
                </a:lnTo>
                <a:lnTo>
                  <a:pt x="166980" y="48778"/>
                </a:lnTo>
                <a:lnTo>
                  <a:pt x="167136" y="49111"/>
                </a:lnTo>
                <a:lnTo>
                  <a:pt x="167286" y="49451"/>
                </a:lnTo>
                <a:lnTo>
                  <a:pt x="167429" y="49798"/>
                </a:lnTo>
                <a:lnTo>
                  <a:pt x="167565" y="50152"/>
                </a:lnTo>
                <a:lnTo>
                  <a:pt x="167695" y="50513"/>
                </a:lnTo>
                <a:lnTo>
                  <a:pt x="167819" y="50882"/>
                </a:lnTo>
                <a:lnTo>
                  <a:pt x="167936" y="51258"/>
                </a:lnTo>
                <a:lnTo>
                  <a:pt x="168047" y="51642"/>
                </a:lnTo>
                <a:lnTo>
                  <a:pt x="168152" y="52033"/>
                </a:lnTo>
                <a:lnTo>
                  <a:pt x="168250" y="52431"/>
                </a:lnTo>
                <a:lnTo>
                  <a:pt x="168342" y="52835"/>
                </a:lnTo>
                <a:lnTo>
                  <a:pt x="168431" y="53243"/>
                </a:lnTo>
                <a:lnTo>
                  <a:pt x="168516" y="53656"/>
                </a:lnTo>
                <a:lnTo>
                  <a:pt x="168597" y="54074"/>
                </a:lnTo>
                <a:lnTo>
                  <a:pt x="168674" y="54496"/>
                </a:lnTo>
                <a:lnTo>
                  <a:pt x="168747" y="54923"/>
                </a:lnTo>
                <a:lnTo>
                  <a:pt x="168816" y="55355"/>
                </a:lnTo>
                <a:lnTo>
                  <a:pt x="168881" y="55792"/>
                </a:lnTo>
                <a:lnTo>
                  <a:pt x="168943" y="56233"/>
                </a:lnTo>
                <a:lnTo>
                  <a:pt x="169000" y="56678"/>
                </a:lnTo>
                <a:lnTo>
                  <a:pt x="169053" y="57129"/>
                </a:lnTo>
                <a:lnTo>
                  <a:pt x="169103" y="57584"/>
                </a:lnTo>
                <a:lnTo>
                  <a:pt x="169148" y="58044"/>
                </a:lnTo>
                <a:lnTo>
                  <a:pt x="169189" y="58508"/>
                </a:lnTo>
                <a:lnTo>
                  <a:pt x="169227" y="58977"/>
                </a:lnTo>
                <a:lnTo>
                  <a:pt x="169261" y="59451"/>
                </a:lnTo>
                <a:lnTo>
                  <a:pt x="169290" y="59929"/>
                </a:lnTo>
                <a:lnTo>
                  <a:pt x="169316" y="60412"/>
                </a:lnTo>
                <a:lnTo>
                  <a:pt x="169338" y="60900"/>
                </a:lnTo>
                <a:lnTo>
                  <a:pt x="169355" y="61392"/>
                </a:lnTo>
                <a:lnTo>
                  <a:pt x="169369" y="61889"/>
                </a:lnTo>
                <a:lnTo>
                  <a:pt x="169379" y="62390"/>
                </a:lnTo>
                <a:lnTo>
                  <a:pt x="169385" y="62897"/>
                </a:lnTo>
                <a:lnTo>
                  <a:pt x="169387" y="63408"/>
                </a:lnTo>
                <a:lnTo>
                  <a:pt x="169387" y="117396"/>
                </a:lnTo>
                <a:lnTo>
                  <a:pt x="183370" y="117396"/>
                </a:lnTo>
                <a:lnTo>
                  <a:pt x="183370" y="61792"/>
                </a:lnTo>
                <a:lnTo>
                  <a:pt x="183361" y="60557"/>
                </a:lnTo>
                <a:lnTo>
                  <a:pt x="183331" y="59345"/>
                </a:lnTo>
                <a:lnTo>
                  <a:pt x="183282" y="58157"/>
                </a:lnTo>
                <a:lnTo>
                  <a:pt x="183214" y="56992"/>
                </a:lnTo>
                <a:lnTo>
                  <a:pt x="183125" y="55850"/>
                </a:lnTo>
                <a:lnTo>
                  <a:pt x="183018" y="54732"/>
                </a:lnTo>
                <a:lnTo>
                  <a:pt x="182890" y="53637"/>
                </a:lnTo>
                <a:lnTo>
                  <a:pt x="182743" y="52565"/>
                </a:lnTo>
                <a:lnTo>
                  <a:pt x="182577" y="51517"/>
                </a:lnTo>
                <a:lnTo>
                  <a:pt x="182391" y="50492"/>
                </a:lnTo>
                <a:lnTo>
                  <a:pt x="182185" y="49491"/>
                </a:lnTo>
                <a:lnTo>
                  <a:pt x="181959" y="48512"/>
                </a:lnTo>
                <a:lnTo>
                  <a:pt x="181714" y="47558"/>
                </a:lnTo>
                <a:lnTo>
                  <a:pt x="181450" y="46626"/>
                </a:lnTo>
                <a:lnTo>
                  <a:pt x="181166" y="45718"/>
                </a:lnTo>
                <a:lnTo>
                  <a:pt x="180862" y="44833"/>
                </a:lnTo>
                <a:lnTo>
                  <a:pt x="180539" y="43972"/>
                </a:lnTo>
                <a:lnTo>
                  <a:pt x="180196" y="43134"/>
                </a:lnTo>
                <a:lnTo>
                  <a:pt x="179833" y="42320"/>
                </a:lnTo>
                <a:lnTo>
                  <a:pt x="179451" y="41528"/>
                </a:lnTo>
                <a:lnTo>
                  <a:pt x="179049" y="40760"/>
                </a:lnTo>
                <a:lnTo>
                  <a:pt x="178628" y="40016"/>
                </a:lnTo>
                <a:lnTo>
                  <a:pt x="178187" y="39295"/>
                </a:lnTo>
                <a:lnTo>
                  <a:pt x="177726" y="38597"/>
                </a:lnTo>
                <a:lnTo>
                  <a:pt x="177243" y="37925"/>
                </a:lnTo>
                <a:lnTo>
                  <a:pt x="176734" y="37282"/>
                </a:lnTo>
                <a:lnTo>
                  <a:pt x="176198" y="36667"/>
                </a:lnTo>
                <a:lnTo>
                  <a:pt x="175637" y="36080"/>
                </a:lnTo>
                <a:lnTo>
                  <a:pt x="175049" y="35523"/>
                </a:lnTo>
                <a:lnTo>
                  <a:pt x="174436" y="34994"/>
                </a:lnTo>
                <a:lnTo>
                  <a:pt x="173796" y="34493"/>
                </a:lnTo>
                <a:lnTo>
                  <a:pt x="173131" y="34021"/>
                </a:lnTo>
                <a:lnTo>
                  <a:pt x="172439" y="33578"/>
                </a:lnTo>
                <a:lnTo>
                  <a:pt x="171722" y="33164"/>
                </a:lnTo>
                <a:lnTo>
                  <a:pt x="170978" y="32777"/>
                </a:lnTo>
                <a:lnTo>
                  <a:pt x="170208" y="32420"/>
                </a:lnTo>
                <a:lnTo>
                  <a:pt x="169412" y="32091"/>
                </a:lnTo>
                <a:lnTo>
                  <a:pt x="168591" y="31791"/>
                </a:lnTo>
                <a:lnTo>
                  <a:pt x="167743" y="31519"/>
                </a:lnTo>
                <a:lnTo>
                  <a:pt x="166869" y="31276"/>
                </a:lnTo>
                <a:lnTo>
                  <a:pt x="165969" y="31062"/>
                </a:lnTo>
                <a:lnTo>
                  <a:pt x="165043" y="30876"/>
                </a:lnTo>
                <a:lnTo>
                  <a:pt x="164091" y="30718"/>
                </a:lnTo>
                <a:lnTo>
                  <a:pt x="163114" y="30590"/>
                </a:lnTo>
                <a:lnTo>
                  <a:pt x="162110" y="30490"/>
                </a:lnTo>
                <a:lnTo>
                  <a:pt x="161080" y="30418"/>
                </a:lnTo>
                <a:lnTo>
                  <a:pt x="160024" y="30375"/>
                </a:lnTo>
                <a:lnTo>
                  <a:pt x="158941" y="30361"/>
                </a:lnTo>
                <a:lnTo>
                  <a:pt x="158105" y="30368"/>
                </a:lnTo>
                <a:lnTo>
                  <a:pt x="157280" y="30391"/>
                </a:lnTo>
                <a:lnTo>
                  <a:pt x="156467" y="30428"/>
                </a:lnTo>
                <a:lnTo>
                  <a:pt x="155666" y="30479"/>
                </a:lnTo>
                <a:lnTo>
                  <a:pt x="154876" y="30546"/>
                </a:lnTo>
                <a:lnTo>
                  <a:pt x="154098" y="30627"/>
                </a:lnTo>
                <a:lnTo>
                  <a:pt x="153331" y="30723"/>
                </a:lnTo>
                <a:lnTo>
                  <a:pt x="152577" y="30834"/>
                </a:lnTo>
                <a:lnTo>
                  <a:pt x="151834" y="30960"/>
                </a:lnTo>
                <a:lnTo>
                  <a:pt x="151103" y="31100"/>
                </a:lnTo>
                <a:lnTo>
                  <a:pt x="150383" y="31256"/>
                </a:lnTo>
                <a:lnTo>
                  <a:pt x="149675" y="31426"/>
                </a:lnTo>
                <a:lnTo>
                  <a:pt x="148979" y="31611"/>
                </a:lnTo>
                <a:lnTo>
                  <a:pt x="148295" y="31810"/>
                </a:lnTo>
                <a:lnTo>
                  <a:pt x="147622" y="32025"/>
                </a:lnTo>
                <a:lnTo>
                  <a:pt x="146961" y="32254"/>
                </a:lnTo>
                <a:lnTo>
                  <a:pt x="146312" y="32498"/>
                </a:lnTo>
                <a:lnTo>
                  <a:pt x="145674" y="32757"/>
                </a:lnTo>
                <a:lnTo>
                  <a:pt x="145048" y="33030"/>
                </a:lnTo>
                <a:lnTo>
                  <a:pt x="144434" y="33319"/>
                </a:lnTo>
                <a:lnTo>
                  <a:pt x="143831" y="33622"/>
                </a:lnTo>
                <a:lnTo>
                  <a:pt x="143240" y="33940"/>
                </a:lnTo>
                <a:lnTo>
                  <a:pt x="142661" y="34272"/>
                </a:lnTo>
                <a:lnTo>
                  <a:pt x="142094" y="34620"/>
                </a:lnTo>
                <a:lnTo>
                  <a:pt x="141538" y="34976"/>
                </a:lnTo>
                <a:lnTo>
                  <a:pt x="140992" y="35334"/>
                </a:lnTo>
                <a:lnTo>
                  <a:pt x="140458" y="35695"/>
                </a:lnTo>
                <a:lnTo>
                  <a:pt x="139934" y="36057"/>
                </a:lnTo>
                <a:lnTo>
                  <a:pt x="139421" y="36422"/>
                </a:lnTo>
                <a:lnTo>
                  <a:pt x="138919" y="36789"/>
                </a:lnTo>
                <a:lnTo>
                  <a:pt x="138428" y="37158"/>
                </a:lnTo>
                <a:lnTo>
                  <a:pt x="137948" y="37530"/>
                </a:lnTo>
                <a:lnTo>
                  <a:pt x="137478" y="37903"/>
                </a:lnTo>
                <a:lnTo>
                  <a:pt x="137019" y="38279"/>
                </a:lnTo>
                <a:lnTo>
                  <a:pt x="136571" y="38657"/>
                </a:lnTo>
                <a:lnTo>
                  <a:pt x="136134" y="39037"/>
                </a:lnTo>
                <a:lnTo>
                  <a:pt x="135708" y="39419"/>
                </a:lnTo>
                <a:lnTo>
                  <a:pt x="135292" y="39804"/>
                </a:lnTo>
                <a:lnTo>
                  <a:pt x="134888" y="40191"/>
                </a:lnTo>
                <a:lnTo>
                  <a:pt x="134494" y="40580"/>
                </a:lnTo>
                <a:lnTo>
                  <a:pt x="134111" y="40971"/>
                </a:lnTo>
                <a:lnTo>
                  <a:pt x="133739" y="41364"/>
                </a:lnTo>
                <a:lnTo>
                  <a:pt x="133377" y="41760"/>
                </a:lnTo>
                <a:lnTo>
                  <a:pt x="133027" y="42158"/>
                </a:lnTo>
                <a:lnTo>
                  <a:pt x="132687" y="42557"/>
                </a:lnTo>
                <a:lnTo>
                  <a:pt x="132358" y="42960"/>
                </a:lnTo>
                <a:lnTo>
                  <a:pt x="132040" y="43364"/>
                </a:lnTo>
                <a:lnTo>
                  <a:pt x="131733" y="43770"/>
                </a:lnTo>
                <a:lnTo>
                  <a:pt x="131396" y="31879"/>
                </a:lnTo>
                <a:lnTo>
                  <a:pt x="117749" y="31879"/>
                </a:lnTo>
                <a:lnTo>
                  <a:pt x="117749" y="117396"/>
                </a:lnTo>
                <a:lnTo>
                  <a:pt x="131817" y="117396"/>
                </a:lnTo>
                <a:lnTo>
                  <a:pt x="131817" y="55823"/>
                </a:lnTo>
                <a:lnTo>
                  <a:pt x="132116" y="55407"/>
                </a:lnTo>
                <a:lnTo>
                  <a:pt x="132423" y="54994"/>
                </a:lnTo>
                <a:close/>
                <a:moveTo>
                  <a:pt x="289587" y="54994"/>
                </a:moveTo>
                <a:lnTo>
                  <a:pt x="289902" y="54583"/>
                </a:lnTo>
                <a:lnTo>
                  <a:pt x="290225" y="54175"/>
                </a:lnTo>
                <a:lnTo>
                  <a:pt x="290556" y="53769"/>
                </a:lnTo>
                <a:lnTo>
                  <a:pt x="290895" y="53365"/>
                </a:lnTo>
                <a:lnTo>
                  <a:pt x="291243" y="52963"/>
                </a:lnTo>
                <a:lnTo>
                  <a:pt x="291598" y="52564"/>
                </a:lnTo>
                <a:lnTo>
                  <a:pt x="291961" y="52167"/>
                </a:lnTo>
                <a:lnTo>
                  <a:pt x="292332" y="51773"/>
                </a:lnTo>
                <a:lnTo>
                  <a:pt x="292711" y="51381"/>
                </a:lnTo>
                <a:lnTo>
                  <a:pt x="293099" y="50991"/>
                </a:lnTo>
                <a:lnTo>
                  <a:pt x="293494" y="50604"/>
                </a:lnTo>
                <a:lnTo>
                  <a:pt x="293898" y="50219"/>
                </a:lnTo>
                <a:lnTo>
                  <a:pt x="294309" y="49836"/>
                </a:lnTo>
                <a:lnTo>
                  <a:pt x="294729" y="49455"/>
                </a:lnTo>
                <a:lnTo>
                  <a:pt x="295156" y="49077"/>
                </a:lnTo>
                <a:lnTo>
                  <a:pt x="295592" y="48701"/>
                </a:lnTo>
                <a:lnTo>
                  <a:pt x="296035" y="48328"/>
                </a:lnTo>
                <a:lnTo>
                  <a:pt x="296487" y="47957"/>
                </a:lnTo>
                <a:lnTo>
                  <a:pt x="296947" y="47588"/>
                </a:lnTo>
                <a:lnTo>
                  <a:pt x="297415" y="47221"/>
                </a:lnTo>
                <a:lnTo>
                  <a:pt x="297890" y="46857"/>
                </a:lnTo>
                <a:lnTo>
                  <a:pt x="298374" y="46496"/>
                </a:lnTo>
                <a:lnTo>
                  <a:pt x="298867" y="46142"/>
                </a:lnTo>
                <a:lnTo>
                  <a:pt x="299368" y="45804"/>
                </a:lnTo>
                <a:lnTo>
                  <a:pt x="299879" y="45481"/>
                </a:lnTo>
                <a:lnTo>
                  <a:pt x="300399" y="45173"/>
                </a:lnTo>
                <a:lnTo>
                  <a:pt x="300929" y="44880"/>
                </a:lnTo>
                <a:lnTo>
                  <a:pt x="301467" y="44602"/>
                </a:lnTo>
                <a:lnTo>
                  <a:pt x="302015" y="44339"/>
                </a:lnTo>
                <a:lnTo>
                  <a:pt x="302572" y="44091"/>
                </a:lnTo>
                <a:lnTo>
                  <a:pt x="303138" y="43859"/>
                </a:lnTo>
                <a:lnTo>
                  <a:pt x="303714" y="43641"/>
                </a:lnTo>
                <a:lnTo>
                  <a:pt x="304298" y="43438"/>
                </a:lnTo>
                <a:lnTo>
                  <a:pt x="304892" y="43250"/>
                </a:lnTo>
                <a:lnTo>
                  <a:pt x="305495" y="43077"/>
                </a:lnTo>
                <a:lnTo>
                  <a:pt x="306107" y="42919"/>
                </a:lnTo>
                <a:lnTo>
                  <a:pt x="306729" y="42777"/>
                </a:lnTo>
                <a:lnTo>
                  <a:pt x="307360" y="42649"/>
                </a:lnTo>
                <a:lnTo>
                  <a:pt x="307999" y="42536"/>
                </a:lnTo>
                <a:lnTo>
                  <a:pt x="308649" y="42439"/>
                </a:lnTo>
                <a:lnTo>
                  <a:pt x="309307" y="42356"/>
                </a:lnTo>
                <a:lnTo>
                  <a:pt x="309974" y="42288"/>
                </a:lnTo>
                <a:lnTo>
                  <a:pt x="310651" y="42236"/>
                </a:lnTo>
                <a:lnTo>
                  <a:pt x="311337" y="42198"/>
                </a:lnTo>
                <a:lnTo>
                  <a:pt x="312032" y="42176"/>
                </a:lnTo>
                <a:lnTo>
                  <a:pt x="312737" y="42168"/>
                </a:lnTo>
                <a:lnTo>
                  <a:pt x="313196" y="42173"/>
                </a:lnTo>
                <a:lnTo>
                  <a:pt x="313645" y="42187"/>
                </a:lnTo>
                <a:lnTo>
                  <a:pt x="314086" y="42211"/>
                </a:lnTo>
                <a:lnTo>
                  <a:pt x="314519" y="42244"/>
                </a:lnTo>
                <a:lnTo>
                  <a:pt x="314942" y="42286"/>
                </a:lnTo>
                <a:lnTo>
                  <a:pt x="315356" y="42338"/>
                </a:lnTo>
                <a:lnTo>
                  <a:pt x="315761" y="42400"/>
                </a:lnTo>
                <a:lnTo>
                  <a:pt x="316158" y="42471"/>
                </a:lnTo>
                <a:lnTo>
                  <a:pt x="316545" y="42551"/>
                </a:lnTo>
                <a:lnTo>
                  <a:pt x="316924" y="42641"/>
                </a:lnTo>
                <a:lnTo>
                  <a:pt x="317293" y="42740"/>
                </a:lnTo>
                <a:lnTo>
                  <a:pt x="317654" y="42849"/>
                </a:lnTo>
                <a:lnTo>
                  <a:pt x="318006" y="42967"/>
                </a:lnTo>
                <a:lnTo>
                  <a:pt x="318349" y="43094"/>
                </a:lnTo>
                <a:lnTo>
                  <a:pt x="318683" y="43232"/>
                </a:lnTo>
                <a:lnTo>
                  <a:pt x="319008" y="43378"/>
                </a:lnTo>
                <a:lnTo>
                  <a:pt x="319324" y="43534"/>
                </a:lnTo>
                <a:lnTo>
                  <a:pt x="319631" y="43699"/>
                </a:lnTo>
                <a:lnTo>
                  <a:pt x="319929" y="43874"/>
                </a:lnTo>
                <a:lnTo>
                  <a:pt x="320219" y="44059"/>
                </a:lnTo>
                <a:lnTo>
                  <a:pt x="320499" y="44252"/>
                </a:lnTo>
                <a:lnTo>
                  <a:pt x="320771" y="44456"/>
                </a:lnTo>
                <a:lnTo>
                  <a:pt x="321033" y="44668"/>
                </a:lnTo>
                <a:lnTo>
                  <a:pt x="321287" y="44891"/>
                </a:lnTo>
                <a:lnTo>
                  <a:pt x="321533" y="45121"/>
                </a:lnTo>
                <a:lnTo>
                  <a:pt x="321772" y="45358"/>
                </a:lnTo>
                <a:lnTo>
                  <a:pt x="322005" y="45603"/>
                </a:lnTo>
                <a:lnTo>
                  <a:pt x="322232" y="45856"/>
                </a:lnTo>
                <a:lnTo>
                  <a:pt x="322452" y="46115"/>
                </a:lnTo>
                <a:lnTo>
                  <a:pt x="322666" y="46382"/>
                </a:lnTo>
                <a:lnTo>
                  <a:pt x="322874" y="46656"/>
                </a:lnTo>
                <a:lnTo>
                  <a:pt x="323075" y="46937"/>
                </a:lnTo>
                <a:lnTo>
                  <a:pt x="323269" y="47226"/>
                </a:lnTo>
                <a:lnTo>
                  <a:pt x="323457" y="47522"/>
                </a:lnTo>
                <a:lnTo>
                  <a:pt x="323639" y="47825"/>
                </a:lnTo>
                <a:lnTo>
                  <a:pt x="323814" y="48136"/>
                </a:lnTo>
                <a:lnTo>
                  <a:pt x="323983" y="48453"/>
                </a:lnTo>
                <a:lnTo>
                  <a:pt x="324145" y="48778"/>
                </a:lnTo>
                <a:lnTo>
                  <a:pt x="324301" y="49111"/>
                </a:lnTo>
                <a:lnTo>
                  <a:pt x="324450" y="49451"/>
                </a:lnTo>
                <a:lnTo>
                  <a:pt x="324593" y="49798"/>
                </a:lnTo>
                <a:lnTo>
                  <a:pt x="324730" y="50152"/>
                </a:lnTo>
                <a:lnTo>
                  <a:pt x="324860" y="50513"/>
                </a:lnTo>
                <a:lnTo>
                  <a:pt x="324984" y="50882"/>
                </a:lnTo>
                <a:lnTo>
                  <a:pt x="325101" y="51258"/>
                </a:lnTo>
                <a:lnTo>
                  <a:pt x="325212" y="51642"/>
                </a:lnTo>
                <a:lnTo>
                  <a:pt x="325316" y="52033"/>
                </a:lnTo>
                <a:lnTo>
                  <a:pt x="325414" y="52431"/>
                </a:lnTo>
                <a:lnTo>
                  <a:pt x="325507" y="52835"/>
                </a:lnTo>
                <a:lnTo>
                  <a:pt x="325596" y="53243"/>
                </a:lnTo>
                <a:lnTo>
                  <a:pt x="325681" y="53656"/>
                </a:lnTo>
                <a:lnTo>
                  <a:pt x="325762" y="54074"/>
                </a:lnTo>
                <a:lnTo>
                  <a:pt x="325839" y="54496"/>
                </a:lnTo>
                <a:lnTo>
                  <a:pt x="325912" y="54923"/>
                </a:lnTo>
                <a:lnTo>
                  <a:pt x="325981" y="55355"/>
                </a:lnTo>
                <a:lnTo>
                  <a:pt x="326046" y="55792"/>
                </a:lnTo>
                <a:lnTo>
                  <a:pt x="326107" y="56233"/>
                </a:lnTo>
                <a:lnTo>
                  <a:pt x="326165" y="56678"/>
                </a:lnTo>
                <a:lnTo>
                  <a:pt x="326218" y="57129"/>
                </a:lnTo>
                <a:lnTo>
                  <a:pt x="326267" y="57584"/>
                </a:lnTo>
                <a:lnTo>
                  <a:pt x="326313" y="58044"/>
                </a:lnTo>
                <a:lnTo>
                  <a:pt x="326354" y="58508"/>
                </a:lnTo>
                <a:lnTo>
                  <a:pt x="326392" y="58977"/>
                </a:lnTo>
                <a:lnTo>
                  <a:pt x="326425" y="59451"/>
                </a:lnTo>
                <a:lnTo>
                  <a:pt x="326455" y="59929"/>
                </a:lnTo>
                <a:lnTo>
                  <a:pt x="326481" y="60412"/>
                </a:lnTo>
                <a:lnTo>
                  <a:pt x="326502" y="60900"/>
                </a:lnTo>
                <a:lnTo>
                  <a:pt x="326520" y="61392"/>
                </a:lnTo>
                <a:lnTo>
                  <a:pt x="326534" y="61889"/>
                </a:lnTo>
                <a:lnTo>
                  <a:pt x="326544" y="62390"/>
                </a:lnTo>
                <a:lnTo>
                  <a:pt x="326550" y="62897"/>
                </a:lnTo>
                <a:lnTo>
                  <a:pt x="326552" y="63408"/>
                </a:lnTo>
                <a:lnTo>
                  <a:pt x="326552" y="117396"/>
                </a:lnTo>
                <a:lnTo>
                  <a:pt x="340535" y="117396"/>
                </a:lnTo>
                <a:lnTo>
                  <a:pt x="340535" y="61792"/>
                </a:lnTo>
                <a:lnTo>
                  <a:pt x="340525" y="60557"/>
                </a:lnTo>
                <a:lnTo>
                  <a:pt x="340496" y="59345"/>
                </a:lnTo>
                <a:lnTo>
                  <a:pt x="340447" y="58157"/>
                </a:lnTo>
                <a:lnTo>
                  <a:pt x="340378" y="56992"/>
                </a:lnTo>
                <a:lnTo>
                  <a:pt x="340290" y="55850"/>
                </a:lnTo>
                <a:lnTo>
                  <a:pt x="340182" y="54732"/>
                </a:lnTo>
                <a:lnTo>
                  <a:pt x="340055" y="53637"/>
                </a:lnTo>
                <a:lnTo>
                  <a:pt x="339908" y="52565"/>
                </a:lnTo>
                <a:lnTo>
                  <a:pt x="339741" y="51517"/>
                </a:lnTo>
                <a:lnTo>
                  <a:pt x="339555" y="50492"/>
                </a:lnTo>
                <a:lnTo>
                  <a:pt x="339350" y="49491"/>
                </a:lnTo>
                <a:lnTo>
                  <a:pt x="339124" y="48512"/>
                </a:lnTo>
                <a:lnTo>
                  <a:pt x="338879" y="47558"/>
                </a:lnTo>
                <a:lnTo>
                  <a:pt x="338615" y="46626"/>
                </a:lnTo>
                <a:lnTo>
                  <a:pt x="338330" y="45718"/>
                </a:lnTo>
                <a:lnTo>
                  <a:pt x="338027" y="44833"/>
                </a:lnTo>
                <a:lnTo>
                  <a:pt x="337703" y="43972"/>
                </a:lnTo>
                <a:lnTo>
                  <a:pt x="337360" y="43134"/>
                </a:lnTo>
                <a:lnTo>
                  <a:pt x="336998" y="42320"/>
                </a:lnTo>
                <a:lnTo>
                  <a:pt x="336616" y="41528"/>
                </a:lnTo>
                <a:lnTo>
                  <a:pt x="336214" y="40760"/>
                </a:lnTo>
                <a:lnTo>
                  <a:pt x="335793" y="40016"/>
                </a:lnTo>
                <a:lnTo>
                  <a:pt x="335352" y="39295"/>
                </a:lnTo>
                <a:lnTo>
                  <a:pt x="334891" y="38597"/>
                </a:lnTo>
                <a:lnTo>
                  <a:pt x="334408" y="37925"/>
                </a:lnTo>
                <a:lnTo>
                  <a:pt x="333898" y="37282"/>
                </a:lnTo>
                <a:lnTo>
                  <a:pt x="333363" y="36667"/>
                </a:lnTo>
                <a:lnTo>
                  <a:pt x="332802" y="36080"/>
                </a:lnTo>
                <a:lnTo>
                  <a:pt x="332214" y="35523"/>
                </a:lnTo>
                <a:lnTo>
                  <a:pt x="331601" y="34994"/>
                </a:lnTo>
                <a:lnTo>
                  <a:pt x="330961" y="34493"/>
                </a:lnTo>
                <a:lnTo>
                  <a:pt x="330296" y="34021"/>
                </a:lnTo>
                <a:lnTo>
                  <a:pt x="329604" y="33578"/>
                </a:lnTo>
                <a:lnTo>
                  <a:pt x="328886" y="33164"/>
                </a:lnTo>
                <a:lnTo>
                  <a:pt x="328143" y="32777"/>
                </a:lnTo>
                <a:lnTo>
                  <a:pt x="327373" y="32420"/>
                </a:lnTo>
                <a:lnTo>
                  <a:pt x="326577" y="32091"/>
                </a:lnTo>
                <a:lnTo>
                  <a:pt x="325756" y="31791"/>
                </a:lnTo>
                <a:lnTo>
                  <a:pt x="324908" y="31519"/>
                </a:lnTo>
                <a:lnTo>
                  <a:pt x="324034" y="31276"/>
                </a:lnTo>
                <a:lnTo>
                  <a:pt x="323134" y="31062"/>
                </a:lnTo>
                <a:lnTo>
                  <a:pt x="322208" y="30876"/>
                </a:lnTo>
                <a:lnTo>
                  <a:pt x="321256" y="30718"/>
                </a:lnTo>
                <a:lnTo>
                  <a:pt x="320278" y="30590"/>
                </a:lnTo>
                <a:lnTo>
                  <a:pt x="319274" y="30490"/>
                </a:lnTo>
                <a:lnTo>
                  <a:pt x="318244" y="30418"/>
                </a:lnTo>
                <a:lnTo>
                  <a:pt x="317188" y="30375"/>
                </a:lnTo>
                <a:lnTo>
                  <a:pt x="316106" y="30361"/>
                </a:lnTo>
                <a:lnTo>
                  <a:pt x="315270" y="30368"/>
                </a:lnTo>
                <a:lnTo>
                  <a:pt x="314445" y="30391"/>
                </a:lnTo>
                <a:lnTo>
                  <a:pt x="313632" y="30428"/>
                </a:lnTo>
                <a:lnTo>
                  <a:pt x="312830" y="30479"/>
                </a:lnTo>
                <a:lnTo>
                  <a:pt x="312041" y="30546"/>
                </a:lnTo>
                <a:lnTo>
                  <a:pt x="311263" y="30627"/>
                </a:lnTo>
                <a:lnTo>
                  <a:pt x="310496" y="30723"/>
                </a:lnTo>
                <a:lnTo>
                  <a:pt x="309742" y="30834"/>
                </a:lnTo>
                <a:lnTo>
                  <a:pt x="308999" y="30960"/>
                </a:lnTo>
                <a:lnTo>
                  <a:pt x="308267" y="31100"/>
                </a:lnTo>
                <a:lnTo>
                  <a:pt x="307548" y="31256"/>
                </a:lnTo>
                <a:lnTo>
                  <a:pt x="306840" y="31426"/>
                </a:lnTo>
                <a:lnTo>
                  <a:pt x="306144" y="31611"/>
                </a:lnTo>
                <a:lnTo>
                  <a:pt x="305460" y="31810"/>
                </a:lnTo>
                <a:lnTo>
                  <a:pt x="304787" y="32025"/>
                </a:lnTo>
                <a:lnTo>
                  <a:pt x="304126" y="32254"/>
                </a:lnTo>
                <a:lnTo>
                  <a:pt x="303476" y="32498"/>
                </a:lnTo>
                <a:lnTo>
                  <a:pt x="302839" y="32757"/>
                </a:lnTo>
                <a:lnTo>
                  <a:pt x="302213" y="33030"/>
                </a:lnTo>
                <a:lnTo>
                  <a:pt x="301599" y="33319"/>
                </a:lnTo>
                <a:lnTo>
                  <a:pt x="300996" y="33622"/>
                </a:lnTo>
                <a:lnTo>
                  <a:pt x="300405" y="33940"/>
                </a:lnTo>
                <a:lnTo>
                  <a:pt x="299826" y="34272"/>
                </a:lnTo>
                <a:lnTo>
                  <a:pt x="299259" y="34620"/>
                </a:lnTo>
                <a:lnTo>
                  <a:pt x="298703" y="34976"/>
                </a:lnTo>
                <a:lnTo>
                  <a:pt x="298157" y="35334"/>
                </a:lnTo>
                <a:lnTo>
                  <a:pt x="297623" y="35695"/>
                </a:lnTo>
                <a:lnTo>
                  <a:pt x="297099" y="36057"/>
                </a:lnTo>
                <a:lnTo>
                  <a:pt x="296586" y="36422"/>
                </a:lnTo>
                <a:lnTo>
                  <a:pt x="296084" y="36789"/>
                </a:lnTo>
                <a:lnTo>
                  <a:pt x="295593" y="37158"/>
                </a:lnTo>
                <a:lnTo>
                  <a:pt x="295112" y="37530"/>
                </a:lnTo>
                <a:lnTo>
                  <a:pt x="294643" y="37903"/>
                </a:lnTo>
                <a:lnTo>
                  <a:pt x="294184" y="38279"/>
                </a:lnTo>
                <a:lnTo>
                  <a:pt x="293736" y="38657"/>
                </a:lnTo>
                <a:lnTo>
                  <a:pt x="293299" y="39037"/>
                </a:lnTo>
                <a:lnTo>
                  <a:pt x="292873" y="39419"/>
                </a:lnTo>
                <a:lnTo>
                  <a:pt x="292457" y="39804"/>
                </a:lnTo>
                <a:lnTo>
                  <a:pt x="292052" y="40191"/>
                </a:lnTo>
                <a:lnTo>
                  <a:pt x="291659" y="40580"/>
                </a:lnTo>
                <a:lnTo>
                  <a:pt x="291276" y="40971"/>
                </a:lnTo>
                <a:lnTo>
                  <a:pt x="290903" y="41364"/>
                </a:lnTo>
                <a:lnTo>
                  <a:pt x="290542" y="41760"/>
                </a:lnTo>
                <a:lnTo>
                  <a:pt x="290191" y="42158"/>
                </a:lnTo>
                <a:lnTo>
                  <a:pt x="289852" y="42557"/>
                </a:lnTo>
                <a:lnTo>
                  <a:pt x="289523" y="42960"/>
                </a:lnTo>
                <a:lnTo>
                  <a:pt x="289205" y="43364"/>
                </a:lnTo>
                <a:lnTo>
                  <a:pt x="288897" y="43770"/>
                </a:lnTo>
                <a:lnTo>
                  <a:pt x="288561" y="31879"/>
                </a:lnTo>
                <a:lnTo>
                  <a:pt x="274914" y="31879"/>
                </a:lnTo>
                <a:lnTo>
                  <a:pt x="274914" y="117396"/>
                </a:lnTo>
                <a:lnTo>
                  <a:pt x="288982" y="117396"/>
                </a:lnTo>
                <a:lnTo>
                  <a:pt x="288982" y="55823"/>
                </a:lnTo>
                <a:lnTo>
                  <a:pt x="289281" y="55407"/>
                </a:lnTo>
                <a:lnTo>
                  <a:pt x="289587" y="54994"/>
                </a:lnTo>
                <a:close/>
                <a:moveTo>
                  <a:pt x="240755" y="31879"/>
                </a:moveTo>
                <a:lnTo>
                  <a:pt x="240755" y="117396"/>
                </a:lnTo>
                <a:lnTo>
                  <a:pt x="254823" y="117396"/>
                </a:lnTo>
                <a:lnTo>
                  <a:pt x="254823" y="31879"/>
                </a:lnTo>
                <a:lnTo>
                  <a:pt x="240755" y="31879"/>
                </a:lnTo>
                <a:close/>
                <a:moveTo>
                  <a:pt x="655713" y="117396"/>
                </a:moveTo>
                <a:lnTo>
                  <a:pt x="671466" y="117396"/>
                </a:lnTo>
                <a:lnTo>
                  <a:pt x="629431" y="3879"/>
                </a:lnTo>
                <a:lnTo>
                  <a:pt x="613510" y="3879"/>
                </a:lnTo>
                <a:lnTo>
                  <a:pt x="571055" y="117396"/>
                </a:lnTo>
                <a:lnTo>
                  <a:pt x="586639" y="117396"/>
                </a:lnTo>
                <a:lnTo>
                  <a:pt x="597842" y="85517"/>
                </a:lnTo>
                <a:lnTo>
                  <a:pt x="645015" y="85517"/>
                </a:lnTo>
                <a:lnTo>
                  <a:pt x="655713" y="117396"/>
                </a:lnTo>
                <a:close/>
                <a:moveTo>
                  <a:pt x="621429" y="18976"/>
                </a:moveTo>
                <a:lnTo>
                  <a:pt x="640551" y="72782"/>
                </a:lnTo>
                <a:lnTo>
                  <a:pt x="601970" y="72782"/>
                </a:lnTo>
                <a:lnTo>
                  <a:pt x="621429" y="18976"/>
                </a:lnTo>
                <a:close/>
                <a:moveTo>
                  <a:pt x="540689" y="115616"/>
                </a:moveTo>
                <a:lnTo>
                  <a:pt x="541800" y="115190"/>
                </a:lnTo>
                <a:lnTo>
                  <a:pt x="542892" y="114739"/>
                </a:lnTo>
                <a:lnTo>
                  <a:pt x="543964" y="114263"/>
                </a:lnTo>
                <a:lnTo>
                  <a:pt x="545017" y="113760"/>
                </a:lnTo>
                <a:lnTo>
                  <a:pt x="546050" y="113232"/>
                </a:lnTo>
                <a:lnTo>
                  <a:pt x="547064" y="112678"/>
                </a:lnTo>
                <a:lnTo>
                  <a:pt x="548058" y="112098"/>
                </a:lnTo>
                <a:lnTo>
                  <a:pt x="549033" y="111492"/>
                </a:lnTo>
                <a:lnTo>
                  <a:pt x="549989" y="110864"/>
                </a:lnTo>
                <a:lnTo>
                  <a:pt x="550924" y="110216"/>
                </a:lnTo>
                <a:lnTo>
                  <a:pt x="551840" y="109549"/>
                </a:lnTo>
                <a:lnTo>
                  <a:pt x="552736" y="108862"/>
                </a:lnTo>
                <a:lnTo>
                  <a:pt x="553613" y="108155"/>
                </a:lnTo>
                <a:lnTo>
                  <a:pt x="554469" y="107428"/>
                </a:lnTo>
                <a:lnTo>
                  <a:pt x="555306" y="106682"/>
                </a:lnTo>
                <a:lnTo>
                  <a:pt x="556123" y="105917"/>
                </a:lnTo>
                <a:lnTo>
                  <a:pt x="556921" y="105132"/>
                </a:lnTo>
                <a:lnTo>
                  <a:pt x="557699" y="104327"/>
                </a:lnTo>
                <a:lnTo>
                  <a:pt x="558456" y="103502"/>
                </a:lnTo>
                <a:lnTo>
                  <a:pt x="559195" y="102658"/>
                </a:lnTo>
                <a:lnTo>
                  <a:pt x="559913" y="101794"/>
                </a:lnTo>
                <a:lnTo>
                  <a:pt x="560612" y="100911"/>
                </a:lnTo>
                <a:lnTo>
                  <a:pt x="561291" y="100008"/>
                </a:lnTo>
                <a:lnTo>
                  <a:pt x="561950" y="99086"/>
                </a:lnTo>
                <a:lnTo>
                  <a:pt x="562589" y="98143"/>
                </a:lnTo>
                <a:lnTo>
                  <a:pt x="563209" y="97182"/>
                </a:lnTo>
                <a:lnTo>
                  <a:pt x="563809" y="96200"/>
                </a:lnTo>
                <a:lnTo>
                  <a:pt x="564389" y="95199"/>
                </a:lnTo>
                <a:lnTo>
                  <a:pt x="564950" y="94178"/>
                </a:lnTo>
                <a:lnTo>
                  <a:pt x="565490" y="93138"/>
                </a:lnTo>
                <a:lnTo>
                  <a:pt x="566011" y="92078"/>
                </a:lnTo>
                <a:lnTo>
                  <a:pt x="566513" y="90999"/>
                </a:lnTo>
                <a:lnTo>
                  <a:pt x="566994" y="89902"/>
                </a:lnTo>
                <a:lnTo>
                  <a:pt x="567455" y="88791"/>
                </a:lnTo>
                <a:lnTo>
                  <a:pt x="567895" y="87666"/>
                </a:lnTo>
                <a:lnTo>
                  <a:pt x="568314" y="86527"/>
                </a:lnTo>
                <a:lnTo>
                  <a:pt x="568714" y="85373"/>
                </a:lnTo>
                <a:lnTo>
                  <a:pt x="569093" y="84204"/>
                </a:lnTo>
                <a:lnTo>
                  <a:pt x="569451" y="83022"/>
                </a:lnTo>
                <a:lnTo>
                  <a:pt x="569789" y="81825"/>
                </a:lnTo>
                <a:lnTo>
                  <a:pt x="570106" y="80614"/>
                </a:lnTo>
                <a:lnTo>
                  <a:pt x="570403" y="79388"/>
                </a:lnTo>
                <a:lnTo>
                  <a:pt x="570679" y="78148"/>
                </a:lnTo>
                <a:lnTo>
                  <a:pt x="570935" y="76893"/>
                </a:lnTo>
                <a:lnTo>
                  <a:pt x="571171" y="75625"/>
                </a:lnTo>
                <a:lnTo>
                  <a:pt x="571386" y="74342"/>
                </a:lnTo>
                <a:lnTo>
                  <a:pt x="571580" y="73044"/>
                </a:lnTo>
                <a:lnTo>
                  <a:pt x="571754" y="71733"/>
                </a:lnTo>
                <a:lnTo>
                  <a:pt x="571908" y="70406"/>
                </a:lnTo>
                <a:lnTo>
                  <a:pt x="572041" y="69066"/>
                </a:lnTo>
                <a:lnTo>
                  <a:pt x="572153" y="67711"/>
                </a:lnTo>
                <a:lnTo>
                  <a:pt x="572246" y="66342"/>
                </a:lnTo>
                <a:lnTo>
                  <a:pt x="572317" y="64959"/>
                </a:lnTo>
                <a:lnTo>
                  <a:pt x="572368" y="63561"/>
                </a:lnTo>
                <a:lnTo>
                  <a:pt x="572399" y="62149"/>
                </a:lnTo>
                <a:lnTo>
                  <a:pt x="572409" y="60722"/>
                </a:lnTo>
                <a:lnTo>
                  <a:pt x="572399" y="59295"/>
                </a:lnTo>
                <a:lnTo>
                  <a:pt x="572368" y="57883"/>
                </a:lnTo>
                <a:lnTo>
                  <a:pt x="572317" y="56484"/>
                </a:lnTo>
                <a:lnTo>
                  <a:pt x="572246" y="55100"/>
                </a:lnTo>
                <a:lnTo>
                  <a:pt x="572153" y="53729"/>
                </a:lnTo>
                <a:lnTo>
                  <a:pt x="572041" y="52373"/>
                </a:lnTo>
                <a:lnTo>
                  <a:pt x="571908" y="51030"/>
                </a:lnTo>
                <a:lnTo>
                  <a:pt x="571754" y="49702"/>
                </a:lnTo>
                <a:lnTo>
                  <a:pt x="571580" y="48388"/>
                </a:lnTo>
                <a:lnTo>
                  <a:pt x="571386" y="47088"/>
                </a:lnTo>
                <a:lnTo>
                  <a:pt x="571171" y="45802"/>
                </a:lnTo>
                <a:lnTo>
                  <a:pt x="570935" y="44529"/>
                </a:lnTo>
                <a:lnTo>
                  <a:pt x="570679" y="43271"/>
                </a:lnTo>
                <a:lnTo>
                  <a:pt x="570403" y="42028"/>
                </a:lnTo>
                <a:lnTo>
                  <a:pt x="570106" y="40798"/>
                </a:lnTo>
                <a:lnTo>
                  <a:pt x="569789" y="39582"/>
                </a:lnTo>
                <a:lnTo>
                  <a:pt x="569451" y="38380"/>
                </a:lnTo>
                <a:lnTo>
                  <a:pt x="569093" y="37192"/>
                </a:lnTo>
                <a:lnTo>
                  <a:pt x="568714" y="36019"/>
                </a:lnTo>
                <a:lnTo>
                  <a:pt x="568314" y="34859"/>
                </a:lnTo>
                <a:lnTo>
                  <a:pt x="567895" y="33713"/>
                </a:lnTo>
                <a:lnTo>
                  <a:pt x="567455" y="32582"/>
                </a:lnTo>
                <a:lnTo>
                  <a:pt x="566994" y="31464"/>
                </a:lnTo>
                <a:lnTo>
                  <a:pt x="566513" y="30361"/>
                </a:lnTo>
                <a:lnTo>
                  <a:pt x="566011" y="29275"/>
                </a:lnTo>
                <a:lnTo>
                  <a:pt x="565490" y="28208"/>
                </a:lnTo>
                <a:lnTo>
                  <a:pt x="564950" y="27162"/>
                </a:lnTo>
                <a:lnTo>
                  <a:pt x="564389" y="26135"/>
                </a:lnTo>
                <a:lnTo>
                  <a:pt x="563809" y="25128"/>
                </a:lnTo>
                <a:lnTo>
                  <a:pt x="563209" y="24141"/>
                </a:lnTo>
                <a:lnTo>
                  <a:pt x="562589" y="23174"/>
                </a:lnTo>
                <a:lnTo>
                  <a:pt x="561950" y="22227"/>
                </a:lnTo>
                <a:lnTo>
                  <a:pt x="561291" y="21300"/>
                </a:lnTo>
                <a:lnTo>
                  <a:pt x="560612" y="20393"/>
                </a:lnTo>
                <a:lnTo>
                  <a:pt x="559913" y="19506"/>
                </a:lnTo>
                <a:lnTo>
                  <a:pt x="559195" y="18638"/>
                </a:lnTo>
                <a:lnTo>
                  <a:pt x="558456" y="17791"/>
                </a:lnTo>
                <a:lnTo>
                  <a:pt x="557699" y="16963"/>
                </a:lnTo>
                <a:lnTo>
                  <a:pt x="556921" y="16156"/>
                </a:lnTo>
                <a:lnTo>
                  <a:pt x="556123" y="15368"/>
                </a:lnTo>
                <a:lnTo>
                  <a:pt x="555306" y="14600"/>
                </a:lnTo>
                <a:lnTo>
                  <a:pt x="554469" y="13852"/>
                </a:lnTo>
                <a:lnTo>
                  <a:pt x="553613" y="13124"/>
                </a:lnTo>
                <a:lnTo>
                  <a:pt x="552736" y="12416"/>
                </a:lnTo>
                <a:lnTo>
                  <a:pt x="551840" y="11728"/>
                </a:lnTo>
                <a:lnTo>
                  <a:pt x="550924" y="11060"/>
                </a:lnTo>
                <a:lnTo>
                  <a:pt x="549989" y="10411"/>
                </a:lnTo>
                <a:lnTo>
                  <a:pt x="549033" y="9783"/>
                </a:lnTo>
                <a:lnTo>
                  <a:pt x="548058" y="9177"/>
                </a:lnTo>
                <a:lnTo>
                  <a:pt x="547064" y="8598"/>
                </a:lnTo>
                <a:lnTo>
                  <a:pt x="546050" y="8044"/>
                </a:lnTo>
                <a:lnTo>
                  <a:pt x="545017" y="7515"/>
                </a:lnTo>
                <a:lnTo>
                  <a:pt x="543964" y="7013"/>
                </a:lnTo>
                <a:lnTo>
                  <a:pt x="542892" y="6536"/>
                </a:lnTo>
                <a:lnTo>
                  <a:pt x="541800" y="6085"/>
                </a:lnTo>
                <a:lnTo>
                  <a:pt x="540689" y="5660"/>
                </a:lnTo>
                <a:lnTo>
                  <a:pt x="539559" y="5260"/>
                </a:lnTo>
                <a:lnTo>
                  <a:pt x="538409" y="4887"/>
                </a:lnTo>
                <a:lnTo>
                  <a:pt x="537239" y="4539"/>
                </a:lnTo>
                <a:lnTo>
                  <a:pt x="536050" y="4217"/>
                </a:lnTo>
                <a:lnTo>
                  <a:pt x="534842" y="3920"/>
                </a:lnTo>
                <a:lnTo>
                  <a:pt x="533614" y="3650"/>
                </a:lnTo>
                <a:lnTo>
                  <a:pt x="532367" y="3405"/>
                </a:lnTo>
                <a:lnTo>
                  <a:pt x="531100" y="3186"/>
                </a:lnTo>
                <a:lnTo>
                  <a:pt x="529814" y="2993"/>
                </a:lnTo>
                <a:lnTo>
                  <a:pt x="528508" y="2825"/>
                </a:lnTo>
                <a:lnTo>
                  <a:pt x="527183" y="2684"/>
                </a:lnTo>
                <a:lnTo>
                  <a:pt x="525839" y="2568"/>
                </a:lnTo>
                <a:lnTo>
                  <a:pt x="524475" y="2477"/>
                </a:lnTo>
                <a:lnTo>
                  <a:pt x="523091" y="2413"/>
                </a:lnTo>
                <a:lnTo>
                  <a:pt x="521689" y="2374"/>
                </a:lnTo>
                <a:lnTo>
                  <a:pt x="520266" y="2361"/>
                </a:lnTo>
                <a:lnTo>
                  <a:pt x="518830" y="2374"/>
                </a:lnTo>
                <a:lnTo>
                  <a:pt x="517414" y="2413"/>
                </a:lnTo>
                <a:lnTo>
                  <a:pt x="516018" y="2477"/>
                </a:lnTo>
                <a:lnTo>
                  <a:pt x="514641" y="2568"/>
                </a:lnTo>
                <a:lnTo>
                  <a:pt x="513285" y="2684"/>
                </a:lnTo>
                <a:lnTo>
                  <a:pt x="511948" y="2825"/>
                </a:lnTo>
                <a:lnTo>
                  <a:pt x="510631" y="2993"/>
                </a:lnTo>
                <a:lnTo>
                  <a:pt x="509334" y="3186"/>
                </a:lnTo>
                <a:lnTo>
                  <a:pt x="508057" y="3405"/>
                </a:lnTo>
                <a:lnTo>
                  <a:pt x="506800" y="3650"/>
                </a:lnTo>
                <a:lnTo>
                  <a:pt x="505563" y="3920"/>
                </a:lnTo>
                <a:lnTo>
                  <a:pt x="504345" y="4217"/>
                </a:lnTo>
                <a:lnTo>
                  <a:pt x="503148" y="4539"/>
                </a:lnTo>
                <a:lnTo>
                  <a:pt x="501970" y="4887"/>
                </a:lnTo>
                <a:lnTo>
                  <a:pt x="500813" y="5260"/>
                </a:lnTo>
                <a:lnTo>
                  <a:pt x="499675" y="5660"/>
                </a:lnTo>
                <a:lnTo>
                  <a:pt x="498557" y="6085"/>
                </a:lnTo>
                <a:lnTo>
                  <a:pt x="497459" y="6536"/>
                </a:lnTo>
                <a:lnTo>
                  <a:pt x="496381" y="7013"/>
                </a:lnTo>
                <a:lnTo>
                  <a:pt x="495323" y="7515"/>
                </a:lnTo>
                <a:lnTo>
                  <a:pt x="494284" y="8044"/>
                </a:lnTo>
                <a:lnTo>
                  <a:pt x="493266" y="8598"/>
                </a:lnTo>
                <a:lnTo>
                  <a:pt x="492267" y="9177"/>
                </a:lnTo>
                <a:lnTo>
                  <a:pt x="491289" y="9783"/>
                </a:lnTo>
                <a:lnTo>
                  <a:pt x="490330" y="10411"/>
                </a:lnTo>
                <a:lnTo>
                  <a:pt x="489391" y="11060"/>
                </a:lnTo>
                <a:lnTo>
                  <a:pt x="488472" y="11728"/>
                </a:lnTo>
                <a:lnTo>
                  <a:pt x="487573" y="12416"/>
                </a:lnTo>
                <a:lnTo>
                  <a:pt x="486693" y="13124"/>
                </a:lnTo>
                <a:lnTo>
                  <a:pt x="485834" y="13852"/>
                </a:lnTo>
                <a:lnTo>
                  <a:pt x="484995" y="14600"/>
                </a:lnTo>
                <a:lnTo>
                  <a:pt x="484175" y="15368"/>
                </a:lnTo>
                <a:lnTo>
                  <a:pt x="483375" y="16156"/>
                </a:lnTo>
                <a:lnTo>
                  <a:pt x="482596" y="16963"/>
                </a:lnTo>
                <a:lnTo>
                  <a:pt x="481836" y="17791"/>
                </a:lnTo>
                <a:lnTo>
                  <a:pt x="481096" y="18638"/>
                </a:lnTo>
                <a:lnTo>
                  <a:pt x="480376" y="19506"/>
                </a:lnTo>
                <a:lnTo>
                  <a:pt x="479675" y="20393"/>
                </a:lnTo>
                <a:lnTo>
                  <a:pt x="478995" y="21300"/>
                </a:lnTo>
                <a:lnTo>
                  <a:pt x="478335" y="22227"/>
                </a:lnTo>
                <a:lnTo>
                  <a:pt x="477694" y="23174"/>
                </a:lnTo>
                <a:lnTo>
                  <a:pt x="477073" y="24141"/>
                </a:lnTo>
                <a:lnTo>
                  <a:pt x="476473" y="25128"/>
                </a:lnTo>
                <a:lnTo>
                  <a:pt x="475892" y="26135"/>
                </a:lnTo>
                <a:lnTo>
                  <a:pt x="475331" y="27162"/>
                </a:lnTo>
                <a:lnTo>
                  <a:pt x="474790" y="28208"/>
                </a:lnTo>
                <a:lnTo>
                  <a:pt x="474268" y="29275"/>
                </a:lnTo>
                <a:lnTo>
                  <a:pt x="473767" y="30361"/>
                </a:lnTo>
                <a:lnTo>
                  <a:pt x="473286" y="31464"/>
                </a:lnTo>
                <a:lnTo>
                  <a:pt x="472825" y="32582"/>
                </a:lnTo>
                <a:lnTo>
                  <a:pt x="472385" y="33713"/>
                </a:lnTo>
                <a:lnTo>
                  <a:pt x="471965" y="34859"/>
                </a:lnTo>
                <a:lnTo>
                  <a:pt x="471566" y="36019"/>
                </a:lnTo>
                <a:lnTo>
                  <a:pt x="471187" y="37192"/>
                </a:lnTo>
                <a:lnTo>
                  <a:pt x="470829" y="38380"/>
                </a:lnTo>
                <a:lnTo>
                  <a:pt x="470491" y="39582"/>
                </a:lnTo>
                <a:lnTo>
                  <a:pt x="470174" y="40798"/>
                </a:lnTo>
                <a:lnTo>
                  <a:pt x="469877" y="42028"/>
                </a:lnTo>
                <a:lnTo>
                  <a:pt x="469601" y="43271"/>
                </a:lnTo>
                <a:lnTo>
                  <a:pt x="469345" y="44529"/>
                </a:lnTo>
                <a:lnTo>
                  <a:pt x="469109" y="45802"/>
                </a:lnTo>
                <a:lnTo>
                  <a:pt x="468894" y="47088"/>
                </a:lnTo>
                <a:lnTo>
                  <a:pt x="468700" y="48388"/>
                </a:lnTo>
                <a:lnTo>
                  <a:pt x="468526" y="49702"/>
                </a:lnTo>
                <a:lnTo>
                  <a:pt x="468372" y="51030"/>
                </a:lnTo>
                <a:lnTo>
                  <a:pt x="468239" y="52373"/>
                </a:lnTo>
                <a:lnTo>
                  <a:pt x="468126" y="53729"/>
                </a:lnTo>
                <a:lnTo>
                  <a:pt x="468034" y="55100"/>
                </a:lnTo>
                <a:lnTo>
                  <a:pt x="467963" y="56484"/>
                </a:lnTo>
                <a:lnTo>
                  <a:pt x="467911" y="57883"/>
                </a:lnTo>
                <a:lnTo>
                  <a:pt x="467881" y="59295"/>
                </a:lnTo>
                <a:lnTo>
                  <a:pt x="467870" y="60722"/>
                </a:lnTo>
                <a:lnTo>
                  <a:pt x="467881" y="62149"/>
                </a:lnTo>
                <a:lnTo>
                  <a:pt x="467911" y="63561"/>
                </a:lnTo>
                <a:lnTo>
                  <a:pt x="467963" y="64959"/>
                </a:lnTo>
                <a:lnTo>
                  <a:pt x="468034" y="66342"/>
                </a:lnTo>
                <a:lnTo>
                  <a:pt x="468126" y="67711"/>
                </a:lnTo>
                <a:lnTo>
                  <a:pt x="468239" y="69066"/>
                </a:lnTo>
                <a:lnTo>
                  <a:pt x="468372" y="70406"/>
                </a:lnTo>
                <a:lnTo>
                  <a:pt x="468526" y="71733"/>
                </a:lnTo>
                <a:lnTo>
                  <a:pt x="468700" y="73044"/>
                </a:lnTo>
                <a:lnTo>
                  <a:pt x="468894" y="74342"/>
                </a:lnTo>
                <a:lnTo>
                  <a:pt x="469109" y="75625"/>
                </a:lnTo>
                <a:lnTo>
                  <a:pt x="469345" y="76893"/>
                </a:lnTo>
                <a:lnTo>
                  <a:pt x="469601" y="78148"/>
                </a:lnTo>
                <a:lnTo>
                  <a:pt x="469877" y="79388"/>
                </a:lnTo>
                <a:lnTo>
                  <a:pt x="470174" y="80614"/>
                </a:lnTo>
                <a:lnTo>
                  <a:pt x="470491" y="81825"/>
                </a:lnTo>
                <a:lnTo>
                  <a:pt x="470829" y="83022"/>
                </a:lnTo>
                <a:lnTo>
                  <a:pt x="471187" y="84204"/>
                </a:lnTo>
                <a:lnTo>
                  <a:pt x="471566" y="85373"/>
                </a:lnTo>
                <a:lnTo>
                  <a:pt x="471965" y="86527"/>
                </a:lnTo>
                <a:lnTo>
                  <a:pt x="472385" y="87666"/>
                </a:lnTo>
                <a:lnTo>
                  <a:pt x="472825" y="88791"/>
                </a:lnTo>
                <a:lnTo>
                  <a:pt x="473286" y="89902"/>
                </a:lnTo>
                <a:lnTo>
                  <a:pt x="473767" y="90999"/>
                </a:lnTo>
                <a:lnTo>
                  <a:pt x="474268" y="92078"/>
                </a:lnTo>
                <a:lnTo>
                  <a:pt x="474790" y="93138"/>
                </a:lnTo>
                <a:lnTo>
                  <a:pt x="475331" y="94178"/>
                </a:lnTo>
                <a:lnTo>
                  <a:pt x="475892" y="95199"/>
                </a:lnTo>
                <a:lnTo>
                  <a:pt x="476473" y="96200"/>
                </a:lnTo>
                <a:lnTo>
                  <a:pt x="477073" y="97182"/>
                </a:lnTo>
                <a:lnTo>
                  <a:pt x="477694" y="98143"/>
                </a:lnTo>
                <a:lnTo>
                  <a:pt x="478335" y="99086"/>
                </a:lnTo>
                <a:lnTo>
                  <a:pt x="478995" y="100008"/>
                </a:lnTo>
                <a:lnTo>
                  <a:pt x="479675" y="100911"/>
                </a:lnTo>
                <a:lnTo>
                  <a:pt x="480376" y="101794"/>
                </a:lnTo>
                <a:lnTo>
                  <a:pt x="481096" y="102658"/>
                </a:lnTo>
                <a:lnTo>
                  <a:pt x="481836" y="103502"/>
                </a:lnTo>
                <a:lnTo>
                  <a:pt x="482596" y="104327"/>
                </a:lnTo>
                <a:lnTo>
                  <a:pt x="483375" y="105132"/>
                </a:lnTo>
                <a:lnTo>
                  <a:pt x="484175" y="105917"/>
                </a:lnTo>
                <a:lnTo>
                  <a:pt x="484995" y="106682"/>
                </a:lnTo>
                <a:lnTo>
                  <a:pt x="485834" y="107428"/>
                </a:lnTo>
                <a:lnTo>
                  <a:pt x="486693" y="108155"/>
                </a:lnTo>
                <a:lnTo>
                  <a:pt x="487573" y="108862"/>
                </a:lnTo>
                <a:lnTo>
                  <a:pt x="488472" y="109549"/>
                </a:lnTo>
                <a:lnTo>
                  <a:pt x="489391" y="110216"/>
                </a:lnTo>
                <a:lnTo>
                  <a:pt x="490330" y="110864"/>
                </a:lnTo>
                <a:lnTo>
                  <a:pt x="491289" y="111492"/>
                </a:lnTo>
                <a:lnTo>
                  <a:pt x="492267" y="112098"/>
                </a:lnTo>
                <a:lnTo>
                  <a:pt x="493266" y="112678"/>
                </a:lnTo>
                <a:lnTo>
                  <a:pt x="494284" y="113232"/>
                </a:lnTo>
                <a:lnTo>
                  <a:pt x="495323" y="113760"/>
                </a:lnTo>
                <a:lnTo>
                  <a:pt x="496381" y="114263"/>
                </a:lnTo>
                <a:lnTo>
                  <a:pt x="497459" y="114739"/>
                </a:lnTo>
                <a:lnTo>
                  <a:pt x="498557" y="115190"/>
                </a:lnTo>
                <a:lnTo>
                  <a:pt x="499675" y="115616"/>
                </a:lnTo>
                <a:lnTo>
                  <a:pt x="500813" y="116015"/>
                </a:lnTo>
                <a:lnTo>
                  <a:pt x="501970" y="116389"/>
                </a:lnTo>
                <a:lnTo>
                  <a:pt x="503148" y="116736"/>
                </a:lnTo>
                <a:lnTo>
                  <a:pt x="504345" y="117059"/>
                </a:lnTo>
                <a:lnTo>
                  <a:pt x="505563" y="117355"/>
                </a:lnTo>
                <a:lnTo>
                  <a:pt x="506800" y="117626"/>
                </a:lnTo>
                <a:lnTo>
                  <a:pt x="508057" y="117870"/>
                </a:lnTo>
                <a:lnTo>
                  <a:pt x="509334" y="118089"/>
                </a:lnTo>
                <a:lnTo>
                  <a:pt x="510631" y="118283"/>
                </a:lnTo>
                <a:lnTo>
                  <a:pt x="511948" y="118450"/>
                </a:lnTo>
                <a:lnTo>
                  <a:pt x="513285" y="118592"/>
                </a:lnTo>
                <a:lnTo>
                  <a:pt x="514641" y="118708"/>
                </a:lnTo>
                <a:lnTo>
                  <a:pt x="516018" y="118798"/>
                </a:lnTo>
                <a:lnTo>
                  <a:pt x="517414" y="118862"/>
                </a:lnTo>
                <a:lnTo>
                  <a:pt x="518830" y="118901"/>
                </a:lnTo>
                <a:lnTo>
                  <a:pt x="520266" y="118914"/>
                </a:lnTo>
                <a:lnTo>
                  <a:pt x="521689" y="118901"/>
                </a:lnTo>
                <a:lnTo>
                  <a:pt x="523091" y="118862"/>
                </a:lnTo>
                <a:lnTo>
                  <a:pt x="524475" y="118798"/>
                </a:lnTo>
                <a:lnTo>
                  <a:pt x="525839" y="118708"/>
                </a:lnTo>
                <a:lnTo>
                  <a:pt x="526144" y="118681"/>
                </a:lnTo>
                <a:lnTo>
                  <a:pt x="526172" y="118738"/>
                </a:lnTo>
                <a:lnTo>
                  <a:pt x="526400" y="119194"/>
                </a:lnTo>
                <a:lnTo>
                  <a:pt x="526629" y="119647"/>
                </a:lnTo>
                <a:lnTo>
                  <a:pt x="526858" y="120096"/>
                </a:lnTo>
                <a:lnTo>
                  <a:pt x="527090" y="120542"/>
                </a:lnTo>
                <a:lnTo>
                  <a:pt x="527322" y="120984"/>
                </a:lnTo>
                <a:lnTo>
                  <a:pt x="527555" y="121423"/>
                </a:lnTo>
                <a:lnTo>
                  <a:pt x="527790" y="121858"/>
                </a:lnTo>
                <a:lnTo>
                  <a:pt x="528026" y="122290"/>
                </a:lnTo>
                <a:lnTo>
                  <a:pt x="528262" y="122718"/>
                </a:lnTo>
                <a:lnTo>
                  <a:pt x="528501" y="123142"/>
                </a:lnTo>
                <a:lnTo>
                  <a:pt x="528740" y="123564"/>
                </a:lnTo>
                <a:lnTo>
                  <a:pt x="528980" y="123981"/>
                </a:lnTo>
                <a:lnTo>
                  <a:pt x="529222" y="124395"/>
                </a:lnTo>
                <a:lnTo>
                  <a:pt x="529465" y="124806"/>
                </a:lnTo>
                <a:lnTo>
                  <a:pt x="529709" y="125213"/>
                </a:lnTo>
                <a:lnTo>
                  <a:pt x="529954" y="125616"/>
                </a:lnTo>
                <a:lnTo>
                  <a:pt x="530202" y="126016"/>
                </a:lnTo>
                <a:lnTo>
                  <a:pt x="530456" y="126411"/>
                </a:lnTo>
                <a:lnTo>
                  <a:pt x="530714" y="126801"/>
                </a:lnTo>
                <a:lnTo>
                  <a:pt x="530979" y="127188"/>
                </a:lnTo>
                <a:lnTo>
                  <a:pt x="531248" y="127570"/>
                </a:lnTo>
                <a:lnTo>
                  <a:pt x="531523" y="127947"/>
                </a:lnTo>
                <a:lnTo>
                  <a:pt x="531802" y="128320"/>
                </a:lnTo>
                <a:lnTo>
                  <a:pt x="532088" y="128689"/>
                </a:lnTo>
                <a:lnTo>
                  <a:pt x="532378" y="129053"/>
                </a:lnTo>
                <a:lnTo>
                  <a:pt x="532674" y="129413"/>
                </a:lnTo>
                <a:lnTo>
                  <a:pt x="532975" y="129768"/>
                </a:lnTo>
                <a:lnTo>
                  <a:pt x="533281" y="130119"/>
                </a:lnTo>
                <a:lnTo>
                  <a:pt x="533593" y="130466"/>
                </a:lnTo>
                <a:lnTo>
                  <a:pt x="533909" y="130808"/>
                </a:lnTo>
                <a:lnTo>
                  <a:pt x="534231" y="131146"/>
                </a:lnTo>
                <a:lnTo>
                  <a:pt x="534559" y="131480"/>
                </a:lnTo>
                <a:lnTo>
                  <a:pt x="534891" y="131809"/>
                </a:lnTo>
                <a:lnTo>
                  <a:pt x="535229" y="132134"/>
                </a:lnTo>
                <a:lnTo>
                  <a:pt x="535572" y="132454"/>
                </a:lnTo>
                <a:lnTo>
                  <a:pt x="535920" y="132770"/>
                </a:lnTo>
                <a:lnTo>
                  <a:pt x="536274" y="133081"/>
                </a:lnTo>
                <a:lnTo>
                  <a:pt x="536633" y="133388"/>
                </a:lnTo>
                <a:lnTo>
                  <a:pt x="536997" y="133691"/>
                </a:lnTo>
                <a:lnTo>
                  <a:pt x="537367" y="133989"/>
                </a:lnTo>
                <a:lnTo>
                  <a:pt x="537743" y="134282"/>
                </a:lnTo>
                <a:lnTo>
                  <a:pt x="538128" y="134570"/>
                </a:lnTo>
                <a:lnTo>
                  <a:pt x="538522" y="134851"/>
                </a:lnTo>
                <a:lnTo>
                  <a:pt x="538924" y="135127"/>
                </a:lnTo>
                <a:lnTo>
                  <a:pt x="539335" y="135398"/>
                </a:lnTo>
                <a:lnTo>
                  <a:pt x="539754" y="135662"/>
                </a:lnTo>
                <a:lnTo>
                  <a:pt x="540182" y="135921"/>
                </a:lnTo>
                <a:lnTo>
                  <a:pt x="540619" y="136174"/>
                </a:lnTo>
                <a:lnTo>
                  <a:pt x="541064" y="136422"/>
                </a:lnTo>
                <a:lnTo>
                  <a:pt x="541518" y="136663"/>
                </a:lnTo>
                <a:lnTo>
                  <a:pt x="541981" y="136899"/>
                </a:lnTo>
                <a:lnTo>
                  <a:pt x="542452" y="137129"/>
                </a:lnTo>
                <a:lnTo>
                  <a:pt x="542932" y="137354"/>
                </a:lnTo>
                <a:lnTo>
                  <a:pt x="543421" y="137572"/>
                </a:lnTo>
                <a:lnTo>
                  <a:pt x="543918" y="137785"/>
                </a:lnTo>
                <a:lnTo>
                  <a:pt x="544424" y="137993"/>
                </a:lnTo>
                <a:lnTo>
                  <a:pt x="544938" y="138194"/>
                </a:lnTo>
                <a:lnTo>
                  <a:pt x="545461" y="138390"/>
                </a:lnTo>
                <a:lnTo>
                  <a:pt x="545993" y="138580"/>
                </a:lnTo>
                <a:lnTo>
                  <a:pt x="546533" y="138764"/>
                </a:lnTo>
                <a:lnTo>
                  <a:pt x="547082" y="138943"/>
                </a:lnTo>
                <a:lnTo>
                  <a:pt x="547640" y="139116"/>
                </a:lnTo>
                <a:lnTo>
                  <a:pt x="548206" y="139283"/>
                </a:lnTo>
                <a:lnTo>
                  <a:pt x="548781" y="139445"/>
                </a:lnTo>
                <a:lnTo>
                  <a:pt x="549366" y="139600"/>
                </a:lnTo>
                <a:lnTo>
                  <a:pt x="549963" y="139748"/>
                </a:lnTo>
                <a:lnTo>
                  <a:pt x="550573" y="139891"/>
                </a:lnTo>
                <a:lnTo>
                  <a:pt x="551194" y="140026"/>
                </a:lnTo>
                <a:lnTo>
                  <a:pt x="551828" y="140155"/>
                </a:lnTo>
                <a:lnTo>
                  <a:pt x="552474" y="140277"/>
                </a:lnTo>
                <a:lnTo>
                  <a:pt x="553132" y="140393"/>
                </a:lnTo>
                <a:lnTo>
                  <a:pt x="553802" y="140502"/>
                </a:lnTo>
                <a:lnTo>
                  <a:pt x="554485" y="140604"/>
                </a:lnTo>
                <a:lnTo>
                  <a:pt x="555179" y="140700"/>
                </a:lnTo>
                <a:lnTo>
                  <a:pt x="555886" y="140789"/>
                </a:lnTo>
                <a:lnTo>
                  <a:pt x="556604" y="140872"/>
                </a:lnTo>
                <a:lnTo>
                  <a:pt x="557335" y="140948"/>
                </a:lnTo>
                <a:lnTo>
                  <a:pt x="558078" y="141017"/>
                </a:lnTo>
                <a:lnTo>
                  <a:pt x="558833" y="141080"/>
                </a:lnTo>
                <a:lnTo>
                  <a:pt x="559601" y="141136"/>
                </a:lnTo>
                <a:lnTo>
                  <a:pt x="560380" y="141186"/>
                </a:lnTo>
                <a:lnTo>
                  <a:pt x="561172" y="141228"/>
                </a:lnTo>
                <a:lnTo>
                  <a:pt x="561975" y="141265"/>
                </a:lnTo>
                <a:lnTo>
                  <a:pt x="562791" y="141295"/>
                </a:lnTo>
                <a:lnTo>
                  <a:pt x="563619" y="141318"/>
                </a:lnTo>
                <a:lnTo>
                  <a:pt x="564459" y="141334"/>
                </a:lnTo>
                <a:lnTo>
                  <a:pt x="565311" y="141344"/>
                </a:lnTo>
                <a:lnTo>
                  <a:pt x="566176" y="141347"/>
                </a:lnTo>
                <a:lnTo>
                  <a:pt x="571904" y="141347"/>
                </a:lnTo>
                <a:lnTo>
                  <a:pt x="571904" y="128022"/>
                </a:lnTo>
                <a:lnTo>
                  <a:pt x="567355" y="128022"/>
                </a:lnTo>
                <a:lnTo>
                  <a:pt x="566693" y="128021"/>
                </a:lnTo>
                <a:lnTo>
                  <a:pt x="566042" y="128016"/>
                </a:lnTo>
                <a:lnTo>
                  <a:pt x="565401" y="128007"/>
                </a:lnTo>
                <a:lnTo>
                  <a:pt x="564771" y="127995"/>
                </a:lnTo>
                <a:lnTo>
                  <a:pt x="564151" y="127980"/>
                </a:lnTo>
                <a:lnTo>
                  <a:pt x="563541" y="127961"/>
                </a:lnTo>
                <a:lnTo>
                  <a:pt x="562941" y="127939"/>
                </a:lnTo>
                <a:lnTo>
                  <a:pt x="562352" y="127914"/>
                </a:lnTo>
                <a:lnTo>
                  <a:pt x="561774" y="127885"/>
                </a:lnTo>
                <a:lnTo>
                  <a:pt x="561205" y="127853"/>
                </a:lnTo>
                <a:lnTo>
                  <a:pt x="560648" y="127817"/>
                </a:lnTo>
                <a:lnTo>
                  <a:pt x="560100" y="127779"/>
                </a:lnTo>
                <a:lnTo>
                  <a:pt x="559563" y="127736"/>
                </a:lnTo>
                <a:lnTo>
                  <a:pt x="559036" y="127690"/>
                </a:lnTo>
                <a:lnTo>
                  <a:pt x="558520" y="127641"/>
                </a:lnTo>
                <a:lnTo>
                  <a:pt x="558014" y="127589"/>
                </a:lnTo>
                <a:lnTo>
                  <a:pt x="557519" y="127533"/>
                </a:lnTo>
                <a:lnTo>
                  <a:pt x="557033" y="127474"/>
                </a:lnTo>
                <a:lnTo>
                  <a:pt x="556559" y="127411"/>
                </a:lnTo>
                <a:lnTo>
                  <a:pt x="556094" y="127345"/>
                </a:lnTo>
                <a:lnTo>
                  <a:pt x="555640" y="127276"/>
                </a:lnTo>
                <a:lnTo>
                  <a:pt x="555197" y="127203"/>
                </a:lnTo>
                <a:lnTo>
                  <a:pt x="554763" y="127127"/>
                </a:lnTo>
                <a:lnTo>
                  <a:pt x="554340" y="127047"/>
                </a:lnTo>
                <a:lnTo>
                  <a:pt x="553926" y="126964"/>
                </a:lnTo>
                <a:lnTo>
                  <a:pt x="553518" y="126878"/>
                </a:lnTo>
                <a:lnTo>
                  <a:pt x="553116" y="126788"/>
                </a:lnTo>
                <a:lnTo>
                  <a:pt x="552721" y="126695"/>
                </a:lnTo>
                <a:lnTo>
                  <a:pt x="552332" y="126599"/>
                </a:lnTo>
                <a:lnTo>
                  <a:pt x="551950" y="126499"/>
                </a:lnTo>
                <a:lnTo>
                  <a:pt x="551574" y="126395"/>
                </a:lnTo>
                <a:lnTo>
                  <a:pt x="551205" y="126289"/>
                </a:lnTo>
                <a:lnTo>
                  <a:pt x="550842" y="126179"/>
                </a:lnTo>
                <a:lnTo>
                  <a:pt x="550485" y="126065"/>
                </a:lnTo>
                <a:lnTo>
                  <a:pt x="550135" y="125948"/>
                </a:lnTo>
                <a:lnTo>
                  <a:pt x="549792" y="125828"/>
                </a:lnTo>
                <a:lnTo>
                  <a:pt x="549454" y="125705"/>
                </a:lnTo>
                <a:lnTo>
                  <a:pt x="549124" y="125578"/>
                </a:lnTo>
                <a:lnTo>
                  <a:pt x="548799" y="125447"/>
                </a:lnTo>
                <a:lnTo>
                  <a:pt x="548481" y="125314"/>
                </a:lnTo>
                <a:lnTo>
                  <a:pt x="548170" y="125176"/>
                </a:lnTo>
                <a:lnTo>
                  <a:pt x="547865" y="125036"/>
                </a:lnTo>
                <a:lnTo>
                  <a:pt x="547566" y="124892"/>
                </a:lnTo>
                <a:lnTo>
                  <a:pt x="547274" y="124745"/>
                </a:lnTo>
                <a:lnTo>
                  <a:pt x="546988" y="124594"/>
                </a:lnTo>
                <a:lnTo>
                  <a:pt x="546709" y="124440"/>
                </a:lnTo>
                <a:lnTo>
                  <a:pt x="546436" y="124283"/>
                </a:lnTo>
                <a:lnTo>
                  <a:pt x="546169" y="124122"/>
                </a:lnTo>
                <a:lnTo>
                  <a:pt x="545908" y="123957"/>
                </a:lnTo>
                <a:lnTo>
                  <a:pt x="545649" y="123789"/>
                </a:lnTo>
                <a:lnTo>
                  <a:pt x="545393" y="123616"/>
                </a:lnTo>
                <a:lnTo>
                  <a:pt x="545141" y="123439"/>
                </a:lnTo>
                <a:lnTo>
                  <a:pt x="544892" y="123259"/>
                </a:lnTo>
                <a:lnTo>
                  <a:pt x="544645" y="123073"/>
                </a:lnTo>
                <a:lnTo>
                  <a:pt x="544402" y="122884"/>
                </a:lnTo>
                <a:lnTo>
                  <a:pt x="544162" y="122691"/>
                </a:lnTo>
                <a:lnTo>
                  <a:pt x="543925" y="122493"/>
                </a:lnTo>
                <a:lnTo>
                  <a:pt x="543690" y="122292"/>
                </a:lnTo>
                <a:lnTo>
                  <a:pt x="543459" y="122086"/>
                </a:lnTo>
                <a:lnTo>
                  <a:pt x="543232" y="121876"/>
                </a:lnTo>
                <a:lnTo>
                  <a:pt x="543007" y="121662"/>
                </a:lnTo>
                <a:lnTo>
                  <a:pt x="542785" y="121444"/>
                </a:lnTo>
                <a:lnTo>
                  <a:pt x="542566" y="121222"/>
                </a:lnTo>
                <a:lnTo>
                  <a:pt x="542351" y="120995"/>
                </a:lnTo>
                <a:lnTo>
                  <a:pt x="542138" y="120765"/>
                </a:lnTo>
                <a:lnTo>
                  <a:pt x="541929" y="120530"/>
                </a:lnTo>
                <a:lnTo>
                  <a:pt x="541722" y="120291"/>
                </a:lnTo>
                <a:lnTo>
                  <a:pt x="541519" y="120048"/>
                </a:lnTo>
                <a:lnTo>
                  <a:pt x="541318" y="119801"/>
                </a:lnTo>
                <a:lnTo>
                  <a:pt x="541121" y="119550"/>
                </a:lnTo>
                <a:lnTo>
                  <a:pt x="540927" y="119295"/>
                </a:lnTo>
                <a:lnTo>
                  <a:pt x="540736" y="119035"/>
                </a:lnTo>
                <a:lnTo>
                  <a:pt x="540546" y="118772"/>
                </a:lnTo>
                <a:lnTo>
                  <a:pt x="540355" y="118504"/>
                </a:lnTo>
                <a:lnTo>
                  <a:pt x="540163" y="118233"/>
                </a:lnTo>
                <a:lnTo>
                  <a:pt x="539971" y="117957"/>
                </a:lnTo>
                <a:lnTo>
                  <a:pt x="539777" y="117677"/>
                </a:lnTo>
                <a:lnTo>
                  <a:pt x="539583" y="117393"/>
                </a:lnTo>
                <a:lnTo>
                  <a:pt x="539388" y="117105"/>
                </a:lnTo>
                <a:lnTo>
                  <a:pt x="539192" y="116813"/>
                </a:lnTo>
                <a:lnTo>
                  <a:pt x="538995" y="116516"/>
                </a:lnTo>
                <a:lnTo>
                  <a:pt x="538822" y="116254"/>
                </a:lnTo>
                <a:lnTo>
                  <a:pt x="539559" y="116015"/>
                </a:lnTo>
                <a:lnTo>
                  <a:pt x="540689" y="115616"/>
                </a:lnTo>
                <a:close/>
                <a:moveTo>
                  <a:pt x="515968" y="106346"/>
                </a:moveTo>
                <a:lnTo>
                  <a:pt x="514957" y="106249"/>
                </a:lnTo>
                <a:lnTo>
                  <a:pt x="513964" y="106132"/>
                </a:lnTo>
                <a:lnTo>
                  <a:pt x="512988" y="105993"/>
                </a:lnTo>
                <a:lnTo>
                  <a:pt x="512030" y="105833"/>
                </a:lnTo>
                <a:lnTo>
                  <a:pt x="511088" y="105651"/>
                </a:lnTo>
                <a:lnTo>
                  <a:pt x="510164" y="105448"/>
                </a:lnTo>
                <a:lnTo>
                  <a:pt x="509257" y="105223"/>
                </a:lnTo>
                <a:lnTo>
                  <a:pt x="508368" y="104977"/>
                </a:lnTo>
                <a:lnTo>
                  <a:pt x="507495" y="104710"/>
                </a:lnTo>
                <a:lnTo>
                  <a:pt x="506640" y="104422"/>
                </a:lnTo>
                <a:lnTo>
                  <a:pt x="505802" y="104112"/>
                </a:lnTo>
                <a:lnTo>
                  <a:pt x="504982" y="103780"/>
                </a:lnTo>
                <a:lnTo>
                  <a:pt x="504179" y="103428"/>
                </a:lnTo>
                <a:lnTo>
                  <a:pt x="503392" y="103054"/>
                </a:lnTo>
                <a:lnTo>
                  <a:pt x="502624" y="102658"/>
                </a:lnTo>
                <a:lnTo>
                  <a:pt x="501872" y="102241"/>
                </a:lnTo>
                <a:lnTo>
                  <a:pt x="501138" y="101803"/>
                </a:lnTo>
                <a:lnTo>
                  <a:pt x="500421" y="101343"/>
                </a:lnTo>
                <a:lnTo>
                  <a:pt x="499721" y="100862"/>
                </a:lnTo>
                <a:lnTo>
                  <a:pt x="499038" y="100360"/>
                </a:lnTo>
                <a:lnTo>
                  <a:pt x="498372" y="99840"/>
                </a:lnTo>
                <a:lnTo>
                  <a:pt x="497721" y="99304"/>
                </a:lnTo>
                <a:lnTo>
                  <a:pt x="497084" y="98754"/>
                </a:lnTo>
                <a:lnTo>
                  <a:pt x="496463" y="98190"/>
                </a:lnTo>
                <a:lnTo>
                  <a:pt x="495857" y="97610"/>
                </a:lnTo>
                <a:lnTo>
                  <a:pt x="495266" y="97016"/>
                </a:lnTo>
                <a:lnTo>
                  <a:pt x="494690" y="96406"/>
                </a:lnTo>
                <a:lnTo>
                  <a:pt x="494129" y="95782"/>
                </a:lnTo>
                <a:lnTo>
                  <a:pt x="493583" y="95144"/>
                </a:lnTo>
                <a:lnTo>
                  <a:pt x="493053" y="94490"/>
                </a:lnTo>
                <a:lnTo>
                  <a:pt x="492537" y="93822"/>
                </a:lnTo>
                <a:lnTo>
                  <a:pt x="492036" y="93139"/>
                </a:lnTo>
                <a:lnTo>
                  <a:pt x="491551" y="92441"/>
                </a:lnTo>
                <a:lnTo>
                  <a:pt x="491080" y="91728"/>
                </a:lnTo>
                <a:lnTo>
                  <a:pt x="490625" y="91001"/>
                </a:lnTo>
                <a:lnTo>
                  <a:pt x="490184" y="90258"/>
                </a:lnTo>
                <a:lnTo>
                  <a:pt x="489759" y="89501"/>
                </a:lnTo>
                <a:lnTo>
                  <a:pt x="489348" y="88730"/>
                </a:lnTo>
                <a:lnTo>
                  <a:pt x="488953" y="87943"/>
                </a:lnTo>
                <a:lnTo>
                  <a:pt x="488573" y="87142"/>
                </a:lnTo>
                <a:lnTo>
                  <a:pt x="488208" y="86325"/>
                </a:lnTo>
                <a:lnTo>
                  <a:pt x="487858" y="85494"/>
                </a:lnTo>
                <a:lnTo>
                  <a:pt x="487523" y="84649"/>
                </a:lnTo>
                <a:lnTo>
                  <a:pt x="487203" y="83788"/>
                </a:lnTo>
                <a:lnTo>
                  <a:pt x="486897" y="82916"/>
                </a:lnTo>
                <a:lnTo>
                  <a:pt x="486604" y="82037"/>
                </a:lnTo>
                <a:lnTo>
                  <a:pt x="486324" y="81149"/>
                </a:lnTo>
                <a:lnTo>
                  <a:pt x="486058" y="80254"/>
                </a:lnTo>
                <a:lnTo>
                  <a:pt x="485804" y="79351"/>
                </a:lnTo>
                <a:lnTo>
                  <a:pt x="485563" y="78441"/>
                </a:lnTo>
                <a:lnTo>
                  <a:pt x="485335" y="77522"/>
                </a:lnTo>
                <a:lnTo>
                  <a:pt x="485120" y="76596"/>
                </a:lnTo>
                <a:lnTo>
                  <a:pt x="484919" y="75662"/>
                </a:lnTo>
                <a:lnTo>
                  <a:pt x="484730" y="74720"/>
                </a:lnTo>
                <a:lnTo>
                  <a:pt x="484554" y="73771"/>
                </a:lnTo>
                <a:lnTo>
                  <a:pt x="484392" y="72814"/>
                </a:lnTo>
                <a:lnTo>
                  <a:pt x="484242" y="71849"/>
                </a:lnTo>
                <a:lnTo>
                  <a:pt x="484105" y="70876"/>
                </a:lnTo>
                <a:lnTo>
                  <a:pt x="483982" y="69896"/>
                </a:lnTo>
                <a:lnTo>
                  <a:pt x="483871" y="68907"/>
                </a:lnTo>
                <a:lnTo>
                  <a:pt x="483773" y="67911"/>
                </a:lnTo>
                <a:lnTo>
                  <a:pt x="483689" y="66908"/>
                </a:lnTo>
                <a:lnTo>
                  <a:pt x="483617" y="65896"/>
                </a:lnTo>
                <a:lnTo>
                  <a:pt x="483559" y="64877"/>
                </a:lnTo>
                <a:lnTo>
                  <a:pt x="483513" y="63850"/>
                </a:lnTo>
                <a:lnTo>
                  <a:pt x="483480" y="62815"/>
                </a:lnTo>
                <a:lnTo>
                  <a:pt x="483461" y="61772"/>
                </a:lnTo>
                <a:lnTo>
                  <a:pt x="483454" y="60722"/>
                </a:lnTo>
                <a:lnTo>
                  <a:pt x="483461" y="59665"/>
                </a:lnTo>
                <a:lnTo>
                  <a:pt x="483480" y="58616"/>
                </a:lnTo>
                <a:lnTo>
                  <a:pt x="483513" y="57575"/>
                </a:lnTo>
                <a:lnTo>
                  <a:pt x="483559" y="56542"/>
                </a:lnTo>
                <a:lnTo>
                  <a:pt x="483617" y="55517"/>
                </a:lnTo>
                <a:lnTo>
                  <a:pt x="483689" y="54500"/>
                </a:lnTo>
                <a:lnTo>
                  <a:pt x="483773" y="53491"/>
                </a:lnTo>
                <a:lnTo>
                  <a:pt x="483871" y="52490"/>
                </a:lnTo>
                <a:lnTo>
                  <a:pt x="483982" y="51497"/>
                </a:lnTo>
                <a:lnTo>
                  <a:pt x="484105" y="50512"/>
                </a:lnTo>
                <a:lnTo>
                  <a:pt x="484242" y="49536"/>
                </a:lnTo>
                <a:lnTo>
                  <a:pt x="484392" y="48567"/>
                </a:lnTo>
                <a:lnTo>
                  <a:pt x="484554" y="47607"/>
                </a:lnTo>
                <a:lnTo>
                  <a:pt x="484730" y="46654"/>
                </a:lnTo>
                <a:lnTo>
                  <a:pt x="484919" y="45710"/>
                </a:lnTo>
                <a:lnTo>
                  <a:pt x="485120" y="44773"/>
                </a:lnTo>
                <a:lnTo>
                  <a:pt x="485335" y="43845"/>
                </a:lnTo>
                <a:lnTo>
                  <a:pt x="485563" y="42924"/>
                </a:lnTo>
                <a:lnTo>
                  <a:pt x="485804" y="42012"/>
                </a:lnTo>
                <a:lnTo>
                  <a:pt x="486058" y="41108"/>
                </a:lnTo>
                <a:lnTo>
                  <a:pt x="486324" y="40212"/>
                </a:lnTo>
                <a:lnTo>
                  <a:pt x="486604" y="39324"/>
                </a:lnTo>
                <a:lnTo>
                  <a:pt x="486897" y="38444"/>
                </a:lnTo>
                <a:lnTo>
                  <a:pt x="487203" y="37572"/>
                </a:lnTo>
                <a:lnTo>
                  <a:pt x="487523" y="36711"/>
                </a:lnTo>
                <a:lnTo>
                  <a:pt x="487858" y="35865"/>
                </a:lnTo>
                <a:lnTo>
                  <a:pt x="488208" y="35034"/>
                </a:lnTo>
                <a:lnTo>
                  <a:pt x="488573" y="34217"/>
                </a:lnTo>
                <a:lnTo>
                  <a:pt x="488953" y="33415"/>
                </a:lnTo>
                <a:lnTo>
                  <a:pt x="489348" y="32628"/>
                </a:lnTo>
                <a:lnTo>
                  <a:pt x="489759" y="31855"/>
                </a:lnTo>
                <a:lnTo>
                  <a:pt x="490184" y="31097"/>
                </a:lnTo>
                <a:lnTo>
                  <a:pt x="490625" y="30353"/>
                </a:lnTo>
                <a:lnTo>
                  <a:pt x="491080" y="29624"/>
                </a:lnTo>
                <a:lnTo>
                  <a:pt x="491551" y="28910"/>
                </a:lnTo>
                <a:lnTo>
                  <a:pt x="492036" y="28210"/>
                </a:lnTo>
                <a:lnTo>
                  <a:pt x="492537" y="27526"/>
                </a:lnTo>
                <a:lnTo>
                  <a:pt x="493053" y="26855"/>
                </a:lnTo>
                <a:lnTo>
                  <a:pt x="493583" y="26200"/>
                </a:lnTo>
                <a:lnTo>
                  <a:pt x="494129" y="25559"/>
                </a:lnTo>
                <a:lnTo>
                  <a:pt x="494690" y="24932"/>
                </a:lnTo>
                <a:lnTo>
                  <a:pt x="495266" y="24320"/>
                </a:lnTo>
                <a:lnTo>
                  <a:pt x="495857" y="23723"/>
                </a:lnTo>
                <a:lnTo>
                  <a:pt x="496463" y="23141"/>
                </a:lnTo>
                <a:lnTo>
                  <a:pt x="497084" y="22573"/>
                </a:lnTo>
                <a:lnTo>
                  <a:pt x="497721" y="22020"/>
                </a:lnTo>
                <a:lnTo>
                  <a:pt x="498372" y="21481"/>
                </a:lnTo>
                <a:lnTo>
                  <a:pt x="499038" y="20958"/>
                </a:lnTo>
                <a:lnTo>
                  <a:pt x="499721" y="20452"/>
                </a:lnTo>
                <a:lnTo>
                  <a:pt x="500421" y="19967"/>
                </a:lnTo>
                <a:lnTo>
                  <a:pt x="501138" y="19505"/>
                </a:lnTo>
                <a:lnTo>
                  <a:pt x="501872" y="19063"/>
                </a:lnTo>
                <a:lnTo>
                  <a:pt x="502624" y="18644"/>
                </a:lnTo>
                <a:lnTo>
                  <a:pt x="503392" y="18246"/>
                </a:lnTo>
                <a:lnTo>
                  <a:pt x="504179" y="17869"/>
                </a:lnTo>
                <a:lnTo>
                  <a:pt x="504982" y="17514"/>
                </a:lnTo>
                <a:lnTo>
                  <a:pt x="505802" y="17180"/>
                </a:lnTo>
                <a:lnTo>
                  <a:pt x="506640" y="16868"/>
                </a:lnTo>
                <a:lnTo>
                  <a:pt x="507495" y="16578"/>
                </a:lnTo>
                <a:lnTo>
                  <a:pt x="508368" y="16309"/>
                </a:lnTo>
                <a:lnTo>
                  <a:pt x="509257" y="16061"/>
                </a:lnTo>
                <a:lnTo>
                  <a:pt x="510164" y="15835"/>
                </a:lnTo>
                <a:lnTo>
                  <a:pt x="511088" y="15631"/>
                </a:lnTo>
                <a:lnTo>
                  <a:pt x="512030" y="15448"/>
                </a:lnTo>
                <a:lnTo>
                  <a:pt x="512988" y="15286"/>
                </a:lnTo>
                <a:lnTo>
                  <a:pt x="513964" y="15146"/>
                </a:lnTo>
                <a:lnTo>
                  <a:pt x="514957" y="15028"/>
                </a:lnTo>
                <a:lnTo>
                  <a:pt x="515968" y="14931"/>
                </a:lnTo>
                <a:lnTo>
                  <a:pt x="516995" y="14856"/>
                </a:lnTo>
                <a:lnTo>
                  <a:pt x="518040" y="14802"/>
                </a:lnTo>
                <a:lnTo>
                  <a:pt x="519103" y="14770"/>
                </a:lnTo>
                <a:lnTo>
                  <a:pt x="520182" y="14759"/>
                </a:lnTo>
                <a:lnTo>
                  <a:pt x="521261" y="14770"/>
                </a:lnTo>
                <a:lnTo>
                  <a:pt x="522323" y="14802"/>
                </a:lnTo>
                <a:lnTo>
                  <a:pt x="523368" y="14856"/>
                </a:lnTo>
                <a:lnTo>
                  <a:pt x="524395" y="14931"/>
                </a:lnTo>
                <a:lnTo>
                  <a:pt x="525405" y="15028"/>
                </a:lnTo>
                <a:lnTo>
                  <a:pt x="526397" y="15146"/>
                </a:lnTo>
                <a:lnTo>
                  <a:pt x="527372" y="15286"/>
                </a:lnTo>
                <a:lnTo>
                  <a:pt x="528330" y="15448"/>
                </a:lnTo>
                <a:lnTo>
                  <a:pt x="529270" y="15631"/>
                </a:lnTo>
                <a:lnTo>
                  <a:pt x="530193" y="15835"/>
                </a:lnTo>
                <a:lnTo>
                  <a:pt x="531098" y="16061"/>
                </a:lnTo>
                <a:lnTo>
                  <a:pt x="531986" y="16309"/>
                </a:lnTo>
                <a:lnTo>
                  <a:pt x="532856" y="16578"/>
                </a:lnTo>
                <a:lnTo>
                  <a:pt x="533710" y="16868"/>
                </a:lnTo>
                <a:lnTo>
                  <a:pt x="534545" y="17180"/>
                </a:lnTo>
                <a:lnTo>
                  <a:pt x="535364" y="17514"/>
                </a:lnTo>
                <a:lnTo>
                  <a:pt x="536164" y="17869"/>
                </a:lnTo>
                <a:lnTo>
                  <a:pt x="536948" y="18246"/>
                </a:lnTo>
                <a:lnTo>
                  <a:pt x="537714" y="18644"/>
                </a:lnTo>
                <a:lnTo>
                  <a:pt x="538463" y="19063"/>
                </a:lnTo>
                <a:lnTo>
                  <a:pt x="539194" y="19505"/>
                </a:lnTo>
                <a:lnTo>
                  <a:pt x="539908" y="19967"/>
                </a:lnTo>
                <a:lnTo>
                  <a:pt x="540604" y="20452"/>
                </a:lnTo>
                <a:lnTo>
                  <a:pt x="541284" y="20958"/>
                </a:lnTo>
                <a:lnTo>
                  <a:pt x="541947" y="21481"/>
                </a:lnTo>
                <a:lnTo>
                  <a:pt x="542595" y="22020"/>
                </a:lnTo>
                <a:lnTo>
                  <a:pt x="543228" y="22573"/>
                </a:lnTo>
                <a:lnTo>
                  <a:pt x="543846" y="23141"/>
                </a:lnTo>
                <a:lnTo>
                  <a:pt x="544449" y="23723"/>
                </a:lnTo>
                <a:lnTo>
                  <a:pt x="545037" y="24320"/>
                </a:lnTo>
                <a:lnTo>
                  <a:pt x="545611" y="24932"/>
                </a:lnTo>
                <a:lnTo>
                  <a:pt x="546169" y="25559"/>
                </a:lnTo>
                <a:lnTo>
                  <a:pt x="546713" y="26200"/>
                </a:lnTo>
                <a:lnTo>
                  <a:pt x="547242" y="26855"/>
                </a:lnTo>
                <a:lnTo>
                  <a:pt x="547755" y="27526"/>
                </a:lnTo>
                <a:lnTo>
                  <a:pt x="548254" y="28210"/>
                </a:lnTo>
                <a:lnTo>
                  <a:pt x="548738" y="28910"/>
                </a:lnTo>
                <a:lnTo>
                  <a:pt x="549207" y="29624"/>
                </a:lnTo>
                <a:lnTo>
                  <a:pt x="549661" y="30353"/>
                </a:lnTo>
                <a:lnTo>
                  <a:pt x="550100" y="31097"/>
                </a:lnTo>
                <a:lnTo>
                  <a:pt x="550525" y="31855"/>
                </a:lnTo>
                <a:lnTo>
                  <a:pt x="550934" y="32628"/>
                </a:lnTo>
                <a:lnTo>
                  <a:pt x="551328" y="33415"/>
                </a:lnTo>
                <a:lnTo>
                  <a:pt x="551708" y="34217"/>
                </a:lnTo>
                <a:lnTo>
                  <a:pt x="552073" y="35034"/>
                </a:lnTo>
                <a:lnTo>
                  <a:pt x="552422" y="35865"/>
                </a:lnTo>
                <a:lnTo>
                  <a:pt x="552757" y="36711"/>
                </a:lnTo>
                <a:lnTo>
                  <a:pt x="553077" y="37572"/>
                </a:lnTo>
                <a:lnTo>
                  <a:pt x="553383" y="38444"/>
                </a:lnTo>
                <a:lnTo>
                  <a:pt x="553676" y="39324"/>
                </a:lnTo>
                <a:lnTo>
                  <a:pt x="553955" y="40212"/>
                </a:lnTo>
                <a:lnTo>
                  <a:pt x="554222" y="41108"/>
                </a:lnTo>
                <a:lnTo>
                  <a:pt x="554476" y="42012"/>
                </a:lnTo>
                <a:lnTo>
                  <a:pt x="554717" y="42924"/>
                </a:lnTo>
                <a:lnTo>
                  <a:pt x="554945" y="43845"/>
                </a:lnTo>
                <a:lnTo>
                  <a:pt x="555159" y="44773"/>
                </a:lnTo>
                <a:lnTo>
                  <a:pt x="555361" y="45710"/>
                </a:lnTo>
                <a:lnTo>
                  <a:pt x="555550" y="46654"/>
                </a:lnTo>
                <a:lnTo>
                  <a:pt x="555726" y="47607"/>
                </a:lnTo>
                <a:lnTo>
                  <a:pt x="555888" y="48567"/>
                </a:lnTo>
                <a:lnTo>
                  <a:pt x="556038" y="49536"/>
                </a:lnTo>
                <a:lnTo>
                  <a:pt x="556175" y="50512"/>
                </a:lnTo>
                <a:lnTo>
                  <a:pt x="556298" y="51497"/>
                </a:lnTo>
                <a:lnTo>
                  <a:pt x="556409" y="52490"/>
                </a:lnTo>
                <a:lnTo>
                  <a:pt x="556507" y="53491"/>
                </a:lnTo>
                <a:lnTo>
                  <a:pt x="556591" y="54500"/>
                </a:lnTo>
                <a:lnTo>
                  <a:pt x="556663" y="55517"/>
                </a:lnTo>
                <a:lnTo>
                  <a:pt x="556721" y="56542"/>
                </a:lnTo>
                <a:lnTo>
                  <a:pt x="556767" y="57575"/>
                </a:lnTo>
                <a:lnTo>
                  <a:pt x="556799" y="58616"/>
                </a:lnTo>
                <a:lnTo>
                  <a:pt x="556819" y="59665"/>
                </a:lnTo>
                <a:lnTo>
                  <a:pt x="556825" y="60722"/>
                </a:lnTo>
                <a:lnTo>
                  <a:pt x="556819" y="61772"/>
                </a:lnTo>
                <a:lnTo>
                  <a:pt x="556799" y="62815"/>
                </a:lnTo>
                <a:lnTo>
                  <a:pt x="556767" y="63850"/>
                </a:lnTo>
                <a:lnTo>
                  <a:pt x="556721" y="64877"/>
                </a:lnTo>
                <a:lnTo>
                  <a:pt x="556663" y="65896"/>
                </a:lnTo>
                <a:lnTo>
                  <a:pt x="556591" y="66908"/>
                </a:lnTo>
                <a:lnTo>
                  <a:pt x="556507" y="67911"/>
                </a:lnTo>
                <a:lnTo>
                  <a:pt x="556409" y="68907"/>
                </a:lnTo>
                <a:lnTo>
                  <a:pt x="556298" y="69896"/>
                </a:lnTo>
                <a:lnTo>
                  <a:pt x="556175" y="70876"/>
                </a:lnTo>
                <a:lnTo>
                  <a:pt x="556038" y="71849"/>
                </a:lnTo>
                <a:lnTo>
                  <a:pt x="555888" y="72814"/>
                </a:lnTo>
                <a:lnTo>
                  <a:pt x="555726" y="73771"/>
                </a:lnTo>
                <a:lnTo>
                  <a:pt x="555550" y="74720"/>
                </a:lnTo>
                <a:lnTo>
                  <a:pt x="555361" y="75662"/>
                </a:lnTo>
                <a:lnTo>
                  <a:pt x="555159" y="76596"/>
                </a:lnTo>
                <a:lnTo>
                  <a:pt x="554945" y="77522"/>
                </a:lnTo>
                <a:lnTo>
                  <a:pt x="554717" y="78441"/>
                </a:lnTo>
                <a:lnTo>
                  <a:pt x="554476" y="79351"/>
                </a:lnTo>
                <a:lnTo>
                  <a:pt x="554222" y="80254"/>
                </a:lnTo>
                <a:lnTo>
                  <a:pt x="553955" y="81149"/>
                </a:lnTo>
                <a:lnTo>
                  <a:pt x="553676" y="82037"/>
                </a:lnTo>
                <a:lnTo>
                  <a:pt x="553383" y="82916"/>
                </a:lnTo>
                <a:lnTo>
                  <a:pt x="553077" y="83788"/>
                </a:lnTo>
                <a:lnTo>
                  <a:pt x="552757" y="84649"/>
                </a:lnTo>
                <a:lnTo>
                  <a:pt x="552422" y="85494"/>
                </a:lnTo>
                <a:lnTo>
                  <a:pt x="552073" y="86325"/>
                </a:lnTo>
                <a:lnTo>
                  <a:pt x="551708" y="87142"/>
                </a:lnTo>
                <a:lnTo>
                  <a:pt x="551328" y="87943"/>
                </a:lnTo>
                <a:lnTo>
                  <a:pt x="550934" y="88730"/>
                </a:lnTo>
                <a:lnTo>
                  <a:pt x="550525" y="89501"/>
                </a:lnTo>
                <a:lnTo>
                  <a:pt x="550100" y="90258"/>
                </a:lnTo>
                <a:lnTo>
                  <a:pt x="549661" y="91001"/>
                </a:lnTo>
                <a:lnTo>
                  <a:pt x="549207" y="91728"/>
                </a:lnTo>
                <a:lnTo>
                  <a:pt x="548738" y="92441"/>
                </a:lnTo>
                <a:lnTo>
                  <a:pt x="548254" y="93139"/>
                </a:lnTo>
                <a:lnTo>
                  <a:pt x="547755" y="93822"/>
                </a:lnTo>
                <a:lnTo>
                  <a:pt x="547242" y="94490"/>
                </a:lnTo>
                <a:lnTo>
                  <a:pt x="546713" y="95144"/>
                </a:lnTo>
                <a:lnTo>
                  <a:pt x="546169" y="95782"/>
                </a:lnTo>
                <a:lnTo>
                  <a:pt x="545611" y="96406"/>
                </a:lnTo>
                <a:lnTo>
                  <a:pt x="545037" y="97016"/>
                </a:lnTo>
                <a:lnTo>
                  <a:pt x="544449" y="97610"/>
                </a:lnTo>
                <a:lnTo>
                  <a:pt x="543846" y="98190"/>
                </a:lnTo>
                <a:lnTo>
                  <a:pt x="543228" y="98754"/>
                </a:lnTo>
                <a:lnTo>
                  <a:pt x="542595" y="99304"/>
                </a:lnTo>
                <a:lnTo>
                  <a:pt x="541947" y="99840"/>
                </a:lnTo>
                <a:lnTo>
                  <a:pt x="541284" y="100360"/>
                </a:lnTo>
                <a:lnTo>
                  <a:pt x="540604" y="100862"/>
                </a:lnTo>
                <a:lnTo>
                  <a:pt x="539908" y="101343"/>
                </a:lnTo>
                <a:lnTo>
                  <a:pt x="539194" y="101803"/>
                </a:lnTo>
                <a:lnTo>
                  <a:pt x="538463" y="102241"/>
                </a:lnTo>
                <a:lnTo>
                  <a:pt x="537714" y="102658"/>
                </a:lnTo>
                <a:lnTo>
                  <a:pt x="536948" y="103054"/>
                </a:lnTo>
                <a:lnTo>
                  <a:pt x="536164" y="103428"/>
                </a:lnTo>
                <a:lnTo>
                  <a:pt x="535364" y="103780"/>
                </a:lnTo>
                <a:lnTo>
                  <a:pt x="534545" y="104112"/>
                </a:lnTo>
                <a:lnTo>
                  <a:pt x="533710" y="104422"/>
                </a:lnTo>
                <a:lnTo>
                  <a:pt x="532856" y="104710"/>
                </a:lnTo>
                <a:lnTo>
                  <a:pt x="531986" y="104977"/>
                </a:lnTo>
                <a:lnTo>
                  <a:pt x="531098" y="105223"/>
                </a:lnTo>
                <a:lnTo>
                  <a:pt x="530193" y="105448"/>
                </a:lnTo>
                <a:lnTo>
                  <a:pt x="529270" y="105651"/>
                </a:lnTo>
                <a:lnTo>
                  <a:pt x="528330" y="105833"/>
                </a:lnTo>
                <a:lnTo>
                  <a:pt x="527372" y="105993"/>
                </a:lnTo>
                <a:lnTo>
                  <a:pt x="526397" y="106132"/>
                </a:lnTo>
                <a:lnTo>
                  <a:pt x="525405" y="106249"/>
                </a:lnTo>
                <a:lnTo>
                  <a:pt x="524395" y="106346"/>
                </a:lnTo>
                <a:lnTo>
                  <a:pt x="523368" y="106420"/>
                </a:lnTo>
                <a:lnTo>
                  <a:pt x="522323" y="106474"/>
                </a:lnTo>
                <a:lnTo>
                  <a:pt x="521261" y="106506"/>
                </a:lnTo>
                <a:lnTo>
                  <a:pt x="520182" y="106517"/>
                </a:lnTo>
                <a:lnTo>
                  <a:pt x="519103" y="106506"/>
                </a:lnTo>
                <a:lnTo>
                  <a:pt x="518040" y="106474"/>
                </a:lnTo>
                <a:lnTo>
                  <a:pt x="516995" y="106420"/>
                </a:lnTo>
                <a:lnTo>
                  <a:pt x="515968" y="106346"/>
                </a:lnTo>
                <a:close/>
                <a:moveTo>
                  <a:pt x="394764" y="118859"/>
                </a:moveTo>
                <a:lnTo>
                  <a:pt x="395573" y="118815"/>
                </a:lnTo>
                <a:lnTo>
                  <a:pt x="396372" y="118760"/>
                </a:lnTo>
                <a:lnTo>
                  <a:pt x="397161" y="118692"/>
                </a:lnTo>
                <a:lnTo>
                  <a:pt x="397941" y="118612"/>
                </a:lnTo>
                <a:lnTo>
                  <a:pt x="398711" y="118520"/>
                </a:lnTo>
                <a:lnTo>
                  <a:pt x="399471" y="118415"/>
                </a:lnTo>
                <a:lnTo>
                  <a:pt x="400222" y="118298"/>
                </a:lnTo>
                <a:lnTo>
                  <a:pt x="400963" y="118168"/>
                </a:lnTo>
                <a:lnTo>
                  <a:pt x="401694" y="118026"/>
                </a:lnTo>
                <a:lnTo>
                  <a:pt x="402416" y="117872"/>
                </a:lnTo>
                <a:lnTo>
                  <a:pt x="403128" y="117706"/>
                </a:lnTo>
                <a:lnTo>
                  <a:pt x="403830" y="117527"/>
                </a:lnTo>
                <a:lnTo>
                  <a:pt x="404523" y="117336"/>
                </a:lnTo>
                <a:lnTo>
                  <a:pt x="405206" y="117133"/>
                </a:lnTo>
                <a:lnTo>
                  <a:pt x="405879" y="116917"/>
                </a:lnTo>
                <a:lnTo>
                  <a:pt x="406543" y="116689"/>
                </a:lnTo>
                <a:lnTo>
                  <a:pt x="407197" y="116449"/>
                </a:lnTo>
                <a:lnTo>
                  <a:pt x="407842" y="116196"/>
                </a:lnTo>
                <a:lnTo>
                  <a:pt x="408477" y="115931"/>
                </a:lnTo>
                <a:lnTo>
                  <a:pt x="409102" y="115654"/>
                </a:lnTo>
                <a:lnTo>
                  <a:pt x="409718" y="115364"/>
                </a:lnTo>
                <a:lnTo>
                  <a:pt x="410323" y="115063"/>
                </a:lnTo>
                <a:lnTo>
                  <a:pt x="410916" y="114751"/>
                </a:lnTo>
                <a:lnTo>
                  <a:pt x="411499" y="114429"/>
                </a:lnTo>
                <a:lnTo>
                  <a:pt x="412070" y="114097"/>
                </a:lnTo>
                <a:lnTo>
                  <a:pt x="412630" y="113754"/>
                </a:lnTo>
                <a:lnTo>
                  <a:pt x="413179" y="113401"/>
                </a:lnTo>
                <a:lnTo>
                  <a:pt x="413717" y="113038"/>
                </a:lnTo>
                <a:lnTo>
                  <a:pt x="414243" y="112665"/>
                </a:lnTo>
                <a:lnTo>
                  <a:pt x="414758" y="112281"/>
                </a:lnTo>
                <a:lnTo>
                  <a:pt x="415262" y="111886"/>
                </a:lnTo>
                <a:lnTo>
                  <a:pt x="415754" y="111482"/>
                </a:lnTo>
                <a:lnTo>
                  <a:pt x="416235" y="111067"/>
                </a:lnTo>
                <a:lnTo>
                  <a:pt x="416705" y="110641"/>
                </a:lnTo>
                <a:lnTo>
                  <a:pt x="417164" y="110206"/>
                </a:lnTo>
                <a:lnTo>
                  <a:pt x="417612" y="109760"/>
                </a:lnTo>
                <a:lnTo>
                  <a:pt x="418048" y="109303"/>
                </a:lnTo>
                <a:lnTo>
                  <a:pt x="418473" y="108837"/>
                </a:lnTo>
                <a:lnTo>
                  <a:pt x="418886" y="108360"/>
                </a:lnTo>
                <a:lnTo>
                  <a:pt x="419289" y="107872"/>
                </a:lnTo>
                <a:lnTo>
                  <a:pt x="419680" y="107375"/>
                </a:lnTo>
                <a:lnTo>
                  <a:pt x="420060" y="106867"/>
                </a:lnTo>
                <a:lnTo>
                  <a:pt x="420428" y="106348"/>
                </a:lnTo>
                <a:lnTo>
                  <a:pt x="420786" y="105820"/>
                </a:lnTo>
                <a:lnTo>
                  <a:pt x="421132" y="105281"/>
                </a:lnTo>
                <a:lnTo>
                  <a:pt x="421466" y="104732"/>
                </a:lnTo>
                <a:lnTo>
                  <a:pt x="421786" y="104174"/>
                </a:lnTo>
                <a:lnTo>
                  <a:pt x="422093" y="103608"/>
                </a:lnTo>
                <a:lnTo>
                  <a:pt x="422387" y="103033"/>
                </a:lnTo>
                <a:lnTo>
                  <a:pt x="422668" y="102450"/>
                </a:lnTo>
                <a:lnTo>
                  <a:pt x="422935" y="101858"/>
                </a:lnTo>
                <a:lnTo>
                  <a:pt x="423189" y="101257"/>
                </a:lnTo>
                <a:lnTo>
                  <a:pt x="423430" y="100647"/>
                </a:lnTo>
                <a:lnTo>
                  <a:pt x="423657" y="100029"/>
                </a:lnTo>
                <a:lnTo>
                  <a:pt x="423871" y="99402"/>
                </a:lnTo>
                <a:lnTo>
                  <a:pt x="424072" y="98767"/>
                </a:lnTo>
                <a:lnTo>
                  <a:pt x="424259" y="98122"/>
                </a:lnTo>
                <a:lnTo>
                  <a:pt x="424433" y="97470"/>
                </a:lnTo>
                <a:lnTo>
                  <a:pt x="424594" y="96808"/>
                </a:lnTo>
                <a:lnTo>
                  <a:pt x="424741" y="96138"/>
                </a:lnTo>
                <a:lnTo>
                  <a:pt x="424876" y="95459"/>
                </a:lnTo>
                <a:lnTo>
                  <a:pt x="424997" y="94771"/>
                </a:lnTo>
                <a:lnTo>
                  <a:pt x="425104" y="94075"/>
                </a:lnTo>
                <a:lnTo>
                  <a:pt x="425198" y="93370"/>
                </a:lnTo>
                <a:lnTo>
                  <a:pt x="425279" y="92656"/>
                </a:lnTo>
                <a:lnTo>
                  <a:pt x="425347" y="91934"/>
                </a:lnTo>
                <a:lnTo>
                  <a:pt x="425401" y="91203"/>
                </a:lnTo>
                <a:lnTo>
                  <a:pt x="425442" y="90464"/>
                </a:lnTo>
                <a:lnTo>
                  <a:pt x="425470" y="89715"/>
                </a:lnTo>
                <a:lnTo>
                  <a:pt x="411571" y="89715"/>
                </a:lnTo>
                <a:lnTo>
                  <a:pt x="411541" y="90449"/>
                </a:lnTo>
                <a:lnTo>
                  <a:pt x="411496" y="91168"/>
                </a:lnTo>
                <a:lnTo>
                  <a:pt x="411433" y="91872"/>
                </a:lnTo>
                <a:lnTo>
                  <a:pt x="411354" y="92562"/>
                </a:lnTo>
                <a:lnTo>
                  <a:pt x="411259" y="93238"/>
                </a:lnTo>
                <a:lnTo>
                  <a:pt x="411147" y="93899"/>
                </a:lnTo>
                <a:lnTo>
                  <a:pt x="411019" y="94546"/>
                </a:lnTo>
                <a:lnTo>
                  <a:pt x="410874" y="95178"/>
                </a:lnTo>
                <a:lnTo>
                  <a:pt x="410712" y="95795"/>
                </a:lnTo>
                <a:lnTo>
                  <a:pt x="410534" y="96398"/>
                </a:lnTo>
                <a:lnTo>
                  <a:pt x="410339" y="96987"/>
                </a:lnTo>
                <a:lnTo>
                  <a:pt x="410128" y="97561"/>
                </a:lnTo>
                <a:lnTo>
                  <a:pt x="409901" y="98121"/>
                </a:lnTo>
                <a:lnTo>
                  <a:pt x="409656" y="98666"/>
                </a:lnTo>
                <a:lnTo>
                  <a:pt x="409396" y="99196"/>
                </a:lnTo>
                <a:lnTo>
                  <a:pt x="409119" y="99713"/>
                </a:lnTo>
                <a:lnTo>
                  <a:pt x="408825" y="100214"/>
                </a:lnTo>
                <a:lnTo>
                  <a:pt x="408515" y="100701"/>
                </a:lnTo>
                <a:lnTo>
                  <a:pt x="408188" y="101174"/>
                </a:lnTo>
                <a:lnTo>
                  <a:pt x="407844" y="101632"/>
                </a:lnTo>
                <a:lnTo>
                  <a:pt x="407485" y="102076"/>
                </a:lnTo>
                <a:lnTo>
                  <a:pt x="407108" y="102505"/>
                </a:lnTo>
                <a:lnTo>
                  <a:pt x="406715" y="102920"/>
                </a:lnTo>
                <a:lnTo>
                  <a:pt x="406306" y="103320"/>
                </a:lnTo>
                <a:lnTo>
                  <a:pt x="405881" y="103704"/>
                </a:lnTo>
                <a:lnTo>
                  <a:pt x="405443" y="104073"/>
                </a:lnTo>
                <a:lnTo>
                  <a:pt x="404990" y="104425"/>
                </a:lnTo>
                <a:lnTo>
                  <a:pt x="404524" y="104760"/>
                </a:lnTo>
                <a:lnTo>
                  <a:pt x="404044" y="105080"/>
                </a:lnTo>
                <a:lnTo>
                  <a:pt x="403550" y="105382"/>
                </a:lnTo>
                <a:lnTo>
                  <a:pt x="403042" y="105669"/>
                </a:lnTo>
                <a:lnTo>
                  <a:pt x="402520" y="105939"/>
                </a:lnTo>
                <a:lnTo>
                  <a:pt x="401984" y="106193"/>
                </a:lnTo>
                <a:lnTo>
                  <a:pt x="401434" y="106430"/>
                </a:lnTo>
                <a:lnTo>
                  <a:pt x="400871" y="106651"/>
                </a:lnTo>
                <a:lnTo>
                  <a:pt x="400293" y="106856"/>
                </a:lnTo>
                <a:lnTo>
                  <a:pt x="399702" y="107044"/>
                </a:lnTo>
                <a:lnTo>
                  <a:pt x="399097" y="107216"/>
                </a:lnTo>
                <a:lnTo>
                  <a:pt x="398478" y="107372"/>
                </a:lnTo>
                <a:lnTo>
                  <a:pt x="397845" y="107511"/>
                </a:lnTo>
                <a:lnTo>
                  <a:pt x="397198" y="107634"/>
                </a:lnTo>
                <a:lnTo>
                  <a:pt x="396537" y="107740"/>
                </a:lnTo>
                <a:lnTo>
                  <a:pt x="395862" y="107830"/>
                </a:lnTo>
                <a:lnTo>
                  <a:pt x="395174" y="107904"/>
                </a:lnTo>
                <a:lnTo>
                  <a:pt x="394471" y="107961"/>
                </a:lnTo>
                <a:lnTo>
                  <a:pt x="393755" y="108002"/>
                </a:lnTo>
                <a:lnTo>
                  <a:pt x="393025" y="108026"/>
                </a:lnTo>
                <a:lnTo>
                  <a:pt x="392280" y="108035"/>
                </a:lnTo>
                <a:lnTo>
                  <a:pt x="391591" y="108027"/>
                </a:lnTo>
                <a:lnTo>
                  <a:pt x="390912" y="108005"/>
                </a:lnTo>
                <a:lnTo>
                  <a:pt x="390245" y="107968"/>
                </a:lnTo>
                <a:lnTo>
                  <a:pt x="389588" y="107916"/>
                </a:lnTo>
                <a:lnTo>
                  <a:pt x="388943" y="107849"/>
                </a:lnTo>
                <a:lnTo>
                  <a:pt x="388308" y="107768"/>
                </a:lnTo>
                <a:lnTo>
                  <a:pt x="387684" y="107672"/>
                </a:lnTo>
                <a:lnTo>
                  <a:pt x="387072" y="107561"/>
                </a:lnTo>
                <a:lnTo>
                  <a:pt x="386470" y="107435"/>
                </a:lnTo>
                <a:lnTo>
                  <a:pt x="385879" y="107294"/>
                </a:lnTo>
                <a:lnTo>
                  <a:pt x="385299" y="107138"/>
                </a:lnTo>
                <a:lnTo>
                  <a:pt x="384731" y="106968"/>
                </a:lnTo>
                <a:lnTo>
                  <a:pt x="384173" y="106783"/>
                </a:lnTo>
                <a:lnTo>
                  <a:pt x="383626" y="106583"/>
                </a:lnTo>
                <a:lnTo>
                  <a:pt x="383090" y="106368"/>
                </a:lnTo>
                <a:lnTo>
                  <a:pt x="382565" y="106138"/>
                </a:lnTo>
                <a:lnTo>
                  <a:pt x="382051" y="105894"/>
                </a:lnTo>
                <a:lnTo>
                  <a:pt x="381548" y="105635"/>
                </a:lnTo>
                <a:lnTo>
                  <a:pt x="381056" y="105360"/>
                </a:lnTo>
                <a:lnTo>
                  <a:pt x="380575" y="105072"/>
                </a:lnTo>
                <a:lnTo>
                  <a:pt x="380105" y="104768"/>
                </a:lnTo>
                <a:lnTo>
                  <a:pt x="379646" y="104449"/>
                </a:lnTo>
                <a:lnTo>
                  <a:pt x="379197" y="104116"/>
                </a:lnTo>
                <a:lnTo>
                  <a:pt x="378760" y="103768"/>
                </a:lnTo>
                <a:lnTo>
                  <a:pt x="378333" y="103407"/>
                </a:lnTo>
                <a:lnTo>
                  <a:pt x="377916" y="103037"/>
                </a:lnTo>
                <a:lnTo>
                  <a:pt x="377509" y="102657"/>
                </a:lnTo>
                <a:lnTo>
                  <a:pt x="377112" y="102267"/>
                </a:lnTo>
                <a:lnTo>
                  <a:pt x="376724" y="101867"/>
                </a:lnTo>
                <a:lnTo>
                  <a:pt x="376346" y="101458"/>
                </a:lnTo>
                <a:lnTo>
                  <a:pt x="375978" y="101039"/>
                </a:lnTo>
                <a:lnTo>
                  <a:pt x="375620" y="100610"/>
                </a:lnTo>
                <a:lnTo>
                  <a:pt x="375272" y="100172"/>
                </a:lnTo>
                <a:lnTo>
                  <a:pt x="374933" y="99724"/>
                </a:lnTo>
                <a:lnTo>
                  <a:pt x="374604" y="99266"/>
                </a:lnTo>
                <a:lnTo>
                  <a:pt x="374285" y="98798"/>
                </a:lnTo>
                <a:lnTo>
                  <a:pt x="373976" y="98321"/>
                </a:lnTo>
                <a:lnTo>
                  <a:pt x="373676" y="97834"/>
                </a:lnTo>
                <a:lnTo>
                  <a:pt x="373387" y="97338"/>
                </a:lnTo>
                <a:lnTo>
                  <a:pt x="373107" y="96831"/>
                </a:lnTo>
                <a:lnTo>
                  <a:pt x="372837" y="96315"/>
                </a:lnTo>
                <a:lnTo>
                  <a:pt x="372577" y="95789"/>
                </a:lnTo>
                <a:lnTo>
                  <a:pt x="372326" y="95253"/>
                </a:lnTo>
                <a:lnTo>
                  <a:pt x="372086" y="94708"/>
                </a:lnTo>
                <a:lnTo>
                  <a:pt x="371855" y="94153"/>
                </a:lnTo>
                <a:lnTo>
                  <a:pt x="371634" y="93588"/>
                </a:lnTo>
                <a:lnTo>
                  <a:pt x="371422" y="93014"/>
                </a:lnTo>
                <a:lnTo>
                  <a:pt x="371221" y="92430"/>
                </a:lnTo>
                <a:lnTo>
                  <a:pt x="371028" y="91838"/>
                </a:lnTo>
                <a:lnTo>
                  <a:pt x="370844" y="91242"/>
                </a:lnTo>
                <a:lnTo>
                  <a:pt x="370667" y="90641"/>
                </a:lnTo>
                <a:lnTo>
                  <a:pt x="370498" y="90035"/>
                </a:lnTo>
                <a:lnTo>
                  <a:pt x="370337" y="89425"/>
                </a:lnTo>
                <a:lnTo>
                  <a:pt x="370184" y="88809"/>
                </a:lnTo>
                <a:lnTo>
                  <a:pt x="370039" y="88189"/>
                </a:lnTo>
                <a:lnTo>
                  <a:pt x="369901" y="87564"/>
                </a:lnTo>
                <a:lnTo>
                  <a:pt x="369772" y="86935"/>
                </a:lnTo>
                <a:lnTo>
                  <a:pt x="369650" y="86300"/>
                </a:lnTo>
                <a:lnTo>
                  <a:pt x="369537" y="85661"/>
                </a:lnTo>
                <a:lnTo>
                  <a:pt x="369431" y="85017"/>
                </a:lnTo>
                <a:lnTo>
                  <a:pt x="369333" y="84368"/>
                </a:lnTo>
                <a:lnTo>
                  <a:pt x="369243" y="83714"/>
                </a:lnTo>
                <a:lnTo>
                  <a:pt x="369161" y="83056"/>
                </a:lnTo>
                <a:lnTo>
                  <a:pt x="369087" y="82393"/>
                </a:lnTo>
                <a:lnTo>
                  <a:pt x="369021" y="81725"/>
                </a:lnTo>
                <a:lnTo>
                  <a:pt x="368962" y="81052"/>
                </a:lnTo>
                <a:lnTo>
                  <a:pt x="368912" y="80374"/>
                </a:lnTo>
                <a:lnTo>
                  <a:pt x="368869" y="79692"/>
                </a:lnTo>
                <a:lnTo>
                  <a:pt x="368835" y="79005"/>
                </a:lnTo>
                <a:lnTo>
                  <a:pt x="368808" y="78313"/>
                </a:lnTo>
                <a:lnTo>
                  <a:pt x="368789" y="77616"/>
                </a:lnTo>
                <a:lnTo>
                  <a:pt x="368778" y="76915"/>
                </a:lnTo>
                <a:lnTo>
                  <a:pt x="425133" y="76915"/>
                </a:lnTo>
                <a:lnTo>
                  <a:pt x="425147" y="76847"/>
                </a:lnTo>
                <a:lnTo>
                  <a:pt x="425160" y="76776"/>
                </a:lnTo>
                <a:lnTo>
                  <a:pt x="425173" y="76701"/>
                </a:lnTo>
                <a:lnTo>
                  <a:pt x="425186" y="76623"/>
                </a:lnTo>
                <a:lnTo>
                  <a:pt x="425198" y="76541"/>
                </a:lnTo>
                <a:lnTo>
                  <a:pt x="425209" y="76456"/>
                </a:lnTo>
                <a:lnTo>
                  <a:pt x="425221" y="76367"/>
                </a:lnTo>
                <a:lnTo>
                  <a:pt x="425231" y="76275"/>
                </a:lnTo>
                <a:lnTo>
                  <a:pt x="425242" y="76180"/>
                </a:lnTo>
                <a:lnTo>
                  <a:pt x="425252" y="76080"/>
                </a:lnTo>
                <a:lnTo>
                  <a:pt x="425261" y="75978"/>
                </a:lnTo>
                <a:lnTo>
                  <a:pt x="425270" y="75872"/>
                </a:lnTo>
                <a:lnTo>
                  <a:pt x="425279" y="75762"/>
                </a:lnTo>
                <a:lnTo>
                  <a:pt x="425287" y="75649"/>
                </a:lnTo>
                <a:lnTo>
                  <a:pt x="425294" y="75532"/>
                </a:lnTo>
                <a:lnTo>
                  <a:pt x="425302" y="75412"/>
                </a:lnTo>
                <a:lnTo>
                  <a:pt x="425308" y="75288"/>
                </a:lnTo>
                <a:lnTo>
                  <a:pt x="425315" y="75161"/>
                </a:lnTo>
                <a:lnTo>
                  <a:pt x="425321" y="75030"/>
                </a:lnTo>
                <a:lnTo>
                  <a:pt x="425326" y="74896"/>
                </a:lnTo>
                <a:lnTo>
                  <a:pt x="425331" y="74758"/>
                </a:lnTo>
                <a:lnTo>
                  <a:pt x="425336" y="74617"/>
                </a:lnTo>
                <a:lnTo>
                  <a:pt x="425340" y="74472"/>
                </a:lnTo>
                <a:lnTo>
                  <a:pt x="425344" y="74324"/>
                </a:lnTo>
                <a:lnTo>
                  <a:pt x="425347" y="74175"/>
                </a:lnTo>
                <a:lnTo>
                  <a:pt x="425350" y="74027"/>
                </a:lnTo>
                <a:lnTo>
                  <a:pt x="425354" y="73881"/>
                </a:lnTo>
                <a:lnTo>
                  <a:pt x="425357" y="73737"/>
                </a:lnTo>
                <a:lnTo>
                  <a:pt x="425359" y="73595"/>
                </a:lnTo>
                <a:lnTo>
                  <a:pt x="425362" y="73454"/>
                </a:lnTo>
                <a:lnTo>
                  <a:pt x="425365" y="73315"/>
                </a:lnTo>
                <a:lnTo>
                  <a:pt x="425367" y="73177"/>
                </a:lnTo>
                <a:lnTo>
                  <a:pt x="425369" y="73042"/>
                </a:lnTo>
                <a:lnTo>
                  <a:pt x="425371" y="72908"/>
                </a:lnTo>
                <a:lnTo>
                  <a:pt x="425373" y="72775"/>
                </a:lnTo>
                <a:lnTo>
                  <a:pt x="425375" y="72644"/>
                </a:lnTo>
                <a:lnTo>
                  <a:pt x="425377" y="72515"/>
                </a:lnTo>
                <a:lnTo>
                  <a:pt x="425378" y="72388"/>
                </a:lnTo>
                <a:lnTo>
                  <a:pt x="425380" y="72262"/>
                </a:lnTo>
                <a:lnTo>
                  <a:pt x="425381" y="72138"/>
                </a:lnTo>
                <a:lnTo>
                  <a:pt x="425382" y="72016"/>
                </a:lnTo>
                <a:lnTo>
                  <a:pt x="425383" y="71895"/>
                </a:lnTo>
                <a:lnTo>
                  <a:pt x="425384" y="71776"/>
                </a:lnTo>
                <a:lnTo>
                  <a:pt x="425385" y="71659"/>
                </a:lnTo>
                <a:lnTo>
                  <a:pt x="425385" y="71543"/>
                </a:lnTo>
                <a:lnTo>
                  <a:pt x="425385" y="71429"/>
                </a:lnTo>
                <a:lnTo>
                  <a:pt x="425386" y="71317"/>
                </a:lnTo>
                <a:lnTo>
                  <a:pt x="425386" y="71206"/>
                </a:lnTo>
                <a:lnTo>
                  <a:pt x="425370" y="69575"/>
                </a:lnTo>
                <a:lnTo>
                  <a:pt x="425322" y="67976"/>
                </a:lnTo>
                <a:lnTo>
                  <a:pt x="425242" y="66409"/>
                </a:lnTo>
                <a:lnTo>
                  <a:pt x="425131" y="64874"/>
                </a:lnTo>
                <a:lnTo>
                  <a:pt x="424987" y="63372"/>
                </a:lnTo>
                <a:lnTo>
                  <a:pt x="424812" y="61901"/>
                </a:lnTo>
                <a:lnTo>
                  <a:pt x="424605" y="60462"/>
                </a:lnTo>
                <a:lnTo>
                  <a:pt x="424366" y="59055"/>
                </a:lnTo>
                <a:lnTo>
                  <a:pt x="424095" y="57680"/>
                </a:lnTo>
                <a:lnTo>
                  <a:pt x="423792" y="56338"/>
                </a:lnTo>
                <a:lnTo>
                  <a:pt x="423457" y="55027"/>
                </a:lnTo>
                <a:lnTo>
                  <a:pt x="423090" y="53748"/>
                </a:lnTo>
                <a:lnTo>
                  <a:pt x="422692" y="52502"/>
                </a:lnTo>
                <a:lnTo>
                  <a:pt x="422261" y="51287"/>
                </a:lnTo>
                <a:lnTo>
                  <a:pt x="421799" y="50105"/>
                </a:lnTo>
                <a:lnTo>
                  <a:pt x="421305" y="48954"/>
                </a:lnTo>
                <a:lnTo>
                  <a:pt x="420779" y="47836"/>
                </a:lnTo>
                <a:lnTo>
                  <a:pt x="420221" y="46749"/>
                </a:lnTo>
                <a:lnTo>
                  <a:pt x="419631" y="45695"/>
                </a:lnTo>
                <a:lnTo>
                  <a:pt x="419009" y="44672"/>
                </a:lnTo>
                <a:lnTo>
                  <a:pt x="418356" y="43682"/>
                </a:lnTo>
                <a:lnTo>
                  <a:pt x="417670" y="42724"/>
                </a:lnTo>
                <a:lnTo>
                  <a:pt x="416953" y="41797"/>
                </a:lnTo>
                <a:lnTo>
                  <a:pt x="416204" y="40903"/>
                </a:lnTo>
                <a:lnTo>
                  <a:pt x="415426" y="40043"/>
                </a:lnTo>
                <a:lnTo>
                  <a:pt x="414624" y="39219"/>
                </a:lnTo>
                <a:lnTo>
                  <a:pt x="413798" y="38432"/>
                </a:lnTo>
                <a:lnTo>
                  <a:pt x="412947" y="37682"/>
                </a:lnTo>
                <a:lnTo>
                  <a:pt x="412071" y="36968"/>
                </a:lnTo>
                <a:lnTo>
                  <a:pt x="411171" y="36291"/>
                </a:lnTo>
                <a:lnTo>
                  <a:pt x="410246" y="35650"/>
                </a:lnTo>
                <a:lnTo>
                  <a:pt x="409296" y="35046"/>
                </a:lnTo>
                <a:lnTo>
                  <a:pt x="408322" y="34479"/>
                </a:lnTo>
                <a:lnTo>
                  <a:pt x="407324" y="33948"/>
                </a:lnTo>
                <a:lnTo>
                  <a:pt x="406301" y="33454"/>
                </a:lnTo>
                <a:lnTo>
                  <a:pt x="405253" y="32997"/>
                </a:lnTo>
                <a:lnTo>
                  <a:pt x="404181" y="32576"/>
                </a:lnTo>
                <a:lnTo>
                  <a:pt x="403084" y="32191"/>
                </a:lnTo>
                <a:lnTo>
                  <a:pt x="401962" y="31843"/>
                </a:lnTo>
                <a:lnTo>
                  <a:pt x="400816" y="31532"/>
                </a:lnTo>
                <a:lnTo>
                  <a:pt x="399646" y="31258"/>
                </a:lnTo>
                <a:lnTo>
                  <a:pt x="398451" y="31020"/>
                </a:lnTo>
                <a:lnTo>
                  <a:pt x="397231" y="30819"/>
                </a:lnTo>
                <a:lnTo>
                  <a:pt x="395987" y="30654"/>
                </a:lnTo>
                <a:lnTo>
                  <a:pt x="394718" y="30526"/>
                </a:lnTo>
                <a:lnTo>
                  <a:pt x="393425" y="30434"/>
                </a:lnTo>
                <a:lnTo>
                  <a:pt x="392107" y="30379"/>
                </a:lnTo>
                <a:lnTo>
                  <a:pt x="390764" y="30361"/>
                </a:lnTo>
                <a:lnTo>
                  <a:pt x="389760" y="30371"/>
                </a:lnTo>
                <a:lnTo>
                  <a:pt x="388771" y="30400"/>
                </a:lnTo>
                <a:lnTo>
                  <a:pt x="387795" y="30449"/>
                </a:lnTo>
                <a:lnTo>
                  <a:pt x="386834" y="30517"/>
                </a:lnTo>
                <a:lnTo>
                  <a:pt x="385887" y="30605"/>
                </a:lnTo>
                <a:lnTo>
                  <a:pt x="384954" y="30712"/>
                </a:lnTo>
                <a:lnTo>
                  <a:pt x="384036" y="30839"/>
                </a:lnTo>
                <a:lnTo>
                  <a:pt x="383131" y="30985"/>
                </a:lnTo>
                <a:lnTo>
                  <a:pt x="382241" y="31151"/>
                </a:lnTo>
                <a:lnTo>
                  <a:pt x="381365" y="31336"/>
                </a:lnTo>
                <a:lnTo>
                  <a:pt x="380503" y="31541"/>
                </a:lnTo>
                <a:lnTo>
                  <a:pt x="379655" y="31765"/>
                </a:lnTo>
                <a:lnTo>
                  <a:pt x="378822" y="32009"/>
                </a:lnTo>
                <a:lnTo>
                  <a:pt x="378002" y="32272"/>
                </a:lnTo>
                <a:lnTo>
                  <a:pt x="377197" y="32555"/>
                </a:lnTo>
                <a:lnTo>
                  <a:pt x="376406" y="32857"/>
                </a:lnTo>
                <a:lnTo>
                  <a:pt x="375629" y="33179"/>
                </a:lnTo>
                <a:lnTo>
                  <a:pt x="374867" y="33520"/>
                </a:lnTo>
                <a:lnTo>
                  <a:pt x="374118" y="33881"/>
                </a:lnTo>
                <a:lnTo>
                  <a:pt x="373384" y="34261"/>
                </a:lnTo>
                <a:lnTo>
                  <a:pt x="372664" y="34661"/>
                </a:lnTo>
                <a:lnTo>
                  <a:pt x="371958" y="35080"/>
                </a:lnTo>
                <a:lnTo>
                  <a:pt x="371267" y="35519"/>
                </a:lnTo>
                <a:lnTo>
                  <a:pt x="370589" y="35977"/>
                </a:lnTo>
                <a:lnTo>
                  <a:pt x="369926" y="36453"/>
                </a:lnTo>
                <a:lnTo>
                  <a:pt x="369277" y="36944"/>
                </a:lnTo>
                <a:lnTo>
                  <a:pt x="368642" y="37449"/>
                </a:lnTo>
                <a:lnTo>
                  <a:pt x="368021" y="37970"/>
                </a:lnTo>
                <a:lnTo>
                  <a:pt x="367415" y="38506"/>
                </a:lnTo>
                <a:lnTo>
                  <a:pt x="366822" y="39057"/>
                </a:lnTo>
                <a:lnTo>
                  <a:pt x="366244" y="39623"/>
                </a:lnTo>
                <a:lnTo>
                  <a:pt x="365680" y="40204"/>
                </a:lnTo>
                <a:lnTo>
                  <a:pt x="365130" y="40801"/>
                </a:lnTo>
                <a:lnTo>
                  <a:pt x="364595" y="41412"/>
                </a:lnTo>
                <a:lnTo>
                  <a:pt x="364073" y="42038"/>
                </a:lnTo>
                <a:lnTo>
                  <a:pt x="363566" y="42680"/>
                </a:lnTo>
                <a:lnTo>
                  <a:pt x="363073" y="43337"/>
                </a:lnTo>
                <a:lnTo>
                  <a:pt x="362594" y="44008"/>
                </a:lnTo>
                <a:lnTo>
                  <a:pt x="362129" y="44695"/>
                </a:lnTo>
                <a:lnTo>
                  <a:pt x="361679" y="45397"/>
                </a:lnTo>
                <a:lnTo>
                  <a:pt x="361242" y="46114"/>
                </a:lnTo>
                <a:lnTo>
                  <a:pt x="360820" y="46846"/>
                </a:lnTo>
                <a:lnTo>
                  <a:pt x="360412" y="47593"/>
                </a:lnTo>
                <a:lnTo>
                  <a:pt x="360019" y="48356"/>
                </a:lnTo>
                <a:lnTo>
                  <a:pt x="359639" y="49133"/>
                </a:lnTo>
                <a:lnTo>
                  <a:pt x="359274" y="49926"/>
                </a:lnTo>
                <a:lnTo>
                  <a:pt x="358922" y="50733"/>
                </a:lnTo>
                <a:lnTo>
                  <a:pt x="358585" y="51556"/>
                </a:lnTo>
                <a:lnTo>
                  <a:pt x="358262" y="52391"/>
                </a:lnTo>
                <a:lnTo>
                  <a:pt x="357953" y="53238"/>
                </a:lnTo>
                <a:lnTo>
                  <a:pt x="357657" y="54095"/>
                </a:lnTo>
                <a:lnTo>
                  <a:pt x="357376" y="54963"/>
                </a:lnTo>
                <a:lnTo>
                  <a:pt x="357108" y="55842"/>
                </a:lnTo>
                <a:lnTo>
                  <a:pt x="356853" y="56731"/>
                </a:lnTo>
                <a:lnTo>
                  <a:pt x="356613" y="57632"/>
                </a:lnTo>
                <a:lnTo>
                  <a:pt x="356386" y="58543"/>
                </a:lnTo>
                <a:lnTo>
                  <a:pt x="356173" y="59465"/>
                </a:lnTo>
                <a:lnTo>
                  <a:pt x="355973" y="60398"/>
                </a:lnTo>
                <a:lnTo>
                  <a:pt x="355788" y="61342"/>
                </a:lnTo>
                <a:lnTo>
                  <a:pt x="355616" y="62296"/>
                </a:lnTo>
                <a:lnTo>
                  <a:pt x="355458" y="63261"/>
                </a:lnTo>
                <a:lnTo>
                  <a:pt x="355314" y="64237"/>
                </a:lnTo>
                <a:lnTo>
                  <a:pt x="355183" y="65224"/>
                </a:lnTo>
                <a:lnTo>
                  <a:pt x="355066" y="66222"/>
                </a:lnTo>
                <a:lnTo>
                  <a:pt x="354963" y="67231"/>
                </a:lnTo>
                <a:lnTo>
                  <a:pt x="354874" y="68250"/>
                </a:lnTo>
                <a:lnTo>
                  <a:pt x="354798" y="69280"/>
                </a:lnTo>
                <a:lnTo>
                  <a:pt x="354736" y="70321"/>
                </a:lnTo>
                <a:lnTo>
                  <a:pt x="354688" y="71373"/>
                </a:lnTo>
                <a:lnTo>
                  <a:pt x="354654" y="72435"/>
                </a:lnTo>
                <a:lnTo>
                  <a:pt x="354633" y="73509"/>
                </a:lnTo>
                <a:lnTo>
                  <a:pt x="354626" y="74593"/>
                </a:lnTo>
                <a:lnTo>
                  <a:pt x="354633" y="75634"/>
                </a:lnTo>
                <a:lnTo>
                  <a:pt x="354655" y="76667"/>
                </a:lnTo>
                <a:lnTo>
                  <a:pt x="354690" y="77691"/>
                </a:lnTo>
                <a:lnTo>
                  <a:pt x="354740" y="78707"/>
                </a:lnTo>
                <a:lnTo>
                  <a:pt x="354803" y="79713"/>
                </a:lnTo>
                <a:lnTo>
                  <a:pt x="354882" y="80712"/>
                </a:lnTo>
                <a:lnTo>
                  <a:pt x="354974" y="81701"/>
                </a:lnTo>
                <a:lnTo>
                  <a:pt x="355080" y="82682"/>
                </a:lnTo>
                <a:lnTo>
                  <a:pt x="355201" y="83654"/>
                </a:lnTo>
                <a:lnTo>
                  <a:pt x="355335" y="84617"/>
                </a:lnTo>
                <a:lnTo>
                  <a:pt x="355484" y="85572"/>
                </a:lnTo>
                <a:lnTo>
                  <a:pt x="355648" y="86518"/>
                </a:lnTo>
                <a:lnTo>
                  <a:pt x="355825" y="87455"/>
                </a:lnTo>
                <a:lnTo>
                  <a:pt x="356016" y="88384"/>
                </a:lnTo>
                <a:lnTo>
                  <a:pt x="356222" y="89304"/>
                </a:lnTo>
                <a:lnTo>
                  <a:pt x="356442" y="90215"/>
                </a:lnTo>
                <a:lnTo>
                  <a:pt x="356676" y="91117"/>
                </a:lnTo>
                <a:lnTo>
                  <a:pt x="356924" y="92011"/>
                </a:lnTo>
                <a:lnTo>
                  <a:pt x="357187" y="92896"/>
                </a:lnTo>
                <a:lnTo>
                  <a:pt x="357463" y="93773"/>
                </a:lnTo>
                <a:lnTo>
                  <a:pt x="357754" y="94641"/>
                </a:lnTo>
                <a:lnTo>
                  <a:pt x="358059" y="95500"/>
                </a:lnTo>
                <a:lnTo>
                  <a:pt x="358378" y="96350"/>
                </a:lnTo>
                <a:lnTo>
                  <a:pt x="358712" y="97192"/>
                </a:lnTo>
                <a:lnTo>
                  <a:pt x="359060" y="98022"/>
                </a:lnTo>
                <a:lnTo>
                  <a:pt x="359422" y="98838"/>
                </a:lnTo>
                <a:lnTo>
                  <a:pt x="359800" y="99639"/>
                </a:lnTo>
                <a:lnTo>
                  <a:pt x="360192" y="100425"/>
                </a:lnTo>
                <a:lnTo>
                  <a:pt x="360599" y="101197"/>
                </a:lnTo>
                <a:lnTo>
                  <a:pt x="361020" y="101954"/>
                </a:lnTo>
                <a:lnTo>
                  <a:pt x="361457" y="102696"/>
                </a:lnTo>
                <a:lnTo>
                  <a:pt x="361908" y="103424"/>
                </a:lnTo>
                <a:lnTo>
                  <a:pt x="362374" y="104137"/>
                </a:lnTo>
                <a:lnTo>
                  <a:pt x="362855" y="104835"/>
                </a:lnTo>
                <a:lnTo>
                  <a:pt x="363350" y="105519"/>
                </a:lnTo>
                <a:lnTo>
                  <a:pt x="363861" y="106188"/>
                </a:lnTo>
                <a:lnTo>
                  <a:pt x="364386" y="106843"/>
                </a:lnTo>
                <a:lnTo>
                  <a:pt x="364926" y="107483"/>
                </a:lnTo>
                <a:lnTo>
                  <a:pt x="365480" y="108108"/>
                </a:lnTo>
                <a:lnTo>
                  <a:pt x="366050" y="108719"/>
                </a:lnTo>
                <a:lnTo>
                  <a:pt x="366634" y="109315"/>
                </a:lnTo>
                <a:lnTo>
                  <a:pt x="367233" y="109897"/>
                </a:lnTo>
                <a:lnTo>
                  <a:pt x="367847" y="110464"/>
                </a:lnTo>
                <a:lnTo>
                  <a:pt x="368475" y="111016"/>
                </a:lnTo>
                <a:lnTo>
                  <a:pt x="369118" y="111554"/>
                </a:lnTo>
                <a:lnTo>
                  <a:pt x="369776" y="112077"/>
                </a:lnTo>
                <a:lnTo>
                  <a:pt x="370449" y="112585"/>
                </a:lnTo>
                <a:lnTo>
                  <a:pt x="371137" y="113079"/>
                </a:lnTo>
                <a:lnTo>
                  <a:pt x="371839" y="113555"/>
                </a:lnTo>
                <a:lnTo>
                  <a:pt x="372558" y="114011"/>
                </a:lnTo>
                <a:lnTo>
                  <a:pt x="373291" y="114447"/>
                </a:lnTo>
                <a:lnTo>
                  <a:pt x="374041" y="114862"/>
                </a:lnTo>
                <a:lnTo>
                  <a:pt x="374805" y="115257"/>
                </a:lnTo>
                <a:lnTo>
                  <a:pt x="375586" y="115632"/>
                </a:lnTo>
                <a:lnTo>
                  <a:pt x="376381" y="115986"/>
                </a:lnTo>
                <a:lnTo>
                  <a:pt x="377192" y="116321"/>
                </a:lnTo>
                <a:lnTo>
                  <a:pt x="378019" y="116635"/>
                </a:lnTo>
                <a:lnTo>
                  <a:pt x="378861" y="116928"/>
                </a:lnTo>
                <a:lnTo>
                  <a:pt x="379719" y="117202"/>
                </a:lnTo>
                <a:lnTo>
                  <a:pt x="380592" y="117455"/>
                </a:lnTo>
                <a:lnTo>
                  <a:pt x="381481" y="117688"/>
                </a:lnTo>
                <a:lnTo>
                  <a:pt x="382385" y="117901"/>
                </a:lnTo>
                <a:lnTo>
                  <a:pt x="383305" y="118093"/>
                </a:lnTo>
                <a:lnTo>
                  <a:pt x="384240" y="118266"/>
                </a:lnTo>
                <a:lnTo>
                  <a:pt x="385191" y="118418"/>
                </a:lnTo>
                <a:lnTo>
                  <a:pt x="386157" y="118549"/>
                </a:lnTo>
                <a:lnTo>
                  <a:pt x="387139" y="118661"/>
                </a:lnTo>
                <a:lnTo>
                  <a:pt x="388136" y="118752"/>
                </a:lnTo>
                <a:lnTo>
                  <a:pt x="389149" y="118823"/>
                </a:lnTo>
                <a:lnTo>
                  <a:pt x="390177" y="118873"/>
                </a:lnTo>
                <a:lnTo>
                  <a:pt x="391221" y="118904"/>
                </a:lnTo>
                <a:lnTo>
                  <a:pt x="392280" y="118914"/>
                </a:lnTo>
                <a:lnTo>
                  <a:pt x="393118" y="118908"/>
                </a:lnTo>
                <a:lnTo>
                  <a:pt x="393946" y="118889"/>
                </a:lnTo>
                <a:lnTo>
                  <a:pt x="394764" y="118859"/>
                </a:lnTo>
                <a:close/>
                <a:moveTo>
                  <a:pt x="369185" y="63603"/>
                </a:moveTo>
                <a:lnTo>
                  <a:pt x="369324" y="62637"/>
                </a:lnTo>
                <a:lnTo>
                  <a:pt x="369479" y="61692"/>
                </a:lnTo>
                <a:lnTo>
                  <a:pt x="369649" y="60767"/>
                </a:lnTo>
                <a:lnTo>
                  <a:pt x="369835" y="59864"/>
                </a:lnTo>
                <a:lnTo>
                  <a:pt x="370037" y="58980"/>
                </a:lnTo>
                <a:lnTo>
                  <a:pt x="370254" y="58118"/>
                </a:lnTo>
                <a:lnTo>
                  <a:pt x="370487" y="57276"/>
                </a:lnTo>
                <a:lnTo>
                  <a:pt x="370736" y="56455"/>
                </a:lnTo>
                <a:lnTo>
                  <a:pt x="371000" y="55654"/>
                </a:lnTo>
                <a:lnTo>
                  <a:pt x="371280" y="54874"/>
                </a:lnTo>
                <a:lnTo>
                  <a:pt x="371575" y="54115"/>
                </a:lnTo>
                <a:lnTo>
                  <a:pt x="371886" y="53376"/>
                </a:lnTo>
                <a:lnTo>
                  <a:pt x="372213" y="52659"/>
                </a:lnTo>
                <a:lnTo>
                  <a:pt x="372556" y="51961"/>
                </a:lnTo>
                <a:lnTo>
                  <a:pt x="372914" y="51285"/>
                </a:lnTo>
                <a:lnTo>
                  <a:pt x="373287" y="50629"/>
                </a:lnTo>
                <a:lnTo>
                  <a:pt x="373677" y="49994"/>
                </a:lnTo>
                <a:lnTo>
                  <a:pt x="374082" y="49380"/>
                </a:lnTo>
                <a:lnTo>
                  <a:pt x="374502" y="48786"/>
                </a:lnTo>
                <a:lnTo>
                  <a:pt x="374939" y="48213"/>
                </a:lnTo>
                <a:lnTo>
                  <a:pt x="375391" y="47660"/>
                </a:lnTo>
                <a:lnTo>
                  <a:pt x="375858" y="47130"/>
                </a:lnTo>
                <a:lnTo>
                  <a:pt x="376340" y="46622"/>
                </a:lnTo>
                <a:lnTo>
                  <a:pt x="376838" y="46136"/>
                </a:lnTo>
                <a:lnTo>
                  <a:pt x="377350" y="45673"/>
                </a:lnTo>
                <a:lnTo>
                  <a:pt x="377878" y="45233"/>
                </a:lnTo>
                <a:lnTo>
                  <a:pt x="378421" y="44815"/>
                </a:lnTo>
                <a:lnTo>
                  <a:pt x="378978" y="44420"/>
                </a:lnTo>
                <a:lnTo>
                  <a:pt x="379551" y="44047"/>
                </a:lnTo>
                <a:lnTo>
                  <a:pt x="380139" y="43697"/>
                </a:lnTo>
                <a:lnTo>
                  <a:pt x="380742" y="43369"/>
                </a:lnTo>
                <a:lnTo>
                  <a:pt x="381360" y="43064"/>
                </a:lnTo>
                <a:lnTo>
                  <a:pt x="381993" y="42782"/>
                </a:lnTo>
                <a:lnTo>
                  <a:pt x="382641" y="42522"/>
                </a:lnTo>
                <a:lnTo>
                  <a:pt x="383304" y="42285"/>
                </a:lnTo>
                <a:lnTo>
                  <a:pt x="383982" y="42071"/>
                </a:lnTo>
                <a:lnTo>
                  <a:pt x="384676" y="41879"/>
                </a:lnTo>
                <a:lnTo>
                  <a:pt x="385384" y="41709"/>
                </a:lnTo>
                <a:lnTo>
                  <a:pt x="386107" y="41563"/>
                </a:lnTo>
                <a:lnTo>
                  <a:pt x="386846" y="41438"/>
                </a:lnTo>
                <a:lnTo>
                  <a:pt x="387599" y="41337"/>
                </a:lnTo>
                <a:lnTo>
                  <a:pt x="388368" y="41258"/>
                </a:lnTo>
                <a:lnTo>
                  <a:pt x="389152" y="41201"/>
                </a:lnTo>
                <a:lnTo>
                  <a:pt x="389950" y="41167"/>
                </a:lnTo>
                <a:lnTo>
                  <a:pt x="390764" y="41156"/>
                </a:lnTo>
                <a:lnTo>
                  <a:pt x="391564" y="41167"/>
                </a:lnTo>
                <a:lnTo>
                  <a:pt x="392349" y="41202"/>
                </a:lnTo>
                <a:lnTo>
                  <a:pt x="393119" y="41258"/>
                </a:lnTo>
                <a:lnTo>
                  <a:pt x="393874" y="41338"/>
                </a:lnTo>
                <a:lnTo>
                  <a:pt x="394614" y="41440"/>
                </a:lnTo>
                <a:lnTo>
                  <a:pt x="395339" y="41565"/>
                </a:lnTo>
                <a:lnTo>
                  <a:pt x="396050" y="41713"/>
                </a:lnTo>
                <a:lnTo>
                  <a:pt x="396745" y="41884"/>
                </a:lnTo>
                <a:lnTo>
                  <a:pt x="397425" y="42077"/>
                </a:lnTo>
                <a:lnTo>
                  <a:pt x="398091" y="42293"/>
                </a:lnTo>
                <a:lnTo>
                  <a:pt x="398742" y="42532"/>
                </a:lnTo>
                <a:lnTo>
                  <a:pt x="399377" y="42793"/>
                </a:lnTo>
                <a:lnTo>
                  <a:pt x="399998" y="43078"/>
                </a:lnTo>
                <a:lnTo>
                  <a:pt x="400604" y="43385"/>
                </a:lnTo>
                <a:lnTo>
                  <a:pt x="401195" y="43714"/>
                </a:lnTo>
                <a:lnTo>
                  <a:pt x="401771" y="44067"/>
                </a:lnTo>
                <a:lnTo>
                  <a:pt x="402332" y="44442"/>
                </a:lnTo>
                <a:lnTo>
                  <a:pt x="402879" y="44840"/>
                </a:lnTo>
                <a:lnTo>
                  <a:pt x="403410" y="45261"/>
                </a:lnTo>
                <a:lnTo>
                  <a:pt x="403926" y="45704"/>
                </a:lnTo>
                <a:lnTo>
                  <a:pt x="404428" y="46170"/>
                </a:lnTo>
                <a:lnTo>
                  <a:pt x="404914" y="46659"/>
                </a:lnTo>
                <a:lnTo>
                  <a:pt x="405386" y="47171"/>
                </a:lnTo>
                <a:lnTo>
                  <a:pt x="405843" y="47705"/>
                </a:lnTo>
                <a:lnTo>
                  <a:pt x="406283" y="48261"/>
                </a:lnTo>
                <a:lnTo>
                  <a:pt x="406705" y="48837"/>
                </a:lnTo>
                <a:lnTo>
                  <a:pt x="407110" y="49434"/>
                </a:lnTo>
                <a:lnTo>
                  <a:pt x="407497" y="50050"/>
                </a:lnTo>
                <a:lnTo>
                  <a:pt x="407866" y="50687"/>
                </a:lnTo>
                <a:lnTo>
                  <a:pt x="408217" y="51344"/>
                </a:lnTo>
                <a:lnTo>
                  <a:pt x="408550" y="52021"/>
                </a:lnTo>
                <a:lnTo>
                  <a:pt x="408866" y="52718"/>
                </a:lnTo>
                <a:lnTo>
                  <a:pt x="409163" y="53436"/>
                </a:lnTo>
                <a:lnTo>
                  <a:pt x="409443" y="54174"/>
                </a:lnTo>
                <a:lnTo>
                  <a:pt x="409705" y="54932"/>
                </a:lnTo>
                <a:lnTo>
                  <a:pt x="409949" y="55710"/>
                </a:lnTo>
                <a:lnTo>
                  <a:pt x="410175" y="56508"/>
                </a:lnTo>
                <a:lnTo>
                  <a:pt x="410384" y="57327"/>
                </a:lnTo>
                <a:lnTo>
                  <a:pt x="410574" y="58166"/>
                </a:lnTo>
                <a:lnTo>
                  <a:pt x="410747" y="59025"/>
                </a:lnTo>
                <a:lnTo>
                  <a:pt x="410902" y="59904"/>
                </a:lnTo>
                <a:lnTo>
                  <a:pt x="411039" y="60804"/>
                </a:lnTo>
                <a:lnTo>
                  <a:pt x="411158" y="61724"/>
                </a:lnTo>
                <a:lnTo>
                  <a:pt x="411260" y="62664"/>
                </a:lnTo>
                <a:lnTo>
                  <a:pt x="411343" y="63624"/>
                </a:lnTo>
                <a:lnTo>
                  <a:pt x="411409" y="64604"/>
                </a:lnTo>
                <a:lnTo>
                  <a:pt x="411457" y="65605"/>
                </a:lnTo>
                <a:lnTo>
                  <a:pt x="411487" y="66626"/>
                </a:lnTo>
                <a:lnTo>
                  <a:pt x="368862" y="66626"/>
                </a:lnTo>
                <a:lnTo>
                  <a:pt x="368954" y="65598"/>
                </a:lnTo>
                <a:lnTo>
                  <a:pt x="369062" y="64590"/>
                </a:lnTo>
                <a:lnTo>
                  <a:pt x="369185" y="636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88367-6EAB-4ECD-846D-0F050F2E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758" y="669664"/>
            <a:ext cx="81946" cy="746055"/>
          </a:xfrm>
          <a:custGeom xmlns:a="http://schemas.openxmlformats.org/drawingml/2006/main">
            <a:pathLst>
              <a:path w="81946" h="746055">
                <a:moveTo>
                  <a:pt x="34144" y="664007"/>
                </a:moveTo>
                <a:lnTo>
                  <a:pt x="0" y="663978"/>
                </a:lnTo>
                <a:lnTo>
                  <a:pt x="40904" y="746055"/>
                </a:lnTo>
                <a:lnTo>
                  <a:pt x="81946" y="664049"/>
                </a:lnTo>
                <a:lnTo>
                  <a:pt x="47803" y="664019"/>
                </a:lnTo>
                <a:lnTo>
                  <a:pt x="48364" y="12"/>
                </a:lnTo>
                <a:lnTo>
                  <a:pt x="34706" y="0"/>
                </a:lnTo>
                <a:lnTo>
                  <a:pt x="34144" y="6640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c1a6a0a794af9"/>
          <a:stretch xmlns:a="http://schemas.openxmlformats.org/drawingml/2006/main"/>
        </p:blipFill>
        <p:spPr>
          <a:xfrm xmlns:a="http://schemas.openxmlformats.org/drawingml/2006/main">
            <a:off x="579627" y="213412"/>
            <a:ext cx="380921" cy="380921"/>
          </a:xfrm>
          <a:prstGeom xmlns:a="http://schemas.openxmlformats.org/drawingml/2006/main" prst="rect">
            <a:avLst/>
          </a:prstGeom>
        </p:spPr>
      </p:pic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44566af3f4498"/>
          <a:stretch xmlns:a="http://schemas.openxmlformats.org/drawingml/2006/main"/>
        </p:blipFill>
        <p:spPr>
          <a:xfrm xmlns:a="http://schemas.openxmlformats.org/drawingml/2006/main">
            <a:off x="2480093" y="1265086"/>
            <a:ext cx="343657" cy="343657"/>
          </a:xfrm>
          <a:prstGeom xmlns:a="http://schemas.openxmlformats.org/drawingml/2006/main" prst="rect">
            <a:avLst/>
          </a:prstGeom>
        </p:spPr>
      </p:pic>
      <p:sp>
        <p:nvSpPr>
          <p:cNvPr id="116" name="Text Embedding">
            <a:extLst xmlns:a="http://schemas.openxmlformats.org/drawingml/2006/main">
              <a:ext uri="{FF2B5EF4-FFF2-40B4-BE49-F238E27FC236}">
                <a16:creationId xmlns:a16="http://schemas.microsoft.com/office/drawing/2014/main" id="{4BDFA28B-9DFA-4A68-B1AB-A9559379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823" y="1679762"/>
            <a:ext cx="547684" cy="104433"/>
          </a:xfrm>
          <a:custGeom xmlns:a="http://schemas.openxmlformats.org/drawingml/2006/main">
            <a:pathLst>
              <a:path w="547684" h="104433">
                <a:moveTo>
                  <a:pt x="10614" y="45575"/>
                </a:moveTo>
                <a:lnTo>
                  <a:pt x="47409" y="45575"/>
                </a:lnTo>
                <a:lnTo>
                  <a:pt x="47409" y="36838"/>
                </a:lnTo>
                <a:lnTo>
                  <a:pt x="10614" y="36838"/>
                </a:lnTo>
                <a:lnTo>
                  <a:pt x="10614" y="11571"/>
                </a:lnTo>
                <a:lnTo>
                  <a:pt x="50593" y="11571"/>
                </a:lnTo>
                <a:lnTo>
                  <a:pt x="50593" y="2716"/>
                </a:lnTo>
                <a:lnTo>
                  <a:pt x="0" y="2716"/>
                </a:lnTo>
                <a:lnTo>
                  <a:pt x="0" y="82177"/>
                </a:lnTo>
                <a:lnTo>
                  <a:pt x="50593" y="82177"/>
                </a:lnTo>
                <a:lnTo>
                  <a:pt x="50593" y="73322"/>
                </a:lnTo>
                <a:lnTo>
                  <a:pt x="10614" y="73322"/>
                </a:lnTo>
                <a:lnTo>
                  <a:pt x="10614" y="45575"/>
                </a:lnTo>
                <a:close/>
                <a:moveTo>
                  <a:pt x="194442" y="83143"/>
                </a:moveTo>
                <a:lnTo>
                  <a:pt x="194979" y="83088"/>
                </a:lnTo>
                <a:lnTo>
                  <a:pt x="195509" y="83021"/>
                </a:lnTo>
                <a:lnTo>
                  <a:pt x="196033" y="82942"/>
                </a:lnTo>
                <a:lnTo>
                  <a:pt x="196550" y="82851"/>
                </a:lnTo>
                <a:lnTo>
                  <a:pt x="197061" y="82747"/>
                </a:lnTo>
                <a:lnTo>
                  <a:pt x="197566" y="82632"/>
                </a:lnTo>
                <a:lnTo>
                  <a:pt x="198065" y="82504"/>
                </a:lnTo>
                <a:lnTo>
                  <a:pt x="198557" y="82364"/>
                </a:lnTo>
                <a:lnTo>
                  <a:pt x="199042" y="82212"/>
                </a:lnTo>
                <a:lnTo>
                  <a:pt x="199522" y="82048"/>
                </a:lnTo>
                <a:lnTo>
                  <a:pt x="199995" y="81872"/>
                </a:lnTo>
                <a:lnTo>
                  <a:pt x="200462" y="81684"/>
                </a:lnTo>
                <a:lnTo>
                  <a:pt x="200922" y="81483"/>
                </a:lnTo>
                <a:lnTo>
                  <a:pt x="201376" y="81270"/>
                </a:lnTo>
                <a:lnTo>
                  <a:pt x="201824" y="81045"/>
                </a:lnTo>
                <a:lnTo>
                  <a:pt x="202265" y="80808"/>
                </a:lnTo>
                <a:lnTo>
                  <a:pt x="202700" y="80559"/>
                </a:lnTo>
                <a:lnTo>
                  <a:pt x="203129" y="80298"/>
                </a:lnTo>
                <a:lnTo>
                  <a:pt x="203551" y="80024"/>
                </a:lnTo>
                <a:lnTo>
                  <a:pt x="203967" y="79738"/>
                </a:lnTo>
                <a:lnTo>
                  <a:pt x="204376" y="79441"/>
                </a:lnTo>
                <a:lnTo>
                  <a:pt x="204777" y="79131"/>
                </a:lnTo>
                <a:lnTo>
                  <a:pt x="205170" y="78810"/>
                </a:lnTo>
                <a:lnTo>
                  <a:pt x="205555" y="78476"/>
                </a:lnTo>
                <a:lnTo>
                  <a:pt x="205932" y="78131"/>
                </a:lnTo>
                <a:lnTo>
                  <a:pt x="206302" y="77774"/>
                </a:lnTo>
                <a:lnTo>
                  <a:pt x="206663" y="77406"/>
                </a:lnTo>
                <a:lnTo>
                  <a:pt x="207017" y="77025"/>
                </a:lnTo>
                <a:lnTo>
                  <a:pt x="207362" y="76633"/>
                </a:lnTo>
                <a:lnTo>
                  <a:pt x="207700" y="76228"/>
                </a:lnTo>
                <a:lnTo>
                  <a:pt x="208030" y="75812"/>
                </a:lnTo>
                <a:lnTo>
                  <a:pt x="208352" y="75384"/>
                </a:lnTo>
                <a:lnTo>
                  <a:pt x="208667" y="74945"/>
                </a:lnTo>
                <a:lnTo>
                  <a:pt x="208973" y="74493"/>
                </a:lnTo>
                <a:lnTo>
                  <a:pt x="209272" y="74030"/>
                </a:lnTo>
                <a:lnTo>
                  <a:pt x="209562" y="73554"/>
                </a:lnTo>
                <a:lnTo>
                  <a:pt x="209845" y="73067"/>
                </a:lnTo>
                <a:lnTo>
                  <a:pt x="210120" y="72568"/>
                </a:lnTo>
                <a:lnTo>
                  <a:pt x="210387" y="72057"/>
                </a:lnTo>
                <a:lnTo>
                  <a:pt x="210646" y="71535"/>
                </a:lnTo>
                <a:lnTo>
                  <a:pt x="210897" y="71000"/>
                </a:lnTo>
                <a:lnTo>
                  <a:pt x="211140" y="70454"/>
                </a:lnTo>
                <a:lnTo>
                  <a:pt x="211375" y="69896"/>
                </a:lnTo>
                <a:lnTo>
                  <a:pt x="211603" y="69326"/>
                </a:lnTo>
                <a:lnTo>
                  <a:pt x="211822" y="68744"/>
                </a:lnTo>
                <a:lnTo>
                  <a:pt x="212032" y="68151"/>
                </a:lnTo>
                <a:lnTo>
                  <a:pt x="212232" y="67546"/>
                </a:lnTo>
                <a:lnTo>
                  <a:pt x="212423" y="66930"/>
                </a:lnTo>
                <a:lnTo>
                  <a:pt x="212604" y="66303"/>
                </a:lnTo>
                <a:lnTo>
                  <a:pt x="212777" y="65664"/>
                </a:lnTo>
                <a:lnTo>
                  <a:pt x="212940" y="65014"/>
                </a:lnTo>
                <a:lnTo>
                  <a:pt x="213094" y="64352"/>
                </a:lnTo>
                <a:lnTo>
                  <a:pt x="213238" y="63679"/>
                </a:lnTo>
                <a:lnTo>
                  <a:pt x="213373" y="62995"/>
                </a:lnTo>
                <a:lnTo>
                  <a:pt x="213499" y="62299"/>
                </a:lnTo>
                <a:lnTo>
                  <a:pt x="213615" y="61592"/>
                </a:lnTo>
                <a:lnTo>
                  <a:pt x="213722" y="60873"/>
                </a:lnTo>
                <a:lnTo>
                  <a:pt x="213820" y="60143"/>
                </a:lnTo>
                <a:lnTo>
                  <a:pt x="213909" y="59402"/>
                </a:lnTo>
                <a:lnTo>
                  <a:pt x="213988" y="58649"/>
                </a:lnTo>
                <a:lnTo>
                  <a:pt x="214058" y="57884"/>
                </a:lnTo>
                <a:lnTo>
                  <a:pt x="214118" y="57109"/>
                </a:lnTo>
                <a:lnTo>
                  <a:pt x="214170" y="56322"/>
                </a:lnTo>
                <a:lnTo>
                  <a:pt x="214211" y="55523"/>
                </a:lnTo>
                <a:lnTo>
                  <a:pt x="214244" y="54713"/>
                </a:lnTo>
                <a:lnTo>
                  <a:pt x="214267" y="53892"/>
                </a:lnTo>
                <a:lnTo>
                  <a:pt x="214281" y="53059"/>
                </a:lnTo>
                <a:lnTo>
                  <a:pt x="214286" y="52215"/>
                </a:lnTo>
                <a:lnTo>
                  <a:pt x="214281" y="51366"/>
                </a:lnTo>
                <a:lnTo>
                  <a:pt x="214268" y="50529"/>
                </a:lnTo>
                <a:lnTo>
                  <a:pt x="214244" y="49703"/>
                </a:lnTo>
                <a:lnTo>
                  <a:pt x="214212" y="48889"/>
                </a:lnTo>
                <a:lnTo>
                  <a:pt x="214171" y="48087"/>
                </a:lnTo>
                <a:lnTo>
                  <a:pt x="214120" y="47297"/>
                </a:lnTo>
                <a:lnTo>
                  <a:pt x="214060" y="46518"/>
                </a:lnTo>
                <a:lnTo>
                  <a:pt x="213991" y="45751"/>
                </a:lnTo>
                <a:lnTo>
                  <a:pt x="213913" y="44996"/>
                </a:lnTo>
                <a:lnTo>
                  <a:pt x="213825" y="44252"/>
                </a:lnTo>
                <a:lnTo>
                  <a:pt x="213729" y="43521"/>
                </a:lnTo>
                <a:lnTo>
                  <a:pt x="213623" y="42801"/>
                </a:lnTo>
                <a:lnTo>
                  <a:pt x="213507" y="42092"/>
                </a:lnTo>
                <a:lnTo>
                  <a:pt x="213383" y="41396"/>
                </a:lnTo>
                <a:lnTo>
                  <a:pt x="213249" y="40711"/>
                </a:lnTo>
                <a:lnTo>
                  <a:pt x="213107" y="40038"/>
                </a:lnTo>
                <a:lnTo>
                  <a:pt x="212955" y="39377"/>
                </a:lnTo>
                <a:lnTo>
                  <a:pt x="212793" y="38727"/>
                </a:lnTo>
                <a:lnTo>
                  <a:pt x="212623" y="38089"/>
                </a:lnTo>
                <a:lnTo>
                  <a:pt x="212443" y="37463"/>
                </a:lnTo>
                <a:lnTo>
                  <a:pt x="212254" y="36849"/>
                </a:lnTo>
                <a:lnTo>
                  <a:pt x="212056" y="36246"/>
                </a:lnTo>
                <a:lnTo>
                  <a:pt x="211849" y="35655"/>
                </a:lnTo>
                <a:lnTo>
                  <a:pt x="211632" y="35076"/>
                </a:lnTo>
                <a:lnTo>
                  <a:pt x="211408" y="34509"/>
                </a:lnTo>
                <a:lnTo>
                  <a:pt x="211175" y="33953"/>
                </a:lnTo>
                <a:lnTo>
                  <a:pt x="210935" y="33409"/>
                </a:lnTo>
                <a:lnTo>
                  <a:pt x="210687" y="32877"/>
                </a:lnTo>
                <a:lnTo>
                  <a:pt x="210431" y="32357"/>
                </a:lnTo>
                <a:lnTo>
                  <a:pt x="210168" y="31849"/>
                </a:lnTo>
                <a:lnTo>
                  <a:pt x="209896" y="31352"/>
                </a:lnTo>
                <a:lnTo>
                  <a:pt x="209618" y="30868"/>
                </a:lnTo>
                <a:lnTo>
                  <a:pt x="209331" y="30395"/>
                </a:lnTo>
                <a:lnTo>
                  <a:pt x="209037" y="29934"/>
                </a:lnTo>
                <a:lnTo>
                  <a:pt x="208736" y="29485"/>
                </a:lnTo>
                <a:lnTo>
                  <a:pt x="208426" y="29048"/>
                </a:lnTo>
                <a:lnTo>
                  <a:pt x="208109" y="28622"/>
                </a:lnTo>
                <a:lnTo>
                  <a:pt x="207784" y="28209"/>
                </a:lnTo>
                <a:lnTo>
                  <a:pt x="207452" y="27807"/>
                </a:lnTo>
                <a:lnTo>
                  <a:pt x="207112" y="27417"/>
                </a:lnTo>
                <a:lnTo>
                  <a:pt x="206764" y="27039"/>
                </a:lnTo>
                <a:lnTo>
                  <a:pt x="206408" y="26673"/>
                </a:lnTo>
                <a:lnTo>
                  <a:pt x="206045" y="26319"/>
                </a:lnTo>
                <a:lnTo>
                  <a:pt x="205674" y="25976"/>
                </a:lnTo>
                <a:lnTo>
                  <a:pt x="205296" y="25646"/>
                </a:lnTo>
                <a:lnTo>
                  <a:pt x="204910" y="25327"/>
                </a:lnTo>
                <a:lnTo>
                  <a:pt x="204516" y="25020"/>
                </a:lnTo>
                <a:lnTo>
                  <a:pt x="204114" y="24725"/>
                </a:lnTo>
                <a:lnTo>
                  <a:pt x="203706" y="24441"/>
                </a:lnTo>
                <a:lnTo>
                  <a:pt x="203291" y="24170"/>
                </a:lnTo>
                <a:lnTo>
                  <a:pt x="202869" y="23911"/>
                </a:lnTo>
                <a:lnTo>
                  <a:pt x="202441" y="23664"/>
                </a:lnTo>
                <a:lnTo>
                  <a:pt x="202007" y="23429"/>
                </a:lnTo>
                <a:lnTo>
                  <a:pt x="201566" y="23206"/>
                </a:lnTo>
                <a:lnTo>
                  <a:pt x="201118" y="22995"/>
                </a:lnTo>
                <a:lnTo>
                  <a:pt x="200665" y="22796"/>
                </a:lnTo>
                <a:lnTo>
                  <a:pt x="200205" y="22609"/>
                </a:lnTo>
                <a:lnTo>
                  <a:pt x="199738" y="22434"/>
                </a:lnTo>
                <a:lnTo>
                  <a:pt x="199265" y="22271"/>
                </a:lnTo>
                <a:lnTo>
                  <a:pt x="198785" y="22121"/>
                </a:lnTo>
                <a:lnTo>
                  <a:pt x="198299" y="21982"/>
                </a:lnTo>
                <a:lnTo>
                  <a:pt x="197807" y="21855"/>
                </a:lnTo>
                <a:lnTo>
                  <a:pt x="197308" y="21741"/>
                </a:lnTo>
                <a:lnTo>
                  <a:pt x="196802" y="21638"/>
                </a:lnTo>
                <a:lnTo>
                  <a:pt x="196291" y="21548"/>
                </a:lnTo>
                <a:lnTo>
                  <a:pt x="195772" y="21470"/>
                </a:lnTo>
                <a:lnTo>
                  <a:pt x="195248" y="21403"/>
                </a:lnTo>
                <a:lnTo>
                  <a:pt x="194716" y="21349"/>
                </a:lnTo>
                <a:lnTo>
                  <a:pt x="194179" y="21307"/>
                </a:lnTo>
                <a:lnTo>
                  <a:pt x="193635" y="21277"/>
                </a:lnTo>
                <a:lnTo>
                  <a:pt x="193084" y="21259"/>
                </a:lnTo>
                <a:lnTo>
                  <a:pt x="192527" y="21253"/>
                </a:lnTo>
                <a:lnTo>
                  <a:pt x="192009" y="21258"/>
                </a:lnTo>
                <a:lnTo>
                  <a:pt x="191498" y="21273"/>
                </a:lnTo>
                <a:lnTo>
                  <a:pt x="190991" y="21299"/>
                </a:lnTo>
                <a:lnTo>
                  <a:pt x="190491" y="21336"/>
                </a:lnTo>
                <a:lnTo>
                  <a:pt x="189997" y="21382"/>
                </a:lnTo>
                <a:lnTo>
                  <a:pt x="189509" y="21439"/>
                </a:lnTo>
                <a:lnTo>
                  <a:pt x="189027" y="21506"/>
                </a:lnTo>
                <a:lnTo>
                  <a:pt x="188550" y="21584"/>
                </a:lnTo>
                <a:lnTo>
                  <a:pt x="188080" y="21672"/>
                </a:lnTo>
                <a:lnTo>
                  <a:pt x="187616" y="21770"/>
                </a:lnTo>
                <a:lnTo>
                  <a:pt x="187157" y="21879"/>
                </a:lnTo>
                <a:lnTo>
                  <a:pt x="186704" y="21998"/>
                </a:lnTo>
                <a:lnTo>
                  <a:pt x="186258" y="22127"/>
                </a:lnTo>
                <a:lnTo>
                  <a:pt x="185817" y="22267"/>
                </a:lnTo>
                <a:lnTo>
                  <a:pt x="185382" y="22417"/>
                </a:lnTo>
                <a:lnTo>
                  <a:pt x="184953" y="22578"/>
                </a:lnTo>
                <a:lnTo>
                  <a:pt x="184531" y="22749"/>
                </a:lnTo>
                <a:lnTo>
                  <a:pt x="184114" y="22930"/>
                </a:lnTo>
                <a:lnTo>
                  <a:pt x="183703" y="23121"/>
                </a:lnTo>
                <a:lnTo>
                  <a:pt x="183297" y="23323"/>
                </a:lnTo>
                <a:lnTo>
                  <a:pt x="182898" y="23535"/>
                </a:lnTo>
                <a:lnTo>
                  <a:pt x="182505" y="23758"/>
                </a:lnTo>
                <a:lnTo>
                  <a:pt x="182118" y="23991"/>
                </a:lnTo>
                <a:lnTo>
                  <a:pt x="181737" y="24234"/>
                </a:lnTo>
                <a:lnTo>
                  <a:pt x="181361" y="24484"/>
                </a:lnTo>
                <a:lnTo>
                  <a:pt x="180992" y="24739"/>
                </a:lnTo>
                <a:lnTo>
                  <a:pt x="180629" y="24997"/>
                </a:lnTo>
                <a:lnTo>
                  <a:pt x="180272" y="25260"/>
                </a:lnTo>
                <a:lnTo>
                  <a:pt x="179921" y="25526"/>
                </a:lnTo>
                <a:lnTo>
                  <a:pt x="179577" y="25797"/>
                </a:lnTo>
                <a:lnTo>
                  <a:pt x="179238" y="26071"/>
                </a:lnTo>
                <a:lnTo>
                  <a:pt x="178906" y="26349"/>
                </a:lnTo>
                <a:lnTo>
                  <a:pt x="178580" y="26632"/>
                </a:lnTo>
                <a:lnTo>
                  <a:pt x="178260" y="26918"/>
                </a:lnTo>
                <a:lnTo>
                  <a:pt x="177946" y="27209"/>
                </a:lnTo>
                <a:lnTo>
                  <a:pt x="177638" y="27503"/>
                </a:lnTo>
                <a:lnTo>
                  <a:pt x="177337" y="27801"/>
                </a:lnTo>
                <a:lnTo>
                  <a:pt x="177041" y="28104"/>
                </a:lnTo>
                <a:lnTo>
                  <a:pt x="176752" y="28410"/>
                </a:lnTo>
                <a:lnTo>
                  <a:pt x="176469" y="28721"/>
                </a:lnTo>
                <a:lnTo>
                  <a:pt x="176192" y="29035"/>
                </a:lnTo>
                <a:lnTo>
                  <a:pt x="175921" y="29353"/>
                </a:lnTo>
                <a:lnTo>
                  <a:pt x="175656" y="29676"/>
                </a:lnTo>
                <a:lnTo>
                  <a:pt x="175398" y="30002"/>
                </a:lnTo>
                <a:lnTo>
                  <a:pt x="175145" y="30333"/>
                </a:lnTo>
                <a:lnTo>
                  <a:pt x="174899" y="30667"/>
                </a:lnTo>
                <a:lnTo>
                  <a:pt x="174659" y="31005"/>
                </a:lnTo>
                <a:lnTo>
                  <a:pt x="174425" y="31348"/>
                </a:lnTo>
                <a:lnTo>
                  <a:pt x="174425" y="2716"/>
                </a:lnTo>
                <a:lnTo>
                  <a:pt x="164518" y="2716"/>
                </a:lnTo>
                <a:lnTo>
                  <a:pt x="164518" y="82177"/>
                </a:lnTo>
                <a:lnTo>
                  <a:pt x="173776" y="82177"/>
                </a:lnTo>
                <a:lnTo>
                  <a:pt x="174248" y="74030"/>
                </a:lnTo>
                <a:lnTo>
                  <a:pt x="174486" y="74405"/>
                </a:lnTo>
                <a:lnTo>
                  <a:pt x="174731" y="74773"/>
                </a:lnTo>
                <a:lnTo>
                  <a:pt x="174981" y="75132"/>
                </a:lnTo>
                <a:lnTo>
                  <a:pt x="175236" y="75484"/>
                </a:lnTo>
                <a:lnTo>
                  <a:pt x="175497" y="75828"/>
                </a:lnTo>
                <a:lnTo>
                  <a:pt x="175764" y="76165"/>
                </a:lnTo>
                <a:lnTo>
                  <a:pt x="176037" y="76494"/>
                </a:lnTo>
                <a:lnTo>
                  <a:pt x="176315" y="76815"/>
                </a:lnTo>
                <a:lnTo>
                  <a:pt x="176599" y="77128"/>
                </a:lnTo>
                <a:lnTo>
                  <a:pt x="176888" y="77434"/>
                </a:lnTo>
                <a:lnTo>
                  <a:pt x="177183" y="77732"/>
                </a:lnTo>
                <a:lnTo>
                  <a:pt x="177484" y="78023"/>
                </a:lnTo>
                <a:lnTo>
                  <a:pt x="177790" y="78305"/>
                </a:lnTo>
                <a:lnTo>
                  <a:pt x="178102" y="78580"/>
                </a:lnTo>
                <a:lnTo>
                  <a:pt x="178419" y="78848"/>
                </a:lnTo>
                <a:lnTo>
                  <a:pt x="178742" y="79107"/>
                </a:lnTo>
                <a:lnTo>
                  <a:pt x="179071" y="79359"/>
                </a:lnTo>
                <a:lnTo>
                  <a:pt x="179406" y="79604"/>
                </a:lnTo>
                <a:lnTo>
                  <a:pt x="179746" y="79840"/>
                </a:lnTo>
                <a:lnTo>
                  <a:pt x="180091" y="80069"/>
                </a:lnTo>
                <a:lnTo>
                  <a:pt x="180442" y="80290"/>
                </a:lnTo>
                <a:lnTo>
                  <a:pt x="180799" y="80504"/>
                </a:lnTo>
                <a:lnTo>
                  <a:pt x="181162" y="80710"/>
                </a:lnTo>
                <a:lnTo>
                  <a:pt x="181530" y="80908"/>
                </a:lnTo>
                <a:lnTo>
                  <a:pt x="181904" y="81098"/>
                </a:lnTo>
                <a:lnTo>
                  <a:pt x="182285" y="81280"/>
                </a:lnTo>
                <a:lnTo>
                  <a:pt x="182671" y="81454"/>
                </a:lnTo>
                <a:lnTo>
                  <a:pt x="183064" y="81620"/>
                </a:lnTo>
                <a:lnTo>
                  <a:pt x="183463" y="81778"/>
                </a:lnTo>
                <a:lnTo>
                  <a:pt x="183869" y="81928"/>
                </a:lnTo>
                <a:lnTo>
                  <a:pt x="184280" y="82070"/>
                </a:lnTo>
                <a:lnTo>
                  <a:pt x="184698" y="82203"/>
                </a:lnTo>
                <a:lnTo>
                  <a:pt x="185122" y="82329"/>
                </a:lnTo>
                <a:lnTo>
                  <a:pt x="185552" y="82446"/>
                </a:lnTo>
                <a:lnTo>
                  <a:pt x="185989" y="82556"/>
                </a:lnTo>
                <a:lnTo>
                  <a:pt x="186432" y="82657"/>
                </a:lnTo>
                <a:lnTo>
                  <a:pt x="186881" y="82750"/>
                </a:lnTo>
                <a:lnTo>
                  <a:pt x="187336" y="82835"/>
                </a:lnTo>
                <a:lnTo>
                  <a:pt x="187798" y="82912"/>
                </a:lnTo>
                <a:lnTo>
                  <a:pt x="188265" y="82981"/>
                </a:lnTo>
                <a:lnTo>
                  <a:pt x="188739" y="83041"/>
                </a:lnTo>
                <a:lnTo>
                  <a:pt x="189220" y="83094"/>
                </a:lnTo>
                <a:lnTo>
                  <a:pt x="189706" y="83139"/>
                </a:lnTo>
                <a:lnTo>
                  <a:pt x="190199" y="83175"/>
                </a:lnTo>
                <a:lnTo>
                  <a:pt x="190698" y="83203"/>
                </a:lnTo>
                <a:lnTo>
                  <a:pt x="191203" y="83224"/>
                </a:lnTo>
                <a:lnTo>
                  <a:pt x="191715" y="83236"/>
                </a:lnTo>
                <a:lnTo>
                  <a:pt x="192233" y="83240"/>
                </a:lnTo>
                <a:lnTo>
                  <a:pt x="192794" y="83234"/>
                </a:lnTo>
                <a:lnTo>
                  <a:pt x="193350" y="83215"/>
                </a:lnTo>
                <a:lnTo>
                  <a:pt x="193899" y="83185"/>
                </a:lnTo>
                <a:lnTo>
                  <a:pt x="194442" y="83143"/>
                </a:lnTo>
                <a:close/>
                <a:moveTo>
                  <a:pt x="188487" y="75072"/>
                </a:moveTo>
                <a:lnTo>
                  <a:pt x="188038" y="75028"/>
                </a:lnTo>
                <a:lnTo>
                  <a:pt x="187594" y="74973"/>
                </a:lnTo>
                <a:lnTo>
                  <a:pt x="187157" y="74908"/>
                </a:lnTo>
                <a:lnTo>
                  <a:pt x="186726" y="74833"/>
                </a:lnTo>
                <a:lnTo>
                  <a:pt x="186300" y="74749"/>
                </a:lnTo>
                <a:lnTo>
                  <a:pt x="185881" y="74654"/>
                </a:lnTo>
                <a:lnTo>
                  <a:pt x="185468" y="74550"/>
                </a:lnTo>
                <a:lnTo>
                  <a:pt x="185061" y="74435"/>
                </a:lnTo>
                <a:lnTo>
                  <a:pt x="184660" y="74311"/>
                </a:lnTo>
                <a:lnTo>
                  <a:pt x="184264" y="74176"/>
                </a:lnTo>
                <a:lnTo>
                  <a:pt x="183875" y="74032"/>
                </a:lnTo>
                <a:lnTo>
                  <a:pt x="183492" y="73878"/>
                </a:lnTo>
                <a:lnTo>
                  <a:pt x="183115" y="73714"/>
                </a:lnTo>
                <a:lnTo>
                  <a:pt x="182744" y="73539"/>
                </a:lnTo>
                <a:lnTo>
                  <a:pt x="182380" y="73355"/>
                </a:lnTo>
                <a:lnTo>
                  <a:pt x="182021" y="73161"/>
                </a:lnTo>
                <a:lnTo>
                  <a:pt x="181668" y="72957"/>
                </a:lnTo>
                <a:lnTo>
                  <a:pt x="181321" y="72743"/>
                </a:lnTo>
                <a:lnTo>
                  <a:pt x="180980" y="72519"/>
                </a:lnTo>
                <a:lnTo>
                  <a:pt x="180646" y="72285"/>
                </a:lnTo>
                <a:lnTo>
                  <a:pt x="180317" y="72043"/>
                </a:lnTo>
                <a:lnTo>
                  <a:pt x="179994" y="71793"/>
                </a:lnTo>
                <a:lnTo>
                  <a:pt x="179678" y="71537"/>
                </a:lnTo>
                <a:lnTo>
                  <a:pt x="179367" y="71274"/>
                </a:lnTo>
                <a:lnTo>
                  <a:pt x="179063" y="71004"/>
                </a:lnTo>
                <a:lnTo>
                  <a:pt x="178764" y="70727"/>
                </a:lnTo>
                <a:lnTo>
                  <a:pt x="178472" y="70443"/>
                </a:lnTo>
                <a:lnTo>
                  <a:pt x="178185" y="70152"/>
                </a:lnTo>
                <a:lnTo>
                  <a:pt x="177905" y="69854"/>
                </a:lnTo>
                <a:lnTo>
                  <a:pt x="177631" y="69550"/>
                </a:lnTo>
                <a:lnTo>
                  <a:pt x="177363" y="69238"/>
                </a:lnTo>
                <a:lnTo>
                  <a:pt x="177100" y="68920"/>
                </a:lnTo>
                <a:lnTo>
                  <a:pt x="176844" y="68594"/>
                </a:lnTo>
                <a:lnTo>
                  <a:pt x="176594" y="68262"/>
                </a:lnTo>
                <a:lnTo>
                  <a:pt x="176350" y="67922"/>
                </a:lnTo>
                <a:lnTo>
                  <a:pt x="176112" y="67576"/>
                </a:lnTo>
                <a:lnTo>
                  <a:pt x="175880" y="67223"/>
                </a:lnTo>
                <a:lnTo>
                  <a:pt x="175654" y="66863"/>
                </a:lnTo>
                <a:lnTo>
                  <a:pt x="175434" y="66496"/>
                </a:lnTo>
                <a:lnTo>
                  <a:pt x="175220" y="66122"/>
                </a:lnTo>
                <a:lnTo>
                  <a:pt x="175012" y="65741"/>
                </a:lnTo>
                <a:lnTo>
                  <a:pt x="174810" y="65353"/>
                </a:lnTo>
                <a:lnTo>
                  <a:pt x="174614" y="64959"/>
                </a:lnTo>
                <a:lnTo>
                  <a:pt x="174425" y="64557"/>
                </a:lnTo>
                <a:lnTo>
                  <a:pt x="174425" y="41063"/>
                </a:lnTo>
                <a:lnTo>
                  <a:pt x="174615" y="40675"/>
                </a:lnTo>
                <a:lnTo>
                  <a:pt x="174811" y="40291"/>
                </a:lnTo>
                <a:lnTo>
                  <a:pt x="175013" y="39912"/>
                </a:lnTo>
                <a:lnTo>
                  <a:pt x="175222" y="39535"/>
                </a:lnTo>
                <a:lnTo>
                  <a:pt x="175436" y="39163"/>
                </a:lnTo>
                <a:lnTo>
                  <a:pt x="175657" y="38794"/>
                </a:lnTo>
                <a:lnTo>
                  <a:pt x="175885" y="38430"/>
                </a:lnTo>
                <a:lnTo>
                  <a:pt x="176118" y="38069"/>
                </a:lnTo>
                <a:lnTo>
                  <a:pt x="176358" y="37711"/>
                </a:lnTo>
                <a:lnTo>
                  <a:pt x="176604" y="37358"/>
                </a:lnTo>
                <a:lnTo>
                  <a:pt x="176856" y="37008"/>
                </a:lnTo>
                <a:lnTo>
                  <a:pt x="177115" y="36662"/>
                </a:lnTo>
                <a:lnTo>
                  <a:pt x="177380" y="36320"/>
                </a:lnTo>
                <a:lnTo>
                  <a:pt x="177651" y="35982"/>
                </a:lnTo>
                <a:lnTo>
                  <a:pt x="177928" y="35647"/>
                </a:lnTo>
                <a:lnTo>
                  <a:pt x="178212" y="35317"/>
                </a:lnTo>
                <a:lnTo>
                  <a:pt x="178501" y="34990"/>
                </a:lnTo>
                <a:lnTo>
                  <a:pt x="178797" y="34667"/>
                </a:lnTo>
                <a:lnTo>
                  <a:pt x="179100" y="34347"/>
                </a:lnTo>
                <a:lnTo>
                  <a:pt x="179408" y="34032"/>
                </a:lnTo>
                <a:lnTo>
                  <a:pt x="179723" y="33720"/>
                </a:lnTo>
                <a:lnTo>
                  <a:pt x="180044" y="33412"/>
                </a:lnTo>
                <a:lnTo>
                  <a:pt x="180371" y="33107"/>
                </a:lnTo>
                <a:lnTo>
                  <a:pt x="180705" y="32807"/>
                </a:lnTo>
                <a:lnTo>
                  <a:pt x="181044" y="32515"/>
                </a:lnTo>
                <a:lnTo>
                  <a:pt x="181391" y="32235"/>
                </a:lnTo>
                <a:lnTo>
                  <a:pt x="181743" y="31967"/>
                </a:lnTo>
                <a:lnTo>
                  <a:pt x="182103" y="31712"/>
                </a:lnTo>
                <a:lnTo>
                  <a:pt x="182468" y="31469"/>
                </a:lnTo>
                <a:lnTo>
                  <a:pt x="182840" y="31239"/>
                </a:lnTo>
                <a:lnTo>
                  <a:pt x="183219" y="31021"/>
                </a:lnTo>
                <a:lnTo>
                  <a:pt x="183604" y="30816"/>
                </a:lnTo>
                <a:lnTo>
                  <a:pt x="183995" y="30623"/>
                </a:lnTo>
                <a:lnTo>
                  <a:pt x="184393" y="30442"/>
                </a:lnTo>
                <a:lnTo>
                  <a:pt x="184797" y="30274"/>
                </a:lnTo>
                <a:lnTo>
                  <a:pt x="185208" y="30119"/>
                </a:lnTo>
                <a:lnTo>
                  <a:pt x="185625" y="29975"/>
                </a:lnTo>
                <a:lnTo>
                  <a:pt x="186049" y="29845"/>
                </a:lnTo>
                <a:lnTo>
                  <a:pt x="186479" y="29727"/>
                </a:lnTo>
                <a:lnTo>
                  <a:pt x="186916" y="29621"/>
                </a:lnTo>
                <a:lnTo>
                  <a:pt x="187359" y="29527"/>
                </a:lnTo>
                <a:lnTo>
                  <a:pt x="187808" y="29447"/>
                </a:lnTo>
                <a:lnTo>
                  <a:pt x="188264" y="29378"/>
                </a:lnTo>
                <a:lnTo>
                  <a:pt x="188726" y="29322"/>
                </a:lnTo>
                <a:lnTo>
                  <a:pt x="189195" y="29278"/>
                </a:lnTo>
                <a:lnTo>
                  <a:pt x="189671" y="29247"/>
                </a:lnTo>
                <a:lnTo>
                  <a:pt x="190152" y="29229"/>
                </a:lnTo>
                <a:lnTo>
                  <a:pt x="190640" y="29222"/>
                </a:lnTo>
                <a:lnTo>
                  <a:pt x="191200" y="29233"/>
                </a:lnTo>
                <a:lnTo>
                  <a:pt x="191747" y="29264"/>
                </a:lnTo>
                <a:lnTo>
                  <a:pt x="192282" y="29315"/>
                </a:lnTo>
                <a:lnTo>
                  <a:pt x="192806" y="29387"/>
                </a:lnTo>
                <a:lnTo>
                  <a:pt x="193317" y="29479"/>
                </a:lnTo>
                <a:lnTo>
                  <a:pt x="193817" y="29592"/>
                </a:lnTo>
                <a:lnTo>
                  <a:pt x="194305" y="29726"/>
                </a:lnTo>
                <a:lnTo>
                  <a:pt x="194781" y="29880"/>
                </a:lnTo>
                <a:lnTo>
                  <a:pt x="195245" y="30055"/>
                </a:lnTo>
                <a:lnTo>
                  <a:pt x="195698" y="30250"/>
                </a:lnTo>
                <a:lnTo>
                  <a:pt x="196138" y="30466"/>
                </a:lnTo>
                <a:lnTo>
                  <a:pt x="196567" y="30703"/>
                </a:lnTo>
                <a:lnTo>
                  <a:pt x="196983" y="30959"/>
                </a:lnTo>
                <a:lnTo>
                  <a:pt x="197388" y="31237"/>
                </a:lnTo>
                <a:lnTo>
                  <a:pt x="197781" y="31535"/>
                </a:lnTo>
                <a:lnTo>
                  <a:pt x="198162" y="31854"/>
                </a:lnTo>
                <a:lnTo>
                  <a:pt x="198531" y="32193"/>
                </a:lnTo>
                <a:lnTo>
                  <a:pt x="198888" y="32553"/>
                </a:lnTo>
                <a:lnTo>
                  <a:pt x="199234" y="32933"/>
                </a:lnTo>
                <a:lnTo>
                  <a:pt x="199567" y="33334"/>
                </a:lnTo>
                <a:lnTo>
                  <a:pt x="199889" y="33755"/>
                </a:lnTo>
                <a:lnTo>
                  <a:pt x="200199" y="34197"/>
                </a:lnTo>
                <a:lnTo>
                  <a:pt x="200497" y="34660"/>
                </a:lnTo>
                <a:lnTo>
                  <a:pt x="200783" y="35143"/>
                </a:lnTo>
                <a:lnTo>
                  <a:pt x="201057" y="35645"/>
                </a:lnTo>
                <a:lnTo>
                  <a:pt x="201319" y="36165"/>
                </a:lnTo>
                <a:lnTo>
                  <a:pt x="201570" y="36703"/>
                </a:lnTo>
                <a:lnTo>
                  <a:pt x="201810" y="37260"/>
                </a:lnTo>
                <a:lnTo>
                  <a:pt x="202037" y="37834"/>
                </a:lnTo>
                <a:lnTo>
                  <a:pt x="202253" y="38426"/>
                </a:lnTo>
                <a:lnTo>
                  <a:pt x="202457" y="39036"/>
                </a:lnTo>
                <a:lnTo>
                  <a:pt x="202650" y="39664"/>
                </a:lnTo>
                <a:lnTo>
                  <a:pt x="202831" y="40310"/>
                </a:lnTo>
                <a:lnTo>
                  <a:pt x="203000" y="40974"/>
                </a:lnTo>
                <a:lnTo>
                  <a:pt x="203158" y="41656"/>
                </a:lnTo>
                <a:lnTo>
                  <a:pt x="203303" y="42356"/>
                </a:lnTo>
                <a:lnTo>
                  <a:pt x="203438" y="43074"/>
                </a:lnTo>
                <a:lnTo>
                  <a:pt x="203560" y="43810"/>
                </a:lnTo>
                <a:lnTo>
                  <a:pt x="203671" y="44563"/>
                </a:lnTo>
                <a:lnTo>
                  <a:pt x="203770" y="45335"/>
                </a:lnTo>
                <a:lnTo>
                  <a:pt x="203858" y="46125"/>
                </a:lnTo>
                <a:lnTo>
                  <a:pt x="203934" y="46933"/>
                </a:lnTo>
                <a:lnTo>
                  <a:pt x="203998" y="47758"/>
                </a:lnTo>
                <a:lnTo>
                  <a:pt x="204050" y="48602"/>
                </a:lnTo>
                <a:lnTo>
                  <a:pt x="204091" y="49463"/>
                </a:lnTo>
                <a:lnTo>
                  <a:pt x="204120" y="50343"/>
                </a:lnTo>
                <a:lnTo>
                  <a:pt x="204138" y="51240"/>
                </a:lnTo>
                <a:lnTo>
                  <a:pt x="204144" y="52156"/>
                </a:lnTo>
                <a:lnTo>
                  <a:pt x="204138" y="53061"/>
                </a:lnTo>
                <a:lnTo>
                  <a:pt x="204120" y="53949"/>
                </a:lnTo>
                <a:lnTo>
                  <a:pt x="204091" y="54820"/>
                </a:lnTo>
                <a:lnTo>
                  <a:pt x="204050" y="55674"/>
                </a:lnTo>
                <a:lnTo>
                  <a:pt x="203997" y="56511"/>
                </a:lnTo>
                <a:lnTo>
                  <a:pt x="203932" y="57330"/>
                </a:lnTo>
                <a:lnTo>
                  <a:pt x="203855" y="58132"/>
                </a:lnTo>
                <a:lnTo>
                  <a:pt x="203767" y="58917"/>
                </a:lnTo>
                <a:lnTo>
                  <a:pt x="203667" y="59685"/>
                </a:lnTo>
                <a:lnTo>
                  <a:pt x="203555" y="60436"/>
                </a:lnTo>
                <a:lnTo>
                  <a:pt x="203431" y="61169"/>
                </a:lnTo>
                <a:lnTo>
                  <a:pt x="203296" y="61885"/>
                </a:lnTo>
                <a:lnTo>
                  <a:pt x="203149" y="62584"/>
                </a:lnTo>
                <a:lnTo>
                  <a:pt x="202990" y="63266"/>
                </a:lnTo>
                <a:lnTo>
                  <a:pt x="202819" y="63931"/>
                </a:lnTo>
                <a:lnTo>
                  <a:pt x="202637" y="64578"/>
                </a:lnTo>
                <a:lnTo>
                  <a:pt x="202443" y="65208"/>
                </a:lnTo>
                <a:lnTo>
                  <a:pt x="202237" y="65821"/>
                </a:lnTo>
                <a:lnTo>
                  <a:pt x="202019" y="66417"/>
                </a:lnTo>
                <a:lnTo>
                  <a:pt x="201789" y="66995"/>
                </a:lnTo>
                <a:lnTo>
                  <a:pt x="201548" y="67557"/>
                </a:lnTo>
                <a:lnTo>
                  <a:pt x="201295" y="68101"/>
                </a:lnTo>
                <a:lnTo>
                  <a:pt x="201030" y="68628"/>
                </a:lnTo>
                <a:lnTo>
                  <a:pt x="200753" y="69138"/>
                </a:lnTo>
                <a:lnTo>
                  <a:pt x="200464" y="69628"/>
                </a:lnTo>
                <a:lnTo>
                  <a:pt x="200163" y="70098"/>
                </a:lnTo>
                <a:lnTo>
                  <a:pt x="199849" y="70547"/>
                </a:lnTo>
                <a:lnTo>
                  <a:pt x="199522" y="70975"/>
                </a:lnTo>
                <a:lnTo>
                  <a:pt x="199183" y="71383"/>
                </a:lnTo>
                <a:lnTo>
                  <a:pt x="198831" y="71769"/>
                </a:lnTo>
                <a:lnTo>
                  <a:pt x="198467" y="72134"/>
                </a:lnTo>
                <a:lnTo>
                  <a:pt x="198090" y="72479"/>
                </a:lnTo>
                <a:lnTo>
                  <a:pt x="197700" y="72803"/>
                </a:lnTo>
                <a:lnTo>
                  <a:pt x="197298" y="73105"/>
                </a:lnTo>
                <a:lnTo>
                  <a:pt x="196883" y="73387"/>
                </a:lnTo>
                <a:lnTo>
                  <a:pt x="196456" y="73648"/>
                </a:lnTo>
                <a:lnTo>
                  <a:pt x="196016" y="73889"/>
                </a:lnTo>
                <a:lnTo>
                  <a:pt x="195564" y="74108"/>
                </a:lnTo>
                <a:lnTo>
                  <a:pt x="195098" y="74306"/>
                </a:lnTo>
                <a:lnTo>
                  <a:pt x="194621" y="74484"/>
                </a:lnTo>
                <a:lnTo>
                  <a:pt x="194130" y="74640"/>
                </a:lnTo>
                <a:lnTo>
                  <a:pt x="193627" y="74776"/>
                </a:lnTo>
                <a:lnTo>
                  <a:pt x="193112" y="74891"/>
                </a:lnTo>
                <a:lnTo>
                  <a:pt x="192584" y="74985"/>
                </a:lnTo>
                <a:lnTo>
                  <a:pt x="192043" y="75058"/>
                </a:lnTo>
                <a:lnTo>
                  <a:pt x="191490" y="75110"/>
                </a:lnTo>
                <a:lnTo>
                  <a:pt x="190924" y="75142"/>
                </a:lnTo>
                <a:lnTo>
                  <a:pt x="190346" y="75152"/>
                </a:lnTo>
                <a:lnTo>
                  <a:pt x="189872" y="75147"/>
                </a:lnTo>
                <a:lnTo>
                  <a:pt x="189404" y="75132"/>
                </a:lnTo>
                <a:lnTo>
                  <a:pt x="188943" y="75107"/>
                </a:lnTo>
                <a:lnTo>
                  <a:pt x="188487" y="75072"/>
                </a:lnTo>
                <a:close/>
                <a:moveTo>
                  <a:pt x="310553" y="83165"/>
                </a:moveTo>
                <a:lnTo>
                  <a:pt x="311050" y="83123"/>
                </a:lnTo>
                <a:lnTo>
                  <a:pt x="311541" y="83072"/>
                </a:lnTo>
                <a:lnTo>
                  <a:pt x="312025" y="83011"/>
                </a:lnTo>
                <a:lnTo>
                  <a:pt x="312503" y="82941"/>
                </a:lnTo>
                <a:lnTo>
                  <a:pt x="312975" y="82862"/>
                </a:lnTo>
                <a:lnTo>
                  <a:pt x="313441" y="82773"/>
                </a:lnTo>
                <a:lnTo>
                  <a:pt x="313900" y="82676"/>
                </a:lnTo>
                <a:lnTo>
                  <a:pt x="314353" y="82568"/>
                </a:lnTo>
                <a:lnTo>
                  <a:pt x="314799" y="82452"/>
                </a:lnTo>
                <a:lnTo>
                  <a:pt x="315239" y="82326"/>
                </a:lnTo>
                <a:lnTo>
                  <a:pt x="315673" y="82191"/>
                </a:lnTo>
                <a:lnTo>
                  <a:pt x="316100" y="82046"/>
                </a:lnTo>
                <a:lnTo>
                  <a:pt x="316521" y="81892"/>
                </a:lnTo>
                <a:lnTo>
                  <a:pt x="316936" y="81729"/>
                </a:lnTo>
                <a:lnTo>
                  <a:pt x="317344" y="81556"/>
                </a:lnTo>
                <a:lnTo>
                  <a:pt x="317746" y="81374"/>
                </a:lnTo>
                <a:lnTo>
                  <a:pt x="318142" y="81183"/>
                </a:lnTo>
                <a:lnTo>
                  <a:pt x="318531" y="80983"/>
                </a:lnTo>
                <a:lnTo>
                  <a:pt x="318914" y="80773"/>
                </a:lnTo>
                <a:lnTo>
                  <a:pt x="319291" y="80554"/>
                </a:lnTo>
                <a:lnTo>
                  <a:pt x="319662" y="80327"/>
                </a:lnTo>
                <a:lnTo>
                  <a:pt x="320026" y="80094"/>
                </a:lnTo>
                <a:lnTo>
                  <a:pt x="320385" y="79856"/>
                </a:lnTo>
                <a:lnTo>
                  <a:pt x="320737" y="79612"/>
                </a:lnTo>
                <a:lnTo>
                  <a:pt x="321084" y="79361"/>
                </a:lnTo>
                <a:lnTo>
                  <a:pt x="321425" y="79105"/>
                </a:lnTo>
                <a:lnTo>
                  <a:pt x="321760" y="78844"/>
                </a:lnTo>
                <a:lnTo>
                  <a:pt x="322089" y="78576"/>
                </a:lnTo>
                <a:lnTo>
                  <a:pt x="322412" y="78303"/>
                </a:lnTo>
                <a:lnTo>
                  <a:pt x="322729" y="78023"/>
                </a:lnTo>
                <a:lnTo>
                  <a:pt x="323040" y="77738"/>
                </a:lnTo>
                <a:lnTo>
                  <a:pt x="323345" y="77447"/>
                </a:lnTo>
                <a:lnTo>
                  <a:pt x="323644" y="77150"/>
                </a:lnTo>
                <a:lnTo>
                  <a:pt x="323938" y="76847"/>
                </a:lnTo>
                <a:lnTo>
                  <a:pt x="324225" y="76539"/>
                </a:lnTo>
                <a:lnTo>
                  <a:pt x="324506" y="76224"/>
                </a:lnTo>
                <a:lnTo>
                  <a:pt x="324782" y="75904"/>
                </a:lnTo>
                <a:lnTo>
                  <a:pt x="325051" y="75578"/>
                </a:lnTo>
                <a:lnTo>
                  <a:pt x="325315" y="75246"/>
                </a:lnTo>
                <a:lnTo>
                  <a:pt x="325573" y="74908"/>
                </a:lnTo>
                <a:lnTo>
                  <a:pt x="325824" y="74565"/>
                </a:lnTo>
                <a:lnTo>
                  <a:pt x="326070" y="74215"/>
                </a:lnTo>
                <a:lnTo>
                  <a:pt x="326310" y="73860"/>
                </a:lnTo>
                <a:lnTo>
                  <a:pt x="326544" y="73499"/>
                </a:lnTo>
                <a:lnTo>
                  <a:pt x="327193" y="82177"/>
                </a:lnTo>
                <a:lnTo>
                  <a:pt x="336273" y="82177"/>
                </a:lnTo>
                <a:lnTo>
                  <a:pt x="336273" y="2716"/>
                </a:lnTo>
                <a:lnTo>
                  <a:pt x="326662" y="2716"/>
                </a:lnTo>
                <a:lnTo>
                  <a:pt x="326662" y="31112"/>
                </a:lnTo>
                <a:lnTo>
                  <a:pt x="326438" y="30736"/>
                </a:lnTo>
                <a:lnTo>
                  <a:pt x="326208" y="30367"/>
                </a:lnTo>
                <a:lnTo>
                  <a:pt x="325973" y="30005"/>
                </a:lnTo>
                <a:lnTo>
                  <a:pt x="325732" y="29649"/>
                </a:lnTo>
                <a:lnTo>
                  <a:pt x="325486" y="29300"/>
                </a:lnTo>
                <a:lnTo>
                  <a:pt x="325234" y="28957"/>
                </a:lnTo>
                <a:lnTo>
                  <a:pt x="324976" y="28621"/>
                </a:lnTo>
                <a:lnTo>
                  <a:pt x="324713" y="28291"/>
                </a:lnTo>
                <a:lnTo>
                  <a:pt x="324444" y="27968"/>
                </a:lnTo>
                <a:lnTo>
                  <a:pt x="324169" y="27651"/>
                </a:lnTo>
                <a:lnTo>
                  <a:pt x="323889" y="27342"/>
                </a:lnTo>
                <a:lnTo>
                  <a:pt x="323603" y="27038"/>
                </a:lnTo>
                <a:lnTo>
                  <a:pt x="323311" y="26741"/>
                </a:lnTo>
                <a:lnTo>
                  <a:pt x="323014" y="26451"/>
                </a:lnTo>
                <a:lnTo>
                  <a:pt x="322712" y="26167"/>
                </a:lnTo>
                <a:lnTo>
                  <a:pt x="322403" y="25890"/>
                </a:lnTo>
                <a:lnTo>
                  <a:pt x="322089" y="25620"/>
                </a:lnTo>
                <a:lnTo>
                  <a:pt x="321770" y="25356"/>
                </a:lnTo>
                <a:lnTo>
                  <a:pt x="321444" y="25098"/>
                </a:lnTo>
                <a:lnTo>
                  <a:pt x="321113" y="24847"/>
                </a:lnTo>
                <a:lnTo>
                  <a:pt x="320777" y="24603"/>
                </a:lnTo>
                <a:lnTo>
                  <a:pt x="320435" y="24365"/>
                </a:lnTo>
                <a:lnTo>
                  <a:pt x="320087" y="24134"/>
                </a:lnTo>
                <a:lnTo>
                  <a:pt x="319733" y="23909"/>
                </a:lnTo>
                <a:lnTo>
                  <a:pt x="319374" y="23693"/>
                </a:lnTo>
                <a:lnTo>
                  <a:pt x="319007" y="23485"/>
                </a:lnTo>
                <a:lnTo>
                  <a:pt x="318634" y="23287"/>
                </a:lnTo>
                <a:lnTo>
                  <a:pt x="318253" y="23098"/>
                </a:lnTo>
                <a:lnTo>
                  <a:pt x="317866" y="22918"/>
                </a:lnTo>
                <a:lnTo>
                  <a:pt x="317472" y="22747"/>
                </a:lnTo>
                <a:lnTo>
                  <a:pt x="317072" y="22586"/>
                </a:lnTo>
                <a:lnTo>
                  <a:pt x="316664" y="22433"/>
                </a:lnTo>
                <a:lnTo>
                  <a:pt x="316249" y="22290"/>
                </a:lnTo>
                <a:lnTo>
                  <a:pt x="315828" y="22157"/>
                </a:lnTo>
                <a:lnTo>
                  <a:pt x="315400" y="22032"/>
                </a:lnTo>
                <a:lnTo>
                  <a:pt x="314964" y="21917"/>
                </a:lnTo>
                <a:lnTo>
                  <a:pt x="314522" y="21811"/>
                </a:lnTo>
                <a:lnTo>
                  <a:pt x="314074" y="21714"/>
                </a:lnTo>
                <a:lnTo>
                  <a:pt x="313618" y="21626"/>
                </a:lnTo>
                <a:lnTo>
                  <a:pt x="313155" y="21548"/>
                </a:lnTo>
                <a:lnTo>
                  <a:pt x="312686" y="21479"/>
                </a:lnTo>
                <a:lnTo>
                  <a:pt x="312210" y="21419"/>
                </a:lnTo>
                <a:lnTo>
                  <a:pt x="311726" y="21368"/>
                </a:lnTo>
                <a:lnTo>
                  <a:pt x="311236" y="21327"/>
                </a:lnTo>
                <a:lnTo>
                  <a:pt x="310740" y="21294"/>
                </a:lnTo>
                <a:lnTo>
                  <a:pt x="310236" y="21271"/>
                </a:lnTo>
                <a:lnTo>
                  <a:pt x="309725" y="21257"/>
                </a:lnTo>
                <a:lnTo>
                  <a:pt x="309208" y="21253"/>
                </a:lnTo>
                <a:lnTo>
                  <a:pt x="308631" y="21259"/>
                </a:lnTo>
                <a:lnTo>
                  <a:pt x="308061" y="21277"/>
                </a:lnTo>
                <a:lnTo>
                  <a:pt x="307497" y="21308"/>
                </a:lnTo>
                <a:lnTo>
                  <a:pt x="306939" y="21351"/>
                </a:lnTo>
                <a:lnTo>
                  <a:pt x="306388" y="21406"/>
                </a:lnTo>
                <a:lnTo>
                  <a:pt x="305843" y="21473"/>
                </a:lnTo>
                <a:lnTo>
                  <a:pt x="305304" y="21553"/>
                </a:lnTo>
                <a:lnTo>
                  <a:pt x="304772" y="21645"/>
                </a:lnTo>
                <a:lnTo>
                  <a:pt x="304246" y="21749"/>
                </a:lnTo>
                <a:lnTo>
                  <a:pt x="303727" y="21865"/>
                </a:lnTo>
                <a:lnTo>
                  <a:pt x="303214" y="21994"/>
                </a:lnTo>
                <a:lnTo>
                  <a:pt x="302707" y="22135"/>
                </a:lnTo>
                <a:lnTo>
                  <a:pt x="302206" y="22288"/>
                </a:lnTo>
                <a:lnTo>
                  <a:pt x="301712" y="22454"/>
                </a:lnTo>
                <a:lnTo>
                  <a:pt x="301224" y="22631"/>
                </a:lnTo>
                <a:lnTo>
                  <a:pt x="300743" y="22821"/>
                </a:lnTo>
                <a:lnTo>
                  <a:pt x="300268" y="23023"/>
                </a:lnTo>
                <a:lnTo>
                  <a:pt x="299799" y="23238"/>
                </a:lnTo>
                <a:lnTo>
                  <a:pt x="299337" y="23465"/>
                </a:lnTo>
                <a:lnTo>
                  <a:pt x="298881" y="23704"/>
                </a:lnTo>
                <a:lnTo>
                  <a:pt x="298431" y="23955"/>
                </a:lnTo>
                <a:lnTo>
                  <a:pt x="297987" y="24218"/>
                </a:lnTo>
                <a:lnTo>
                  <a:pt x="297550" y="24494"/>
                </a:lnTo>
                <a:lnTo>
                  <a:pt x="297120" y="24782"/>
                </a:lnTo>
                <a:lnTo>
                  <a:pt x="296696" y="25082"/>
                </a:lnTo>
                <a:lnTo>
                  <a:pt x="296281" y="25394"/>
                </a:lnTo>
                <a:lnTo>
                  <a:pt x="295874" y="25718"/>
                </a:lnTo>
                <a:lnTo>
                  <a:pt x="295475" y="26054"/>
                </a:lnTo>
                <a:lnTo>
                  <a:pt x="295085" y="26402"/>
                </a:lnTo>
                <a:lnTo>
                  <a:pt x="294702" y="26761"/>
                </a:lnTo>
                <a:lnTo>
                  <a:pt x="294328" y="27133"/>
                </a:lnTo>
                <a:lnTo>
                  <a:pt x="293962" y="27517"/>
                </a:lnTo>
                <a:lnTo>
                  <a:pt x="293604" y="27912"/>
                </a:lnTo>
                <a:lnTo>
                  <a:pt x="293254" y="28320"/>
                </a:lnTo>
                <a:lnTo>
                  <a:pt x="292913" y="28739"/>
                </a:lnTo>
                <a:lnTo>
                  <a:pt x="292579" y="29170"/>
                </a:lnTo>
                <a:lnTo>
                  <a:pt x="292254" y="29614"/>
                </a:lnTo>
                <a:lnTo>
                  <a:pt x="291937" y="30069"/>
                </a:lnTo>
                <a:lnTo>
                  <a:pt x="291628" y="30536"/>
                </a:lnTo>
                <a:lnTo>
                  <a:pt x="291328" y="31015"/>
                </a:lnTo>
                <a:lnTo>
                  <a:pt x="291036" y="31506"/>
                </a:lnTo>
                <a:lnTo>
                  <a:pt x="290751" y="32009"/>
                </a:lnTo>
                <a:lnTo>
                  <a:pt x="290475" y="32524"/>
                </a:lnTo>
                <a:lnTo>
                  <a:pt x="290208" y="33051"/>
                </a:lnTo>
                <a:lnTo>
                  <a:pt x="289948" y="33589"/>
                </a:lnTo>
                <a:lnTo>
                  <a:pt x="289697" y="34140"/>
                </a:lnTo>
                <a:lnTo>
                  <a:pt x="289453" y="34703"/>
                </a:lnTo>
                <a:lnTo>
                  <a:pt x="289218" y="35277"/>
                </a:lnTo>
                <a:lnTo>
                  <a:pt x="288992" y="35864"/>
                </a:lnTo>
                <a:lnTo>
                  <a:pt x="288776" y="36462"/>
                </a:lnTo>
                <a:lnTo>
                  <a:pt x="288569" y="37072"/>
                </a:lnTo>
                <a:lnTo>
                  <a:pt x="288371" y="37693"/>
                </a:lnTo>
                <a:lnTo>
                  <a:pt x="288184" y="38327"/>
                </a:lnTo>
                <a:lnTo>
                  <a:pt x="288006" y="38973"/>
                </a:lnTo>
                <a:lnTo>
                  <a:pt x="287837" y="39630"/>
                </a:lnTo>
                <a:lnTo>
                  <a:pt x="287679" y="40299"/>
                </a:lnTo>
                <a:lnTo>
                  <a:pt x="287529" y="40980"/>
                </a:lnTo>
                <a:lnTo>
                  <a:pt x="287390" y="41673"/>
                </a:lnTo>
                <a:lnTo>
                  <a:pt x="287260" y="42377"/>
                </a:lnTo>
                <a:lnTo>
                  <a:pt x="287140" y="43094"/>
                </a:lnTo>
                <a:lnTo>
                  <a:pt x="287029" y="43822"/>
                </a:lnTo>
                <a:lnTo>
                  <a:pt x="286928" y="44562"/>
                </a:lnTo>
                <a:lnTo>
                  <a:pt x="286837" y="45314"/>
                </a:lnTo>
                <a:lnTo>
                  <a:pt x="286755" y="46078"/>
                </a:lnTo>
                <a:lnTo>
                  <a:pt x="286683" y="46854"/>
                </a:lnTo>
                <a:lnTo>
                  <a:pt x="286620" y="47642"/>
                </a:lnTo>
                <a:lnTo>
                  <a:pt x="286567" y="48441"/>
                </a:lnTo>
                <a:lnTo>
                  <a:pt x="286524" y="49252"/>
                </a:lnTo>
                <a:lnTo>
                  <a:pt x="286490" y="50075"/>
                </a:lnTo>
                <a:lnTo>
                  <a:pt x="286466" y="50910"/>
                </a:lnTo>
                <a:lnTo>
                  <a:pt x="286452" y="51757"/>
                </a:lnTo>
                <a:lnTo>
                  <a:pt x="286447" y="52615"/>
                </a:lnTo>
                <a:lnTo>
                  <a:pt x="286452" y="53448"/>
                </a:lnTo>
                <a:lnTo>
                  <a:pt x="286466" y="54270"/>
                </a:lnTo>
                <a:lnTo>
                  <a:pt x="286489" y="55080"/>
                </a:lnTo>
                <a:lnTo>
                  <a:pt x="286522" y="55880"/>
                </a:lnTo>
                <a:lnTo>
                  <a:pt x="286565" y="56667"/>
                </a:lnTo>
                <a:lnTo>
                  <a:pt x="286616" y="57444"/>
                </a:lnTo>
                <a:lnTo>
                  <a:pt x="286678" y="58209"/>
                </a:lnTo>
                <a:lnTo>
                  <a:pt x="286748" y="58963"/>
                </a:lnTo>
                <a:lnTo>
                  <a:pt x="286828" y="59706"/>
                </a:lnTo>
                <a:lnTo>
                  <a:pt x="286918" y="60437"/>
                </a:lnTo>
                <a:lnTo>
                  <a:pt x="287017" y="61157"/>
                </a:lnTo>
                <a:lnTo>
                  <a:pt x="287125" y="61866"/>
                </a:lnTo>
                <a:lnTo>
                  <a:pt x="287243" y="62564"/>
                </a:lnTo>
                <a:lnTo>
                  <a:pt x="287370" y="63250"/>
                </a:lnTo>
                <a:lnTo>
                  <a:pt x="287506" y="63925"/>
                </a:lnTo>
                <a:lnTo>
                  <a:pt x="287652" y="64589"/>
                </a:lnTo>
                <a:lnTo>
                  <a:pt x="287808" y="65241"/>
                </a:lnTo>
                <a:lnTo>
                  <a:pt x="287973" y="65882"/>
                </a:lnTo>
                <a:lnTo>
                  <a:pt x="288147" y="66512"/>
                </a:lnTo>
                <a:lnTo>
                  <a:pt x="288330" y="67131"/>
                </a:lnTo>
                <a:lnTo>
                  <a:pt x="288524" y="67738"/>
                </a:lnTo>
                <a:lnTo>
                  <a:pt x="288726" y="68334"/>
                </a:lnTo>
                <a:lnTo>
                  <a:pt x="288938" y="68919"/>
                </a:lnTo>
                <a:lnTo>
                  <a:pt x="289159" y="69492"/>
                </a:lnTo>
                <a:lnTo>
                  <a:pt x="289389" y="70054"/>
                </a:lnTo>
                <a:lnTo>
                  <a:pt x="289627" y="70604"/>
                </a:lnTo>
                <a:lnTo>
                  <a:pt x="289872" y="71143"/>
                </a:lnTo>
                <a:lnTo>
                  <a:pt x="290126" y="71670"/>
                </a:lnTo>
                <a:lnTo>
                  <a:pt x="290387" y="72186"/>
                </a:lnTo>
                <a:lnTo>
                  <a:pt x="290656" y="72689"/>
                </a:lnTo>
                <a:lnTo>
                  <a:pt x="290932" y="73182"/>
                </a:lnTo>
                <a:lnTo>
                  <a:pt x="291217" y="73662"/>
                </a:lnTo>
                <a:lnTo>
                  <a:pt x="291509" y="74131"/>
                </a:lnTo>
                <a:lnTo>
                  <a:pt x="291809" y="74589"/>
                </a:lnTo>
                <a:lnTo>
                  <a:pt x="292116" y="75035"/>
                </a:lnTo>
                <a:lnTo>
                  <a:pt x="292432" y="75469"/>
                </a:lnTo>
                <a:lnTo>
                  <a:pt x="292755" y="75891"/>
                </a:lnTo>
                <a:lnTo>
                  <a:pt x="293086" y="76302"/>
                </a:lnTo>
                <a:lnTo>
                  <a:pt x="293425" y="76702"/>
                </a:lnTo>
                <a:lnTo>
                  <a:pt x="293772" y="77089"/>
                </a:lnTo>
                <a:lnTo>
                  <a:pt x="294126" y="77466"/>
                </a:lnTo>
                <a:lnTo>
                  <a:pt x="294488" y="77830"/>
                </a:lnTo>
                <a:lnTo>
                  <a:pt x="294858" y="78183"/>
                </a:lnTo>
                <a:lnTo>
                  <a:pt x="295236" y="78524"/>
                </a:lnTo>
                <a:lnTo>
                  <a:pt x="295622" y="78854"/>
                </a:lnTo>
                <a:lnTo>
                  <a:pt x="296015" y="79172"/>
                </a:lnTo>
                <a:lnTo>
                  <a:pt x="296416" y="79479"/>
                </a:lnTo>
                <a:lnTo>
                  <a:pt x="296825" y="79773"/>
                </a:lnTo>
                <a:lnTo>
                  <a:pt x="297241" y="80056"/>
                </a:lnTo>
                <a:lnTo>
                  <a:pt x="297663" y="80327"/>
                </a:lnTo>
                <a:lnTo>
                  <a:pt x="298091" y="80586"/>
                </a:lnTo>
                <a:lnTo>
                  <a:pt x="298525" y="80833"/>
                </a:lnTo>
                <a:lnTo>
                  <a:pt x="298966" y="81067"/>
                </a:lnTo>
                <a:lnTo>
                  <a:pt x="299412" y="81290"/>
                </a:lnTo>
                <a:lnTo>
                  <a:pt x="299865" y="81501"/>
                </a:lnTo>
                <a:lnTo>
                  <a:pt x="300324" y="81699"/>
                </a:lnTo>
                <a:lnTo>
                  <a:pt x="300789" y="81886"/>
                </a:lnTo>
                <a:lnTo>
                  <a:pt x="301260" y="82060"/>
                </a:lnTo>
                <a:lnTo>
                  <a:pt x="301737" y="82223"/>
                </a:lnTo>
                <a:lnTo>
                  <a:pt x="302220" y="82373"/>
                </a:lnTo>
                <a:lnTo>
                  <a:pt x="302710" y="82512"/>
                </a:lnTo>
                <a:lnTo>
                  <a:pt x="303206" y="82638"/>
                </a:lnTo>
                <a:lnTo>
                  <a:pt x="303707" y="82752"/>
                </a:lnTo>
                <a:lnTo>
                  <a:pt x="304215" y="82855"/>
                </a:lnTo>
                <a:lnTo>
                  <a:pt x="304729" y="82945"/>
                </a:lnTo>
                <a:lnTo>
                  <a:pt x="305250" y="83023"/>
                </a:lnTo>
                <a:lnTo>
                  <a:pt x="305776" y="83089"/>
                </a:lnTo>
                <a:lnTo>
                  <a:pt x="306309" y="83144"/>
                </a:lnTo>
                <a:lnTo>
                  <a:pt x="306847" y="83186"/>
                </a:lnTo>
                <a:lnTo>
                  <a:pt x="307392" y="83216"/>
                </a:lnTo>
                <a:lnTo>
                  <a:pt x="307943" y="83234"/>
                </a:lnTo>
                <a:lnTo>
                  <a:pt x="308500" y="83240"/>
                </a:lnTo>
                <a:lnTo>
                  <a:pt x="309023" y="83235"/>
                </a:lnTo>
                <a:lnTo>
                  <a:pt x="309539" y="83221"/>
                </a:lnTo>
                <a:lnTo>
                  <a:pt x="310049" y="83198"/>
                </a:lnTo>
                <a:lnTo>
                  <a:pt x="310553" y="83165"/>
                </a:lnTo>
                <a:close/>
                <a:moveTo>
                  <a:pt x="308060" y="74990"/>
                </a:moveTo>
                <a:lnTo>
                  <a:pt x="307551" y="74899"/>
                </a:lnTo>
                <a:lnTo>
                  <a:pt x="307054" y="74788"/>
                </a:lnTo>
                <a:lnTo>
                  <a:pt x="306567" y="74657"/>
                </a:lnTo>
                <a:lnTo>
                  <a:pt x="306092" y="74505"/>
                </a:lnTo>
                <a:lnTo>
                  <a:pt x="305629" y="74334"/>
                </a:lnTo>
                <a:lnTo>
                  <a:pt x="305177" y="74142"/>
                </a:lnTo>
                <a:lnTo>
                  <a:pt x="304736" y="73930"/>
                </a:lnTo>
                <a:lnTo>
                  <a:pt x="304306" y="73697"/>
                </a:lnTo>
                <a:lnTo>
                  <a:pt x="303888" y="73445"/>
                </a:lnTo>
                <a:lnTo>
                  <a:pt x="303481" y="73172"/>
                </a:lnTo>
                <a:lnTo>
                  <a:pt x="303086" y="72879"/>
                </a:lnTo>
                <a:lnTo>
                  <a:pt x="302702" y="72566"/>
                </a:lnTo>
                <a:lnTo>
                  <a:pt x="302329" y="72233"/>
                </a:lnTo>
                <a:lnTo>
                  <a:pt x="301968" y="71879"/>
                </a:lnTo>
                <a:lnTo>
                  <a:pt x="301618" y="71505"/>
                </a:lnTo>
                <a:lnTo>
                  <a:pt x="301279" y="71111"/>
                </a:lnTo>
                <a:lnTo>
                  <a:pt x="300952" y="70697"/>
                </a:lnTo>
                <a:lnTo>
                  <a:pt x="300636" y="70263"/>
                </a:lnTo>
                <a:lnTo>
                  <a:pt x="300332" y="69808"/>
                </a:lnTo>
                <a:lnTo>
                  <a:pt x="300039" y="69333"/>
                </a:lnTo>
                <a:lnTo>
                  <a:pt x="299757" y="68839"/>
                </a:lnTo>
                <a:lnTo>
                  <a:pt x="299488" y="68328"/>
                </a:lnTo>
                <a:lnTo>
                  <a:pt x="299230" y="67798"/>
                </a:lnTo>
                <a:lnTo>
                  <a:pt x="298985" y="67251"/>
                </a:lnTo>
                <a:lnTo>
                  <a:pt x="298751" y="66685"/>
                </a:lnTo>
                <a:lnTo>
                  <a:pt x="298529" y="66102"/>
                </a:lnTo>
                <a:lnTo>
                  <a:pt x="298320" y="65501"/>
                </a:lnTo>
                <a:lnTo>
                  <a:pt x="298122" y="64882"/>
                </a:lnTo>
                <a:lnTo>
                  <a:pt x="297937" y="64246"/>
                </a:lnTo>
                <a:lnTo>
                  <a:pt x="297763" y="63592"/>
                </a:lnTo>
                <a:lnTo>
                  <a:pt x="297601" y="62919"/>
                </a:lnTo>
                <a:lnTo>
                  <a:pt x="297451" y="62229"/>
                </a:lnTo>
                <a:lnTo>
                  <a:pt x="297314" y="61521"/>
                </a:lnTo>
                <a:lnTo>
                  <a:pt x="297188" y="60796"/>
                </a:lnTo>
                <a:lnTo>
                  <a:pt x="297074" y="60052"/>
                </a:lnTo>
                <a:lnTo>
                  <a:pt x="296972" y="59291"/>
                </a:lnTo>
                <a:lnTo>
                  <a:pt x="296882" y="58512"/>
                </a:lnTo>
                <a:lnTo>
                  <a:pt x="296805" y="57715"/>
                </a:lnTo>
                <a:lnTo>
                  <a:pt x="296739" y="56900"/>
                </a:lnTo>
                <a:lnTo>
                  <a:pt x="296685" y="56067"/>
                </a:lnTo>
                <a:lnTo>
                  <a:pt x="296643" y="55217"/>
                </a:lnTo>
                <a:lnTo>
                  <a:pt x="296613" y="54348"/>
                </a:lnTo>
                <a:lnTo>
                  <a:pt x="296595" y="53462"/>
                </a:lnTo>
                <a:lnTo>
                  <a:pt x="296589" y="52558"/>
                </a:lnTo>
                <a:lnTo>
                  <a:pt x="296595" y="51633"/>
                </a:lnTo>
                <a:lnTo>
                  <a:pt x="296614" y="50727"/>
                </a:lnTo>
                <a:lnTo>
                  <a:pt x="296645" y="49838"/>
                </a:lnTo>
                <a:lnTo>
                  <a:pt x="296689" y="48968"/>
                </a:lnTo>
                <a:lnTo>
                  <a:pt x="296745" y="48115"/>
                </a:lnTo>
                <a:lnTo>
                  <a:pt x="296814" y="47281"/>
                </a:lnTo>
                <a:lnTo>
                  <a:pt x="296895" y="46465"/>
                </a:lnTo>
                <a:lnTo>
                  <a:pt x="296989" y="45666"/>
                </a:lnTo>
                <a:lnTo>
                  <a:pt x="297095" y="44886"/>
                </a:lnTo>
                <a:lnTo>
                  <a:pt x="297214" y="44124"/>
                </a:lnTo>
                <a:lnTo>
                  <a:pt x="297345" y="43380"/>
                </a:lnTo>
                <a:lnTo>
                  <a:pt x="297488" y="42653"/>
                </a:lnTo>
                <a:lnTo>
                  <a:pt x="297644" y="41945"/>
                </a:lnTo>
                <a:lnTo>
                  <a:pt x="297813" y="41255"/>
                </a:lnTo>
                <a:lnTo>
                  <a:pt x="297994" y="40583"/>
                </a:lnTo>
                <a:lnTo>
                  <a:pt x="298188" y="39929"/>
                </a:lnTo>
                <a:lnTo>
                  <a:pt x="298394" y="39293"/>
                </a:lnTo>
                <a:lnTo>
                  <a:pt x="298612" y="38676"/>
                </a:lnTo>
                <a:lnTo>
                  <a:pt x="298843" y="38076"/>
                </a:lnTo>
                <a:lnTo>
                  <a:pt x="299087" y="37494"/>
                </a:lnTo>
                <a:lnTo>
                  <a:pt x="299343" y="36930"/>
                </a:lnTo>
                <a:lnTo>
                  <a:pt x="299611" y="36385"/>
                </a:lnTo>
                <a:lnTo>
                  <a:pt x="299892" y="35857"/>
                </a:lnTo>
                <a:lnTo>
                  <a:pt x="300186" y="35347"/>
                </a:lnTo>
                <a:lnTo>
                  <a:pt x="300492" y="34857"/>
                </a:lnTo>
                <a:lnTo>
                  <a:pt x="300810" y="34388"/>
                </a:lnTo>
                <a:lnTo>
                  <a:pt x="301141" y="33940"/>
                </a:lnTo>
                <a:lnTo>
                  <a:pt x="301485" y="33512"/>
                </a:lnTo>
                <a:lnTo>
                  <a:pt x="301841" y="33105"/>
                </a:lnTo>
                <a:lnTo>
                  <a:pt x="302209" y="32719"/>
                </a:lnTo>
                <a:lnTo>
                  <a:pt x="302590" y="32354"/>
                </a:lnTo>
                <a:lnTo>
                  <a:pt x="302984" y="32010"/>
                </a:lnTo>
                <a:lnTo>
                  <a:pt x="303390" y="31687"/>
                </a:lnTo>
                <a:lnTo>
                  <a:pt x="303808" y="31385"/>
                </a:lnTo>
                <a:lnTo>
                  <a:pt x="304239" y="31103"/>
                </a:lnTo>
                <a:lnTo>
                  <a:pt x="304682" y="30842"/>
                </a:lnTo>
                <a:lnTo>
                  <a:pt x="305138" y="30602"/>
                </a:lnTo>
                <a:lnTo>
                  <a:pt x="305606" y="30383"/>
                </a:lnTo>
                <a:lnTo>
                  <a:pt x="306087" y="30185"/>
                </a:lnTo>
                <a:lnTo>
                  <a:pt x="306581" y="30008"/>
                </a:lnTo>
                <a:lnTo>
                  <a:pt x="307086" y="29852"/>
                </a:lnTo>
                <a:lnTo>
                  <a:pt x="307605" y="29716"/>
                </a:lnTo>
                <a:lnTo>
                  <a:pt x="308135" y="29601"/>
                </a:lnTo>
                <a:lnTo>
                  <a:pt x="308679" y="29507"/>
                </a:lnTo>
                <a:lnTo>
                  <a:pt x="309235" y="29434"/>
                </a:lnTo>
                <a:lnTo>
                  <a:pt x="309803" y="29382"/>
                </a:lnTo>
                <a:lnTo>
                  <a:pt x="310384" y="29351"/>
                </a:lnTo>
                <a:lnTo>
                  <a:pt x="310977" y="29341"/>
                </a:lnTo>
                <a:lnTo>
                  <a:pt x="311441" y="29346"/>
                </a:lnTo>
                <a:lnTo>
                  <a:pt x="311898" y="29362"/>
                </a:lnTo>
                <a:lnTo>
                  <a:pt x="312349" y="29390"/>
                </a:lnTo>
                <a:lnTo>
                  <a:pt x="312794" y="29428"/>
                </a:lnTo>
                <a:lnTo>
                  <a:pt x="313233" y="29477"/>
                </a:lnTo>
                <a:lnTo>
                  <a:pt x="313665" y="29537"/>
                </a:lnTo>
                <a:lnTo>
                  <a:pt x="314092" y="29608"/>
                </a:lnTo>
                <a:lnTo>
                  <a:pt x="314512" y="29690"/>
                </a:lnTo>
                <a:lnTo>
                  <a:pt x="314925" y="29783"/>
                </a:lnTo>
                <a:lnTo>
                  <a:pt x="315333" y="29886"/>
                </a:lnTo>
                <a:lnTo>
                  <a:pt x="315734" y="30001"/>
                </a:lnTo>
                <a:lnTo>
                  <a:pt x="316129" y="30126"/>
                </a:lnTo>
                <a:lnTo>
                  <a:pt x="316518" y="30263"/>
                </a:lnTo>
                <a:lnTo>
                  <a:pt x="316900" y="30410"/>
                </a:lnTo>
                <a:lnTo>
                  <a:pt x="317277" y="30569"/>
                </a:lnTo>
                <a:lnTo>
                  <a:pt x="317647" y="30738"/>
                </a:lnTo>
                <a:lnTo>
                  <a:pt x="318010" y="30918"/>
                </a:lnTo>
                <a:lnTo>
                  <a:pt x="318368" y="31109"/>
                </a:lnTo>
                <a:lnTo>
                  <a:pt x="318719" y="31311"/>
                </a:lnTo>
                <a:lnTo>
                  <a:pt x="319064" y="31524"/>
                </a:lnTo>
                <a:lnTo>
                  <a:pt x="319403" y="31747"/>
                </a:lnTo>
                <a:lnTo>
                  <a:pt x="319736" y="31982"/>
                </a:lnTo>
                <a:lnTo>
                  <a:pt x="320062" y="32228"/>
                </a:lnTo>
                <a:lnTo>
                  <a:pt x="320382" y="32484"/>
                </a:lnTo>
                <a:lnTo>
                  <a:pt x="320696" y="32749"/>
                </a:lnTo>
                <a:lnTo>
                  <a:pt x="321005" y="33021"/>
                </a:lnTo>
                <a:lnTo>
                  <a:pt x="321307" y="33300"/>
                </a:lnTo>
                <a:lnTo>
                  <a:pt x="321605" y="33585"/>
                </a:lnTo>
                <a:lnTo>
                  <a:pt x="321896" y="33876"/>
                </a:lnTo>
                <a:lnTo>
                  <a:pt x="322182" y="34175"/>
                </a:lnTo>
                <a:lnTo>
                  <a:pt x="322463" y="34479"/>
                </a:lnTo>
                <a:lnTo>
                  <a:pt x="322737" y="34791"/>
                </a:lnTo>
                <a:lnTo>
                  <a:pt x="323006" y="35109"/>
                </a:lnTo>
                <a:lnTo>
                  <a:pt x="323270" y="35433"/>
                </a:lnTo>
                <a:lnTo>
                  <a:pt x="323528" y="35765"/>
                </a:lnTo>
                <a:lnTo>
                  <a:pt x="323780" y="36102"/>
                </a:lnTo>
                <a:lnTo>
                  <a:pt x="324026" y="36447"/>
                </a:lnTo>
                <a:lnTo>
                  <a:pt x="324267" y="36798"/>
                </a:lnTo>
                <a:lnTo>
                  <a:pt x="324503" y="37155"/>
                </a:lnTo>
                <a:lnTo>
                  <a:pt x="324732" y="37519"/>
                </a:lnTo>
                <a:lnTo>
                  <a:pt x="324956" y="37890"/>
                </a:lnTo>
                <a:lnTo>
                  <a:pt x="325175" y="38267"/>
                </a:lnTo>
                <a:lnTo>
                  <a:pt x="325388" y="38651"/>
                </a:lnTo>
                <a:lnTo>
                  <a:pt x="325595" y="39042"/>
                </a:lnTo>
                <a:lnTo>
                  <a:pt x="325796" y="39439"/>
                </a:lnTo>
                <a:lnTo>
                  <a:pt x="325992" y="39843"/>
                </a:lnTo>
                <a:lnTo>
                  <a:pt x="326182" y="40253"/>
                </a:lnTo>
                <a:lnTo>
                  <a:pt x="326367" y="40670"/>
                </a:lnTo>
                <a:lnTo>
                  <a:pt x="326367" y="64197"/>
                </a:lnTo>
                <a:lnTo>
                  <a:pt x="326177" y="64569"/>
                </a:lnTo>
                <a:lnTo>
                  <a:pt x="325982" y="64935"/>
                </a:lnTo>
                <a:lnTo>
                  <a:pt x="325780" y="65298"/>
                </a:lnTo>
                <a:lnTo>
                  <a:pt x="325572" y="65656"/>
                </a:lnTo>
                <a:lnTo>
                  <a:pt x="325358" y="66010"/>
                </a:lnTo>
                <a:lnTo>
                  <a:pt x="325138" y="66360"/>
                </a:lnTo>
                <a:lnTo>
                  <a:pt x="324912" y="66705"/>
                </a:lnTo>
                <a:lnTo>
                  <a:pt x="324680" y="67047"/>
                </a:lnTo>
                <a:lnTo>
                  <a:pt x="324442" y="67383"/>
                </a:lnTo>
                <a:lnTo>
                  <a:pt x="324198" y="67716"/>
                </a:lnTo>
                <a:lnTo>
                  <a:pt x="323948" y="68044"/>
                </a:lnTo>
                <a:lnTo>
                  <a:pt x="323691" y="68368"/>
                </a:lnTo>
                <a:lnTo>
                  <a:pt x="323429" y="68687"/>
                </a:lnTo>
                <a:lnTo>
                  <a:pt x="323161" y="69002"/>
                </a:lnTo>
                <a:lnTo>
                  <a:pt x="322887" y="69313"/>
                </a:lnTo>
                <a:lnTo>
                  <a:pt x="322606" y="69619"/>
                </a:lnTo>
                <a:lnTo>
                  <a:pt x="322320" y="69922"/>
                </a:lnTo>
                <a:lnTo>
                  <a:pt x="322027" y="70220"/>
                </a:lnTo>
                <a:lnTo>
                  <a:pt x="321729" y="70513"/>
                </a:lnTo>
                <a:lnTo>
                  <a:pt x="321425" y="70802"/>
                </a:lnTo>
                <a:lnTo>
                  <a:pt x="321114" y="71087"/>
                </a:lnTo>
                <a:lnTo>
                  <a:pt x="320797" y="71368"/>
                </a:lnTo>
                <a:lnTo>
                  <a:pt x="320475" y="71644"/>
                </a:lnTo>
                <a:lnTo>
                  <a:pt x="320146" y="71916"/>
                </a:lnTo>
                <a:lnTo>
                  <a:pt x="319811" y="72180"/>
                </a:lnTo>
                <a:lnTo>
                  <a:pt x="319469" y="72433"/>
                </a:lnTo>
                <a:lnTo>
                  <a:pt x="319120" y="72675"/>
                </a:lnTo>
                <a:lnTo>
                  <a:pt x="318764" y="72905"/>
                </a:lnTo>
                <a:lnTo>
                  <a:pt x="318402" y="73124"/>
                </a:lnTo>
                <a:lnTo>
                  <a:pt x="318033" y="73332"/>
                </a:lnTo>
                <a:lnTo>
                  <a:pt x="317656" y="73528"/>
                </a:lnTo>
                <a:lnTo>
                  <a:pt x="317273" y="73714"/>
                </a:lnTo>
                <a:lnTo>
                  <a:pt x="316883" y="73888"/>
                </a:lnTo>
                <a:lnTo>
                  <a:pt x="316486" y="74051"/>
                </a:lnTo>
                <a:lnTo>
                  <a:pt x="316083" y="74203"/>
                </a:lnTo>
                <a:lnTo>
                  <a:pt x="315672" y="74343"/>
                </a:lnTo>
                <a:lnTo>
                  <a:pt x="315255" y="74472"/>
                </a:lnTo>
                <a:lnTo>
                  <a:pt x="314830" y="74590"/>
                </a:lnTo>
                <a:lnTo>
                  <a:pt x="314399" y="74697"/>
                </a:lnTo>
                <a:lnTo>
                  <a:pt x="313961" y="74792"/>
                </a:lnTo>
                <a:lnTo>
                  <a:pt x="313516" y="74877"/>
                </a:lnTo>
                <a:lnTo>
                  <a:pt x="313065" y="74950"/>
                </a:lnTo>
                <a:lnTo>
                  <a:pt x="312606" y="75012"/>
                </a:lnTo>
                <a:lnTo>
                  <a:pt x="312141" y="75062"/>
                </a:lnTo>
                <a:lnTo>
                  <a:pt x="311668" y="75101"/>
                </a:lnTo>
                <a:lnTo>
                  <a:pt x="311189" y="75130"/>
                </a:lnTo>
                <a:lnTo>
                  <a:pt x="310703" y="75146"/>
                </a:lnTo>
                <a:lnTo>
                  <a:pt x="310210" y="75152"/>
                </a:lnTo>
                <a:lnTo>
                  <a:pt x="309656" y="75142"/>
                </a:lnTo>
                <a:lnTo>
                  <a:pt x="309113" y="75112"/>
                </a:lnTo>
                <a:lnTo>
                  <a:pt x="308581" y="75061"/>
                </a:lnTo>
                <a:lnTo>
                  <a:pt x="308060" y="74990"/>
                </a:lnTo>
                <a:close/>
                <a:moveTo>
                  <a:pt x="373748" y="83165"/>
                </a:moveTo>
                <a:lnTo>
                  <a:pt x="374245" y="83123"/>
                </a:lnTo>
                <a:lnTo>
                  <a:pt x="374736" y="83072"/>
                </a:lnTo>
                <a:lnTo>
                  <a:pt x="375221" y="83011"/>
                </a:lnTo>
                <a:lnTo>
                  <a:pt x="375699" y="82941"/>
                </a:lnTo>
                <a:lnTo>
                  <a:pt x="376171" y="82862"/>
                </a:lnTo>
                <a:lnTo>
                  <a:pt x="376636" y="82773"/>
                </a:lnTo>
                <a:lnTo>
                  <a:pt x="377095" y="82676"/>
                </a:lnTo>
                <a:lnTo>
                  <a:pt x="377548" y="82568"/>
                </a:lnTo>
                <a:lnTo>
                  <a:pt x="377994" y="82452"/>
                </a:lnTo>
                <a:lnTo>
                  <a:pt x="378435" y="82326"/>
                </a:lnTo>
                <a:lnTo>
                  <a:pt x="378868" y="82191"/>
                </a:lnTo>
                <a:lnTo>
                  <a:pt x="379296" y="82046"/>
                </a:lnTo>
                <a:lnTo>
                  <a:pt x="379717" y="81892"/>
                </a:lnTo>
                <a:lnTo>
                  <a:pt x="380131" y="81729"/>
                </a:lnTo>
                <a:lnTo>
                  <a:pt x="380540" y="81556"/>
                </a:lnTo>
                <a:lnTo>
                  <a:pt x="380942" y="81374"/>
                </a:lnTo>
                <a:lnTo>
                  <a:pt x="381337" y="81183"/>
                </a:lnTo>
                <a:lnTo>
                  <a:pt x="381727" y="80983"/>
                </a:lnTo>
                <a:lnTo>
                  <a:pt x="382110" y="80773"/>
                </a:lnTo>
                <a:lnTo>
                  <a:pt x="382486" y="80554"/>
                </a:lnTo>
                <a:lnTo>
                  <a:pt x="382857" y="80327"/>
                </a:lnTo>
                <a:lnTo>
                  <a:pt x="383221" y="80094"/>
                </a:lnTo>
                <a:lnTo>
                  <a:pt x="383580" y="79856"/>
                </a:lnTo>
                <a:lnTo>
                  <a:pt x="383933" y="79612"/>
                </a:lnTo>
                <a:lnTo>
                  <a:pt x="384279" y="79361"/>
                </a:lnTo>
                <a:lnTo>
                  <a:pt x="384620" y="79105"/>
                </a:lnTo>
                <a:lnTo>
                  <a:pt x="384955" y="78844"/>
                </a:lnTo>
                <a:lnTo>
                  <a:pt x="385284" y="78576"/>
                </a:lnTo>
                <a:lnTo>
                  <a:pt x="385607" y="78303"/>
                </a:lnTo>
                <a:lnTo>
                  <a:pt x="385924" y="78023"/>
                </a:lnTo>
                <a:lnTo>
                  <a:pt x="386235" y="77738"/>
                </a:lnTo>
                <a:lnTo>
                  <a:pt x="386540" y="77447"/>
                </a:lnTo>
                <a:lnTo>
                  <a:pt x="386840" y="77150"/>
                </a:lnTo>
                <a:lnTo>
                  <a:pt x="387133" y="76847"/>
                </a:lnTo>
                <a:lnTo>
                  <a:pt x="387420" y="76539"/>
                </a:lnTo>
                <a:lnTo>
                  <a:pt x="387702" y="76224"/>
                </a:lnTo>
                <a:lnTo>
                  <a:pt x="387977" y="75904"/>
                </a:lnTo>
                <a:lnTo>
                  <a:pt x="388247" y="75578"/>
                </a:lnTo>
                <a:lnTo>
                  <a:pt x="388510" y="75246"/>
                </a:lnTo>
                <a:lnTo>
                  <a:pt x="388768" y="74908"/>
                </a:lnTo>
                <a:lnTo>
                  <a:pt x="389020" y="74565"/>
                </a:lnTo>
                <a:lnTo>
                  <a:pt x="389265" y="74215"/>
                </a:lnTo>
                <a:lnTo>
                  <a:pt x="389505" y="73860"/>
                </a:lnTo>
                <a:lnTo>
                  <a:pt x="389739" y="73499"/>
                </a:lnTo>
                <a:lnTo>
                  <a:pt x="390388" y="82177"/>
                </a:lnTo>
                <a:lnTo>
                  <a:pt x="399469" y="82177"/>
                </a:lnTo>
                <a:lnTo>
                  <a:pt x="399469" y="2716"/>
                </a:lnTo>
                <a:lnTo>
                  <a:pt x="389857" y="2716"/>
                </a:lnTo>
                <a:lnTo>
                  <a:pt x="389857" y="31112"/>
                </a:lnTo>
                <a:lnTo>
                  <a:pt x="389633" y="30736"/>
                </a:lnTo>
                <a:lnTo>
                  <a:pt x="389404" y="30367"/>
                </a:lnTo>
                <a:lnTo>
                  <a:pt x="389169" y="30005"/>
                </a:lnTo>
                <a:lnTo>
                  <a:pt x="388928" y="29649"/>
                </a:lnTo>
                <a:lnTo>
                  <a:pt x="388681" y="29300"/>
                </a:lnTo>
                <a:lnTo>
                  <a:pt x="388429" y="28957"/>
                </a:lnTo>
                <a:lnTo>
                  <a:pt x="388171" y="28621"/>
                </a:lnTo>
                <a:lnTo>
                  <a:pt x="387908" y="28291"/>
                </a:lnTo>
                <a:lnTo>
                  <a:pt x="387639" y="27968"/>
                </a:lnTo>
                <a:lnTo>
                  <a:pt x="387364" y="27651"/>
                </a:lnTo>
                <a:lnTo>
                  <a:pt x="387084" y="27342"/>
                </a:lnTo>
                <a:lnTo>
                  <a:pt x="386798" y="27038"/>
                </a:lnTo>
                <a:lnTo>
                  <a:pt x="386507" y="26741"/>
                </a:lnTo>
                <a:lnTo>
                  <a:pt x="386210" y="26451"/>
                </a:lnTo>
                <a:lnTo>
                  <a:pt x="385907" y="26167"/>
                </a:lnTo>
                <a:lnTo>
                  <a:pt x="385599" y="25890"/>
                </a:lnTo>
                <a:lnTo>
                  <a:pt x="385285" y="25620"/>
                </a:lnTo>
                <a:lnTo>
                  <a:pt x="384965" y="25356"/>
                </a:lnTo>
                <a:lnTo>
                  <a:pt x="384640" y="25098"/>
                </a:lnTo>
                <a:lnTo>
                  <a:pt x="384309" y="24847"/>
                </a:lnTo>
                <a:lnTo>
                  <a:pt x="383972" y="24603"/>
                </a:lnTo>
                <a:lnTo>
                  <a:pt x="383630" y="24365"/>
                </a:lnTo>
                <a:lnTo>
                  <a:pt x="383282" y="24134"/>
                </a:lnTo>
                <a:lnTo>
                  <a:pt x="382929" y="23909"/>
                </a:lnTo>
                <a:lnTo>
                  <a:pt x="382569" y="23693"/>
                </a:lnTo>
                <a:lnTo>
                  <a:pt x="382202" y="23485"/>
                </a:lnTo>
                <a:lnTo>
                  <a:pt x="381829" y="23287"/>
                </a:lnTo>
                <a:lnTo>
                  <a:pt x="381449" y="23098"/>
                </a:lnTo>
                <a:lnTo>
                  <a:pt x="381062" y="22918"/>
                </a:lnTo>
                <a:lnTo>
                  <a:pt x="380668" y="22747"/>
                </a:lnTo>
                <a:lnTo>
                  <a:pt x="380267" y="22586"/>
                </a:lnTo>
                <a:lnTo>
                  <a:pt x="379859" y="22433"/>
                </a:lnTo>
                <a:lnTo>
                  <a:pt x="379445" y="22290"/>
                </a:lnTo>
                <a:lnTo>
                  <a:pt x="379023" y="22157"/>
                </a:lnTo>
                <a:lnTo>
                  <a:pt x="378595" y="22032"/>
                </a:lnTo>
                <a:lnTo>
                  <a:pt x="378160" y="21917"/>
                </a:lnTo>
                <a:lnTo>
                  <a:pt x="377718" y="21811"/>
                </a:lnTo>
                <a:lnTo>
                  <a:pt x="377269" y="21714"/>
                </a:lnTo>
                <a:lnTo>
                  <a:pt x="376813" y="21626"/>
                </a:lnTo>
                <a:lnTo>
                  <a:pt x="376351" y="21548"/>
                </a:lnTo>
                <a:lnTo>
                  <a:pt x="375881" y="21479"/>
                </a:lnTo>
                <a:lnTo>
                  <a:pt x="375405" y="21419"/>
                </a:lnTo>
                <a:lnTo>
                  <a:pt x="374922" y="21368"/>
                </a:lnTo>
                <a:lnTo>
                  <a:pt x="374432" y="21327"/>
                </a:lnTo>
                <a:lnTo>
                  <a:pt x="373935" y="21294"/>
                </a:lnTo>
                <a:lnTo>
                  <a:pt x="373431" y="21271"/>
                </a:lnTo>
                <a:lnTo>
                  <a:pt x="372921" y="21257"/>
                </a:lnTo>
                <a:lnTo>
                  <a:pt x="372403" y="21253"/>
                </a:lnTo>
                <a:lnTo>
                  <a:pt x="371827" y="21259"/>
                </a:lnTo>
                <a:lnTo>
                  <a:pt x="371256" y="21277"/>
                </a:lnTo>
                <a:lnTo>
                  <a:pt x="370692" y="21308"/>
                </a:lnTo>
                <a:lnTo>
                  <a:pt x="370135" y="21351"/>
                </a:lnTo>
                <a:lnTo>
                  <a:pt x="369583" y="21406"/>
                </a:lnTo>
                <a:lnTo>
                  <a:pt x="369038" y="21473"/>
                </a:lnTo>
                <a:lnTo>
                  <a:pt x="368500" y="21553"/>
                </a:lnTo>
                <a:lnTo>
                  <a:pt x="367968" y="21645"/>
                </a:lnTo>
                <a:lnTo>
                  <a:pt x="367442" y="21749"/>
                </a:lnTo>
                <a:lnTo>
                  <a:pt x="366922" y="21865"/>
                </a:lnTo>
                <a:lnTo>
                  <a:pt x="366409" y="21994"/>
                </a:lnTo>
                <a:lnTo>
                  <a:pt x="365902" y="22135"/>
                </a:lnTo>
                <a:lnTo>
                  <a:pt x="365402" y="22288"/>
                </a:lnTo>
                <a:lnTo>
                  <a:pt x="364907" y="22454"/>
                </a:lnTo>
                <a:lnTo>
                  <a:pt x="364420" y="22631"/>
                </a:lnTo>
                <a:lnTo>
                  <a:pt x="363938" y="22821"/>
                </a:lnTo>
                <a:lnTo>
                  <a:pt x="363463" y="23023"/>
                </a:lnTo>
                <a:lnTo>
                  <a:pt x="362994" y="23238"/>
                </a:lnTo>
                <a:lnTo>
                  <a:pt x="362532" y="23465"/>
                </a:lnTo>
                <a:lnTo>
                  <a:pt x="362076" y="23704"/>
                </a:lnTo>
                <a:lnTo>
                  <a:pt x="361626" y="23955"/>
                </a:lnTo>
                <a:lnTo>
                  <a:pt x="361183" y="24218"/>
                </a:lnTo>
                <a:lnTo>
                  <a:pt x="360746" y="24494"/>
                </a:lnTo>
                <a:lnTo>
                  <a:pt x="360315" y="24782"/>
                </a:lnTo>
                <a:lnTo>
                  <a:pt x="359892" y="25082"/>
                </a:lnTo>
                <a:lnTo>
                  <a:pt x="359476" y="25394"/>
                </a:lnTo>
                <a:lnTo>
                  <a:pt x="359069" y="25718"/>
                </a:lnTo>
                <a:lnTo>
                  <a:pt x="358671" y="26054"/>
                </a:lnTo>
                <a:lnTo>
                  <a:pt x="358280" y="26402"/>
                </a:lnTo>
                <a:lnTo>
                  <a:pt x="357897" y="26761"/>
                </a:lnTo>
                <a:lnTo>
                  <a:pt x="357523" y="27133"/>
                </a:lnTo>
                <a:lnTo>
                  <a:pt x="357157" y="27517"/>
                </a:lnTo>
                <a:lnTo>
                  <a:pt x="356799" y="27912"/>
                </a:lnTo>
                <a:lnTo>
                  <a:pt x="356449" y="28320"/>
                </a:lnTo>
                <a:lnTo>
                  <a:pt x="356108" y="28739"/>
                </a:lnTo>
                <a:lnTo>
                  <a:pt x="355775" y="29170"/>
                </a:lnTo>
                <a:lnTo>
                  <a:pt x="355450" y="29614"/>
                </a:lnTo>
                <a:lnTo>
                  <a:pt x="355133" y="30069"/>
                </a:lnTo>
                <a:lnTo>
                  <a:pt x="354824" y="30536"/>
                </a:lnTo>
                <a:lnTo>
                  <a:pt x="354523" y="31015"/>
                </a:lnTo>
                <a:lnTo>
                  <a:pt x="354231" y="31506"/>
                </a:lnTo>
                <a:lnTo>
                  <a:pt x="353947" y="32009"/>
                </a:lnTo>
                <a:lnTo>
                  <a:pt x="353671" y="32524"/>
                </a:lnTo>
                <a:lnTo>
                  <a:pt x="353403" y="33051"/>
                </a:lnTo>
                <a:lnTo>
                  <a:pt x="353143" y="33589"/>
                </a:lnTo>
                <a:lnTo>
                  <a:pt x="352892" y="34140"/>
                </a:lnTo>
                <a:lnTo>
                  <a:pt x="352649" y="34703"/>
                </a:lnTo>
                <a:lnTo>
                  <a:pt x="352414" y="35277"/>
                </a:lnTo>
                <a:lnTo>
                  <a:pt x="352187" y="35864"/>
                </a:lnTo>
                <a:lnTo>
                  <a:pt x="351971" y="36462"/>
                </a:lnTo>
                <a:lnTo>
                  <a:pt x="351764" y="37072"/>
                </a:lnTo>
                <a:lnTo>
                  <a:pt x="351567" y="37693"/>
                </a:lnTo>
                <a:lnTo>
                  <a:pt x="351379" y="38327"/>
                </a:lnTo>
                <a:lnTo>
                  <a:pt x="351201" y="38973"/>
                </a:lnTo>
                <a:lnTo>
                  <a:pt x="351033" y="39630"/>
                </a:lnTo>
                <a:lnTo>
                  <a:pt x="350874" y="40299"/>
                </a:lnTo>
                <a:lnTo>
                  <a:pt x="350725" y="40980"/>
                </a:lnTo>
                <a:lnTo>
                  <a:pt x="350585" y="41673"/>
                </a:lnTo>
                <a:lnTo>
                  <a:pt x="350455" y="42377"/>
                </a:lnTo>
                <a:lnTo>
                  <a:pt x="350335" y="43094"/>
                </a:lnTo>
                <a:lnTo>
                  <a:pt x="350224" y="43822"/>
                </a:lnTo>
                <a:lnTo>
                  <a:pt x="350123" y="44562"/>
                </a:lnTo>
                <a:lnTo>
                  <a:pt x="350032" y="45314"/>
                </a:lnTo>
                <a:lnTo>
                  <a:pt x="349950" y="46078"/>
                </a:lnTo>
                <a:lnTo>
                  <a:pt x="349878" y="46854"/>
                </a:lnTo>
                <a:lnTo>
                  <a:pt x="349815" y="47642"/>
                </a:lnTo>
                <a:lnTo>
                  <a:pt x="349762" y="48441"/>
                </a:lnTo>
                <a:lnTo>
                  <a:pt x="349719" y="49252"/>
                </a:lnTo>
                <a:lnTo>
                  <a:pt x="349685" y="50075"/>
                </a:lnTo>
                <a:lnTo>
                  <a:pt x="349661" y="50910"/>
                </a:lnTo>
                <a:lnTo>
                  <a:pt x="349647" y="51757"/>
                </a:lnTo>
                <a:lnTo>
                  <a:pt x="349642" y="52615"/>
                </a:lnTo>
                <a:lnTo>
                  <a:pt x="349647" y="53448"/>
                </a:lnTo>
                <a:lnTo>
                  <a:pt x="349661" y="54270"/>
                </a:lnTo>
                <a:lnTo>
                  <a:pt x="349685" y="55080"/>
                </a:lnTo>
                <a:lnTo>
                  <a:pt x="349717" y="55880"/>
                </a:lnTo>
                <a:lnTo>
                  <a:pt x="349760" y="56667"/>
                </a:lnTo>
                <a:lnTo>
                  <a:pt x="349812" y="57444"/>
                </a:lnTo>
                <a:lnTo>
                  <a:pt x="349873" y="58209"/>
                </a:lnTo>
                <a:lnTo>
                  <a:pt x="349944" y="58963"/>
                </a:lnTo>
                <a:lnTo>
                  <a:pt x="350024" y="59706"/>
                </a:lnTo>
                <a:lnTo>
                  <a:pt x="350113" y="60437"/>
                </a:lnTo>
                <a:lnTo>
                  <a:pt x="350212" y="61157"/>
                </a:lnTo>
                <a:lnTo>
                  <a:pt x="350320" y="61866"/>
                </a:lnTo>
                <a:lnTo>
                  <a:pt x="350438" y="62564"/>
                </a:lnTo>
                <a:lnTo>
                  <a:pt x="350565" y="63250"/>
                </a:lnTo>
                <a:lnTo>
                  <a:pt x="350702" y="63925"/>
                </a:lnTo>
                <a:lnTo>
                  <a:pt x="350848" y="64589"/>
                </a:lnTo>
                <a:lnTo>
                  <a:pt x="351003" y="65241"/>
                </a:lnTo>
                <a:lnTo>
                  <a:pt x="351168" y="65882"/>
                </a:lnTo>
                <a:lnTo>
                  <a:pt x="351342" y="66512"/>
                </a:lnTo>
                <a:lnTo>
                  <a:pt x="351526" y="67131"/>
                </a:lnTo>
                <a:lnTo>
                  <a:pt x="351719" y="67738"/>
                </a:lnTo>
                <a:lnTo>
                  <a:pt x="351921" y="68334"/>
                </a:lnTo>
                <a:lnTo>
                  <a:pt x="352133" y="68919"/>
                </a:lnTo>
                <a:lnTo>
                  <a:pt x="352355" y="69492"/>
                </a:lnTo>
                <a:lnTo>
                  <a:pt x="352585" y="70054"/>
                </a:lnTo>
                <a:lnTo>
                  <a:pt x="352822" y="70604"/>
                </a:lnTo>
                <a:lnTo>
                  <a:pt x="353068" y="71143"/>
                </a:lnTo>
                <a:lnTo>
                  <a:pt x="353321" y="71670"/>
                </a:lnTo>
                <a:lnTo>
                  <a:pt x="353582" y="72186"/>
                </a:lnTo>
                <a:lnTo>
                  <a:pt x="353851" y="72689"/>
                </a:lnTo>
                <a:lnTo>
                  <a:pt x="354127" y="73182"/>
                </a:lnTo>
                <a:lnTo>
                  <a:pt x="354412" y="73662"/>
                </a:lnTo>
                <a:lnTo>
                  <a:pt x="354704" y="74131"/>
                </a:lnTo>
                <a:lnTo>
                  <a:pt x="355004" y="74589"/>
                </a:lnTo>
                <a:lnTo>
                  <a:pt x="355312" y="75035"/>
                </a:lnTo>
                <a:lnTo>
                  <a:pt x="355627" y="75469"/>
                </a:lnTo>
                <a:lnTo>
                  <a:pt x="355951" y="75891"/>
                </a:lnTo>
                <a:lnTo>
                  <a:pt x="356282" y="76302"/>
                </a:lnTo>
                <a:lnTo>
                  <a:pt x="356620" y="76702"/>
                </a:lnTo>
                <a:lnTo>
                  <a:pt x="356967" y="77089"/>
                </a:lnTo>
                <a:lnTo>
                  <a:pt x="357321" y="77466"/>
                </a:lnTo>
                <a:lnTo>
                  <a:pt x="357684" y="77830"/>
                </a:lnTo>
                <a:lnTo>
                  <a:pt x="358054" y="78183"/>
                </a:lnTo>
                <a:lnTo>
                  <a:pt x="358431" y="78524"/>
                </a:lnTo>
                <a:lnTo>
                  <a:pt x="358817" y="78854"/>
                </a:lnTo>
                <a:lnTo>
                  <a:pt x="359210" y="79172"/>
                </a:lnTo>
                <a:lnTo>
                  <a:pt x="359611" y="79479"/>
                </a:lnTo>
                <a:lnTo>
                  <a:pt x="360020" y="79773"/>
                </a:lnTo>
                <a:lnTo>
                  <a:pt x="360436" y="80056"/>
                </a:lnTo>
                <a:lnTo>
                  <a:pt x="360858" y="80327"/>
                </a:lnTo>
                <a:lnTo>
                  <a:pt x="361286" y="80586"/>
                </a:lnTo>
                <a:lnTo>
                  <a:pt x="361720" y="80833"/>
                </a:lnTo>
                <a:lnTo>
                  <a:pt x="362161" y="81067"/>
                </a:lnTo>
                <a:lnTo>
                  <a:pt x="362607" y="81290"/>
                </a:lnTo>
                <a:lnTo>
                  <a:pt x="363060" y="81501"/>
                </a:lnTo>
                <a:lnTo>
                  <a:pt x="363519" y="81699"/>
                </a:lnTo>
                <a:lnTo>
                  <a:pt x="363984" y="81886"/>
                </a:lnTo>
                <a:lnTo>
                  <a:pt x="364455" y="82060"/>
                </a:lnTo>
                <a:lnTo>
                  <a:pt x="364932" y="82223"/>
                </a:lnTo>
                <a:lnTo>
                  <a:pt x="365416" y="82373"/>
                </a:lnTo>
                <a:lnTo>
                  <a:pt x="365905" y="82512"/>
                </a:lnTo>
                <a:lnTo>
                  <a:pt x="366401" y="82638"/>
                </a:lnTo>
                <a:lnTo>
                  <a:pt x="366903" y="82752"/>
                </a:lnTo>
                <a:lnTo>
                  <a:pt x="367411" y="82855"/>
                </a:lnTo>
                <a:lnTo>
                  <a:pt x="367925" y="82945"/>
                </a:lnTo>
                <a:lnTo>
                  <a:pt x="368445" y="83023"/>
                </a:lnTo>
                <a:lnTo>
                  <a:pt x="368971" y="83089"/>
                </a:lnTo>
                <a:lnTo>
                  <a:pt x="369504" y="83144"/>
                </a:lnTo>
                <a:lnTo>
                  <a:pt x="370043" y="83186"/>
                </a:lnTo>
                <a:lnTo>
                  <a:pt x="370587" y="83216"/>
                </a:lnTo>
                <a:lnTo>
                  <a:pt x="371138" y="83234"/>
                </a:lnTo>
                <a:lnTo>
                  <a:pt x="371696" y="83240"/>
                </a:lnTo>
                <a:lnTo>
                  <a:pt x="372218" y="83235"/>
                </a:lnTo>
                <a:lnTo>
                  <a:pt x="372734" y="83221"/>
                </a:lnTo>
                <a:lnTo>
                  <a:pt x="373244" y="83198"/>
                </a:lnTo>
                <a:lnTo>
                  <a:pt x="373748" y="83165"/>
                </a:lnTo>
                <a:close/>
                <a:moveTo>
                  <a:pt x="371256" y="74990"/>
                </a:moveTo>
                <a:lnTo>
                  <a:pt x="370747" y="74899"/>
                </a:lnTo>
                <a:lnTo>
                  <a:pt x="370249" y="74788"/>
                </a:lnTo>
                <a:lnTo>
                  <a:pt x="369763" y="74657"/>
                </a:lnTo>
                <a:lnTo>
                  <a:pt x="369288" y="74505"/>
                </a:lnTo>
                <a:lnTo>
                  <a:pt x="368824" y="74334"/>
                </a:lnTo>
                <a:lnTo>
                  <a:pt x="368372" y="74142"/>
                </a:lnTo>
                <a:lnTo>
                  <a:pt x="367931" y="73930"/>
                </a:lnTo>
                <a:lnTo>
                  <a:pt x="367502" y="73697"/>
                </a:lnTo>
                <a:lnTo>
                  <a:pt x="367083" y="73445"/>
                </a:lnTo>
                <a:lnTo>
                  <a:pt x="366677" y="73172"/>
                </a:lnTo>
                <a:lnTo>
                  <a:pt x="366281" y="72879"/>
                </a:lnTo>
                <a:lnTo>
                  <a:pt x="365897" y="72566"/>
                </a:lnTo>
                <a:lnTo>
                  <a:pt x="365525" y="72233"/>
                </a:lnTo>
                <a:lnTo>
                  <a:pt x="365163" y="71879"/>
                </a:lnTo>
                <a:lnTo>
                  <a:pt x="364813" y="71505"/>
                </a:lnTo>
                <a:lnTo>
                  <a:pt x="364475" y="71111"/>
                </a:lnTo>
                <a:lnTo>
                  <a:pt x="364147" y="70697"/>
                </a:lnTo>
                <a:lnTo>
                  <a:pt x="363832" y="70263"/>
                </a:lnTo>
                <a:lnTo>
                  <a:pt x="363527" y="69808"/>
                </a:lnTo>
                <a:lnTo>
                  <a:pt x="363234" y="69333"/>
                </a:lnTo>
                <a:lnTo>
                  <a:pt x="362952" y="68839"/>
                </a:lnTo>
                <a:lnTo>
                  <a:pt x="362683" y="68328"/>
                </a:lnTo>
                <a:lnTo>
                  <a:pt x="362425" y="67798"/>
                </a:lnTo>
                <a:lnTo>
                  <a:pt x="362180" y="67251"/>
                </a:lnTo>
                <a:lnTo>
                  <a:pt x="361946" y="66685"/>
                </a:lnTo>
                <a:lnTo>
                  <a:pt x="361725" y="66102"/>
                </a:lnTo>
                <a:lnTo>
                  <a:pt x="361515" y="65501"/>
                </a:lnTo>
                <a:lnTo>
                  <a:pt x="361317" y="64882"/>
                </a:lnTo>
                <a:lnTo>
                  <a:pt x="361132" y="64246"/>
                </a:lnTo>
                <a:lnTo>
                  <a:pt x="360958" y="63592"/>
                </a:lnTo>
                <a:lnTo>
                  <a:pt x="360796" y="62919"/>
                </a:lnTo>
                <a:lnTo>
                  <a:pt x="360647" y="62229"/>
                </a:lnTo>
                <a:lnTo>
                  <a:pt x="360509" y="61521"/>
                </a:lnTo>
                <a:lnTo>
                  <a:pt x="360383" y="60796"/>
                </a:lnTo>
                <a:lnTo>
                  <a:pt x="360269" y="60052"/>
                </a:lnTo>
                <a:lnTo>
                  <a:pt x="360168" y="59291"/>
                </a:lnTo>
                <a:lnTo>
                  <a:pt x="360078" y="58512"/>
                </a:lnTo>
                <a:lnTo>
                  <a:pt x="360000" y="57715"/>
                </a:lnTo>
                <a:lnTo>
                  <a:pt x="359934" y="56900"/>
                </a:lnTo>
                <a:lnTo>
                  <a:pt x="359880" y="56067"/>
                </a:lnTo>
                <a:lnTo>
                  <a:pt x="359838" y="55217"/>
                </a:lnTo>
                <a:lnTo>
                  <a:pt x="359808" y="54348"/>
                </a:lnTo>
                <a:lnTo>
                  <a:pt x="359790" y="53462"/>
                </a:lnTo>
                <a:lnTo>
                  <a:pt x="359784" y="52558"/>
                </a:lnTo>
                <a:lnTo>
                  <a:pt x="359791" y="51633"/>
                </a:lnTo>
                <a:lnTo>
                  <a:pt x="359809" y="50727"/>
                </a:lnTo>
                <a:lnTo>
                  <a:pt x="359841" y="49838"/>
                </a:lnTo>
                <a:lnTo>
                  <a:pt x="359884" y="48968"/>
                </a:lnTo>
                <a:lnTo>
                  <a:pt x="359940" y="48115"/>
                </a:lnTo>
                <a:lnTo>
                  <a:pt x="360009" y="47281"/>
                </a:lnTo>
                <a:lnTo>
                  <a:pt x="360090" y="46465"/>
                </a:lnTo>
                <a:lnTo>
                  <a:pt x="360184" y="45666"/>
                </a:lnTo>
                <a:lnTo>
                  <a:pt x="360290" y="44886"/>
                </a:lnTo>
                <a:lnTo>
                  <a:pt x="360409" y="44124"/>
                </a:lnTo>
                <a:lnTo>
                  <a:pt x="360540" y="43380"/>
                </a:lnTo>
                <a:lnTo>
                  <a:pt x="360684" y="42653"/>
                </a:lnTo>
                <a:lnTo>
                  <a:pt x="360840" y="41945"/>
                </a:lnTo>
                <a:lnTo>
                  <a:pt x="361008" y="41255"/>
                </a:lnTo>
                <a:lnTo>
                  <a:pt x="361189" y="40583"/>
                </a:lnTo>
                <a:lnTo>
                  <a:pt x="361383" y="39929"/>
                </a:lnTo>
                <a:lnTo>
                  <a:pt x="361589" y="39293"/>
                </a:lnTo>
                <a:lnTo>
                  <a:pt x="361808" y="38676"/>
                </a:lnTo>
                <a:lnTo>
                  <a:pt x="362039" y="38076"/>
                </a:lnTo>
                <a:lnTo>
                  <a:pt x="362282" y="37494"/>
                </a:lnTo>
                <a:lnTo>
                  <a:pt x="362538" y="36930"/>
                </a:lnTo>
                <a:lnTo>
                  <a:pt x="362807" y="36385"/>
                </a:lnTo>
                <a:lnTo>
                  <a:pt x="363088" y="35857"/>
                </a:lnTo>
                <a:lnTo>
                  <a:pt x="363381" y="35347"/>
                </a:lnTo>
                <a:lnTo>
                  <a:pt x="363687" y="34857"/>
                </a:lnTo>
                <a:lnTo>
                  <a:pt x="364006" y="34388"/>
                </a:lnTo>
                <a:lnTo>
                  <a:pt x="364337" y="33940"/>
                </a:lnTo>
                <a:lnTo>
                  <a:pt x="364680" y="33512"/>
                </a:lnTo>
                <a:lnTo>
                  <a:pt x="365036" y="33105"/>
                </a:lnTo>
                <a:lnTo>
                  <a:pt x="365405" y="32719"/>
                </a:lnTo>
                <a:lnTo>
                  <a:pt x="365786" y="32354"/>
                </a:lnTo>
                <a:lnTo>
                  <a:pt x="366179" y="32010"/>
                </a:lnTo>
                <a:lnTo>
                  <a:pt x="366585" y="31687"/>
                </a:lnTo>
                <a:lnTo>
                  <a:pt x="367003" y="31385"/>
                </a:lnTo>
                <a:lnTo>
                  <a:pt x="367434" y="31103"/>
                </a:lnTo>
                <a:lnTo>
                  <a:pt x="367877" y="30842"/>
                </a:lnTo>
                <a:lnTo>
                  <a:pt x="368333" y="30602"/>
                </a:lnTo>
                <a:lnTo>
                  <a:pt x="368802" y="30383"/>
                </a:lnTo>
                <a:lnTo>
                  <a:pt x="369283" y="30185"/>
                </a:lnTo>
                <a:lnTo>
                  <a:pt x="369776" y="30008"/>
                </a:lnTo>
                <a:lnTo>
                  <a:pt x="370282" y="29852"/>
                </a:lnTo>
                <a:lnTo>
                  <a:pt x="370800" y="29716"/>
                </a:lnTo>
                <a:lnTo>
                  <a:pt x="371331" y="29601"/>
                </a:lnTo>
                <a:lnTo>
                  <a:pt x="371874" y="29507"/>
                </a:lnTo>
                <a:lnTo>
                  <a:pt x="372430" y="29434"/>
                </a:lnTo>
                <a:lnTo>
                  <a:pt x="372998" y="29382"/>
                </a:lnTo>
                <a:lnTo>
                  <a:pt x="373579" y="29351"/>
                </a:lnTo>
                <a:lnTo>
                  <a:pt x="374172" y="29341"/>
                </a:lnTo>
                <a:lnTo>
                  <a:pt x="374636" y="29346"/>
                </a:lnTo>
                <a:lnTo>
                  <a:pt x="375093" y="29362"/>
                </a:lnTo>
                <a:lnTo>
                  <a:pt x="375545" y="29390"/>
                </a:lnTo>
                <a:lnTo>
                  <a:pt x="375989" y="29428"/>
                </a:lnTo>
                <a:lnTo>
                  <a:pt x="376428" y="29477"/>
                </a:lnTo>
                <a:lnTo>
                  <a:pt x="376861" y="29537"/>
                </a:lnTo>
                <a:lnTo>
                  <a:pt x="377287" y="29608"/>
                </a:lnTo>
                <a:lnTo>
                  <a:pt x="377707" y="29690"/>
                </a:lnTo>
                <a:lnTo>
                  <a:pt x="378121" y="29783"/>
                </a:lnTo>
                <a:lnTo>
                  <a:pt x="378528" y="29886"/>
                </a:lnTo>
                <a:lnTo>
                  <a:pt x="378929" y="30001"/>
                </a:lnTo>
                <a:lnTo>
                  <a:pt x="379324" y="30126"/>
                </a:lnTo>
                <a:lnTo>
                  <a:pt x="379713" y="30263"/>
                </a:lnTo>
                <a:lnTo>
                  <a:pt x="380096" y="30410"/>
                </a:lnTo>
                <a:lnTo>
                  <a:pt x="380472" y="30569"/>
                </a:lnTo>
                <a:lnTo>
                  <a:pt x="380842" y="30738"/>
                </a:lnTo>
                <a:lnTo>
                  <a:pt x="381206" y="30918"/>
                </a:lnTo>
                <a:lnTo>
                  <a:pt x="381563" y="31109"/>
                </a:lnTo>
                <a:lnTo>
                  <a:pt x="381915" y="31311"/>
                </a:lnTo>
                <a:lnTo>
                  <a:pt x="382260" y="31524"/>
                </a:lnTo>
                <a:lnTo>
                  <a:pt x="382598" y="31747"/>
                </a:lnTo>
                <a:lnTo>
                  <a:pt x="382931" y="31982"/>
                </a:lnTo>
                <a:lnTo>
                  <a:pt x="383257" y="32228"/>
                </a:lnTo>
                <a:lnTo>
                  <a:pt x="383577" y="32484"/>
                </a:lnTo>
                <a:lnTo>
                  <a:pt x="383891" y="32749"/>
                </a:lnTo>
                <a:lnTo>
                  <a:pt x="384200" y="33021"/>
                </a:lnTo>
                <a:lnTo>
                  <a:pt x="384503" y="33300"/>
                </a:lnTo>
                <a:lnTo>
                  <a:pt x="384800" y="33585"/>
                </a:lnTo>
                <a:lnTo>
                  <a:pt x="385092" y="33876"/>
                </a:lnTo>
                <a:lnTo>
                  <a:pt x="385378" y="34175"/>
                </a:lnTo>
                <a:lnTo>
                  <a:pt x="385658" y="34479"/>
                </a:lnTo>
                <a:lnTo>
                  <a:pt x="385933" y="34791"/>
                </a:lnTo>
                <a:lnTo>
                  <a:pt x="386202" y="35109"/>
                </a:lnTo>
                <a:lnTo>
                  <a:pt x="386465" y="35433"/>
                </a:lnTo>
                <a:lnTo>
                  <a:pt x="386723" y="35765"/>
                </a:lnTo>
                <a:lnTo>
                  <a:pt x="386975" y="36102"/>
                </a:lnTo>
                <a:lnTo>
                  <a:pt x="387222" y="36447"/>
                </a:lnTo>
                <a:lnTo>
                  <a:pt x="387463" y="36798"/>
                </a:lnTo>
                <a:lnTo>
                  <a:pt x="387698" y="37155"/>
                </a:lnTo>
                <a:lnTo>
                  <a:pt x="387928" y="37519"/>
                </a:lnTo>
                <a:lnTo>
                  <a:pt x="388152" y="37890"/>
                </a:lnTo>
                <a:lnTo>
                  <a:pt x="388370" y="38267"/>
                </a:lnTo>
                <a:lnTo>
                  <a:pt x="388583" y="38651"/>
                </a:lnTo>
                <a:lnTo>
                  <a:pt x="388790" y="39042"/>
                </a:lnTo>
                <a:lnTo>
                  <a:pt x="388992" y="39439"/>
                </a:lnTo>
                <a:lnTo>
                  <a:pt x="389187" y="39843"/>
                </a:lnTo>
                <a:lnTo>
                  <a:pt x="389378" y="40253"/>
                </a:lnTo>
                <a:lnTo>
                  <a:pt x="389562" y="40670"/>
                </a:lnTo>
                <a:lnTo>
                  <a:pt x="389562" y="64197"/>
                </a:lnTo>
                <a:lnTo>
                  <a:pt x="389373" y="64569"/>
                </a:lnTo>
                <a:lnTo>
                  <a:pt x="389177" y="64935"/>
                </a:lnTo>
                <a:lnTo>
                  <a:pt x="388975" y="65298"/>
                </a:lnTo>
                <a:lnTo>
                  <a:pt x="388767" y="65656"/>
                </a:lnTo>
                <a:lnTo>
                  <a:pt x="388553" y="66010"/>
                </a:lnTo>
                <a:lnTo>
                  <a:pt x="388333" y="66360"/>
                </a:lnTo>
                <a:lnTo>
                  <a:pt x="388107" y="66705"/>
                </a:lnTo>
                <a:lnTo>
                  <a:pt x="387875" y="67047"/>
                </a:lnTo>
                <a:lnTo>
                  <a:pt x="387637" y="67383"/>
                </a:lnTo>
                <a:lnTo>
                  <a:pt x="387393" y="67716"/>
                </a:lnTo>
                <a:lnTo>
                  <a:pt x="387143" y="68044"/>
                </a:lnTo>
                <a:lnTo>
                  <a:pt x="386887" y="68368"/>
                </a:lnTo>
                <a:lnTo>
                  <a:pt x="386625" y="68687"/>
                </a:lnTo>
                <a:lnTo>
                  <a:pt x="386356" y="69002"/>
                </a:lnTo>
                <a:lnTo>
                  <a:pt x="386082" y="69313"/>
                </a:lnTo>
                <a:lnTo>
                  <a:pt x="385802" y="69619"/>
                </a:lnTo>
                <a:lnTo>
                  <a:pt x="385515" y="69922"/>
                </a:lnTo>
                <a:lnTo>
                  <a:pt x="385223" y="70220"/>
                </a:lnTo>
                <a:lnTo>
                  <a:pt x="384924" y="70513"/>
                </a:lnTo>
                <a:lnTo>
                  <a:pt x="384620" y="70802"/>
                </a:lnTo>
                <a:lnTo>
                  <a:pt x="384309" y="71087"/>
                </a:lnTo>
                <a:lnTo>
                  <a:pt x="383993" y="71368"/>
                </a:lnTo>
                <a:lnTo>
                  <a:pt x="383670" y="71644"/>
                </a:lnTo>
                <a:lnTo>
                  <a:pt x="383341" y="71916"/>
                </a:lnTo>
                <a:lnTo>
                  <a:pt x="383006" y="72180"/>
                </a:lnTo>
                <a:lnTo>
                  <a:pt x="382664" y="72433"/>
                </a:lnTo>
                <a:lnTo>
                  <a:pt x="382316" y="72675"/>
                </a:lnTo>
                <a:lnTo>
                  <a:pt x="381960" y="72905"/>
                </a:lnTo>
                <a:lnTo>
                  <a:pt x="381597" y="73124"/>
                </a:lnTo>
                <a:lnTo>
                  <a:pt x="381228" y="73332"/>
                </a:lnTo>
                <a:lnTo>
                  <a:pt x="380852" y="73528"/>
                </a:lnTo>
                <a:lnTo>
                  <a:pt x="380468" y="73714"/>
                </a:lnTo>
                <a:lnTo>
                  <a:pt x="380078" y="73888"/>
                </a:lnTo>
                <a:lnTo>
                  <a:pt x="379682" y="74051"/>
                </a:lnTo>
                <a:lnTo>
                  <a:pt x="379278" y="74203"/>
                </a:lnTo>
                <a:lnTo>
                  <a:pt x="378867" y="74343"/>
                </a:lnTo>
                <a:lnTo>
                  <a:pt x="378450" y="74472"/>
                </a:lnTo>
                <a:lnTo>
                  <a:pt x="378026" y="74590"/>
                </a:lnTo>
                <a:lnTo>
                  <a:pt x="377595" y="74697"/>
                </a:lnTo>
                <a:lnTo>
                  <a:pt x="377157" y="74792"/>
                </a:lnTo>
                <a:lnTo>
                  <a:pt x="376712" y="74877"/>
                </a:lnTo>
                <a:lnTo>
                  <a:pt x="376260" y="74950"/>
                </a:lnTo>
                <a:lnTo>
                  <a:pt x="375801" y="75012"/>
                </a:lnTo>
                <a:lnTo>
                  <a:pt x="375336" y="75062"/>
                </a:lnTo>
                <a:lnTo>
                  <a:pt x="374864" y="75101"/>
                </a:lnTo>
                <a:lnTo>
                  <a:pt x="374384" y="75130"/>
                </a:lnTo>
                <a:lnTo>
                  <a:pt x="373898" y="75146"/>
                </a:lnTo>
                <a:lnTo>
                  <a:pt x="373406" y="75152"/>
                </a:lnTo>
                <a:lnTo>
                  <a:pt x="372851" y="75142"/>
                </a:lnTo>
                <a:lnTo>
                  <a:pt x="372308" y="75112"/>
                </a:lnTo>
                <a:lnTo>
                  <a:pt x="371776" y="75061"/>
                </a:lnTo>
                <a:lnTo>
                  <a:pt x="371256" y="74990"/>
                </a:lnTo>
                <a:close/>
                <a:moveTo>
                  <a:pt x="108867" y="30275"/>
                </a:moveTo>
                <a:lnTo>
                  <a:pt x="108605" y="29703"/>
                </a:lnTo>
                <a:lnTo>
                  <a:pt x="108330" y="29146"/>
                </a:lnTo>
                <a:lnTo>
                  <a:pt x="108040" y="28606"/>
                </a:lnTo>
                <a:lnTo>
                  <a:pt x="107736" y="28081"/>
                </a:lnTo>
                <a:lnTo>
                  <a:pt x="107419" y="27572"/>
                </a:lnTo>
                <a:lnTo>
                  <a:pt x="107087" y="27079"/>
                </a:lnTo>
                <a:lnTo>
                  <a:pt x="106738" y="26603"/>
                </a:lnTo>
                <a:lnTo>
                  <a:pt x="106371" y="26148"/>
                </a:lnTo>
                <a:lnTo>
                  <a:pt x="105986" y="25713"/>
                </a:lnTo>
                <a:lnTo>
                  <a:pt x="105581" y="25299"/>
                </a:lnTo>
                <a:lnTo>
                  <a:pt x="105158" y="24904"/>
                </a:lnTo>
                <a:lnTo>
                  <a:pt x="104717" y="24530"/>
                </a:lnTo>
                <a:lnTo>
                  <a:pt x="104257" y="24176"/>
                </a:lnTo>
                <a:lnTo>
                  <a:pt x="103778" y="23842"/>
                </a:lnTo>
                <a:lnTo>
                  <a:pt x="103280" y="23529"/>
                </a:lnTo>
                <a:lnTo>
                  <a:pt x="102764" y="23235"/>
                </a:lnTo>
                <a:lnTo>
                  <a:pt x="102230" y="22962"/>
                </a:lnTo>
                <a:lnTo>
                  <a:pt x="101676" y="22709"/>
                </a:lnTo>
                <a:lnTo>
                  <a:pt x="101104" y="22477"/>
                </a:lnTo>
                <a:lnTo>
                  <a:pt x="100514" y="22264"/>
                </a:lnTo>
                <a:lnTo>
                  <a:pt x="99905" y="22072"/>
                </a:lnTo>
                <a:lnTo>
                  <a:pt x="99277" y="21900"/>
                </a:lnTo>
                <a:lnTo>
                  <a:pt x="98630" y="21748"/>
                </a:lnTo>
                <a:lnTo>
                  <a:pt x="97965" y="21617"/>
                </a:lnTo>
                <a:lnTo>
                  <a:pt x="97281" y="21506"/>
                </a:lnTo>
                <a:lnTo>
                  <a:pt x="96579" y="21415"/>
                </a:lnTo>
                <a:lnTo>
                  <a:pt x="95858" y="21344"/>
                </a:lnTo>
                <a:lnTo>
                  <a:pt x="95118" y="21293"/>
                </a:lnTo>
                <a:lnTo>
                  <a:pt x="94360" y="21263"/>
                </a:lnTo>
                <a:lnTo>
                  <a:pt x="93583" y="21253"/>
                </a:lnTo>
                <a:lnTo>
                  <a:pt x="93022" y="21258"/>
                </a:lnTo>
                <a:lnTo>
                  <a:pt x="92469" y="21273"/>
                </a:lnTo>
                <a:lnTo>
                  <a:pt x="91923" y="21299"/>
                </a:lnTo>
                <a:lnTo>
                  <a:pt x="91385" y="21336"/>
                </a:lnTo>
                <a:lnTo>
                  <a:pt x="90855" y="21382"/>
                </a:lnTo>
                <a:lnTo>
                  <a:pt x="90333" y="21439"/>
                </a:lnTo>
                <a:lnTo>
                  <a:pt x="89818" y="21506"/>
                </a:lnTo>
                <a:lnTo>
                  <a:pt x="89311" y="21584"/>
                </a:lnTo>
                <a:lnTo>
                  <a:pt x="88812" y="21672"/>
                </a:lnTo>
                <a:lnTo>
                  <a:pt x="88321" y="21770"/>
                </a:lnTo>
                <a:lnTo>
                  <a:pt x="87838" y="21879"/>
                </a:lnTo>
                <a:lnTo>
                  <a:pt x="87362" y="21998"/>
                </a:lnTo>
                <a:lnTo>
                  <a:pt x="86894" y="22127"/>
                </a:lnTo>
                <a:lnTo>
                  <a:pt x="86434" y="22267"/>
                </a:lnTo>
                <a:lnTo>
                  <a:pt x="85982" y="22417"/>
                </a:lnTo>
                <a:lnTo>
                  <a:pt x="85538" y="22578"/>
                </a:lnTo>
                <a:lnTo>
                  <a:pt x="85101" y="22749"/>
                </a:lnTo>
                <a:lnTo>
                  <a:pt x="84672" y="22930"/>
                </a:lnTo>
                <a:lnTo>
                  <a:pt x="84251" y="23121"/>
                </a:lnTo>
                <a:lnTo>
                  <a:pt x="83837" y="23323"/>
                </a:lnTo>
                <a:lnTo>
                  <a:pt x="83432" y="23535"/>
                </a:lnTo>
                <a:lnTo>
                  <a:pt x="83034" y="23758"/>
                </a:lnTo>
                <a:lnTo>
                  <a:pt x="82644" y="23991"/>
                </a:lnTo>
                <a:lnTo>
                  <a:pt x="82262" y="24234"/>
                </a:lnTo>
                <a:lnTo>
                  <a:pt x="81887" y="24483"/>
                </a:lnTo>
                <a:lnTo>
                  <a:pt x="81519" y="24734"/>
                </a:lnTo>
                <a:lnTo>
                  <a:pt x="81159" y="24986"/>
                </a:lnTo>
                <a:lnTo>
                  <a:pt x="80806" y="25240"/>
                </a:lnTo>
                <a:lnTo>
                  <a:pt x="80459" y="25495"/>
                </a:lnTo>
                <a:lnTo>
                  <a:pt x="80120" y="25752"/>
                </a:lnTo>
                <a:lnTo>
                  <a:pt x="79789" y="26011"/>
                </a:lnTo>
                <a:lnTo>
                  <a:pt x="79464" y="26271"/>
                </a:lnTo>
                <a:lnTo>
                  <a:pt x="79147" y="26532"/>
                </a:lnTo>
                <a:lnTo>
                  <a:pt x="78836" y="26795"/>
                </a:lnTo>
                <a:lnTo>
                  <a:pt x="78533" y="27060"/>
                </a:lnTo>
                <a:lnTo>
                  <a:pt x="78237" y="27326"/>
                </a:lnTo>
                <a:lnTo>
                  <a:pt x="77948" y="27594"/>
                </a:lnTo>
                <a:lnTo>
                  <a:pt x="77667" y="27863"/>
                </a:lnTo>
                <a:lnTo>
                  <a:pt x="77392" y="28134"/>
                </a:lnTo>
                <a:lnTo>
                  <a:pt x="77125" y="28406"/>
                </a:lnTo>
                <a:lnTo>
                  <a:pt x="76865" y="28680"/>
                </a:lnTo>
                <a:lnTo>
                  <a:pt x="76612" y="28955"/>
                </a:lnTo>
                <a:lnTo>
                  <a:pt x="76366" y="29232"/>
                </a:lnTo>
                <a:lnTo>
                  <a:pt x="76128" y="29510"/>
                </a:lnTo>
                <a:lnTo>
                  <a:pt x="75896" y="29790"/>
                </a:lnTo>
                <a:lnTo>
                  <a:pt x="75672" y="30072"/>
                </a:lnTo>
                <a:lnTo>
                  <a:pt x="75455" y="30355"/>
                </a:lnTo>
                <a:lnTo>
                  <a:pt x="75245" y="30639"/>
                </a:lnTo>
                <a:lnTo>
                  <a:pt x="75009" y="22315"/>
                </a:lnTo>
                <a:lnTo>
                  <a:pt x="65456" y="22315"/>
                </a:lnTo>
                <a:lnTo>
                  <a:pt x="65456" y="82177"/>
                </a:lnTo>
                <a:lnTo>
                  <a:pt x="75304" y="82177"/>
                </a:lnTo>
                <a:lnTo>
                  <a:pt x="75304" y="39076"/>
                </a:lnTo>
                <a:lnTo>
                  <a:pt x="75513" y="38785"/>
                </a:lnTo>
                <a:lnTo>
                  <a:pt x="75727" y="38496"/>
                </a:lnTo>
                <a:lnTo>
                  <a:pt x="75946" y="38208"/>
                </a:lnTo>
                <a:lnTo>
                  <a:pt x="76171" y="37922"/>
                </a:lnTo>
                <a:lnTo>
                  <a:pt x="76401" y="37638"/>
                </a:lnTo>
                <a:lnTo>
                  <a:pt x="76636" y="37355"/>
                </a:lnTo>
                <a:lnTo>
                  <a:pt x="76876" y="37074"/>
                </a:lnTo>
                <a:lnTo>
                  <a:pt x="77122" y="36795"/>
                </a:lnTo>
                <a:lnTo>
                  <a:pt x="77373" y="36517"/>
                </a:lnTo>
                <a:lnTo>
                  <a:pt x="77629" y="36241"/>
                </a:lnTo>
                <a:lnTo>
                  <a:pt x="77890" y="35967"/>
                </a:lnTo>
                <a:lnTo>
                  <a:pt x="78156" y="35694"/>
                </a:lnTo>
                <a:lnTo>
                  <a:pt x="78428" y="35423"/>
                </a:lnTo>
                <a:lnTo>
                  <a:pt x="78705" y="35153"/>
                </a:lnTo>
                <a:lnTo>
                  <a:pt x="78987" y="34885"/>
                </a:lnTo>
                <a:lnTo>
                  <a:pt x="79274" y="34619"/>
                </a:lnTo>
                <a:lnTo>
                  <a:pt x="79567" y="34354"/>
                </a:lnTo>
                <a:lnTo>
                  <a:pt x="79864" y="34091"/>
                </a:lnTo>
                <a:lnTo>
                  <a:pt x="80167" y="33830"/>
                </a:lnTo>
                <a:lnTo>
                  <a:pt x="80475" y="33570"/>
                </a:lnTo>
                <a:lnTo>
                  <a:pt x="80789" y="33312"/>
                </a:lnTo>
                <a:lnTo>
                  <a:pt x="81108" y="33055"/>
                </a:lnTo>
                <a:lnTo>
                  <a:pt x="81431" y="32800"/>
                </a:lnTo>
                <a:lnTo>
                  <a:pt x="81760" y="32547"/>
                </a:lnTo>
                <a:lnTo>
                  <a:pt x="82095" y="32300"/>
                </a:lnTo>
                <a:lnTo>
                  <a:pt x="82436" y="32063"/>
                </a:lnTo>
                <a:lnTo>
                  <a:pt x="82782" y="31837"/>
                </a:lnTo>
                <a:lnTo>
                  <a:pt x="83134" y="31621"/>
                </a:lnTo>
                <a:lnTo>
                  <a:pt x="83492" y="31416"/>
                </a:lnTo>
                <a:lnTo>
                  <a:pt x="83856" y="31222"/>
                </a:lnTo>
                <a:lnTo>
                  <a:pt x="84225" y="31038"/>
                </a:lnTo>
                <a:lnTo>
                  <a:pt x="84601" y="30864"/>
                </a:lnTo>
                <a:lnTo>
                  <a:pt x="84982" y="30701"/>
                </a:lnTo>
                <a:lnTo>
                  <a:pt x="85369" y="30548"/>
                </a:lnTo>
                <a:lnTo>
                  <a:pt x="85762" y="30406"/>
                </a:lnTo>
                <a:lnTo>
                  <a:pt x="86161" y="30275"/>
                </a:lnTo>
                <a:lnTo>
                  <a:pt x="86565" y="30154"/>
                </a:lnTo>
                <a:lnTo>
                  <a:pt x="86976" y="30044"/>
                </a:lnTo>
                <a:lnTo>
                  <a:pt x="87392" y="29944"/>
                </a:lnTo>
                <a:lnTo>
                  <a:pt x="87814" y="29854"/>
                </a:lnTo>
                <a:lnTo>
                  <a:pt x="88242" y="29775"/>
                </a:lnTo>
                <a:lnTo>
                  <a:pt x="88676" y="29707"/>
                </a:lnTo>
                <a:lnTo>
                  <a:pt x="89116" y="29649"/>
                </a:lnTo>
                <a:lnTo>
                  <a:pt x="89561" y="29602"/>
                </a:lnTo>
                <a:lnTo>
                  <a:pt x="90013" y="29565"/>
                </a:lnTo>
                <a:lnTo>
                  <a:pt x="90470" y="29539"/>
                </a:lnTo>
                <a:lnTo>
                  <a:pt x="90933" y="29523"/>
                </a:lnTo>
                <a:lnTo>
                  <a:pt x="91401" y="29518"/>
                </a:lnTo>
                <a:lnTo>
                  <a:pt x="91742" y="29521"/>
                </a:lnTo>
                <a:lnTo>
                  <a:pt x="92076" y="29531"/>
                </a:lnTo>
                <a:lnTo>
                  <a:pt x="92403" y="29547"/>
                </a:lnTo>
                <a:lnTo>
                  <a:pt x="92722" y="29571"/>
                </a:lnTo>
                <a:lnTo>
                  <a:pt x="93036" y="29600"/>
                </a:lnTo>
                <a:lnTo>
                  <a:pt x="93342" y="29637"/>
                </a:lnTo>
                <a:lnTo>
                  <a:pt x="93641" y="29680"/>
                </a:lnTo>
                <a:lnTo>
                  <a:pt x="93934" y="29729"/>
                </a:lnTo>
                <a:lnTo>
                  <a:pt x="94219" y="29786"/>
                </a:lnTo>
                <a:lnTo>
                  <a:pt x="94498" y="29849"/>
                </a:lnTo>
                <a:lnTo>
                  <a:pt x="94770" y="29918"/>
                </a:lnTo>
                <a:lnTo>
                  <a:pt x="95035" y="29994"/>
                </a:lnTo>
                <a:lnTo>
                  <a:pt x="95294" y="30077"/>
                </a:lnTo>
                <a:lnTo>
                  <a:pt x="95545" y="30166"/>
                </a:lnTo>
                <a:lnTo>
                  <a:pt x="95789" y="30262"/>
                </a:lnTo>
                <a:lnTo>
                  <a:pt x="96027" y="30365"/>
                </a:lnTo>
                <a:lnTo>
                  <a:pt x="96258" y="30474"/>
                </a:lnTo>
                <a:lnTo>
                  <a:pt x="96482" y="30590"/>
                </a:lnTo>
                <a:lnTo>
                  <a:pt x="96699" y="30712"/>
                </a:lnTo>
                <a:lnTo>
                  <a:pt x="96909" y="30841"/>
                </a:lnTo>
                <a:lnTo>
                  <a:pt x="97112" y="30977"/>
                </a:lnTo>
                <a:lnTo>
                  <a:pt x="97309" y="31119"/>
                </a:lnTo>
                <a:lnTo>
                  <a:pt x="97499" y="31268"/>
                </a:lnTo>
                <a:lnTo>
                  <a:pt x="97681" y="31423"/>
                </a:lnTo>
                <a:lnTo>
                  <a:pt x="97858" y="31585"/>
                </a:lnTo>
                <a:lnTo>
                  <a:pt x="98030" y="31751"/>
                </a:lnTo>
                <a:lnTo>
                  <a:pt x="98198" y="31922"/>
                </a:lnTo>
                <a:lnTo>
                  <a:pt x="98360" y="32099"/>
                </a:lnTo>
                <a:lnTo>
                  <a:pt x="98518" y="32281"/>
                </a:lnTo>
                <a:lnTo>
                  <a:pt x="98671" y="32467"/>
                </a:lnTo>
                <a:lnTo>
                  <a:pt x="98819" y="32659"/>
                </a:lnTo>
                <a:lnTo>
                  <a:pt x="98962" y="32856"/>
                </a:lnTo>
                <a:lnTo>
                  <a:pt x="99101" y="33058"/>
                </a:lnTo>
                <a:lnTo>
                  <a:pt x="99234" y="33265"/>
                </a:lnTo>
                <a:lnTo>
                  <a:pt x="99363" y="33478"/>
                </a:lnTo>
                <a:lnTo>
                  <a:pt x="99487" y="33695"/>
                </a:lnTo>
                <a:lnTo>
                  <a:pt x="99606" y="33917"/>
                </a:lnTo>
                <a:lnTo>
                  <a:pt x="99721" y="34145"/>
                </a:lnTo>
                <a:lnTo>
                  <a:pt x="99830" y="34378"/>
                </a:lnTo>
                <a:lnTo>
                  <a:pt x="99935" y="34615"/>
                </a:lnTo>
                <a:lnTo>
                  <a:pt x="100035" y="34858"/>
                </a:lnTo>
                <a:lnTo>
                  <a:pt x="100130" y="35106"/>
                </a:lnTo>
                <a:lnTo>
                  <a:pt x="100221" y="35359"/>
                </a:lnTo>
                <a:lnTo>
                  <a:pt x="100306" y="35618"/>
                </a:lnTo>
                <a:lnTo>
                  <a:pt x="100387" y="35881"/>
                </a:lnTo>
                <a:lnTo>
                  <a:pt x="100463" y="36149"/>
                </a:lnTo>
                <a:lnTo>
                  <a:pt x="100534" y="36423"/>
                </a:lnTo>
                <a:lnTo>
                  <a:pt x="100600" y="36702"/>
                </a:lnTo>
                <a:lnTo>
                  <a:pt x="100663" y="36984"/>
                </a:lnTo>
                <a:lnTo>
                  <a:pt x="100723" y="37270"/>
                </a:lnTo>
                <a:lnTo>
                  <a:pt x="100780" y="37559"/>
                </a:lnTo>
                <a:lnTo>
                  <a:pt x="100834" y="37852"/>
                </a:lnTo>
                <a:lnTo>
                  <a:pt x="100886" y="38147"/>
                </a:lnTo>
                <a:lnTo>
                  <a:pt x="100936" y="38446"/>
                </a:lnTo>
                <a:lnTo>
                  <a:pt x="100982" y="38749"/>
                </a:lnTo>
                <a:lnTo>
                  <a:pt x="101026" y="39054"/>
                </a:lnTo>
                <a:lnTo>
                  <a:pt x="101067" y="39363"/>
                </a:lnTo>
                <a:lnTo>
                  <a:pt x="101106" y="39675"/>
                </a:lnTo>
                <a:lnTo>
                  <a:pt x="101142" y="39990"/>
                </a:lnTo>
                <a:lnTo>
                  <a:pt x="101175" y="40309"/>
                </a:lnTo>
                <a:lnTo>
                  <a:pt x="101206" y="40630"/>
                </a:lnTo>
                <a:lnTo>
                  <a:pt x="101234" y="40956"/>
                </a:lnTo>
                <a:lnTo>
                  <a:pt x="101259" y="41284"/>
                </a:lnTo>
                <a:lnTo>
                  <a:pt x="101282" y="41615"/>
                </a:lnTo>
                <a:lnTo>
                  <a:pt x="101302" y="41950"/>
                </a:lnTo>
                <a:lnTo>
                  <a:pt x="101319" y="42288"/>
                </a:lnTo>
                <a:lnTo>
                  <a:pt x="101334" y="42630"/>
                </a:lnTo>
                <a:lnTo>
                  <a:pt x="101345" y="42974"/>
                </a:lnTo>
                <a:lnTo>
                  <a:pt x="101355" y="43322"/>
                </a:lnTo>
                <a:lnTo>
                  <a:pt x="101361" y="43673"/>
                </a:lnTo>
                <a:lnTo>
                  <a:pt x="101365" y="44028"/>
                </a:lnTo>
                <a:lnTo>
                  <a:pt x="101367" y="44385"/>
                </a:lnTo>
                <a:lnTo>
                  <a:pt x="101367" y="82177"/>
                </a:lnTo>
                <a:lnTo>
                  <a:pt x="111155" y="82177"/>
                </a:lnTo>
                <a:lnTo>
                  <a:pt x="111155" y="43254"/>
                </a:lnTo>
                <a:lnTo>
                  <a:pt x="111148" y="42400"/>
                </a:lnTo>
                <a:lnTo>
                  <a:pt x="111127" y="41561"/>
                </a:lnTo>
                <a:lnTo>
                  <a:pt x="111092" y="40738"/>
                </a:lnTo>
                <a:lnTo>
                  <a:pt x="111042" y="39930"/>
                </a:lnTo>
                <a:lnTo>
                  <a:pt x="110979" y="39138"/>
                </a:lnTo>
                <a:lnTo>
                  <a:pt x="110908" y="38437"/>
                </a:lnTo>
                <a:lnTo>
                  <a:pt x="110919" y="38491"/>
                </a:lnTo>
                <a:lnTo>
                  <a:pt x="111124" y="38216"/>
                </a:lnTo>
                <a:lnTo>
                  <a:pt x="111334" y="37943"/>
                </a:lnTo>
                <a:lnTo>
                  <a:pt x="111550" y="37672"/>
                </a:lnTo>
                <a:lnTo>
                  <a:pt x="111771" y="37402"/>
                </a:lnTo>
                <a:lnTo>
                  <a:pt x="111998" y="37134"/>
                </a:lnTo>
                <a:lnTo>
                  <a:pt x="112231" y="36868"/>
                </a:lnTo>
                <a:lnTo>
                  <a:pt x="112470" y="36603"/>
                </a:lnTo>
                <a:lnTo>
                  <a:pt x="112715" y="36340"/>
                </a:lnTo>
                <a:lnTo>
                  <a:pt x="112965" y="36078"/>
                </a:lnTo>
                <a:lnTo>
                  <a:pt x="113221" y="35818"/>
                </a:lnTo>
                <a:lnTo>
                  <a:pt x="113482" y="35560"/>
                </a:lnTo>
                <a:lnTo>
                  <a:pt x="113750" y="35303"/>
                </a:lnTo>
                <a:lnTo>
                  <a:pt x="114023" y="35048"/>
                </a:lnTo>
                <a:lnTo>
                  <a:pt x="114302" y="34795"/>
                </a:lnTo>
                <a:lnTo>
                  <a:pt x="114586" y="34543"/>
                </a:lnTo>
                <a:lnTo>
                  <a:pt x="114877" y="34293"/>
                </a:lnTo>
                <a:lnTo>
                  <a:pt x="115173" y="34045"/>
                </a:lnTo>
                <a:lnTo>
                  <a:pt x="115474" y="33798"/>
                </a:lnTo>
                <a:lnTo>
                  <a:pt x="115782" y="33553"/>
                </a:lnTo>
                <a:lnTo>
                  <a:pt x="116095" y="33309"/>
                </a:lnTo>
                <a:lnTo>
                  <a:pt x="116414" y="33067"/>
                </a:lnTo>
                <a:lnTo>
                  <a:pt x="116739" y="32827"/>
                </a:lnTo>
                <a:lnTo>
                  <a:pt x="117069" y="32588"/>
                </a:lnTo>
                <a:lnTo>
                  <a:pt x="117406" y="32351"/>
                </a:lnTo>
                <a:lnTo>
                  <a:pt x="117747" y="32120"/>
                </a:lnTo>
                <a:lnTo>
                  <a:pt x="118095" y="31899"/>
                </a:lnTo>
                <a:lnTo>
                  <a:pt x="118448" y="31687"/>
                </a:lnTo>
                <a:lnTo>
                  <a:pt x="118806" y="31486"/>
                </a:lnTo>
                <a:lnTo>
                  <a:pt x="119170" y="31294"/>
                </a:lnTo>
                <a:lnTo>
                  <a:pt x="119539" y="31112"/>
                </a:lnTo>
                <a:lnTo>
                  <a:pt x="119914" y="30939"/>
                </a:lnTo>
                <a:lnTo>
                  <a:pt x="120295" y="30777"/>
                </a:lnTo>
                <a:lnTo>
                  <a:pt x="120681" y="30625"/>
                </a:lnTo>
                <a:lnTo>
                  <a:pt x="121073" y="30482"/>
                </a:lnTo>
                <a:lnTo>
                  <a:pt x="121470" y="30349"/>
                </a:lnTo>
                <a:lnTo>
                  <a:pt x="121872" y="30226"/>
                </a:lnTo>
                <a:lnTo>
                  <a:pt x="122281" y="30113"/>
                </a:lnTo>
                <a:lnTo>
                  <a:pt x="122694" y="30010"/>
                </a:lnTo>
                <a:lnTo>
                  <a:pt x="123113" y="29916"/>
                </a:lnTo>
                <a:lnTo>
                  <a:pt x="123538" y="29833"/>
                </a:lnTo>
                <a:lnTo>
                  <a:pt x="123968" y="29759"/>
                </a:lnTo>
                <a:lnTo>
                  <a:pt x="124404" y="29695"/>
                </a:lnTo>
                <a:lnTo>
                  <a:pt x="124846" y="29641"/>
                </a:lnTo>
                <a:lnTo>
                  <a:pt x="125292" y="29596"/>
                </a:lnTo>
                <a:lnTo>
                  <a:pt x="125745" y="29562"/>
                </a:lnTo>
                <a:lnTo>
                  <a:pt x="126203" y="29537"/>
                </a:lnTo>
                <a:lnTo>
                  <a:pt x="126666" y="29523"/>
                </a:lnTo>
                <a:lnTo>
                  <a:pt x="127135" y="29518"/>
                </a:lnTo>
                <a:lnTo>
                  <a:pt x="127471" y="29521"/>
                </a:lnTo>
                <a:lnTo>
                  <a:pt x="127800" y="29531"/>
                </a:lnTo>
                <a:lnTo>
                  <a:pt x="128122" y="29547"/>
                </a:lnTo>
                <a:lnTo>
                  <a:pt x="128437" y="29571"/>
                </a:lnTo>
                <a:lnTo>
                  <a:pt x="128746" y="29600"/>
                </a:lnTo>
                <a:lnTo>
                  <a:pt x="129048" y="29637"/>
                </a:lnTo>
                <a:lnTo>
                  <a:pt x="129343" y="29680"/>
                </a:lnTo>
                <a:lnTo>
                  <a:pt x="129631" y="29729"/>
                </a:lnTo>
                <a:lnTo>
                  <a:pt x="129913" y="29786"/>
                </a:lnTo>
                <a:lnTo>
                  <a:pt x="130188" y="29849"/>
                </a:lnTo>
                <a:lnTo>
                  <a:pt x="130456" y="29918"/>
                </a:lnTo>
                <a:lnTo>
                  <a:pt x="130717" y="29994"/>
                </a:lnTo>
                <a:lnTo>
                  <a:pt x="130972" y="30077"/>
                </a:lnTo>
                <a:lnTo>
                  <a:pt x="131220" y="30166"/>
                </a:lnTo>
                <a:lnTo>
                  <a:pt x="131461" y="30262"/>
                </a:lnTo>
                <a:lnTo>
                  <a:pt x="131695" y="30365"/>
                </a:lnTo>
                <a:lnTo>
                  <a:pt x="131923" y="30474"/>
                </a:lnTo>
                <a:lnTo>
                  <a:pt x="132144" y="30590"/>
                </a:lnTo>
                <a:lnTo>
                  <a:pt x="132358" y="30712"/>
                </a:lnTo>
                <a:lnTo>
                  <a:pt x="132565" y="30841"/>
                </a:lnTo>
                <a:lnTo>
                  <a:pt x="132765" y="30977"/>
                </a:lnTo>
                <a:lnTo>
                  <a:pt x="132959" y="31119"/>
                </a:lnTo>
                <a:lnTo>
                  <a:pt x="133146" y="31268"/>
                </a:lnTo>
                <a:lnTo>
                  <a:pt x="133327" y="31423"/>
                </a:lnTo>
                <a:lnTo>
                  <a:pt x="133501" y="31585"/>
                </a:lnTo>
                <a:lnTo>
                  <a:pt x="133671" y="31751"/>
                </a:lnTo>
                <a:lnTo>
                  <a:pt x="133837" y="31922"/>
                </a:lnTo>
                <a:lnTo>
                  <a:pt x="133997" y="32099"/>
                </a:lnTo>
                <a:lnTo>
                  <a:pt x="134153" y="32281"/>
                </a:lnTo>
                <a:lnTo>
                  <a:pt x="134305" y="32467"/>
                </a:lnTo>
                <a:lnTo>
                  <a:pt x="134452" y="32659"/>
                </a:lnTo>
                <a:lnTo>
                  <a:pt x="134594" y="32856"/>
                </a:lnTo>
                <a:lnTo>
                  <a:pt x="134732" y="33058"/>
                </a:lnTo>
                <a:lnTo>
                  <a:pt x="134865" y="33265"/>
                </a:lnTo>
                <a:lnTo>
                  <a:pt x="134994" y="33478"/>
                </a:lnTo>
                <a:lnTo>
                  <a:pt x="135118" y="33695"/>
                </a:lnTo>
                <a:lnTo>
                  <a:pt x="135237" y="33917"/>
                </a:lnTo>
                <a:lnTo>
                  <a:pt x="135352" y="34145"/>
                </a:lnTo>
                <a:lnTo>
                  <a:pt x="135462" y="34378"/>
                </a:lnTo>
                <a:lnTo>
                  <a:pt x="135567" y="34615"/>
                </a:lnTo>
                <a:lnTo>
                  <a:pt x="135668" y="34858"/>
                </a:lnTo>
                <a:lnTo>
                  <a:pt x="135764" y="35106"/>
                </a:lnTo>
                <a:lnTo>
                  <a:pt x="135856" y="35359"/>
                </a:lnTo>
                <a:lnTo>
                  <a:pt x="135943" y="35618"/>
                </a:lnTo>
                <a:lnTo>
                  <a:pt x="136026" y="35881"/>
                </a:lnTo>
                <a:lnTo>
                  <a:pt x="136104" y="36149"/>
                </a:lnTo>
                <a:lnTo>
                  <a:pt x="136177" y="36423"/>
                </a:lnTo>
                <a:lnTo>
                  <a:pt x="136245" y="36702"/>
                </a:lnTo>
                <a:lnTo>
                  <a:pt x="136310" y="36984"/>
                </a:lnTo>
                <a:lnTo>
                  <a:pt x="136373" y="37270"/>
                </a:lnTo>
                <a:lnTo>
                  <a:pt x="136432" y="37559"/>
                </a:lnTo>
                <a:lnTo>
                  <a:pt x="136489" y="37852"/>
                </a:lnTo>
                <a:lnTo>
                  <a:pt x="136543" y="38147"/>
                </a:lnTo>
                <a:lnTo>
                  <a:pt x="136594" y="38446"/>
                </a:lnTo>
                <a:lnTo>
                  <a:pt x="136642" y="38749"/>
                </a:lnTo>
                <a:lnTo>
                  <a:pt x="136688" y="39054"/>
                </a:lnTo>
                <a:lnTo>
                  <a:pt x="136730" y="39363"/>
                </a:lnTo>
                <a:lnTo>
                  <a:pt x="136771" y="39675"/>
                </a:lnTo>
                <a:lnTo>
                  <a:pt x="136808" y="39990"/>
                </a:lnTo>
                <a:lnTo>
                  <a:pt x="136842" y="40309"/>
                </a:lnTo>
                <a:lnTo>
                  <a:pt x="136874" y="40630"/>
                </a:lnTo>
                <a:lnTo>
                  <a:pt x="136903" y="40956"/>
                </a:lnTo>
                <a:lnTo>
                  <a:pt x="136929" y="41284"/>
                </a:lnTo>
                <a:lnTo>
                  <a:pt x="136953" y="41615"/>
                </a:lnTo>
                <a:lnTo>
                  <a:pt x="136974" y="41950"/>
                </a:lnTo>
                <a:lnTo>
                  <a:pt x="136992" y="42288"/>
                </a:lnTo>
                <a:lnTo>
                  <a:pt x="137007" y="42630"/>
                </a:lnTo>
                <a:lnTo>
                  <a:pt x="137019" y="42974"/>
                </a:lnTo>
                <a:lnTo>
                  <a:pt x="137029" y="43322"/>
                </a:lnTo>
                <a:lnTo>
                  <a:pt x="137036" y="43673"/>
                </a:lnTo>
                <a:lnTo>
                  <a:pt x="137040" y="44028"/>
                </a:lnTo>
                <a:lnTo>
                  <a:pt x="137041" y="44385"/>
                </a:lnTo>
                <a:lnTo>
                  <a:pt x="137041" y="82177"/>
                </a:lnTo>
                <a:lnTo>
                  <a:pt x="146889" y="82177"/>
                </a:lnTo>
                <a:lnTo>
                  <a:pt x="146889" y="43254"/>
                </a:lnTo>
                <a:lnTo>
                  <a:pt x="146882" y="42400"/>
                </a:lnTo>
                <a:lnTo>
                  <a:pt x="146860" y="41561"/>
                </a:lnTo>
                <a:lnTo>
                  <a:pt x="146824" y="40738"/>
                </a:lnTo>
                <a:lnTo>
                  <a:pt x="146774" y="39930"/>
                </a:lnTo>
                <a:lnTo>
                  <a:pt x="146710" y="39138"/>
                </a:lnTo>
                <a:lnTo>
                  <a:pt x="146631" y="38362"/>
                </a:lnTo>
                <a:lnTo>
                  <a:pt x="146538" y="37602"/>
                </a:lnTo>
                <a:lnTo>
                  <a:pt x="146430" y="36857"/>
                </a:lnTo>
                <a:lnTo>
                  <a:pt x="146308" y="36128"/>
                </a:lnTo>
                <a:lnTo>
                  <a:pt x="146172" y="35415"/>
                </a:lnTo>
                <a:lnTo>
                  <a:pt x="146022" y="34718"/>
                </a:lnTo>
                <a:lnTo>
                  <a:pt x="145857" y="34036"/>
                </a:lnTo>
                <a:lnTo>
                  <a:pt x="145678" y="33370"/>
                </a:lnTo>
                <a:lnTo>
                  <a:pt x="145484" y="32719"/>
                </a:lnTo>
                <a:lnTo>
                  <a:pt x="145276" y="32084"/>
                </a:lnTo>
                <a:lnTo>
                  <a:pt x="145054" y="31465"/>
                </a:lnTo>
                <a:lnTo>
                  <a:pt x="144818" y="30862"/>
                </a:lnTo>
                <a:lnTo>
                  <a:pt x="144567" y="30275"/>
                </a:lnTo>
                <a:lnTo>
                  <a:pt x="144302" y="29703"/>
                </a:lnTo>
                <a:lnTo>
                  <a:pt x="144022" y="29146"/>
                </a:lnTo>
                <a:lnTo>
                  <a:pt x="143729" y="28606"/>
                </a:lnTo>
                <a:lnTo>
                  <a:pt x="143420" y="28081"/>
                </a:lnTo>
                <a:lnTo>
                  <a:pt x="143098" y="27572"/>
                </a:lnTo>
                <a:lnTo>
                  <a:pt x="142761" y="27079"/>
                </a:lnTo>
                <a:lnTo>
                  <a:pt x="142408" y="26603"/>
                </a:lnTo>
                <a:lnTo>
                  <a:pt x="142038" y="26148"/>
                </a:lnTo>
                <a:lnTo>
                  <a:pt x="141649" y="25713"/>
                </a:lnTo>
                <a:lnTo>
                  <a:pt x="141243" y="25299"/>
                </a:lnTo>
                <a:lnTo>
                  <a:pt x="140819" y="24904"/>
                </a:lnTo>
                <a:lnTo>
                  <a:pt x="140377" y="24530"/>
                </a:lnTo>
                <a:lnTo>
                  <a:pt x="139917" y="24176"/>
                </a:lnTo>
                <a:lnTo>
                  <a:pt x="139439" y="23842"/>
                </a:lnTo>
                <a:lnTo>
                  <a:pt x="138944" y="23529"/>
                </a:lnTo>
                <a:lnTo>
                  <a:pt x="138431" y="23235"/>
                </a:lnTo>
                <a:lnTo>
                  <a:pt x="137900" y="22962"/>
                </a:lnTo>
                <a:lnTo>
                  <a:pt x="137351" y="22709"/>
                </a:lnTo>
                <a:lnTo>
                  <a:pt x="136784" y="22477"/>
                </a:lnTo>
                <a:lnTo>
                  <a:pt x="136200" y="22264"/>
                </a:lnTo>
                <a:lnTo>
                  <a:pt x="135598" y="22072"/>
                </a:lnTo>
                <a:lnTo>
                  <a:pt x="134978" y="21900"/>
                </a:lnTo>
                <a:lnTo>
                  <a:pt x="134340" y="21748"/>
                </a:lnTo>
                <a:lnTo>
                  <a:pt x="133684" y="21617"/>
                </a:lnTo>
                <a:lnTo>
                  <a:pt x="133011" y="21506"/>
                </a:lnTo>
                <a:lnTo>
                  <a:pt x="132319" y="21415"/>
                </a:lnTo>
                <a:lnTo>
                  <a:pt x="131610" y="21344"/>
                </a:lnTo>
                <a:lnTo>
                  <a:pt x="130883" y="21293"/>
                </a:lnTo>
                <a:lnTo>
                  <a:pt x="130138" y="21263"/>
                </a:lnTo>
                <a:lnTo>
                  <a:pt x="129376" y="21253"/>
                </a:lnTo>
                <a:lnTo>
                  <a:pt x="128804" y="21258"/>
                </a:lnTo>
                <a:lnTo>
                  <a:pt x="128240" y="21274"/>
                </a:lnTo>
                <a:lnTo>
                  <a:pt x="127682" y="21302"/>
                </a:lnTo>
                <a:lnTo>
                  <a:pt x="127132" y="21340"/>
                </a:lnTo>
                <a:lnTo>
                  <a:pt x="126588" y="21389"/>
                </a:lnTo>
                <a:lnTo>
                  <a:pt x="126052" y="21448"/>
                </a:lnTo>
                <a:lnTo>
                  <a:pt x="125522" y="21519"/>
                </a:lnTo>
                <a:lnTo>
                  <a:pt x="124999" y="21600"/>
                </a:lnTo>
                <a:lnTo>
                  <a:pt x="124483" y="21693"/>
                </a:lnTo>
                <a:lnTo>
                  <a:pt x="123975" y="21796"/>
                </a:lnTo>
                <a:lnTo>
                  <a:pt x="123473" y="21910"/>
                </a:lnTo>
                <a:lnTo>
                  <a:pt x="122978" y="22035"/>
                </a:lnTo>
                <a:lnTo>
                  <a:pt x="122490" y="22171"/>
                </a:lnTo>
                <a:lnTo>
                  <a:pt x="122009" y="22317"/>
                </a:lnTo>
                <a:lnTo>
                  <a:pt x="121535" y="22475"/>
                </a:lnTo>
                <a:lnTo>
                  <a:pt x="121068" y="22643"/>
                </a:lnTo>
                <a:lnTo>
                  <a:pt x="120608" y="22823"/>
                </a:lnTo>
                <a:lnTo>
                  <a:pt x="120155" y="23013"/>
                </a:lnTo>
                <a:lnTo>
                  <a:pt x="119709" y="23214"/>
                </a:lnTo>
                <a:lnTo>
                  <a:pt x="119270" y="23426"/>
                </a:lnTo>
                <a:lnTo>
                  <a:pt x="118837" y="23648"/>
                </a:lnTo>
                <a:lnTo>
                  <a:pt x="118412" y="23882"/>
                </a:lnTo>
                <a:lnTo>
                  <a:pt x="117994" y="24126"/>
                </a:lnTo>
                <a:lnTo>
                  <a:pt x="117583" y="24382"/>
                </a:lnTo>
                <a:lnTo>
                  <a:pt x="117178" y="24643"/>
                </a:lnTo>
                <a:lnTo>
                  <a:pt x="116778" y="24907"/>
                </a:lnTo>
                <a:lnTo>
                  <a:pt x="116385" y="25173"/>
                </a:lnTo>
                <a:lnTo>
                  <a:pt x="115997" y="25441"/>
                </a:lnTo>
                <a:lnTo>
                  <a:pt x="115615" y="25711"/>
                </a:lnTo>
                <a:lnTo>
                  <a:pt x="115239" y="25983"/>
                </a:lnTo>
                <a:lnTo>
                  <a:pt x="114868" y="26257"/>
                </a:lnTo>
                <a:lnTo>
                  <a:pt x="114503" y="26533"/>
                </a:lnTo>
                <a:lnTo>
                  <a:pt x="114144" y="26811"/>
                </a:lnTo>
                <a:lnTo>
                  <a:pt x="113791" y="27091"/>
                </a:lnTo>
                <a:lnTo>
                  <a:pt x="113443" y="27374"/>
                </a:lnTo>
                <a:lnTo>
                  <a:pt x="113101" y="27658"/>
                </a:lnTo>
                <a:lnTo>
                  <a:pt x="112765" y="27944"/>
                </a:lnTo>
                <a:lnTo>
                  <a:pt x="112434" y="28233"/>
                </a:lnTo>
                <a:lnTo>
                  <a:pt x="112110" y="28523"/>
                </a:lnTo>
                <a:lnTo>
                  <a:pt x="111791" y="28816"/>
                </a:lnTo>
                <a:lnTo>
                  <a:pt x="111477" y="29110"/>
                </a:lnTo>
                <a:lnTo>
                  <a:pt x="111170" y="29407"/>
                </a:lnTo>
                <a:lnTo>
                  <a:pt x="110868" y="29706"/>
                </a:lnTo>
                <a:lnTo>
                  <a:pt x="110572" y="30006"/>
                </a:lnTo>
                <a:lnTo>
                  <a:pt x="110282" y="30309"/>
                </a:lnTo>
                <a:lnTo>
                  <a:pt x="109997" y="30614"/>
                </a:lnTo>
                <a:lnTo>
                  <a:pt x="109718" y="30921"/>
                </a:lnTo>
                <a:lnTo>
                  <a:pt x="109445" y="31230"/>
                </a:lnTo>
                <a:lnTo>
                  <a:pt x="109708" y="32526"/>
                </a:lnTo>
                <a:lnTo>
                  <a:pt x="109566" y="32084"/>
                </a:lnTo>
                <a:lnTo>
                  <a:pt x="109347" y="31465"/>
                </a:lnTo>
                <a:lnTo>
                  <a:pt x="109114" y="30862"/>
                </a:lnTo>
                <a:lnTo>
                  <a:pt x="108867" y="30275"/>
                </a:lnTo>
                <a:close/>
                <a:moveTo>
                  <a:pt x="254164" y="83132"/>
                </a:moveTo>
                <a:lnTo>
                  <a:pt x="254716" y="83085"/>
                </a:lnTo>
                <a:lnTo>
                  <a:pt x="255262" y="83028"/>
                </a:lnTo>
                <a:lnTo>
                  <a:pt x="255801" y="82964"/>
                </a:lnTo>
                <a:lnTo>
                  <a:pt x="256333" y="82890"/>
                </a:lnTo>
                <a:lnTo>
                  <a:pt x="256859" y="82808"/>
                </a:lnTo>
                <a:lnTo>
                  <a:pt x="257377" y="82718"/>
                </a:lnTo>
                <a:lnTo>
                  <a:pt x="257889" y="82619"/>
                </a:lnTo>
                <a:lnTo>
                  <a:pt x="258395" y="82511"/>
                </a:lnTo>
                <a:lnTo>
                  <a:pt x="258893" y="82394"/>
                </a:lnTo>
                <a:lnTo>
                  <a:pt x="259385" y="82269"/>
                </a:lnTo>
                <a:lnTo>
                  <a:pt x="259870" y="82135"/>
                </a:lnTo>
                <a:lnTo>
                  <a:pt x="260348" y="81993"/>
                </a:lnTo>
                <a:lnTo>
                  <a:pt x="260819" y="81842"/>
                </a:lnTo>
                <a:lnTo>
                  <a:pt x="261284" y="81682"/>
                </a:lnTo>
                <a:lnTo>
                  <a:pt x="261742" y="81514"/>
                </a:lnTo>
                <a:lnTo>
                  <a:pt x="262193" y="81337"/>
                </a:lnTo>
                <a:lnTo>
                  <a:pt x="262637" y="81152"/>
                </a:lnTo>
                <a:lnTo>
                  <a:pt x="263075" y="80958"/>
                </a:lnTo>
                <a:lnTo>
                  <a:pt x="263506" y="80755"/>
                </a:lnTo>
                <a:lnTo>
                  <a:pt x="263930" y="80544"/>
                </a:lnTo>
                <a:lnTo>
                  <a:pt x="264345" y="80326"/>
                </a:lnTo>
                <a:lnTo>
                  <a:pt x="264753" y="80101"/>
                </a:lnTo>
                <a:lnTo>
                  <a:pt x="265153" y="79868"/>
                </a:lnTo>
                <a:lnTo>
                  <a:pt x="265545" y="79628"/>
                </a:lnTo>
                <a:lnTo>
                  <a:pt x="265929" y="79381"/>
                </a:lnTo>
                <a:lnTo>
                  <a:pt x="266305" y="79127"/>
                </a:lnTo>
                <a:lnTo>
                  <a:pt x="266674" y="78865"/>
                </a:lnTo>
                <a:lnTo>
                  <a:pt x="267034" y="78596"/>
                </a:lnTo>
                <a:lnTo>
                  <a:pt x="267387" y="78320"/>
                </a:lnTo>
                <a:lnTo>
                  <a:pt x="267732" y="78037"/>
                </a:lnTo>
                <a:lnTo>
                  <a:pt x="268069" y="77747"/>
                </a:lnTo>
                <a:lnTo>
                  <a:pt x="268397" y="77449"/>
                </a:lnTo>
                <a:lnTo>
                  <a:pt x="268719" y="77144"/>
                </a:lnTo>
                <a:lnTo>
                  <a:pt x="269032" y="76832"/>
                </a:lnTo>
                <a:lnTo>
                  <a:pt x="269337" y="76512"/>
                </a:lnTo>
                <a:lnTo>
                  <a:pt x="269635" y="76186"/>
                </a:lnTo>
                <a:lnTo>
                  <a:pt x="269924" y="75852"/>
                </a:lnTo>
                <a:lnTo>
                  <a:pt x="270206" y="75511"/>
                </a:lnTo>
                <a:lnTo>
                  <a:pt x="270480" y="75162"/>
                </a:lnTo>
                <a:lnTo>
                  <a:pt x="270745" y="74807"/>
                </a:lnTo>
                <a:lnTo>
                  <a:pt x="271004" y="74444"/>
                </a:lnTo>
                <a:lnTo>
                  <a:pt x="271254" y="74074"/>
                </a:lnTo>
                <a:lnTo>
                  <a:pt x="271496" y="73696"/>
                </a:lnTo>
                <a:lnTo>
                  <a:pt x="271730" y="73312"/>
                </a:lnTo>
                <a:lnTo>
                  <a:pt x="271954" y="72922"/>
                </a:lnTo>
                <a:lnTo>
                  <a:pt x="272169" y="72526"/>
                </a:lnTo>
                <a:lnTo>
                  <a:pt x="272375" y="72123"/>
                </a:lnTo>
                <a:lnTo>
                  <a:pt x="272571" y="71715"/>
                </a:lnTo>
                <a:lnTo>
                  <a:pt x="272758" y="71300"/>
                </a:lnTo>
                <a:lnTo>
                  <a:pt x="272936" y="70880"/>
                </a:lnTo>
                <a:lnTo>
                  <a:pt x="273104" y="70453"/>
                </a:lnTo>
                <a:lnTo>
                  <a:pt x="273264" y="70020"/>
                </a:lnTo>
                <a:lnTo>
                  <a:pt x="273413" y="69582"/>
                </a:lnTo>
                <a:lnTo>
                  <a:pt x="273554" y="69137"/>
                </a:lnTo>
                <a:lnTo>
                  <a:pt x="273685" y="68686"/>
                </a:lnTo>
                <a:lnTo>
                  <a:pt x="273807" y="68229"/>
                </a:lnTo>
                <a:lnTo>
                  <a:pt x="273919" y="67766"/>
                </a:lnTo>
                <a:lnTo>
                  <a:pt x="274023" y="67296"/>
                </a:lnTo>
                <a:lnTo>
                  <a:pt x="274117" y="66821"/>
                </a:lnTo>
                <a:lnTo>
                  <a:pt x="274201" y="66340"/>
                </a:lnTo>
                <a:lnTo>
                  <a:pt x="274277" y="65853"/>
                </a:lnTo>
                <a:lnTo>
                  <a:pt x="274343" y="65359"/>
                </a:lnTo>
                <a:lnTo>
                  <a:pt x="274399" y="64860"/>
                </a:lnTo>
                <a:lnTo>
                  <a:pt x="274447" y="64354"/>
                </a:lnTo>
                <a:lnTo>
                  <a:pt x="274485" y="63842"/>
                </a:lnTo>
                <a:lnTo>
                  <a:pt x="274513" y="63325"/>
                </a:lnTo>
                <a:lnTo>
                  <a:pt x="274533" y="62801"/>
                </a:lnTo>
                <a:lnTo>
                  <a:pt x="264803" y="62801"/>
                </a:lnTo>
                <a:lnTo>
                  <a:pt x="264783" y="63314"/>
                </a:lnTo>
                <a:lnTo>
                  <a:pt x="264751" y="63817"/>
                </a:lnTo>
                <a:lnTo>
                  <a:pt x="264707" y="64311"/>
                </a:lnTo>
                <a:lnTo>
                  <a:pt x="264652" y="64794"/>
                </a:lnTo>
                <a:lnTo>
                  <a:pt x="264585" y="65267"/>
                </a:lnTo>
                <a:lnTo>
                  <a:pt x="264507" y="65729"/>
                </a:lnTo>
                <a:lnTo>
                  <a:pt x="264417" y="66182"/>
                </a:lnTo>
                <a:lnTo>
                  <a:pt x="264315" y="66624"/>
                </a:lnTo>
                <a:lnTo>
                  <a:pt x="264202" y="67057"/>
                </a:lnTo>
                <a:lnTo>
                  <a:pt x="264077" y="67479"/>
                </a:lnTo>
                <a:lnTo>
                  <a:pt x="263941" y="67891"/>
                </a:lnTo>
                <a:lnTo>
                  <a:pt x="263793" y="68293"/>
                </a:lnTo>
                <a:lnTo>
                  <a:pt x="263634" y="68685"/>
                </a:lnTo>
                <a:lnTo>
                  <a:pt x="263463" y="69066"/>
                </a:lnTo>
                <a:lnTo>
                  <a:pt x="263281" y="69438"/>
                </a:lnTo>
                <a:lnTo>
                  <a:pt x="263087" y="69799"/>
                </a:lnTo>
                <a:lnTo>
                  <a:pt x="262881" y="70150"/>
                </a:lnTo>
                <a:lnTo>
                  <a:pt x="262664" y="70491"/>
                </a:lnTo>
                <a:lnTo>
                  <a:pt x="262435" y="70822"/>
                </a:lnTo>
                <a:lnTo>
                  <a:pt x="262195" y="71142"/>
                </a:lnTo>
                <a:lnTo>
                  <a:pt x="261943" y="71453"/>
                </a:lnTo>
                <a:lnTo>
                  <a:pt x="261679" y="71753"/>
                </a:lnTo>
                <a:lnTo>
                  <a:pt x="261404" y="72044"/>
                </a:lnTo>
                <a:lnTo>
                  <a:pt x="261118" y="72324"/>
                </a:lnTo>
                <a:lnTo>
                  <a:pt x="260821" y="72593"/>
                </a:lnTo>
                <a:lnTo>
                  <a:pt x="260514" y="72851"/>
                </a:lnTo>
                <a:lnTo>
                  <a:pt x="260197" y="73097"/>
                </a:lnTo>
                <a:lnTo>
                  <a:pt x="259871" y="73332"/>
                </a:lnTo>
                <a:lnTo>
                  <a:pt x="259534" y="73556"/>
                </a:lnTo>
                <a:lnTo>
                  <a:pt x="259189" y="73768"/>
                </a:lnTo>
                <a:lnTo>
                  <a:pt x="258833" y="73968"/>
                </a:lnTo>
                <a:lnTo>
                  <a:pt x="258468" y="74157"/>
                </a:lnTo>
                <a:lnTo>
                  <a:pt x="258093" y="74335"/>
                </a:lnTo>
                <a:lnTo>
                  <a:pt x="257708" y="74501"/>
                </a:lnTo>
                <a:lnTo>
                  <a:pt x="257313" y="74656"/>
                </a:lnTo>
                <a:lnTo>
                  <a:pt x="256909" y="74799"/>
                </a:lnTo>
                <a:lnTo>
                  <a:pt x="256495" y="74931"/>
                </a:lnTo>
                <a:lnTo>
                  <a:pt x="256072" y="75051"/>
                </a:lnTo>
                <a:lnTo>
                  <a:pt x="255638" y="75160"/>
                </a:lnTo>
                <a:lnTo>
                  <a:pt x="255195" y="75258"/>
                </a:lnTo>
                <a:lnTo>
                  <a:pt x="254742" y="75343"/>
                </a:lnTo>
                <a:lnTo>
                  <a:pt x="254280" y="75418"/>
                </a:lnTo>
                <a:lnTo>
                  <a:pt x="253807" y="75481"/>
                </a:lnTo>
                <a:lnTo>
                  <a:pt x="253325" y="75533"/>
                </a:lnTo>
                <a:lnTo>
                  <a:pt x="252834" y="75573"/>
                </a:lnTo>
                <a:lnTo>
                  <a:pt x="252332" y="75601"/>
                </a:lnTo>
                <a:lnTo>
                  <a:pt x="251821" y="75619"/>
                </a:lnTo>
                <a:lnTo>
                  <a:pt x="251300" y="75624"/>
                </a:lnTo>
                <a:lnTo>
                  <a:pt x="250817" y="75619"/>
                </a:lnTo>
                <a:lnTo>
                  <a:pt x="250342" y="75604"/>
                </a:lnTo>
                <a:lnTo>
                  <a:pt x="249875" y="75578"/>
                </a:lnTo>
                <a:lnTo>
                  <a:pt x="249415" y="75541"/>
                </a:lnTo>
                <a:lnTo>
                  <a:pt x="248964" y="75495"/>
                </a:lnTo>
                <a:lnTo>
                  <a:pt x="248519" y="75438"/>
                </a:lnTo>
                <a:lnTo>
                  <a:pt x="248083" y="75370"/>
                </a:lnTo>
                <a:lnTo>
                  <a:pt x="247654" y="75292"/>
                </a:lnTo>
                <a:lnTo>
                  <a:pt x="247233" y="75204"/>
                </a:lnTo>
                <a:lnTo>
                  <a:pt x="246819" y="75106"/>
                </a:lnTo>
                <a:lnTo>
                  <a:pt x="246413" y="74997"/>
                </a:lnTo>
                <a:lnTo>
                  <a:pt x="246015" y="74878"/>
                </a:lnTo>
                <a:lnTo>
                  <a:pt x="245625" y="74748"/>
                </a:lnTo>
                <a:lnTo>
                  <a:pt x="245242" y="74608"/>
                </a:lnTo>
                <a:lnTo>
                  <a:pt x="244867" y="74458"/>
                </a:lnTo>
                <a:lnTo>
                  <a:pt x="244499" y="74297"/>
                </a:lnTo>
                <a:lnTo>
                  <a:pt x="244139" y="74126"/>
                </a:lnTo>
                <a:lnTo>
                  <a:pt x="243787" y="73944"/>
                </a:lnTo>
                <a:lnTo>
                  <a:pt x="243443" y="73752"/>
                </a:lnTo>
                <a:lnTo>
                  <a:pt x="243106" y="73550"/>
                </a:lnTo>
                <a:lnTo>
                  <a:pt x="242777" y="73337"/>
                </a:lnTo>
                <a:lnTo>
                  <a:pt x="242456" y="73115"/>
                </a:lnTo>
                <a:lnTo>
                  <a:pt x="242142" y="72881"/>
                </a:lnTo>
                <a:lnTo>
                  <a:pt x="241836" y="72637"/>
                </a:lnTo>
                <a:lnTo>
                  <a:pt x="241537" y="72385"/>
                </a:lnTo>
                <a:lnTo>
                  <a:pt x="241245" y="72126"/>
                </a:lnTo>
                <a:lnTo>
                  <a:pt x="240960" y="71860"/>
                </a:lnTo>
                <a:lnTo>
                  <a:pt x="240682" y="71587"/>
                </a:lnTo>
                <a:lnTo>
                  <a:pt x="240411" y="71307"/>
                </a:lnTo>
                <a:lnTo>
                  <a:pt x="240146" y="71021"/>
                </a:lnTo>
                <a:lnTo>
                  <a:pt x="239888" y="70727"/>
                </a:lnTo>
                <a:lnTo>
                  <a:pt x="239638" y="70427"/>
                </a:lnTo>
                <a:lnTo>
                  <a:pt x="239394" y="70120"/>
                </a:lnTo>
                <a:lnTo>
                  <a:pt x="239157" y="69807"/>
                </a:lnTo>
                <a:lnTo>
                  <a:pt x="238927" y="69486"/>
                </a:lnTo>
                <a:lnTo>
                  <a:pt x="238703" y="69159"/>
                </a:lnTo>
                <a:lnTo>
                  <a:pt x="238487" y="68825"/>
                </a:lnTo>
                <a:lnTo>
                  <a:pt x="238277" y="68484"/>
                </a:lnTo>
                <a:lnTo>
                  <a:pt x="238074" y="68136"/>
                </a:lnTo>
                <a:lnTo>
                  <a:pt x="237879" y="67782"/>
                </a:lnTo>
                <a:lnTo>
                  <a:pt x="237690" y="67420"/>
                </a:lnTo>
                <a:lnTo>
                  <a:pt x="237507" y="67052"/>
                </a:lnTo>
                <a:lnTo>
                  <a:pt x="237332" y="66677"/>
                </a:lnTo>
                <a:lnTo>
                  <a:pt x="237164" y="66296"/>
                </a:lnTo>
                <a:lnTo>
                  <a:pt x="237002" y="65907"/>
                </a:lnTo>
                <a:lnTo>
                  <a:pt x="236847" y="65512"/>
                </a:lnTo>
                <a:lnTo>
                  <a:pt x="236699" y="65110"/>
                </a:lnTo>
                <a:lnTo>
                  <a:pt x="236558" y="64701"/>
                </a:lnTo>
                <a:lnTo>
                  <a:pt x="236424" y="64287"/>
                </a:lnTo>
                <a:lnTo>
                  <a:pt x="236294" y="63870"/>
                </a:lnTo>
                <a:lnTo>
                  <a:pt x="236170" y="63449"/>
                </a:lnTo>
                <a:lnTo>
                  <a:pt x="236052" y="63025"/>
                </a:lnTo>
                <a:lnTo>
                  <a:pt x="235940" y="62597"/>
                </a:lnTo>
                <a:lnTo>
                  <a:pt x="235832" y="62167"/>
                </a:lnTo>
                <a:lnTo>
                  <a:pt x="235731" y="61733"/>
                </a:lnTo>
                <a:lnTo>
                  <a:pt x="235635" y="61295"/>
                </a:lnTo>
                <a:lnTo>
                  <a:pt x="235544" y="60854"/>
                </a:lnTo>
                <a:lnTo>
                  <a:pt x="235459" y="60410"/>
                </a:lnTo>
                <a:lnTo>
                  <a:pt x="235379" y="59963"/>
                </a:lnTo>
                <a:lnTo>
                  <a:pt x="235305" y="59512"/>
                </a:lnTo>
                <a:lnTo>
                  <a:pt x="235237" y="59058"/>
                </a:lnTo>
                <a:lnTo>
                  <a:pt x="235174" y="58600"/>
                </a:lnTo>
                <a:lnTo>
                  <a:pt x="235116" y="58139"/>
                </a:lnTo>
                <a:lnTo>
                  <a:pt x="235065" y="57675"/>
                </a:lnTo>
                <a:lnTo>
                  <a:pt x="235018" y="57207"/>
                </a:lnTo>
                <a:lnTo>
                  <a:pt x="234977" y="56736"/>
                </a:lnTo>
                <a:lnTo>
                  <a:pt x="234942" y="56262"/>
                </a:lnTo>
                <a:lnTo>
                  <a:pt x="234912" y="55784"/>
                </a:lnTo>
                <a:lnTo>
                  <a:pt x="234888" y="55303"/>
                </a:lnTo>
                <a:lnTo>
                  <a:pt x="234869" y="54819"/>
                </a:lnTo>
                <a:lnTo>
                  <a:pt x="234856" y="54331"/>
                </a:lnTo>
                <a:lnTo>
                  <a:pt x="234848" y="53840"/>
                </a:lnTo>
                <a:lnTo>
                  <a:pt x="274297" y="53840"/>
                </a:lnTo>
                <a:lnTo>
                  <a:pt x="274307" y="53793"/>
                </a:lnTo>
                <a:lnTo>
                  <a:pt x="274316" y="53743"/>
                </a:lnTo>
                <a:lnTo>
                  <a:pt x="274325" y="53691"/>
                </a:lnTo>
                <a:lnTo>
                  <a:pt x="274334" y="53636"/>
                </a:lnTo>
                <a:lnTo>
                  <a:pt x="274342" y="53579"/>
                </a:lnTo>
                <a:lnTo>
                  <a:pt x="274350" y="53519"/>
                </a:lnTo>
                <a:lnTo>
                  <a:pt x="274358" y="53457"/>
                </a:lnTo>
                <a:lnTo>
                  <a:pt x="274366" y="53393"/>
                </a:lnTo>
                <a:lnTo>
                  <a:pt x="274373" y="53326"/>
                </a:lnTo>
                <a:lnTo>
                  <a:pt x="274380" y="53256"/>
                </a:lnTo>
                <a:lnTo>
                  <a:pt x="274386" y="53184"/>
                </a:lnTo>
                <a:lnTo>
                  <a:pt x="274393" y="53110"/>
                </a:lnTo>
                <a:lnTo>
                  <a:pt x="274399" y="53033"/>
                </a:lnTo>
                <a:lnTo>
                  <a:pt x="274404" y="52954"/>
                </a:lnTo>
                <a:lnTo>
                  <a:pt x="274410" y="52872"/>
                </a:lnTo>
                <a:lnTo>
                  <a:pt x="274415" y="52788"/>
                </a:lnTo>
                <a:lnTo>
                  <a:pt x="274420" y="52702"/>
                </a:lnTo>
                <a:lnTo>
                  <a:pt x="274424" y="52613"/>
                </a:lnTo>
                <a:lnTo>
                  <a:pt x="274428" y="52521"/>
                </a:lnTo>
                <a:lnTo>
                  <a:pt x="274432" y="52427"/>
                </a:lnTo>
                <a:lnTo>
                  <a:pt x="274436" y="52331"/>
                </a:lnTo>
                <a:lnTo>
                  <a:pt x="274439" y="52232"/>
                </a:lnTo>
                <a:lnTo>
                  <a:pt x="274442" y="52131"/>
                </a:lnTo>
                <a:lnTo>
                  <a:pt x="274444" y="52027"/>
                </a:lnTo>
                <a:lnTo>
                  <a:pt x="274447" y="51922"/>
                </a:lnTo>
                <a:lnTo>
                  <a:pt x="274449" y="51819"/>
                </a:lnTo>
                <a:lnTo>
                  <a:pt x="274451" y="51717"/>
                </a:lnTo>
                <a:lnTo>
                  <a:pt x="274453" y="51616"/>
                </a:lnTo>
                <a:lnTo>
                  <a:pt x="274455" y="51516"/>
                </a:lnTo>
                <a:lnTo>
                  <a:pt x="274457" y="51418"/>
                </a:lnTo>
                <a:lnTo>
                  <a:pt x="274459" y="51320"/>
                </a:lnTo>
                <a:lnTo>
                  <a:pt x="274461" y="51224"/>
                </a:lnTo>
                <a:lnTo>
                  <a:pt x="274462" y="51129"/>
                </a:lnTo>
                <a:lnTo>
                  <a:pt x="274464" y="51035"/>
                </a:lnTo>
                <a:lnTo>
                  <a:pt x="274465" y="50943"/>
                </a:lnTo>
                <a:lnTo>
                  <a:pt x="274466" y="50851"/>
                </a:lnTo>
                <a:lnTo>
                  <a:pt x="274468" y="50761"/>
                </a:lnTo>
                <a:lnTo>
                  <a:pt x="274469" y="50672"/>
                </a:lnTo>
                <a:lnTo>
                  <a:pt x="274470" y="50584"/>
                </a:lnTo>
                <a:lnTo>
                  <a:pt x="274470" y="50497"/>
                </a:lnTo>
                <a:lnTo>
                  <a:pt x="274471" y="50411"/>
                </a:lnTo>
                <a:lnTo>
                  <a:pt x="274472" y="50327"/>
                </a:lnTo>
                <a:lnTo>
                  <a:pt x="274472" y="50243"/>
                </a:lnTo>
                <a:lnTo>
                  <a:pt x="274473" y="50161"/>
                </a:lnTo>
                <a:lnTo>
                  <a:pt x="274473" y="50080"/>
                </a:lnTo>
                <a:lnTo>
                  <a:pt x="274474" y="50000"/>
                </a:lnTo>
                <a:lnTo>
                  <a:pt x="274474" y="49922"/>
                </a:lnTo>
                <a:lnTo>
                  <a:pt x="274474" y="49844"/>
                </a:lnTo>
                <a:lnTo>
                  <a:pt x="274463" y="48703"/>
                </a:lnTo>
                <a:lnTo>
                  <a:pt x="274429" y="47583"/>
                </a:lnTo>
                <a:lnTo>
                  <a:pt x="274373" y="46487"/>
                </a:lnTo>
                <a:lnTo>
                  <a:pt x="274295" y="45412"/>
                </a:lnTo>
                <a:lnTo>
                  <a:pt x="274195" y="44360"/>
                </a:lnTo>
                <a:lnTo>
                  <a:pt x="274072" y="43331"/>
                </a:lnTo>
                <a:lnTo>
                  <a:pt x="273927" y="42323"/>
                </a:lnTo>
                <a:lnTo>
                  <a:pt x="273760" y="41339"/>
                </a:lnTo>
                <a:lnTo>
                  <a:pt x="273570" y="40376"/>
                </a:lnTo>
                <a:lnTo>
                  <a:pt x="273358" y="39436"/>
                </a:lnTo>
                <a:lnTo>
                  <a:pt x="273124" y="38519"/>
                </a:lnTo>
                <a:lnTo>
                  <a:pt x="272867" y="37624"/>
                </a:lnTo>
                <a:lnTo>
                  <a:pt x="272588" y="36751"/>
                </a:lnTo>
                <a:lnTo>
                  <a:pt x="272287" y="35901"/>
                </a:lnTo>
                <a:lnTo>
                  <a:pt x="271963" y="35073"/>
                </a:lnTo>
                <a:lnTo>
                  <a:pt x="271617" y="34268"/>
                </a:lnTo>
                <a:lnTo>
                  <a:pt x="271249" y="33485"/>
                </a:lnTo>
                <a:lnTo>
                  <a:pt x="270858" y="32724"/>
                </a:lnTo>
                <a:lnTo>
                  <a:pt x="270445" y="31986"/>
                </a:lnTo>
                <a:lnTo>
                  <a:pt x="270010" y="31271"/>
                </a:lnTo>
                <a:lnTo>
                  <a:pt x="269553" y="30577"/>
                </a:lnTo>
                <a:lnTo>
                  <a:pt x="269073" y="29907"/>
                </a:lnTo>
                <a:lnTo>
                  <a:pt x="268571" y="29258"/>
                </a:lnTo>
                <a:lnTo>
                  <a:pt x="268046" y="28632"/>
                </a:lnTo>
                <a:lnTo>
                  <a:pt x="267502" y="28030"/>
                </a:lnTo>
                <a:lnTo>
                  <a:pt x="266941" y="27453"/>
                </a:lnTo>
                <a:lnTo>
                  <a:pt x="266362" y="26903"/>
                </a:lnTo>
                <a:lnTo>
                  <a:pt x="265766" y="26377"/>
                </a:lnTo>
                <a:lnTo>
                  <a:pt x="265153" y="25878"/>
                </a:lnTo>
                <a:lnTo>
                  <a:pt x="264523" y="25404"/>
                </a:lnTo>
                <a:lnTo>
                  <a:pt x="263876" y="24955"/>
                </a:lnTo>
                <a:lnTo>
                  <a:pt x="263211" y="24532"/>
                </a:lnTo>
                <a:lnTo>
                  <a:pt x="262529" y="24135"/>
                </a:lnTo>
                <a:lnTo>
                  <a:pt x="261830" y="23764"/>
                </a:lnTo>
                <a:lnTo>
                  <a:pt x="261114" y="23418"/>
                </a:lnTo>
                <a:lnTo>
                  <a:pt x="260381" y="23098"/>
                </a:lnTo>
                <a:lnTo>
                  <a:pt x="259630" y="22803"/>
                </a:lnTo>
                <a:lnTo>
                  <a:pt x="258862" y="22534"/>
                </a:lnTo>
                <a:lnTo>
                  <a:pt x="258077" y="22290"/>
                </a:lnTo>
                <a:lnTo>
                  <a:pt x="257275" y="22073"/>
                </a:lnTo>
                <a:lnTo>
                  <a:pt x="256456" y="21880"/>
                </a:lnTo>
                <a:lnTo>
                  <a:pt x="255619" y="21714"/>
                </a:lnTo>
                <a:lnTo>
                  <a:pt x="254765" y="21573"/>
                </a:lnTo>
                <a:lnTo>
                  <a:pt x="253894" y="21458"/>
                </a:lnTo>
                <a:lnTo>
                  <a:pt x="253006" y="21368"/>
                </a:lnTo>
                <a:lnTo>
                  <a:pt x="252101" y="21304"/>
                </a:lnTo>
                <a:lnTo>
                  <a:pt x="251178" y="21266"/>
                </a:lnTo>
                <a:lnTo>
                  <a:pt x="250239" y="21253"/>
                </a:lnTo>
                <a:lnTo>
                  <a:pt x="249536" y="21260"/>
                </a:lnTo>
                <a:lnTo>
                  <a:pt x="248843" y="21280"/>
                </a:lnTo>
                <a:lnTo>
                  <a:pt x="248160" y="21314"/>
                </a:lnTo>
                <a:lnTo>
                  <a:pt x="247488" y="21362"/>
                </a:lnTo>
                <a:lnTo>
                  <a:pt x="246825" y="21423"/>
                </a:lnTo>
                <a:lnTo>
                  <a:pt x="246172" y="21498"/>
                </a:lnTo>
                <a:lnTo>
                  <a:pt x="245529" y="21587"/>
                </a:lnTo>
                <a:lnTo>
                  <a:pt x="244896" y="21690"/>
                </a:lnTo>
                <a:lnTo>
                  <a:pt x="244272" y="21806"/>
                </a:lnTo>
                <a:lnTo>
                  <a:pt x="243659" y="21935"/>
                </a:lnTo>
                <a:lnTo>
                  <a:pt x="243056" y="22079"/>
                </a:lnTo>
                <a:lnTo>
                  <a:pt x="242462" y="22236"/>
                </a:lnTo>
                <a:lnTo>
                  <a:pt x="241879" y="22406"/>
                </a:lnTo>
                <a:lnTo>
                  <a:pt x="241305" y="22590"/>
                </a:lnTo>
                <a:lnTo>
                  <a:pt x="240742" y="22788"/>
                </a:lnTo>
                <a:lnTo>
                  <a:pt x="240188" y="23000"/>
                </a:lnTo>
                <a:lnTo>
                  <a:pt x="239644" y="23225"/>
                </a:lnTo>
                <a:lnTo>
                  <a:pt x="239111" y="23464"/>
                </a:lnTo>
                <a:lnTo>
                  <a:pt x="238587" y="23717"/>
                </a:lnTo>
                <a:lnTo>
                  <a:pt x="238073" y="23983"/>
                </a:lnTo>
                <a:lnTo>
                  <a:pt x="237569" y="24263"/>
                </a:lnTo>
                <a:lnTo>
                  <a:pt x="237075" y="24556"/>
                </a:lnTo>
                <a:lnTo>
                  <a:pt x="236590" y="24863"/>
                </a:lnTo>
                <a:lnTo>
                  <a:pt x="236116" y="25184"/>
                </a:lnTo>
                <a:lnTo>
                  <a:pt x="235652" y="25517"/>
                </a:lnTo>
                <a:lnTo>
                  <a:pt x="235197" y="25860"/>
                </a:lnTo>
                <a:lnTo>
                  <a:pt x="234753" y="26214"/>
                </a:lnTo>
                <a:lnTo>
                  <a:pt x="234318" y="26579"/>
                </a:lnTo>
                <a:lnTo>
                  <a:pt x="233894" y="26954"/>
                </a:lnTo>
                <a:lnTo>
                  <a:pt x="233479" y="27340"/>
                </a:lnTo>
                <a:lnTo>
                  <a:pt x="233074" y="27736"/>
                </a:lnTo>
                <a:lnTo>
                  <a:pt x="232680" y="28143"/>
                </a:lnTo>
                <a:lnTo>
                  <a:pt x="232295" y="28560"/>
                </a:lnTo>
                <a:lnTo>
                  <a:pt x="231920" y="28988"/>
                </a:lnTo>
                <a:lnTo>
                  <a:pt x="231555" y="29427"/>
                </a:lnTo>
                <a:lnTo>
                  <a:pt x="231200" y="29876"/>
                </a:lnTo>
                <a:lnTo>
                  <a:pt x="230855" y="30336"/>
                </a:lnTo>
                <a:lnTo>
                  <a:pt x="230519" y="30806"/>
                </a:lnTo>
                <a:lnTo>
                  <a:pt x="230194" y="31287"/>
                </a:lnTo>
                <a:lnTo>
                  <a:pt x="229879" y="31778"/>
                </a:lnTo>
                <a:lnTo>
                  <a:pt x="229573" y="32280"/>
                </a:lnTo>
                <a:lnTo>
                  <a:pt x="229278" y="32792"/>
                </a:lnTo>
                <a:lnTo>
                  <a:pt x="228992" y="33315"/>
                </a:lnTo>
                <a:lnTo>
                  <a:pt x="228717" y="33849"/>
                </a:lnTo>
                <a:lnTo>
                  <a:pt x="228451" y="34393"/>
                </a:lnTo>
                <a:lnTo>
                  <a:pt x="228195" y="34948"/>
                </a:lnTo>
                <a:lnTo>
                  <a:pt x="227949" y="35513"/>
                </a:lnTo>
                <a:lnTo>
                  <a:pt x="227713" y="36089"/>
                </a:lnTo>
                <a:lnTo>
                  <a:pt x="227487" y="36674"/>
                </a:lnTo>
                <a:lnTo>
                  <a:pt x="227271" y="37266"/>
                </a:lnTo>
                <a:lnTo>
                  <a:pt x="227064" y="37866"/>
                </a:lnTo>
                <a:lnTo>
                  <a:pt x="226867" y="38474"/>
                </a:lnTo>
                <a:lnTo>
                  <a:pt x="226679" y="39089"/>
                </a:lnTo>
                <a:lnTo>
                  <a:pt x="226501" y="39712"/>
                </a:lnTo>
                <a:lnTo>
                  <a:pt x="226333" y="40342"/>
                </a:lnTo>
                <a:lnTo>
                  <a:pt x="226174" y="40980"/>
                </a:lnTo>
                <a:lnTo>
                  <a:pt x="226025" y="41626"/>
                </a:lnTo>
                <a:lnTo>
                  <a:pt x="225885" y="42279"/>
                </a:lnTo>
                <a:lnTo>
                  <a:pt x="225755" y="42939"/>
                </a:lnTo>
                <a:lnTo>
                  <a:pt x="225635" y="43607"/>
                </a:lnTo>
                <a:lnTo>
                  <a:pt x="225524" y="44283"/>
                </a:lnTo>
                <a:lnTo>
                  <a:pt x="225423" y="44966"/>
                </a:lnTo>
                <a:lnTo>
                  <a:pt x="225332" y="45657"/>
                </a:lnTo>
                <a:lnTo>
                  <a:pt x="225250" y="46355"/>
                </a:lnTo>
                <a:lnTo>
                  <a:pt x="225178" y="47061"/>
                </a:lnTo>
                <a:lnTo>
                  <a:pt x="225115" y="47775"/>
                </a:lnTo>
                <a:lnTo>
                  <a:pt x="225062" y="48496"/>
                </a:lnTo>
                <a:lnTo>
                  <a:pt x="225019" y="49225"/>
                </a:lnTo>
                <a:lnTo>
                  <a:pt x="224985" y="49961"/>
                </a:lnTo>
                <a:lnTo>
                  <a:pt x="224961" y="50705"/>
                </a:lnTo>
                <a:lnTo>
                  <a:pt x="224947" y="51456"/>
                </a:lnTo>
                <a:lnTo>
                  <a:pt x="224942" y="52215"/>
                </a:lnTo>
                <a:lnTo>
                  <a:pt x="224947" y="52944"/>
                </a:lnTo>
                <a:lnTo>
                  <a:pt x="224962" y="53667"/>
                </a:lnTo>
                <a:lnTo>
                  <a:pt x="224987" y="54384"/>
                </a:lnTo>
                <a:lnTo>
                  <a:pt x="225021" y="55095"/>
                </a:lnTo>
                <a:lnTo>
                  <a:pt x="225066" y="55799"/>
                </a:lnTo>
                <a:lnTo>
                  <a:pt x="225121" y="56498"/>
                </a:lnTo>
                <a:lnTo>
                  <a:pt x="225185" y="57191"/>
                </a:lnTo>
                <a:lnTo>
                  <a:pt x="225260" y="57877"/>
                </a:lnTo>
                <a:lnTo>
                  <a:pt x="225344" y="58558"/>
                </a:lnTo>
                <a:lnTo>
                  <a:pt x="225438" y="59232"/>
                </a:lnTo>
                <a:lnTo>
                  <a:pt x="225543" y="59900"/>
                </a:lnTo>
                <a:lnTo>
                  <a:pt x="225657" y="60562"/>
                </a:lnTo>
                <a:lnTo>
                  <a:pt x="225781" y="61219"/>
                </a:lnTo>
                <a:lnTo>
                  <a:pt x="225915" y="61869"/>
                </a:lnTo>
                <a:lnTo>
                  <a:pt x="226059" y="62513"/>
                </a:lnTo>
                <a:lnTo>
                  <a:pt x="226213" y="63150"/>
                </a:lnTo>
                <a:lnTo>
                  <a:pt x="226377" y="63782"/>
                </a:lnTo>
                <a:lnTo>
                  <a:pt x="226551" y="64408"/>
                </a:lnTo>
                <a:lnTo>
                  <a:pt x="226734" y="65028"/>
                </a:lnTo>
                <a:lnTo>
                  <a:pt x="226928" y="65641"/>
                </a:lnTo>
                <a:lnTo>
                  <a:pt x="227132" y="66249"/>
                </a:lnTo>
                <a:lnTo>
                  <a:pt x="227345" y="66850"/>
                </a:lnTo>
                <a:lnTo>
                  <a:pt x="227569" y="67445"/>
                </a:lnTo>
                <a:lnTo>
                  <a:pt x="227802" y="68035"/>
                </a:lnTo>
                <a:lnTo>
                  <a:pt x="228045" y="68616"/>
                </a:lnTo>
                <a:lnTo>
                  <a:pt x="228299" y="69186"/>
                </a:lnTo>
                <a:lnTo>
                  <a:pt x="228563" y="69747"/>
                </a:lnTo>
                <a:lnTo>
                  <a:pt x="228838" y="70297"/>
                </a:lnTo>
                <a:lnTo>
                  <a:pt x="229123" y="70838"/>
                </a:lnTo>
                <a:lnTo>
                  <a:pt x="229418" y="71367"/>
                </a:lnTo>
                <a:lnTo>
                  <a:pt x="229723" y="71887"/>
                </a:lnTo>
                <a:lnTo>
                  <a:pt x="230039" y="72397"/>
                </a:lnTo>
                <a:lnTo>
                  <a:pt x="230366" y="72896"/>
                </a:lnTo>
                <a:lnTo>
                  <a:pt x="230702" y="73385"/>
                </a:lnTo>
                <a:lnTo>
                  <a:pt x="231049" y="73863"/>
                </a:lnTo>
                <a:lnTo>
                  <a:pt x="231406" y="74332"/>
                </a:lnTo>
                <a:lnTo>
                  <a:pt x="231774" y="74790"/>
                </a:lnTo>
                <a:lnTo>
                  <a:pt x="232152" y="75238"/>
                </a:lnTo>
                <a:lnTo>
                  <a:pt x="232540" y="75676"/>
                </a:lnTo>
                <a:lnTo>
                  <a:pt x="232938" y="76104"/>
                </a:lnTo>
                <a:lnTo>
                  <a:pt x="233347" y="76521"/>
                </a:lnTo>
                <a:lnTo>
                  <a:pt x="233767" y="76928"/>
                </a:lnTo>
                <a:lnTo>
                  <a:pt x="234196" y="77325"/>
                </a:lnTo>
                <a:lnTo>
                  <a:pt x="234636" y="77711"/>
                </a:lnTo>
                <a:lnTo>
                  <a:pt x="235087" y="78088"/>
                </a:lnTo>
                <a:lnTo>
                  <a:pt x="235547" y="78454"/>
                </a:lnTo>
                <a:lnTo>
                  <a:pt x="236018" y="78810"/>
                </a:lnTo>
                <a:lnTo>
                  <a:pt x="236499" y="79155"/>
                </a:lnTo>
                <a:lnTo>
                  <a:pt x="236991" y="79489"/>
                </a:lnTo>
                <a:lnTo>
                  <a:pt x="237494" y="79808"/>
                </a:lnTo>
                <a:lnTo>
                  <a:pt x="238008" y="80113"/>
                </a:lnTo>
                <a:lnTo>
                  <a:pt x="238532" y="80403"/>
                </a:lnTo>
                <a:lnTo>
                  <a:pt x="239067" y="80680"/>
                </a:lnTo>
                <a:lnTo>
                  <a:pt x="239614" y="80942"/>
                </a:lnTo>
                <a:lnTo>
                  <a:pt x="240171" y="81190"/>
                </a:lnTo>
                <a:lnTo>
                  <a:pt x="240738" y="81424"/>
                </a:lnTo>
                <a:lnTo>
                  <a:pt x="241317" y="81644"/>
                </a:lnTo>
                <a:lnTo>
                  <a:pt x="241907" y="81850"/>
                </a:lnTo>
                <a:lnTo>
                  <a:pt x="242507" y="82041"/>
                </a:lnTo>
                <a:lnTo>
                  <a:pt x="243118" y="82219"/>
                </a:lnTo>
                <a:lnTo>
                  <a:pt x="243740" y="82382"/>
                </a:lnTo>
                <a:lnTo>
                  <a:pt x="244373" y="82531"/>
                </a:lnTo>
                <a:lnTo>
                  <a:pt x="245017" y="82665"/>
                </a:lnTo>
                <a:lnTo>
                  <a:pt x="245672" y="82786"/>
                </a:lnTo>
                <a:lnTo>
                  <a:pt x="246337" y="82892"/>
                </a:lnTo>
                <a:lnTo>
                  <a:pt x="247014" y="82985"/>
                </a:lnTo>
                <a:lnTo>
                  <a:pt x="247701" y="83063"/>
                </a:lnTo>
                <a:lnTo>
                  <a:pt x="248399" y="83126"/>
                </a:lnTo>
                <a:lnTo>
                  <a:pt x="249108" y="83176"/>
                </a:lnTo>
                <a:lnTo>
                  <a:pt x="249828" y="83211"/>
                </a:lnTo>
                <a:lnTo>
                  <a:pt x="250558" y="83233"/>
                </a:lnTo>
                <a:lnTo>
                  <a:pt x="251300" y="83240"/>
                </a:lnTo>
                <a:lnTo>
                  <a:pt x="251886" y="83236"/>
                </a:lnTo>
                <a:lnTo>
                  <a:pt x="252466" y="83223"/>
                </a:lnTo>
                <a:lnTo>
                  <a:pt x="253039" y="83201"/>
                </a:lnTo>
                <a:lnTo>
                  <a:pt x="253605" y="83171"/>
                </a:lnTo>
                <a:lnTo>
                  <a:pt x="254164" y="83132"/>
                </a:lnTo>
                <a:close/>
                <a:moveTo>
                  <a:pt x="235339" y="43185"/>
                </a:moveTo>
                <a:lnTo>
                  <a:pt x="235458" y="42537"/>
                </a:lnTo>
                <a:lnTo>
                  <a:pt x="235588" y="41904"/>
                </a:lnTo>
                <a:lnTo>
                  <a:pt x="235730" y="41286"/>
                </a:lnTo>
                <a:lnTo>
                  <a:pt x="235882" y="40682"/>
                </a:lnTo>
                <a:lnTo>
                  <a:pt x="236045" y="40093"/>
                </a:lnTo>
                <a:lnTo>
                  <a:pt x="236219" y="39518"/>
                </a:lnTo>
                <a:lnTo>
                  <a:pt x="236404" y="38958"/>
                </a:lnTo>
                <a:lnTo>
                  <a:pt x="236599" y="38412"/>
                </a:lnTo>
                <a:lnTo>
                  <a:pt x="236806" y="37880"/>
                </a:lnTo>
                <a:lnTo>
                  <a:pt x="237024" y="37363"/>
                </a:lnTo>
                <a:lnTo>
                  <a:pt x="237253" y="36861"/>
                </a:lnTo>
                <a:lnTo>
                  <a:pt x="237493" y="36373"/>
                </a:lnTo>
                <a:lnTo>
                  <a:pt x="237743" y="35899"/>
                </a:lnTo>
                <a:lnTo>
                  <a:pt x="238005" y="35440"/>
                </a:lnTo>
                <a:lnTo>
                  <a:pt x="238277" y="34996"/>
                </a:lnTo>
                <a:lnTo>
                  <a:pt x="238561" y="34566"/>
                </a:lnTo>
                <a:lnTo>
                  <a:pt x="238855" y="34150"/>
                </a:lnTo>
                <a:lnTo>
                  <a:pt x="239161" y="33749"/>
                </a:lnTo>
                <a:lnTo>
                  <a:pt x="239477" y="33362"/>
                </a:lnTo>
                <a:lnTo>
                  <a:pt x="239804" y="32991"/>
                </a:lnTo>
                <a:lnTo>
                  <a:pt x="240142" y="32635"/>
                </a:lnTo>
                <a:lnTo>
                  <a:pt x="240490" y="32295"/>
                </a:lnTo>
                <a:lnTo>
                  <a:pt x="240849" y="31971"/>
                </a:lnTo>
                <a:lnTo>
                  <a:pt x="241218" y="31663"/>
                </a:lnTo>
                <a:lnTo>
                  <a:pt x="241598" y="31370"/>
                </a:lnTo>
                <a:lnTo>
                  <a:pt x="241989" y="31094"/>
                </a:lnTo>
                <a:lnTo>
                  <a:pt x="242389" y="30833"/>
                </a:lnTo>
                <a:lnTo>
                  <a:pt x="242801" y="30588"/>
                </a:lnTo>
                <a:lnTo>
                  <a:pt x="243223" y="30359"/>
                </a:lnTo>
                <a:lnTo>
                  <a:pt x="243656" y="30145"/>
                </a:lnTo>
                <a:lnTo>
                  <a:pt x="244099" y="29948"/>
                </a:lnTo>
                <a:lnTo>
                  <a:pt x="244552" y="29766"/>
                </a:lnTo>
                <a:lnTo>
                  <a:pt x="245017" y="29600"/>
                </a:lnTo>
                <a:lnTo>
                  <a:pt x="245491" y="29450"/>
                </a:lnTo>
                <a:lnTo>
                  <a:pt x="245977" y="29315"/>
                </a:lnTo>
                <a:lnTo>
                  <a:pt x="246472" y="29197"/>
                </a:lnTo>
                <a:lnTo>
                  <a:pt x="246979" y="29094"/>
                </a:lnTo>
                <a:lnTo>
                  <a:pt x="247496" y="29007"/>
                </a:lnTo>
                <a:lnTo>
                  <a:pt x="248023" y="28936"/>
                </a:lnTo>
                <a:lnTo>
                  <a:pt x="248561" y="28880"/>
                </a:lnTo>
                <a:lnTo>
                  <a:pt x="249110" y="28841"/>
                </a:lnTo>
                <a:lnTo>
                  <a:pt x="249669" y="28817"/>
                </a:lnTo>
                <a:lnTo>
                  <a:pt x="250239" y="28809"/>
                </a:lnTo>
                <a:lnTo>
                  <a:pt x="250798" y="28817"/>
                </a:lnTo>
                <a:lnTo>
                  <a:pt x="251348" y="28841"/>
                </a:lnTo>
                <a:lnTo>
                  <a:pt x="251887" y="28881"/>
                </a:lnTo>
                <a:lnTo>
                  <a:pt x="252415" y="28937"/>
                </a:lnTo>
                <a:lnTo>
                  <a:pt x="252934" y="29008"/>
                </a:lnTo>
                <a:lnTo>
                  <a:pt x="253441" y="29096"/>
                </a:lnTo>
                <a:lnTo>
                  <a:pt x="253938" y="29199"/>
                </a:lnTo>
                <a:lnTo>
                  <a:pt x="254425" y="29319"/>
                </a:lnTo>
                <a:lnTo>
                  <a:pt x="254902" y="29454"/>
                </a:lnTo>
                <a:lnTo>
                  <a:pt x="255367" y="29605"/>
                </a:lnTo>
                <a:lnTo>
                  <a:pt x="255823" y="29772"/>
                </a:lnTo>
                <a:lnTo>
                  <a:pt x="256268" y="29955"/>
                </a:lnTo>
                <a:lnTo>
                  <a:pt x="256702" y="30154"/>
                </a:lnTo>
                <a:lnTo>
                  <a:pt x="257127" y="30369"/>
                </a:lnTo>
                <a:lnTo>
                  <a:pt x="257540" y="30600"/>
                </a:lnTo>
                <a:lnTo>
                  <a:pt x="257944" y="30847"/>
                </a:lnTo>
                <a:lnTo>
                  <a:pt x="258336" y="31109"/>
                </a:lnTo>
                <a:lnTo>
                  <a:pt x="258719" y="31388"/>
                </a:lnTo>
                <a:lnTo>
                  <a:pt x="259091" y="31682"/>
                </a:lnTo>
                <a:lnTo>
                  <a:pt x="259452" y="31993"/>
                </a:lnTo>
                <a:lnTo>
                  <a:pt x="259803" y="32319"/>
                </a:lnTo>
                <a:lnTo>
                  <a:pt x="260144" y="32661"/>
                </a:lnTo>
                <a:lnTo>
                  <a:pt x="260474" y="33020"/>
                </a:lnTo>
                <a:lnTo>
                  <a:pt x="260794" y="33394"/>
                </a:lnTo>
                <a:lnTo>
                  <a:pt x="261102" y="33783"/>
                </a:lnTo>
                <a:lnTo>
                  <a:pt x="261398" y="34186"/>
                </a:lnTo>
                <a:lnTo>
                  <a:pt x="261681" y="34603"/>
                </a:lnTo>
                <a:lnTo>
                  <a:pt x="261952" y="35035"/>
                </a:lnTo>
                <a:lnTo>
                  <a:pt x="262210" y="35481"/>
                </a:lnTo>
                <a:lnTo>
                  <a:pt x="262456" y="35941"/>
                </a:lnTo>
                <a:lnTo>
                  <a:pt x="262689" y="36415"/>
                </a:lnTo>
                <a:lnTo>
                  <a:pt x="262910" y="36903"/>
                </a:lnTo>
                <a:lnTo>
                  <a:pt x="263118" y="37405"/>
                </a:lnTo>
                <a:lnTo>
                  <a:pt x="263314" y="37922"/>
                </a:lnTo>
                <a:lnTo>
                  <a:pt x="263497" y="38452"/>
                </a:lnTo>
                <a:lnTo>
                  <a:pt x="263668" y="38997"/>
                </a:lnTo>
                <a:lnTo>
                  <a:pt x="263827" y="39556"/>
                </a:lnTo>
                <a:lnTo>
                  <a:pt x="263972" y="40129"/>
                </a:lnTo>
                <a:lnTo>
                  <a:pt x="264106" y="40716"/>
                </a:lnTo>
                <a:lnTo>
                  <a:pt x="264227" y="41318"/>
                </a:lnTo>
                <a:lnTo>
                  <a:pt x="264335" y="41933"/>
                </a:lnTo>
                <a:lnTo>
                  <a:pt x="264431" y="42563"/>
                </a:lnTo>
                <a:lnTo>
                  <a:pt x="264514" y="43207"/>
                </a:lnTo>
                <a:lnTo>
                  <a:pt x="264585" y="43865"/>
                </a:lnTo>
                <a:lnTo>
                  <a:pt x="264644" y="44537"/>
                </a:lnTo>
                <a:lnTo>
                  <a:pt x="264690" y="45223"/>
                </a:lnTo>
                <a:lnTo>
                  <a:pt x="264723" y="45923"/>
                </a:lnTo>
                <a:lnTo>
                  <a:pt x="264744" y="46638"/>
                </a:lnTo>
                <a:lnTo>
                  <a:pt x="234907" y="46638"/>
                </a:lnTo>
                <a:lnTo>
                  <a:pt x="234972" y="45918"/>
                </a:lnTo>
                <a:lnTo>
                  <a:pt x="235047" y="45213"/>
                </a:lnTo>
                <a:lnTo>
                  <a:pt x="235133" y="44522"/>
                </a:lnTo>
                <a:lnTo>
                  <a:pt x="235231" y="43846"/>
                </a:lnTo>
                <a:lnTo>
                  <a:pt x="235339" y="43185"/>
                </a:lnTo>
                <a:close/>
                <a:moveTo>
                  <a:pt x="425456" y="82177"/>
                </a:moveTo>
                <a:lnTo>
                  <a:pt x="425456" y="22315"/>
                </a:lnTo>
                <a:lnTo>
                  <a:pt x="415609" y="22315"/>
                </a:lnTo>
                <a:lnTo>
                  <a:pt x="415609" y="82177"/>
                </a:lnTo>
                <a:lnTo>
                  <a:pt x="425456" y="82177"/>
                </a:lnTo>
                <a:close/>
                <a:moveTo>
                  <a:pt x="421456" y="11408"/>
                </a:moveTo>
                <a:lnTo>
                  <a:pt x="421671" y="11382"/>
                </a:lnTo>
                <a:lnTo>
                  <a:pt x="421881" y="11351"/>
                </a:lnTo>
                <a:lnTo>
                  <a:pt x="422088" y="11315"/>
                </a:lnTo>
                <a:lnTo>
                  <a:pt x="422292" y="11272"/>
                </a:lnTo>
                <a:lnTo>
                  <a:pt x="422491" y="11225"/>
                </a:lnTo>
                <a:lnTo>
                  <a:pt x="422687" y="11171"/>
                </a:lnTo>
                <a:lnTo>
                  <a:pt x="422880" y="11112"/>
                </a:lnTo>
                <a:lnTo>
                  <a:pt x="423068" y="11047"/>
                </a:lnTo>
                <a:lnTo>
                  <a:pt x="423253" y="10977"/>
                </a:lnTo>
                <a:lnTo>
                  <a:pt x="423434" y="10900"/>
                </a:lnTo>
                <a:lnTo>
                  <a:pt x="423612" y="10819"/>
                </a:lnTo>
                <a:lnTo>
                  <a:pt x="423786" y="10731"/>
                </a:lnTo>
                <a:lnTo>
                  <a:pt x="423956" y="10638"/>
                </a:lnTo>
                <a:lnTo>
                  <a:pt x="424122" y="10540"/>
                </a:lnTo>
                <a:lnTo>
                  <a:pt x="424285" y="10435"/>
                </a:lnTo>
                <a:lnTo>
                  <a:pt x="424444" y="10325"/>
                </a:lnTo>
                <a:lnTo>
                  <a:pt x="424599" y="10210"/>
                </a:lnTo>
                <a:lnTo>
                  <a:pt x="424751" y="10089"/>
                </a:lnTo>
                <a:lnTo>
                  <a:pt x="424899" y="9962"/>
                </a:lnTo>
                <a:lnTo>
                  <a:pt x="425044" y="9829"/>
                </a:lnTo>
                <a:lnTo>
                  <a:pt x="425183" y="9693"/>
                </a:lnTo>
                <a:lnTo>
                  <a:pt x="425317" y="9553"/>
                </a:lnTo>
                <a:lnTo>
                  <a:pt x="425444" y="9410"/>
                </a:lnTo>
                <a:lnTo>
                  <a:pt x="425566" y="9264"/>
                </a:lnTo>
                <a:lnTo>
                  <a:pt x="425682" y="9116"/>
                </a:lnTo>
                <a:lnTo>
                  <a:pt x="425792" y="8964"/>
                </a:lnTo>
                <a:lnTo>
                  <a:pt x="425896" y="8810"/>
                </a:lnTo>
                <a:lnTo>
                  <a:pt x="425994" y="8652"/>
                </a:lnTo>
                <a:lnTo>
                  <a:pt x="426086" y="8491"/>
                </a:lnTo>
                <a:lnTo>
                  <a:pt x="426172" y="8328"/>
                </a:lnTo>
                <a:lnTo>
                  <a:pt x="426252" y="8161"/>
                </a:lnTo>
                <a:lnTo>
                  <a:pt x="426326" y="7992"/>
                </a:lnTo>
                <a:lnTo>
                  <a:pt x="426394" y="7819"/>
                </a:lnTo>
                <a:lnTo>
                  <a:pt x="426457" y="7644"/>
                </a:lnTo>
                <a:lnTo>
                  <a:pt x="426513" y="7466"/>
                </a:lnTo>
                <a:lnTo>
                  <a:pt x="426564" y="7284"/>
                </a:lnTo>
                <a:lnTo>
                  <a:pt x="426608" y="7100"/>
                </a:lnTo>
                <a:lnTo>
                  <a:pt x="426647" y="6913"/>
                </a:lnTo>
                <a:lnTo>
                  <a:pt x="426679" y="6722"/>
                </a:lnTo>
                <a:lnTo>
                  <a:pt x="426706" y="6529"/>
                </a:lnTo>
                <a:lnTo>
                  <a:pt x="426727" y="6333"/>
                </a:lnTo>
                <a:lnTo>
                  <a:pt x="426742" y="6134"/>
                </a:lnTo>
                <a:lnTo>
                  <a:pt x="426751" y="5932"/>
                </a:lnTo>
                <a:lnTo>
                  <a:pt x="426754" y="5726"/>
                </a:lnTo>
                <a:lnTo>
                  <a:pt x="426751" y="5521"/>
                </a:lnTo>
                <a:lnTo>
                  <a:pt x="426742" y="5319"/>
                </a:lnTo>
                <a:lnTo>
                  <a:pt x="426727" y="5120"/>
                </a:lnTo>
                <a:lnTo>
                  <a:pt x="426706" y="4924"/>
                </a:lnTo>
                <a:lnTo>
                  <a:pt x="426679" y="4730"/>
                </a:lnTo>
                <a:lnTo>
                  <a:pt x="426647" y="4540"/>
                </a:lnTo>
                <a:lnTo>
                  <a:pt x="426608" y="4353"/>
                </a:lnTo>
                <a:lnTo>
                  <a:pt x="426564" y="4169"/>
                </a:lnTo>
                <a:lnTo>
                  <a:pt x="426513" y="3987"/>
                </a:lnTo>
                <a:lnTo>
                  <a:pt x="426457" y="3809"/>
                </a:lnTo>
                <a:lnTo>
                  <a:pt x="426394" y="3633"/>
                </a:lnTo>
                <a:lnTo>
                  <a:pt x="426326" y="3461"/>
                </a:lnTo>
                <a:lnTo>
                  <a:pt x="426252" y="3291"/>
                </a:lnTo>
                <a:lnTo>
                  <a:pt x="426172" y="3125"/>
                </a:lnTo>
                <a:lnTo>
                  <a:pt x="426086" y="2961"/>
                </a:lnTo>
                <a:lnTo>
                  <a:pt x="425994" y="2801"/>
                </a:lnTo>
                <a:lnTo>
                  <a:pt x="425896" y="2643"/>
                </a:lnTo>
                <a:lnTo>
                  <a:pt x="425792" y="2489"/>
                </a:lnTo>
                <a:lnTo>
                  <a:pt x="425682" y="2337"/>
                </a:lnTo>
                <a:lnTo>
                  <a:pt x="425566" y="2188"/>
                </a:lnTo>
                <a:lnTo>
                  <a:pt x="425444" y="2043"/>
                </a:lnTo>
                <a:lnTo>
                  <a:pt x="425317" y="1900"/>
                </a:lnTo>
                <a:lnTo>
                  <a:pt x="425183" y="1760"/>
                </a:lnTo>
                <a:lnTo>
                  <a:pt x="425044" y="1623"/>
                </a:lnTo>
                <a:lnTo>
                  <a:pt x="424899" y="1491"/>
                </a:lnTo>
                <a:lnTo>
                  <a:pt x="424751" y="1364"/>
                </a:lnTo>
                <a:lnTo>
                  <a:pt x="424599" y="1243"/>
                </a:lnTo>
                <a:lnTo>
                  <a:pt x="424444" y="1127"/>
                </a:lnTo>
                <a:lnTo>
                  <a:pt x="424285" y="1017"/>
                </a:lnTo>
                <a:lnTo>
                  <a:pt x="424122" y="913"/>
                </a:lnTo>
                <a:lnTo>
                  <a:pt x="423956" y="815"/>
                </a:lnTo>
                <a:lnTo>
                  <a:pt x="423786" y="722"/>
                </a:lnTo>
                <a:lnTo>
                  <a:pt x="423612" y="634"/>
                </a:lnTo>
                <a:lnTo>
                  <a:pt x="423434" y="552"/>
                </a:lnTo>
                <a:lnTo>
                  <a:pt x="423253" y="476"/>
                </a:lnTo>
                <a:lnTo>
                  <a:pt x="423068" y="406"/>
                </a:lnTo>
                <a:lnTo>
                  <a:pt x="422880" y="341"/>
                </a:lnTo>
                <a:lnTo>
                  <a:pt x="422687" y="282"/>
                </a:lnTo>
                <a:lnTo>
                  <a:pt x="422491" y="228"/>
                </a:lnTo>
                <a:lnTo>
                  <a:pt x="422292" y="180"/>
                </a:lnTo>
                <a:lnTo>
                  <a:pt x="422088" y="138"/>
                </a:lnTo>
                <a:lnTo>
                  <a:pt x="421881" y="101"/>
                </a:lnTo>
                <a:lnTo>
                  <a:pt x="421671" y="70"/>
                </a:lnTo>
                <a:lnTo>
                  <a:pt x="421456" y="45"/>
                </a:lnTo>
                <a:lnTo>
                  <a:pt x="421238" y="25"/>
                </a:lnTo>
                <a:lnTo>
                  <a:pt x="421017" y="11"/>
                </a:lnTo>
                <a:lnTo>
                  <a:pt x="420791" y="3"/>
                </a:lnTo>
                <a:lnTo>
                  <a:pt x="420562" y="0"/>
                </a:lnTo>
                <a:lnTo>
                  <a:pt x="420328" y="3"/>
                </a:lnTo>
                <a:lnTo>
                  <a:pt x="420099" y="11"/>
                </a:lnTo>
                <a:lnTo>
                  <a:pt x="419873" y="25"/>
                </a:lnTo>
                <a:lnTo>
                  <a:pt x="419651" y="45"/>
                </a:lnTo>
                <a:lnTo>
                  <a:pt x="419434" y="70"/>
                </a:lnTo>
                <a:lnTo>
                  <a:pt x="419221" y="101"/>
                </a:lnTo>
                <a:lnTo>
                  <a:pt x="419011" y="138"/>
                </a:lnTo>
                <a:lnTo>
                  <a:pt x="418806" y="180"/>
                </a:lnTo>
                <a:lnTo>
                  <a:pt x="418605" y="228"/>
                </a:lnTo>
                <a:lnTo>
                  <a:pt x="418408" y="282"/>
                </a:lnTo>
                <a:lnTo>
                  <a:pt x="418215" y="341"/>
                </a:lnTo>
                <a:lnTo>
                  <a:pt x="418027" y="406"/>
                </a:lnTo>
                <a:lnTo>
                  <a:pt x="417842" y="476"/>
                </a:lnTo>
                <a:lnTo>
                  <a:pt x="417661" y="552"/>
                </a:lnTo>
                <a:lnTo>
                  <a:pt x="417485" y="634"/>
                </a:lnTo>
                <a:lnTo>
                  <a:pt x="417312" y="722"/>
                </a:lnTo>
                <a:lnTo>
                  <a:pt x="417144" y="815"/>
                </a:lnTo>
                <a:lnTo>
                  <a:pt x="416980" y="913"/>
                </a:lnTo>
                <a:lnTo>
                  <a:pt x="416820" y="1017"/>
                </a:lnTo>
                <a:lnTo>
                  <a:pt x="416664" y="1127"/>
                </a:lnTo>
                <a:lnTo>
                  <a:pt x="416512" y="1243"/>
                </a:lnTo>
                <a:lnTo>
                  <a:pt x="416364" y="1364"/>
                </a:lnTo>
                <a:lnTo>
                  <a:pt x="416220" y="1491"/>
                </a:lnTo>
                <a:lnTo>
                  <a:pt x="416081" y="1623"/>
                </a:lnTo>
                <a:lnTo>
                  <a:pt x="415946" y="1760"/>
                </a:lnTo>
                <a:lnTo>
                  <a:pt x="415817" y="1900"/>
                </a:lnTo>
                <a:lnTo>
                  <a:pt x="415694" y="2043"/>
                </a:lnTo>
                <a:lnTo>
                  <a:pt x="415576" y="2188"/>
                </a:lnTo>
                <a:lnTo>
                  <a:pt x="415464" y="2337"/>
                </a:lnTo>
                <a:lnTo>
                  <a:pt x="415358" y="2489"/>
                </a:lnTo>
                <a:lnTo>
                  <a:pt x="415258" y="2643"/>
                </a:lnTo>
                <a:lnTo>
                  <a:pt x="415163" y="2801"/>
                </a:lnTo>
                <a:lnTo>
                  <a:pt x="415075" y="2961"/>
                </a:lnTo>
                <a:lnTo>
                  <a:pt x="414991" y="3125"/>
                </a:lnTo>
                <a:lnTo>
                  <a:pt x="414914" y="3291"/>
                </a:lnTo>
                <a:lnTo>
                  <a:pt x="414842" y="3461"/>
                </a:lnTo>
                <a:lnTo>
                  <a:pt x="414776" y="3633"/>
                </a:lnTo>
                <a:lnTo>
                  <a:pt x="414716" y="3809"/>
                </a:lnTo>
                <a:lnTo>
                  <a:pt x="414662" y="3987"/>
                </a:lnTo>
                <a:lnTo>
                  <a:pt x="414613" y="4169"/>
                </a:lnTo>
                <a:lnTo>
                  <a:pt x="414570" y="4353"/>
                </a:lnTo>
                <a:lnTo>
                  <a:pt x="414533" y="4540"/>
                </a:lnTo>
                <a:lnTo>
                  <a:pt x="414501" y="4730"/>
                </a:lnTo>
                <a:lnTo>
                  <a:pt x="414475" y="4924"/>
                </a:lnTo>
                <a:lnTo>
                  <a:pt x="414455" y="5120"/>
                </a:lnTo>
                <a:lnTo>
                  <a:pt x="414441" y="5319"/>
                </a:lnTo>
                <a:lnTo>
                  <a:pt x="414432" y="5521"/>
                </a:lnTo>
                <a:lnTo>
                  <a:pt x="414430" y="5726"/>
                </a:lnTo>
                <a:lnTo>
                  <a:pt x="414432" y="5932"/>
                </a:lnTo>
                <a:lnTo>
                  <a:pt x="414441" y="6134"/>
                </a:lnTo>
                <a:lnTo>
                  <a:pt x="414455" y="6333"/>
                </a:lnTo>
                <a:lnTo>
                  <a:pt x="414475" y="6529"/>
                </a:lnTo>
                <a:lnTo>
                  <a:pt x="414501" y="6722"/>
                </a:lnTo>
                <a:lnTo>
                  <a:pt x="414533" y="6913"/>
                </a:lnTo>
                <a:lnTo>
                  <a:pt x="414570" y="7100"/>
                </a:lnTo>
                <a:lnTo>
                  <a:pt x="414613" y="7284"/>
                </a:lnTo>
                <a:lnTo>
                  <a:pt x="414662" y="7466"/>
                </a:lnTo>
                <a:lnTo>
                  <a:pt x="414716" y="7644"/>
                </a:lnTo>
                <a:lnTo>
                  <a:pt x="414776" y="7819"/>
                </a:lnTo>
                <a:lnTo>
                  <a:pt x="414842" y="7992"/>
                </a:lnTo>
                <a:lnTo>
                  <a:pt x="414914" y="8161"/>
                </a:lnTo>
                <a:lnTo>
                  <a:pt x="414991" y="8328"/>
                </a:lnTo>
                <a:lnTo>
                  <a:pt x="415075" y="8491"/>
                </a:lnTo>
                <a:lnTo>
                  <a:pt x="415163" y="8652"/>
                </a:lnTo>
                <a:lnTo>
                  <a:pt x="415258" y="8810"/>
                </a:lnTo>
                <a:lnTo>
                  <a:pt x="415358" y="8964"/>
                </a:lnTo>
                <a:lnTo>
                  <a:pt x="415464" y="9116"/>
                </a:lnTo>
                <a:lnTo>
                  <a:pt x="415576" y="9264"/>
                </a:lnTo>
                <a:lnTo>
                  <a:pt x="415694" y="9410"/>
                </a:lnTo>
                <a:lnTo>
                  <a:pt x="415817" y="9553"/>
                </a:lnTo>
                <a:lnTo>
                  <a:pt x="415946" y="9693"/>
                </a:lnTo>
                <a:lnTo>
                  <a:pt x="416081" y="9829"/>
                </a:lnTo>
                <a:lnTo>
                  <a:pt x="416220" y="9962"/>
                </a:lnTo>
                <a:lnTo>
                  <a:pt x="416364" y="10089"/>
                </a:lnTo>
                <a:lnTo>
                  <a:pt x="416512" y="10210"/>
                </a:lnTo>
                <a:lnTo>
                  <a:pt x="416664" y="10325"/>
                </a:lnTo>
                <a:lnTo>
                  <a:pt x="416820" y="10435"/>
                </a:lnTo>
                <a:lnTo>
                  <a:pt x="416980" y="10540"/>
                </a:lnTo>
                <a:lnTo>
                  <a:pt x="417144" y="10638"/>
                </a:lnTo>
                <a:lnTo>
                  <a:pt x="417312" y="10731"/>
                </a:lnTo>
                <a:lnTo>
                  <a:pt x="417485" y="10819"/>
                </a:lnTo>
                <a:lnTo>
                  <a:pt x="417661" y="10900"/>
                </a:lnTo>
                <a:lnTo>
                  <a:pt x="417842" y="10977"/>
                </a:lnTo>
                <a:lnTo>
                  <a:pt x="418027" y="11047"/>
                </a:lnTo>
                <a:lnTo>
                  <a:pt x="418215" y="11112"/>
                </a:lnTo>
                <a:lnTo>
                  <a:pt x="418408" y="11171"/>
                </a:lnTo>
                <a:lnTo>
                  <a:pt x="418605" y="11225"/>
                </a:lnTo>
                <a:lnTo>
                  <a:pt x="418806" y="11272"/>
                </a:lnTo>
                <a:lnTo>
                  <a:pt x="419011" y="11315"/>
                </a:lnTo>
                <a:lnTo>
                  <a:pt x="419221" y="11351"/>
                </a:lnTo>
                <a:lnTo>
                  <a:pt x="419434" y="11382"/>
                </a:lnTo>
                <a:lnTo>
                  <a:pt x="419651" y="11408"/>
                </a:lnTo>
                <a:lnTo>
                  <a:pt x="419873" y="11427"/>
                </a:lnTo>
                <a:lnTo>
                  <a:pt x="420099" y="11442"/>
                </a:lnTo>
                <a:lnTo>
                  <a:pt x="420328" y="11450"/>
                </a:lnTo>
                <a:lnTo>
                  <a:pt x="420562" y="11453"/>
                </a:lnTo>
                <a:lnTo>
                  <a:pt x="420791" y="11450"/>
                </a:lnTo>
                <a:lnTo>
                  <a:pt x="421017" y="11442"/>
                </a:lnTo>
                <a:lnTo>
                  <a:pt x="421238" y="11427"/>
                </a:lnTo>
                <a:lnTo>
                  <a:pt x="421456" y="11408"/>
                </a:lnTo>
                <a:close/>
                <a:moveTo>
                  <a:pt x="536314" y="27081"/>
                </a:moveTo>
                <a:lnTo>
                  <a:pt x="536517" y="26853"/>
                </a:lnTo>
                <a:lnTo>
                  <a:pt x="536723" y="26635"/>
                </a:lnTo>
                <a:lnTo>
                  <a:pt x="536933" y="26425"/>
                </a:lnTo>
                <a:lnTo>
                  <a:pt x="537146" y="26225"/>
                </a:lnTo>
                <a:lnTo>
                  <a:pt x="537364" y="26033"/>
                </a:lnTo>
                <a:lnTo>
                  <a:pt x="537586" y="25850"/>
                </a:lnTo>
                <a:lnTo>
                  <a:pt x="537811" y="25676"/>
                </a:lnTo>
                <a:lnTo>
                  <a:pt x="538041" y="25511"/>
                </a:lnTo>
                <a:lnTo>
                  <a:pt x="538274" y="25355"/>
                </a:lnTo>
                <a:lnTo>
                  <a:pt x="538511" y="25208"/>
                </a:lnTo>
                <a:lnTo>
                  <a:pt x="538752" y="25070"/>
                </a:lnTo>
                <a:lnTo>
                  <a:pt x="538997" y="24941"/>
                </a:lnTo>
                <a:lnTo>
                  <a:pt x="539246" y="24820"/>
                </a:lnTo>
                <a:lnTo>
                  <a:pt x="539499" y="24709"/>
                </a:lnTo>
                <a:lnTo>
                  <a:pt x="539756" y="24606"/>
                </a:lnTo>
                <a:lnTo>
                  <a:pt x="540016" y="24513"/>
                </a:lnTo>
                <a:lnTo>
                  <a:pt x="540281" y="24428"/>
                </a:lnTo>
                <a:lnTo>
                  <a:pt x="540549" y="24352"/>
                </a:lnTo>
                <a:lnTo>
                  <a:pt x="540820" y="24282"/>
                </a:lnTo>
                <a:lnTo>
                  <a:pt x="541094" y="24215"/>
                </a:lnTo>
                <a:lnTo>
                  <a:pt x="541370" y="24151"/>
                </a:lnTo>
                <a:lnTo>
                  <a:pt x="541648" y="24091"/>
                </a:lnTo>
                <a:lnTo>
                  <a:pt x="541928" y="24033"/>
                </a:lnTo>
                <a:lnTo>
                  <a:pt x="542211" y="23978"/>
                </a:lnTo>
                <a:lnTo>
                  <a:pt x="542496" y="23926"/>
                </a:lnTo>
                <a:lnTo>
                  <a:pt x="542783" y="23877"/>
                </a:lnTo>
                <a:lnTo>
                  <a:pt x="543073" y="23830"/>
                </a:lnTo>
                <a:lnTo>
                  <a:pt x="543364" y="23787"/>
                </a:lnTo>
                <a:lnTo>
                  <a:pt x="543658" y="23747"/>
                </a:lnTo>
                <a:lnTo>
                  <a:pt x="543954" y="23710"/>
                </a:lnTo>
                <a:lnTo>
                  <a:pt x="544253" y="23676"/>
                </a:lnTo>
                <a:lnTo>
                  <a:pt x="544553" y="23645"/>
                </a:lnTo>
                <a:lnTo>
                  <a:pt x="544856" y="23616"/>
                </a:lnTo>
                <a:lnTo>
                  <a:pt x="545161" y="23591"/>
                </a:lnTo>
                <a:lnTo>
                  <a:pt x="545469" y="23569"/>
                </a:lnTo>
                <a:lnTo>
                  <a:pt x="545779" y="23550"/>
                </a:lnTo>
                <a:lnTo>
                  <a:pt x="546090" y="23533"/>
                </a:lnTo>
                <a:lnTo>
                  <a:pt x="546405" y="23520"/>
                </a:lnTo>
                <a:lnTo>
                  <a:pt x="546721" y="23509"/>
                </a:lnTo>
                <a:lnTo>
                  <a:pt x="547040" y="23502"/>
                </a:lnTo>
                <a:lnTo>
                  <a:pt x="547361" y="23498"/>
                </a:lnTo>
                <a:lnTo>
                  <a:pt x="547684" y="23496"/>
                </a:lnTo>
                <a:lnTo>
                  <a:pt x="547684" y="15172"/>
                </a:lnTo>
                <a:lnTo>
                  <a:pt x="547172" y="15190"/>
                </a:lnTo>
                <a:lnTo>
                  <a:pt x="546667" y="15214"/>
                </a:lnTo>
                <a:lnTo>
                  <a:pt x="546170" y="15245"/>
                </a:lnTo>
                <a:lnTo>
                  <a:pt x="545680" y="15282"/>
                </a:lnTo>
                <a:lnTo>
                  <a:pt x="545198" y="15325"/>
                </a:lnTo>
                <a:lnTo>
                  <a:pt x="544723" y="15375"/>
                </a:lnTo>
                <a:lnTo>
                  <a:pt x="544255" y="15431"/>
                </a:lnTo>
                <a:lnTo>
                  <a:pt x="543795" y="15493"/>
                </a:lnTo>
                <a:lnTo>
                  <a:pt x="543343" y="15562"/>
                </a:lnTo>
                <a:lnTo>
                  <a:pt x="542898" y="15637"/>
                </a:lnTo>
                <a:lnTo>
                  <a:pt x="542460" y="15719"/>
                </a:lnTo>
                <a:lnTo>
                  <a:pt x="542030" y="15807"/>
                </a:lnTo>
                <a:lnTo>
                  <a:pt x="541608" y="15901"/>
                </a:lnTo>
                <a:lnTo>
                  <a:pt x="541193" y="16001"/>
                </a:lnTo>
                <a:lnTo>
                  <a:pt x="540785" y="16108"/>
                </a:lnTo>
                <a:lnTo>
                  <a:pt x="540385" y="16222"/>
                </a:lnTo>
                <a:lnTo>
                  <a:pt x="539992" y="16341"/>
                </a:lnTo>
                <a:lnTo>
                  <a:pt x="539607" y="16467"/>
                </a:lnTo>
                <a:lnTo>
                  <a:pt x="539230" y="16599"/>
                </a:lnTo>
                <a:lnTo>
                  <a:pt x="538859" y="16738"/>
                </a:lnTo>
                <a:lnTo>
                  <a:pt x="538497" y="16883"/>
                </a:lnTo>
                <a:lnTo>
                  <a:pt x="538141" y="17035"/>
                </a:lnTo>
                <a:lnTo>
                  <a:pt x="537794" y="17192"/>
                </a:lnTo>
                <a:lnTo>
                  <a:pt x="537453" y="17356"/>
                </a:lnTo>
                <a:lnTo>
                  <a:pt x="537120" y="17530"/>
                </a:lnTo>
                <a:lnTo>
                  <a:pt x="536793" y="17716"/>
                </a:lnTo>
                <a:lnTo>
                  <a:pt x="536472" y="17914"/>
                </a:lnTo>
                <a:lnTo>
                  <a:pt x="536158" y="18124"/>
                </a:lnTo>
                <a:lnTo>
                  <a:pt x="535851" y="18346"/>
                </a:lnTo>
                <a:lnTo>
                  <a:pt x="535550" y="18581"/>
                </a:lnTo>
                <a:lnTo>
                  <a:pt x="535255" y="18829"/>
                </a:lnTo>
                <a:lnTo>
                  <a:pt x="534967" y="19088"/>
                </a:lnTo>
                <a:lnTo>
                  <a:pt x="534685" y="19360"/>
                </a:lnTo>
                <a:lnTo>
                  <a:pt x="534410" y="19644"/>
                </a:lnTo>
                <a:lnTo>
                  <a:pt x="534141" y="19940"/>
                </a:lnTo>
                <a:lnTo>
                  <a:pt x="533878" y="20249"/>
                </a:lnTo>
                <a:lnTo>
                  <a:pt x="533622" y="20570"/>
                </a:lnTo>
                <a:lnTo>
                  <a:pt x="533373" y="20903"/>
                </a:lnTo>
                <a:lnTo>
                  <a:pt x="533130" y="21249"/>
                </a:lnTo>
                <a:lnTo>
                  <a:pt x="532893" y="21607"/>
                </a:lnTo>
                <a:lnTo>
                  <a:pt x="532663" y="21977"/>
                </a:lnTo>
                <a:lnTo>
                  <a:pt x="532439" y="22360"/>
                </a:lnTo>
                <a:lnTo>
                  <a:pt x="532222" y="22754"/>
                </a:lnTo>
                <a:lnTo>
                  <a:pt x="532011" y="23162"/>
                </a:lnTo>
                <a:lnTo>
                  <a:pt x="531807" y="23581"/>
                </a:lnTo>
                <a:lnTo>
                  <a:pt x="531609" y="24013"/>
                </a:lnTo>
                <a:lnTo>
                  <a:pt x="531417" y="24457"/>
                </a:lnTo>
                <a:lnTo>
                  <a:pt x="531399" y="24501"/>
                </a:lnTo>
                <a:lnTo>
                  <a:pt x="531188" y="24396"/>
                </a:lnTo>
                <a:lnTo>
                  <a:pt x="530773" y="24202"/>
                </a:lnTo>
                <a:lnTo>
                  <a:pt x="530350" y="24018"/>
                </a:lnTo>
                <a:lnTo>
                  <a:pt x="529918" y="23844"/>
                </a:lnTo>
                <a:lnTo>
                  <a:pt x="529479" y="23679"/>
                </a:lnTo>
                <a:lnTo>
                  <a:pt x="529031" y="23523"/>
                </a:lnTo>
                <a:lnTo>
                  <a:pt x="528575" y="23377"/>
                </a:lnTo>
                <a:lnTo>
                  <a:pt x="528110" y="23240"/>
                </a:lnTo>
                <a:lnTo>
                  <a:pt x="527637" y="23113"/>
                </a:lnTo>
                <a:lnTo>
                  <a:pt x="527156" y="22995"/>
                </a:lnTo>
                <a:lnTo>
                  <a:pt x="526667" y="22886"/>
                </a:lnTo>
                <a:lnTo>
                  <a:pt x="526169" y="22787"/>
                </a:lnTo>
                <a:lnTo>
                  <a:pt x="525663" y="22697"/>
                </a:lnTo>
                <a:lnTo>
                  <a:pt x="525149" y="22617"/>
                </a:lnTo>
                <a:lnTo>
                  <a:pt x="524626" y="22547"/>
                </a:lnTo>
                <a:lnTo>
                  <a:pt x="524095" y="22485"/>
                </a:lnTo>
                <a:lnTo>
                  <a:pt x="523556" y="22433"/>
                </a:lnTo>
                <a:lnTo>
                  <a:pt x="523009" y="22391"/>
                </a:lnTo>
                <a:lnTo>
                  <a:pt x="522453" y="22358"/>
                </a:lnTo>
                <a:lnTo>
                  <a:pt x="521889" y="22334"/>
                </a:lnTo>
                <a:lnTo>
                  <a:pt x="521317" y="22320"/>
                </a:lnTo>
                <a:lnTo>
                  <a:pt x="520736" y="22315"/>
                </a:lnTo>
                <a:lnTo>
                  <a:pt x="520170" y="22320"/>
                </a:lnTo>
                <a:lnTo>
                  <a:pt x="519611" y="22334"/>
                </a:lnTo>
                <a:lnTo>
                  <a:pt x="519060" y="22358"/>
                </a:lnTo>
                <a:lnTo>
                  <a:pt x="518516" y="22391"/>
                </a:lnTo>
                <a:lnTo>
                  <a:pt x="517980" y="22433"/>
                </a:lnTo>
                <a:lnTo>
                  <a:pt x="517451" y="22485"/>
                </a:lnTo>
                <a:lnTo>
                  <a:pt x="516929" y="22547"/>
                </a:lnTo>
                <a:lnTo>
                  <a:pt x="516415" y="22617"/>
                </a:lnTo>
                <a:lnTo>
                  <a:pt x="515909" y="22697"/>
                </a:lnTo>
                <a:lnTo>
                  <a:pt x="515410" y="22787"/>
                </a:lnTo>
                <a:lnTo>
                  <a:pt x="514918" y="22886"/>
                </a:lnTo>
                <a:lnTo>
                  <a:pt x="514434" y="22995"/>
                </a:lnTo>
                <a:lnTo>
                  <a:pt x="513958" y="23113"/>
                </a:lnTo>
                <a:lnTo>
                  <a:pt x="513488" y="23240"/>
                </a:lnTo>
                <a:lnTo>
                  <a:pt x="513027" y="23377"/>
                </a:lnTo>
                <a:lnTo>
                  <a:pt x="512573" y="23523"/>
                </a:lnTo>
                <a:lnTo>
                  <a:pt x="512126" y="23679"/>
                </a:lnTo>
                <a:lnTo>
                  <a:pt x="511687" y="23844"/>
                </a:lnTo>
                <a:lnTo>
                  <a:pt x="511255" y="24018"/>
                </a:lnTo>
                <a:lnTo>
                  <a:pt x="510831" y="24202"/>
                </a:lnTo>
                <a:lnTo>
                  <a:pt x="510414" y="24396"/>
                </a:lnTo>
                <a:lnTo>
                  <a:pt x="510005" y="24599"/>
                </a:lnTo>
                <a:lnTo>
                  <a:pt x="509603" y="24811"/>
                </a:lnTo>
                <a:lnTo>
                  <a:pt x="509208" y="25033"/>
                </a:lnTo>
                <a:lnTo>
                  <a:pt x="508822" y="25262"/>
                </a:lnTo>
                <a:lnTo>
                  <a:pt x="508443" y="25498"/>
                </a:lnTo>
                <a:lnTo>
                  <a:pt x="508071" y="25741"/>
                </a:lnTo>
                <a:lnTo>
                  <a:pt x="507708" y="25990"/>
                </a:lnTo>
                <a:lnTo>
                  <a:pt x="507352" y="26246"/>
                </a:lnTo>
                <a:lnTo>
                  <a:pt x="507004" y="26508"/>
                </a:lnTo>
                <a:lnTo>
                  <a:pt x="506664" y="26776"/>
                </a:lnTo>
                <a:lnTo>
                  <a:pt x="506332" y="27051"/>
                </a:lnTo>
                <a:lnTo>
                  <a:pt x="506008" y="27333"/>
                </a:lnTo>
                <a:lnTo>
                  <a:pt x="505691" y="27621"/>
                </a:lnTo>
                <a:lnTo>
                  <a:pt x="505382" y="27916"/>
                </a:lnTo>
                <a:lnTo>
                  <a:pt x="505081" y="28217"/>
                </a:lnTo>
                <a:lnTo>
                  <a:pt x="504787" y="28524"/>
                </a:lnTo>
                <a:lnTo>
                  <a:pt x="504502" y="28838"/>
                </a:lnTo>
                <a:lnTo>
                  <a:pt x="504224" y="29159"/>
                </a:lnTo>
                <a:lnTo>
                  <a:pt x="503954" y="29486"/>
                </a:lnTo>
                <a:lnTo>
                  <a:pt x="503691" y="29819"/>
                </a:lnTo>
                <a:lnTo>
                  <a:pt x="503437" y="30160"/>
                </a:lnTo>
                <a:lnTo>
                  <a:pt x="503190" y="30506"/>
                </a:lnTo>
                <a:lnTo>
                  <a:pt x="502951" y="30859"/>
                </a:lnTo>
                <a:lnTo>
                  <a:pt x="502720" y="31219"/>
                </a:lnTo>
                <a:lnTo>
                  <a:pt x="502497" y="31585"/>
                </a:lnTo>
                <a:lnTo>
                  <a:pt x="502281" y="31958"/>
                </a:lnTo>
                <a:lnTo>
                  <a:pt x="502073" y="32337"/>
                </a:lnTo>
                <a:lnTo>
                  <a:pt x="501874" y="32721"/>
                </a:lnTo>
                <a:lnTo>
                  <a:pt x="501683" y="33108"/>
                </a:lnTo>
                <a:lnTo>
                  <a:pt x="501500" y="33499"/>
                </a:lnTo>
                <a:lnTo>
                  <a:pt x="501326" y="33894"/>
                </a:lnTo>
                <a:lnTo>
                  <a:pt x="501160" y="34292"/>
                </a:lnTo>
                <a:lnTo>
                  <a:pt x="501003" y="34694"/>
                </a:lnTo>
                <a:lnTo>
                  <a:pt x="500854" y="35099"/>
                </a:lnTo>
                <a:lnTo>
                  <a:pt x="500714" y="35508"/>
                </a:lnTo>
                <a:lnTo>
                  <a:pt x="500582" y="35921"/>
                </a:lnTo>
                <a:lnTo>
                  <a:pt x="500459" y="36337"/>
                </a:lnTo>
                <a:lnTo>
                  <a:pt x="500344" y="36757"/>
                </a:lnTo>
                <a:lnTo>
                  <a:pt x="500238" y="37180"/>
                </a:lnTo>
                <a:lnTo>
                  <a:pt x="500140" y="37607"/>
                </a:lnTo>
                <a:lnTo>
                  <a:pt x="500051" y="38037"/>
                </a:lnTo>
                <a:lnTo>
                  <a:pt x="499970" y="38471"/>
                </a:lnTo>
                <a:lnTo>
                  <a:pt x="499898" y="38908"/>
                </a:lnTo>
                <a:lnTo>
                  <a:pt x="499834" y="39349"/>
                </a:lnTo>
                <a:lnTo>
                  <a:pt x="499779" y="39794"/>
                </a:lnTo>
                <a:lnTo>
                  <a:pt x="499732" y="40242"/>
                </a:lnTo>
                <a:lnTo>
                  <a:pt x="499694" y="40694"/>
                </a:lnTo>
                <a:lnTo>
                  <a:pt x="499665" y="41149"/>
                </a:lnTo>
                <a:lnTo>
                  <a:pt x="499643" y="41608"/>
                </a:lnTo>
                <a:lnTo>
                  <a:pt x="499631" y="42071"/>
                </a:lnTo>
                <a:lnTo>
                  <a:pt x="499626" y="42537"/>
                </a:lnTo>
                <a:lnTo>
                  <a:pt x="499630" y="42978"/>
                </a:lnTo>
                <a:lnTo>
                  <a:pt x="499643" y="43417"/>
                </a:lnTo>
                <a:lnTo>
                  <a:pt x="499664" y="43853"/>
                </a:lnTo>
                <a:lnTo>
                  <a:pt x="499693" y="44287"/>
                </a:lnTo>
                <a:lnTo>
                  <a:pt x="499731" y="44718"/>
                </a:lnTo>
                <a:lnTo>
                  <a:pt x="499777" y="45147"/>
                </a:lnTo>
                <a:lnTo>
                  <a:pt x="499832" y="45574"/>
                </a:lnTo>
                <a:lnTo>
                  <a:pt x="499895" y="45997"/>
                </a:lnTo>
                <a:lnTo>
                  <a:pt x="499966" y="46419"/>
                </a:lnTo>
                <a:lnTo>
                  <a:pt x="500046" y="46837"/>
                </a:lnTo>
                <a:lnTo>
                  <a:pt x="500134" y="47254"/>
                </a:lnTo>
                <a:lnTo>
                  <a:pt x="500231" y="47667"/>
                </a:lnTo>
                <a:lnTo>
                  <a:pt x="500336" y="48079"/>
                </a:lnTo>
                <a:lnTo>
                  <a:pt x="500449" y="48487"/>
                </a:lnTo>
                <a:lnTo>
                  <a:pt x="500571" y="48893"/>
                </a:lnTo>
                <a:lnTo>
                  <a:pt x="500701" y="49297"/>
                </a:lnTo>
                <a:lnTo>
                  <a:pt x="500839" y="49698"/>
                </a:lnTo>
                <a:lnTo>
                  <a:pt x="500986" y="50097"/>
                </a:lnTo>
                <a:lnTo>
                  <a:pt x="501141" y="50493"/>
                </a:lnTo>
                <a:lnTo>
                  <a:pt x="501305" y="50887"/>
                </a:lnTo>
                <a:lnTo>
                  <a:pt x="501477" y="51278"/>
                </a:lnTo>
                <a:lnTo>
                  <a:pt x="501658" y="51667"/>
                </a:lnTo>
                <a:lnTo>
                  <a:pt x="501847" y="52053"/>
                </a:lnTo>
                <a:lnTo>
                  <a:pt x="502044" y="52436"/>
                </a:lnTo>
                <a:lnTo>
                  <a:pt x="502249" y="52815"/>
                </a:lnTo>
                <a:lnTo>
                  <a:pt x="502463" y="53188"/>
                </a:lnTo>
                <a:lnTo>
                  <a:pt x="502684" y="53555"/>
                </a:lnTo>
                <a:lnTo>
                  <a:pt x="502914" y="53915"/>
                </a:lnTo>
                <a:lnTo>
                  <a:pt x="503151" y="54269"/>
                </a:lnTo>
                <a:lnTo>
                  <a:pt x="503396" y="54617"/>
                </a:lnTo>
                <a:lnTo>
                  <a:pt x="503650" y="54959"/>
                </a:lnTo>
                <a:lnTo>
                  <a:pt x="503911" y="55294"/>
                </a:lnTo>
                <a:lnTo>
                  <a:pt x="504181" y="55623"/>
                </a:lnTo>
                <a:lnTo>
                  <a:pt x="504458" y="55945"/>
                </a:lnTo>
                <a:lnTo>
                  <a:pt x="504743" y="56262"/>
                </a:lnTo>
                <a:lnTo>
                  <a:pt x="505036" y="56572"/>
                </a:lnTo>
                <a:lnTo>
                  <a:pt x="505338" y="56875"/>
                </a:lnTo>
                <a:lnTo>
                  <a:pt x="505647" y="57173"/>
                </a:lnTo>
                <a:lnTo>
                  <a:pt x="505964" y="57464"/>
                </a:lnTo>
                <a:lnTo>
                  <a:pt x="506289" y="57749"/>
                </a:lnTo>
                <a:lnTo>
                  <a:pt x="506623" y="58027"/>
                </a:lnTo>
                <a:lnTo>
                  <a:pt x="506964" y="58299"/>
                </a:lnTo>
                <a:lnTo>
                  <a:pt x="507293" y="58550"/>
                </a:lnTo>
                <a:lnTo>
                  <a:pt x="507060" y="58647"/>
                </a:lnTo>
                <a:lnTo>
                  <a:pt x="506683" y="58812"/>
                </a:lnTo>
                <a:lnTo>
                  <a:pt x="506316" y="58981"/>
                </a:lnTo>
                <a:lnTo>
                  <a:pt x="505959" y="59154"/>
                </a:lnTo>
                <a:lnTo>
                  <a:pt x="505612" y="59330"/>
                </a:lnTo>
                <a:lnTo>
                  <a:pt x="505275" y="59510"/>
                </a:lnTo>
                <a:lnTo>
                  <a:pt x="504948" y="59694"/>
                </a:lnTo>
                <a:lnTo>
                  <a:pt x="504631" y="59882"/>
                </a:lnTo>
                <a:lnTo>
                  <a:pt x="504324" y="60073"/>
                </a:lnTo>
                <a:lnTo>
                  <a:pt x="504028" y="60268"/>
                </a:lnTo>
                <a:lnTo>
                  <a:pt x="503741" y="60467"/>
                </a:lnTo>
                <a:lnTo>
                  <a:pt x="503464" y="60670"/>
                </a:lnTo>
                <a:lnTo>
                  <a:pt x="503197" y="60876"/>
                </a:lnTo>
                <a:lnTo>
                  <a:pt x="502941" y="61086"/>
                </a:lnTo>
                <a:lnTo>
                  <a:pt x="502694" y="61300"/>
                </a:lnTo>
                <a:lnTo>
                  <a:pt x="502458" y="61518"/>
                </a:lnTo>
                <a:lnTo>
                  <a:pt x="502231" y="61739"/>
                </a:lnTo>
                <a:lnTo>
                  <a:pt x="502015" y="61965"/>
                </a:lnTo>
                <a:lnTo>
                  <a:pt x="501808" y="62194"/>
                </a:lnTo>
                <a:lnTo>
                  <a:pt x="501611" y="62424"/>
                </a:lnTo>
                <a:lnTo>
                  <a:pt x="501422" y="62655"/>
                </a:lnTo>
                <a:lnTo>
                  <a:pt x="501241" y="62886"/>
                </a:lnTo>
                <a:lnTo>
                  <a:pt x="501069" y="63117"/>
                </a:lnTo>
                <a:lnTo>
                  <a:pt x="500906" y="63348"/>
                </a:lnTo>
                <a:lnTo>
                  <a:pt x="500750" y="63578"/>
                </a:lnTo>
                <a:lnTo>
                  <a:pt x="500603" y="63809"/>
                </a:lnTo>
                <a:lnTo>
                  <a:pt x="500465" y="64040"/>
                </a:lnTo>
                <a:lnTo>
                  <a:pt x="500335" y="64271"/>
                </a:lnTo>
                <a:lnTo>
                  <a:pt x="500213" y="64501"/>
                </a:lnTo>
                <a:lnTo>
                  <a:pt x="500100" y="64732"/>
                </a:lnTo>
                <a:lnTo>
                  <a:pt x="499995" y="64963"/>
                </a:lnTo>
                <a:lnTo>
                  <a:pt x="499898" y="65194"/>
                </a:lnTo>
                <a:lnTo>
                  <a:pt x="499810" y="65424"/>
                </a:lnTo>
                <a:lnTo>
                  <a:pt x="499730" y="65655"/>
                </a:lnTo>
                <a:lnTo>
                  <a:pt x="499659" y="65886"/>
                </a:lnTo>
                <a:lnTo>
                  <a:pt x="499596" y="66117"/>
                </a:lnTo>
                <a:lnTo>
                  <a:pt x="499542" y="66347"/>
                </a:lnTo>
                <a:lnTo>
                  <a:pt x="499495" y="66578"/>
                </a:lnTo>
                <a:lnTo>
                  <a:pt x="499458" y="66809"/>
                </a:lnTo>
                <a:lnTo>
                  <a:pt x="499428" y="67040"/>
                </a:lnTo>
                <a:lnTo>
                  <a:pt x="499407" y="67270"/>
                </a:lnTo>
                <a:lnTo>
                  <a:pt x="499395" y="67501"/>
                </a:lnTo>
                <a:lnTo>
                  <a:pt x="499390" y="67732"/>
                </a:lnTo>
                <a:lnTo>
                  <a:pt x="499393" y="67888"/>
                </a:lnTo>
                <a:lnTo>
                  <a:pt x="499400" y="68045"/>
                </a:lnTo>
                <a:lnTo>
                  <a:pt x="499412" y="68204"/>
                </a:lnTo>
                <a:lnTo>
                  <a:pt x="499428" y="68364"/>
                </a:lnTo>
                <a:lnTo>
                  <a:pt x="499449" y="68524"/>
                </a:lnTo>
                <a:lnTo>
                  <a:pt x="499475" y="68686"/>
                </a:lnTo>
                <a:lnTo>
                  <a:pt x="499506" y="68849"/>
                </a:lnTo>
                <a:lnTo>
                  <a:pt x="499541" y="69014"/>
                </a:lnTo>
                <a:lnTo>
                  <a:pt x="499581" y="69179"/>
                </a:lnTo>
                <a:lnTo>
                  <a:pt x="499626" y="69345"/>
                </a:lnTo>
                <a:lnTo>
                  <a:pt x="499675" y="69513"/>
                </a:lnTo>
                <a:lnTo>
                  <a:pt x="499729" y="69682"/>
                </a:lnTo>
                <a:lnTo>
                  <a:pt x="499788" y="69852"/>
                </a:lnTo>
                <a:lnTo>
                  <a:pt x="499852" y="70023"/>
                </a:lnTo>
                <a:lnTo>
                  <a:pt x="499920" y="70195"/>
                </a:lnTo>
                <a:lnTo>
                  <a:pt x="499993" y="70369"/>
                </a:lnTo>
                <a:lnTo>
                  <a:pt x="500071" y="70543"/>
                </a:lnTo>
                <a:lnTo>
                  <a:pt x="500153" y="70719"/>
                </a:lnTo>
                <a:lnTo>
                  <a:pt x="500240" y="70896"/>
                </a:lnTo>
                <a:lnTo>
                  <a:pt x="500332" y="71074"/>
                </a:lnTo>
                <a:lnTo>
                  <a:pt x="500429" y="71253"/>
                </a:lnTo>
                <a:lnTo>
                  <a:pt x="500530" y="71434"/>
                </a:lnTo>
                <a:lnTo>
                  <a:pt x="500636" y="71615"/>
                </a:lnTo>
                <a:lnTo>
                  <a:pt x="500747" y="71798"/>
                </a:lnTo>
                <a:lnTo>
                  <a:pt x="500863" y="71980"/>
                </a:lnTo>
                <a:lnTo>
                  <a:pt x="500986" y="72160"/>
                </a:lnTo>
                <a:lnTo>
                  <a:pt x="501115" y="72338"/>
                </a:lnTo>
                <a:lnTo>
                  <a:pt x="501251" y="72515"/>
                </a:lnTo>
                <a:lnTo>
                  <a:pt x="501394" y="72689"/>
                </a:lnTo>
                <a:lnTo>
                  <a:pt x="501543" y="72861"/>
                </a:lnTo>
                <a:lnTo>
                  <a:pt x="501698" y="73031"/>
                </a:lnTo>
                <a:lnTo>
                  <a:pt x="501860" y="73199"/>
                </a:lnTo>
                <a:lnTo>
                  <a:pt x="502029" y="73366"/>
                </a:lnTo>
                <a:lnTo>
                  <a:pt x="502204" y="73530"/>
                </a:lnTo>
                <a:lnTo>
                  <a:pt x="502386" y="73692"/>
                </a:lnTo>
                <a:lnTo>
                  <a:pt x="502575" y="73852"/>
                </a:lnTo>
                <a:lnTo>
                  <a:pt x="502770" y="74011"/>
                </a:lnTo>
                <a:lnTo>
                  <a:pt x="502971" y="74167"/>
                </a:lnTo>
                <a:lnTo>
                  <a:pt x="503179" y="74321"/>
                </a:lnTo>
                <a:lnTo>
                  <a:pt x="503394" y="74473"/>
                </a:lnTo>
                <a:lnTo>
                  <a:pt x="503615" y="74624"/>
                </a:lnTo>
                <a:lnTo>
                  <a:pt x="503842" y="74772"/>
                </a:lnTo>
                <a:lnTo>
                  <a:pt x="504077" y="74919"/>
                </a:lnTo>
                <a:lnTo>
                  <a:pt x="504317" y="75063"/>
                </a:lnTo>
                <a:lnTo>
                  <a:pt x="504565" y="75205"/>
                </a:lnTo>
                <a:lnTo>
                  <a:pt x="504819" y="75346"/>
                </a:lnTo>
                <a:lnTo>
                  <a:pt x="505079" y="75484"/>
                </a:lnTo>
                <a:lnTo>
                  <a:pt x="505346" y="75621"/>
                </a:lnTo>
                <a:lnTo>
                  <a:pt x="505621" y="75754"/>
                </a:lnTo>
                <a:lnTo>
                  <a:pt x="505904" y="75882"/>
                </a:lnTo>
                <a:lnTo>
                  <a:pt x="506196" y="76005"/>
                </a:lnTo>
                <a:lnTo>
                  <a:pt x="506351" y="76067"/>
                </a:lnTo>
                <a:lnTo>
                  <a:pt x="506092" y="76181"/>
                </a:lnTo>
                <a:lnTo>
                  <a:pt x="505565" y="76428"/>
                </a:lnTo>
                <a:lnTo>
                  <a:pt x="505054" y="76684"/>
                </a:lnTo>
                <a:lnTo>
                  <a:pt x="504560" y="76948"/>
                </a:lnTo>
                <a:lnTo>
                  <a:pt x="504081" y="77220"/>
                </a:lnTo>
                <a:lnTo>
                  <a:pt x="503619" y="77501"/>
                </a:lnTo>
                <a:lnTo>
                  <a:pt x="503174" y="77790"/>
                </a:lnTo>
                <a:lnTo>
                  <a:pt x="502744" y="78086"/>
                </a:lnTo>
                <a:lnTo>
                  <a:pt x="502331" y="78392"/>
                </a:lnTo>
                <a:lnTo>
                  <a:pt x="501934" y="78705"/>
                </a:lnTo>
                <a:lnTo>
                  <a:pt x="501553" y="79027"/>
                </a:lnTo>
                <a:lnTo>
                  <a:pt x="501189" y="79356"/>
                </a:lnTo>
                <a:lnTo>
                  <a:pt x="500840" y="79692"/>
                </a:lnTo>
                <a:lnTo>
                  <a:pt x="500506" y="80032"/>
                </a:lnTo>
                <a:lnTo>
                  <a:pt x="500187" y="80376"/>
                </a:lnTo>
                <a:lnTo>
                  <a:pt x="499883" y="80724"/>
                </a:lnTo>
                <a:lnTo>
                  <a:pt x="499593" y="81076"/>
                </a:lnTo>
                <a:lnTo>
                  <a:pt x="499319" y="81432"/>
                </a:lnTo>
                <a:lnTo>
                  <a:pt x="499059" y="81792"/>
                </a:lnTo>
                <a:lnTo>
                  <a:pt x="498814" y="82156"/>
                </a:lnTo>
                <a:lnTo>
                  <a:pt x="498584" y="82524"/>
                </a:lnTo>
                <a:lnTo>
                  <a:pt x="498369" y="82896"/>
                </a:lnTo>
                <a:lnTo>
                  <a:pt x="498168" y="83272"/>
                </a:lnTo>
                <a:lnTo>
                  <a:pt x="497983" y="83652"/>
                </a:lnTo>
                <a:lnTo>
                  <a:pt x="497812" y="84036"/>
                </a:lnTo>
                <a:lnTo>
                  <a:pt x="497656" y="84424"/>
                </a:lnTo>
                <a:lnTo>
                  <a:pt x="497515" y="84816"/>
                </a:lnTo>
                <a:lnTo>
                  <a:pt x="497389" y="85212"/>
                </a:lnTo>
                <a:lnTo>
                  <a:pt x="497278" y="85612"/>
                </a:lnTo>
                <a:lnTo>
                  <a:pt x="497181" y="86017"/>
                </a:lnTo>
                <a:lnTo>
                  <a:pt x="497099" y="86425"/>
                </a:lnTo>
                <a:lnTo>
                  <a:pt x="497033" y="86837"/>
                </a:lnTo>
                <a:lnTo>
                  <a:pt x="496981" y="87253"/>
                </a:lnTo>
                <a:lnTo>
                  <a:pt x="496944" y="87673"/>
                </a:lnTo>
                <a:lnTo>
                  <a:pt x="496921" y="88097"/>
                </a:lnTo>
                <a:lnTo>
                  <a:pt x="496914" y="88525"/>
                </a:lnTo>
                <a:lnTo>
                  <a:pt x="496918" y="88878"/>
                </a:lnTo>
                <a:lnTo>
                  <a:pt x="496930" y="89230"/>
                </a:lnTo>
                <a:lnTo>
                  <a:pt x="496951" y="89578"/>
                </a:lnTo>
                <a:lnTo>
                  <a:pt x="496980" y="89925"/>
                </a:lnTo>
                <a:lnTo>
                  <a:pt x="497017" y="90270"/>
                </a:lnTo>
                <a:lnTo>
                  <a:pt x="497063" y="90613"/>
                </a:lnTo>
                <a:lnTo>
                  <a:pt x="497117" y="90953"/>
                </a:lnTo>
                <a:lnTo>
                  <a:pt x="497179" y="91291"/>
                </a:lnTo>
                <a:lnTo>
                  <a:pt x="497250" y="91628"/>
                </a:lnTo>
                <a:lnTo>
                  <a:pt x="497328" y="91962"/>
                </a:lnTo>
                <a:lnTo>
                  <a:pt x="497416" y="92294"/>
                </a:lnTo>
                <a:lnTo>
                  <a:pt x="497511" y="92624"/>
                </a:lnTo>
                <a:lnTo>
                  <a:pt x="497615" y="92951"/>
                </a:lnTo>
                <a:lnTo>
                  <a:pt x="497726" y="93277"/>
                </a:lnTo>
                <a:lnTo>
                  <a:pt x="497847" y="93601"/>
                </a:lnTo>
                <a:lnTo>
                  <a:pt x="497975" y="93922"/>
                </a:lnTo>
                <a:lnTo>
                  <a:pt x="498112" y="94241"/>
                </a:lnTo>
                <a:lnTo>
                  <a:pt x="498257" y="94559"/>
                </a:lnTo>
                <a:lnTo>
                  <a:pt x="498411" y="94874"/>
                </a:lnTo>
                <a:lnTo>
                  <a:pt x="498572" y="95187"/>
                </a:lnTo>
                <a:lnTo>
                  <a:pt x="498742" y="95498"/>
                </a:lnTo>
                <a:lnTo>
                  <a:pt x="498921" y="95806"/>
                </a:lnTo>
                <a:lnTo>
                  <a:pt x="499107" y="96113"/>
                </a:lnTo>
                <a:lnTo>
                  <a:pt x="499302" y="96418"/>
                </a:lnTo>
                <a:lnTo>
                  <a:pt x="499506" y="96719"/>
                </a:lnTo>
                <a:lnTo>
                  <a:pt x="499721" y="97015"/>
                </a:lnTo>
                <a:lnTo>
                  <a:pt x="499946" y="97306"/>
                </a:lnTo>
                <a:lnTo>
                  <a:pt x="500181" y="97592"/>
                </a:lnTo>
                <a:lnTo>
                  <a:pt x="500426" y="97873"/>
                </a:lnTo>
                <a:lnTo>
                  <a:pt x="500682" y="98148"/>
                </a:lnTo>
                <a:lnTo>
                  <a:pt x="500948" y="98419"/>
                </a:lnTo>
                <a:lnTo>
                  <a:pt x="501225" y="98685"/>
                </a:lnTo>
                <a:lnTo>
                  <a:pt x="501512" y="98945"/>
                </a:lnTo>
                <a:lnTo>
                  <a:pt x="501809" y="99201"/>
                </a:lnTo>
                <a:lnTo>
                  <a:pt x="502117" y="99451"/>
                </a:lnTo>
                <a:lnTo>
                  <a:pt x="502435" y="99697"/>
                </a:lnTo>
                <a:lnTo>
                  <a:pt x="502763" y="99937"/>
                </a:lnTo>
                <a:lnTo>
                  <a:pt x="503101" y="100173"/>
                </a:lnTo>
                <a:lnTo>
                  <a:pt x="503450" y="100403"/>
                </a:lnTo>
                <a:lnTo>
                  <a:pt x="503810" y="100628"/>
                </a:lnTo>
                <a:lnTo>
                  <a:pt x="504179" y="100848"/>
                </a:lnTo>
                <a:lnTo>
                  <a:pt x="504559" y="101063"/>
                </a:lnTo>
                <a:lnTo>
                  <a:pt x="504949" y="101273"/>
                </a:lnTo>
                <a:lnTo>
                  <a:pt x="505350" y="101478"/>
                </a:lnTo>
                <a:lnTo>
                  <a:pt x="505761" y="101678"/>
                </a:lnTo>
                <a:lnTo>
                  <a:pt x="506182" y="101873"/>
                </a:lnTo>
                <a:lnTo>
                  <a:pt x="506614" y="102063"/>
                </a:lnTo>
                <a:lnTo>
                  <a:pt x="507056" y="102247"/>
                </a:lnTo>
                <a:lnTo>
                  <a:pt x="507509" y="102426"/>
                </a:lnTo>
                <a:lnTo>
                  <a:pt x="507975" y="102597"/>
                </a:lnTo>
                <a:lnTo>
                  <a:pt x="508453" y="102760"/>
                </a:lnTo>
                <a:lnTo>
                  <a:pt x="508943" y="102915"/>
                </a:lnTo>
                <a:lnTo>
                  <a:pt x="509445" y="103063"/>
                </a:lnTo>
                <a:lnTo>
                  <a:pt x="509960" y="103204"/>
                </a:lnTo>
                <a:lnTo>
                  <a:pt x="510487" y="103337"/>
                </a:lnTo>
                <a:lnTo>
                  <a:pt x="511026" y="103462"/>
                </a:lnTo>
                <a:lnTo>
                  <a:pt x="511578" y="103580"/>
                </a:lnTo>
                <a:lnTo>
                  <a:pt x="512142" y="103690"/>
                </a:lnTo>
                <a:lnTo>
                  <a:pt x="512718" y="103792"/>
                </a:lnTo>
                <a:lnTo>
                  <a:pt x="513306" y="103887"/>
                </a:lnTo>
                <a:lnTo>
                  <a:pt x="513907" y="103974"/>
                </a:lnTo>
                <a:lnTo>
                  <a:pt x="514520" y="104054"/>
                </a:lnTo>
                <a:lnTo>
                  <a:pt x="515145" y="104126"/>
                </a:lnTo>
                <a:lnTo>
                  <a:pt x="515783" y="104191"/>
                </a:lnTo>
                <a:lnTo>
                  <a:pt x="516433" y="104248"/>
                </a:lnTo>
                <a:lnTo>
                  <a:pt x="517095" y="104297"/>
                </a:lnTo>
                <a:lnTo>
                  <a:pt x="517769" y="104339"/>
                </a:lnTo>
                <a:lnTo>
                  <a:pt x="518456" y="104373"/>
                </a:lnTo>
                <a:lnTo>
                  <a:pt x="519155" y="104399"/>
                </a:lnTo>
                <a:lnTo>
                  <a:pt x="519866" y="104418"/>
                </a:lnTo>
                <a:lnTo>
                  <a:pt x="520590" y="104430"/>
                </a:lnTo>
                <a:lnTo>
                  <a:pt x="521326" y="104433"/>
                </a:lnTo>
                <a:lnTo>
                  <a:pt x="522391" y="104425"/>
                </a:lnTo>
                <a:lnTo>
                  <a:pt x="523435" y="104398"/>
                </a:lnTo>
                <a:lnTo>
                  <a:pt x="524458" y="104353"/>
                </a:lnTo>
                <a:lnTo>
                  <a:pt x="525458" y="104291"/>
                </a:lnTo>
                <a:lnTo>
                  <a:pt x="526438" y="104211"/>
                </a:lnTo>
                <a:lnTo>
                  <a:pt x="527396" y="104113"/>
                </a:lnTo>
                <a:lnTo>
                  <a:pt x="528332" y="103997"/>
                </a:lnTo>
                <a:lnTo>
                  <a:pt x="529247" y="103863"/>
                </a:lnTo>
                <a:lnTo>
                  <a:pt x="530140" y="103712"/>
                </a:lnTo>
                <a:lnTo>
                  <a:pt x="531012" y="103543"/>
                </a:lnTo>
                <a:lnTo>
                  <a:pt x="531863" y="103356"/>
                </a:lnTo>
                <a:lnTo>
                  <a:pt x="532692" y="103151"/>
                </a:lnTo>
                <a:lnTo>
                  <a:pt x="533499" y="102928"/>
                </a:lnTo>
                <a:lnTo>
                  <a:pt x="534285" y="102688"/>
                </a:lnTo>
                <a:lnTo>
                  <a:pt x="535049" y="102429"/>
                </a:lnTo>
                <a:lnTo>
                  <a:pt x="535792" y="102153"/>
                </a:lnTo>
                <a:lnTo>
                  <a:pt x="536514" y="101859"/>
                </a:lnTo>
                <a:lnTo>
                  <a:pt x="537214" y="101548"/>
                </a:lnTo>
                <a:lnTo>
                  <a:pt x="537892" y="101218"/>
                </a:lnTo>
                <a:lnTo>
                  <a:pt x="538549" y="100871"/>
                </a:lnTo>
                <a:lnTo>
                  <a:pt x="539184" y="100505"/>
                </a:lnTo>
                <a:lnTo>
                  <a:pt x="539798" y="100122"/>
                </a:lnTo>
                <a:lnTo>
                  <a:pt x="540391" y="99722"/>
                </a:lnTo>
                <a:lnTo>
                  <a:pt x="540962" y="99303"/>
                </a:lnTo>
                <a:lnTo>
                  <a:pt x="541510" y="98870"/>
                </a:lnTo>
                <a:lnTo>
                  <a:pt x="542035" y="98428"/>
                </a:lnTo>
                <a:lnTo>
                  <a:pt x="542537" y="97975"/>
                </a:lnTo>
                <a:lnTo>
                  <a:pt x="543016" y="97513"/>
                </a:lnTo>
                <a:lnTo>
                  <a:pt x="543471" y="97040"/>
                </a:lnTo>
                <a:lnTo>
                  <a:pt x="543903" y="96557"/>
                </a:lnTo>
                <a:lnTo>
                  <a:pt x="544311" y="96065"/>
                </a:lnTo>
                <a:lnTo>
                  <a:pt x="544696" y="95562"/>
                </a:lnTo>
                <a:lnTo>
                  <a:pt x="545058" y="95049"/>
                </a:lnTo>
                <a:lnTo>
                  <a:pt x="545396" y="94527"/>
                </a:lnTo>
                <a:lnTo>
                  <a:pt x="545712" y="93994"/>
                </a:lnTo>
                <a:lnTo>
                  <a:pt x="546003" y="93451"/>
                </a:lnTo>
                <a:lnTo>
                  <a:pt x="546272" y="92898"/>
                </a:lnTo>
                <a:lnTo>
                  <a:pt x="546517" y="92336"/>
                </a:lnTo>
                <a:lnTo>
                  <a:pt x="546739" y="91763"/>
                </a:lnTo>
                <a:lnTo>
                  <a:pt x="546937" y="91180"/>
                </a:lnTo>
                <a:lnTo>
                  <a:pt x="547112" y="90587"/>
                </a:lnTo>
                <a:lnTo>
                  <a:pt x="547264" y="89984"/>
                </a:lnTo>
                <a:lnTo>
                  <a:pt x="547392" y="89371"/>
                </a:lnTo>
                <a:lnTo>
                  <a:pt x="547497" y="88748"/>
                </a:lnTo>
                <a:lnTo>
                  <a:pt x="547579" y="88115"/>
                </a:lnTo>
                <a:lnTo>
                  <a:pt x="547637" y="87472"/>
                </a:lnTo>
                <a:lnTo>
                  <a:pt x="547672" y="86820"/>
                </a:lnTo>
                <a:lnTo>
                  <a:pt x="547684" y="86157"/>
                </a:lnTo>
                <a:lnTo>
                  <a:pt x="547674" y="85491"/>
                </a:lnTo>
                <a:lnTo>
                  <a:pt x="547644" y="84840"/>
                </a:lnTo>
                <a:lnTo>
                  <a:pt x="547594" y="84204"/>
                </a:lnTo>
                <a:lnTo>
                  <a:pt x="547524" y="83582"/>
                </a:lnTo>
                <a:lnTo>
                  <a:pt x="547434" y="82975"/>
                </a:lnTo>
                <a:lnTo>
                  <a:pt x="547325" y="82383"/>
                </a:lnTo>
                <a:lnTo>
                  <a:pt x="547195" y="81805"/>
                </a:lnTo>
                <a:lnTo>
                  <a:pt x="547045" y="81242"/>
                </a:lnTo>
                <a:lnTo>
                  <a:pt x="546875" y="80694"/>
                </a:lnTo>
                <a:lnTo>
                  <a:pt x="546686" y="80160"/>
                </a:lnTo>
                <a:lnTo>
                  <a:pt x="546476" y="79641"/>
                </a:lnTo>
                <a:lnTo>
                  <a:pt x="546247" y="79136"/>
                </a:lnTo>
                <a:lnTo>
                  <a:pt x="545997" y="78647"/>
                </a:lnTo>
                <a:lnTo>
                  <a:pt x="545728" y="78171"/>
                </a:lnTo>
                <a:lnTo>
                  <a:pt x="545438" y="77711"/>
                </a:lnTo>
                <a:lnTo>
                  <a:pt x="545129" y="77265"/>
                </a:lnTo>
                <a:lnTo>
                  <a:pt x="544799" y="76834"/>
                </a:lnTo>
                <a:lnTo>
                  <a:pt x="544450" y="76417"/>
                </a:lnTo>
                <a:lnTo>
                  <a:pt x="544081" y="76016"/>
                </a:lnTo>
                <a:lnTo>
                  <a:pt x="543691" y="75628"/>
                </a:lnTo>
                <a:lnTo>
                  <a:pt x="543282" y="75256"/>
                </a:lnTo>
                <a:lnTo>
                  <a:pt x="542853" y="74898"/>
                </a:lnTo>
                <a:lnTo>
                  <a:pt x="542404" y="74554"/>
                </a:lnTo>
                <a:lnTo>
                  <a:pt x="541935" y="74226"/>
                </a:lnTo>
                <a:lnTo>
                  <a:pt x="541442" y="73911"/>
                </a:lnTo>
                <a:lnTo>
                  <a:pt x="540923" y="73610"/>
                </a:lnTo>
                <a:lnTo>
                  <a:pt x="540378" y="73322"/>
                </a:lnTo>
                <a:lnTo>
                  <a:pt x="539806" y="73048"/>
                </a:lnTo>
                <a:lnTo>
                  <a:pt x="539208" y="72787"/>
                </a:lnTo>
                <a:lnTo>
                  <a:pt x="538583" y="72539"/>
                </a:lnTo>
                <a:lnTo>
                  <a:pt x="537931" y="72305"/>
                </a:lnTo>
                <a:lnTo>
                  <a:pt x="537253" y="72084"/>
                </a:lnTo>
                <a:lnTo>
                  <a:pt x="536549" y="71876"/>
                </a:lnTo>
                <a:lnTo>
                  <a:pt x="535818" y="71682"/>
                </a:lnTo>
                <a:lnTo>
                  <a:pt x="535060" y="71501"/>
                </a:lnTo>
                <a:lnTo>
                  <a:pt x="534276" y="71334"/>
                </a:lnTo>
                <a:lnTo>
                  <a:pt x="533466" y="71180"/>
                </a:lnTo>
                <a:lnTo>
                  <a:pt x="532629" y="71040"/>
                </a:lnTo>
                <a:lnTo>
                  <a:pt x="531765" y="70912"/>
                </a:lnTo>
                <a:lnTo>
                  <a:pt x="530875" y="70799"/>
                </a:lnTo>
                <a:lnTo>
                  <a:pt x="529959" y="70698"/>
                </a:lnTo>
                <a:lnTo>
                  <a:pt x="529015" y="70611"/>
                </a:lnTo>
                <a:lnTo>
                  <a:pt x="528046" y="70537"/>
                </a:lnTo>
                <a:lnTo>
                  <a:pt x="527050" y="70477"/>
                </a:lnTo>
                <a:lnTo>
                  <a:pt x="526027" y="70430"/>
                </a:lnTo>
                <a:lnTo>
                  <a:pt x="524978" y="70397"/>
                </a:lnTo>
                <a:lnTo>
                  <a:pt x="523902" y="70377"/>
                </a:lnTo>
                <a:lnTo>
                  <a:pt x="522800" y="70370"/>
                </a:lnTo>
                <a:lnTo>
                  <a:pt x="519557" y="70370"/>
                </a:lnTo>
                <a:lnTo>
                  <a:pt x="519187" y="70364"/>
                </a:lnTo>
                <a:lnTo>
                  <a:pt x="518823" y="70357"/>
                </a:lnTo>
                <a:lnTo>
                  <a:pt x="518466" y="70348"/>
                </a:lnTo>
                <a:lnTo>
                  <a:pt x="518116" y="70337"/>
                </a:lnTo>
                <a:lnTo>
                  <a:pt x="517772" y="70325"/>
                </a:lnTo>
                <a:lnTo>
                  <a:pt x="517434" y="70311"/>
                </a:lnTo>
                <a:lnTo>
                  <a:pt x="517103" y="70295"/>
                </a:lnTo>
                <a:lnTo>
                  <a:pt x="516779" y="70278"/>
                </a:lnTo>
                <a:lnTo>
                  <a:pt x="516461" y="70259"/>
                </a:lnTo>
                <a:lnTo>
                  <a:pt x="516150" y="70238"/>
                </a:lnTo>
                <a:lnTo>
                  <a:pt x="515845" y="70216"/>
                </a:lnTo>
                <a:lnTo>
                  <a:pt x="515547" y="70192"/>
                </a:lnTo>
                <a:lnTo>
                  <a:pt x="515256" y="70167"/>
                </a:lnTo>
                <a:lnTo>
                  <a:pt x="514971" y="70139"/>
                </a:lnTo>
                <a:lnTo>
                  <a:pt x="514692" y="70110"/>
                </a:lnTo>
                <a:lnTo>
                  <a:pt x="514420" y="70080"/>
                </a:lnTo>
                <a:lnTo>
                  <a:pt x="514155" y="70048"/>
                </a:lnTo>
                <a:lnTo>
                  <a:pt x="513896" y="70014"/>
                </a:lnTo>
                <a:lnTo>
                  <a:pt x="513644" y="69978"/>
                </a:lnTo>
                <a:lnTo>
                  <a:pt x="513398" y="69941"/>
                </a:lnTo>
                <a:lnTo>
                  <a:pt x="513159" y="69902"/>
                </a:lnTo>
                <a:lnTo>
                  <a:pt x="512926" y="69862"/>
                </a:lnTo>
                <a:lnTo>
                  <a:pt x="512700" y="69820"/>
                </a:lnTo>
                <a:lnTo>
                  <a:pt x="512481" y="69776"/>
                </a:lnTo>
                <a:lnTo>
                  <a:pt x="512267" y="69731"/>
                </a:lnTo>
                <a:lnTo>
                  <a:pt x="512059" y="69684"/>
                </a:lnTo>
                <a:lnTo>
                  <a:pt x="511856" y="69636"/>
                </a:lnTo>
                <a:lnTo>
                  <a:pt x="511659" y="69587"/>
                </a:lnTo>
                <a:lnTo>
                  <a:pt x="511466" y="69536"/>
                </a:lnTo>
                <a:lnTo>
                  <a:pt x="511280" y="69484"/>
                </a:lnTo>
                <a:lnTo>
                  <a:pt x="511098" y="69431"/>
                </a:lnTo>
                <a:lnTo>
                  <a:pt x="510922" y="69377"/>
                </a:lnTo>
                <a:lnTo>
                  <a:pt x="510751" y="69321"/>
                </a:lnTo>
                <a:lnTo>
                  <a:pt x="510585" y="69263"/>
                </a:lnTo>
                <a:lnTo>
                  <a:pt x="510425" y="69205"/>
                </a:lnTo>
                <a:lnTo>
                  <a:pt x="510270" y="69145"/>
                </a:lnTo>
                <a:lnTo>
                  <a:pt x="510120" y="69083"/>
                </a:lnTo>
                <a:lnTo>
                  <a:pt x="509976" y="69021"/>
                </a:lnTo>
                <a:lnTo>
                  <a:pt x="509837" y="68957"/>
                </a:lnTo>
                <a:lnTo>
                  <a:pt x="509703" y="68891"/>
                </a:lnTo>
                <a:lnTo>
                  <a:pt x="509575" y="68825"/>
                </a:lnTo>
                <a:lnTo>
                  <a:pt x="509452" y="68757"/>
                </a:lnTo>
                <a:lnTo>
                  <a:pt x="509334" y="68687"/>
                </a:lnTo>
                <a:lnTo>
                  <a:pt x="509221" y="68617"/>
                </a:lnTo>
                <a:lnTo>
                  <a:pt x="509114" y="68545"/>
                </a:lnTo>
                <a:lnTo>
                  <a:pt x="509013" y="68471"/>
                </a:lnTo>
                <a:lnTo>
                  <a:pt x="508916" y="68397"/>
                </a:lnTo>
                <a:lnTo>
                  <a:pt x="508825" y="68320"/>
                </a:lnTo>
                <a:lnTo>
                  <a:pt x="508738" y="68243"/>
                </a:lnTo>
                <a:lnTo>
                  <a:pt x="508656" y="68166"/>
                </a:lnTo>
                <a:lnTo>
                  <a:pt x="508576" y="68087"/>
                </a:lnTo>
                <a:lnTo>
                  <a:pt x="508501" y="68008"/>
                </a:lnTo>
                <a:lnTo>
                  <a:pt x="508429" y="67928"/>
                </a:lnTo>
                <a:lnTo>
                  <a:pt x="508361" y="67847"/>
                </a:lnTo>
                <a:lnTo>
                  <a:pt x="508296" y="67766"/>
                </a:lnTo>
                <a:lnTo>
                  <a:pt x="508235" y="67684"/>
                </a:lnTo>
                <a:lnTo>
                  <a:pt x="508178" y="67601"/>
                </a:lnTo>
                <a:lnTo>
                  <a:pt x="508125" y="67517"/>
                </a:lnTo>
                <a:lnTo>
                  <a:pt x="508075" y="67433"/>
                </a:lnTo>
                <a:lnTo>
                  <a:pt x="508029" y="67348"/>
                </a:lnTo>
                <a:lnTo>
                  <a:pt x="507987" y="67262"/>
                </a:lnTo>
                <a:lnTo>
                  <a:pt x="507948" y="67176"/>
                </a:lnTo>
                <a:lnTo>
                  <a:pt x="507913" y="67088"/>
                </a:lnTo>
                <a:lnTo>
                  <a:pt x="507882" y="67000"/>
                </a:lnTo>
                <a:lnTo>
                  <a:pt x="507854" y="66912"/>
                </a:lnTo>
                <a:lnTo>
                  <a:pt x="507830" y="66822"/>
                </a:lnTo>
                <a:lnTo>
                  <a:pt x="507810" y="66732"/>
                </a:lnTo>
                <a:lnTo>
                  <a:pt x="507793" y="66641"/>
                </a:lnTo>
                <a:lnTo>
                  <a:pt x="507780" y="66550"/>
                </a:lnTo>
                <a:lnTo>
                  <a:pt x="507771" y="66458"/>
                </a:lnTo>
                <a:lnTo>
                  <a:pt x="507765" y="66365"/>
                </a:lnTo>
                <a:lnTo>
                  <a:pt x="507764" y="66271"/>
                </a:lnTo>
                <a:lnTo>
                  <a:pt x="507767" y="66137"/>
                </a:lnTo>
                <a:lnTo>
                  <a:pt x="507776" y="66004"/>
                </a:lnTo>
                <a:lnTo>
                  <a:pt x="507791" y="65872"/>
                </a:lnTo>
                <a:lnTo>
                  <a:pt x="507813" y="65740"/>
                </a:lnTo>
                <a:lnTo>
                  <a:pt x="507840" y="65608"/>
                </a:lnTo>
                <a:lnTo>
                  <a:pt x="507874" y="65477"/>
                </a:lnTo>
                <a:lnTo>
                  <a:pt x="507914" y="65346"/>
                </a:lnTo>
                <a:lnTo>
                  <a:pt x="507960" y="65215"/>
                </a:lnTo>
                <a:lnTo>
                  <a:pt x="508012" y="65085"/>
                </a:lnTo>
                <a:lnTo>
                  <a:pt x="508071" y="64955"/>
                </a:lnTo>
                <a:lnTo>
                  <a:pt x="508135" y="64826"/>
                </a:lnTo>
                <a:lnTo>
                  <a:pt x="508206" y="64697"/>
                </a:lnTo>
                <a:lnTo>
                  <a:pt x="508283" y="64569"/>
                </a:lnTo>
                <a:lnTo>
                  <a:pt x="508366" y="64441"/>
                </a:lnTo>
                <a:lnTo>
                  <a:pt x="508455" y="64313"/>
                </a:lnTo>
                <a:lnTo>
                  <a:pt x="508550" y="64186"/>
                </a:lnTo>
                <a:lnTo>
                  <a:pt x="508651" y="64059"/>
                </a:lnTo>
                <a:lnTo>
                  <a:pt x="508759" y="63932"/>
                </a:lnTo>
                <a:lnTo>
                  <a:pt x="508872" y="63806"/>
                </a:lnTo>
                <a:lnTo>
                  <a:pt x="508992" y="63681"/>
                </a:lnTo>
                <a:lnTo>
                  <a:pt x="509118" y="63556"/>
                </a:lnTo>
                <a:lnTo>
                  <a:pt x="509250" y="63431"/>
                </a:lnTo>
                <a:lnTo>
                  <a:pt x="509388" y="63307"/>
                </a:lnTo>
                <a:lnTo>
                  <a:pt x="509533" y="63183"/>
                </a:lnTo>
                <a:lnTo>
                  <a:pt x="509683" y="63060"/>
                </a:lnTo>
                <a:lnTo>
                  <a:pt x="509838" y="62940"/>
                </a:lnTo>
                <a:lnTo>
                  <a:pt x="509998" y="62823"/>
                </a:lnTo>
                <a:lnTo>
                  <a:pt x="510163" y="62708"/>
                </a:lnTo>
                <a:lnTo>
                  <a:pt x="510334" y="62597"/>
                </a:lnTo>
                <a:lnTo>
                  <a:pt x="510509" y="62488"/>
                </a:lnTo>
                <a:lnTo>
                  <a:pt x="510690" y="62381"/>
                </a:lnTo>
                <a:lnTo>
                  <a:pt x="510876" y="62277"/>
                </a:lnTo>
                <a:lnTo>
                  <a:pt x="511067" y="62176"/>
                </a:lnTo>
                <a:lnTo>
                  <a:pt x="511263" y="62078"/>
                </a:lnTo>
                <a:lnTo>
                  <a:pt x="511464" y="61982"/>
                </a:lnTo>
                <a:lnTo>
                  <a:pt x="511670" y="61889"/>
                </a:lnTo>
                <a:lnTo>
                  <a:pt x="511882" y="61799"/>
                </a:lnTo>
                <a:lnTo>
                  <a:pt x="512098" y="61711"/>
                </a:lnTo>
                <a:lnTo>
                  <a:pt x="512320" y="61627"/>
                </a:lnTo>
                <a:lnTo>
                  <a:pt x="512546" y="61544"/>
                </a:lnTo>
                <a:lnTo>
                  <a:pt x="512778" y="61465"/>
                </a:lnTo>
                <a:lnTo>
                  <a:pt x="512851" y="61441"/>
                </a:lnTo>
                <a:lnTo>
                  <a:pt x="513007" y="61493"/>
                </a:lnTo>
                <a:lnTo>
                  <a:pt x="513468" y="61633"/>
                </a:lnTo>
                <a:lnTo>
                  <a:pt x="513937" y="61763"/>
                </a:lnTo>
                <a:lnTo>
                  <a:pt x="514412" y="61883"/>
                </a:lnTo>
                <a:lnTo>
                  <a:pt x="514895" y="61994"/>
                </a:lnTo>
                <a:lnTo>
                  <a:pt x="515385" y="62095"/>
                </a:lnTo>
                <a:lnTo>
                  <a:pt x="515882" y="62187"/>
                </a:lnTo>
                <a:lnTo>
                  <a:pt x="516386" y="62269"/>
                </a:lnTo>
                <a:lnTo>
                  <a:pt x="516897" y="62341"/>
                </a:lnTo>
                <a:lnTo>
                  <a:pt x="517416" y="62404"/>
                </a:lnTo>
                <a:lnTo>
                  <a:pt x="517941" y="62457"/>
                </a:lnTo>
                <a:lnTo>
                  <a:pt x="518474" y="62500"/>
                </a:lnTo>
                <a:lnTo>
                  <a:pt x="519014" y="62534"/>
                </a:lnTo>
                <a:lnTo>
                  <a:pt x="519561" y="62558"/>
                </a:lnTo>
                <a:lnTo>
                  <a:pt x="520116" y="62573"/>
                </a:lnTo>
                <a:lnTo>
                  <a:pt x="520677" y="62577"/>
                </a:lnTo>
                <a:lnTo>
                  <a:pt x="521258" y="62573"/>
                </a:lnTo>
                <a:lnTo>
                  <a:pt x="521830" y="62558"/>
                </a:lnTo>
                <a:lnTo>
                  <a:pt x="522394" y="62535"/>
                </a:lnTo>
                <a:lnTo>
                  <a:pt x="522950" y="62501"/>
                </a:lnTo>
                <a:lnTo>
                  <a:pt x="523497" y="62458"/>
                </a:lnTo>
                <a:lnTo>
                  <a:pt x="524037" y="62406"/>
                </a:lnTo>
                <a:lnTo>
                  <a:pt x="524567" y="62344"/>
                </a:lnTo>
                <a:lnTo>
                  <a:pt x="525090" y="62272"/>
                </a:lnTo>
                <a:lnTo>
                  <a:pt x="525604" y="62191"/>
                </a:lnTo>
                <a:lnTo>
                  <a:pt x="526110" y="62101"/>
                </a:lnTo>
                <a:lnTo>
                  <a:pt x="526608" y="62001"/>
                </a:lnTo>
                <a:lnTo>
                  <a:pt x="527097" y="61891"/>
                </a:lnTo>
                <a:lnTo>
                  <a:pt x="527578" y="61772"/>
                </a:lnTo>
                <a:lnTo>
                  <a:pt x="528051" y="61643"/>
                </a:lnTo>
                <a:lnTo>
                  <a:pt x="528516" y="61505"/>
                </a:lnTo>
                <a:lnTo>
                  <a:pt x="528972" y="61357"/>
                </a:lnTo>
                <a:lnTo>
                  <a:pt x="529420" y="61200"/>
                </a:lnTo>
                <a:lnTo>
                  <a:pt x="529859" y="61033"/>
                </a:lnTo>
                <a:lnTo>
                  <a:pt x="530291" y="60857"/>
                </a:lnTo>
                <a:lnTo>
                  <a:pt x="530714" y="60671"/>
                </a:lnTo>
                <a:lnTo>
                  <a:pt x="531129" y="60476"/>
                </a:lnTo>
                <a:lnTo>
                  <a:pt x="531535" y="60271"/>
                </a:lnTo>
                <a:lnTo>
                  <a:pt x="531933" y="60056"/>
                </a:lnTo>
                <a:lnTo>
                  <a:pt x="532323" y="59832"/>
                </a:lnTo>
                <a:lnTo>
                  <a:pt x="532705" y="59600"/>
                </a:lnTo>
                <a:lnTo>
                  <a:pt x="533079" y="59362"/>
                </a:lnTo>
                <a:lnTo>
                  <a:pt x="533445" y="59117"/>
                </a:lnTo>
                <a:lnTo>
                  <a:pt x="533803" y="58866"/>
                </a:lnTo>
                <a:lnTo>
                  <a:pt x="534153" y="58609"/>
                </a:lnTo>
                <a:lnTo>
                  <a:pt x="534496" y="58346"/>
                </a:lnTo>
                <a:lnTo>
                  <a:pt x="534830" y="58076"/>
                </a:lnTo>
                <a:lnTo>
                  <a:pt x="535157" y="57800"/>
                </a:lnTo>
                <a:lnTo>
                  <a:pt x="535476" y="57518"/>
                </a:lnTo>
                <a:lnTo>
                  <a:pt x="535786" y="57229"/>
                </a:lnTo>
                <a:lnTo>
                  <a:pt x="536089" y="56934"/>
                </a:lnTo>
                <a:lnTo>
                  <a:pt x="536384" y="56633"/>
                </a:lnTo>
                <a:lnTo>
                  <a:pt x="536672" y="56325"/>
                </a:lnTo>
                <a:lnTo>
                  <a:pt x="536951" y="56012"/>
                </a:lnTo>
                <a:lnTo>
                  <a:pt x="537222" y="55692"/>
                </a:lnTo>
                <a:lnTo>
                  <a:pt x="537486" y="55365"/>
                </a:lnTo>
                <a:lnTo>
                  <a:pt x="537742" y="55033"/>
                </a:lnTo>
                <a:lnTo>
                  <a:pt x="537989" y="54694"/>
                </a:lnTo>
                <a:lnTo>
                  <a:pt x="538229" y="54349"/>
                </a:lnTo>
                <a:lnTo>
                  <a:pt x="538461" y="53997"/>
                </a:lnTo>
                <a:lnTo>
                  <a:pt x="538686" y="53639"/>
                </a:lnTo>
                <a:lnTo>
                  <a:pt x="538902" y="53275"/>
                </a:lnTo>
                <a:lnTo>
                  <a:pt x="539110" y="52905"/>
                </a:lnTo>
                <a:lnTo>
                  <a:pt x="539311" y="52529"/>
                </a:lnTo>
                <a:lnTo>
                  <a:pt x="539503" y="52147"/>
                </a:lnTo>
                <a:lnTo>
                  <a:pt x="539687" y="51763"/>
                </a:lnTo>
                <a:lnTo>
                  <a:pt x="539863" y="51375"/>
                </a:lnTo>
                <a:lnTo>
                  <a:pt x="540031" y="50985"/>
                </a:lnTo>
                <a:lnTo>
                  <a:pt x="540191" y="50591"/>
                </a:lnTo>
                <a:lnTo>
                  <a:pt x="540343" y="50195"/>
                </a:lnTo>
                <a:lnTo>
                  <a:pt x="540486" y="49795"/>
                </a:lnTo>
                <a:lnTo>
                  <a:pt x="540621" y="49392"/>
                </a:lnTo>
                <a:lnTo>
                  <a:pt x="540748" y="48987"/>
                </a:lnTo>
                <a:lnTo>
                  <a:pt x="540867" y="48578"/>
                </a:lnTo>
                <a:lnTo>
                  <a:pt x="540977" y="48166"/>
                </a:lnTo>
                <a:lnTo>
                  <a:pt x="541080" y="47751"/>
                </a:lnTo>
                <a:lnTo>
                  <a:pt x="541174" y="47333"/>
                </a:lnTo>
                <a:lnTo>
                  <a:pt x="541260" y="46913"/>
                </a:lnTo>
                <a:lnTo>
                  <a:pt x="541338" y="46489"/>
                </a:lnTo>
                <a:lnTo>
                  <a:pt x="541407" y="46062"/>
                </a:lnTo>
                <a:lnTo>
                  <a:pt x="541469" y="45632"/>
                </a:lnTo>
                <a:lnTo>
                  <a:pt x="541522" y="45199"/>
                </a:lnTo>
                <a:lnTo>
                  <a:pt x="541567" y="44763"/>
                </a:lnTo>
                <a:lnTo>
                  <a:pt x="541604" y="44324"/>
                </a:lnTo>
                <a:lnTo>
                  <a:pt x="541632" y="43881"/>
                </a:lnTo>
                <a:lnTo>
                  <a:pt x="541653" y="43436"/>
                </a:lnTo>
                <a:lnTo>
                  <a:pt x="541665" y="42988"/>
                </a:lnTo>
                <a:lnTo>
                  <a:pt x="541669" y="42537"/>
                </a:lnTo>
                <a:lnTo>
                  <a:pt x="541665" y="42071"/>
                </a:lnTo>
                <a:lnTo>
                  <a:pt x="541653" y="41608"/>
                </a:lnTo>
                <a:lnTo>
                  <a:pt x="541633" y="41149"/>
                </a:lnTo>
                <a:lnTo>
                  <a:pt x="541605" y="40694"/>
                </a:lnTo>
                <a:lnTo>
                  <a:pt x="541568" y="40242"/>
                </a:lnTo>
                <a:lnTo>
                  <a:pt x="541524" y="39794"/>
                </a:lnTo>
                <a:lnTo>
                  <a:pt x="541471" y="39349"/>
                </a:lnTo>
                <a:lnTo>
                  <a:pt x="541411" y="38908"/>
                </a:lnTo>
                <a:lnTo>
                  <a:pt x="541342" y="38471"/>
                </a:lnTo>
                <a:lnTo>
                  <a:pt x="541265" y="38037"/>
                </a:lnTo>
                <a:lnTo>
                  <a:pt x="541180" y="37607"/>
                </a:lnTo>
                <a:lnTo>
                  <a:pt x="541087" y="37180"/>
                </a:lnTo>
                <a:lnTo>
                  <a:pt x="540986" y="36757"/>
                </a:lnTo>
                <a:lnTo>
                  <a:pt x="540877" y="36337"/>
                </a:lnTo>
                <a:lnTo>
                  <a:pt x="540759" y="35921"/>
                </a:lnTo>
                <a:lnTo>
                  <a:pt x="540634" y="35508"/>
                </a:lnTo>
                <a:lnTo>
                  <a:pt x="540501" y="35099"/>
                </a:lnTo>
                <a:lnTo>
                  <a:pt x="540359" y="34694"/>
                </a:lnTo>
                <a:lnTo>
                  <a:pt x="540210" y="34292"/>
                </a:lnTo>
                <a:lnTo>
                  <a:pt x="540052" y="33894"/>
                </a:lnTo>
                <a:lnTo>
                  <a:pt x="539886" y="33499"/>
                </a:lnTo>
                <a:lnTo>
                  <a:pt x="539712" y="33108"/>
                </a:lnTo>
                <a:lnTo>
                  <a:pt x="539530" y="32721"/>
                </a:lnTo>
                <a:lnTo>
                  <a:pt x="539340" y="32337"/>
                </a:lnTo>
                <a:lnTo>
                  <a:pt x="539142" y="31958"/>
                </a:lnTo>
                <a:lnTo>
                  <a:pt x="538936" y="31585"/>
                </a:lnTo>
                <a:lnTo>
                  <a:pt x="538722" y="31219"/>
                </a:lnTo>
                <a:lnTo>
                  <a:pt x="538500" y="30859"/>
                </a:lnTo>
                <a:lnTo>
                  <a:pt x="538270" y="30506"/>
                </a:lnTo>
                <a:lnTo>
                  <a:pt x="538032" y="30160"/>
                </a:lnTo>
                <a:lnTo>
                  <a:pt x="537786" y="29819"/>
                </a:lnTo>
                <a:lnTo>
                  <a:pt x="537532" y="29486"/>
                </a:lnTo>
                <a:lnTo>
                  <a:pt x="537270" y="29159"/>
                </a:lnTo>
                <a:lnTo>
                  <a:pt x="537000" y="28838"/>
                </a:lnTo>
                <a:lnTo>
                  <a:pt x="536722" y="28524"/>
                </a:lnTo>
                <a:lnTo>
                  <a:pt x="536436" y="28217"/>
                </a:lnTo>
                <a:lnTo>
                  <a:pt x="536142" y="27916"/>
                </a:lnTo>
                <a:lnTo>
                  <a:pt x="535862" y="27642"/>
                </a:lnTo>
                <a:lnTo>
                  <a:pt x="535922" y="27562"/>
                </a:lnTo>
                <a:lnTo>
                  <a:pt x="536116" y="27317"/>
                </a:lnTo>
                <a:lnTo>
                  <a:pt x="536314" y="27081"/>
                </a:lnTo>
                <a:close/>
                <a:moveTo>
                  <a:pt x="519215" y="55755"/>
                </a:moveTo>
                <a:lnTo>
                  <a:pt x="518844" y="55703"/>
                </a:lnTo>
                <a:lnTo>
                  <a:pt x="518477" y="55640"/>
                </a:lnTo>
                <a:lnTo>
                  <a:pt x="518114" y="55564"/>
                </a:lnTo>
                <a:lnTo>
                  <a:pt x="517755" y="55478"/>
                </a:lnTo>
                <a:lnTo>
                  <a:pt x="517400" y="55380"/>
                </a:lnTo>
                <a:lnTo>
                  <a:pt x="517049" y="55270"/>
                </a:lnTo>
                <a:lnTo>
                  <a:pt x="516701" y="55149"/>
                </a:lnTo>
                <a:lnTo>
                  <a:pt x="516358" y="55016"/>
                </a:lnTo>
                <a:lnTo>
                  <a:pt x="516018" y="54871"/>
                </a:lnTo>
                <a:lnTo>
                  <a:pt x="515683" y="54716"/>
                </a:lnTo>
                <a:lnTo>
                  <a:pt x="515351" y="54548"/>
                </a:lnTo>
                <a:lnTo>
                  <a:pt x="515023" y="54369"/>
                </a:lnTo>
                <a:lnTo>
                  <a:pt x="514699" y="54179"/>
                </a:lnTo>
                <a:lnTo>
                  <a:pt x="514379" y="53976"/>
                </a:lnTo>
                <a:lnTo>
                  <a:pt x="514063" y="53763"/>
                </a:lnTo>
                <a:lnTo>
                  <a:pt x="513750" y="53538"/>
                </a:lnTo>
                <a:lnTo>
                  <a:pt x="513442" y="53301"/>
                </a:lnTo>
                <a:lnTo>
                  <a:pt x="513137" y="53052"/>
                </a:lnTo>
                <a:lnTo>
                  <a:pt x="512837" y="52793"/>
                </a:lnTo>
                <a:lnTo>
                  <a:pt x="512540" y="52521"/>
                </a:lnTo>
                <a:lnTo>
                  <a:pt x="512251" y="52238"/>
                </a:lnTo>
                <a:lnTo>
                  <a:pt x="511975" y="51943"/>
                </a:lnTo>
                <a:lnTo>
                  <a:pt x="511711" y="51636"/>
                </a:lnTo>
                <a:lnTo>
                  <a:pt x="511459" y="51318"/>
                </a:lnTo>
                <a:lnTo>
                  <a:pt x="511219" y="50987"/>
                </a:lnTo>
                <a:lnTo>
                  <a:pt x="510992" y="50645"/>
                </a:lnTo>
                <a:lnTo>
                  <a:pt x="510777" y="50292"/>
                </a:lnTo>
                <a:lnTo>
                  <a:pt x="510574" y="49926"/>
                </a:lnTo>
                <a:lnTo>
                  <a:pt x="510384" y="49549"/>
                </a:lnTo>
                <a:lnTo>
                  <a:pt x="510206" y="49160"/>
                </a:lnTo>
                <a:lnTo>
                  <a:pt x="510040" y="48759"/>
                </a:lnTo>
                <a:lnTo>
                  <a:pt x="509886" y="48346"/>
                </a:lnTo>
                <a:lnTo>
                  <a:pt x="509745" y="47922"/>
                </a:lnTo>
                <a:lnTo>
                  <a:pt x="509616" y="47486"/>
                </a:lnTo>
                <a:lnTo>
                  <a:pt x="509499" y="47038"/>
                </a:lnTo>
                <a:lnTo>
                  <a:pt x="509395" y="46578"/>
                </a:lnTo>
                <a:lnTo>
                  <a:pt x="509303" y="46107"/>
                </a:lnTo>
                <a:lnTo>
                  <a:pt x="509223" y="45624"/>
                </a:lnTo>
                <a:lnTo>
                  <a:pt x="509155" y="45129"/>
                </a:lnTo>
                <a:lnTo>
                  <a:pt x="509100" y="44622"/>
                </a:lnTo>
                <a:lnTo>
                  <a:pt x="509057" y="44104"/>
                </a:lnTo>
                <a:lnTo>
                  <a:pt x="509027" y="43573"/>
                </a:lnTo>
                <a:lnTo>
                  <a:pt x="509008" y="43031"/>
                </a:lnTo>
                <a:lnTo>
                  <a:pt x="509002" y="42478"/>
                </a:lnTo>
                <a:lnTo>
                  <a:pt x="509008" y="41929"/>
                </a:lnTo>
                <a:lnTo>
                  <a:pt x="509025" y="41391"/>
                </a:lnTo>
                <a:lnTo>
                  <a:pt x="509054" y="40865"/>
                </a:lnTo>
                <a:lnTo>
                  <a:pt x="509094" y="40350"/>
                </a:lnTo>
                <a:lnTo>
                  <a:pt x="509145" y="39846"/>
                </a:lnTo>
                <a:lnTo>
                  <a:pt x="509208" y="39353"/>
                </a:lnTo>
                <a:lnTo>
                  <a:pt x="509283" y="38871"/>
                </a:lnTo>
                <a:lnTo>
                  <a:pt x="509369" y="38401"/>
                </a:lnTo>
                <a:lnTo>
                  <a:pt x="509466" y="37942"/>
                </a:lnTo>
                <a:lnTo>
                  <a:pt x="509575" y="37494"/>
                </a:lnTo>
                <a:lnTo>
                  <a:pt x="509696" y="37058"/>
                </a:lnTo>
                <a:lnTo>
                  <a:pt x="509827" y="36632"/>
                </a:lnTo>
                <a:lnTo>
                  <a:pt x="509971" y="36218"/>
                </a:lnTo>
                <a:lnTo>
                  <a:pt x="510126" y="35815"/>
                </a:lnTo>
                <a:lnTo>
                  <a:pt x="510292" y="35424"/>
                </a:lnTo>
                <a:lnTo>
                  <a:pt x="510470" y="35043"/>
                </a:lnTo>
                <a:lnTo>
                  <a:pt x="510659" y="34674"/>
                </a:lnTo>
                <a:lnTo>
                  <a:pt x="510859" y="34316"/>
                </a:lnTo>
                <a:lnTo>
                  <a:pt x="511071" y="33970"/>
                </a:lnTo>
                <a:lnTo>
                  <a:pt x="511295" y="33634"/>
                </a:lnTo>
                <a:lnTo>
                  <a:pt x="511530" y="33310"/>
                </a:lnTo>
                <a:lnTo>
                  <a:pt x="511777" y="32997"/>
                </a:lnTo>
                <a:lnTo>
                  <a:pt x="512035" y="32695"/>
                </a:lnTo>
                <a:lnTo>
                  <a:pt x="512304" y="32405"/>
                </a:lnTo>
                <a:lnTo>
                  <a:pt x="512583" y="32126"/>
                </a:lnTo>
                <a:lnTo>
                  <a:pt x="512868" y="31859"/>
                </a:lnTo>
                <a:lnTo>
                  <a:pt x="513160" y="31604"/>
                </a:lnTo>
                <a:lnTo>
                  <a:pt x="513459" y="31360"/>
                </a:lnTo>
                <a:lnTo>
                  <a:pt x="513764" y="31129"/>
                </a:lnTo>
                <a:lnTo>
                  <a:pt x="514077" y="30909"/>
                </a:lnTo>
                <a:lnTo>
                  <a:pt x="514396" y="30702"/>
                </a:lnTo>
                <a:lnTo>
                  <a:pt x="514722" y="30506"/>
                </a:lnTo>
                <a:lnTo>
                  <a:pt x="515054" y="30322"/>
                </a:lnTo>
                <a:lnTo>
                  <a:pt x="515394" y="30150"/>
                </a:lnTo>
                <a:lnTo>
                  <a:pt x="515740" y="29989"/>
                </a:lnTo>
                <a:lnTo>
                  <a:pt x="516093" y="29841"/>
                </a:lnTo>
                <a:lnTo>
                  <a:pt x="516452" y="29704"/>
                </a:lnTo>
                <a:lnTo>
                  <a:pt x="516819" y="29580"/>
                </a:lnTo>
                <a:lnTo>
                  <a:pt x="517192" y="29467"/>
                </a:lnTo>
                <a:lnTo>
                  <a:pt x="517572" y="29366"/>
                </a:lnTo>
                <a:lnTo>
                  <a:pt x="517958" y="29277"/>
                </a:lnTo>
                <a:lnTo>
                  <a:pt x="518352" y="29200"/>
                </a:lnTo>
                <a:lnTo>
                  <a:pt x="518752" y="29135"/>
                </a:lnTo>
                <a:lnTo>
                  <a:pt x="519159" y="29081"/>
                </a:lnTo>
                <a:lnTo>
                  <a:pt x="519573" y="29040"/>
                </a:lnTo>
                <a:lnTo>
                  <a:pt x="519993" y="29010"/>
                </a:lnTo>
                <a:lnTo>
                  <a:pt x="520420" y="28992"/>
                </a:lnTo>
                <a:lnTo>
                  <a:pt x="520854" y="28986"/>
                </a:lnTo>
                <a:lnTo>
                  <a:pt x="521288" y="28992"/>
                </a:lnTo>
                <a:lnTo>
                  <a:pt x="521714" y="29009"/>
                </a:lnTo>
                <a:lnTo>
                  <a:pt x="522133" y="29038"/>
                </a:lnTo>
                <a:lnTo>
                  <a:pt x="522545" y="29079"/>
                </a:lnTo>
                <a:lnTo>
                  <a:pt x="522950" y="29131"/>
                </a:lnTo>
                <a:lnTo>
                  <a:pt x="523347" y="29194"/>
                </a:lnTo>
                <a:lnTo>
                  <a:pt x="523737" y="29269"/>
                </a:lnTo>
                <a:lnTo>
                  <a:pt x="524120" y="29356"/>
                </a:lnTo>
                <a:lnTo>
                  <a:pt x="524496" y="29454"/>
                </a:lnTo>
                <a:lnTo>
                  <a:pt x="524864" y="29564"/>
                </a:lnTo>
                <a:lnTo>
                  <a:pt x="525225" y="29685"/>
                </a:lnTo>
                <a:lnTo>
                  <a:pt x="525579" y="29818"/>
                </a:lnTo>
                <a:lnTo>
                  <a:pt x="525925" y="29963"/>
                </a:lnTo>
                <a:lnTo>
                  <a:pt x="526265" y="30119"/>
                </a:lnTo>
                <a:lnTo>
                  <a:pt x="526596" y="30286"/>
                </a:lnTo>
                <a:lnTo>
                  <a:pt x="526921" y="30466"/>
                </a:lnTo>
                <a:lnTo>
                  <a:pt x="527239" y="30656"/>
                </a:lnTo>
                <a:lnTo>
                  <a:pt x="527549" y="30858"/>
                </a:lnTo>
                <a:lnTo>
                  <a:pt x="527852" y="31072"/>
                </a:lnTo>
                <a:lnTo>
                  <a:pt x="528147" y="31298"/>
                </a:lnTo>
                <a:lnTo>
                  <a:pt x="528435" y="31534"/>
                </a:lnTo>
                <a:lnTo>
                  <a:pt x="528717" y="31783"/>
                </a:lnTo>
                <a:lnTo>
                  <a:pt x="528990" y="32043"/>
                </a:lnTo>
                <a:lnTo>
                  <a:pt x="529257" y="32314"/>
                </a:lnTo>
                <a:lnTo>
                  <a:pt x="529514" y="32598"/>
                </a:lnTo>
                <a:lnTo>
                  <a:pt x="529761" y="32894"/>
                </a:lnTo>
                <a:lnTo>
                  <a:pt x="529996" y="33202"/>
                </a:lnTo>
                <a:lnTo>
                  <a:pt x="530221" y="33522"/>
                </a:lnTo>
                <a:lnTo>
                  <a:pt x="530434" y="33855"/>
                </a:lnTo>
                <a:lnTo>
                  <a:pt x="530637" y="34201"/>
                </a:lnTo>
                <a:lnTo>
                  <a:pt x="530829" y="34559"/>
                </a:lnTo>
                <a:lnTo>
                  <a:pt x="531009" y="34929"/>
                </a:lnTo>
                <a:lnTo>
                  <a:pt x="531179" y="35311"/>
                </a:lnTo>
                <a:lnTo>
                  <a:pt x="531338" y="35706"/>
                </a:lnTo>
                <a:lnTo>
                  <a:pt x="531486" y="36114"/>
                </a:lnTo>
                <a:lnTo>
                  <a:pt x="531623" y="36534"/>
                </a:lnTo>
                <a:lnTo>
                  <a:pt x="531749" y="36966"/>
                </a:lnTo>
                <a:lnTo>
                  <a:pt x="531864" y="37410"/>
                </a:lnTo>
                <a:lnTo>
                  <a:pt x="531968" y="37867"/>
                </a:lnTo>
                <a:lnTo>
                  <a:pt x="532061" y="38337"/>
                </a:lnTo>
                <a:lnTo>
                  <a:pt x="532143" y="38819"/>
                </a:lnTo>
                <a:lnTo>
                  <a:pt x="532214" y="39313"/>
                </a:lnTo>
                <a:lnTo>
                  <a:pt x="532275" y="39820"/>
                </a:lnTo>
                <a:lnTo>
                  <a:pt x="532324" y="40339"/>
                </a:lnTo>
                <a:lnTo>
                  <a:pt x="532362" y="40870"/>
                </a:lnTo>
                <a:lnTo>
                  <a:pt x="532390" y="41414"/>
                </a:lnTo>
                <a:lnTo>
                  <a:pt x="532406" y="41970"/>
                </a:lnTo>
                <a:lnTo>
                  <a:pt x="532412" y="42539"/>
                </a:lnTo>
                <a:lnTo>
                  <a:pt x="532406" y="43082"/>
                </a:lnTo>
                <a:lnTo>
                  <a:pt x="532389" y="43615"/>
                </a:lnTo>
                <a:lnTo>
                  <a:pt x="532361" y="44136"/>
                </a:lnTo>
                <a:lnTo>
                  <a:pt x="532321" y="44647"/>
                </a:lnTo>
                <a:lnTo>
                  <a:pt x="532271" y="45145"/>
                </a:lnTo>
                <a:lnTo>
                  <a:pt x="532209" y="45633"/>
                </a:lnTo>
                <a:lnTo>
                  <a:pt x="532136" y="46110"/>
                </a:lnTo>
                <a:lnTo>
                  <a:pt x="532051" y="46575"/>
                </a:lnTo>
                <a:lnTo>
                  <a:pt x="531956" y="47029"/>
                </a:lnTo>
                <a:lnTo>
                  <a:pt x="531849" y="47471"/>
                </a:lnTo>
                <a:lnTo>
                  <a:pt x="531730" y="47903"/>
                </a:lnTo>
                <a:lnTo>
                  <a:pt x="531601" y="48323"/>
                </a:lnTo>
                <a:lnTo>
                  <a:pt x="531460" y="48732"/>
                </a:lnTo>
                <a:lnTo>
                  <a:pt x="531308" y="49130"/>
                </a:lnTo>
                <a:lnTo>
                  <a:pt x="531145" y="49517"/>
                </a:lnTo>
                <a:lnTo>
                  <a:pt x="530970" y="49892"/>
                </a:lnTo>
                <a:lnTo>
                  <a:pt x="530784" y="50256"/>
                </a:lnTo>
                <a:lnTo>
                  <a:pt x="530587" y="50609"/>
                </a:lnTo>
                <a:lnTo>
                  <a:pt x="530379" y="50950"/>
                </a:lnTo>
                <a:lnTo>
                  <a:pt x="530159" y="51281"/>
                </a:lnTo>
                <a:lnTo>
                  <a:pt x="529929" y="51600"/>
                </a:lnTo>
                <a:lnTo>
                  <a:pt x="529686" y="51908"/>
                </a:lnTo>
                <a:lnTo>
                  <a:pt x="529433" y="52204"/>
                </a:lnTo>
                <a:lnTo>
                  <a:pt x="529168" y="52490"/>
                </a:lnTo>
                <a:lnTo>
                  <a:pt x="528895" y="52764"/>
                </a:lnTo>
                <a:lnTo>
                  <a:pt x="528614" y="53026"/>
                </a:lnTo>
                <a:lnTo>
                  <a:pt x="528327" y="53277"/>
                </a:lnTo>
                <a:lnTo>
                  <a:pt x="528033" y="53516"/>
                </a:lnTo>
                <a:lnTo>
                  <a:pt x="527733" y="53743"/>
                </a:lnTo>
                <a:lnTo>
                  <a:pt x="527425" y="53959"/>
                </a:lnTo>
                <a:lnTo>
                  <a:pt x="527111" y="54163"/>
                </a:lnTo>
                <a:lnTo>
                  <a:pt x="526790" y="54355"/>
                </a:lnTo>
                <a:lnTo>
                  <a:pt x="526462" y="54536"/>
                </a:lnTo>
                <a:lnTo>
                  <a:pt x="526128" y="54705"/>
                </a:lnTo>
                <a:lnTo>
                  <a:pt x="525787" y="54862"/>
                </a:lnTo>
                <a:lnTo>
                  <a:pt x="525439" y="55008"/>
                </a:lnTo>
                <a:lnTo>
                  <a:pt x="525084" y="55142"/>
                </a:lnTo>
                <a:lnTo>
                  <a:pt x="524723" y="55264"/>
                </a:lnTo>
                <a:lnTo>
                  <a:pt x="524354" y="55375"/>
                </a:lnTo>
                <a:lnTo>
                  <a:pt x="523979" y="55474"/>
                </a:lnTo>
                <a:lnTo>
                  <a:pt x="523598" y="55562"/>
                </a:lnTo>
                <a:lnTo>
                  <a:pt x="523209" y="55638"/>
                </a:lnTo>
                <a:lnTo>
                  <a:pt x="522814" y="55702"/>
                </a:lnTo>
                <a:lnTo>
                  <a:pt x="522412" y="55754"/>
                </a:lnTo>
                <a:lnTo>
                  <a:pt x="522003" y="55795"/>
                </a:lnTo>
                <a:lnTo>
                  <a:pt x="521588" y="55824"/>
                </a:lnTo>
                <a:lnTo>
                  <a:pt x="521165" y="55842"/>
                </a:lnTo>
                <a:lnTo>
                  <a:pt x="520736" y="55847"/>
                </a:lnTo>
                <a:lnTo>
                  <a:pt x="520350" y="55842"/>
                </a:lnTo>
                <a:lnTo>
                  <a:pt x="519968" y="55824"/>
                </a:lnTo>
                <a:lnTo>
                  <a:pt x="519589" y="55795"/>
                </a:lnTo>
                <a:lnTo>
                  <a:pt x="519215" y="55755"/>
                </a:lnTo>
                <a:close/>
                <a:moveTo>
                  <a:pt x="517948" y="97170"/>
                </a:moveTo>
                <a:lnTo>
                  <a:pt x="517368" y="97117"/>
                </a:lnTo>
                <a:lnTo>
                  <a:pt x="516803" y="97054"/>
                </a:lnTo>
                <a:lnTo>
                  <a:pt x="516255" y="96982"/>
                </a:lnTo>
                <a:lnTo>
                  <a:pt x="515722" y="96900"/>
                </a:lnTo>
                <a:lnTo>
                  <a:pt x="515206" y="96808"/>
                </a:lnTo>
                <a:lnTo>
                  <a:pt x="514705" y="96707"/>
                </a:lnTo>
                <a:lnTo>
                  <a:pt x="514220" y="96596"/>
                </a:lnTo>
                <a:lnTo>
                  <a:pt x="513752" y="96475"/>
                </a:lnTo>
                <a:lnTo>
                  <a:pt x="513299" y="96345"/>
                </a:lnTo>
                <a:lnTo>
                  <a:pt x="512862" y="96205"/>
                </a:lnTo>
                <a:lnTo>
                  <a:pt x="512442" y="96055"/>
                </a:lnTo>
                <a:lnTo>
                  <a:pt x="512037" y="95896"/>
                </a:lnTo>
                <a:lnTo>
                  <a:pt x="511648" y="95727"/>
                </a:lnTo>
                <a:lnTo>
                  <a:pt x="511275" y="95549"/>
                </a:lnTo>
                <a:lnTo>
                  <a:pt x="510918" y="95361"/>
                </a:lnTo>
                <a:lnTo>
                  <a:pt x="510577" y="95163"/>
                </a:lnTo>
                <a:lnTo>
                  <a:pt x="510253" y="94956"/>
                </a:lnTo>
                <a:lnTo>
                  <a:pt x="509944" y="94739"/>
                </a:lnTo>
                <a:lnTo>
                  <a:pt x="509651" y="94512"/>
                </a:lnTo>
                <a:lnTo>
                  <a:pt x="509371" y="94279"/>
                </a:lnTo>
                <a:lnTo>
                  <a:pt x="509104" y="94043"/>
                </a:lnTo>
                <a:lnTo>
                  <a:pt x="508849" y="93803"/>
                </a:lnTo>
                <a:lnTo>
                  <a:pt x="508606" y="93561"/>
                </a:lnTo>
                <a:lnTo>
                  <a:pt x="508374" y="93316"/>
                </a:lnTo>
                <a:lnTo>
                  <a:pt x="508154" y="93067"/>
                </a:lnTo>
                <a:lnTo>
                  <a:pt x="507946" y="92816"/>
                </a:lnTo>
                <a:lnTo>
                  <a:pt x="507751" y="92561"/>
                </a:lnTo>
                <a:lnTo>
                  <a:pt x="507566" y="92304"/>
                </a:lnTo>
                <a:lnTo>
                  <a:pt x="507394" y="92043"/>
                </a:lnTo>
                <a:lnTo>
                  <a:pt x="507234" y="91779"/>
                </a:lnTo>
                <a:lnTo>
                  <a:pt x="507086" y="91512"/>
                </a:lnTo>
                <a:lnTo>
                  <a:pt x="506949" y="91242"/>
                </a:lnTo>
                <a:lnTo>
                  <a:pt x="506824" y="90969"/>
                </a:lnTo>
                <a:lnTo>
                  <a:pt x="506711" y="90693"/>
                </a:lnTo>
                <a:lnTo>
                  <a:pt x="506611" y="90414"/>
                </a:lnTo>
                <a:lnTo>
                  <a:pt x="506521" y="90132"/>
                </a:lnTo>
                <a:lnTo>
                  <a:pt x="506444" y="89846"/>
                </a:lnTo>
                <a:lnTo>
                  <a:pt x="506379" y="89558"/>
                </a:lnTo>
                <a:lnTo>
                  <a:pt x="506326" y="89266"/>
                </a:lnTo>
                <a:lnTo>
                  <a:pt x="506284" y="88972"/>
                </a:lnTo>
                <a:lnTo>
                  <a:pt x="506254" y="88674"/>
                </a:lnTo>
                <a:lnTo>
                  <a:pt x="506236" y="88373"/>
                </a:lnTo>
                <a:lnTo>
                  <a:pt x="506231" y="88070"/>
                </a:lnTo>
                <a:lnTo>
                  <a:pt x="506234" y="87796"/>
                </a:lnTo>
                <a:lnTo>
                  <a:pt x="506245" y="87526"/>
                </a:lnTo>
                <a:lnTo>
                  <a:pt x="506263" y="87258"/>
                </a:lnTo>
                <a:lnTo>
                  <a:pt x="506289" y="86993"/>
                </a:lnTo>
                <a:lnTo>
                  <a:pt x="506321" y="86730"/>
                </a:lnTo>
                <a:lnTo>
                  <a:pt x="506361" y="86471"/>
                </a:lnTo>
                <a:lnTo>
                  <a:pt x="506409" y="86214"/>
                </a:lnTo>
                <a:lnTo>
                  <a:pt x="506463" y="85960"/>
                </a:lnTo>
                <a:lnTo>
                  <a:pt x="506525" y="85709"/>
                </a:lnTo>
                <a:lnTo>
                  <a:pt x="506594" y="85460"/>
                </a:lnTo>
                <a:lnTo>
                  <a:pt x="506670" y="85214"/>
                </a:lnTo>
                <a:lnTo>
                  <a:pt x="506754" y="84971"/>
                </a:lnTo>
                <a:lnTo>
                  <a:pt x="506845" y="84731"/>
                </a:lnTo>
                <a:lnTo>
                  <a:pt x="506943" y="84493"/>
                </a:lnTo>
                <a:lnTo>
                  <a:pt x="507048" y="84259"/>
                </a:lnTo>
                <a:lnTo>
                  <a:pt x="507161" y="84027"/>
                </a:lnTo>
                <a:lnTo>
                  <a:pt x="507281" y="83797"/>
                </a:lnTo>
                <a:lnTo>
                  <a:pt x="507408" y="83571"/>
                </a:lnTo>
                <a:lnTo>
                  <a:pt x="507542" y="83347"/>
                </a:lnTo>
                <a:lnTo>
                  <a:pt x="507684" y="83126"/>
                </a:lnTo>
                <a:lnTo>
                  <a:pt x="507833" y="82908"/>
                </a:lnTo>
                <a:lnTo>
                  <a:pt x="507989" y="82692"/>
                </a:lnTo>
                <a:lnTo>
                  <a:pt x="508153" y="82479"/>
                </a:lnTo>
                <a:lnTo>
                  <a:pt x="508324" y="82269"/>
                </a:lnTo>
                <a:lnTo>
                  <a:pt x="508502" y="82063"/>
                </a:lnTo>
                <a:lnTo>
                  <a:pt x="508686" y="81862"/>
                </a:lnTo>
                <a:lnTo>
                  <a:pt x="508878" y="81666"/>
                </a:lnTo>
                <a:lnTo>
                  <a:pt x="509076" y="81476"/>
                </a:lnTo>
                <a:lnTo>
                  <a:pt x="509282" y="81290"/>
                </a:lnTo>
                <a:lnTo>
                  <a:pt x="509494" y="81109"/>
                </a:lnTo>
                <a:lnTo>
                  <a:pt x="509713" y="80934"/>
                </a:lnTo>
                <a:lnTo>
                  <a:pt x="509939" y="80763"/>
                </a:lnTo>
                <a:lnTo>
                  <a:pt x="510172" y="80598"/>
                </a:lnTo>
                <a:lnTo>
                  <a:pt x="510411" y="80438"/>
                </a:lnTo>
                <a:lnTo>
                  <a:pt x="510658" y="80282"/>
                </a:lnTo>
                <a:lnTo>
                  <a:pt x="510911" y="80132"/>
                </a:lnTo>
                <a:lnTo>
                  <a:pt x="511171" y="79987"/>
                </a:lnTo>
                <a:lnTo>
                  <a:pt x="511438" y="79847"/>
                </a:lnTo>
                <a:lnTo>
                  <a:pt x="511712" y="79712"/>
                </a:lnTo>
                <a:lnTo>
                  <a:pt x="511993" y="79582"/>
                </a:lnTo>
                <a:lnTo>
                  <a:pt x="512280" y="79458"/>
                </a:lnTo>
                <a:lnTo>
                  <a:pt x="512575" y="79338"/>
                </a:lnTo>
                <a:lnTo>
                  <a:pt x="512876" y="79224"/>
                </a:lnTo>
                <a:lnTo>
                  <a:pt x="513184" y="79114"/>
                </a:lnTo>
                <a:lnTo>
                  <a:pt x="513500" y="79010"/>
                </a:lnTo>
                <a:lnTo>
                  <a:pt x="513821" y="78911"/>
                </a:lnTo>
                <a:lnTo>
                  <a:pt x="514150" y="78816"/>
                </a:lnTo>
                <a:lnTo>
                  <a:pt x="514486" y="78727"/>
                </a:lnTo>
                <a:lnTo>
                  <a:pt x="522446" y="78727"/>
                </a:lnTo>
                <a:lnTo>
                  <a:pt x="522972" y="78729"/>
                </a:lnTo>
                <a:lnTo>
                  <a:pt x="523487" y="78735"/>
                </a:lnTo>
                <a:lnTo>
                  <a:pt x="523992" y="78744"/>
                </a:lnTo>
                <a:lnTo>
                  <a:pt x="524487" y="78756"/>
                </a:lnTo>
                <a:lnTo>
                  <a:pt x="524972" y="78772"/>
                </a:lnTo>
                <a:lnTo>
                  <a:pt x="525446" y="78792"/>
                </a:lnTo>
                <a:lnTo>
                  <a:pt x="525910" y="78816"/>
                </a:lnTo>
                <a:lnTo>
                  <a:pt x="526364" y="78843"/>
                </a:lnTo>
                <a:lnTo>
                  <a:pt x="526808" y="78873"/>
                </a:lnTo>
                <a:lnTo>
                  <a:pt x="527241" y="78908"/>
                </a:lnTo>
                <a:lnTo>
                  <a:pt x="527665" y="78945"/>
                </a:lnTo>
                <a:lnTo>
                  <a:pt x="528078" y="78987"/>
                </a:lnTo>
                <a:lnTo>
                  <a:pt x="528480" y="79032"/>
                </a:lnTo>
                <a:lnTo>
                  <a:pt x="528873" y="79081"/>
                </a:lnTo>
                <a:lnTo>
                  <a:pt x="529255" y="79133"/>
                </a:lnTo>
                <a:lnTo>
                  <a:pt x="529627" y="79189"/>
                </a:lnTo>
                <a:lnTo>
                  <a:pt x="529989" y="79248"/>
                </a:lnTo>
                <a:lnTo>
                  <a:pt x="530340" y="79312"/>
                </a:lnTo>
                <a:lnTo>
                  <a:pt x="530682" y="79378"/>
                </a:lnTo>
                <a:lnTo>
                  <a:pt x="531013" y="79449"/>
                </a:lnTo>
                <a:lnTo>
                  <a:pt x="531334" y="79523"/>
                </a:lnTo>
                <a:lnTo>
                  <a:pt x="531644" y="79600"/>
                </a:lnTo>
                <a:lnTo>
                  <a:pt x="531945" y="79681"/>
                </a:lnTo>
                <a:lnTo>
                  <a:pt x="532235" y="79766"/>
                </a:lnTo>
                <a:lnTo>
                  <a:pt x="532516" y="79854"/>
                </a:lnTo>
                <a:lnTo>
                  <a:pt x="532790" y="79944"/>
                </a:lnTo>
                <a:lnTo>
                  <a:pt x="533057" y="80038"/>
                </a:lnTo>
                <a:lnTo>
                  <a:pt x="533316" y="80134"/>
                </a:lnTo>
                <a:lnTo>
                  <a:pt x="533568" y="80234"/>
                </a:lnTo>
                <a:lnTo>
                  <a:pt x="533812" y="80336"/>
                </a:lnTo>
                <a:lnTo>
                  <a:pt x="534049" y="80441"/>
                </a:lnTo>
                <a:lnTo>
                  <a:pt x="534279" y="80549"/>
                </a:lnTo>
                <a:lnTo>
                  <a:pt x="534501" y="80660"/>
                </a:lnTo>
                <a:lnTo>
                  <a:pt x="534716" y="80773"/>
                </a:lnTo>
                <a:lnTo>
                  <a:pt x="534924" y="80890"/>
                </a:lnTo>
                <a:lnTo>
                  <a:pt x="535124" y="81009"/>
                </a:lnTo>
                <a:lnTo>
                  <a:pt x="535317" y="81131"/>
                </a:lnTo>
                <a:lnTo>
                  <a:pt x="535502" y="81256"/>
                </a:lnTo>
                <a:lnTo>
                  <a:pt x="535681" y="81384"/>
                </a:lnTo>
                <a:lnTo>
                  <a:pt x="535851" y="81515"/>
                </a:lnTo>
                <a:lnTo>
                  <a:pt x="536015" y="81649"/>
                </a:lnTo>
                <a:lnTo>
                  <a:pt x="536171" y="81785"/>
                </a:lnTo>
                <a:lnTo>
                  <a:pt x="536319" y="81924"/>
                </a:lnTo>
                <a:lnTo>
                  <a:pt x="536461" y="82067"/>
                </a:lnTo>
                <a:lnTo>
                  <a:pt x="536595" y="82212"/>
                </a:lnTo>
                <a:lnTo>
                  <a:pt x="536721" y="82360"/>
                </a:lnTo>
                <a:lnTo>
                  <a:pt x="536840" y="82511"/>
                </a:lnTo>
                <a:lnTo>
                  <a:pt x="536952" y="82664"/>
                </a:lnTo>
                <a:lnTo>
                  <a:pt x="537058" y="82821"/>
                </a:lnTo>
                <a:lnTo>
                  <a:pt x="537159" y="82980"/>
                </a:lnTo>
                <a:lnTo>
                  <a:pt x="537256" y="83141"/>
                </a:lnTo>
                <a:lnTo>
                  <a:pt x="537348" y="83305"/>
                </a:lnTo>
                <a:lnTo>
                  <a:pt x="537436" y="83471"/>
                </a:lnTo>
                <a:lnTo>
                  <a:pt x="537520" y="83640"/>
                </a:lnTo>
                <a:lnTo>
                  <a:pt x="537598" y="83811"/>
                </a:lnTo>
                <a:lnTo>
                  <a:pt x="537673" y="83985"/>
                </a:lnTo>
                <a:lnTo>
                  <a:pt x="537743" y="84161"/>
                </a:lnTo>
                <a:lnTo>
                  <a:pt x="537808" y="84339"/>
                </a:lnTo>
                <a:lnTo>
                  <a:pt x="537869" y="84520"/>
                </a:lnTo>
                <a:lnTo>
                  <a:pt x="537925" y="84703"/>
                </a:lnTo>
                <a:lnTo>
                  <a:pt x="537977" y="84889"/>
                </a:lnTo>
                <a:lnTo>
                  <a:pt x="538024" y="85077"/>
                </a:lnTo>
                <a:lnTo>
                  <a:pt x="538067" y="85268"/>
                </a:lnTo>
                <a:lnTo>
                  <a:pt x="538105" y="85461"/>
                </a:lnTo>
                <a:lnTo>
                  <a:pt x="538139" y="85657"/>
                </a:lnTo>
                <a:lnTo>
                  <a:pt x="538168" y="85855"/>
                </a:lnTo>
                <a:lnTo>
                  <a:pt x="538193" y="86055"/>
                </a:lnTo>
                <a:lnTo>
                  <a:pt x="538213" y="86258"/>
                </a:lnTo>
                <a:lnTo>
                  <a:pt x="538229" y="86463"/>
                </a:lnTo>
                <a:lnTo>
                  <a:pt x="538240" y="86671"/>
                </a:lnTo>
                <a:lnTo>
                  <a:pt x="538247" y="86881"/>
                </a:lnTo>
                <a:lnTo>
                  <a:pt x="538249" y="87094"/>
                </a:lnTo>
                <a:lnTo>
                  <a:pt x="538242" y="87453"/>
                </a:lnTo>
                <a:lnTo>
                  <a:pt x="538222" y="87807"/>
                </a:lnTo>
                <a:lnTo>
                  <a:pt x="538188" y="88156"/>
                </a:lnTo>
                <a:lnTo>
                  <a:pt x="538140" y="88500"/>
                </a:lnTo>
                <a:lnTo>
                  <a:pt x="538079" y="88839"/>
                </a:lnTo>
                <a:lnTo>
                  <a:pt x="538004" y="89174"/>
                </a:lnTo>
                <a:lnTo>
                  <a:pt x="537916" y="89503"/>
                </a:lnTo>
                <a:lnTo>
                  <a:pt x="537814" y="89828"/>
                </a:lnTo>
                <a:lnTo>
                  <a:pt x="537698" y="90148"/>
                </a:lnTo>
                <a:lnTo>
                  <a:pt x="537568" y="90462"/>
                </a:lnTo>
                <a:lnTo>
                  <a:pt x="537426" y="90773"/>
                </a:lnTo>
                <a:lnTo>
                  <a:pt x="537269" y="91078"/>
                </a:lnTo>
                <a:lnTo>
                  <a:pt x="537099" y="91378"/>
                </a:lnTo>
                <a:lnTo>
                  <a:pt x="536915" y="91673"/>
                </a:lnTo>
                <a:lnTo>
                  <a:pt x="536718" y="91964"/>
                </a:lnTo>
                <a:lnTo>
                  <a:pt x="536506" y="92249"/>
                </a:lnTo>
                <a:lnTo>
                  <a:pt x="536282" y="92530"/>
                </a:lnTo>
                <a:lnTo>
                  <a:pt x="536044" y="92806"/>
                </a:lnTo>
                <a:lnTo>
                  <a:pt x="535792" y="93077"/>
                </a:lnTo>
                <a:lnTo>
                  <a:pt x="535526" y="93343"/>
                </a:lnTo>
                <a:lnTo>
                  <a:pt x="535247" y="93604"/>
                </a:lnTo>
                <a:lnTo>
                  <a:pt x="534954" y="93861"/>
                </a:lnTo>
                <a:lnTo>
                  <a:pt x="534648" y="94112"/>
                </a:lnTo>
                <a:lnTo>
                  <a:pt x="534328" y="94359"/>
                </a:lnTo>
                <a:lnTo>
                  <a:pt x="533992" y="94598"/>
                </a:lnTo>
                <a:lnTo>
                  <a:pt x="533637" y="94827"/>
                </a:lnTo>
                <a:lnTo>
                  <a:pt x="533263" y="95046"/>
                </a:lnTo>
                <a:lnTo>
                  <a:pt x="532871" y="95254"/>
                </a:lnTo>
                <a:lnTo>
                  <a:pt x="532460" y="95453"/>
                </a:lnTo>
                <a:lnTo>
                  <a:pt x="532030" y="95641"/>
                </a:lnTo>
                <a:lnTo>
                  <a:pt x="531582" y="95819"/>
                </a:lnTo>
                <a:lnTo>
                  <a:pt x="531114" y="95987"/>
                </a:lnTo>
                <a:lnTo>
                  <a:pt x="530628" y="96145"/>
                </a:lnTo>
                <a:lnTo>
                  <a:pt x="530124" y="96293"/>
                </a:lnTo>
                <a:lnTo>
                  <a:pt x="529600" y="96430"/>
                </a:lnTo>
                <a:lnTo>
                  <a:pt x="529058" y="96557"/>
                </a:lnTo>
                <a:lnTo>
                  <a:pt x="528497" y="96674"/>
                </a:lnTo>
                <a:lnTo>
                  <a:pt x="527917" y="96781"/>
                </a:lnTo>
                <a:lnTo>
                  <a:pt x="527319" y="96878"/>
                </a:lnTo>
                <a:lnTo>
                  <a:pt x="526702" y="96965"/>
                </a:lnTo>
                <a:lnTo>
                  <a:pt x="526066" y="97041"/>
                </a:lnTo>
                <a:lnTo>
                  <a:pt x="525411" y="97107"/>
                </a:lnTo>
                <a:lnTo>
                  <a:pt x="524738" y="97163"/>
                </a:lnTo>
                <a:lnTo>
                  <a:pt x="524046" y="97209"/>
                </a:lnTo>
                <a:lnTo>
                  <a:pt x="523335" y="97244"/>
                </a:lnTo>
                <a:lnTo>
                  <a:pt x="522605" y="97270"/>
                </a:lnTo>
                <a:lnTo>
                  <a:pt x="521857" y="97285"/>
                </a:lnTo>
                <a:lnTo>
                  <a:pt x="521090" y="97290"/>
                </a:lnTo>
                <a:lnTo>
                  <a:pt x="520430" y="97285"/>
                </a:lnTo>
                <a:lnTo>
                  <a:pt x="519785" y="97271"/>
                </a:lnTo>
                <a:lnTo>
                  <a:pt x="519157" y="97247"/>
                </a:lnTo>
                <a:lnTo>
                  <a:pt x="518545" y="97213"/>
                </a:lnTo>
                <a:lnTo>
                  <a:pt x="517948" y="97170"/>
                </a:lnTo>
                <a:close/>
                <a:moveTo>
                  <a:pt x="451518" y="38496"/>
                </a:moveTo>
                <a:lnTo>
                  <a:pt x="451739" y="38208"/>
                </a:lnTo>
                <a:lnTo>
                  <a:pt x="451965" y="37922"/>
                </a:lnTo>
                <a:lnTo>
                  <a:pt x="452197" y="37638"/>
                </a:lnTo>
                <a:lnTo>
                  <a:pt x="452434" y="37355"/>
                </a:lnTo>
                <a:lnTo>
                  <a:pt x="452677" y="37074"/>
                </a:lnTo>
                <a:lnTo>
                  <a:pt x="452925" y="36795"/>
                </a:lnTo>
                <a:lnTo>
                  <a:pt x="453180" y="36517"/>
                </a:lnTo>
                <a:lnTo>
                  <a:pt x="453440" y="36241"/>
                </a:lnTo>
                <a:lnTo>
                  <a:pt x="453705" y="35967"/>
                </a:lnTo>
                <a:lnTo>
                  <a:pt x="453976" y="35694"/>
                </a:lnTo>
                <a:lnTo>
                  <a:pt x="454253" y="35423"/>
                </a:lnTo>
                <a:lnTo>
                  <a:pt x="454535" y="35153"/>
                </a:lnTo>
                <a:lnTo>
                  <a:pt x="454823" y="34885"/>
                </a:lnTo>
                <a:lnTo>
                  <a:pt x="455117" y="34619"/>
                </a:lnTo>
                <a:lnTo>
                  <a:pt x="455416" y="34354"/>
                </a:lnTo>
                <a:lnTo>
                  <a:pt x="455721" y="34091"/>
                </a:lnTo>
                <a:lnTo>
                  <a:pt x="456032" y="33830"/>
                </a:lnTo>
                <a:lnTo>
                  <a:pt x="456348" y="33570"/>
                </a:lnTo>
                <a:lnTo>
                  <a:pt x="456670" y="33312"/>
                </a:lnTo>
                <a:lnTo>
                  <a:pt x="456997" y="33055"/>
                </a:lnTo>
                <a:lnTo>
                  <a:pt x="457330" y="32800"/>
                </a:lnTo>
                <a:lnTo>
                  <a:pt x="457669" y="32547"/>
                </a:lnTo>
                <a:lnTo>
                  <a:pt x="458014" y="32300"/>
                </a:lnTo>
                <a:lnTo>
                  <a:pt x="458365" y="32063"/>
                </a:lnTo>
                <a:lnTo>
                  <a:pt x="458723" y="31837"/>
                </a:lnTo>
                <a:lnTo>
                  <a:pt x="459087" y="31621"/>
                </a:lnTo>
                <a:lnTo>
                  <a:pt x="459457" y="31416"/>
                </a:lnTo>
                <a:lnTo>
                  <a:pt x="459834" y="31222"/>
                </a:lnTo>
                <a:lnTo>
                  <a:pt x="460218" y="31038"/>
                </a:lnTo>
                <a:lnTo>
                  <a:pt x="460607" y="30864"/>
                </a:lnTo>
                <a:lnTo>
                  <a:pt x="461004" y="30701"/>
                </a:lnTo>
                <a:lnTo>
                  <a:pt x="461407" y="30548"/>
                </a:lnTo>
                <a:lnTo>
                  <a:pt x="461816" y="30406"/>
                </a:lnTo>
                <a:lnTo>
                  <a:pt x="462232" y="30275"/>
                </a:lnTo>
                <a:lnTo>
                  <a:pt x="462654" y="30154"/>
                </a:lnTo>
                <a:lnTo>
                  <a:pt x="463082" y="30044"/>
                </a:lnTo>
                <a:lnTo>
                  <a:pt x="463517" y="29944"/>
                </a:lnTo>
                <a:lnTo>
                  <a:pt x="463959" y="29854"/>
                </a:lnTo>
                <a:lnTo>
                  <a:pt x="464407" y="29775"/>
                </a:lnTo>
                <a:lnTo>
                  <a:pt x="464861" y="29707"/>
                </a:lnTo>
                <a:lnTo>
                  <a:pt x="465322" y="29649"/>
                </a:lnTo>
                <a:lnTo>
                  <a:pt x="465789" y="29602"/>
                </a:lnTo>
                <a:lnTo>
                  <a:pt x="466263" y="29565"/>
                </a:lnTo>
                <a:lnTo>
                  <a:pt x="466743" y="29539"/>
                </a:lnTo>
                <a:lnTo>
                  <a:pt x="467230" y="29523"/>
                </a:lnTo>
                <a:lnTo>
                  <a:pt x="467723" y="29518"/>
                </a:lnTo>
                <a:lnTo>
                  <a:pt x="468044" y="29521"/>
                </a:lnTo>
                <a:lnTo>
                  <a:pt x="468359" y="29531"/>
                </a:lnTo>
                <a:lnTo>
                  <a:pt x="468668" y="29547"/>
                </a:lnTo>
                <a:lnTo>
                  <a:pt x="468970" y="29571"/>
                </a:lnTo>
                <a:lnTo>
                  <a:pt x="469266" y="29600"/>
                </a:lnTo>
                <a:lnTo>
                  <a:pt x="469556" y="29637"/>
                </a:lnTo>
                <a:lnTo>
                  <a:pt x="469840" y="29680"/>
                </a:lnTo>
                <a:lnTo>
                  <a:pt x="470117" y="29729"/>
                </a:lnTo>
                <a:lnTo>
                  <a:pt x="470389" y="29786"/>
                </a:lnTo>
                <a:lnTo>
                  <a:pt x="470654" y="29849"/>
                </a:lnTo>
                <a:lnTo>
                  <a:pt x="470912" y="29918"/>
                </a:lnTo>
                <a:lnTo>
                  <a:pt x="471165" y="29994"/>
                </a:lnTo>
                <a:lnTo>
                  <a:pt x="471411" y="30077"/>
                </a:lnTo>
                <a:lnTo>
                  <a:pt x="471651" y="30166"/>
                </a:lnTo>
                <a:lnTo>
                  <a:pt x="471885" y="30262"/>
                </a:lnTo>
                <a:lnTo>
                  <a:pt x="472112" y="30365"/>
                </a:lnTo>
                <a:lnTo>
                  <a:pt x="472334" y="30474"/>
                </a:lnTo>
                <a:lnTo>
                  <a:pt x="472549" y="30590"/>
                </a:lnTo>
                <a:lnTo>
                  <a:pt x="472758" y="30712"/>
                </a:lnTo>
                <a:lnTo>
                  <a:pt x="472960" y="30841"/>
                </a:lnTo>
                <a:lnTo>
                  <a:pt x="473156" y="30977"/>
                </a:lnTo>
                <a:lnTo>
                  <a:pt x="473346" y="31119"/>
                </a:lnTo>
                <a:lnTo>
                  <a:pt x="473530" y="31268"/>
                </a:lnTo>
                <a:lnTo>
                  <a:pt x="473708" y="31423"/>
                </a:lnTo>
                <a:lnTo>
                  <a:pt x="473880" y="31585"/>
                </a:lnTo>
                <a:lnTo>
                  <a:pt x="474048" y="31751"/>
                </a:lnTo>
                <a:lnTo>
                  <a:pt x="474211" y="31922"/>
                </a:lnTo>
                <a:lnTo>
                  <a:pt x="474370" y="32099"/>
                </a:lnTo>
                <a:lnTo>
                  <a:pt x="474524" y="32281"/>
                </a:lnTo>
                <a:lnTo>
                  <a:pt x="474673" y="32467"/>
                </a:lnTo>
                <a:lnTo>
                  <a:pt x="474819" y="32659"/>
                </a:lnTo>
                <a:lnTo>
                  <a:pt x="474959" y="32856"/>
                </a:lnTo>
                <a:lnTo>
                  <a:pt x="475095" y="33058"/>
                </a:lnTo>
                <a:lnTo>
                  <a:pt x="475227" y="33265"/>
                </a:lnTo>
                <a:lnTo>
                  <a:pt x="475354" y="33478"/>
                </a:lnTo>
                <a:lnTo>
                  <a:pt x="475477" y="33695"/>
                </a:lnTo>
                <a:lnTo>
                  <a:pt x="475595" y="33917"/>
                </a:lnTo>
                <a:lnTo>
                  <a:pt x="475709" y="34145"/>
                </a:lnTo>
                <a:lnTo>
                  <a:pt x="475818" y="34378"/>
                </a:lnTo>
                <a:lnTo>
                  <a:pt x="475922" y="34615"/>
                </a:lnTo>
                <a:lnTo>
                  <a:pt x="476022" y="34858"/>
                </a:lnTo>
                <a:lnTo>
                  <a:pt x="476118" y="35106"/>
                </a:lnTo>
                <a:lnTo>
                  <a:pt x="476209" y="35359"/>
                </a:lnTo>
                <a:lnTo>
                  <a:pt x="476296" y="35618"/>
                </a:lnTo>
                <a:lnTo>
                  <a:pt x="476378" y="35881"/>
                </a:lnTo>
                <a:lnTo>
                  <a:pt x="476456" y="36149"/>
                </a:lnTo>
                <a:lnTo>
                  <a:pt x="476529" y="36423"/>
                </a:lnTo>
                <a:lnTo>
                  <a:pt x="476597" y="36702"/>
                </a:lnTo>
                <a:lnTo>
                  <a:pt x="476662" y="36984"/>
                </a:lnTo>
                <a:lnTo>
                  <a:pt x="476724" y="37270"/>
                </a:lnTo>
                <a:lnTo>
                  <a:pt x="476784" y="37559"/>
                </a:lnTo>
                <a:lnTo>
                  <a:pt x="476840" y="37852"/>
                </a:lnTo>
                <a:lnTo>
                  <a:pt x="476894" y="38147"/>
                </a:lnTo>
                <a:lnTo>
                  <a:pt x="476945" y="38446"/>
                </a:lnTo>
                <a:lnTo>
                  <a:pt x="476994" y="38749"/>
                </a:lnTo>
                <a:lnTo>
                  <a:pt x="477039" y="39054"/>
                </a:lnTo>
                <a:lnTo>
                  <a:pt x="477082" y="39363"/>
                </a:lnTo>
                <a:lnTo>
                  <a:pt x="477122" y="39675"/>
                </a:lnTo>
                <a:lnTo>
                  <a:pt x="477160" y="39990"/>
                </a:lnTo>
                <a:lnTo>
                  <a:pt x="477194" y="40309"/>
                </a:lnTo>
                <a:lnTo>
                  <a:pt x="477226" y="40630"/>
                </a:lnTo>
                <a:lnTo>
                  <a:pt x="477255" y="40956"/>
                </a:lnTo>
                <a:lnTo>
                  <a:pt x="477281" y="41284"/>
                </a:lnTo>
                <a:lnTo>
                  <a:pt x="477305" y="41615"/>
                </a:lnTo>
                <a:lnTo>
                  <a:pt x="477326" y="41950"/>
                </a:lnTo>
                <a:lnTo>
                  <a:pt x="477344" y="42288"/>
                </a:lnTo>
                <a:lnTo>
                  <a:pt x="477359" y="42630"/>
                </a:lnTo>
                <a:lnTo>
                  <a:pt x="477371" y="42974"/>
                </a:lnTo>
                <a:lnTo>
                  <a:pt x="477381" y="43322"/>
                </a:lnTo>
                <a:lnTo>
                  <a:pt x="477388" y="43673"/>
                </a:lnTo>
                <a:lnTo>
                  <a:pt x="477392" y="44028"/>
                </a:lnTo>
                <a:lnTo>
                  <a:pt x="477393" y="44385"/>
                </a:lnTo>
                <a:lnTo>
                  <a:pt x="477393" y="82177"/>
                </a:lnTo>
                <a:lnTo>
                  <a:pt x="487182" y="82177"/>
                </a:lnTo>
                <a:lnTo>
                  <a:pt x="487182" y="43254"/>
                </a:lnTo>
                <a:lnTo>
                  <a:pt x="487175" y="42390"/>
                </a:lnTo>
                <a:lnTo>
                  <a:pt x="487154" y="41542"/>
                </a:lnTo>
                <a:lnTo>
                  <a:pt x="487120" y="40710"/>
                </a:lnTo>
                <a:lnTo>
                  <a:pt x="487072" y="39894"/>
                </a:lnTo>
                <a:lnTo>
                  <a:pt x="487010" y="39095"/>
                </a:lnTo>
                <a:lnTo>
                  <a:pt x="486935" y="38312"/>
                </a:lnTo>
                <a:lnTo>
                  <a:pt x="486846" y="37546"/>
                </a:lnTo>
                <a:lnTo>
                  <a:pt x="486743" y="36796"/>
                </a:lnTo>
                <a:lnTo>
                  <a:pt x="486626" y="36062"/>
                </a:lnTo>
                <a:lnTo>
                  <a:pt x="486496" y="35344"/>
                </a:lnTo>
                <a:lnTo>
                  <a:pt x="486352" y="34643"/>
                </a:lnTo>
                <a:lnTo>
                  <a:pt x="486194" y="33959"/>
                </a:lnTo>
                <a:lnTo>
                  <a:pt x="486023" y="33290"/>
                </a:lnTo>
                <a:lnTo>
                  <a:pt x="485837" y="32638"/>
                </a:lnTo>
                <a:lnTo>
                  <a:pt x="485638" y="32003"/>
                </a:lnTo>
                <a:lnTo>
                  <a:pt x="485426" y="31383"/>
                </a:lnTo>
                <a:lnTo>
                  <a:pt x="485199" y="30780"/>
                </a:lnTo>
                <a:lnTo>
                  <a:pt x="484959" y="30194"/>
                </a:lnTo>
                <a:lnTo>
                  <a:pt x="484706" y="29624"/>
                </a:lnTo>
                <a:lnTo>
                  <a:pt x="484438" y="29070"/>
                </a:lnTo>
                <a:lnTo>
                  <a:pt x="484157" y="28532"/>
                </a:lnTo>
                <a:lnTo>
                  <a:pt x="483862" y="28011"/>
                </a:lnTo>
                <a:lnTo>
                  <a:pt x="483553" y="27506"/>
                </a:lnTo>
                <a:lnTo>
                  <a:pt x="483231" y="27018"/>
                </a:lnTo>
                <a:lnTo>
                  <a:pt x="482893" y="26547"/>
                </a:lnTo>
                <a:lnTo>
                  <a:pt x="482536" y="26097"/>
                </a:lnTo>
                <a:lnTo>
                  <a:pt x="482161" y="25667"/>
                </a:lnTo>
                <a:lnTo>
                  <a:pt x="481768" y="25256"/>
                </a:lnTo>
                <a:lnTo>
                  <a:pt x="481357" y="24866"/>
                </a:lnTo>
                <a:lnTo>
                  <a:pt x="480928" y="24496"/>
                </a:lnTo>
                <a:lnTo>
                  <a:pt x="480480" y="24145"/>
                </a:lnTo>
                <a:lnTo>
                  <a:pt x="480014" y="23815"/>
                </a:lnTo>
                <a:lnTo>
                  <a:pt x="479530" y="23505"/>
                </a:lnTo>
                <a:lnTo>
                  <a:pt x="479028" y="23214"/>
                </a:lnTo>
                <a:lnTo>
                  <a:pt x="478507" y="22944"/>
                </a:lnTo>
                <a:lnTo>
                  <a:pt x="477968" y="22694"/>
                </a:lnTo>
                <a:lnTo>
                  <a:pt x="477411" y="22464"/>
                </a:lnTo>
                <a:lnTo>
                  <a:pt x="476836" y="22254"/>
                </a:lnTo>
                <a:lnTo>
                  <a:pt x="476242" y="22063"/>
                </a:lnTo>
                <a:lnTo>
                  <a:pt x="475631" y="21893"/>
                </a:lnTo>
                <a:lnTo>
                  <a:pt x="475001" y="21743"/>
                </a:lnTo>
                <a:lnTo>
                  <a:pt x="474353" y="21613"/>
                </a:lnTo>
                <a:lnTo>
                  <a:pt x="473686" y="21503"/>
                </a:lnTo>
                <a:lnTo>
                  <a:pt x="473002" y="21413"/>
                </a:lnTo>
                <a:lnTo>
                  <a:pt x="472299" y="21343"/>
                </a:lnTo>
                <a:lnTo>
                  <a:pt x="471578" y="21293"/>
                </a:lnTo>
                <a:lnTo>
                  <a:pt x="470839" y="21263"/>
                </a:lnTo>
                <a:lnTo>
                  <a:pt x="470081" y="21253"/>
                </a:lnTo>
                <a:lnTo>
                  <a:pt x="469496" y="21258"/>
                </a:lnTo>
                <a:lnTo>
                  <a:pt x="468918" y="21273"/>
                </a:lnTo>
                <a:lnTo>
                  <a:pt x="468349" y="21299"/>
                </a:lnTo>
                <a:lnTo>
                  <a:pt x="467788" y="21336"/>
                </a:lnTo>
                <a:lnTo>
                  <a:pt x="467235" y="21382"/>
                </a:lnTo>
                <a:lnTo>
                  <a:pt x="466691" y="21439"/>
                </a:lnTo>
                <a:lnTo>
                  <a:pt x="466154" y="21506"/>
                </a:lnTo>
                <a:lnTo>
                  <a:pt x="465626" y="21584"/>
                </a:lnTo>
                <a:lnTo>
                  <a:pt x="465106" y="21672"/>
                </a:lnTo>
                <a:lnTo>
                  <a:pt x="464594" y="21770"/>
                </a:lnTo>
                <a:lnTo>
                  <a:pt x="464091" y="21879"/>
                </a:lnTo>
                <a:lnTo>
                  <a:pt x="463595" y="21998"/>
                </a:lnTo>
                <a:lnTo>
                  <a:pt x="463108" y="22127"/>
                </a:lnTo>
                <a:lnTo>
                  <a:pt x="462629" y="22267"/>
                </a:lnTo>
                <a:lnTo>
                  <a:pt x="462158" y="22417"/>
                </a:lnTo>
                <a:lnTo>
                  <a:pt x="461695" y="22578"/>
                </a:lnTo>
                <a:lnTo>
                  <a:pt x="461241" y="22749"/>
                </a:lnTo>
                <a:lnTo>
                  <a:pt x="460794" y="22930"/>
                </a:lnTo>
                <a:lnTo>
                  <a:pt x="460356" y="23121"/>
                </a:lnTo>
                <a:lnTo>
                  <a:pt x="459926" y="23323"/>
                </a:lnTo>
                <a:lnTo>
                  <a:pt x="459504" y="23535"/>
                </a:lnTo>
                <a:lnTo>
                  <a:pt x="459091" y="23758"/>
                </a:lnTo>
                <a:lnTo>
                  <a:pt x="458685" y="23991"/>
                </a:lnTo>
                <a:lnTo>
                  <a:pt x="458288" y="24234"/>
                </a:lnTo>
                <a:lnTo>
                  <a:pt x="457899" y="24483"/>
                </a:lnTo>
                <a:lnTo>
                  <a:pt x="457517" y="24734"/>
                </a:lnTo>
                <a:lnTo>
                  <a:pt x="457143" y="24986"/>
                </a:lnTo>
                <a:lnTo>
                  <a:pt x="456776" y="25240"/>
                </a:lnTo>
                <a:lnTo>
                  <a:pt x="456417" y="25495"/>
                </a:lnTo>
                <a:lnTo>
                  <a:pt x="456066" y="25752"/>
                </a:lnTo>
                <a:lnTo>
                  <a:pt x="455722" y="26011"/>
                </a:lnTo>
                <a:lnTo>
                  <a:pt x="455386" y="26271"/>
                </a:lnTo>
                <a:lnTo>
                  <a:pt x="455057" y="26532"/>
                </a:lnTo>
                <a:lnTo>
                  <a:pt x="454736" y="26795"/>
                </a:lnTo>
                <a:lnTo>
                  <a:pt x="454422" y="27060"/>
                </a:lnTo>
                <a:lnTo>
                  <a:pt x="454116" y="27326"/>
                </a:lnTo>
                <a:lnTo>
                  <a:pt x="453818" y="27594"/>
                </a:lnTo>
                <a:lnTo>
                  <a:pt x="453527" y="27863"/>
                </a:lnTo>
                <a:lnTo>
                  <a:pt x="453244" y="28134"/>
                </a:lnTo>
                <a:lnTo>
                  <a:pt x="452968" y="28406"/>
                </a:lnTo>
                <a:lnTo>
                  <a:pt x="452700" y="28680"/>
                </a:lnTo>
                <a:lnTo>
                  <a:pt x="452439" y="28955"/>
                </a:lnTo>
                <a:lnTo>
                  <a:pt x="452186" y="29232"/>
                </a:lnTo>
                <a:lnTo>
                  <a:pt x="451941" y="29510"/>
                </a:lnTo>
                <a:lnTo>
                  <a:pt x="451703" y="29790"/>
                </a:lnTo>
                <a:lnTo>
                  <a:pt x="451473" y="30072"/>
                </a:lnTo>
                <a:lnTo>
                  <a:pt x="451250" y="30355"/>
                </a:lnTo>
                <a:lnTo>
                  <a:pt x="451035" y="30639"/>
                </a:lnTo>
                <a:lnTo>
                  <a:pt x="450799" y="22315"/>
                </a:lnTo>
                <a:lnTo>
                  <a:pt x="441247" y="22315"/>
                </a:lnTo>
                <a:lnTo>
                  <a:pt x="441247" y="82177"/>
                </a:lnTo>
                <a:lnTo>
                  <a:pt x="451094" y="82177"/>
                </a:lnTo>
                <a:lnTo>
                  <a:pt x="451094" y="39076"/>
                </a:lnTo>
                <a:lnTo>
                  <a:pt x="451303" y="38785"/>
                </a:lnTo>
                <a:lnTo>
                  <a:pt x="451518" y="38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92617-3474-4F33-960B-A91A4991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882" y="1415719"/>
            <a:ext cx="777559" cy="374010"/>
          </a:xfrm>
          <a:custGeom xmlns:a="http://schemas.openxmlformats.org/drawingml/2006/main">
            <a:pathLst>
              <a:path w="777559" h="374010" fill="none">
                <a:moveTo>
                  <a:pt x="0" y="0"/>
                </a:moveTo>
                <a:lnTo>
                  <a:pt x="777559" y="0"/>
                </a:lnTo>
                <a:lnTo>
                  <a:pt x="777559" y="374010"/>
                </a:lnTo>
                <a:lnTo>
                  <a:pt x="0" y="3740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118" name="Text Matching">
            <a:extLst xmlns:a="http://schemas.openxmlformats.org/drawingml/2006/main">
              <a:ext uri="{FF2B5EF4-FFF2-40B4-BE49-F238E27FC236}">
                <a16:creationId xmlns:a16="http://schemas.microsoft.com/office/drawing/2014/main" id="{2B9FE892-7167-433A-8644-B4E6726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623" y="1545172"/>
            <a:ext cx="596672" cy="149191"/>
          </a:xfrm>
          <a:custGeom xmlns:a="http://schemas.openxmlformats.org/drawingml/2006/main">
            <a:pathLst>
              <a:path w="596672" h="149191">
                <a:moveTo>
                  <a:pt x="14573" y="117396"/>
                </a:moveTo>
                <a:lnTo>
                  <a:pt x="14573" y="25359"/>
                </a:lnTo>
                <a:lnTo>
                  <a:pt x="48352" y="81637"/>
                </a:lnTo>
                <a:lnTo>
                  <a:pt x="58292" y="81637"/>
                </a:lnTo>
                <a:lnTo>
                  <a:pt x="91566" y="25351"/>
                </a:lnTo>
                <a:lnTo>
                  <a:pt x="91566" y="117396"/>
                </a:lnTo>
                <a:lnTo>
                  <a:pt x="106561" y="117396"/>
                </a:lnTo>
                <a:lnTo>
                  <a:pt x="106561" y="3879"/>
                </a:lnTo>
                <a:lnTo>
                  <a:pt x="90303" y="3879"/>
                </a:lnTo>
                <a:lnTo>
                  <a:pt x="53834" y="65548"/>
                </a:lnTo>
                <a:lnTo>
                  <a:pt x="16511" y="3879"/>
                </a:lnTo>
                <a:lnTo>
                  <a:pt x="0" y="3879"/>
                </a:lnTo>
                <a:lnTo>
                  <a:pt x="0" y="117396"/>
                </a:lnTo>
                <a:lnTo>
                  <a:pt x="14573" y="117396"/>
                </a:lnTo>
                <a:close/>
                <a:moveTo>
                  <a:pt x="345448" y="54994"/>
                </a:moveTo>
                <a:lnTo>
                  <a:pt x="345763" y="54583"/>
                </a:lnTo>
                <a:lnTo>
                  <a:pt x="346087" y="54175"/>
                </a:lnTo>
                <a:lnTo>
                  <a:pt x="346418" y="53769"/>
                </a:lnTo>
                <a:lnTo>
                  <a:pt x="346758" y="53365"/>
                </a:lnTo>
                <a:lnTo>
                  <a:pt x="347106" y="52963"/>
                </a:lnTo>
                <a:lnTo>
                  <a:pt x="347463" y="52564"/>
                </a:lnTo>
                <a:lnTo>
                  <a:pt x="347827" y="52167"/>
                </a:lnTo>
                <a:lnTo>
                  <a:pt x="348200" y="51773"/>
                </a:lnTo>
                <a:lnTo>
                  <a:pt x="348580" y="51381"/>
                </a:lnTo>
                <a:lnTo>
                  <a:pt x="348969" y="50991"/>
                </a:lnTo>
                <a:lnTo>
                  <a:pt x="349367" y="50604"/>
                </a:lnTo>
                <a:lnTo>
                  <a:pt x="349772" y="50219"/>
                </a:lnTo>
                <a:lnTo>
                  <a:pt x="350186" y="49836"/>
                </a:lnTo>
                <a:lnTo>
                  <a:pt x="350607" y="49455"/>
                </a:lnTo>
                <a:lnTo>
                  <a:pt x="351037" y="49077"/>
                </a:lnTo>
                <a:lnTo>
                  <a:pt x="351476" y="48701"/>
                </a:lnTo>
                <a:lnTo>
                  <a:pt x="351922" y="48328"/>
                </a:lnTo>
                <a:lnTo>
                  <a:pt x="352376" y="47957"/>
                </a:lnTo>
                <a:lnTo>
                  <a:pt x="352839" y="47588"/>
                </a:lnTo>
                <a:lnTo>
                  <a:pt x="353310" y="47221"/>
                </a:lnTo>
                <a:lnTo>
                  <a:pt x="353789" y="46857"/>
                </a:lnTo>
                <a:lnTo>
                  <a:pt x="354276" y="46496"/>
                </a:lnTo>
                <a:lnTo>
                  <a:pt x="354772" y="46142"/>
                </a:lnTo>
                <a:lnTo>
                  <a:pt x="355278" y="45804"/>
                </a:lnTo>
                <a:lnTo>
                  <a:pt x="355793" y="45481"/>
                </a:lnTo>
                <a:lnTo>
                  <a:pt x="356317" y="45173"/>
                </a:lnTo>
                <a:lnTo>
                  <a:pt x="356850" y="44880"/>
                </a:lnTo>
                <a:lnTo>
                  <a:pt x="357393" y="44602"/>
                </a:lnTo>
                <a:lnTo>
                  <a:pt x="357945" y="44339"/>
                </a:lnTo>
                <a:lnTo>
                  <a:pt x="358507" y="44091"/>
                </a:lnTo>
                <a:lnTo>
                  <a:pt x="359078" y="43859"/>
                </a:lnTo>
                <a:lnTo>
                  <a:pt x="359658" y="43641"/>
                </a:lnTo>
                <a:lnTo>
                  <a:pt x="360248" y="43438"/>
                </a:lnTo>
                <a:lnTo>
                  <a:pt x="360847" y="43250"/>
                </a:lnTo>
                <a:lnTo>
                  <a:pt x="361455" y="43077"/>
                </a:lnTo>
                <a:lnTo>
                  <a:pt x="362073" y="42919"/>
                </a:lnTo>
                <a:lnTo>
                  <a:pt x="362700" y="42777"/>
                </a:lnTo>
                <a:lnTo>
                  <a:pt x="363337" y="42649"/>
                </a:lnTo>
                <a:lnTo>
                  <a:pt x="363982" y="42536"/>
                </a:lnTo>
                <a:lnTo>
                  <a:pt x="364638" y="42439"/>
                </a:lnTo>
                <a:lnTo>
                  <a:pt x="365302" y="42356"/>
                </a:lnTo>
                <a:lnTo>
                  <a:pt x="365976" y="42288"/>
                </a:lnTo>
                <a:lnTo>
                  <a:pt x="366659" y="42236"/>
                </a:lnTo>
                <a:lnTo>
                  <a:pt x="367352" y="42198"/>
                </a:lnTo>
                <a:lnTo>
                  <a:pt x="368054" y="42176"/>
                </a:lnTo>
                <a:lnTo>
                  <a:pt x="368765" y="42168"/>
                </a:lnTo>
                <a:lnTo>
                  <a:pt x="369231" y="42173"/>
                </a:lnTo>
                <a:lnTo>
                  <a:pt x="369687" y="42187"/>
                </a:lnTo>
                <a:lnTo>
                  <a:pt x="370133" y="42211"/>
                </a:lnTo>
                <a:lnTo>
                  <a:pt x="370571" y="42244"/>
                </a:lnTo>
                <a:lnTo>
                  <a:pt x="370998" y="42286"/>
                </a:lnTo>
                <a:lnTo>
                  <a:pt x="371416" y="42338"/>
                </a:lnTo>
                <a:lnTo>
                  <a:pt x="371825" y="42400"/>
                </a:lnTo>
                <a:lnTo>
                  <a:pt x="372224" y="42471"/>
                </a:lnTo>
                <a:lnTo>
                  <a:pt x="372613" y="42551"/>
                </a:lnTo>
                <a:lnTo>
                  <a:pt x="372993" y="42641"/>
                </a:lnTo>
                <a:lnTo>
                  <a:pt x="373364" y="42740"/>
                </a:lnTo>
                <a:lnTo>
                  <a:pt x="373725" y="42849"/>
                </a:lnTo>
                <a:lnTo>
                  <a:pt x="374076" y="42967"/>
                </a:lnTo>
                <a:lnTo>
                  <a:pt x="374418" y="43094"/>
                </a:lnTo>
                <a:lnTo>
                  <a:pt x="374751" y="43232"/>
                </a:lnTo>
                <a:lnTo>
                  <a:pt x="375074" y="43378"/>
                </a:lnTo>
                <a:lnTo>
                  <a:pt x="375387" y="43534"/>
                </a:lnTo>
                <a:lnTo>
                  <a:pt x="375691" y="43699"/>
                </a:lnTo>
                <a:lnTo>
                  <a:pt x="375986" y="43874"/>
                </a:lnTo>
                <a:lnTo>
                  <a:pt x="376271" y="44059"/>
                </a:lnTo>
                <a:lnTo>
                  <a:pt x="376546" y="44252"/>
                </a:lnTo>
                <a:lnTo>
                  <a:pt x="376812" y="44456"/>
                </a:lnTo>
                <a:lnTo>
                  <a:pt x="377068" y="44668"/>
                </a:lnTo>
                <a:lnTo>
                  <a:pt x="377315" y="44891"/>
                </a:lnTo>
                <a:lnTo>
                  <a:pt x="377554" y="45121"/>
                </a:lnTo>
                <a:lnTo>
                  <a:pt x="377787" y="45358"/>
                </a:lnTo>
                <a:lnTo>
                  <a:pt x="378014" y="45603"/>
                </a:lnTo>
                <a:lnTo>
                  <a:pt x="378234" y="45856"/>
                </a:lnTo>
                <a:lnTo>
                  <a:pt x="378448" y="46115"/>
                </a:lnTo>
                <a:lnTo>
                  <a:pt x="378655" y="46382"/>
                </a:lnTo>
                <a:lnTo>
                  <a:pt x="378857" y="46656"/>
                </a:lnTo>
                <a:lnTo>
                  <a:pt x="379052" y="46937"/>
                </a:lnTo>
                <a:lnTo>
                  <a:pt x="379240" y="47226"/>
                </a:lnTo>
                <a:lnTo>
                  <a:pt x="379423" y="47522"/>
                </a:lnTo>
                <a:lnTo>
                  <a:pt x="379599" y="47825"/>
                </a:lnTo>
                <a:lnTo>
                  <a:pt x="379769" y="48136"/>
                </a:lnTo>
                <a:lnTo>
                  <a:pt x="379932" y="48453"/>
                </a:lnTo>
                <a:lnTo>
                  <a:pt x="380090" y="48778"/>
                </a:lnTo>
                <a:lnTo>
                  <a:pt x="380241" y="49111"/>
                </a:lnTo>
                <a:lnTo>
                  <a:pt x="380385" y="49451"/>
                </a:lnTo>
                <a:lnTo>
                  <a:pt x="380524" y="49798"/>
                </a:lnTo>
                <a:lnTo>
                  <a:pt x="380656" y="50152"/>
                </a:lnTo>
                <a:lnTo>
                  <a:pt x="380782" y="50513"/>
                </a:lnTo>
                <a:lnTo>
                  <a:pt x="380901" y="50882"/>
                </a:lnTo>
                <a:lnTo>
                  <a:pt x="381015" y="51258"/>
                </a:lnTo>
                <a:lnTo>
                  <a:pt x="381122" y="51642"/>
                </a:lnTo>
                <a:lnTo>
                  <a:pt x="381222" y="52033"/>
                </a:lnTo>
                <a:lnTo>
                  <a:pt x="381317" y="52431"/>
                </a:lnTo>
                <a:lnTo>
                  <a:pt x="381406" y="52835"/>
                </a:lnTo>
                <a:lnTo>
                  <a:pt x="381492" y="53243"/>
                </a:lnTo>
                <a:lnTo>
                  <a:pt x="381573" y="53656"/>
                </a:lnTo>
                <a:lnTo>
                  <a:pt x="381651" y="54074"/>
                </a:lnTo>
                <a:lnTo>
                  <a:pt x="381725" y="54496"/>
                </a:lnTo>
                <a:lnTo>
                  <a:pt x="381796" y="54923"/>
                </a:lnTo>
                <a:lnTo>
                  <a:pt x="381862" y="55355"/>
                </a:lnTo>
                <a:lnTo>
                  <a:pt x="381925" y="55792"/>
                </a:lnTo>
                <a:lnTo>
                  <a:pt x="381984" y="56233"/>
                </a:lnTo>
                <a:lnTo>
                  <a:pt x="382039" y="56678"/>
                </a:lnTo>
                <a:lnTo>
                  <a:pt x="382090" y="57129"/>
                </a:lnTo>
                <a:lnTo>
                  <a:pt x="382138" y="57584"/>
                </a:lnTo>
                <a:lnTo>
                  <a:pt x="382182" y="58044"/>
                </a:lnTo>
                <a:lnTo>
                  <a:pt x="382222" y="58508"/>
                </a:lnTo>
                <a:lnTo>
                  <a:pt x="382258" y="58977"/>
                </a:lnTo>
                <a:lnTo>
                  <a:pt x="382290" y="59451"/>
                </a:lnTo>
                <a:lnTo>
                  <a:pt x="382319" y="59929"/>
                </a:lnTo>
                <a:lnTo>
                  <a:pt x="382343" y="60412"/>
                </a:lnTo>
                <a:lnTo>
                  <a:pt x="382364" y="60900"/>
                </a:lnTo>
                <a:lnTo>
                  <a:pt x="382381" y="61392"/>
                </a:lnTo>
                <a:lnTo>
                  <a:pt x="382395" y="61889"/>
                </a:lnTo>
                <a:lnTo>
                  <a:pt x="382404" y="62390"/>
                </a:lnTo>
                <a:lnTo>
                  <a:pt x="382410" y="62897"/>
                </a:lnTo>
                <a:lnTo>
                  <a:pt x="382412" y="63408"/>
                </a:lnTo>
                <a:lnTo>
                  <a:pt x="382412" y="117396"/>
                </a:lnTo>
                <a:lnTo>
                  <a:pt x="396395" y="117396"/>
                </a:lnTo>
                <a:lnTo>
                  <a:pt x="396395" y="61792"/>
                </a:lnTo>
                <a:lnTo>
                  <a:pt x="396385" y="60550"/>
                </a:lnTo>
                <a:lnTo>
                  <a:pt x="396356" y="59331"/>
                </a:lnTo>
                <a:lnTo>
                  <a:pt x="396307" y="58136"/>
                </a:lnTo>
                <a:lnTo>
                  <a:pt x="396238" y="56966"/>
                </a:lnTo>
                <a:lnTo>
                  <a:pt x="396150" y="55819"/>
                </a:lnTo>
                <a:lnTo>
                  <a:pt x="396042" y="54695"/>
                </a:lnTo>
                <a:lnTo>
                  <a:pt x="395915" y="53596"/>
                </a:lnTo>
                <a:lnTo>
                  <a:pt x="395768" y="52520"/>
                </a:lnTo>
                <a:lnTo>
                  <a:pt x="395602" y="51469"/>
                </a:lnTo>
                <a:lnTo>
                  <a:pt x="395415" y="50441"/>
                </a:lnTo>
                <a:lnTo>
                  <a:pt x="395210" y="49437"/>
                </a:lnTo>
                <a:lnTo>
                  <a:pt x="394984" y="48456"/>
                </a:lnTo>
                <a:lnTo>
                  <a:pt x="394739" y="47500"/>
                </a:lnTo>
                <a:lnTo>
                  <a:pt x="394475" y="46567"/>
                </a:lnTo>
                <a:lnTo>
                  <a:pt x="394191" y="45659"/>
                </a:lnTo>
                <a:lnTo>
                  <a:pt x="393887" y="44774"/>
                </a:lnTo>
                <a:lnTo>
                  <a:pt x="393563" y="43913"/>
                </a:lnTo>
                <a:lnTo>
                  <a:pt x="393221" y="43075"/>
                </a:lnTo>
                <a:lnTo>
                  <a:pt x="392858" y="42262"/>
                </a:lnTo>
                <a:lnTo>
                  <a:pt x="392476" y="41472"/>
                </a:lnTo>
                <a:lnTo>
                  <a:pt x="392074" y="40707"/>
                </a:lnTo>
                <a:lnTo>
                  <a:pt x="391653" y="39965"/>
                </a:lnTo>
                <a:lnTo>
                  <a:pt x="391212" y="39246"/>
                </a:lnTo>
                <a:lnTo>
                  <a:pt x="390751" y="38552"/>
                </a:lnTo>
                <a:lnTo>
                  <a:pt x="390268" y="37884"/>
                </a:lnTo>
                <a:lnTo>
                  <a:pt x="389760" y="37244"/>
                </a:lnTo>
                <a:lnTo>
                  <a:pt x="389227" y="36632"/>
                </a:lnTo>
                <a:lnTo>
                  <a:pt x="388669" y="36049"/>
                </a:lnTo>
                <a:lnTo>
                  <a:pt x="388085" y="35495"/>
                </a:lnTo>
                <a:lnTo>
                  <a:pt x="387477" y="34969"/>
                </a:lnTo>
                <a:lnTo>
                  <a:pt x="386843" y="34471"/>
                </a:lnTo>
                <a:lnTo>
                  <a:pt x="386184" y="34002"/>
                </a:lnTo>
                <a:lnTo>
                  <a:pt x="385500" y="33561"/>
                </a:lnTo>
                <a:lnTo>
                  <a:pt x="384790" y="33148"/>
                </a:lnTo>
                <a:lnTo>
                  <a:pt x="384056" y="32764"/>
                </a:lnTo>
                <a:lnTo>
                  <a:pt x="383296" y="32409"/>
                </a:lnTo>
                <a:lnTo>
                  <a:pt x="382512" y="32082"/>
                </a:lnTo>
                <a:lnTo>
                  <a:pt x="381702" y="31783"/>
                </a:lnTo>
                <a:lnTo>
                  <a:pt x="380867" y="31513"/>
                </a:lnTo>
                <a:lnTo>
                  <a:pt x="380006" y="31271"/>
                </a:lnTo>
                <a:lnTo>
                  <a:pt x="379121" y="31058"/>
                </a:lnTo>
                <a:lnTo>
                  <a:pt x="378210" y="30873"/>
                </a:lnTo>
                <a:lnTo>
                  <a:pt x="377275" y="30717"/>
                </a:lnTo>
                <a:lnTo>
                  <a:pt x="376314" y="30589"/>
                </a:lnTo>
                <a:lnTo>
                  <a:pt x="375328" y="30489"/>
                </a:lnTo>
                <a:lnTo>
                  <a:pt x="374317" y="30418"/>
                </a:lnTo>
                <a:lnTo>
                  <a:pt x="373280" y="30375"/>
                </a:lnTo>
                <a:lnTo>
                  <a:pt x="372219" y="30361"/>
                </a:lnTo>
                <a:lnTo>
                  <a:pt x="371362" y="30368"/>
                </a:lnTo>
                <a:lnTo>
                  <a:pt x="370518" y="30391"/>
                </a:lnTo>
                <a:lnTo>
                  <a:pt x="369686" y="30428"/>
                </a:lnTo>
                <a:lnTo>
                  <a:pt x="368867" y="30479"/>
                </a:lnTo>
                <a:lnTo>
                  <a:pt x="368061" y="30546"/>
                </a:lnTo>
                <a:lnTo>
                  <a:pt x="367267" y="30627"/>
                </a:lnTo>
                <a:lnTo>
                  <a:pt x="366487" y="30723"/>
                </a:lnTo>
                <a:lnTo>
                  <a:pt x="365719" y="30834"/>
                </a:lnTo>
                <a:lnTo>
                  <a:pt x="364963" y="30960"/>
                </a:lnTo>
                <a:lnTo>
                  <a:pt x="364221" y="31100"/>
                </a:lnTo>
                <a:lnTo>
                  <a:pt x="363491" y="31256"/>
                </a:lnTo>
                <a:lnTo>
                  <a:pt x="362774" y="31426"/>
                </a:lnTo>
                <a:lnTo>
                  <a:pt x="362069" y="31611"/>
                </a:lnTo>
                <a:lnTo>
                  <a:pt x="361378" y="31810"/>
                </a:lnTo>
                <a:lnTo>
                  <a:pt x="360699" y="32025"/>
                </a:lnTo>
                <a:lnTo>
                  <a:pt x="360033" y="32254"/>
                </a:lnTo>
                <a:lnTo>
                  <a:pt x="359379" y="32498"/>
                </a:lnTo>
                <a:lnTo>
                  <a:pt x="358738" y="32757"/>
                </a:lnTo>
                <a:lnTo>
                  <a:pt x="358110" y="33030"/>
                </a:lnTo>
                <a:lnTo>
                  <a:pt x="357495" y="33319"/>
                </a:lnTo>
                <a:lnTo>
                  <a:pt x="356892" y="33622"/>
                </a:lnTo>
                <a:lnTo>
                  <a:pt x="356303" y="33940"/>
                </a:lnTo>
                <a:lnTo>
                  <a:pt x="355725" y="34272"/>
                </a:lnTo>
                <a:lnTo>
                  <a:pt x="355161" y="34620"/>
                </a:lnTo>
                <a:lnTo>
                  <a:pt x="354608" y="34976"/>
                </a:lnTo>
                <a:lnTo>
                  <a:pt x="354066" y="35334"/>
                </a:lnTo>
                <a:lnTo>
                  <a:pt x="353533" y="35695"/>
                </a:lnTo>
                <a:lnTo>
                  <a:pt x="353012" y="36057"/>
                </a:lnTo>
                <a:lnTo>
                  <a:pt x="352500" y="36422"/>
                </a:lnTo>
                <a:lnTo>
                  <a:pt x="351999" y="36789"/>
                </a:lnTo>
                <a:lnTo>
                  <a:pt x="351509" y="37158"/>
                </a:lnTo>
                <a:lnTo>
                  <a:pt x="351029" y="37530"/>
                </a:lnTo>
                <a:lnTo>
                  <a:pt x="350559" y="37903"/>
                </a:lnTo>
                <a:lnTo>
                  <a:pt x="350099" y="38279"/>
                </a:lnTo>
                <a:lnTo>
                  <a:pt x="349650" y="38657"/>
                </a:lnTo>
                <a:lnTo>
                  <a:pt x="349212" y="39037"/>
                </a:lnTo>
                <a:lnTo>
                  <a:pt x="348783" y="39419"/>
                </a:lnTo>
                <a:lnTo>
                  <a:pt x="348365" y="39804"/>
                </a:lnTo>
                <a:lnTo>
                  <a:pt x="347958" y="40191"/>
                </a:lnTo>
                <a:lnTo>
                  <a:pt x="347561" y="40580"/>
                </a:lnTo>
                <a:lnTo>
                  <a:pt x="347174" y="40971"/>
                </a:lnTo>
                <a:lnTo>
                  <a:pt x="346798" y="41364"/>
                </a:lnTo>
                <a:lnTo>
                  <a:pt x="346432" y="41760"/>
                </a:lnTo>
                <a:lnTo>
                  <a:pt x="346076" y="42158"/>
                </a:lnTo>
                <a:lnTo>
                  <a:pt x="345731" y="42557"/>
                </a:lnTo>
                <a:lnTo>
                  <a:pt x="345396" y="42960"/>
                </a:lnTo>
                <a:lnTo>
                  <a:pt x="345072" y="43364"/>
                </a:lnTo>
                <a:lnTo>
                  <a:pt x="344758" y="43770"/>
                </a:lnTo>
                <a:lnTo>
                  <a:pt x="344758" y="3879"/>
                </a:lnTo>
                <a:lnTo>
                  <a:pt x="330774" y="3879"/>
                </a:lnTo>
                <a:lnTo>
                  <a:pt x="330774" y="117396"/>
                </a:lnTo>
                <a:lnTo>
                  <a:pt x="344842" y="117396"/>
                </a:lnTo>
                <a:lnTo>
                  <a:pt x="344842" y="55823"/>
                </a:lnTo>
                <a:lnTo>
                  <a:pt x="345141" y="55407"/>
                </a:lnTo>
                <a:lnTo>
                  <a:pt x="345448" y="54994"/>
                </a:lnTo>
                <a:close/>
                <a:moveTo>
                  <a:pt x="230471" y="105919"/>
                </a:moveTo>
                <a:lnTo>
                  <a:pt x="229882" y="105897"/>
                </a:lnTo>
                <a:lnTo>
                  <a:pt x="229311" y="105859"/>
                </a:lnTo>
                <a:lnTo>
                  <a:pt x="228759" y="105807"/>
                </a:lnTo>
                <a:lnTo>
                  <a:pt x="228226" y="105741"/>
                </a:lnTo>
                <a:lnTo>
                  <a:pt x="227712" y="105659"/>
                </a:lnTo>
                <a:lnTo>
                  <a:pt x="227217" y="105562"/>
                </a:lnTo>
                <a:lnTo>
                  <a:pt x="226741" y="105451"/>
                </a:lnTo>
                <a:lnTo>
                  <a:pt x="226284" y="105325"/>
                </a:lnTo>
                <a:lnTo>
                  <a:pt x="225845" y="105184"/>
                </a:lnTo>
                <a:lnTo>
                  <a:pt x="225426" y="105028"/>
                </a:lnTo>
                <a:lnTo>
                  <a:pt x="225025" y="104857"/>
                </a:lnTo>
                <a:lnTo>
                  <a:pt x="224643" y="104671"/>
                </a:lnTo>
                <a:lnTo>
                  <a:pt x="224280" y="104471"/>
                </a:lnTo>
                <a:lnTo>
                  <a:pt x="223936" y="104255"/>
                </a:lnTo>
                <a:lnTo>
                  <a:pt x="223610" y="104025"/>
                </a:lnTo>
                <a:lnTo>
                  <a:pt x="223304" y="103780"/>
                </a:lnTo>
                <a:lnTo>
                  <a:pt x="223016" y="103520"/>
                </a:lnTo>
                <a:lnTo>
                  <a:pt x="222747" y="103245"/>
                </a:lnTo>
                <a:lnTo>
                  <a:pt x="222498" y="102956"/>
                </a:lnTo>
                <a:lnTo>
                  <a:pt x="222267" y="102651"/>
                </a:lnTo>
                <a:lnTo>
                  <a:pt x="222054" y="102332"/>
                </a:lnTo>
                <a:lnTo>
                  <a:pt x="221861" y="101998"/>
                </a:lnTo>
                <a:lnTo>
                  <a:pt x="221687" y="101649"/>
                </a:lnTo>
                <a:lnTo>
                  <a:pt x="221525" y="101285"/>
                </a:lnTo>
                <a:lnTo>
                  <a:pt x="221371" y="100909"/>
                </a:lnTo>
                <a:lnTo>
                  <a:pt x="221223" y="100519"/>
                </a:lnTo>
                <a:lnTo>
                  <a:pt x="221082" y="100116"/>
                </a:lnTo>
                <a:lnTo>
                  <a:pt x="220948" y="99699"/>
                </a:lnTo>
                <a:lnTo>
                  <a:pt x="220821" y="99269"/>
                </a:lnTo>
                <a:lnTo>
                  <a:pt x="220700" y="98826"/>
                </a:lnTo>
                <a:lnTo>
                  <a:pt x="220587" y="98370"/>
                </a:lnTo>
                <a:lnTo>
                  <a:pt x="220481" y="97900"/>
                </a:lnTo>
                <a:lnTo>
                  <a:pt x="220381" y="97417"/>
                </a:lnTo>
                <a:lnTo>
                  <a:pt x="220288" y="96921"/>
                </a:lnTo>
                <a:lnTo>
                  <a:pt x="220202" y="96411"/>
                </a:lnTo>
                <a:lnTo>
                  <a:pt x="220123" y="95889"/>
                </a:lnTo>
                <a:lnTo>
                  <a:pt x="220051" y="95352"/>
                </a:lnTo>
                <a:lnTo>
                  <a:pt x="219986" y="94803"/>
                </a:lnTo>
                <a:lnTo>
                  <a:pt x="219927" y="94240"/>
                </a:lnTo>
                <a:lnTo>
                  <a:pt x="219876" y="93664"/>
                </a:lnTo>
                <a:lnTo>
                  <a:pt x="219831" y="93075"/>
                </a:lnTo>
                <a:lnTo>
                  <a:pt x="219793" y="92472"/>
                </a:lnTo>
                <a:lnTo>
                  <a:pt x="219762" y="91856"/>
                </a:lnTo>
                <a:lnTo>
                  <a:pt x="219738" y="91227"/>
                </a:lnTo>
                <a:lnTo>
                  <a:pt x="219721" y="90584"/>
                </a:lnTo>
                <a:lnTo>
                  <a:pt x="219711" y="89928"/>
                </a:lnTo>
                <a:lnTo>
                  <a:pt x="219707" y="89259"/>
                </a:lnTo>
                <a:lnTo>
                  <a:pt x="219707" y="43264"/>
                </a:lnTo>
                <a:lnTo>
                  <a:pt x="240009" y="43264"/>
                </a:lnTo>
                <a:lnTo>
                  <a:pt x="240009" y="31879"/>
                </a:lnTo>
                <a:lnTo>
                  <a:pt x="219707" y="31879"/>
                </a:lnTo>
                <a:lnTo>
                  <a:pt x="219707" y="13072"/>
                </a:lnTo>
                <a:lnTo>
                  <a:pt x="205640" y="13072"/>
                </a:lnTo>
                <a:lnTo>
                  <a:pt x="205640" y="31879"/>
                </a:lnTo>
                <a:lnTo>
                  <a:pt x="191993" y="31879"/>
                </a:lnTo>
                <a:lnTo>
                  <a:pt x="191993" y="43264"/>
                </a:lnTo>
                <a:lnTo>
                  <a:pt x="205640" y="43264"/>
                </a:lnTo>
                <a:lnTo>
                  <a:pt x="205640" y="89562"/>
                </a:lnTo>
                <a:lnTo>
                  <a:pt x="205643" y="90287"/>
                </a:lnTo>
                <a:lnTo>
                  <a:pt x="205653" y="91003"/>
                </a:lnTo>
                <a:lnTo>
                  <a:pt x="205670" y="91710"/>
                </a:lnTo>
                <a:lnTo>
                  <a:pt x="205695" y="92408"/>
                </a:lnTo>
                <a:lnTo>
                  <a:pt x="205725" y="93098"/>
                </a:lnTo>
                <a:lnTo>
                  <a:pt x="205763" y="93779"/>
                </a:lnTo>
                <a:lnTo>
                  <a:pt x="205808" y="94451"/>
                </a:lnTo>
                <a:lnTo>
                  <a:pt x="205860" y="95114"/>
                </a:lnTo>
                <a:lnTo>
                  <a:pt x="205918" y="95769"/>
                </a:lnTo>
                <a:lnTo>
                  <a:pt x="205983" y="96415"/>
                </a:lnTo>
                <a:lnTo>
                  <a:pt x="206055" y="97052"/>
                </a:lnTo>
                <a:lnTo>
                  <a:pt x="206134" y="97680"/>
                </a:lnTo>
                <a:lnTo>
                  <a:pt x="206220" y="98300"/>
                </a:lnTo>
                <a:lnTo>
                  <a:pt x="206313" y="98911"/>
                </a:lnTo>
                <a:lnTo>
                  <a:pt x="206413" y="99513"/>
                </a:lnTo>
                <a:lnTo>
                  <a:pt x="206519" y="100107"/>
                </a:lnTo>
                <a:lnTo>
                  <a:pt x="206633" y="100691"/>
                </a:lnTo>
                <a:lnTo>
                  <a:pt x="206753" y="101267"/>
                </a:lnTo>
                <a:lnTo>
                  <a:pt x="206880" y="101835"/>
                </a:lnTo>
                <a:lnTo>
                  <a:pt x="207014" y="102393"/>
                </a:lnTo>
                <a:lnTo>
                  <a:pt x="207155" y="102943"/>
                </a:lnTo>
                <a:lnTo>
                  <a:pt x="207303" y="103484"/>
                </a:lnTo>
                <a:lnTo>
                  <a:pt x="207458" y="104016"/>
                </a:lnTo>
                <a:lnTo>
                  <a:pt x="207619" y="104540"/>
                </a:lnTo>
                <a:lnTo>
                  <a:pt x="207790" y="105054"/>
                </a:lnTo>
                <a:lnTo>
                  <a:pt x="207972" y="105558"/>
                </a:lnTo>
                <a:lnTo>
                  <a:pt x="208167" y="106052"/>
                </a:lnTo>
                <a:lnTo>
                  <a:pt x="208373" y="106536"/>
                </a:lnTo>
                <a:lnTo>
                  <a:pt x="208590" y="107009"/>
                </a:lnTo>
                <a:lnTo>
                  <a:pt x="208820" y="107473"/>
                </a:lnTo>
                <a:lnTo>
                  <a:pt x="209061" y="107926"/>
                </a:lnTo>
                <a:lnTo>
                  <a:pt x="209313" y="108369"/>
                </a:lnTo>
                <a:lnTo>
                  <a:pt x="209578" y="108802"/>
                </a:lnTo>
                <a:lnTo>
                  <a:pt x="209854" y="109225"/>
                </a:lnTo>
                <a:lnTo>
                  <a:pt x="210142" y="109638"/>
                </a:lnTo>
                <a:lnTo>
                  <a:pt x="210441" y="110041"/>
                </a:lnTo>
                <a:lnTo>
                  <a:pt x="210752" y="110433"/>
                </a:lnTo>
                <a:lnTo>
                  <a:pt x="211075" y="110816"/>
                </a:lnTo>
                <a:lnTo>
                  <a:pt x="211410" y="111188"/>
                </a:lnTo>
                <a:lnTo>
                  <a:pt x="211756" y="111550"/>
                </a:lnTo>
                <a:lnTo>
                  <a:pt x="212114" y="111902"/>
                </a:lnTo>
                <a:lnTo>
                  <a:pt x="212484" y="112244"/>
                </a:lnTo>
                <a:lnTo>
                  <a:pt x="212865" y="112576"/>
                </a:lnTo>
                <a:lnTo>
                  <a:pt x="213258" y="112898"/>
                </a:lnTo>
                <a:lnTo>
                  <a:pt x="213663" y="113209"/>
                </a:lnTo>
                <a:lnTo>
                  <a:pt x="214080" y="113511"/>
                </a:lnTo>
                <a:lnTo>
                  <a:pt x="214508" y="113802"/>
                </a:lnTo>
                <a:lnTo>
                  <a:pt x="214948" y="114083"/>
                </a:lnTo>
                <a:lnTo>
                  <a:pt x="215401" y="114353"/>
                </a:lnTo>
                <a:lnTo>
                  <a:pt x="215871" y="114612"/>
                </a:lnTo>
                <a:lnTo>
                  <a:pt x="216355" y="114860"/>
                </a:lnTo>
                <a:lnTo>
                  <a:pt x="216856" y="115095"/>
                </a:lnTo>
                <a:lnTo>
                  <a:pt x="217372" y="115320"/>
                </a:lnTo>
                <a:lnTo>
                  <a:pt x="217904" y="115532"/>
                </a:lnTo>
                <a:lnTo>
                  <a:pt x="218451" y="115734"/>
                </a:lnTo>
                <a:lnTo>
                  <a:pt x="219015" y="115924"/>
                </a:lnTo>
                <a:lnTo>
                  <a:pt x="219593" y="116102"/>
                </a:lnTo>
                <a:lnTo>
                  <a:pt x="220188" y="116269"/>
                </a:lnTo>
                <a:lnTo>
                  <a:pt x="220798" y="116424"/>
                </a:lnTo>
                <a:lnTo>
                  <a:pt x="221424" y="116568"/>
                </a:lnTo>
                <a:lnTo>
                  <a:pt x="222065" y="116700"/>
                </a:lnTo>
                <a:lnTo>
                  <a:pt x="222722" y="116821"/>
                </a:lnTo>
                <a:lnTo>
                  <a:pt x="223395" y="116930"/>
                </a:lnTo>
                <a:lnTo>
                  <a:pt x="224083" y="117028"/>
                </a:lnTo>
                <a:lnTo>
                  <a:pt x="224787" y="117114"/>
                </a:lnTo>
                <a:lnTo>
                  <a:pt x="225506" y="117189"/>
                </a:lnTo>
                <a:lnTo>
                  <a:pt x="226242" y="117252"/>
                </a:lnTo>
                <a:lnTo>
                  <a:pt x="226993" y="117304"/>
                </a:lnTo>
                <a:lnTo>
                  <a:pt x="227759" y="117344"/>
                </a:lnTo>
                <a:lnTo>
                  <a:pt x="228541" y="117373"/>
                </a:lnTo>
                <a:lnTo>
                  <a:pt x="229339" y="117390"/>
                </a:lnTo>
                <a:lnTo>
                  <a:pt x="230153" y="117396"/>
                </a:lnTo>
                <a:lnTo>
                  <a:pt x="240009" y="117396"/>
                </a:lnTo>
                <a:lnTo>
                  <a:pt x="240009" y="105926"/>
                </a:lnTo>
                <a:lnTo>
                  <a:pt x="231079" y="105926"/>
                </a:lnTo>
                <a:lnTo>
                  <a:pt x="230471" y="105919"/>
                </a:lnTo>
                <a:close/>
                <a:moveTo>
                  <a:pt x="146326" y="118813"/>
                </a:moveTo>
                <a:lnTo>
                  <a:pt x="147076" y="118757"/>
                </a:lnTo>
                <a:lnTo>
                  <a:pt x="147819" y="118687"/>
                </a:lnTo>
                <a:lnTo>
                  <a:pt x="148554" y="118605"/>
                </a:lnTo>
                <a:lnTo>
                  <a:pt x="149281" y="118511"/>
                </a:lnTo>
                <a:lnTo>
                  <a:pt x="150000" y="118404"/>
                </a:lnTo>
                <a:lnTo>
                  <a:pt x="150711" y="118284"/>
                </a:lnTo>
                <a:lnTo>
                  <a:pt x="151415" y="118152"/>
                </a:lnTo>
                <a:lnTo>
                  <a:pt x="152110" y="118007"/>
                </a:lnTo>
                <a:lnTo>
                  <a:pt x="152798" y="117850"/>
                </a:lnTo>
                <a:lnTo>
                  <a:pt x="153477" y="117680"/>
                </a:lnTo>
                <a:lnTo>
                  <a:pt x="154149" y="117497"/>
                </a:lnTo>
                <a:lnTo>
                  <a:pt x="154813" y="117302"/>
                </a:lnTo>
                <a:lnTo>
                  <a:pt x="155469" y="117094"/>
                </a:lnTo>
                <a:lnTo>
                  <a:pt x="156117" y="116874"/>
                </a:lnTo>
                <a:lnTo>
                  <a:pt x="156757" y="116641"/>
                </a:lnTo>
                <a:lnTo>
                  <a:pt x="157389" y="116396"/>
                </a:lnTo>
                <a:lnTo>
                  <a:pt x="158013" y="116137"/>
                </a:lnTo>
                <a:lnTo>
                  <a:pt x="158630" y="115867"/>
                </a:lnTo>
                <a:lnTo>
                  <a:pt x="159238" y="115583"/>
                </a:lnTo>
                <a:lnTo>
                  <a:pt x="159839" y="115288"/>
                </a:lnTo>
                <a:lnTo>
                  <a:pt x="160433" y="114981"/>
                </a:lnTo>
                <a:lnTo>
                  <a:pt x="161020" y="114665"/>
                </a:lnTo>
                <a:lnTo>
                  <a:pt x="161601" y="114340"/>
                </a:lnTo>
                <a:lnTo>
                  <a:pt x="162177" y="114006"/>
                </a:lnTo>
                <a:lnTo>
                  <a:pt x="162746" y="113663"/>
                </a:lnTo>
                <a:lnTo>
                  <a:pt x="163308" y="113311"/>
                </a:lnTo>
                <a:lnTo>
                  <a:pt x="163865" y="112950"/>
                </a:lnTo>
                <a:lnTo>
                  <a:pt x="164416" y="112579"/>
                </a:lnTo>
                <a:lnTo>
                  <a:pt x="164960" y="112200"/>
                </a:lnTo>
                <a:lnTo>
                  <a:pt x="165499" y="111812"/>
                </a:lnTo>
                <a:lnTo>
                  <a:pt x="166031" y="111414"/>
                </a:lnTo>
                <a:lnTo>
                  <a:pt x="166557" y="111007"/>
                </a:lnTo>
                <a:lnTo>
                  <a:pt x="167077" y="110592"/>
                </a:lnTo>
                <a:lnTo>
                  <a:pt x="167591" y="110167"/>
                </a:lnTo>
                <a:lnTo>
                  <a:pt x="168098" y="109733"/>
                </a:lnTo>
                <a:lnTo>
                  <a:pt x="168600" y="109290"/>
                </a:lnTo>
                <a:lnTo>
                  <a:pt x="169095" y="108838"/>
                </a:lnTo>
                <a:lnTo>
                  <a:pt x="169584" y="108377"/>
                </a:lnTo>
                <a:lnTo>
                  <a:pt x="170067" y="107907"/>
                </a:lnTo>
                <a:lnTo>
                  <a:pt x="170544" y="107428"/>
                </a:lnTo>
                <a:lnTo>
                  <a:pt x="171015" y="106940"/>
                </a:lnTo>
                <a:lnTo>
                  <a:pt x="171479" y="106442"/>
                </a:lnTo>
                <a:lnTo>
                  <a:pt x="171938" y="105936"/>
                </a:lnTo>
                <a:lnTo>
                  <a:pt x="172390" y="105420"/>
                </a:lnTo>
                <a:lnTo>
                  <a:pt x="172896" y="117396"/>
                </a:lnTo>
                <a:lnTo>
                  <a:pt x="185868" y="117396"/>
                </a:lnTo>
                <a:lnTo>
                  <a:pt x="185868" y="60221"/>
                </a:lnTo>
                <a:lnTo>
                  <a:pt x="185864" y="59459"/>
                </a:lnTo>
                <a:lnTo>
                  <a:pt x="185851" y="58708"/>
                </a:lnTo>
                <a:lnTo>
                  <a:pt x="185829" y="57969"/>
                </a:lnTo>
                <a:lnTo>
                  <a:pt x="185798" y="57241"/>
                </a:lnTo>
                <a:lnTo>
                  <a:pt x="185759" y="56526"/>
                </a:lnTo>
                <a:lnTo>
                  <a:pt x="185710" y="55822"/>
                </a:lnTo>
                <a:lnTo>
                  <a:pt x="185653" y="55130"/>
                </a:lnTo>
                <a:lnTo>
                  <a:pt x="185588" y="54449"/>
                </a:lnTo>
                <a:lnTo>
                  <a:pt x="185513" y="53781"/>
                </a:lnTo>
                <a:lnTo>
                  <a:pt x="185430" y="53124"/>
                </a:lnTo>
                <a:lnTo>
                  <a:pt x="185337" y="52478"/>
                </a:lnTo>
                <a:lnTo>
                  <a:pt x="185237" y="51845"/>
                </a:lnTo>
                <a:lnTo>
                  <a:pt x="185127" y="51223"/>
                </a:lnTo>
                <a:lnTo>
                  <a:pt x="185008" y="50613"/>
                </a:lnTo>
                <a:lnTo>
                  <a:pt x="184881" y="50015"/>
                </a:lnTo>
                <a:lnTo>
                  <a:pt x="184745" y="49429"/>
                </a:lnTo>
                <a:lnTo>
                  <a:pt x="184600" y="48854"/>
                </a:lnTo>
                <a:lnTo>
                  <a:pt x="184447" y="48291"/>
                </a:lnTo>
                <a:lnTo>
                  <a:pt x="184284" y="47740"/>
                </a:lnTo>
                <a:lnTo>
                  <a:pt x="184113" y="47200"/>
                </a:lnTo>
                <a:lnTo>
                  <a:pt x="183934" y="46672"/>
                </a:lnTo>
                <a:lnTo>
                  <a:pt x="183745" y="46156"/>
                </a:lnTo>
                <a:lnTo>
                  <a:pt x="183547" y="45652"/>
                </a:lnTo>
                <a:lnTo>
                  <a:pt x="183341" y="45159"/>
                </a:lnTo>
                <a:lnTo>
                  <a:pt x="183127" y="44677"/>
                </a:lnTo>
                <a:lnTo>
                  <a:pt x="182907" y="44204"/>
                </a:lnTo>
                <a:lnTo>
                  <a:pt x="182680" y="43740"/>
                </a:lnTo>
                <a:lnTo>
                  <a:pt x="182447" y="43285"/>
                </a:lnTo>
                <a:lnTo>
                  <a:pt x="182208" y="42838"/>
                </a:lnTo>
                <a:lnTo>
                  <a:pt x="181962" y="42401"/>
                </a:lnTo>
                <a:lnTo>
                  <a:pt x="181709" y="41973"/>
                </a:lnTo>
                <a:lnTo>
                  <a:pt x="181451" y="41554"/>
                </a:lnTo>
                <a:lnTo>
                  <a:pt x="181185" y="41143"/>
                </a:lnTo>
                <a:lnTo>
                  <a:pt x="180914" y="40742"/>
                </a:lnTo>
                <a:lnTo>
                  <a:pt x="180635" y="40350"/>
                </a:lnTo>
                <a:lnTo>
                  <a:pt x="180351" y="39967"/>
                </a:lnTo>
                <a:lnTo>
                  <a:pt x="180060" y="39593"/>
                </a:lnTo>
                <a:lnTo>
                  <a:pt x="179762" y="39227"/>
                </a:lnTo>
                <a:lnTo>
                  <a:pt x="179458" y="38871"/>
                </a:lnTo>
                <a:lnTo>
                  <a:pt x="179148" y="38524"/>
                </a:lnTo>
                <a:lnTo>
                  <a:pt x="178831" y="38185"/>
                </a:lnTo>
                <a:lnTo>
                  <a:pt x="178508" y="37856"/>
                </a:lnTo>
                <a:lnTo>
                  <a:pt x="178178" y="37536"/>
                </a:lnTo>
                <a:lnTo>
                  <a:pt x="177842" y="37225"/>
                </a:lnTo>
                <a:lnTo>
                  <a:pt x="177500" y="36922"/>
                </a:lnTo>
                <a:lnTo>
                  <a:pt x="177151" y="36629"/>
                </a:lnTo>
                <a:lnTo>
                  <a:pt x="176796" y="36345"/>
                </a:lnTo>
                <a:lnTo>
                  <a:pt x="176434" y="36070"/>
                </a:lnTo>
                <a:lnTo>
                  <a:pt x="176067" y="35802"/>
                </a:lnTo>
                <a:lnTo>
                  <a:pt x="175696" y="35542"/>
                </a:lnTo>
                <a:lnTo>
                  <a:pt x="175322" y="35289"/>
                </a:lnTo>
                <a:lnTo>
                  <a:pt x="174943" y="35042"/>
                </a:lnTo>
                <a:lnTo>
                  <a:pt x="174561" y="34803"/>
                </a:lnTo>
                <a:lnTo>
                  <a:pt x="174175" y="34571"/>
                </a:lnTo>
                <a:lnTo>
                  <a:pt x="173785" y="34346"/>
                </a:lnTo>
                <a:lnTo>
                  <a:pt x="173392" y="34128"/>
                </a:lnTo>
                <a:lnTo>
                  <a:pt x="172994" y="33917"/>
                </a:lnTo>
                <a:lnTo>
                  <a:pt x="172593" y="33712"/>
                </a:lnTo>
                <a:lnTo>
                  <a:pt x="172188" y="33515"/>
                </a:lnTo>
                <a:lnTo>
                  <a:pt x="171780" y="33325"/>
                </a:lnTo>
                <a:lnTo>
                  <a:pt x="171367" y="33142"/>
                </a:lnTo>
                <a:lnTo>
                  <a:pt x="170951" y="32966"/>
                </a:lnTo>
                <a:lnTo>
                  <a:pt x="170531" y="32797"/>
                </a:lnTo>
                <a:lnTo>
                  <a:pt x="170107" y="32635"/>
                </a:lnTo>
                <a:lnTo>
                  <a:pt x="169679" y="32480"/>
                </a:lnTo>
                <a:lnTo>
                  <a:pt x="169247" y="32332"/>
                </a:lnTo>
                <a:lnTo>
                  <a:pt x="168812" y="32191"/>
                </a:lnTo>
                <a:lnTo>
                  <a:pt x="168373" y="32057"/>
                </a:lnTo>
                <a:lnTo>
                  <a:pt x="167930" y="31930"/>
                </a:lnTo>
                <a:lnTo>
                  <a:pt x="167483" y="31811"/>
                </a:lnTo>
                <a:lnTo>
                  <a:pt x="167032" y="31698"/>
                </a:lnTo>
                <a:lnTo>
                  <a:pt x="166578" y="31592"/>
                </a:lnTo>
                <a:lnTo>
                  <a:pt x="166121" y="31491"/>
                </a:lnTo>
                <a:lnTo>
                  <a:pt x="165662" y="31395"/>
                </a:lnTo>
                <a:lnTo>
                  <a:pt x="165202" y="31303"/>
                </a:lnTo>
                <a:lnTo>
                  <a:pt x="164741" y="31216"/>
                </a:lnTo>
                <a:lnTo>
                  <a:pt x="164278" y="31132"/>
                </a:lnTo>
                <a:lnTo>
                  <a:pt x="163814" y="31053"/>
                </a:lnTo>
                <a:lnTo>
                  <a:pt x="163348" y="30979"/>
                </a:lnTo>
                <a:lnTo>
                  <a:pt x="162881" y="30908"/>
                </a:lnTo>
                <a:lnTo>
                  <a:pt x="162412" y="30842"/>
                </a:lnTo>
                <a:lnTo>
                  <a:pt x="161942" y="30780"/>
                </a:lnTo>
                <a:lnTo>
                  <a:pt x="161470" y="30722"/>
                </a:lnTo>
                <a:lnTo>
                  <a:pt x="160997" y="30669"/>
                </a:lnTo>
                <a:lnTo>
                  <a:pt x="160523" y="30620"/>
                </a:lnTo>
                <a:lnTo>
                  <a:pt x="160047" y="30575"/>
                </a:lnTo>
                <a:lnTo>
                  <a:pt x="159569" y="30534"/>
                </a:lnTo>
                <a:lnTo>
                  <a:pt x="159090" y="30498"/>
                </a:lnTo>
                <a:lnTo>
                  <a:pt x="158610" y="30466"/>
                </a:lnTo>
                <a:lnTo>
                  <a:pt x="158128" y="30438"/>
                </a:lnTo>
                <a:lnTo>
                  <a:pt x="157644" y="30414"/>
                </a:lnTo>
                <a:lnTo>
                  <a:pt x="157160" y="30395"/>
                </a:lnTo>
                <a:lnTo>
                  <a:pt x="156673" y="30380"/>
                </a:lnTo>
                <a:lnTo>
                  <a:pt x="156186" y="30370"/>
                </a:lnTo>
                <a:lnTo>
                  <a:pt x="155696" y="30363"/>
                </a:lnTo>
                <a:lnTo>
                  <a:pt x="155206" y="30361"/>
                </a:lnTo>
                <a:lnTo>
                  <a:pt x="154430" y="30366"/>
                </a:lnTo>
                <a:lnTo>
                  <a:pt x="153661" y="30381"/>
                </a:lnTo>
                <a:lnTo>
                  <a:pt x="152900" y="30407"/>
                </a:lnTo>
                <a:lnTo>
                  <a:pt x="152145" y="30443"/>
                </a:lnTo>
                <a:lnTo>
                  <a:pt x="151398" y="30489"/>
                </a:lnTo>
                <a:lnTo>
                  <a:pt x="150657" y="30545"/>
                </a:lnTo>
                <a:lnTo>
                  <a:pt x="149923" y="30611"/>
                </a:lnTo>
                <a:lnTo>
                  <a:pt x="149197" y="30688"/>
                </a:lnTo>
                <a:lnTo>
                  <a:pt x="148477" y="30775"/>
                </a:lnTo>
                <a:lnTo>
                  <a:pt x="147765" y="30872"/>
                </a:lnTo>
                <a:lnTo>
                  <a:pt x="147059" y="30979"/>
                </a:lnTo>
                <a:lnTo>
                  <a:pt x="146361" y="31096"/>
                </a:lnTo>
                <a:lnTo>
                  <a:pt x="145669" y="31224"/>
                </a:lnTo>
                <a:lnTo>
                  <a:pt x="144985" y="31362"/>
                </a:lnTo>
                <a:lnTo>
                  <a:pt x="144308" y="31510"/>
                </a:lnTo>
                <a:lnTo>
                  <a:pt x="143637" y="31668"/>
                </a:lnTo>
                <a:lnTo>
                  <a:pt x="142974" y="31837"/>
                </a:lnTo>
                <a:lnTo>
                  <a:pt x="142317" y="32015"/>
                </a:lnTo>
                <a:lnTo>
                  <a:pt x="141668" y="32204"/>
                </a:lnTo>
                <a:lnTo>
                  <a:pt x="141026" y="32404"/>
                </a:lnTo>
                <a:lnTo>
                  <a:pt x="140391" y="32613"/>
                </a:lnTo>
                <a:lnTo>
                  <a:pt x="139762" y="32832"/>
                </a:lnTo>
                <a:lnTo>
                  <a:pt x="139141" y="33062"/>
                </a:lnTo>
                <a:lnTo>
                  <a:pt x="138527" y="33302"/>
                </a:lnTo>
                <a:lnTo>
                  <a:pt x="137922" y="33553"/>
                </a:lnTo>
                <a:lnTo>
                  <a:pt x="137327" y="33816"/>
                </a:lnTo>
                <a:lnTo>
                  <a:pt x="136744" y="34092"/>
                </a:lnTo>
                <a:lnTo>
                  <a:pt x="136172" y="34379"/>
                </a:lnTo>
                <a:lnTo>
                  <a:pt x="135610" y="34679"/>
                </a:lnTo>
                <a:lnTo>
                  <a:pt x="135060" y="34991"/>
                </a:lnTo>
                <a:lnTo>
                  <a:pt x="134520" y="35315"/>
                </a:lnTo>
                <a:lnTo>
                  <a:pt x="133992" y="35652"/>
                </a:lnTo>
                <a:lnTo>
                  <a:pt x="133475" y="36000"/>
                </a:lnTo>
                <a:lnTo>
                  <a:pt x="132968" y="36361"/>
                </a:lnTo>
                <a:lnTo>
                  <a:pt x="132472" y="36734"/>
                </a:lnTo>
                <a:lnTo>
                  <a:pt x="131988" y="37119"/>
                </a:lnTo>
                <a:lnTo>
                  <a:pt x="131514" y="37516"/>
                </a:lnTo>
                <a:lnTo>
                  <a:pt x="131052" y="37926"/>
                </a:lnTo>
                <a:lnTo>
                  <a:pt x="130600" y="38348"/>
                </a:lnTo>
                <a:lnTo>
                  <a:pt x="130159" y="38782"/>
                </a:lnTo>
                <a:lnTo>
                  <a:pt x="129729" y="39228"/>
                </a:lnTo>
                <a:lnTo>
                  <a:pt x="129311" y="39686"/>
                </a:lnTo>
                <a:lnTo>
                  <a:pt x="128903" y="40157"/>
                </a:lnTo>
                <a:lnTo>
                  <a:pt x="128506" y="40640"/>
                </a:lnTo>
                <a:lnTo>
                  <a:pt x="128120" y="41135"/>
                </a:lnTo>
                <a:lnTo>
                  <a:pt x="127745" y="41642"/>
                </a:lnTo>
                <a:lnTo>
                  <a:pt x="127381" y="42161"/>
                </a:lnTo>
                <a:lnTo>
                  <a:pt x="127028" y="42693"/>
                </a:lnTo>
                <a:lnTo>
                  <a:pt x="126688" y="43237"/>
                </a:lnTo>
                <a:lnTo>
                  <a:pt x="126362" y="43795"/>
                </a:lnTo>
                <a:lnTo>
                  <a:pt x="126051" y="44366"/>
                </a:lnTo>
                <a:lnTo>
                  <a:pt x="125754" y="44951"/>
                </a:lnTo>
                <a:lnTo>
                  <a:pt x="125472" y="45549"/>
                </a:lnTo>
                <a:lnTo>
                  <a:pt x="125204" y="46161"/>
                </a:lnTo>
                <a:lnTo>
                  <a:pt x="124951" y="46787"/>
                </a:lnTo>
                <a:lnTo>
                  <a:pt x="124712" y="47426"/>
                </a:lnTo>
                <a:lnTo>
                  <a:pt x="124487" y="48079"/>
                </a:lnTo>
                <a:lnTo>
                  <a:pt x="124277" y="48745"/>
                </a:lnTo>
                <a:lnTo>
                  <a:pt x="124082" y="49425"/>
                </a:lnTo>
                <a:lnTo>
                  <a:pt x="123901" y="50119"/>
                </a:lnTo>
                <a:lnTo>
                  <a:pt x="123735" y="50826"/>
                </a:lnTo>
                <a:lnTo>
                  <a:pt x="123583" y="51546"/>
                </a:lnTo>
                <a:lnTo>
                  <a:pt x="123445" y="52281"/>
                </a:lnTo>
                <a:lnTo>
                  <a:pt x="123322" y="53028"/>
                </a:lnTo>
                <a:lnTo>
                  <a:pt x="123213" y="53790"/>
                </a:lnTo>
                <a:lnTo>
                  <a:pt x="123119" y="54565"/>
                </a:lnTo>
                <a:lnTo>
                  <a:pt x="123040" y="55353"/>
                </a:lnTo>
                <a:lnTo>
                  <a:pt x="122974" y="56155"/>
                </a:lnTo>
                <a:lnTo>
                  <a:pt x="122924" y="56971"/>
                </a:lnTo>
                <a:lnTo>
                  <a:pt x="122888" y="57800"/>
                </a:lnTo>
                <a:lnTo>
                  <a:pt x="122866" y="58643"/>
                </a:lnTo>
                <a:lnTo>
                  <a:pt x="122859" y="59499"/>
                </a:lnTo>
                <a:lnTo>
                  <a:pt x="136505" y="59499"/>
                </a:lnTo>
                <a:lnTo>
                  <a:pt x="136514" y="58693"/>
                </a:lnTo>
                <a:lnTo>
                  <a:pt x="136543" y="57905"/>
                </a:lnTo>
                <a:lnTo>
                  <a:pt x="136589" y="57136"/>
                </a:lnTo>
                <a:lnTo>
                  <a:pt x="136655" y="56385"/>
                </a:lnTo>
                <a:lnTo>
                  <a:pt x="136739" y="55653"/>
                </a:lnTo>
                <a:lnTo>
                  <a:pt x="136842" y="54939"/>
                </a:lnTo>
                <a:lnTo>
                  <a:pt x="136964" y="54244"/>
                </a:lnTo>
                <a:lnTo>
                  <a:pt x="137104" y="53567"/>
                </a:lnTo>
                <a:lnTo>
                  <a:pt x="137263" y="52909"/>
                </a:lnTo>
                <a:lnTo>
                  <a:pt x="137441" y="52270"/>
                </a:lnTo>
                <a:lnTo>
                  <a:pt x="137638" y="51649"/>
                </a:lnTo>
                <a:lnTo>
                  <a:pt x="137853" y="51046"/>
                </a:lnTo>
                <a:lnTo>
                  <a:pt x="138087" y="50463"/>
                </a:lnTo>
                <a:lnTo>
                  <a:pt x="138340" y="49897"/>
                </a:lnTo>
                <a:lnTo>
                  <a:pt x="138611" y="49351"/>
                </a:lnTo>
                <a:lnTo>
                  <a:pt x="138901" y="48822"/>
                </a:lnTo>
                <a:lnTo>
                  <a:pt x="139210" y="48313"/>
                </a:lnTo>
                <a:lnTo>
                  <a:pt x="139538" y="47822"/>
                </a:lnTo>
                <a:lnTo>
                  <a:pt x="139884" y="47349"/>
                </a:lnTo>
                <a:lnTo>
                  <a:pt x="140249" y="46895"/>
                </a:lnTo>
                <a:lnTo>
                  <a:pt x="140633" y="46460"/>
                </a:lnTo>
                <a:lnTo>
                  <a:pt x="141035" y="46043"/>
                </a:lnTo>
                <a:lnTo>
                  <a:pt x="141456" y="45645"/>
                </a:lnTo>
                <a:lnTo>
                  <a:pt x="141896" y="45265"/>
                </a:lnTo>
                <a:lnTo>
                  <a:pt x="142350" y="44902"/>
                </a:lnTo>
                <a:lnTo>
                  <a:pt x="142812" y="44555"/>
                </a:lnTo>
                <a:lnTo>
                  <a:pt x="143284" y="44223"/>
                </a:lnTo>
                <a:lnTo>
                  <a:pt x="143764" y="43906"/>
                </a:lnTo>
                <a:lnTo>
                  <a:pt x="144252" y="43605"/>
                </a:lnTo>
                <a:lnTo>
                  <a:pt x="144750" y="43320"/>
                </a:lnTo>
                <a:lnTo>
                  <a:pt x="145256" y="43049"/>
                </a:lnTo>
                <a:lnTo>
                  <a:pt x="145771" y="42795"/>
                </a:lnTo>
                <a:lnTo>
                  <a:pt x="146295" y="42555"/>
                </a:lnTo>
                <a:lnTo>
                  <a:pt x="146828" y="42332"/>
                </a:lnTo>
                <a:lnTo>
                  <a:pt x="147369" y="42123"/>
                </a:lnTo>
                <a:lnTo>
                  <a:pt x="147919" y="41930"/>
                </a:lnTo>
                <a:lnTo>
                  <a:pt x="148478" y="41753"/>
                </a:lnTo>
                <a:lnTo>
                  <a:pt x="149046" y="41591"/>
                </a:lnTo>
                <a:lnTo>
                  <a:pt x="149622" y="41444"/>
                </a:lnTo>
                <a:lnTo>
                  <a:pt x="150208" y="41313"/>
                </a:lnTo>
                <a:lnTo>
                  <a:pt x="150802" y="41197"/>
                </a:lnTo>
                <a:lnTo>
                  <a:pt x="151405" y="41097"/>
                </a:lnTo>
                <a:lnTo>
                  <a:pt x="152016" y="41012"/>
                </a:lnTo>
                <a:lnTo>
                  <a:pt x="152637" y="40942"/>
                </a:lnTo>
                <a:lnTo>
                  <a:pt x="153266" y="40888"/>
                </a:lnTo>
                <a:lnTo>
                  <a:pt x="153904" y="40850"/>
                </a:lnTo>
                <a:lnTo>
                  <a:pt x="154550" y="40826"/>
                </a:lnTo>
                <a:lnTo>
                  <a:pt x="155206" y="40819"/>
                </a:lnTo>
                <a:lnTo>
                  <a:pt x="155805" y="40826"/>
                </a:lnTo>
                <a:lnTo>
                  <a:pt x="156396" y="40848"/>
                </a:lnTo>
                <a:lnTo>
                  <a:pt x="156979" y="40884"/>
                </a:lnTo>
                <a:lnTo>
                  <a:pt x="157553" y="40936"/>
                </a:lnTo>
                <a:lnTo>
                  <a:pt x="158118" y="41001"/>
                </a:lnTo>
                <a:lnTo>
                  <a:pt x="158675" y="41082"/>
                </a:lnTo>
                <a:lnTo>
                  <a:pt x="159224" y="41177"/>
                </a:lnTo>
                <a:lnTo>
                  <a:pt x="159764" y="41286"/>
                </a:lnTo>
                <a:lnTo>
                  <a:pt x="160296" y="41410"/>
                </a:lnTo>
                <a:lnTo>
                  <a:pt x="160819" y="41549"/>
                </a:lnTo>
                <a:lnTo>
                  <a:pt x="161333" y="41702"/>
                </a:lnTo>
                <a:lnTo>
                  <a:pt x="161840" y="41870"/>
                </a:lnTo>
                <a:lnTo>
                  <a:pt x="162337" y="42053"/>
                </a:lnTo>
                <a:lnTo>
                  <a:pt x="162826" y="42250"/>
                </a:lnTo>
                <a:lnTo>
                  <a:pt x="163307" y="42462"/>
                </a:lnTo>
                <a:lnTo>
                  <a:pt x="163779" y="42688"/>
                </a:lnTo>
                <a:lnTo>
                  <a:pt x="164243" y="42929"/>
                </a:lnTo>
                <a:lnTo>
                  <a:pt x="164698" y="43185"/>
                </a:lnTo>
                <a:lnTo>
                  <a:pt x="165145" y="43455"/>
                </a:lnTo>
                <a:lnTo>
                  <a:pt x="165583" y="43740"/>
                </a:lnTo>
                <a:lnTo>
                  <a:pt x="166013" y="44039"/>
                </a:lnTo>
                <a:lnTo>
                  <a:pt x="166435" y="44353"/>
                </a:lnTo>
                <a:lnTo>
                  <a:pt x="166847" y="44682"/>
                </a:lnTo>
                <a:lnTo>
                  <a:pt x="167252" y="45025"/>
                </a:lnTo>
                <a:lnTo>
                  <a:pt x="167644" y="45388"/>
                </a:lnTo>
                <a:lnTo>
                  <a:pt x="168019" y="45775"/>
                </a:lnTo>
                <a:lnTo>
                  <a:pt x="168377" y="46188"/>
                </a:lnTo>
                <a:lnTo>
                  <a:pt x="168719" y="46624"/>
                </a:lnTo>
                <a:lnTo>
                  <a:pt x="169044" y="47086"/>
                </a:lnTo>
                <a:lnTo>
                  <a:pt x="169352" y="47572"/>
                </a:lnTo>
                <a:lnTo>
                  <a:pt x="169644" y="48083"/>
                </a:lnTo>
                <a:lnTo>
                  <a:pt x="169919" y="48618"/>
                </a:lnTo>
                <a:lnTo>
                  <a:pt x="170178" y="49178"/>
                </a:lnTo>
                <a:lnTo>
                  <a:pt x="170420" y="49763"/>
                </a:lnTo>
                <a:lnTo>
                  <a:pt x="170645" y="50373"/>
                </a:lnTo>
                <a:lnTo>
                  <a:pt x="170853" y="51007"/>
                </a:lnTo>
                <a:lnTo>
                  <a:pt x="171045" y="51666"/>
                </a:lnTo>
                <a:lnTo>
                  <a:pt x="171220" y="52349"/>
                </a:lnTo>
                <a:lnTo>
                  <a:pt x="171378" y="53057"/>
                </a:lnTo>
                <a:lnTo>
                  <a:pt x="171520" y="53790"/>
                </a:lnTo>
                <a:lnTo>
                  <a:pt x="171645" y="54548"/>
                </a:lnTo>
                <a:lnTo>
                  <a:pt x="171753" y="55330"/>
                </a:lnTo>
                <a:lnTo>
                  <a:pt x="171845" y="56136"/>
                </a:lnTo>
                <a:lnTo>
                  <a:pt x="171920" y="56968"/>
                </a:lnTo>
                <a:lnTo>
                  <a:pt x="171978" y="57824"/>
                </a:lnTo>
                <a:lnTo>
                  <a:pt x="172020" y="58705"/>
                </a:lnTo>
                <a:lnTo>
                  <a:pt x="172045" y="59610"/>
                </a:lnTo>
                <a:lnTo>
                  <a:pt x="172053" y="60540"/>
                </a:lnTo>
                <a:lnTo>
                  <a:pt x="172053" y="66963"/>
                </a:lnTo>
                <a:lnTo>
                  <a:pt x="170727" y="66981"/>
                </a:lnTo>
                <a:lnTo>
                  <a:pt x="169414" y="67005"/>
                </a:lnTo>
                <a:lnTo>
                  <a:pt x="168115" y="67036"/>
                </a:lnTo>
                <a:lnTo>
                  <a:pt x="166831" y="67074"/>
                </a:lnTo>
                <a:lnTo>
                  <a:pt x="165560" y="67119"/>
                </a:lnTo>
                <a:lnTo>
                  <a:pt x="164304" y="67170"/>
                </a:lnTo>
                <a:lnTo>
                  <a:pt x="163061" y="67228"/>
                </a:lnTo>
                <a:lnTo>
                  <a:pt x="161833" y="67292"/>
                </a:lnTo>
                <a:lnTo>
                  <a:pt x="160618" y="67363"/>
                </a:lnTo>
                <a:lnTo>
                  <a:pt x="159418" y="67441"/>
                </a:lnTo>
                <a:lnTo>
                  <a:pt x="158231" y="67525"/>
                </a:lnTo>
                <a:lnTo>
                  <a:pt x="157059" y="67617"/>
                </a:lnTo>
                <a:lnTo>
                  <a:pt x="155901" y="67714"/>
                </a:lnTo>
                <a:lnTo>
                  <a:pt x="154757" y="67819"/>
                </a:lnTo>
                <a:lnTo>
                  <a:pt x="153626" y="67930"/>
                </a:lnTo>
                <a:lnTo>
                  <a:pt x="152510" y="68048"/>
                </a:lnTo>
                <a:lnTo>
                  <a:pt x="151408" y="68172"/>
                </a:lnTo>
                <a:lnTo>
                  <a:pt x="150320" y="68303"/>
                </a:lnTo>
                <a:lnTo>
                  <a:pt x="149246" y="68441"/>
                </a:lnTo>
                <a:lnTo>
                  <a:pt x="148186" y="68585"/>
                </a:lnTo>
                <a:lnTo>
                  <a:pt x="147140" y="68736"/>
                </a:lnTo>
                <a:lnTo>
                  <a:pt x="146108" y="68894"/>
                </a:lnTo>
                <a:lnTo>
                  <a:pt x="145090" y="69058"/>
                </a:lnTo>
                <a:lnTo>
                  <a:pt x="144086" y="69229"/>
                </a:lnTo>
                <a:lnTo>
                  <a:pt x="143099" y="69410"/>
                </a:lnTo>
                <a:lnTo>
                  <a:pt x="142131" y="69605"/>
                </a:lnTo>
                <a:lnTo>
                  <a:pt x="141181" y="69813"/>
                </a:lnTo>
                <a:lnTo>
                  <a:pt x="140250" y="70033"/>
                </a:lnTo>
                <a:lnTo>
                  <a:pt x="139338" y="70268"/>
                </a:lnTo>
                <a:lnTo>
                  <a:pt x="138445" y="70515"/>
                </a:lnTo>
                <a:lnTo>
                  <a:pt x="137571" y="70776"/>
                </a:lnTo>
                <a:lnTo>
                  <a:pt x="136716" y="71051"/>
                </a:lnTo>
                <a:lnTo>
                  <a:pt x="135879" y="71338"/>
                </a:lnTo>
                <a:lnTo>
                  <a:pt x="135062" y="71639"/>
                </a:lnTo>
                <a:lnTo>
                  <a:pt x="134263" y="71953"/>
                </a:lnTo>
                <a:lnTo>
                  <a:pt x="133483" y="72281"/>
                </a:lnTo>
                <a:lnTo>
                  <a:pt x="132722" y="72622"/>
                </a:lnTo>
                <a:lnTo>
                  <a:pt x="131980" y="72976"/>
                </a:lnTo>
                <a:lnTo>
                  <a:pt x="131257" y="73343"/>
                </a:lnTo>
                <a:lnTo>
                  <a:pt x="130552" y="73724"/>
                </a:lnTo>
                <a:lnTo>
                  <a:pt x="129867" y="74118"/>
                </a:lnTo>
                <a:lnTo>
                  <a:pt x="129200" y="74525"/>
                </a:lnTo>
                <a:lnTo>
                  <a:pt x="128552" y="74946"/>
                </a:lnTo>
                <a:lnTo>
                  <a:pt x="127923" y="75380"/>
                </a:lnTo>
                <a:lnTo>
                  <a:pt x="127313" y="75827"/>
                </a:lnTo>
                <a:lnTo>
                  <a:pt x="126722" y="76288"/>
                </a:lnTo>
                <a:lnTo>
                  <a:pt x="126150" y="76762"/>
                </a:lnTo>
                <a:lnTo>
                  <a:pt x="125596" y="77249"/>
                </a:lnTo>
                <a:lnTo>
                  <a:pt x="125064" y="77753"/>
                </a:lnTo>
                <a:lnTo>
                  <a:pt x="124554" y="78276"/>
                </a:lnTo>
                <a:lnTo>
                  <a:pt x="124066" y="78818"/>
                </a:lnTo>
                <a:lnTo>
                  <a:pt x="123602" y="79380"/>
                </a:lnTo>
                <a:lnTo>
                  <a:pt x="123159" y="79961"/>
                </a:lnTo>
                <a:lnTo>
                  <a:pt x="122740" y="80561"/>
                </a:lnTo>
                <a:lnTo>
                  <a:pt x="122343" y="81181"/>
                </a:lnTo>
                <a:lnTo>
                  <a:pt x="121969" y="81820"/>
                </a:lnTo>
                <a:lnTo>
                  <a:pt x="121618" y="82479"/>
                </a:lnTo>
                <a:lnTo>
                  <a:pt x="121289" y="83157"/>
                </a:lnTo>
                <a:lnTo>
                  <a:pt x="120983" y="83854"/>
                </a:lnTo>
                <a:lnTo>
                  <a:pt x="120700" y="84571"/>
                </a:lnTo>
                <a:lnTo>
                  <a:pt x="120439" y="85307"/>
                </a:lnTo>
                <a:lnTo>
                  <a:pt x="120201" y="86062"/>
                </a:lnTo>
                <a:lnTo>
                  <a:pt x="119986" y="86837"/>
                </a:lnTo>
                <a:lnTo>
                  <a:pt x="119793" y="87631"/>
                </a:lnTo>
                <a:lnTo>
                  <a:pt x="119623" y="88444"/>
                </a:lnTo>
                <a:lnTo>
                  <a:pt x="119476" y="89277"/>
                </a:lnTo>
                <a:lnTo>
                  <a:pt x="119351" y="90129"/>
                </a:lnTo>
                <a:lnTo>
                  <a:pt x="119249" y="91001"/>
                </a:lnTo>
                <a:lnTo>
                  <a:pt x="119170" y="91892"/>
                </a:lnTo>
                <a:lnTo>
                  <a:pt x="119113" y="92802"/>
                </a:lnTo>
                <a:lnTo>
                  <a:pt x="119079" y="93732"/>
                </a:lnTo>
                <a:lnTo>
                  <a:pt x="119068" y="94681"/>
                </a:lnTo>
                <a:lnTo>
                  <a:pt x="119074" y="95344"/>
                </a:lnTo>
                <a:lnTo>
                  <a:pt x="119091" y="95999"/>
                </a:lnTo>
                <a:lnTo>
                  <a:pt x="119119" y="96645"/>
                </a:lnTo>
                <a:lnTo>
                  <a:pt x="119159" y="97281"/>
                </a:lnTo>
                <a:lnTo>
                  <a:pt x="119210" y="97909"/>
                </a:lnTo>
                <a:lnTo>
                  <a:pt x="119273" y="98527"/>
                </a:lnTo>
                <a:lnTo>
                  <a:pt x="119347" y="99136"/>
                </a:lnTo>
                <a:lnTo>
                  <a:pt x="119433" y="99737"/>
                </a:lnTo>
                <a:lnTo>
                  <a:pt x="119530" y="100328"/>
                </a:lnTo>
                <a:lnTo>
                  <a:pt x="119638" y="100910"/>
                </a:lnTo>
                <a:lnTo>
                  <a:pt x="119758" y="101483"/>
                </a:lnTo>
                <a:lnTo>
                  <a:pt x="119889" y="102047"/>
                </a:lnTo>
                <a:lnTo>
                  <a:pt x="120032" y="102602"/>
                </a:lnTo>
                <a:lnTo>
                  <a:pt x="120186" y="103147"/>
                </a:lnTo>
                <a:lnTo>
                  <a:pt x="120351" y="103684"/>
                </a:lnTo>
                <a:lnTo>
                  <a:pt x="120528" y="104212"/>
                </a:lnTo>
                <a:lnTo>
                  <a:pt x="120716" y="104730"/>
                </a:lnTo>
                <a:lnTo>
                  <a:pt x="120916" y="105240"/>
                </a:lnTo>
                <a:lnTo>
                  <a:pt x="121127" y="105740"/>
                </a:lnTo>
                <a:lnTo>
                  <a:pt x="121349" y="106231"/>
                </a:lnTo>
                <a:lnTo>
                  <a:pt x="121583" y="106714"/>
                </a:lnTo>
                <a:lnTo>
                  <a:pt x="121828" y="107187"/>
                </a:lnTo>
                <a:lnTo>
                  <a:pt x="122085" y="107651"/>
                </a:lnTo>
                <a:lnTo>
                  <a:pt x="122353" y="108106"/>
                </a:lnTo>
                <a:lnTo>
                  <a:pt x="122631" y="108551"/>
                </a:lnTo>
                <a:lnTo>
                  <a:pt x="122916" y="108988"/>
                </a:lnTo>
                <a:lnTo>
                  <a:pt x="123209" y="109414"/>
                </a:lnTo>
                <a:lnTo>
                  <a:pt x="123509" y="109832"/>
                </a:lnTo>
                <a:lnTo>
                  <a:pt x="123817" y="110240"/>
                </a:lnTo>
                <a:lnTo>
                  <a:pt x="124133" y="110639"/>
                </a:lnTo>
                <a:lnTo>
                  <a:pt x="124456" y="111028"/>
                </a:lnTo>
                <a:lnTo>
                  <a:pt x="124787" y="111408"/>
                </a:lnTo>
                <a:lnTo>
                  <a:pt x="125125" y="111778"/>
                </a:lnTo>
                <a:lnTo>
                  <a:pt x="125471" y="112140"/>
                </a:lnTo>
                <a:lnTo>
                  <a:pt x="125825" y="112491"/>
                </a:lnTo>
                <a:lnTo>
                  <a:pt x="126186" y="112834"/>
                </a:lnTo>
                <a:lnTo>
                  <a:pt x="126555" y="113167"/>
                </a:lnTo>
                <a:lnTo>
                  <a:pt x="126931" y="113491"/>
                </a:lnTo>
                <a:lnTo>
                  <a:pt x="127315" y="113805"/>
                </a:lnTo>
                <a:lnTo>
                  <a:pt x="127707" y="114110"/>
                </a:lnTo>
                <a:lnTo>
                  <a:pt x="128106" y="114406"/>
                </a:lnTo>
                <a:lnTo>
                  <a:pt x="128513" y="114692"/>
                </a:lnTo>
                <a:lnTo>
                  <a:pt x="128927" y="114969"/>
                </a:lnTo>
                <a:lnTo>
                  <a:pt x="129350" y="115236"/>
                </a:lnTo>
                <a:lnTo>
                  <a:pt x="129779" y="115494"/>
                </a:lnTo>
                <a:lnTo>
                  <a:pt x="130217" y="115743"/>
                </a:lnTo>
                <a:lnTo>
                  <a:pt x="130661" y="115983"/>
                </a:lnTo>
                <a:lnTo>
                  <a:pt x="131114" y="116213"/>
                </a:lnTo>
                <a:lnTo>
                  <a:pt x="131572" y="116433"/>
                </a:lnTo>
                <a:lnTo>
                  <a:pt x="132035" y="116644"/>
                </a:lnTo>
                <a:lnTo>
                  <a:pt x="132501" y="116846"/>
                </a:lnTo>
                <a:lnTo>
                  <a:pt x="132972" y="117038"/>
                </a:lnTo>
                <a:lnTo>
                  <a:pt x="133446" y="117221"/>
                </a:lnTo>
                <a:lnTo>
                  <a:pt x="133925" y="117394"/>
                </a:lnTo>
                <a:lnTo>
                  <a:pt x="134408" y="117559"/>
                </a:lnTo>
                <a:lnTo>
                  <a:pt x="134895" y="117713"/>
                </a:lnTo>
                <a:lnTo>
                  <a:pt x="135386" y="117859"/>
                </a:lnTo>
                <a:lnTo>
                  <a:pt x="135881" y="117995"/>
                </a:lnTo>
                <a:lnTo>
                  <a:pt x="136381" y="118121"/>
                </a:lnTo>
                <a:lnTo>
                  <a:pt x="136884" y="118239"/>
                </a:lnTo>
                <a:lnTo>
                  <a:pt x="137392" y="118347"/>
                </a:lnTo>
                <a:lnTo>
                  <a:pt x="137903" y="118445"/>
                </a:lnTo>
                <a:lnTo>
                  <a:pt x="138419" y="118534"/>
                </a:lnTo>
                <a:lnTo>
                  <a:pt x="138939" y="118614"/>
                </a:lnTo>
                <a:lnTo>
                  <a:pt x="139462" y="118684"/>
                </a:lnTo>
                <a:lnTo>
                  <a:pt x="139990" y="118745"/>
                </a:lnTo>
                <a:lnTo>
                  <a:pt x="140522" y="118797"/>
                </a:lnTo>
                <a:lnTo>
                  <a:pt x="141059" y="118839"/>
                </a:lnTo>
                <a:lnTo>
                  <a:pt x="141599" y="118872"/>
                </a:lnTo>
                <a:lnTo>
                  <a:pt x="142143" y="118895"/>
                </a:lnTo>
                <a:lnTo>
                  <a:pt x="142692" y="118909"/>
                </a:lnTo>
                <a:lnTo>
                  <a:pt x="143244" y="118914"/>
                </a:lnTo>
                <a:lnTo>
                  <a:pt x="144026" y="118908"/>
                </a:lnTo>
                <a:lnTo>
                  <a:pt x="144801" y="118889"/>
                </a:lnTo>
                <a:lnTo>
                  <a:pt x="145567" y="118857"/>
                </a:lnTo>
                <a:lnTo>
                  <a:pt x="146326" y="118813"/>
                </a:lnTo>
                <a:close/>
                <a:moveTo>
                  <a:pt x="144744" y="108014"/>
                </a:moveTo>
                <a:lnTo>
                  <a:pt x="144222" y="107955"/>
                </a:lnTo>
                <a:lnTo>
                  <a:pt x="143713" y="107883"/>
                </a:lnTo>
                <a:lnTo>
                  <a:pt x="143215" y="107797"/>
                </a:lnTo>
                <a:lnTo>
                  <a:pt x="142729" y="107699"/>
                </a:lnTo>
                <a:lnTo>
                  <a:pt x="142256" y="107587"/>
                </a:lnTo>
                <a:lnTo>
                  <a:pt x="141794" y="107463"/>
                </a:lnTo>
                <a:lnTo>
                  <a:pt x="141344" y="107325"/>
                </a:lnTo>
                <a:lnTo>
                  <a:pt x="140907" y="107174"/>
                </a:lnTo>
                <a:lnTo>
                  <a:pt x="140481" y="107010"/>
                </a:lnTo>
                <a:lnTo>
                  <a:pt x="140067" y="106833"/>
                </a:lnTo>
                <a:lnTo>
                  <a:pt x="139665" y="106643"/>
                </a:lnTo>
                <a:lnTo>
                  <a:pt x="139276" y="106439"/>
                </a:lnTo>
                <a:lnTo>
                  <a:pt x="138898" y="106223"/>
                </a:lnTo>
                <a:lnTo>
                  <a:pt x="138532" y="105993"/>
                </a:lnTo>
                <a:lnTo>
                  <a:pt x="138178" y="105750"/>
                </a:lnTo>
                <a:lnTo>
                  <a:pt x="137837" y="105494"/>
                </a:lnTo>
                <a:lnTo>
                  <a:pt x="137507" y="105225"/>
                </a:lnTo>
                <a:lnTo>
                  <a:pt x="137189" y="104943"/>
                </a:lnTo>
                <a:lnTo>
                  <a:pt x="136883" y="104648"/>
                </a:lnTo>
                <a:lnTo>
                  <a:pt x="136589" y="104340"/>
                </a:lnTo>
                <a:lnTo>
                  <a:pt x="136308" y="104020"/>
                </a:lnTo>
                <a:lnTo>
                  <a:pt x="136038" y="103691"/>
                </a:lnTo>
                <a:lnTo>
                  <a:pt x="135780" y="103353"/>
                </a:lnTo>
                <a:lnTo>
                  <a:pt x="135534" y="103006"/>
                </a:lnTo>
                <a:lnTo>
                  <a:pt x="135300" y="102650"/>
                </a:lnTo>
                <a:lnTo>
                  <a:pt x="135078" y="102285"/>
                </a:lnTo>
                <a:lnTo>
                  <a:pt x="134868" y="101910"/>
                </a:lnTo>
                <a:lnTo>
                  <a:pt x="134671" y="101527"/>
                </a:lnTo>
                <a:lnTo>
                  <a:pt x="134485" y="101134"/>
                </a:lnTo>
                <a:lnTo>
                  <a:pt x="134311" y="100732"/>
                </a:lnTo>
                <a:lnTo>
                  <a:pt x="134149" y="100321"/>
                </a:lnTo>
                <a:lnTo>
                  <a:pt x="133999" y="99901"/>
                </a:lnTo>
                <a:lnTo>
                  <a:pt x="133861" y="99472"/>
                </a:lnTo>
                <a:lnTo>
                  <a:pt x="133735" y="99034"/>
                </a:lnTo>
                <a:lnTo>
                  <a:pt x="133621" y="98587"/>
                </a:lnTo>
                <a:lnTo>
                  <a:pt x="133519" y="98130"/>
                </a:lnTo>
                <a:lnTo>
                  <a:pt x="133429" y="97665"/>
                </a:lnTo>
                <a:lnTo>
                  <a:pt x="133351" y="97190"/>
                </a:lnTo>
                <a:lnTo>
                  <a:pt x="133285" y="96706"/>
                </a:lnTo>
                <a:lnTo>
                  <a:pt x="133232" y="96214"/>
                </a:lnTo>
                <a:lnTo>
                  <a:pt x="133190" y="95711"/>
                </a:lnTo>
                <a:lnTo>
                  <a:pt x="133160" y="95200"/>
                </a:lnTo>
                <a:lnTo>
                  <a:pt x="133142" y="94680"/>
                </a:lnTo>
                <a:lnTo>
                  <a:pt x="133136" y="94151"/>
                </a:lnTo>
                <a:lnTo>
                  <a:pt x="133151" y="93352"/>
                </a:lnTo>
                <a:lnTo>
                  <a:pt x="133198" y="92572"/>
                </a:lnTo>
                <a:lnTo>
                  <a:pt x="133276" y="91812"/>
                </a:lnTo>
                <a:lnTo>
                  <a:pt x="133386" y="91070"/>
                </a:lnTo>
                <a:lnTo>
                  <a:pt x="133527" y="90347"/>
                </a:lnTo>
                <a:lnTo>
                  <a:pt x="133699" y="89644"/>
                </a:lnTo>
                <a:lnTo>
                  <a:pt x="133902" y="88959"/>
                </a:lnTo>
                <a:lnTo>
                  <a:pt x="134137" y="88293"/>
                </a:lnTo>
                <a:lnTo>
                  <a:pt x="134403" y="87647"/>
                </a:lnTo>
                <a:lnTo>
                  <a:pt x="134700" y="87019"/>
                </a:lnTo>
                <a:lnTo>
                  <a:pt x="135029" y="86410"/>
                </a:lnTo>
                <a:lnTo>
                  <a:pt x="135389" y="85821"/>
                </a:lnTo>
                <a:lnTo>
                  <a:pt x="135780" y="85250"/>
                </a:lnTo>
                <a:lnTo>
                  <a:pt x="136203" y="84698"/>
                </a:lnTo>
                <a:lnTo>
                  <a:pt x="136656" y="84166"/>
                </a:lnTo>
                <a:lnTo>
                  <a:pt x="137142" y="83652"/>
                </a:lnTo>
                <a:lnTo>
                  <a:pt x="137658" y="83157"/>
                </a:lnTo>
                <a:lnTo>
                  <a:pt x="138206" y="82682"/>
                </a:lnTo>
                <a:lnTo>
                  <a:pt x="138785" y="82225"/>
                </a:lnTo>
                <a:lnTo>
                  <a:pt x="139395" y="81788"/>
                </a:lnTo>
                <a:lnTo>
                  <a:pt x="140036" y="81369"/>
                </a:lnTo>
                <a:lnTo>
                  <a:pt x="140709" y="80970"/>
                </a:lnTo>
                <a:lnTo>
                  <a:pt x="141414" y="80589"/>
                </a:lnTo>
                <a:lnTo>
                  <a:pt x="142149" y="80227"/>
                </a:lnTo>
                <a:lnTo>
                  <a:pt x="142921" y="79882"/>
                </a:lnTo>
                <a:lnTo>
                  <a:pt x="143733" y="79550"/>
                </a:lnTo>
                <a:lnTo>
                  <a:pt x="144587" y="79232"/>
                </a:lnTo>
                <a:lnTo>
                  <a:pt x="145481" y="78928"/>
                </a:lnTo>
                <a:lnTo>
                  <a:pt x="146416" y="78638"/>
                </a:lnTo>
                <a:lnTo>
                  <a:pt x="147393" y="78361"/>
                </a:lnTo>
                <a:lnTo>
                  <a:pt x="148410" y="78098"/>
                </a:lnTo>
                <a:lnTo>
                  <a:pt x="149468" y="77849"/>
                </a:lnTo>
                <a:lnTo>
                  <a:pt x="150568" y="77614"/>
                </a:lnTo>
                <a:lnTo>
                  <a:pt x="151708" y="77392"/>
                </a:lnTo>
                <a:lnTo>
                  <a:pt x="152889" y="77184"/>
                </a:lnTo>
                <a:lnTo>
                  <a:pt x="154111" y="76990"/>
                </a:lnTo>
                <a:lnTo>
                  <a:pt x="155374" y="76810"/>
                </a:lnTo>
                <a:lnTo>
                  <a:pt x="156678" y="76643"/>
                </a:lnTo>
                <a:lnTo>
                  <a:pt x="158023" y="76491"/>
                </a:lnTo>
                <a:lnTo>
                  <a:pt x="159408" y="76351"/>
                </a:lnTo>
                <a:lnTo>
                  <a:pt x="160835" y="76226"/>
                </a:lnTo>
                <a:lnTo>
                  <a:pt x="162303" y="76115"/>
                </a:lnTo>
                <a:lnTo>
                  <a:pt x="163812" y="76017"/>
                </a:lnTo>
                <a:lnTo>
                  <a:pt x="165361" y="75933"/>
                </a:lnTo>
                <a:lnTo>
                  <a:pt x="166952" y="75862"/>
                </a:lnTo>
                <a:lnTo>
                  <a:pt x="168583" y="75806"/>
                </a:lnTo>
                <a:lnTo>
                  <a:pt x="170256" y="75763"/>
                </a:lnTo>
                <a:lnTo>
                  <a:pt x="171969" y="75734"/>
                </a:lnTo>
                <a:lnTo>
                  <a:pt x="171969" y="93795"/>
                </a:lnTo>
                <a:lnTo>
                  <a:pt x="171601" y="94325"/>
                </a:lnTo>
                <a:lnTo>
                  <a:pt x="171226" y="94846"/>
                </a:lnTo>
                <a:lnTo>
                  <a:pt x="170844" y="95358"/>
                </a:lnTo>
                <a:lnTo>
                  <a:pt x="170455" y="95863"/>
                </a:lnTo>
                <a:lnTo>
                  <a:pt x="170060" y="96358"/>
                </a:lnTo>
                <a:lnTo>
                  <a:pt x="169658" y="96845"/>
                </a:lnTo>
                <a:lnTo>
                  <a:pt x="169249" y="97324"/>
                </a:lnTo>
                <a:lnTo>
                  <a:pt x="168834" y="97794"/>
                </a:lnTo>
                <a:lnTo>
                  <a:pt x="168411" y="98256"/>
                </a:lnTo>
                <a:lnTo>
                  <a:pt x="167982" y="98709"/>
                </a:lnTo>
                <a:lnTo>
                  <a:pt x="167547" y="99154"/>
                </a:lnTo>
                <a:lnTo>
                  <a:pt x="167104" y="99590"/>
                </a:lnTo>
                <a:lnTo>
                  <a:pt x="166655" y="100017"/>
                </a:lnTo>
                <a:lnTo>
                  <a:pt x="166199" y="100437"/>
                </a:lnTo>
                <a:lnTo>
                  <a:pt x="165737" y="100847"/>
                </a:lnTo>
                <a:lnTo>
                  <a:pt x="165268" y="101249"/>
                </a:lnTo>
                <a:lnTo>
                  <a:pt x="164792" y="101643"/>
                </a:lnTo>
                <a:lnTo>
                  <a:pt x="164309" y="102028"/>
                </a:lnTo>
                <a:lnTo>
                  <a:pt x="163819" y="102405"/>
                </a:lnTo>
                <a:lnTo>
                  <a:pt x="163323" y="102773"/>
                </a:lnTo>
                <a:lnTo>
                  <a:pt x="162820" y="103133"/>
                </a:lnTo>
                <a:lnTo>
                  <a:pt x="162310" y="103484"/>
                </a:lnTo>
                <a:lnTo>
                  <a:pt x="161794" y="103826"/>
                </a:lnTo>
                <a:lnTo>
                  <a:pt x="161271" y="104160"/>
                </a:lnTo>
                <a:lnTo>
                  <a:pt x="160742" y="104483"/>
                </a:lnTo>
                <a:lnTo>
                  <a:pt x="160206" y="104793"/>
                </a:lnTo>
                <a:lnTo>
                  <a:pt x="159665" y="105088"/>
                </a:lnTo>
                <a:lnTo>
                  <a:pt x="159118" y="105370"/>
                </a:lnTo>
                <a:lnTo>
                  <a:pt x="158565" y="105638"/>
                </a:lnTo>
                <a:lnTo>
                  <a:pt x="158007" y="105892"/>
                </a:lnTo>
                <a:lnTo>
                  <a:pt x="157442" y="106133"/>
                </a:lnTo>
                <a:lnTo>
                  <a:pt x="156872" y="106360"/>
                </a:lnTo>
                <a:lnTo>
                  <a:pt x="156296" y="106573"/>
                </a:lnTo>
                <a:lnTo>
                  <a:pt x="155714" y="106772"/>
                </a:lnTo>
                <a:lnTo>
                  <a:pt x="155126" y="106958"/>
                </a:lnTo>
                <a:lnTo>
                  <a:pt x="154532" y="107129"/>
                </a:lnTo>
                <a:lnTo>
                  <a:pt x="153932" y="107287"/>
                </a:lnTo>
                <a:lnTo>
                  <a:pt x="153327" y="107432"/>
                </a:lnTo>
                <a:lnTo>
                  <a:pt x="152716" y="107562"/>
                </a:lnTo>
                <a:lnTo>
                  <a:pt x="152098" y="107679"/>
                </a:lnTo>
                <a:lnTo>
                  <a:pt x="151475" y="107782"/>
                </a:lnTo>
                <a:lnTo>
                  <a:pt x="150847" y="107872"/>
                </a:lnTo>
                <a:lnTo>
                  <a:pt x="150212" y="107947"/>
                </a:lnTo>
                <a:lnTo>
                  <a:pt x="149571" y="108009"/>
                </a:lnTo>
                <a:lnTo>
                  <a:pt x="148925" y="108057"/>
                </a:lnTo>
                <a:lnTo>
                  <a:pt x="148273" y="108091"/>
                </a:lnTo>
                <a:lnTo>
                  <a:pt x="147615" y="108112"/>
                </a:lnTo>
                <a:lnTo>
                  <a:pt x="146951" y="108119"/>
                </a:lnTo>
                <a:lnTo>
                  <a:pt x="146381" y="108112"/>
                </a:lnTo>
                <a:lnTo>
                  <a:pt x="145823" y="108093"/>
                </a:lnTo>
                <a:lnTo>
                  <a:pt x="145278" y="108060"/>
                </a:lnTo>
                <a:lnTo>
                  <a:pt x="144744" y="108014"/>
                </a:lnTo>
                <a:close/>
                <a:moveTo>
                  <a:pt x="287270" y="118765"/>
                </a:moveTo>
                <a:lnTo>
                  <a:pt x="288020" y="118699"/>
                </a:lnTo>
                <a:lnTo>
                  <a:pt x="288763" y="118622"/>
                </a:lnTo>
                <a:lnTo>
                  <a:pt x="289500" y="118532"/>
                </a:lnTo>
                <a:lnTo>
                  <a:pt x="290230" y="118431"/>
                </a:lnTo>
                <a:lnTo>
                  <a:pt x="290954" y="118317"/>
                </a:lnTo>
                <a:lnTo>
                  <a:pt x="291671" y="118192"/>
                </a:lnTo>
                <a:lnTo>
                  <a:pt x="292382" y="118055"/>
                </a:lnTo>
                <a:lnTo>
                  <a:pt x="293085" y="117906"/>
                </a:lnTo>
                <a:lnTo>
                  <a:pt x="293783" y="117745"/>
                </a:lnTo>
                <a:lnTo>
                  <a:pt x="294474" y="117572"/>
                </a:lnTo>
                <a:lnTo>
                  <a:pt x="295158" y="117387"/>
                </a:lnTo>
                <a:lnTo>
                  <a:pt x="295836" y="117190"/>
                </a:lnTo>
                <a:lnTo>
                  <a:pt x="296507" y="116981"/>
                </a:lnTo>
                <a:lnTo>
                  <a:pt x="297171" y="116760"/>
                </a:lnTo>
                <a:lnTo>
                  <a:pt x="297829" y="116527"/>
                </a:lnTo>
                <a:lnTo>
                  <a:pt x="298480" y="116283"/>
                </a:lnTo>
                <a:lnTo>
                  <a:pt x="299125" y="116026"/>
                </a:lnTo>
                <a:lnTo>
                  <a:pt x="299763" y="115758"/>
                </a:lnTo>
                <a:lnTo>
                  <a:pt x="300395" y="115477"/>
                </a:lnTo>
                <a:lnTo>
                  <a:pt x="301018" y="115185"/>
                </a:lnTo>
                <a:lnTo>
                  <a:pt x="301630" y="114880"/>
                </a:lnTo>
                <a:lnTo>
                  <a:pt x="302232" y="114563"/>
                </a:lnTo>
                <a:lnTo>
                  <a:pt x="302824" y="114234"/>
                </a:lnTo>
                <a:lnTo>
                  <a:pt x="303404" y="113893"/>
                </a:lnTo>
                <a:lnTo>
                  <a:pt x="303975" y="113540"/>
                </a:lnTo>
                <a:lnTo>
                  <a:pt x="304535" y="113175"/>
                </a:lnTo>
                <a:lnTo>
                  <a:pt x="305084" y="112798"/>
                </a:lnTo>
                <a:lnTo>
                  <a:pt x="305623" y="112408"/>
                </a:lnTo>
                <a:lnTo>
                  <a:pt x="306151" y="112007"/>
                </a:lnTo>
                <a:lnTo>
                  <a:pt x="306669" y="111593"/>
                </a:lnTo>
                <a:lnTo>
                  <a:pt x="307176" y="111168"/>
                </a:lnTo>
                <a:lnTo>
                  <a:pt x="307672" y="110730"/>
                </a:lnTo>
                <a:lnTo>
                  <a:pt x="308159" y="110280"/>
                </a:lnTo>
                <a:lnTo>
                  <a:pt x="308634" y="109818"/>
                </a:lnTo>
                <a:lnTo>
                  <a:pt x="309099" y="109344"/>
                </a:lnTo>
                <a:lnTo>
                  <a:pt x="309554" y="108858"/>
                </a:lnTo>
                <a:lnTo>
                  <a:pt x="309998" y="108360"/>
                </a:lnTo>
                <a:lnTo>
                  <a:pt x="310431" y="107850"/>
                </a:lnTo>
                <a:lnTo>
                  <a:pt x="310854" y="107327"/>
                </a:lnTo>
                <a:lnTo>
                  <a:pt x="311267" y="106793"/>
                </a:lnTo>
                <a:lnTo>
                  <a:pt x="311668" y="106246"/>
                </a:lnTo>
                <a:lnTo>
                  <a:pt x="312060" y="105688"/>
                </a:lnTo>
                <a:lnTo>
                  <a:pt x="312441" y="105117"/>
                </a:lnTo>
                <a:lnTo>
                  <a:pt x="312809" y="104534"/>
                </a:lnTo>
                <a:lnTo>
                  <a:pt x="313162" y="103940"/>
                </a:lnTo>
                <a:lnTo>
                  <a:pt x="313500" y="103333"/>
                </a:lnTo>
                <a:lnTo>
                  <a:pt x="313822" y="102715"/>
                </a:lnTo>
                <a:lnTo>
                  <a:pt x="314130" y="102085"/>
                </a:lnTo>
                <a:lnTo>
                  <a:pt x="314423" y="101443"/>
                </a:lnTo>
                <a:lnTo>
                  <a:pt x="314700" y="100790"/>
                </a:lnTo>
                <a:lnTo>
                  <a:pt x="314963" y="100125"/>
                </a:lnTo>
                <a:lnTo>
                  <a:pt x="315211" y="99448"/>
                </a:lnTo>
                <a:lnTo>
                  <a:pt x="315443" y="98759"/>
                </a:lnTo>
                <a:lnTo>
                  <a:pt x="315660" y="98058"/>
                </a:lnTo>
                <a:lnTo>
                  <a:pt x="315863" y="97346"/>
                </a:lnTo>
                <a:lnTo>
                  <a:pt x="316050" y="96621"/>
                </a:lnTo>
                <a:lnTo>
                  <a:pt x="316222" y="95886"/>
                </a:lnTo>
                <a:lnTo>
                  <a:pt x="316379" y="95138"/>
                </a:lnTo>
                <a:lnTo>
                  <a:pt x="316521" y="94378"/>
                </a:lnTo>
                <a:lnTo>
                  <a:pt x="316648" y="93607"/>
                </a:lnTo>
                <a:lnTo>
                  <a:pt x="316760" y="92824"/>
                </a:lnTo>
                <a:lnTo>
                  <a:pt x="316857" y="92029"/>
                </a:lnTo>
                <a:lnTo>
                  <a:pt x="316939" y="91223"/>
                </a:lnTo>
                <a:lnTo>
                  <a:pt x="317006" y="90404"/>
                </a:lnTo>
                <a:lnTo>
                  <a:pt x="317058" y="89574"/>
                </a:lnTo>
                <a:lnTo>
                  <a:pt x="317094" y="88732"/>
                </a:lnTo>
                <a:lnTo>
                  <a:pt x="317116" y="87878"/>
                </a:lnTo>
                <a:lnTo>
                  <a:pt x="303301" y="87878"/>
                </a:lnTo>
                <a:lnTo>
                  <a:pt x="303271" y="88677"/>
                </a:lnTo>
                <a:lnTo>
                  <a:pt x="303222" y="89460"/>
                </a:lnTo>
                <a:lnTo>
                  <a:pt x="303156" y="90227"/>
                </a:lnTo>
                <a:lnTo>
                  <a:pt x="303072" y="90977"/>
                </a:lnTo>
                <a:lnTo>
                  <a:pt x="302969" y="91711"/>
                </a:lnTo>
                <a:lnTo>
                  <a:pt x="302848" y="92428"/>
                </a:lnTo>
                <a:lnTo>
                  <a:pt x="302709" y="93129"/>
                </a:lnTo>
                <a:lnTo>
                  <a:pt x="302552" y="93814"/>
                </a:lnTo>
                <a:lnTo>
                  <a:pt x="302377" y="94482"/>
                </a:lnTo>
                <a:lnTo>
                  <a:pt x="302184" y="95135"/>
                </a:lnTo>
                <a:lnTo>
                  <a:pt x="301972" y="95770"/>
                </a:lnTo>
                <a:lnTo>
                  <a:pt x="301742" y="96390"/>
                </a:lnTo>
                <a:lnTo>
                  <a:pt x="301495" y="96993"/>
                </a:lnTo>
                <a:lnTo>
                  <a:pt x="301229" y="97579"/>
                </a:lnTo>
                <a:lnTo>
                  <a:pt x="300945" y="98150"/>
                </a:lnTo>
                <a:lnTo>
                  <a:pt x="300643" y="98704"/>
                </a:lnTo>
                <a:lnTo>
                  <a:pt x="300322" y="99241"/>
                </a:lnTo>
                <a:lnTo>
                  <a:pt x="299984" y="99763"/>
                </a:lnTo>
                <a:lnTo>
                  <a:pt x="299627" y="100268"/>
                </a:lnTo>
                <a:lnTo>
                  <a:pt x="299253" y="100756"/>
                </a:lnTo>
                <a:lnTo>
                  <a:pt x="298860" y="101229"/>
                </a:lnTo>
                <a:lnTo>
                  <a:pt x="298449" y="101685"/>
                </a:lnTo>
                <a:lnTo>
                  <a:pt x="298020" y="102124"/>
                </a:lnTo>
                <a:lnTo>
                  <a:pt x="297573" y="102548"/>
                </a:lnTo>
                <a:lnTo>
                  <a:pt x="297111" y="102954"/>
                </a:lnTo>
                <a:lnTo>
                  <a:pt x="296640" y="103343"/>
                </a:lnTo>
                <a:lnTo>
                  <a:pt x="296158" y="103715"/>
                </a:lnTo>
                <a:lnTo>
                  <a:pt x="295666" y="104070"/>
                </a:lnTo>
                <a:lnTo>
                  <a:pt x="295163" y="104407"/>
                </a:lnTo>
                <a:lnTo>
                  <a:pt x="294651" y="104727"/>
                </a:lnTo>
                <a:lnTo>
                  <a:pt x="294128" y="105029"/>
                </a:lnTo>
                <a:lnTo>
                  <a:pt x="293595" y="105315"/>
                </a:lnTo>
                <a:lnTo>
                  <a:pt x="293051" y="105583"/>
                </a:lnTo>
                <a:lnTo>
                  <a:pt x="292498" y="105834"/>
                </a:lnTo>
                <a:lnTo>
                  <a:pt x="291934" y="106067"/>
                </a:lnTo>
                <a:lnTo>
                  <a:pt x="291360" y="106283"/>
                </a:lnTo>
                <a:lnTo>
                  <a:pt x="290776" y="106482"/>
                </a:lnTo>
                <a:lnTo>
                  <a:pt x="290181" y="106664"/>
                </a:lnTo>
                <a:lnTo>
                  <a:pt x="289577" y="106828"/>
                </a:lnTo>
                <a:lnTo>
                  <a:pt x="288962" y="106975"/>
                </a:lnTo>
                <a:lnTo>
                  <a:pt x="288337" y="107105"/>
                </a:lnTo>
                <a:lnTo>
                  <a:pt x="287701" y="107217"/>
                </a:lnTo>
                <a:lnTo>
                  <a:pt x="287055" y="107312"/>
                </a:lnTo>
                <a:lnTo>
                  <a:pt x="286400" y="107390"/>
                </a:lnTo>
                <a:lnTo>
                  <a:pt x="285733" y="107451"/>
                </a:lnTo>
                <a:lnTo>
                  <a:pt x="285057" y="107494"/>
                </a:lnTo>
                <a:lnTo>
                  <a:pt x="284370" y="107520"/>
                </a:lnTo>
                <a:lnTo>
                  <a:pt x="283673" y="107529"/>
                </a:lnTo>
                <a:lnTo>
                  <a:pt x="283053" y="107522"/>
                </a:lnTo>
                <a:lnTo>
                  <a:pt x="282441" y="107502"/>
                </a:lnTo>
                <a:lnTo>
                  <a:pt x="281837" y="107469"/>
                </a:lnTo>
                <a:lnTo>
                  <a:pt x="281242" y="107422"/>
                </a:lnTo>
                <a:lnTo>
                  <a:pt x="280656" y="107362"/>
                </a:lnTo>
                <a:lnTo>
                  <a:pt x="280078" y="107289"/>
                </a:lnTo>
                <a:lnTo>
                  <a:pt x="279508" y="107202"/>
                </a:lnTo>
                <a:lnTo>
                  <a:pt x="278947" y="107102"/>
                </a:lnTo>
                <a:lnTo>
                  <a:pt x="278394" y="106989"/>
                </a:lnTo>
                <a:lnTo>
                  <a:pt x="277850" y="106862"/>
                </a:lnTo>
                <a:lnTo>
                  <a:pt x="277314" y="106723"/>
                </a:lnTo>
                <a:lnTo>
                  <a:pt x="276787" y="106569"/>
                </a:lnTo>
                <a:lnTo>
                  <a:pt x="276268" y="106403"/>
                </a:lnTo>
                <a:lnTo>
                  <a:pt x="275758" y="106223"/>
                </a:lnTo>
                <a:lnTo>
                  <a:pt x="275256" y="106030"/>
                </a:lnTo>
                <a:lnTo>
                  <a:pt x="274763" y="105823"/>
                </a:lnTo>
                <a:lnTo>
                  <a:pt x="274278" y="105603"/>
                </a:lnTo>
                <a:lnTo>
                  <a:pt x="273802" y="105370"/>
                </a:lnTo>
                <a:lnTo>
                  <a:pt x="273334" y="105124"/>
                </a:lnTo>
                <a:lnTo>
                  <a:pt x="272875" y="104864"/>
                </a:lnTo>
                <a:lnTo>
                  <a:pt x="272424" y="104591"/>
                </a:lnTo>
                <a:lnTo>
                  <a:pt x="271981" y="104304"/>
                </a:lnTo>
                <a:lnTo>
                  <a:pt x="271547" y="104004"/>
                </a:lnTo>
                <a:lnTo>
                  <a:pt x="271122" y="103691"/>
                </a:lnTo>
                <a:lnTo>
                  <a:pt x="270705" y="103365"/>
                </a:lnTo>
                <a:lnTo>
                  <a:pt x="270297" y="103027"/>
                </a:lnTo>
                <a:lnTo>
                  <a:pt x="269898" y="102677"/>
                </a:lnTo>
                <a:lnTo>
                  <a:pt x="269508" y="102315"/>
                </a:lnTo>
                <a:lnTo>
                  <a:pt x="269126" y="101940"/>
                </a:lnTo>
                <a:lnTo>
                  <a:pt x="268753" y="101554"/>
                </a:lnTo>
                <a:lnTo>
                  <a:pt x="268389" y="101155"/>
                </a:lnTo>
                <a:lnTo>
                  <a:pt x="268033" y="100745"/>
                </a:lnTo>
                <a:lnTo>
                  <a:pt x="267687" y="100322"/>
                </a:lnTo>
                <a:lnTo>
                  <a:pt x="267349" y="99887"/>
                </a:lnTo>
                <a:lnTo>
                  <a:pt x="267020" y="99441"/>
                </a:lnTo>
                <a:lnTo>
                  <a:pt x="266700" y="98982"/>
                </a:lnTo>
                <a:lnTo>
                  <a:pt x="266388" y="98511"/>
                </a:lnTo>
                <a:lnTo>
                  <a:pt x="266085" y="98028"/>
                </a:lnTo>
                <a:lnTo>
                  <a:pt x="265791" y="97532"/>
                </a:lnTo>
                <a:lnTo>
                  <a:pt x="265506" y="97025"/>
                </a:lnTo>
                <a:lnTo>
                  <a:pt x="265230" y="96506"/>
                </a:lnTo>
                <a:lnTo>
                  <a:pt x="264962" y="95975"/>
                </a:lnTo>
                <a:lnTo>
                  <a:pt x="264703" y="95431"/>
                </a:lnTo>
                <a:lnTo>
                  <a:pt x="264453" y="94876"/>
                </a:lnTo>
                <a:lnTo>
                  <a:pt x="264212" y="94308"/>
                </a:lnTo>
                <a:lnTo>
                  <a:pt x="263979" y="93728"/>
                </a:lnTo>
                <a:lnTo>
                  <a:pt x="263756" y="93136"/>
                </a:lnTo>
                <a:lnTo>
                  <a:pt x="263541" y="92533"/>
                </a:lnTo>
                <a:lnTo>
                  <a:pt x="263334" y="91917"/>
                </a:lnTo>
                <a:lnTo>
                  <a:pt x="263137" y="91292"/>
                </a:lnTo>
                <a:lnTo>
                  <a:pt x="262948" y="90655"/>
                </a:lnTo>
                <a:lnTo>
                  <a:pt x="262769" y="90009"/>
                </a:lnTo>
                <a:lnTo>
                  <a:pt x="262597" y="89351"/>
                </a:lnTo>
                <a:lnTo>
                  <a:pt x="262435" y="88684"/>
                </a:lnTo>
                <a:lnTo>
                  <a:pt x="262282" y="88005"/>
                </a:lnTo>
                <a:lnTo>
                  <a:pt x="262137" y="87316"/>
                </a:lnTo>
                <a:lnTo>
                  <a:pt x="262001" y="86617"/>
                </a:lnTo>
                <a:lnTo>
                  <a:pt x="261873" y="85907"/>
                </a:lnTo>
                <a:lnTo>
                  <a:pt x="261755" y="85186"/>
                </a:lnTo>
                <a:lnTo>
                  <a:pt x="261645" y="84455"/>
                </a:lnTo>
                <a:lnTo>
                  <a:pt x="261544" y="83714"/>
                </a:lnTo>
                <a:lnTo>
                  <a:pt x="261452" y="82962"/>
                </a:lnTo>
                <a:lnTo>
                  <a:pt x="261369" y="82199"/>
                </a:lnTo>
                <a:lnTo>
                  <a:pt x="261294" y="81426"/>
                </a:lnTo>
                <a:lnTo>
                  <a:pt x="261229" y="80642"/>
                </a:lnTo>
                <a:lnTo>
                  <a:pt x="261171" y="79848"/>
                </a:lnTo>
                <a:lnTo>
                  <a:pt x="261123" y="79043"/>
                </a:lnTo>
                <a:lnTo>
                  <a:pt x="261084" y="78228"/>
                </a:lnTo>
                <a:lnTo>
                  <a:pt x="261053" y="77402"/>
                </a:lnTo>
                <a:lnTo>
                  <a:pt x="261031" y="76566"/>
                </a:lnTo>
                <a:lnTo>
                  <a:pt x="261018" y="75719"/>
                </a:lnTo>
                <a:lnTo>
                  <a:pt x="261014" y="74862"/>
                </a:lnTo>
                <a:lnTo>
                  <a:pt x="261023" y="73564"/>
                </a:lnTo>
                <a:lnTo>
                  <a:pt x="261053" y="72292"/>
                </a:lnTo>
                <a:lnTo>
                  <a:pt x="261103" y="71043"/>
                </a:lnTo>
                <a:lnTo>
                  <a:pt x="261173" y="69819"/>
                </a:lnTo>
                <a:lnTo>
                  <a:pt x="261262" y="68620"/>
                </a:lnTo>
                <a:lnTo>
                  <a:pt x="261372" y="67444"/>
                </a:lnTo>
                <a:lnTo>
                  <a:pt x="261501" y="66293"/>
                </a:lnTo>
                <a:lnTo>
                  <a:pt x="261650" y="65167"/>
                </a:lnTo>
                <a:lnTo>
                  <a:pt x="261819" y="64064"/>
                </a:lnTo>
                <a:lnTo>
                  <a:pt x="262008" y="62986"/>
                </a:lnTo>
                <a:lnTo>
                  <a:pt x="262217" y="61933"/>
                </a:lnTo>
                <a:lnTo>
                  <a:pt x="262446" y="60903"/>
                </a:lnTo>
                <a:lnTo>
                  <a:pt x="262694" y="59898"/>
                </a:lnTo>
                <a:lnTo>
                  <a:pt x="262963" y="58918"/>
                </a:lnTo>
                <a:lnTo>
                  <a:pt x="263251" y="57961"/>
                </a:lnTo>
                <a:lnTo>
                  <a:pt x="263559" y="57029"/>
                </a:lnTo>
                <a:lnTo>
                  <a:pt x="263888" y="56121"/>
                </a:lnTo>
                <a:lnTo>
                  <a:pt x="264236" y="55238"/>
                </a:lnTo>
                <a:lnTo>
                  <a:pt x="264604" y="54379"/>
                </a:lnTo>
                <a:lnTo>
                  <a:pt x="264991" y="53544"/>
                </a:lnTo>
                <a:lnTo>
                  <a:pt x="265399" y="52734"/>
                </a:lnTo>
                <a:lnTo>
                  <a:pt x="265827" y="51948"/>
                </a:lnTo>
                <a:lnTo>
                  <a:pt x="266274" y="51186"/>
                </a:lnTo>
                <a:lnTo>
                  <a:pt x="266742" y="50449"/>
                </a:lnTo>
                <a:lnTo>
                  <a:pt x="267229" y="49739"/>
                </a:lnTo>
                <a:lnTo>
                  <a:pt x="267734" y="49059"/>
                </a:lnTo>
                <a:lnTo>
                  <a:pt x="268259" y="48409"/>
                </a:lnTo>
                <a:lnTo>
                  <a:pt x="268803" y="47790"/>
                </a:lnTo>
                <a:lnTo>
                  <a:pt x="269366" y="47201"/>
                </a:lnTo>
                <a:lnTo>
                  <a:pt x="269948" y="46642"/>
                </a:lnTo>
                <a:lnTo>
                  <a:pt x="270549" y="46113"/>
                </a:lnTo>
                <a:lnTo>
                  <a:pt x="271169" y="45614"/>
                </a:lnTo>
                <a:lnTo>
                  <a:pt x="271808" y="45146"/>
                </a:lnTo>
                <a:lnTo>
                  <a:pt x="272466" y="44708"/>
                </a:lnTo>
                <a:lnTo>
                  <a:pt x="273143" y="44300"/>
                </a:lnTo>
                <a:lnTo>
                  <a:pt x="273839" y="43922"/>
                </a:lnTo>
                <a:lnTo>
                  <a:pt x="274554" y="43575"/>
                </a:lnTo>
                <a:lnTo>
                  <a:pt x="275288" y="43257"/>
                </a:lnTo>
                <a:lnTo>
                  <a:pt x="276041" y="42970"/>
                </a:lnTo>
                <a:lnTo>
                  <a:pt x="276813" y="42713"/>
                </a:lnTo>
                <a:lnTo>
                  <a:pt x="277604" y="42487"/>
                </a:lnTo>
                <a:lnTo>
                  <a:pt x="278414" y="42290"/>
                </a:lnTo>
                <a:lnTo>
                  <a:pt x="279243" y="42124"/>
                </a:lnTo>
                <a:lnTo>
                  <a:pt x="280091" y="41988"/>
                </a:lnTo>
                <a:lnTo>
                  <a:pt x="280958" y="41882"/>
                </a:lnTo>
                <a:lnTo>
                  <a:pt x="281844" y="41807"/>
                </a:lnTo>
                <a:lnTo>
                  <a:pt x="282749" y="41762"/>
                </a:lnTo>
                <a:lnTo>
                  <a:pt x="283673" y="41746"/>
                </a:lnTo>
                <a:lnTo>
                  <a:pt x="284356" y="41755"/>
                </a:lnTo>
                <a:lnTo>
                  <a:pt x="285027" y="41780"/>
                </a:lnTo>
                <a:lnTo>
                  <a:pt x="285688" y="41823"/>
                </a:lnTo>
                <a:lnTo>
                  <a:pt x="286337" y="41882"/>
                </a:lnTo>
                <a:lnTo>
                  <a:pt x="286976" y="41959"/>
                </a:lnTo>
                <a:lnTo>
                  <a:pt x="287604" y="42052"/>
                </a:lnTo>
                <a:lnTo>
                  <a:pt x="288220" y="42163"/>
                </a:lnTo>
                <a:lnTo>
                  <a:pt x="288826" y="42290"/>
                </a:lnTo>
                <a:lnTo>
                  <a:pt x="289421" y="42435"/>
                </a:lnTo>
                <a:lnTo>
                  <a:pt x="290004" y="42596"/>
                </a:lnTo>
                <a:lnTo>
                  <a:pt x="290577" y="42775"/>
                </a:lnTo>
                <a:lnTo>
                  <a:pt x="291139" y="42970"/>
                </a:lnTo>
                <a:lnTo>
                  <a:pt x="291690" y="43182"/>
                </a:lnTo>
                <a:lnTo>
                  <a:pt x="292230" y="43412"/>
                </a:lnTo>
                <a:lnTo>
                  <a:pt x="292759" y="43658"/>
                </a:lnTo>
                <a:lnTo>
                  <a:pt x="293277" y="43922"/>
                </a:lnTo>
                <a:lnTo>
                  <a:pt x="293784" y="44202"/>
                </a:lnTo>
                <a:lnTo>
                  <a:pt x="294280" y="44499"/>
                </a:lnTo>
                <a:lnTo>
                  <a:pt x="294765" y="44814"/>
                </a:lnTo>
                <a:lnTo>
                  <a:pt x="295239" y="45145"/>
                </a:lnTo>
                <a:lnTo>
                  <a:pt x="295702" y="45493"/>
                </a:lnTo>
                <a:lnTo>
                  <a:pt x="296154" y="45859"/>
                </a:lnTo>
                <a:lnTo>
                  <a:pt x="296595" y="46241"/>
                </a:lnTo>
                <a:lnTo>
                  <a:pt x="297025" y="46641"/>
                </a:lnTo>
                <a:lnTo>
                  <a:pt x="297442" y="47054"/>
                </a:lnTo>
                <a:lnTo>
                  <a:pt x="297843" y="47481"/>
                </a:lnTo>
                <a:lnTo>
                  <a:pt x="298229" y="47920"/>
                </a:lnTo>
                <a:lnTo>
                  <a:pt x="298599" y="48372"/>
                </a:lnTo>
                <a:lnTo>
                  <a:pt x="298953" y="48836"/>
                </a:lnTo>
                <a:lnTo>
                  <a:pt x="299292" y="49313"/>
                </a:lnTo>
                <a:lnTo>
                  <a:pt x="299615" y="49802"/>
                </a:lnTo>
                <a:lnTo>
                  <a:pt x="299922" y="50304"/>
                </a:lnTo>
                <a:lnTo>
                  <a:pt x="300214" y="50819"/>
                </a:lnTo>
                <a:lnTo>
                  <a:pt x="300490" y="51346"/>
                </a:lnTo>
                <a:lnTo>
                  <a:pt x="300750" y="51886"/>
                </a:lnTo>
                <a:lnTo>
                  <a:pt x="300995" y="52438"/>
                </a:lnTo>
                <a:lnTo>
                  <a:pt x="301224" y="53003"/>
                </a:lnTo>
                <a:lnTo>
                  <a:pt x="301437" y="53580"/>
                </a:lnTo>
                <a:lnTo>
                  <a:pt x="301635" y="54170"/>
                </a:lnTo>
                <a:lnTo>
                  <a:pt x="301817" y="54773"/>
                </a:lnTo>
                <a:lnTo>
                  <a:pt x="301984" y="55388"/>
                </a:lnTo>
                <a:lnTo>
                  <a:pt x="302135" y="56016"/>
                </a:lnTo>
                <a:lnTo>
                  <a:pt x="302270" y="56657"/>
                </a:lnTo>
                <a:lnTo>
                  <a:pt x="302389" y="57310"/>
                </a:lnTo>
                <a:lnTo>
                  <a:pt x="302493" y="57975"/>
                </a:lnTo>
                <a:lnTo>
                  <a:pt x="302582" y="58653"/>
                </a:lnTo>
                <a:lnTo>
                  <a:pt x="302654" y="59344"/>
                </a:lnTo>
                <a:lnTo>
                  <a:pt x="302711" y="60047"/>
                </a:lnTo>
                <a:lnTo>
                  <a:pt x="316610" y="60047"/>
                </a:lnTo>
                <a:lnTo>
                  <a:pt x="316575" y="59217"/>
                </a:lnTo>
                <a:lnTo>
                  <a:pt x="316526" y="58398"/>
                </a:lnTo>
                <a:lnTo>
                  <a:pt x="316462" y="57591"/>
                </a:lnTo>
                <a:lnTo>
                  <a:pt x="316385" y="56797"/>
                </a:lnTo>
                <a:lnTo>
                  <a:pt x="316293" y="56014"/>
                </a:lnTo>
                <a:lnTo>
                  <a:pt x="316187" y="55244"/>
                </a:lnTo>
                <a:lnTo>
                  <a:pt x="316066" y="54486"/>
                </a:lnTo>
                <a:lnTo>
                  <a:pt x="315932" y="53740"/>
                </a:lnTo>
                <a:lnTo>
                  <a:pt x="315783" y="53006"/>
                </a:lnTo>
                <a:lnTo>
                  <a:pt x="315620" y="52284"/>
                </a:lnTo>
                <a:lnTo>
                  <a:pt x="315443" y="51574"/>
                </a:lnTo>
                <a:lnTo>
                  <a:pt x="315252" y="50876"/>
                </a:lnTo>
                <a:lnTo>
                  <a:pt x="315047" y="50190"/>
                </a:lnTo>
                <a:lnTo>
                  <a:pt x="314827" y="49516"/>
                </a:lnTo>
                <a:lnTo>
                  <a:pt x="314593" y="48855"/>
                </a:lnTo>
                <a:lnTo>
                  <a:pt x="314345" y="48205"/>
                </a:lnTo>
                <a:lnTo>
                  <a:pt x="314083" y="47568"/>
                </a:lnTo>
                <a:lnTo>
                  <a:pt x="313807" y="46942"/>
                </a:lnTo>
                <a:lnTo>
                  <a:pt x="313516" y="46329"/>
                </a:lnTo>
                <a:lnTo>
                  <a:pt x="313212" y="45728"/>
                </a:lnTo>
                <a:lnTo>
                  <a:pt x="312893" y="45139"/>
                </a:lnTo>
                <a:lnTo>
                  <a:pt x="312560" y="44562"/>
                </a:lnTo>
                <a:lnTo>
                  <a:pt x="312212" y="43997"/>
                </a:lnTo>
                <a:lnTo>
                  <a:pt x="311851" y="43444"/>
                </a:lnTo>
                <a:lnTo>
                  <a:pt x="311477" y="42902"/>
                </a:lnTo>
                <a:lnTo>
                  <a:pt x="311093" y="42372"/>
                </a:lnTo>
                <a:lnTo>
                  <a:pt x="310699" y="41854"/>
                </a:lnTo>
                <a:lnTo>
                  <a:pt x="310295" y="41347"/>
                </a:lnTo>
                <a:lnTo>
                  <a:pt x="309880" y="40852"/>
                </a:lnTo>
                <a:lnTo>
                  <a:pt x="309455" y="40368"/>
                </a:lnTo>
                <a:lnTo>
                  <a:pt x="309020" y="39895"/>
                </a:lnTo>
                <a:lnTo>
                  <a:pt x="308575" y="39434"/>
                </a:lnTo>
                <a:lnTo>
                  <a:pt x="308120" y="38985"/>
                </a:lnTo>
                <a:lnTo>
                  <a:pt x="307654" y="38547"/>
                </a:lnTo>
                <a:lnTo>
                  <a:pt x="307178" y="38121"/>
                </a:lnTo>
                <a:lnTo>
                  <a:pt x="306691" y="37706"/>
                </a:lnTo>
                <a:lnTo>
                  <a:pt x="306195" y="37302"/>
                </a:lnTo>
                <a:lnTo>
                  <a:pt x="305688" y="36910"/>
                </a:lnTo>
                <a:lnTo>
                  <a:pt x="305171" y="36529"/>
                </a:lnTo>
                <a:lnTo>
                  <a:pt x="304644" y="36160"/>
                </a:lnTo>
                <a:lnTo>
                  <a:pt x="304107" y="35803"/>
                </a:lnTo>
                <a:lnTo>
                  <a:pt x="303559" y="35457"/>
                </a:lnTo>
                <a:lnTo>
                  <a:pt x="303001" y="35122"/>
                </a:lnTo>
                <a:lnTo>
                  <a:pt x="302433" y="34799"/>
                </a:lnTo>
                <a:lnTo>
                  <a:pt x="301854" y="34487"/>
                </a:lnTo>
                <a:lnTo>
                  <a:pt x="301266" y="34187"/>
                </a:lnTo>
                <a:lnTo>
                  <a:pt x="300667" y="33898"/>
                </a:lnTo>
                <a:lnTo>
                  <a:pt x="300058" y="33621"/>
                </a:lnTo>
                <a:lnTo>
                  <a:pt x="299440" y="33355"/>
                </a:lnTo>
                <a:lnTo>
                  <a:pt x="298816" y="33100"/>
                </a:lnTo>
                <a:lnTo>
                  <a:pt x="298185" y="32857"/>
                </a:lnTo>
                <a:lnTo>
                  <a:pt x="297548" y="32625"/>
                </a:lnTo>
                <a:lnTo>
                  <a:pt x="296904" y="32404"/>
                </a:lnTo>
                <a:lnTo>
                  <a:pt x="296254" y="32195"/>
                </a:lnTo>
                <a:lnTo>
                  <a:pt x="295597" y="31997"/>
                </a:lnTo>
                <a:lnTo>
                  <a:pt x="294933" y="31810"/>
                </a:lnTo>
                <a:lnTo>
                  <a:pt x="294263" y="31635"/>
                </a:lnTo>
                <a:lnTo>
                  <a:pt x="293586" y="31470"/>
                </a:lnTo>
                <a:lnTo>
                  <a:pt x="292903" y="31318"/>
                </a:lnTo>
                <a:lnTo>
                  <a:pt x="292213" y="31176"/>
                </a:lnTo>
                <a:lnTo>
                  <a:pt x="291517" y="31046"/>
                </a:lnTo>
                <a:lnTo>
                  <a:pt x="290813" y="30927"/>
                </a:lnTo>
                <a:lnTo>
                  <a:pt x="290104" y="30819"/>
                </a:lnTo>
                <a:lnTo>
                  <a:pt x="289388" y="30723"/>
                </a:lnTo>
                <a:lnTo>
                  <a:pt x="288665" y="30638"/>
                </a:lnTo>
                <a:lnTo>
                  <a:pt x="287935" y="30565"/>
                </a:lnTo>
                <a:lnTo>
                  <a:pt x="287199" y="30503"/>
                </a:lnTo>
                <a:lnTo>
                  <a:pt x="286457" y="30452"/>
                </a:lnTo>
                <a:lnTo>
                  <a:pt x="285708" y="30412"/>
                </a:lnTo>
                <a:lnTo>
                  <a:pt x="284952" y="30384"/>
                </a:lnTo>
                <a:lnTo>
                  <a:pt x="284190" y="30367"/>
                </a:lnTo>
                <a:lnTo>
                  <a:pt x="283421" y="30361"/>
                </a:lnTo>
                <a:lnTo>
                  <a:pt x="282506" y="30370"/>
                </a:lnTo>
                <a:lnTo>
                  <a:pt x="281601" y="30396"/>
                </a:lnTo>
                <a:lnTo>
                  <a:pt x="280705" y="30439"/>
                </a:lnTo>
                <a:lnTo>
                  <a:pt x="279818" y="30500"/>
                </a:lnTo>
                <a:lnTo>
                  <a:pt x="278942" y="30579"/>
                </a:lnTo>
                <a:lnTo>
                  <a:pt x="278074" y="30674"/>
                </a:lnTo>
                <a:lnTo>
                  <a:pt x="277217" y="30787"/>
                </a:lnTo>
                <a:lnTo>
                  <a:pt x="276368" y="30918"/>
                </a:lnTo>
                <a:lnTo>
                  <a:pt x="275529" y="31066"/>
                </a:lnTo>
                <a:lnTo>
                  <a:pt x="274700" y="31231"/>
                </a:lnTo>
                <a:lnTo>
                  <a:pt x="273880" y="31414"/>
                </a:lnTo>
                <a:lnTo>
                  <a:pt x="273070" y="31614"/>
                </a:lnTo>
                <a:lnTo>
                  <a:pt x="272269" y="31832"/>
                </a:lnTo>
                <a:lnTo>
                  <a:pt x="271478" y="32067"/>
                </a:lnTo>
                <a:lnTo>
                  <a:pt x="270696" y="32319"/>
                </a:lnTo>
                <a:lnTo>
                  <a:pt x="269924" y="32589"/>
                </a:lnTo>
                <a:lnTo>
                  <a:pt x="269161" y="32876"/>
                </a:lnTo>
                <a:lnTo>
                  <a:pt x="268408" y="33181"/>
                </a:lnTo>
                <a:lnTo>
                  <a:pt x="267664" y="33503"/>
                </a:lnTo>
                <a:lnTo>
                  <a:pt x="266930" y="33842"/>
                </a:lnTo>
                <a:lnTo>
                  <a:pt x="266205" y="34199"/>
                </a:lnTo>
                <a:lnTo>
                  <a:pt x="265490" y="34573"/>
                </a:lnTo>
                <a:lnTo>
                  <a:pt x="264784" y="34965"/>
                </a:lnTo>
                <a:lnTo>
                  <a:pt x="264088" y="35374"/>
                </a:lnTo>
                <a:lnTo>
                  <a:pt x="263403" y="35800"/>
                </a:lnTo>
                <a:lnTo>
                  <a:pt x="262731" y="36243"/>
                </a:lnTo>
                <a:lnTo>
                  <a:pt x="262071" y="36704"/>
                </a:lnTo>
                <a:lnTo>
                  <a:pt x="261424" y="37181"/>
                </a:lnTo>
                <a:lnTo>
                  <a:pt x="260790" y="37676"/>
                </a:lnTo>
                <a:lnTo>
                  <a:pt x="260169" y="38188"/>
                </a:lnTo>
                <a:lnTo>
                  <a:pt x="259560" y="38717"/>
                </a:lnTo>
                <a:lnTo>
                  <a:pt x="258964" y="39263"/>
                </a:lnTo>
                <a:lnTo>
                  <a:pt x="258380" y="39826"/>
                </a:lnTo>
                <a:lnTo>
                  <a:pt x="257810" y="40406"/>
                </a:lnTo>
                <a:lnTo>
                  <a:pt x="257252" y="41004"/>
                </a:lnTo>
                <a:lnTo>
                  <a:pt x="256707" y="41618"/>
                </a:lnTo>
                <a:lnTo>
                  <a:pt x="256174" y="42249"/>
                </a:lnTo>
                <a:lnTo>
                  <a:pt x="255655" y="42898"/>
                </a:lnTo>
                <a:lnTo>
                  <a:pt x="255148" y="43564"/>
                </a:lnTo>
                <a:lnTo>
                  <a:pt x="254654" y="44247"/>
                </a:lnTo>
                <a:lnTo>
                  <a:pt x="254172" y="44947"/>
                </a:lnTo>
                <a:lnTo>
                  <a:pt x="253703" y="45664"/>
                </a:lnTo>
                <a:lnTo>
                  <a:pt x="253247" y="46398"/>
                </a:lnTo>
                <a:lnTo>
                  <a:pt x="252804" y="47149"/>
                </a:lnTo>
                <a:lnTo>
                  <a:pt x="252373" y="47917"/>
                </a:lnTo>
                <a:lnTo>
                  <a:pt x="251955" y="48703"/>
                </a:lnTo>
                <a:lnTo>
                  <a:pt x="251550" y="49505"/>
                </a:lnTo>
                <a:lnTo>
                  <a:pt x="251158" y="50325"/>
                </a:lnTo>
                <a:lnTo>
                  <a:pt x="250780" y="51161"/>
                </a:lnTo>
                <a:lnTo>
                  <a:pt x="250418" y="52013"/>
                </a:lnTo>
                <a:lnTo>
                  <a:pt x="250072" y="52882"/>
                </a:lnTo>
                <a:lnTo>
                  <a:pt x="249742" y="53766"/>
                </a:lnTo>
                <a:lnTo>
                  <a:pt x="249428" y="54667"/>
                </a:lnTo>
                <a:lnTo>
                  <a:pt x="249131" y="55584"/>
                </a:lnTo>
                <a:lnTo>
                  <a:pt x="248849" y="56517"/>
                </a:lnTo>
                <a:lnTo>
                  <a:pt x="248584" y="57467"/>
                </a:lnTo>
                <a:lnTo>
                  <a:pt x="248334" y="58432"/>
                </a:lnTo>
                <a:lnTo>
                  <a:pt x="248101" y="59414"/>
                </a:lnTo>
                <a:lnTo>
                  <a:pt x="247884" y="60412"/>
                </a:lnTo>
                <a:lnTo>
                  <a:pt x="247683" y="61426"/>
                </a:lnTo>
                <a:lnTo>
                  <a:pt x="247498" y="62456"/>
                </a:lnTo>
                <a:lnTo>
                  <a:pt x="247329" y="63502"/>
                </a:lnTo>
                <a:lnTo>
                  <a:pt x="247176" y="64565"/>
                </a:lnTo>
                <a:lnTo>
                  <a:pt x="247039" y="65644"/>
                </a:lnTo>
                <a:lnTo>
                  <a:pt x="246919" y="66739"/>
                </a:lnTo>
                <a:lnTo>
                  <a:pt x="246814" y="67850"/>
                </a:lnTo>
                <a:lnTo>
                  <a:pt x="246726" y="68977"/>
                </a:lnTo>
                <a:lnTo>
                  <a:pt x="246653" y="70121"/>
                </a:lnTo>
                <a:lnTo>
                  <a:pt x="246597" y="71280"/>
                </a:lnTo>
                <a:lnTo>
                  <a:pt x="246557" y="72456"/>
                </a:lnTo>
                <a:lnTo>
                  <a:pt x="246533" y="73648"/>
                </a:lnTo>
                <a:lnTo>
                  <a:pt x="246525" y="74856"/>
                </a:lnTo>
                <a:lnTo>
                  <a:pt x="246533" y="76064"/>
                </a:lnTo>
                <a:lnTo>
                  <a:pt x="246557" y="77256"/>
                </a:lnTo>
                <a:lnTo>
                  <a:pt x="246598" y="78431"/>
                </a:lnTo>
                <a:lnTo>
                  <a:pt x="246656" y="79589"/>
                </a:lnTo>
                <a:lnTo>
                  <a:pt x="246729" y="80731"/>
                </a:lnTo>
                <a:lnTo>
                  <a:pt x="246820" y="81856"/>
                </a:lnTo>
                <a:lnTo>
                  <a:pt x="246926" y="82964"/>
                </a:lnTo>
                <a:lnTo>
                  <a:pt x="247049" y="84056"/>
                </a:lnTo>
                <a:lnTo>
                  <a:pt x="247188" y="85131"/>
                </a:lnTo>
                <a:lnTo>
                  <a:pt x="247344" y="86189"/>
                </a:lnTo>
                <a:lnTo>
                  <a:pt x="247516" y="87231"/>
                </a:lnTo>
                <a:lnTo>
                  <a:pt x="247704" y="88256"/>
                </a:lnTo>
                <a:lnTo>
                  <a:pt x="247909" y="89265"/>
                </a:lnTo>
                <a:lnTo>
                  <a:pt x="248130" y="90257"/>
                </a:lnTo>
                <a:lnTo>
                  <a:pt x="248367" y="91232"/>
                </a:lnTo>
                <a:lnTo>
                  <a:pt x="248621" y="92191"/>
                </a:lnTo>
                <a:lnTo>
                  <a:pt x="248892" y="93133"/>
                </a:lnTo>
                <a:lnTo>
                  <a:pt x="249178" y="94058"/>
                </a:lnTo>
                <a:lnTo>
                  <a:pt x="249481" y="94967"/>
                </a:lnTo>
                <a:lnTo>
                  <a:pt x="249801" y="95859"/>
                </a:lnTo>
                <a:lnTo>
                  <a:pt x="250136" y="96734"/>
                </a:lnTo>
                <a:lnTo>
                  <a:pt x="250489" y="97593"/>
                </a:lnTo>
                <a:lnTo>
                  <a:pt x="250857" y="98435"/>
                </a:lnTo>
                <a:lnTo>
                  <a:pt x="251242" y="99261"/>
                </a:lnTo>
                <a:lnTo>
                  <a:pt x="251641" y="100070"/>
                </a:lnTo>
                <a:lnTo>
                  <a:pt x="252053" y="100861"/>
                </a:lnTo>
                <a:lnTo>
                  <a:pt x="252478" y="101636"/>
                </a:lnTo>
                <a:lnTo>
                  <a:pt x="252915" y="102394"/>
                </a:lnTo>
                <a:lnTo>
                  <a:pt x="253365" y="103134"/>
                </a:lnTo>
                <a:lnTo>
                  <a:pt x="253827" y="103858"/>
                </a:lnTo>
                <a:lnTo>
                  <a:pt x="254302" y="104565"/>
                </a:lnTo>
                <a:lnTo>
                  <a:pt x="254789" y="105255"/>
                </a:lnTo>
                <a:lnTo>
                  <a:pt x="255289" y="105928"/>
                </a:lnTo>
                <a:lnTo>
                  <a:pt x="255802" y="106584"/>
                </a:lnTo>
                <a:lnTo>
                  <a:pt x="256327" y="107223"/>
                </a:lnTo>
                <a:lnTo>
                  <a:pt x="256865" y="107846"/>
                </a:lnTo>
                <a:lnTo>
                  <a:pt x="257415" y="108451"/>
                </a:lnTo>
                <a:lnTo>
                  <a:pt x="257978" y="109039"/>
                </a:lnTo>
                <a:lnTo>
                  <a:pt x="258554" y="109611"/>
                </a:lnTo>
                <a:lnTo>
                  <a:pt x="259142" y="110165"/>
                </a:lnTo>
                <a:lnTo>
                  <a:pt x="259742" y="110703"/>
                </a:lnTo>
                <a:lnTo>
                  <a:pt x="260355" y="111223"/>
                </a:lnTo>
                <a:lnTo>
                  <a:pt x="260981" y="111727"/>
                </a:lnTo>
                <a:lnTo>
                  <a:pt x="261620" y="112213"/>
                </a:lnTo>
                <a:lnTo>
                  <a:pt x="262271" y="112683"/>
                </a:lnTo>
                <a:lnTo>
                  <a:pt x="262934" y="113136"/>
                </a:lnTo>
                <a:lnTo>
                  <a:pt x="263610" y="113572"/>
                </a:lnTo>
                <a:lnTo>
                  <a:pt x="264299" y="113991"/>
                </a:lnTo>
                <a:lnTo>
                  <a:pt x="264998" y="114393"/>
                </a:lnTo>
                <a:lnTo>
                  <a:pt x="265706" y="114777"/>
                </a:lnTo>
                <a:lnTo>
                  <a:pt x="266422" y="115145"/>
                </a:lnTo>
                <a:lnTo>
                  <a:pt x="267147" y="115495"/>
                </a:lnTo>
                <a:lnTo>
                  <a:pt x="267880" y="115828"/>
                </a:lnTo>
                <a:lnTo>
                  <a:pt x="268621" y="116145"/>
                </a:lnTo>
                <a:lnTo>
                  <a:pt x="269371" y="116444"/>
                </a:lnTo>
                <a:lnTo>
                  <a:pt x="270130" y="116726"/>
                </a:lnTo>
                <a:lnTo>
                  <a:pt x="270897" y="116991"/>
                </a:lnTo>
                <a:lnTo>
                  <a:pt x="271673" y="117239"/>
                </a:lnTo>
                <a:lnTo>
                  <a:pt x="272457" y="117470"/>
                </a:lnTo>
                <a:lnTo>
                  <a:pt x="273249" y="117683"/>
                </a:lnTo>
                <a:lnTo>
                  <a:pt x="274050" y="117880"/>
                </a:lnTo>
                <a:lnTo>
                  <a:pt x="274860" y="118059"/>
                </a:lnTo>
                <a:lnTo>
                  <a:pt x="275677" y="118222"/>
                </a:lnTo>
                <a:lnTo>
                  <a:pt x="276504" y="118367"/>
                </a:lnTo>
                <a:lnTo>
                  <a:pt x="277339" y="118495"/>
                </a:lnTo>
                <a:lnTo>
                  <a:pt x="278182" y="118606"/>
                </a:lnTo>
                <a:lnTo>
                  <a:pt x="279034" y="118700"/>
                </a:lnTo>
                <a:lnTo>
                  <a:pt x="279894" y="118777"/>
                </a:lnTo>
                <a:lnTo>
                  <a:pt x="280763" y="118837"/>
                </a:lnTo>
                <a:lnTo>
                  <a:pt x="281641" y="118880"/>
                </a:lnTo>
                <a:lnTo>
                  <a:pt x="282526" y="118905"/>
                </a:lnTo>
                <a:lnTo>
                  <a:pt x="283421" y="118914"/>
                </a:lnTo>
                <a:lnTo>
                  <a:pt x="284204" y="118908"/>
                </a:lnTo>
                <a:lnTo>
                  <a:pt x="284980" y="118890"/>
                </a:lnTo>
                <a:lnTo>
                  <a:pt x="285750" y="118860"/>
                </a:lnTo>
                <a:lnTo>
                  <a:pt x="286513" y="118819"/>
                </a:lnTo>
                <a:lnTo>
                  <a:pt x="287270" y="118765"/>
                </a:lnTo>
                <a:close/>
                <a:moveTo>
                  <a:pt x="428582" y="117396"/>
                </a:moveTo>
                <a:lnTo>
                  <a:pt x="428582" y="31879"/>
                </a:lnTo>
                <a:lnTo>
                  <a:pt x="414515" y="31879"/>
                </a:lnTo>
                <a:lnTo>
                  <a:pt x="414515" y="117396"/>
                </a:lnTo>
                <a:lnTo>
                  <a:pt x="428582" y="117396"/>
                </a:lnTo>
                <a:close/>
                <a:moveTo>
                  <a:pt x="422868" y="16297"/>
                </a:moveTo>
                <a:lnTo>
                  <a:pt x="423174" y="16261"/>
                </a:lnTo>
                <a:lnTo>
                  <a:pt x="423475" y="16216"/>
                </a:lnTo>
                <a:lnTo>
                  <a:pt x="423771" y="16164"/>
                </a:lnTo>
                <a:lnTo>
                  <a:pt x="424062" y="16104"/>
                </a:lnTo>
                <a:lnTo>
                  <a:pt x="424347" y="16035"/>
                </a:lnTo>
                <a:lnTo>
                  <a:pt x="424627" y="15959"/>
                </a:lnTo>
                <a:lnTo>
                  <a:pt x="424901" y="15874"/>
                </a:lnTo>
                <a:lnTo>
                  <a:pt x="425171" y="15781"/>
                </a:lnTo>
                <a:lnTo>
                  <a:pt x="425435" y="15681"/>
                </a:lnTo>
                <a:lnTo>
                  <a:pt x="425694" y="15572"/>
                </a:lnTo>
                <a:lnTo>
                  <a:pt x="425947" y="15455"/>
                </a:lnTo>
                <a:lnTo>
                  <a:pt x="426196" y="15330"/>
                </a:lnTo>
                <a:lnTo>
                  <a:pt x="426439" y="15198"/>
                </a:lnTo>
                <a:lnTo>
                  <a:pt x="426676" y="15057"/>
                </a:lnTo>
                <a:lnTo>
                  <a:pt x="426909" y="14908"/>
                </a:lnTo>
                <a:lnTo>
                  <a:pt x="427136" y="14751"/>
                </a:lnTo>
                <a:lnTo>
                  <a:pt x="427358" y="14586"/>
                </a:lnTo>
                <a:lnTo>
                  <a:pt x="427575" y="14412"/>
                </a:lnTo>
                <a:lnTo>
                  <a:pt x="427786" y="14231"/>
                </a:lnTo>
                <a:lnTo>
                  <a:pt x="427993" y="14042"/>
                </a:lnTo>
                <a:lnTo>
                  <a:pt x="428192" y="13847"/>
                </a:lnTo>
                <a:lnTo>
                  <a:pt x="428383" y="13647"/>
                </a:lnTo>
                <a:lnTo>
                  <a:pt x="428565" y="13443"/>
                </a:lnTo>
                <a:lnTo>
                  <a:pt x="428739" y="13235"/>
                </a:lnTo>
                <a:lnTo>
                  <a:pt x="428905" y="13023"/>
                </a:lnTo>
                <a:lnTo>
                  <a:pt x="429061" y="12806"/>
                </a:lnTo>
                <a:lnTo>
                  <a:pt x="429210" y="12585"/>
                </a:lnTo>
                <a:lnTo>
                  <a:pt x="429350" y="12360"/>
                </a:lnTo>
                <a:lnTo>
                  <a:pt x="429481" y="12131"/>
                </a:lnTo>
                <a:lnTo>
                  <a:pt x="429604" y="11897"/>
                </a:lnTo>
                <a:lnTo>
                  <a:pt x="429719" y="11659"/>
                </a:lnTo>
                <a:lnTo>
                  <a:pt x="429825" y="11417"/>
                </a:lnTo>
                <a:lnTo>
                  <a:pt x="429922" y="11171"/>
                </a:lnTo>
                <a:lnTo>
                  <a:pt x="430011" y="10920"/>
                </a:lnTo>
                <a:lnTo>
                  <a:pt x="430092" y="10665"/>
                </a:lnTo>
                <a:lnTo>
                  <a:pt x="430164" y="10406"/>
                </a:lnTo>
                <a:lnTo>
                  <a:pt x="430228" y="10143"/>
                </a:lnTo>
                <a:lnTo>
                  <a:pt x="430283" y="9875"/>
                </a:lnTo>
                <a:lnTo>
                  <a:pt x="430330" y="9603"/>
                </a:lnTo>
                <a:lnTo>
                  <a:pt x="430368" y="9327"/>
                </a:lnTo>
                <a:lnTo>
                  <a:pt x="430397" y="9047"/>
                </a:lnTo>
                <a:lnTo>
                  <a:pt x="430419" y="8762"/>
                </a:lnTo>
                <a:lnTo>
                  <a:pt x="430431" y="8474"/>
                </a:lnTo>
                <a:lnTo>
                  <a:pt x="430436" y="8181"/>
                </a:lnTo>
                <a:lnTo>
                  <a:pt x="430431" y="7888"/>
                </a:lnTo>
                <a:lnTo>
                  <a:pt x="430419" y="7599"/>
                </a:lnTo>
                <a:lnTo>
                  <a:pt x="430397" y="7314"/>
                </a:lnTo>
                <a:lnTo>
                  <a:pt x="430368" y="7034"/>
                </a:lnTo>
                <a:lnTo>
                  <a:pt x="430330" y="6758"/>
                </a:lnTo>
                <a:lnTo>
                  <a:pt x="430283" y="6486"/>
                </a:lnTo>
                <a:lnTo>
                  <a:pt x="430228" y="6218"/>
                </a:lnTo>
                <a:lnTo>
                  <a:pt x="430164" y="5955"/>
                </a:lnTo>
                <a:lnTo>
                  <a:pt x="430092" y="5696"/>
                </a:lnTo>
                <a:lnTo>
                  <a:pt x="430011" y="5441"/>
                </a:lnTo>
                <a:lnTo>
                  <a:pt x="429922" y="5191"/>
                </a:lnTo>
                <a:lnTo>
                  <a:pt x="429825" y="4944"/>
                </a:lnTo>
                <a:lnTo>
                  <a:pt x="429719" y="4702"/>
                </a:lnTo>
                <a:lnTo>
                  <a:pt x="429604" y="4464"/>
                </a:lnTo>
                <a:lnTo>
                  <a:pt x="429481" y="4231"/>
                </a:lnTo>
                <a:lnTo>
                  <a:pt x="429350" y="4001"/>
                </a:lnTo>
                <a:lnTo>
                  <a:pt x="429210" y="3776"/>
                </a:lnTo>
                <a:lnTo>
                  <a:pt x="429061" y="3555"/>
                </a:lnTo>
                <a:lnTo>
                  <a:pt x="428905" y="3339"/>
                </a:lnTo>
                <a:lnTo>
                  <a:pt x="428739" y="3126"/>
                </a:lnTo>
                <a:lnTo>
                  <a:pt x="428565" y="2918"/>
                </a:lnTo>
                <a:lnTo>
                  <a:pt x="428383" y="2714"/>
                </a:lnTo>
                <a:lnTo>
                  <a:pt x="428192" y="2515"/>
                </a:lnTo>
                <a:lnTo>
                  <a:pt x="427993" y="2319"/>
                </a:lnTo>
                <a:lnTo>
                  <a:pt x="427786" y="2130"/>
                </a:lnTo>
                <a:lnTo>
                  <a:pt x="427575" y="1949"/>
                </a:lnTo>
                <a:lnTo>
                  <a:pt x="427358" y="1776"/>
                </a:lnTo>
                <a:lnTo>
                  <a:pt x="427136" y="1611"/>
                </a:lnTo>
                <a:lnTo>
                  <a:pt x="426909" y="1454"/>
                </a:lnTo>
                <a:lnTo>
                  <a:pt x="426676" y="1305"/>
                </a:lnTo>
                <a:lnTo>
                  <a:pt x="426439" y="1164"/>
                </a:lnTo>
                <a:lnTo>
                  <a:pt x="426196" y="1031"/>
                </a:lnTo>
                <a:lnTo>
                  <a:pt x="425947" y="906"/>
                </a:lnTo>
                <a:lnTo>
                  <a:pt x="425694" y="789"/>
                </a:lnTo>
                <a:lnTo>
                  <a:pt x="425435" y="680"/>
                </a:lnTo>
                <a:lnTo>
                  <a:pt x="425171" y="580"/>
                </a:lnTo>
                <a:lnTo>
                  <a:pt x="424901" y="487"/>
                </a:lnTo>
                <a:lnTo>
                  <a:pt x="424627" y="403"/>
                </a:lnTo>
                <a:lnTo>
                  <a:pt x="424347" y="326"/>
                </a:lnTo>
                <a:lnTo>
                  <a:pt x="424062" y="258"/>
                </a:lnTo>
                <a:lnTo>
                  <a:pt x="423771" y="197"/>
                </a:lnTo>
                <a:lnTo>
                  <a:pt x="423475" y="145"/>
                </a:lnTo>
                <a:lnTo>
                  <a:pt x="423174" y="101"/>
                </a:lnTo>
                <a:lnTo>
                  <a:pt x="422868" y="64"/>
                </a:lnTo>
                <a:lnTo>
                  <a:pt x="422557" y="36"/>
                </a:lnTo>
                <a:lnTo>
                  <a:pt x="422240" y="16"/>
                </a:lnTo>
                <a:lnTo>
                  <a:pt x="421918" y="4"/>
                </a:lnTo>
                <a:lnTo>
                  <a:pt x="421591" y="0"/>
                </a:lnTo>
                <a:lnTo>
                  <a:pt x="421257" y="4"/>
                </a:lnTo>
                <a:lnTo>
                  <a:pt x="420928" y="16"/>
                </a:lnTo>
                <a:lnTo>
                  <a:pt x="420606" y="36"/>
                </a:lnTo>
                <a:lnTo>
                  <a:pt x="420290" y="64"/>
                </a:lnTo>
                <a:lnTo>
                  <a:pt x="419979" y="101"/>
                </a:lnTo>
                <a:lnTo>
                  <a:pt x="419674" y="145"/>
                </a:lnTo>
                <a:lnTo>
                  <a:pt x="419375" y="197"/>
                </a:lnTo>
                <a:lnTo>
                  <a:pt x="419082" y="258"/>
                </a:lnTo>
                <a:lnTo>
                  <a:pt x="418795" y="326"/>
                </a:lnTo>
                <a:lnTo>
                  <a:pt x="418514" y="403"/>
                </a:lnTo>
                <a:lnTo>
                  <a:pt x="418238" y="487"/>
                </a:lnTo>
                <a:lnTo>
                  <a:pt x="417968" y="580"/>
                </a:lnTo>
                <a:lnTo>
                  <a:pt x="417705" y="680"/>
                </a:lnTo>
                <a:lnTo>
                  <a:pt x="417447" y="789"/>
                </a:lnTo>
                <a:lnTo>
                  <a:pt x="417194" y="906"/>
                </a:lnTo>
                <a:lnTo>
                  <a:pt x="416948" y="1031"/>
                </a:lnTo>
                <a:lnTo>
                  <a:pt x="416708" y="1164"/>
                </a:lnTo>
                <a:lnTo>
                  <a:pt x="416473" y="1305"/>
                </a:lnTo>
                <a:lnTo>
                  <a:pt x="416244" y="1454"/>
                </a:lnTo>
                <a:lnTo>
                  <a:pt x="416022" y="1611"/>
                </a:lnTo>
                <a:lnTo>
                  <a:pt x="415805" y="1776"/>
                </a:lnTo>
                <a:lnTo>
                  <a:pt x="415593" y="1949"/>
                </a:lnTo>
                <a:lnTo>
                  <a:pt x="415388" y="2130"/>
                </a:lnTo>
                <a:lnTo>
                  <a:pt x="415189" y="2319"/>
                </a:lnTo>
                <a:lnTo>
                  <a:pt x="414996" y="2515"/>
                </a:lnTo>
                <a:lnTo>
                  <a:pt x="414812" y="2714"/>
                </a:lnTo>
                <a:lnTo>
                  <a:pt x="414636" y="2918"/>
                </a:lnTo>
                <a:lnTo>
                  <a:pt x="414468" y="3126"/>
                </a:lnTo>
                <a:lnTo>
                  <a:pt x="414308" y="3339"/>
                </a:lnTo>
                <a:lnTo>
                  <a:pt x="414157" y="3555"/>
                </a:lnTo>
                <a:lnTo>
                  <a:pt x="414013" y="3776"/>
                </a:lnTo>
                <a:lnTo>
                  <a:pt x="413878" y="4001"/>
                </a:lnTo>
                <a:lnTo>
                  <a:pt x="413751" y="4231"/>
                </a:lnTo>
                <a:lnTo>
                  <a:pt x="413632" y="4464"/>
                </a:lnTo>
                <a:lnTo>
                  <a:pt x="413522" y="4702"/>
                </a:lnTo>
                <a:lnTo>
                  <a:pt x="413420" y="4944"/>
                </a:lnTo>
                <a:lnTo>
                  <a:pt x="413325" y="5191"/>
                </a:lnTo>
                <a:lnTo>
                  <a:pt x="413239" y="5441"/>
                </a:lnTo>
                <a:lnTo>
                  <a:pt x="413162" y="5696"/>
                </a:lnTo>
                <a:lnTo>
                  <a:pt x="413092" y="5955"/>
                </a:lnTo>
                <a:lnTo>
                  <a:pt x="413031" y="6218"/>
                </a:lnTo>
                <a:lnTo>
                  <a:pt x="412977" y="6486"/>
                </a:lnTo>
                <a:lnTo>
                  <a:pt x="412932" y="6758"/>
                </a:lnTo>
                <a:lnTo>
                  <a:pt x="412895" y="7034"/>
                </a:lnTo>
                <a:lnTo>
                  <a:pt x="412867" y="7314"/>
                </a:lnTo>
                <a:lnTo>
                  <a:pt x="412846" y="7599"/>
                </a:lnTo>
                <a:lnTo>
                  <a:pt x="412834" y="7888"/>
                </a:lnTo>
                <a:lnTo>
                  <a:pt x="412830" y="8181"/>
                </a:lnTo>
                <a:lnTo>
                  <a:pt x="412834" y="8474"/>
                </a:lnTo>
                <a:lnTo>
                  <a:pt x="412846" y="8762"/>
                </a:lnTo>
                <a:lnTo>
                  <a:pt x="412867" y="9047"/>
                </a:lnTo>
                <a:lnTo>
                  <a:pt x="412895" y="9327"/>
                </a:lnTo>
                <a:lnTo>
                  <a:pt x="412932" y="9603"/>
                </a:lnTo>
                <a:lnTo>
                  <a:pt x="412977" y="9875"/>
                </a:lnTo>
                <a:lnTo>
                  <a:pt x="413031" y="10143"/>
                </a:lnTo>
                <a:lnTo>
                  <a:pt x="413092" y="10406"/>
                </a:lnTo>
                <a:lnTo>
                  <a:pt x="413162" y="10665"/>
                </a:lnTo>
                <a:lnTo>
                  <a:pt x="413239" y="10920"/>
                </a:lnTo>
                <a:lnTo>
                  <a:pt x="413325" y="11171"/>
                </a:lnTo>
                <a:lnTo>
                  <a:pt x="413420" y="11417"/>
                </a:lnTo>
                <a:lnTo>
                  <a:pt x="413522" y="11659"/>
                </a:lnTo>
                <a:lnTo>
                  <a:pt x="413632" y="11897"/>
                </a:lnTo>
                <a:lnTo>
                  <a:pt x="413751" y="12131"/>
                </a:lnTo>
                <a:lnTo>
                  <a:pt x="413878" y="12360"/>
                </a:lnTo>
                <a:lnTo>
                  <a:pt x="414013" y="12585"/>
                </a:lnTo>
                <a:lnTo>
                  <a:pt x="414157" y="12806"/>
                </a:lnTo>
                <a:lnTo>
                  <a:pt x="414308" y="13023"/>
                </a:lnTo>
                <a:lnTo>
                  <a:pt x="414468" y="13235"/>
                </a:lnTo>
                <a:lnTo>
                  <a:pt x="414636" y="13443"/>
                </a:lnTo>
                <a:lnTo>
                  <a:pt x="414812" y="13647"/>
                </a:lnTo>
                <a:lnTo>
                  <a:pt x="414996" y="13847"/>
                </a:lnTo>
                <a:lnTo>
                  <a:pt x="415189" y="14042"/>
                </a:lnTo>
                <a:lnTo>
                  <a:pt x="415388" y="14231"/>
                </a:lnTo>
                <a:lnTo>
                  <a:pt x="415593" y="14412"/>
                </a:lnTo>
                <a:lnTo>
                  <a:pt x="415805" y="14586"/>
                </a:lnTo>
                <a:lnTo>
                  <a:pt x="416022" y="14751"/>
                </a:lnTo>
                <a:lnTo>
                  <a:pt x="416244" y="14908"/>
                </a:lnTo>
                <a:lnTo>
                  <a:pt x="416473" y="15057"/>
                </a:lnTo>
                <a:lnTo>
                  <a:pt x="416708" y="15198"/>
                </a:lnTo>
                <a:lnTo>
                  <a:pt x="416948" y="15330"/>
                </a:lnTo>
                <a:lnTo>
                  <a:pt x="417194" y="15455"/>
                </a:lnTo>
                <a:lnTo>
                  <a:pt x="417447" y="15572"/>
                </a:lnTo>
                <a:lnTo>
                  <a:pt x="417705" y="15681"/>
                </a:lnTo>
                <a:lnTo>
                  <a:pt x="417968" y="15781"/>
                </a:lnTo>
                <a:lnTo>
                  <a:pt x="418238" y="15874"/>
                </a:lnTo>
                <a:lnTo>
                  <a:pt x="418514" y="15959"/>
                </a:lnTo>
                <a:lnTo>
                  <a:pt x="418795" y="16035"/>
                </a:lnTo>
                <a:lnTo>
                  <a:pt x="419082" y="16104"/>
                </a:lnTo>
                <a:lnTo>
                  <a:pt x="419375" y="16164"/>
                </a:lnTo>
                <a:lnTo>
                  <a:pt x="419674" y="16216"/>
                </a:lnTo>
                <a:lnTo>
                  <a:pt x="419979" y="16261"/>
                </a:lnTo>
                <a:lnTo>
                  <a:pt x="420290" y="16297"/>
                </a:lnTo>
                <a:lnTo>
                  <a:pt x="420606" y="16325"/>
                </a:lnTo>
                <a:lnTo>
                  <a:pt x="420928" y="16345"/>
                </a:lnTo>
                <a:lnTo>
                  <a:pt x="421257" y="16357"/>
                </a:lnTo>
                <a:lnTo>
                  <a:pt x="421591" y="16361"/>
                </a:lnTo>
                <a:lnTo>
                  <a:pt x="421918" y="16357"/>
                </a:lnTo>
                <a:lnTo>
                  <a:pt x="422240" y="16345"/>
                </a:lnTo>
                <a:lnTo>
                  <a:pt x="422557" y="16325"/>
                </a:lnTo>
                <a:lnTo>
                  <a:pt x="422868" y="16297"/>
                </a:lnTo>
                <a:close/>
                <a:moveTo>
                  <a:pt x="580430" y="38687"/>
                </a:moveTo>
                <a:lnTo>
                  <a:pt x="580719" y="38362"/>
                </a:lnTo>
                <a:lnTo>
                  <a:pt x="581013" y="38050"/>
                </a:lnTo>
                <a:lnTo>
                  <a:pt x="581313" y="37750"/>
                </a:lnTo>
                <a:lnTo>
                  <a:pt x="581619" y="37464"/>
                </a:lnTo>
                <a:lnTo>
                  <a:pt x="581930" y="37190"/>
                </a:lnTo>
                <a:lnTo>
                  <a:pt x="582246" y="36929"/>
                </a:lnTo>
                <a:lnTo>
                  <a:pt x="582569" y="36680"/>
                </a:lnTo>
                <a:lnTo>
                  <a:pt x="582896" y="36445"/>
                </a:lnTo>
                <a:lnTo>
                  <a:pt x="583230" y="36222"/>
                </a:lnTo>
                <a:lnTo>
                  <a:pt x="583568" y="36012"/>
                </a:lnTo>
                <a:lnTo>
                  <a:pt x="583913" y="35814"/>
                </a:lnTo>
                <a:lnTo>
                  <a:pt x="584263" y="35629"/>
                </a:lnTo>
                <a:lnTo>
                  <a:pt x="584618" y="35457"/>
                </a:lnTo>
                <a:lnTo>
                  <a:pt x="584979" y="35298"/>
                </a:lnTo>
                <a:lnTo>
                  <a:pt x="585346" y="35152"/>
                </a:lnTo>
                <a:lnTo>
                  <a:pt x="585718" y="35018"/>
                </a:lnTo>
                <a:lnTo>
                  <a:pt x="586096" y="34897"/>
                </a:lnTo>
                <a:lnTo>
                  <a:pt x="586479" y="34789"/>
                </a:lnTo>
                <a:lnTo>
                  <a:pt x="586867" y="34689"/>
                </a:lnTo>
                <a:lnTo>
                  <a:pt x="587258" y="34593"/>
                </a:lnTo>
                <a:lnTo>
                  <a:pt x="587652" y="34502"/>
                </a:lnTo>
                <a:lnTo>
                  <a:pt x="588049" y="34415"/>
                </a:lnTo>
                <a:lnTo>
                  <a:pt x="588450" y="34332"/>
                </a:lnTo>
                <a:lnTo>
                  <a:pt x="588854" y="34254"/>
                </a:lnTo>
                <a:lnTo>
                  <a:pt x="589261" y="34179"/>
                </a:lnTo>
                <a:lnTo>
                  <a:pt x="589671" y="34109"/>
                </a:lnTo>
                <a:lnTo>
                  <a:pt x="590084" y="34043"/>
                </a:lnTo>
                <a:lnTo>
                  <a:pt x="590501" y="33982"/>
                </a:lnTo>
                <a:lnTo>
                  <a:pt x="590921" y="33925"/>
                </a:lnTo>
                <a:lnTo>
                  <a:pt x="591344" y="33872"/>
                </a:lnTo>
                <a:lnTo>
                  <a:pt x="591770" y="33823"/>
                </a:lnTo>
                <a:lnTo>
                  <a:pt x="592200" y="33778"/>
                </a:lnTo>
                <a:lnTo>
                  <a:pt x="592633" y="33738"/>
                </a:lnTo>
                <a:lnTo>
                  <a:pt x="593069" y="33702"/>
                </a:lnTo>
                <a:lnTo>
                  <a:pt x="593508" y="33670"/>
                </a:lnTo>
                <a:lnTo>
                  <a:pt x="593950" y="33642"/>
                </a:lnTo>
                <a:lnTo>
                  <a:pt x="594396" y="33619"/>
                </a:lnTo>
                <a:lnTo>
                  <a:pt x="594845" y="33600"/>
                </a:lnTo>
                <a:lnTo>
                  <a:pt x="595297" y="33585"/>
                </a:lnTo>
                <a:lnTo>
                  <a:pt x="595752" y="33574"/>
                </a:lnTo>
                <a:lnTo>
                  <a:pt x="596210" y="33568"/>
                </a:lnTo>
                <a:lnTo>
                  <a:pt x="596672" y="33566"/>
                </a:lnTo>
                <a:lnTo>
                  <a:pt x="596672" y="21674"/>
                </a:lnTo>
                <a:lnTo>
                  <a:pt x="595940" y="21700"/>
                </a:lnTo>
                <a:lnTo>
                  <a:pt x="595219" y="21735"/>
                </a:lnTo>
                <a:lnTo>
                  <a:pt x="594509" y="21778"/>
                </a:lnTo>
                <a:lnTo>
                  <a:pt x="593809" y="21831"/>
                </a:lnTo>
                <a:lnTo>
                  <a:pt x="593120" y="21893"/>
                </a:lnTo>
                <a:lnTo>
                  <a:pt x="592442" y="21964"/>
                </a:lnTo>
                <a:lnTo>
                  <a:pt x="591774" y="22044"/>
                </a:lnTo>
                <a:lnTo>
                  <a:pt x="591117" y="22134"/>
                </a:lnTo>
                <a:lnTo>
                  <a:pt x="590471" y="22232"/>
                </a:lnTo>
                <a:lnTo>
                  <a:pt x="589835" y="22339"/>
                </a:lnTo>
                <a:lnTo>
                  <a:pt x="589210" y="22456"/>
                </a:lnTo>
                <a:lnTo>
                  <a:pt x="588596" y="22581"/>
                </a:lnTo>
                <a:lnTo>
                  <a:pt x="587992" y="22716"/>
                </a:lnTo>
                <a:lnTo>
                  <a:pt x="587399" y="22859"/>
                </a:lnTo>
                <a:lnTo>
                  <a:pt x="586817" y="23012"/>
                </a:lnTo>
                <a:lnTo>
                  <a:pt x="586245" y="23174"/>
                </a:lnTo>
                <a:lnTo>
                  <a:pt x="585684" y="23345"/>
                </a:lnTo>
                <a:lnTo>
                  <a:pt x="585134" y="23525"/>
                </a:lnTo>
                <a:lnTo>
                  <a:pt x="584595" y="23714"/>
                </a:lnTo>
                <a:lnTo>
                  <a:pt x="584066" y="23912"/>
                </a:lnTo>
                <a:lnTo>
                  <a:pt x="583547" y="24119"/>
                </a:lnTo>
                <a:lnTo>
                  <a:pt x="583040" y="24335"/>
                </a:lnTo>
                <a:lnTo>
                  <a:pt x="582543" y="24560"/>
                </a:lnTo>
                <a:lnTo>
                  <a:pt x="582057" y="24795"/>
                </a:lnTo>
                <a:lnTo>
                  <a:pt x="581581" y="25043"/>
                </a:lnTo>
                <a:lnTo>
                  <a:pt x="581114" y="25308"/>
                </a:lnTo>
                <a:lnTo>
                  <a:pt x="580656" y="25591"/>
                </a:lnTo>
                <a:lnTo>
                  <a:pt x="580207" y="25891"/>
                </a:lnTo>
                <a:lnTo>
                  <a:pt x="579768" y="26209"/>
                </a:lnTo>
                <a:lnTo>
                  <a:pt x="579338" y="26545"/>
                </a:lnTo>
                <a:lnTo>
                  <a:pt x="578917" y="26898"/>
                </a:lnTo>
                <a:lnTo>
                  <a:pt x="578505" y="27269"/>
                </a:lnTo>
                <a:lnTo>
                  <a:pt x="578102" y="27657"/>
                </a:lnTo>
                <a:lnTo>
                  <a:pt x="577709" y="28063"/>
                </a:lnTo>
                <a:lnTo>
                  <a:pt x="577325" y="28486"/>
                </a:lnTo>
                <a:lnTo>
                  <a:pt x="576950" y="28927"/>
                </a:lnTo>
                <a:lnTo>
                  <a:pt x="576584" y="29386"/>
                </a:lnTo>
                <a:lnTo>
                  <a:pt x="576228" y="29862"/>
                </a:lnTo>
                <a:lnTo>
                  <a:pt x="575881" y="30356"/>
                </a:lnTo>
                <a:lnTo>
                  <a:pt x="575543" y="30867"/>
                </a:lnTo>
                <a:lnTo>
                  <a:pt x="575214" y="31396"/>
                </a:lnTo>
                <a:lnTo>
                  <a:pt x="574894" y="31942"/>
                </a:lnTo>
                <a:lnTo>
                  <a:pt x="574584" y="32506"/>
                </a:lnTo>
                <a:lnTo>
                  <a:pt x="574282" y="33088"/>
                </a:lnTo>
                <a:lnTo>
                  <a:pt x="573990" y="33687"/>
                </a:lnTo>
                <a:lnTo>
                  <a:pt x="573708" y="34304"/>
                </a:lnTo>
                <a:lnTo>
                  <a:pt x="573434" y="34938"/>
                </a:lnTo>
                <a:lnTo>
                  <a:pt x="573408" y="35002"/>
                </a:lnTo>
                <a:lnTo>
                  <a:pt x="573106" y="34851"/>
                </a:lnTo>
                <a:lnTo>
                  <a:pt x="572513" y="34575"/>
                </a:lnTo>
                <a:lnTo>
                  <a:pt x="571909" y="34312"/>
                </a:lnTo>
                <a:lnTo>
                  <a:pt x="571293" y="34063"/>
                </a:lnTo>
                <a:lnTo>
                  <a:pt x="570665" y="33827"/>
                </a:lnTo>
                <a:lnTo>
                  <a:pt x="570025" y="33604"/>
                </a:lnTo>
                <a:lnTo>
                  <a:pt x="569373" y="33396"/>
                </a:lnTo>
                <a:lnTo>
                  <a:pt x="568710" y="33200"/>
                </a:lnTo>
                <a:lnTo>
                  <a:pt x="568034" y="33018"/>
                </a:lnTo>
                <a:lnTo>
                  <a:pt x="567347" y="32850"/>
                </a:lnTo>
                <a:lnTo>
                  <a:pt x="566648" y="32695"/>
                </a:lnTo>
                <a:lnTo>
                  <a:pt x="565937" y="32553"/>
                </a:lnTo>
                <a:lnTo>
                  <a:pt x="565214" y="32425"/>
                </a:lnTo>
                <a:lnTo>
                  <a:pt x="564479" y="32310"/>
                </a:lnTo>
                <a:lnTo>
                  <a:pt x="563733" y="32209"/>
                </a:lnTo>
                <a:lnTo>
                  <a:pt x="562974" y="32122"/>
                </a:lnTo>
                <a:lnTo>
                  <a:pt x="562204" y="32048"/>
                </a:lnTo>
                <a:lnTo>
                  <a:pt x="561422" y="31987"/>
                </a:lnTo>
                <a:lnTo>
                  <a:pt x="560628" y="31940"/>
                </a:lnTo>
                <a:lnTo>
                  <a:pt x="559823" y="31906"/>
                </a:lnTo>
                <a:lnTo>
                  <a:pt x="559005" y="31886"/>
                </a:lnTo>
                <a:lnTo>
                  <a:pt x="558176" y="31879"/>
                </a:lnTo>
                <a:lnTo>
                  <a:pt x="557367" y="31886"/>
                </a:lnTo>
                <a:lnTo>
                  <a:pt x="556568" y="31906"/>
                </a:lnTo>
                <a:lnTo>
                  <a:pt x="555781" y="31940"/>
                </a:lnTo>
                <a:lnTo>
                  <a:pt x="555004" y="31987"/>
                </a:lnTo>
                <a:lnTo>
                  <a:pt x="554237" y="32048"/>
                </a:lnTo>
                <a:lnTo>
                  <a:pt x="553482" y="32122"/>
                </a:lnTo>
                <a:lnTo>
                  <a:pt x="552737" y="32209"/>
                </a:lnTo>
                <a:lnTo>
                  <a:pt x="552003" y="32310"/>
                </a:lnTo>
                <a:lnTo>
                  <a:pt x="551279" y="32425"/>
                </a:lnTo>
                <a:lnTo>
                  <a:pt x="550566" y="32553"/>
                </a:lnTo>
                <a:lnTo>
                  <a:pt x="549864" y="32695"/>
                </a:lnTo>
                <a:lnTo>
                  <a:pt x="549173" y="32850"/>
                </a:lnTo>
                <a:lnTo>
                  <a:pt x="548492" y="33018"/>
                </a:lnTo>
                <a:lnTo>
                  <a:pt x="547822" y="33200"/>
                </a:lnTo>
                <a:lnTo>
                  <a:pt x="547162" y="33396"/>
                </a:lnTo>
                <a:lnTo>
                  <a:pt x="546513" y="33604"/>
                </a:lnTo>
                <a:lnTo>
                  <a:pt x="545875" y="33827"/>
                </a:lnTo>
                <a:lnTo>
                  <a:pt x="545248" y="34063"/>
                </a:lnTo>
                <a:lnTo>
                  <a:pt x="544631" y="34312"/>
                </a:lnTo>
                <a:lnTo>
                  <a:pt x="544025" y="34575"/>
                </a:lnTo>
                <a:lnTo>
                  <a:pt x="543429" y="34851"/>
                </a:lnTo>
                <a:lnTo>
                  <a:pt x="542845" y="35141"/>
                </a:lnTo>
                <a:lnTo>
                  <a:pt x="542270" y="35444"/>
                </a:lnTo>
                <a:lnTo>
                  <a:pt x="541707" y="35761"/>
                </a:lnTo>
                <a:lnTo>
                  <a:pt x="541155" y="36089"/>
                </a:lnTo>
                <a:lnTo>
                  <a:pt x="540613" y="36426"/>
                </a:lnTo>
                <a:lnTo>
                  <a:pt x="540083" y="36773"/>
                </a:lnTo>
                <a:lnTo>
                  <a:pt x="539564" y="37129"/>
                </a:lnTo>
                <a:lnTo>
                  <a:pt x="539056" y="37494"/>
                </a:lnTo>
                <a:lnTo>
                  <a:pt x="538559" y="37868"/>
                </a:lnTo>
                <a:lnTo>
                  <a:pt x="538073" y="38252"/>
                </a:lnTo>
                <a:lnTo>
                  <a:pt x="537598" y="38645"/>
                </a:lnTo>
                <a:lnTo>
                  <a:pt x="537135" y="39047"/>
                </a:lnTo>
                <a:lnTo>
                  <a:pt x="536682" y="39458"/>
                </a:lnTo>
                <a:lnTo>
                  <a:pt x="536241" y="39879"/>
                </a:lnTo>
                <a:lnTo>
                  <a:pt x="535810" y="40309"/>
                </a:lnTo>
                <a:lnTo>
                  <a:pt x="535391" y="40749"/>
                </a:lnTo>
                <a:lnTo>
                  <a:pt x="534983" y="41197"/>
                </a:lnTo>
                <a:lnTo>
                  <a:pt x="534586" y="41655"/>
                </a:lnTo>
                <a:lnTo>
                  <a:pt x="534201" y="42123"/>
                </a:lnTo>
                <a:lnTo>
                  <a:pt x="533826" y="42599"/>
                </a:lnTo>
                <a:lnTo>
                  <a:pt x="533462" y="43085"/>
                </a:lnTo>
                <a:lnTo>
                  <a:pt x="533110" y="43580"/>
                </a:lnTo>
                <a:lnTo>
                  <a:pt x="532769" y="44085"/>
                </a:lnTo>
                <a:lnTo>
                  <a:pt x="532438" y="44598"/>
                </a:lnTo>
                <a:lnTo>
                  <a:pt x="532119" y="45121"/>
                </a:lnTo>
                <a:lnTo>
                  <a:pt x="531811" y="45654"/>
                </a:lnTo>
                <a:lnTo>
                  <a:pt x="531514" y="46195"/>
                </a:lnTo>
                <a:lnTo>
                  <a:pt x="531229" y="46744"/>
                </a:lnTo>
                <a:lnTo>
                  <a:pt x="530956" y="47297"/>
                </a:lnTo>
                <a:lnTo>
                  <a:pt x="530695" y="47856"/>
                </a:lnTo>
                <a:lnTo>
                  <a:pt x="530446" y="48420"/>
                </a:lnTo>
                <a:lnTo>
                  <a:pt x="530209" y="48989"/>
                </a:lnTo>
                <a:lnTo>
                  <a:pt x="529985" y="49563"/>
                </a:lnTo>
                <a:lnTo>
                  <a:pt x="529772" y="50142"/>
                </a:lnTo>
                <a:lnTo>
                  <a:pt x="529572" y="50726"/>
                </a:lnTo>
                <a:lnTo>
                  <a:pt x="529384" y="51315"/>
                </a:lnTo>
                <a:lnTo>
                  <a:pt x="529208" y="51910"/>
                </a:lnTo>
                <a:lnTo>
                  <a:pt x="529044" y="52509"/>
                </a:lnTo>
                <a:lnTo>
                  <a:pt x="528892" y="53114"/>
                </a:lnTo>
                <a:lnTo>
                  <a:pt x="528753" y="53724"/>
                </a:lnTo>
                <a:lnTo>
                  <a:pt x="528625" y="54338"/>
                </a:lnTo>
                <a:lnTo>
                  <a:pt x="528510" y="54958"/>
                </a:lnTo>
                <a:lnTo>
                  <a:pt x="528407" y="55583"/>
                </a:lnTo>
                <a:lnTo>
                  <a:pt x="528316" y="56213"/>
                </a:lnTo>
                <a:lnTo>
                  <a:pt x="528237" y="56849"/>
                </a:lnTo>
                <a:lnTo>
                  <a:pt x="528170" y="57489"/>
                </a:lnTo>
                <a:lnTo>
                  <a:pt x="528116" y="58134"/>
                </a:lnTo>
                <a:lnTo>
                  <a:pt x="528073" y="58785"/>
                </a:lnTo>
                <a:lnTo>
                  <a:pt x="528043" y="59440"/>
                </a:lnTo>
                <a:lnTo>
                  <a:pt x="528025" y="60101"/>
                </a:lnTo>
                <a:lnTo>
                  <a:pt x="528018" y="60767"/>
                </a:lnTo>
                <a:lnTo>
                  <a:pt x="528024" y="61397"/>
                </a:lnTo>
                <a:lnTo>
                  <a:pt x="528042" y="62024"/>
                </a:lnTo>
                <a:lnTo>
                  <a:pt x="528072" y="62648"/>
                </a:lnTo>
                <a:lnTo>
                  <a:pt x="528114" y="63267"/>
                </a:lnTo>
                <a:lnTo>
                  <a:pt x="528168" y="63884"/>
                </a:lnTo>
                <a:lnTo>
                  <a:pt x="528234" y="64496"/>
                </a:lnTo>
                <a:lnTo>
                  <a:pt x="528312" y="65105"/>
                </a:lnTo>
                <a:lnTo>
                  <a:pt x="528402" y="65710"/>
                </a:lnTo>
                <a:lnTo>
                  <a:pt x="528504" y="66312"/>
                </a:lnTo>
                <a:lnTo>
                  <a:pt x="528618" y="66910"/>
                </a:lnTo>
                <a:lnTo>
                  <a:pt x="528744" y="67505"/>
                </a:lnTo>
                <a:lnTo>
                  <a:pt x="528882" y="68096"/>
                </a:lnTo>
                <a:lnTo>
                  <a:pt x="529032" y="68684"/>
                </a:lnTo>
                <a:lnTo>
                  <a:pt x="529194" y="69268"/>
                </a:lnTo>
                <a:lnTo>
                  <a:pt x="529368" y="69848"/>
                </a:lnTo>
                <a:lnTo>
                  <a:pt x="529553" y="70425"/>
                </a:lnTo>
                <a:lnTo>
                  <a:pt x="529751" y="70998"/>
                </a:lnTo>
                <a:lnTo>
                  <a:pt x="529961" y="71567"/>
                </a:lnTo>
                <a:lnTo>
                  <a:pt x="530183" y="72133"/>
                </a:lnTo>
                <a:lnTo>
                  <a:pt x="530417" y="72695"/>
                </a:lnTo>
                <a:lnTo>
                  <a:pt x="530663" y="73254"/>
                </a:lnTo>
                <a:lnTo>
                  <a:pt x="530921" y="73809"/>
                </a:lnTo>
                <a:lnTo>
                  <a:pt x="531190" y="74361"/>
                </a:lnTo>
                <a:lnTo>
                  <a:pt x="531472" y="74909"/>
                </a:lnTo>
                <a:lnTo>
                  <a:pt x="531766" y="75451"/>
                </a:lnTo>
                <a:lnTo>
                  <a:pt x="532071" y="75983"/>
                </a:lnTo>
                <a:lnTo>
                  <a:pt x="532387" y="76507"/>
                </a:lnTo>
                <a:lnTo>
                  <a:pt x="532715" y="77022"/>
                </a:lnTo>
                <a:lnTo>
                  <a:pt x="533054" y="77528"/>
                </a:lnTo>
                <a:lnTo>
                  <a:pt x="533404" y="78024"/>
                </a:lnTo>
                <a:lnTo>
                  <a:pt x="533766" y="78512"/>
                </a:lnTo>
                <a:lnTo>
                  <a:pt x="534140" y="78991"/>
                </a:lnTo>
                <a:lnTo>
                  <a:pt x="534524" y="79461"/>
                </a:lnTo>
                <a:lnTo>
                  <a:pt x="534921" y="79922"/>
                </a:lnTo>
                <a:lnTo>
                  <a:pt x="535328" y="80374"/>
                </a:lnTo>
                <a:lnTo>
                  <a:pt x="535747" y="80816"/>
                </a:lnTo>
                <a:lnTo>
                  <a:pt x="536178" y="81250"/>
                </a:lnTo>
                <a:lnTo>
                  <a:pt x="536619" y="81675"/>
                </a:lnTo>
                <a:lnTo>
                  <a:pt x="537073" y="82091"/>
                </a:lnTo>
                <a:lnTo>
                  <a:pt x="537537" y="82498"/>
                </a:lnTo>
                <a:lnTo>
                  <a:pt x="538013" y="82896"/>
                </a:lnTo>
                <a:lnTo>
                  <a:pt x="538501" y="83285"/>
                </a:lnTo>
                <a:lnTo>
                  <a:pt x="538971" y="83643"/>
                </a:lnTo>
                <a:lnTo>
                  <a:pt x="538638" y="83782"/>
                </a:lnTo>
                <a:lnTo>
                  <a:pt x="538099" y="84018"/>
                </a:lnTo>
                <a:lnTo>
                  <a:pt x="537575" y="84259"/>
                </a:lnTo>
                <a:lnTo>
                  <a:pt x="537065" y="84505"/>
                </a:lnTo>
                <a:lnTo>
                  <a:pt x="536569" y="84757"/>
                </a:lnTo>
                <a:lnTo>
                  <a:pt x="536088" y="85014"/>
                </a:lnTo>
                <a:lnTo>
                  <a:pt x="535621" y="85277"/>
                </a:lnTo>
                <a:lnTo>
                  <a:pt x="535168" y="85545"/>
                </a:lnTo>
                <a:lnTo>
                  <a:pt x="534730" y="85818"/>
                </a:lnTo>
                <a:lnTo>
                  <a:pt x="534306" y="86097"/>
                </a:lnTo>
                <a:lnTo>
                  <a:pt x="533896" y="86381"/>
                </a:lnTo>
                <a:lnTo>
                  <a:pt x="533501" y="86671"/>
                </a:lnTo>
                <a:lnTo>
                  <a:pt x="533120" y="86966"/>
                </a:lnTo>
                <a:lnTo>
                  <a:pt x="532753" y="87266"/>
                </a:lnTo>
                <a:lnTo>
                  <a:pt x="532401" y="87572"/>
                </a:lnTo>
                <a:lnTo>
                  <a:pt x="532063" y="87883"/>
                </a:lnTo>
                <a:lnTo>
                  <a:pt x="531740" y="88199"/>
                </a:lnTo>
                <a:lnTo>
                  <a:pt x="531430" y="88521"/>
                </a:lnTo>
                <a:lnTo>
                  <a:pt x="531135" y="88848"/>
                </a:lnTo>
                <a:lnTo>
                  <a:pt x="530853" y="89178"/>
                </a:lnTo>
                <a:lnTo>
                  <a:pt x="530584" y="89507"/>
                </a:lnTo>
                <a:lnTo>
                  <a:pt x="530326" y="89837"/>
                </a:lnTo>
                <a:lnTo>
                  <a:pt x="530080" y="90167"/>
                </a:lnTo>
                <a:lnTo>
                  <a:pt x="529846" y="90496"/>
                </a:lnTo>
                <a:lnTo>
                  <a:pt x="529624" y="90826"/>
                </a:lnTo>
                <a:lnTo>
                  <a:pt x="529414" y="91156"/>
                </a:lnTo>
                <a:lnTo>
                  <a:pt x="529216" y="91485"/>
                </a:lnTo>
                <a:lnTo>
                  <a:pt x="529031" y="91815"/>
                </a:lnTo>
                <a:lnTo>
                  <a:pt x="528857" y="92145"/>
                </a:lnTo>
                <a:lnTo>
                  <a:pt x="528695" y="92474"/>
                </a:lnTo>
                <a:lnTo>
                  <a:pt x="528545" y="92804"/>
                </a:lnTo>
                <a:lnTo>
                  <a:pt x="528407" y="93134"/>
                </a:lnTo>
                <a:lnTo>
                  <a:pt x="528281" y="93463"/>
                </a:lnTo>
                <a:lnTo>
                  <a:pt x="528167" y="93793"/>
                </a:lnTo>
                <a:lnTo>
                  <a:pt x="528065" y="94123"/>
                </a:lnTo>
                <a:lnTo>
                  <a:pt x="527975" y="94452"/>
                </a:lnTo>
                <a:lnTo>
                  <a:pt x="527897" y="94782"/>
                </a:lnTo>
                <a:lnTo>
                  <a:pt x="527831" y="95112"/>
                </a:lnTo>
                <a:lnTo>
                  <a:pt x="527777" y="95441"/>
                </a:lnTo>
                <a:lnTo>
                  <a:pt x="527735" y="95771"/>
                </a:lnTo>
                <a:lnTo>
                  <a:pt x="527705" y="96101"/>
                </a:lnTo>
                <a:lnTo>
                  <a:pt x="527687" y="96430"/>
                </a:lnTo>
                <a:lnTo>
                  <a:pt x="527681" y="96760"/>
                </a:lnTo>
                <a:lnTo>
                  <a:pt x="527685" y="96983"/>
                </a:lnTo>
                <a:lnTo>
                  <a:pt x="527695" y="97208"/>
                </a:lnTo>
                <a:lnTo>
                  <a:pt x="527712" y="97434"/>
                </a:lnTo>
                <a:lnTo>
                  <a:pt x="527735" y="97662"/>
                </a:lnTo>
                <a:lnTo>
                  <a:pt x="527766" y="97892"/>
                </a:lnTo>
                <a:lnTo>
                  <a:pt x="527803" y="98123"/>
                </a:lnTo>
                <a:lnTo>
                  <a:pt x="527846" y="98356"/>
                </a:lnTo>
                <a:lnTo>
                  <a:pt x="527897" y="98591"/>
                </a:lnTo>
                <a:lnTo>
                  <a:pt x="527954" y="98827"/>
                </a:lnTo>
                <a:lnTo>
                  <a:pt x="528018" y="99065"/>
                </a:lnTo>
                <a:lnTo>
                  <a:pt x="528088" y="99304"/>
                </a:lnTo>
                <a:lnTo>
                  <a:pt x="528166" y="99546"/>
                </a:lnTo>
                <a:lnTo>
                  <a:pt x="528250" y="99789"/>
                </a:lnTo>
                <a:lnTo>
                  <a:pt x="528341" y="100033"/>
                </a:lnTo>
                <a:lnTo>
                  <a:pt x="528438" y="100279"/>
                </a:lnTo>
                <a:lnTo>
                  <a:pt x="528543" y="100527"/>
                </a:lnTo>
                <a:lnTo>
                  <a:pt x="528654" y="100776"/>
                </a:lnTo>
                <a:lnTo>
                  <a:pt x="528771" y="101027"/>
                </a:lnTo>
                <a:lnTo>
                  <a:pt x="528896" y="101280"/>
                </a:lnTo>
                <a:lnTo>
                  <a:pt x="529027" y="101535"/>
                </a:lnTo>
                <a:lnTo>
                  <a:pt x="529165" y="101791"/>
                </a:lnTo>
                <a:lnTo>
                  <a:pt x="529310" y="102048"/>
                </a:lnTo>
                <a:lnTo>
                  <a:pt x="529461" y="102308"/>
                </a:lnTo>
                <a:lnTo>
                  <a:pt x="529619" y="102569"/>
                </a:lnTo>
                <a:lnTo>
                  <a:pt x="529785" y="102829"/>
                </a:lnTo>
                <a:lnTo>
                  <a:pt x="529961" y="103086"/>
                </a:lnTo>
                <a:lnTo>
                  <a:pt x="530145" y="103341"/>
                </a:lnTo>
                <a:lnTo>
                  <a:pt x="530340" y="103592"/>
                </a:lnTo>
                <a:lnTo>
                  <a:pt x="530543" y="103841"/>
                </a:lnTo>
                <a:lnTo>
                  <a:pt x="530756" y="104087"/>
                </a:lnTo>
                <a:lnTo>
                  <a:pt x="530978" y="104330"/>
                </a:lnTo>
                <a:lnTo>
                  <a:pt x="531210" y="104570"/>
                </a:lnTo>
                <a:lnTo>
                  <a:pt x="531451" y="104808"/>
                </a:lnTo>
                <a:lnTo>
                  <a:pt x="531701" y="105042"/>
                </a:lnTo>
                <a:lnTo>
                  <a:pt x="531961" y="105274"/>
                </a:lnTo>
                <a:lnTo>
                  <a:pt x="532230" y="105503"/>
                </a:lnTo>
                <a:lnTo>
                  <a:pt x="532509" y="105729"/>
                </a:lnTo>
                <a:lnTo>
                  <a:pt x="532797" y="105953"/>
                </a:lnTo>
                <a:lnTo>
                  <a:pt x="533094" y="106173"/>
                </a:lnTo>
                <a:lnTo>
                  <a:pt x="533400" y="106391"/>
                </a:lnTo>
                <a:lnTo>
                  <a:pt x="533716" y="106605"/>
                </a:lnTo>
                <a:lnTo>
                  <a:pt x="534041" y="106817"/>
                </a:lnTo>
                <a:lnTo>
                  <a:pt x="534376" y="107026"/>
                </a:lnTo>
                <a:lnTo>
                  <a:pt x="534720" y="107233"/>
                </a:lnTo>
                <a:lnTo>
                  <a:pt x="535073" y="107436"/>
                </a:lnTo>
                <a:lnTo>
                  <a:pt x="535436" y="107637"/>
                </a:lnTo>
                <a:lnTo>
                  <a:pt x="535808" y="107834"/>
                </a:lnTo>
                <a:lnTo>
                  <a:pt x="536189" y="108029"/>
                </a:lnTo>
                <a:lnTo>
                  <a:pt x="536582" y="108219"/>
                </a:lnTo>
                <a:lnTo>
                  <a:pt x="536986" y="108403"/>
                </a:lnTo>
                <a:lnTo>
                  <a:pt x="537403" y="108579"/>
                </a:lnTo>
                <a:lnTo>
                  <a:pt x="537625" y="108667"/>
                </a:lnTo>
                <a:lnTo>
                  <a:pt x="537256" y="108829"/>
                </a:lnTo>
                <a:lnTo>
                  <a:pt x="536503" y="109183"/>
                </a:lnTo>
                <a:lnTo>
                  <a:pt x="535773" y="109549"/>
                </a:lnTo>
                <a:lnTo>
                  <a:pt x="535066" y="109926"/>
                </a:lnTo>
                <a:lnTo>
                  <a:pt x="534383" y="110315"/>
                </a:lnTo>
                <a:lnTo>
                  <a:pt x="533723" y="110715"/>
                </a:lnTo>
                <a:lnTo>
                  <a:pt x="533086" y="111128"/>
                </a:lnTo>
                <a:lnTo>
                  <a:pt x="532473" y="111552"/>
                </a:lnTo>
                <a:lnTo>
                  <a:pt x="531882" y="111988"/>
                </a:lnTo>
                <a:lnTo>
                  <a:pt x="531315" y="112436"/>
                </a:lnTo>
                <a:lnTo>
                  <a:pt x="530771" y="112895"/>
                </a:lnTo>
                <a:lnTo>
                  <a:pt x="530251" y="113366"/>
                </a:lnTo>
                <a:lnTo>
                  <a:pt x="529752" y="113846"/>
                </a:lnTo>
                <a:lnTo>
                  <a:pt x="529275" y="114332"/>
                </a:lnTo>
                <a:lnTo>
                  <a:pt x="528819" y="114823"/>
                </a:lnTo>
                <a:lnTo>
                  <a:pt x="528385" y="115320"/>
                </a:lnTo>
                <a:lnTo>
                  <a:pt x="527971" y="115823"/>
                </a:lnTo>
                <a:lnTo>
                  <a:pt x="527579" y="116332"/>
                </a:lnTo>
                <a:lnTo>
                  <a:pt x="527208" y="116846"/>
                </a:lnTo>
                <a:lnTo>
                  <a:pt x="526858" y="117366"/>
                </a:lnTo>
                <a:lnTo>
                  <a:pt x="526529" y="117891"/>
                </a:lnTo>
                <a:lnTo>
                  <a:pt x="526222" y="118423"/>
                </a:lnTo>
                <a:lnTo>
                  <a:pt x="525935" y="118960"/>
                </a:lnTo>
                <a:lnTo>
                  <a:pt x="525670" y="119503"/>
                </a:lnTo>
                <a:lnTo>
                  <a:pt x="525426" y="120052"/>
                </a:lnTo>
                <a:lnTo>
                  <a:pt x="525204" y="120606"/>
                </a:lnTo>
                <a:lnTo>
                  <a:pt x="525002" y="121166"/>
                </a:lnTo>
                <a:lnTo>
                  <a:pt x="524822" y="121732"/>
                </a:lnTo>
                <a:lnTo>
                  <a:pt x="524663" y="122303"/>
                </a:lnTo>
                <a:lnTo>
                  <a:pt x="524525" y="122881"/>
                </a:lnTo>
                <a:lnTo>
                  <a:pt x="524409" y="123464"/>
                </a:lnTo>
                <a:lnTo>
                  <a:pt x="524313" y="124052"/>
                </a:lnTo>
                <a:lnTo>
                  <a:pt x="524239" y="124647"/>
                </a:lnTo>
                <a:lnTo>
                  <a:pt x="524186" y="125247"/>
                </a:lnTo>
                <a:lnTo>
                  <a:pt x="524154" y="125853"/>
                </a:lnTo>
                <a:lnTo>
                  <a:pt x="524144" y="126465"/>
                </a:lnTo>
                <a:lnTo>
                  <a:pt x="524149" y="126969"/>
                </a:lnTo>
                <a:lnTo>
                  <a:pt x="524167" y="127471"/>
                </a:lnTo>
                <a:lnTo>
                  <a:pt x="524197" y="127969"/>
                </a:lnTo>
                <a:lnTo>
                  <a:pt x="524238" y="128465"/>
                </a:lnTo>
                <a:lnTo>
                  <a:pt x="524292" y="128957"/>
                </a:lnTo>
                <a:lnTo>
                  <a:pt x="524357" y="129446"/>
                </a:lnTo>
                <a:lnTo>
                  <a:pt x="524434" y="129933"/>
                </a:lnTo>
                <a:lnTo>
                  <a:pt x="524523" y="130416"/>
                </a:lnTo>
                <a:lnTo>
                  <a:pt x="524623" y="130897"/>
                </a:lnTo>
                <a:lnTo>
                  <a:pt x="524736" y="131374"/>
                </a:lnTo>
                <a:lnTo>
                  <a:pt x="524860" y="131848"/>
                </a:lnTo>
                <a:lnTo>
                  <a:pt x="524996" y="132319"/>
                </a:lnTo>
                <a:lnTo>
                  <a:pt x="525144" y="132788"/>
                </a:lnTo>
                <a:lnTo>
                  <a:pt x="525304" y="133253"/>
                </a:lnTo>
                <a:lnTo>
                  <a:pt x="525476" y="133715"/>
                </a:lnTo>
                <a:lnTo>
                  <a:pt x="525660" y="134174"/>
                </a:lnTo>
                <a:lnTo>
                  <a:pt x="525855" y="134631"/>
                </a:lnTo>
                <a:lnTo>
                  <a:pt x="526063" y="135084"/>
                </a:lnTo>
                <a:lnTo>
                  <a:pt x="526282" y="135534"/>
                </a:lnTo>
                <a:lnTo>
                  <a:pt x="526513" y="135981"/>
                </a:lnTo>
                <a:lnTo>
                  <a:pt x="526756" y="136425"/>
                </a:lnTo>
                <a:lnTo>
                  <a:pt x="527010" y="136866"/>
                </a:lnTo>
                <a:lnTo>
                  <a:pt x="527277" y="137304"/>
                </a:lnTo>
                <a:lnTo>
                  <a:pt x="527555" y="137739"/>
                </a:lnTo>
                <a:lnTo>
                  <a:pt x="527847" y="138170"/>
                </a:lnTo>
                <a:lnTo>
                  <a:pt x="528153" y="138592"/>
                </a:lnTo>
                <a:lnTo>
                  <a:pt x="528475" y="139008"/>
                </a:lnTo>
                <a:lnTo>
                  <a:pt x="528811" y="139417"/>
                </a:lnTo>
                <a:lnTo>
                  <a:pt x="529161" y="139818"/>
                </a:lnTo>
                <a:lnTo>
                  <a:pt x="529527" y="140212"/>
                </a:lnTo>
                <a:lnTo>
                  <a:pt x="529907" y="140599"/>
                </a:lnTo>
                <a:lnTo>
                  <a:pt x="530302" y="140978"/>
                </a:lnTo>
                <a:lnTo>
                  <a:pt x="530712" y="141350"/>
                </a:lnTo>
                <a:lnTo>
                  <a:pt x="531137" y="141716"/>
                </a:lnTo>
                <a:lnTo>
                  <a:pt x="531576" y="142073"/>
                </a:lnTo>
                <a:lnTo>
                  <a:pt x="532030" y="142424"/>
                </a:lnTo>
                <a:lnTo>
                  <a:pt x="532499" y="142767"/>
                </a:lnTo>
                <a:lnTo>
                  <a:pt x="532983" y="143104"/>
                </a:lnTo>
                <a:lnTo>
                  <a:pt x="533481" y="143433"/>
                </a:lnTo>
                <a:lnTo>
                  <a:pt x="533995" y="143754"/>
                </a:lnTo>
                <a:lnTo>
                  <a:pt x="534523" y="144069"/>
                </a:lnTo>
                <a:lnTo>
                  <a:pt x="535065" y="144376"/>
                </a:lnTo>
                <a:lnTo>
                  <a:pt x="535623" y="144676"/>
                </a:lnTo>
                <a:lnTo>
                  <a:pt x="536195" y="144969"/>
                </a:lnTo>
                <a:lnTo>
                  <a:pt x="536782" y="145254"/>
                </a:lnTo>
                <a:lnTo>
                  <a:pt x="537384" y="145533"/>
                </a:lnTo>
                <a:lnTo>
                  <a:pt x="538001" y="145804"/>
                </a:lnTo>
                <a:lnTo>
                  <a:pt x="538632" y="146068"/>
                </a:lnTo>
                <a:lnTo>
                  <a:pt x="539280" y="146322"/>
                </a:lnTo>
                <a:lnTo>
                  <a:pt x="539945" y="146566"/>
                </a:lnTo>
                <a:lnTo>
                  <a:pt x="540628" y="146800"/>
                </a:lnTo>
                <a:lnTo>
                  <a:pt x="541328" y="147022"/>
                </a:lnTo>
                <a:lnTo>
                  <a:pt x="542046" y="147233"/>
                </a:lnTo>
                <a:lnTo>
                  <a:pt x="542781" y="147434"/>
                </a:lnTo>
                <a:lnTo>
                  <a:pt x="543534" y="147624"/>
                </a:lnTo>
                <a:lnTo>
                  <a:pt x="544304" y="147803"/>
                </a:lnTo>
                <a:lnTo>
                  <a:pt x="545092" y="147971"/>
                </a:lnTo>
                <a:lnTo>
                  <a:pt x="545898" y="148128"/>
                </a:lnTo>
                <a:lnTo>
                  <a:pt x="546721" y="148274"/>
                </a:lnTo>
                <a:lnTo>
                  <a:pt x="547562" y="148410"/>
                </a:lnTo>
                <a:lnTo>
                  <a:pt x="548420" y="148535"/>
                </a:lnTo>
                <a:lnTo>
                  <a:pt x="549295" y="148648"/>
                </a:lnTo>
                <a:lnTo>
                  <a:pt x="550189" y="148751"/>
                </a:lnTo>
                <a:lnTo>
                  <a:pt x="551100" y="148844"/>
                </a:lnTo>
                <a:lnTo>
                  <a:pt x="552028" y="148925"/>
                </a:lnTo>
                <a:lnTo>
                  <a:pt x="552974" y="148995"/>
                </a:lnTo>
                <a:lnTo>
                  <a:pt x="553937" y="149055"/>
                </a:lnTo>
                <a:lnTo>
                  <a:pt x="554918" y="149104"/>
                </a:lnTo>
                <a:lnTo>
                  <a:pt x="555917" y="149142"/>
                </a:lnTo>
                <a:lnTo>
                  <a:pt x="556933" y="149169"/>
                </a:lnTo>
                <a:lnTo>
                  <a:pt x="557967" y="149185"/>
                </a:lnTo>
                <a:lnTo>
                  <a:pt x="559018" y="149191"/>
                </a:lnTo>
                <a:lnTo>
                  <a:pt x="560540" y="149178"/>
                </a:lnTo>
                <a:lnTo>
                  <a:pt x="562031" y="149140"/>
                </a:lnTo>
                <a:lnTo>
                  <a:pt x="563492" y="149076"/>
                </a:lnTo>
                <a:lnTo>
                  <a:pt x="564922" y="148987"/>
                </a:lnTo>
                <a:lnTo>
                  <a:pt x="566321" y="148873"/>
                </a:lnTo>
                <a:lnTo>
                  <a:pt x="567689" y="148733"/>
                </a:lnTo>
                <a:lnTo>
                  <a:pt x="569027" y="148567"/>
                </a:lnTo>
                <a:lnTo>
                  <a:pt x="570334" y="148376"/>
                </a:lnTo>
                <a:lnTo>
                  <a:pt x="571610" y="148160"/>
                </a:lnTo>
                <a:lnTo>
                  <a:pt x="572856" y="147918"/>
                </a:lnTo>
                <a:lnTo>
                  <a:pt x="574071" y="147651"/>
                </a:lnTo>
                <a:lnTo>
                  <a:pt x="575255" y="147358"/>
                </a:lnTo>
                <a:lnTo>
                  <a:pt x="576408" y="147040"/>
                </a:lnTo>
                <a:lnTo>
                  <a:pt x="577531" y="146697"/>
                </a:lnTo>
                <a:lnTo>
                  <a:pt x="578623" y="146328"/>
                </a:lnTo>
                <a:lnTo>
                  <a:pt x="579684" y="145933"/>
                </a:lnTo>
                <a:lnTo>
                  <a:pt x="580715" y="145513"/>
                </a:lnTo>
                <a:lnTo>
                  <a:pt x="581715" y="145068"/>
                </a:lnTo>
                <a:lnTo>
                  <a:pt x="582684" y="144597"/>
                </a:lnTo>
                <a:lnTo>
                  <a:pt x="583622" y="144101"/>
                </a:lnTo>
                <a:lnTo>
                  <a:pt x="584530" y="143579"/>
                </a:lnTo>
                <a:lnTo>
                  <a:pt x="585407" y="143032"/>
                </a:lnTo>
                <a:lnTo>
                  <a:pt x="586253" y="142459"/>
                </a:lnTo>
                <a:lnTo>
                  <a:pt x="587069" y="141861"/>
                </a:lnTo>
                <a:lnTo>
                  <a:pt x="587853" y="141243"/>
                </a:lnTo>
                <a:lnTo>
                  <a:pt x="588603" y="140611"/>
                </a:lnTo>
                <a:lnTo>
                  <a:pt x="589320" y="139965"/>
                </a:lnTo>
                <a:lnTo>
                  <a:pt x="590003" y="139304"/>
                </a:lnTo>
                <a:lnTo>
                  <a:pt x="590654" y="138629"/>
                </a:lnTo>
                <a:lnTo>
                  <a:pt x="591270" y="137939"/>
                </a:lnTo>
                <a:lnTo>
                  <a:pt x="591854" y="137235"/>
                </a:lnTo>
                <a:lnTo>
                  <a:pt x="592404" y="136517"/>
                </a:lnTo>
                <a:lnTo>
                  <a:pt x="592921" y="135785"/>
                </a:lnTo>
                <a:lnTo>
                  <a:pt x="593404" y="135038"/>
                </a:lnTo>
                <a:lnTo>
                  <a:pt x="593855" y="134277"/>
                </a:lnTo>
                <a:lnTo>
                  <a:pt x="594271" y="133502"/>
                </a:lnTo>
                <a:lnTo>
                  <a:pt x="594655" y="132712"/>
                </a:lnTo>
                <a:lnTo>
                  <a:pt x="595005" y="131908"/>
                </a:lnTo>
                <a:lnTo>
                  <a:pt x="595322" y="131090"/>
                </a:lnTo>
                <a:lnTo>
                  <a:pt x="595605" y="130257"/>
                </a:lnTo>
                <a:lnTo>
                  <a:pt x="595855" y="129410"/>
                </a:lnTo>
                <a:lnTo>
                  <a:pt x="596072" y="128549"/>
                </a:lnTo>
                <a:lnTo>
                  <a:pt x="596255" y="127673"/>
                </a:lnTo>
                <a:lnTo>
                  <a:pt x="596405" y="126783"/>
                </a:lnTo>
                <a:lnTo>
                  <a:pt x="596522" y="125879"/>
                </a:lnTo>
                <a:lnTo>
                  <a:pt x="596605" y="124961"/>
                </a:lnTo>
                <a:lnTo>
                  <a:pt x="596655" y="124028"/>
                </a:lnTo>
                <a:lnTo>
                  <a:pt x="596672" y="123081"/>
                </a:lnTo>
                <a:lnTo>
                  <a:pt x="596658" y="122130"/>
                </a:lnTo>
                <a:lnTo>
                  <a:pt x="596615" y="121200"/>
                </a:lnTo>
                <a:lnTo>
                  <a:pt x="596544" y="120291"/>
                </a:lnTo>
                <a:lnTo>
                  <a:pt x="596444" y="119403"/>
                </a:lnTo>
                <a:lnTo>
                  <a:pt x="596316" y="118536"/>
                </a:lnTo>
                <a:lnTo>
                  <a:pt x="596159" y="117690"/>
                </a:lnTo>
                <a:lnTo>
                  <a:pt x="595973" y="116864"/>
                </a:lnTo>
                <a:lnTo>
                  <a:pt x="595760" y="116060"/>
                </a:lnTo>
                <a:lnTo>
                  <a:pt x="595517" y="115277"/>
                </a:lnTo>
                <a:lnTo>
                  <a:pt x="595246" y="114514"/>
                </a:lnTo>
                <a:lnTo>
                  <a:pt x="594947" y="113773"/>
                </a:lnTo>
                <a:lnTo>
                  <a:pt x="594619" y="113052"/>
                </a:lnTo>
                <a:lnTo>
                  <a:pt x="594262" y="112352"/>
                </a:lnTo>
                <a:lnTo>
                  <a:pt x="593877" y="111674"/>
                </a:lnTo>
                <a:lnTo>
                  <a:pt x="593464" y="111016"/>
                </a:lnTo>
                <a:lnTo>
                  <a:pt x="593022" y="110379"/>
                </a:lnTo>
                <a:lnTo>
                  <a:pt x="592551" y="109763"/>
                </a:lnTo>
                <a:lnTo>
                  <a:pt x="592052" y="109168"/>
                </a:lnTo>
                <a:lnTo>
                  <a:pt x="591525" y="108594"/>
                </a:lnTo>
                <a:lnTo>
                  <a:pt x="590969" y="108040"/>
                </a:lnTo>
                <a:lnTo>
                  <a:pt x="590384" y="107508"/>
                </a:lnTo>
                <a:lnTo>
                  <a:pt x="589771" y="106997"/>
                </a:lnTo>
                <a:lnTo>
                  <a:pt x="589129" y="106506"/>
                </a:lnTo>
                <a:lnTo>
                  <a:pt x="588459" y="106037"/>
                </a:lnTo>
                <a:lnTo>
                  <a:pt x="587756" y="105587"/>
                </a:lnTo>
                <a:lnTo>
                  <a:pt x="587014" y="105157"/>
                </a:lnTo>
                <a:lnTo>
                  <a:pt x="586235" y="104746"/>
                </a:lnTo>
                <a:lnTo>
                  <a:pt x="585418" y="104354"/>
                </a:lnTo>
                <a:lnTo>
                  <a:pt x="584563" y="103981"/>
                </a:lnTo>
                <a:lnTo>
                  <a:pt x="583671" y="103627"/>
                </a:lnTo>
                <a:lnTo>
                  <a:pt x="582740" y="103292"/>
                </a:lnTo>
                <a:lnTo>
                  <a:pt x="581771" y="102977"/>
                </a:lnTo>
                <a:lnTo>
                  <a:pt x="580765" y="102680"/>
                </a:lnTo>
                <a:lnTo>
                  <a:pt x="579721" y="102403"/>
                </a:lnTo>
                <a:lnTo>
                  <a:pt x="578639" y="102145"/>
                </a:lnTo>
                <a:lnTo>
                  <a:pt x="577519" y="101906"/>
                </a:lnTo>
                <a:lnTo>
                  <a:pt x="576361" y="101686"/>
                </a:lnTo>
                <a:lnTo>
                  <a:pt x="575165" y="101485"/>
                </a:lnTo>
                <a:lnTo>
                  <a:pt x="573931" y="101303"/>
                </a:lnTo>
                <a:lnTo>
                  <a:pt x="572660" y="101141"/>
                </a:lnTo>
                <a:lnTo>
                  <a:pt x="571350" y="100997"/>
                </a:lnTo>
                <a:lnTo>
                  <a:pt x="570003" y="100873"/>
                </a:lnTo>
                <a:lnTo>
                  <a:pt x="568618" y="100768"/>
                </a:lnTo>
                <a:lnTo>
                  <a:pt x="567195" y="100682"/>
                </a:lnTo>
                <a:lnTo>
                  <a:pt x="565734" y="100615"/>
                </a:lnTo>
                <a:lnTo>
                  <a:pt x="564235" y="100567"/>
                </a:lnTo>
                <a:lnTo>
                  <a:pt x="562698" y="100538"/>
                </a:lnTo>
                <a:lnTo>
                  <a:pt x="561124" y="100529"/>
                </a:lnTo>
                <a:lnTo>
                  <a:pt x="556491" y="100529"/>
                </a:lnTo>
                <a:lnTo>
                  <a:pt x="555962" y="100520"/>
                </a:lnTo>
                <a:lnTo>
                  <a:pt x="555442" y="100510"/>
                </a:lnTo>
                <a:lnTo>
                  <a:pt x="554932" y="100497"/>
                </a:lnTo>
                <a:lnTo>
                  <a:pt x="554432" y="100482"/>
                </a:lnTo>
                <a:lnTo>
                  <a:pt x="553940" y="100464"/>
                </a:lnTo>
                <a:lnTo>
                  <a:pt x="553458" y="100444"/>
                </a:lnTo>
                <a:lnTo>
                  <a:pt x="552986" y="100422"/>
                </a:lnTo>
                <a:lnTo>
                  <a:pt x="552522" y="100397"/>
                </a:lnTo>
                <a:lnTo>
                  <a:pt x="552068" y="100370"/>
                </a:lnTo>
                <a:lnTo>
                  <a:pt x="551624" y="100340"/>
                </a:lnTo>
                <a:lnTo>
                  <a:pt x="551188" y="100309"/>
                </a:lnTo>
                <a:lnTo>
                  <a:pt x="550763" y="100274"/>
                </a:lnTo>
                <a:lnTo>
                  <a:pt x="550346" y="100238"/>
                </a:lnTo>
                <a:lnTo>
                  <a:pt x="549939" y="100199"/>
                </a:lnTo>
                <a:lnTo>
                  <a:pt x="549541" y="100158"/>
                </a:lnTo>
                <a:lnTo>
                  <a:pt x="549153" y="100114"/>
                </a:lnTo>
                <a:lnTo>
                  <a:pt x="548774" y="100068"/>
                </a:lnTo>
                <a:lnTo>
                  <a:pt x="548404" y="100020"/>
                </a:lnTo>
                <a:lnTo>
                  <a:pt x="548044" y="99969"/>
                </a:lnTo>
                <a:lnTo>
                  <a:pt x="547693" y="99916"/>
                </a:lnTo>
                <a:lnTo>
                  <a:pt x="547351" y="99861"/>
                </a:lnTo>
                <a:lnTo>
                  <a:pt x="547019" y="99803"/>
                </a:lnTo>
                <a:lnTo>
                  <a:pt x="546696" y="99743"/>
                </a:lnTo>
                <a:lnTo>
                  <a:pt x="546382" y="99680"/>
                </a:lnTo>
                <a:lnTo>
                  <a:pt x="546077" y="99615"/>
                </a:lnTo>
                <a:lnTo>
                  <a:pt x="545780" y="99549"/>
                </a:lnTo>
                <a:lnTo>
                  <a:pt x="545490" y="99480"/>
                </a:lnTo>
                <a:lnTo>
                  <a:pt x="545208" y="99410"/>
                </a:lnTo>
                <a:lnTo>
                  <a:pt x="544933" y="99338"/>
                </a:lnTo>
                <a:lnTo>
                  <a:pt x="544666" y="99263"/>
                </a:lnTo>
                <a:lnTo>
                  <a:pt x="544406" y="99187"/>
                </a:lnTo>
                <a:lnTo>
                  <a:pt x="544155" y="99109"/>
                </a:lnTo>
                <a:lnTo>
                  <a:pt x="543910" y="99029"/>
                </a:lnTo>
                <a:lnTo>
                  <a:pt x="543674" y="98948"/>
                </a:lnTo>
                <a:lnTo>
                  <a:pt x="543445" y="98864"/>
                </a:lnTo>
                <a:lnTo>
                  <a:pt x="543223" y="98778"/>
                </a:lnTo>
                <a:lnTo>
                  <a:pt x="543010" y="98690"/>
                </a:lnTo>
                <a:lnTo>
                  <a:pt x="542803" y="98601"/>
                </a:lnTo>
                <a:lnTo>
                  <a:pt x="542605" y="98510"/>
                </a:lnTo>
                <a:lnTo>
                  <a:pt x="542414" y="98416"/>
                </a:lnTo>
                <a:lnTo>
                  <a:pt x="542230" y="98321"/>
                </a:lnTo>
                <a:lnTo>
                  <a:pt x="542055" y="98224"/>
                </a:lnTo>
                <a:lnTo>
                  <a:pt x="541886" y="98125"/>
                </a:lnTo>
                <a:lnTo>
                  <a:pt x="541726" y="98024"/>
                </a:lnTo>
                <a:lnTo>
                  <a:pt x="541573" y="97921"/>
                </a:lnTo>
                <a:lnTo>
                  <a:pt x="541427" y="97816"/>
                </a:lnTo>
                <a:lnTo>
                  <a:pt x="541290" y="97709"/>
                </a:lnTo>
                <a:lnTo>
                  <a:pt x="541160" y="97601"/>
                </a:lnTo>
                <a:lnTo>
                  <a:pt x="541036" y="97491"/>
                </a:lnTo>
                <a:lnTo>
                  <a:pt x="540917" y="97379"/>
                </a:lnTo>
                <a:lnTo>
                  <a:pt x="540804" y="97267"/>
                </a:lnTo>
                <a:lnTo>
                  <a:pt x="540696" y="97154"/>
                </a:lnTo>
                <a:lnTo>
                  <a:pt x="540594" y="97040"/>
                </a:lnTo>
                <a:lnTo>
                  <a:pt x="540496" y="96924"/>
                </a:lnTo>
                <a:lnTo>
                  <a:pt x="540404" y="96808"/>
                </a:lnTo>
                <a:lnTo>
                  <a:pt x="540317" y="96691"/>
                </a:lnTo>
                <a:lnTo>
                  <a:pt x="540236" y="96572"/>
                </a:lnTo>
                <a:lnTo>
                  <a:pt x="540159" y="96453"/>
                </a:lnTo>
                <a:lnTo>
                  <a:pt x="540088" y="96333"/>
                </a:lnTo>
                <a:lnTo>
                  <a:pt x="540022" y="96211"/>
                </a:lnTo>
                <a:lnTo>
                  <a:pt x="539962" y="96089"/>
                </a:lnTo>
                <a:lnTo>
                  <a:pt x="539906" y="95965"/>
                </a:lnTo>
                <a:lnTo>
                  <a:pt x="539856" y="95840"/>
                </a:lnTo>
                <a:lnTo>
                  <a:pt x="539812" y="95715"/>
                </a:lnTo>
                <a:lnTo>
                  <a:pt x="539772" y="95588"/>
                </a:lnTo>
                <a:lnTo>
                  <a:pt x="539738" y="95460"/>
                </a:lnTo>
                <a:lnTo>
                  <a:pt x="539709" y="95332"/>
                </a:lnTo>
                <a:lnTo>
                  <a:pt x="539685" y="95202"/>
                </a:lnTo>
                <a:lnTo>
                  <a:pt x="539667" y="95071"/>
                </a:lnTo>
                <a:lnTo>
                  <a:pt x="539654" y="94939"/>
                </a:lnTo>
                <a:lnTo>
                  <a:pt x="539646" y="94807"/>
                </a:lnTo>
                <a:lnTo>
                  <a:pt x="539643" y="94673"/>
                </a:lnTo>
                <a:lnTo>
                  <a:pt x="539648" y="94482"/>
                </a:lnTo>
                <a:lnTo>
                  <a:pt x="539661" y="94292"/>
                </a:lnTo>
                <a:lnTo>
                  <a:pt x="539683" y="94103"/>
                </a:lnTo>
                <a:lnTo>
                  <a:pt x="539713" y="93914"/>
                </a:lnTo>
                <a:lnTo>
                  <a:pt x="539753" y="93726"/>
                </a:lnTo>
                <a:lnTo>
                  <a:pt x="539801" y="93538"/>
                </a:lnTo>
                <a:lnTo>
                  <a:pt x="539858" y="93351"/>
                </a:lnTo>
                <a:lnTo>
                  <a:pt x="539924" y="93165"/>
                </a:lnTo>
                <a:lnTo>
                  <a:pt x="539999" y="92979"/>
                </a:lnTo>
                <a:lnTo>
                  <a:pt x="540082" y="92793"/>
                </a:lnTo>
                <a:lnTo>
                  <a:pt x="540174" y="92609"/>
                </a:lnTo>
                <a:lnTo>
                  <a:pt x="540275" y="92425"/>
                </a:lnTo>
                <a:lnTo>
                  <a:pt x="540385" y="92241"/>
                </a:lnTo>
                <a:lnTo>
                  <a:pt x="540503" y="92058"/>
                </a:lnTo>
                <a:lnTo>
                  <a:pt x="540630" y="91876"/>
                </a:lnTo>
                <a:lnTo>
                  <a:pt x="540766" y="91694"/>
                </a:lnTo>
                <a:lnTo>
                  <a:pt x="540911" y="91513"/>
                </a:lnTo>
                <a:lnTo>
                  <a:pt x="541065" y="91332"/>
                </a:lnTo>
                <a:lnTo>
                  <a:pt x="541227" y="91152"/>
                </a:lnTo>
                <a:lnTo>
                  <a:pt x="541398" y="90973"/>
                </a:lnTo>
                <a:lnTo>
                  <a:pt x="541578" y="90794"/>
                </a:lnTo>
                <a:lnTo>
                  <a:pt x="541767" y="90616"/>
                </a:lnTo>
                <a:lnTo>
                  <a:pt x="541964" y="90438"/>
                </a:lnTo>
                <a:lnTo>
                  <a:pt x="542170" y="90261"/>
                </a:lnTo>
                <a:lnTo>
                  <a:pt x="542385" y="90086"/>
                </a:lnTo>
                <a:lnTo>
                  <a:pt x="542606" y="89914"/>
                </a:lnTo>
                <a:lnTo>
                  <a:pt x="542835" y="89747"/>
                </a:lnTo>
                <a:lnTo>
                  <a:pt x="543071" y="89583"/>
                </a:lnTo>
                <a:lnTo>
                  <a:pt x="543315" y="89424"/>
                </a:lnTo>
                <a:lnTo>
                  <a:pt x="543566" y="89268"/>
                </a:lnTo>
                <a:lnTo>
                  <a:pt x="543824" y="89116"/>
                </a:lnTo>
                <a:lnTo>
                  <a:pt x="544089" y="88968"/>
                </a:lnTo>
                <a:lnTo>
                  <a:pt x="544362" y="88823"/>
                </a:lnTo>
                <a:lnTo>
                  <a:pt x="544642" y="88683"/>
                </a:lnTo>
                <a:lnTo>
                  <a:pt x="544929" y="88546"/>
                </a:lnTo>
                <a:lnTo>
                  <a:pt x="545224" y="88413"/>
                </a:lnTo>
                <a:lnTo>
                  <a:pt x="545526" y="88284"/>
                </a:lnTo>
                <a:lnTo>
                  <a:pt x="545835" y="88159"/>
                </a:lnTo>
                <a:lnTo>
                  <a:pt x="546152" y="88038"/>
                </a:lnTo>
                <a:lnTo>
                  <a:pt x="546476" y="87920"/>
                </a:lnTo>
                <a:lnTo>
                  <a:pt x="546807" y="87807"/>
                </a:lnTo>
                <a:lnTo>
                  <a:pt x="546910" y="87773"/>
                </a:lnTo>
                <a:lnTo>
                  <a:pt x="547134" y="87847"/>
                </a:lnTo>
                <a:lnTo>
                  <a:pt x="547793" y="88047"/>
                </a:lnTo>
                <a:lnTo>
                  <a:pt x="548462" y="88233"/>
                </a:lnTo>
                <a:lnTo>
                  <a:pt x="549141" y="88405"/>
                </a:lnTo>
                <a:lnTo>
                  <a:pt x="549831" y="88563"/>
                </a:lnTo>
                <a:lnTo>
                  <a:pt x="550530" y="88708"/>
                </a:lnTo>
                <a:lnTo>
                  <a:pt x="551240" y="88839"/>
                </a:lnTo>
                <a:lnTo>
                  <a:pt x="551961" y="88956"/>
                </a:lnTo>
                <a:lnTo>
                  <a:pt x="552691" y="89059"/>
                </a:lnTo>
                <a:lnTo>
                  <a:pt x="553432" y="89148"/>
                </a:lnTo>
                <a:lnTo>
                  <a:pt x="554183" y="89224"/>
                </a:lnTo>
                <a:lnTo>
                  <a:pt x="554944" y="89286"/>
                </a:lnTo>
                <a:lnTo>
                  <a:pt x="555716" y="89334"/>
                </a:lnTo>
                <a:lnTo>
                  <a:pt x="556497" y="89369"/>
                </a:lnTo>
                <a:lnTo>
                  <a:pt x="557289" y="89389"/>
                </a:lnTo>
                <a:lnTo>
                  <a:pt x="558091" y="89396"/>
                </a:lnTo>
                <a:lnTo>
                  <a:pt x="558921" y="89390"/>
                </a:lnTo>
                <a:lnTo>
                  <a:pt x="559738" y="89369"/>
                </a:lnTo>
                <a:lnTo>
                  <a:pt x="560544" y="89335"/>
                </a:lnTo>
                <a:lnTo>
                  <a:pt x="561338" y="89287"/>
                </a:lnTo>
                <a:lnTo>
                  <a:pt x="562120" y="89226"/>
                </a:lnTo>
                <a:lnTo>
                  <a:pt x="562890" y="89151"/>
                </a:lnTo>
                <a:lnTo>
                  <a:pt x="563649" y="89063"/>
                </a:lnTo>
                <a:lnTo>
                  <a:pt x="564395" y="88961"/>
                </a:lnTo>
                <a:lnTo>
                  <a:pt x="565130" y="88845"/>
                </a:lnTo>
                <a:lnTo>
                  <a:pt x="565853" y="88715"/>
                </a:lnTo>
                <a:lnTo>
                  <a:pt x="566564" y="88573"/>
                </a:lnTo>
                <a:lnTo>
                  <a:pt x="567263" y="88416"/>
                </a:lnTo>
                <a:lnTo>
                  <a:pt x="567950" y="88246"/>
                </a:lnTo>
                <a:lnTo>
                  <a:pt x="568625" y="88062"/>
                </a:lnTo>
                <a:lnTo>
                  <a:pt x="569289" y="87864"/>
                </a:lnTo>
                <a:lnTo>
                  <a:pt x="569941" y="87653"/>
                </a:lnTo>
                <a:lnTo>
                  <a:pt x="570581" y="87429"/>
                </a:lnTo>
                <a:lnTo>
                  <a:pt x="571209" y="87190"/>
                </a:lnTo>
                <a:lnTo>
                  <a:pt x="571825" y="86939"/>
                </a:lnTo>
                <a:lnTo>
                  <a:pt x="572429" y="86673"/>
                </a:lnTo>
                <a:lnTo>
                  <a:pt x="573022" y="86394"/>
                </a:lnTo>
                <a:lnTo>
                  <a:pt x="573602" y="86101"/>
                </a:lnTo>
                <a:lnTo>
                  <a:pt x="574171" y="85795"/>
                </a:lnTo>
                <a:lnTo>
                  <a:pt x="574728" y="85475"/>
                </a:lnTo>
                <a:lnTo>
                  <a:pt x="575274" y="85143"/>
                </a:lnTo>
                <a:lnTo>
                  <a:pt x="575808" y="84803"/>
                </a:lnTo>
                <a:lnTo>
                  <a:pt x="576331" y="84453"/>
                </a:lnTo>
                <a:lnTo>
                  <a:pt x="576842" y="84095"/>
                </a:lnTo>
                <a:lnTo>
                  <a:pt x="577343" y="83727"/>
                </a:lnTo>
                <a:lnTo>
                  <a:pt x="577832" y="83351"/>
                </a:lnTo>
                <a:lnTo>
                  <a:pt x="578310" y="82966"/>
                </a:lnTo>
                <a:lnTo>
                  <a:pt x="578776" y="82571"/>
                </a:lnTo>
                <a:lnTo>
                  <a:pt x="579232" y="82168"/>
                </a:lnTo>
                <a:lnTo>
                  <a:pt x="579676" y="81756"/>
                </a:lnTo>
                <a:lnTo>
                  <a:pt x="580109" y="81334"/>
                </a:lnTo>
                <a:lnTo>
                  <a:pt x="580530" y="80904"/>
                </a:lnTo>
                <a:lnTo>
                  <a:pt x="580940" y="80465"/>
                </a:lnTo>
                <a:lnTo>
                  <a:pt x="581339" y="80017"/>
                </a:lnTo>
                <a:lnTo>
                  <a:pt x="581727" y="79559"/>
                </a:lnTo>
                <a:lnTo>
                  <a:pt x="582104" y="79093"/>
                </a:lnTo>
                <a:lnTo>
                  <a:pt x="582469" y="78618"/>
                </a:lnTo>
                <a:lnTo>
                  <a:pt x="582823" y="78134"/>
                </a:lnTo>
                <a:lnTo>
                  <a:pt x="583166" y="77641"/>
                </a:lnTo>
                <a:lnTo>
                  <a:pt x="583497" y="77139"/>
                </a:lnTo>
                <a:lnTo>
                  <a:pt x="583817" y="76628"/>
                </a:lnTo>
                <a:lnTo>
                  <a:pt x="584126" y="76108"/>
                </a:lnTo>
                <a:lnTo>
                  <a:pt x="584424" y="75579"/>
                </a:lnTo>
                <a:lnTo>
                  <a:pt x="584710" y="75041"/>
                </a:lnTo>
                <a:lnTo>
                  <a:pt x="584985" y="74496"/>
                </a:lnTo>
                <a:lnTo>
                  <a:pt x="585249" y="73947"/>
                </a:lnTo>
                <a:lnTo>
                  <a:pt x="585500" y="73393"/>
                </a:lnTo>
                <a:lnTo>
                  <a:pt x="585740" y="72835"/>
                </a:lnTo>
                <a:lnTo>
                  <a:pt x="585968" y="72273"/>
                </a:lnTo>
                <a:lnTo>
                  <a:pt x="586185" y="71706"/>
                </a:lnTo>
                <a:lnTo>
                  <a:pt x="586389" y="71136"/>
                </a:lnTo>
                <a:lnTo>
                  <a:pt x="586582" y="70560"/>
                </a:lnTo>
                <a:lnTo>
                  <a:pt x="586764" y="69981"/>
                </a:lnTo>
                <a:lnTo>
                  <a:pt x="586933" y="69397"/>
                </a:lnTo>
                <a:lnTo>
                  <a:pt x="587091" y="68809"/>
                </a:lnTo>
                <a:lnTo>
                  <a:pt x="587238" y="68216"/>
                </a:lnTo>
                <a:lnTo>
                  <a:pt x="587372" y="67619"/>
                </a:lnTo>
                <a:lnTo>
                  <a:pt x="587495" y="67018"/>
                </a:lnTo>
                <a:lnTo>
                  <a:pt x="587606" y="66412"/>
                </a:lnTo>
                <a:lnTo>
                  <a:pt x="587705" y="65802"/>
                </a:lnTo>
                <a:lnTo>
                  <a:pt x="587793" y="65188"/>
                </a:lnTo>
                <a:lnTo>
                  <a:pt x="587869" y="64570"/>
                </a:lnTo>
                <a:lnTo>
                  <a:pt x="587934" y="63947"/>
                </a:lnTo>
                <a:lnTo>
                  <a:pt x="587986" y="63319"/>
                </a:lnTo>
                <a:lnTo>
                  <a:pt x="588027" y="62688"/>
                </a:lnTo>
                <a:lnTo>
                  <a:pt x="588056" y="62052"/>
                </a:lnTo>
                <a:lnTo>
                  <a:pt x="588074" y="61411"/>
                </a:lnTo>
                <a:lnTo>
                  <a:pt x="588080" y="60767"/>
                </a:lnTo>
                <a:lnTo>
                  <a:pt x="588074" y="60101"/>
                </a:lnTo>
                <a:lnTo>
                  <a:pt x="588057" y="59440"/>
                </a:lnTo>
                <a:lnTo>
                  <a:pt x="588028" y="58785"/>
                </a:lnTo>
                <a:lnTo>
                  <a:pt x="587987" y="58134"/>
                </a:lnTo>
                <a:lnTo>
                  <a:pt x="587935" y="57489"/>
                </a:lnTo>
                <a:lnTo>
                  <a:pt x="587872" y="56849"/>
                </a:lnTo>
                <a:lnTo>
                  <a:pt x="587797" y="56213"/>
                </a:lnTo>
                <a:lnTo>
                  <a:pt x="587710" y="55583"/>
                </a:lnTo>
                <a:lnTo>
                  <a:pt x="587612" y="54958"/>
                </a:lnTo>
                <a:lnTo>
                  <a:pt x="587502" y="54338"/>
                </a:lnTo>
                <a:lnTo>
                  <a:pt x="587381" y="53724"/>
                </a:lnTo>
                <a:lnTo>
                  <a:pt x="587248" y="53114"/>
                </a:lnTo>
                <a:lnTo>
                  <a:pt x="587104" y="52509"/>
                </a:lnTo>
                <a:lnTo>
                  <a:pt x="586948" y="51910"/>
                </a:lnTo>
                <a:lnTo>
                  <a:pt x="586780" y="51315"/>
                </a:lnTo>
                <a:lnTo>
                  <a:pt x="586601" y="50726"/>
                </a:lnTo>
                <a:lnTo>
                  <a:pt x="586410" y="50142"/>
                </a:lnTo>
                <a:lnTo>
                  <a:pt x="586208" y="49563"/>
                </a:lnTo>
                <a:lnTo>
                  <a:pt x="585994" y="48989"/>
                </a:lnTo>
                <a:lnTo>
                  <a:pt x="585769" y="48420"/>
                </a:lnTo>
                <a:lnTo>
                  <a:pt x="585532" y="47856"/>
                </a:lnTo>
                <a:lnTo>
                  <a:pt x="585284" y="47297"/>
                </a:lnTo>
                <a:lnTo>
                  <a:pt x="585024" y="46744"/>
                </a:lnTo>
                <a:lnTo>
                  <a:pt x="584752" y="46195"/>
                </a:lnTo>
                <a:lnTo>
                  <a:pt x="584470" y="45654"/>
                </a:lnTo>
                <a:lnTo>
                  <a:pt x="584175" y="45121"/>
                </a:lnTo>
                <a:lnTo>
                  <a:pt x="583869" y="44598"/>
                </a:lnTo>
                <a:lnTo>
                  <a:pt x="583552" y="44085"/>
                </a:lnTo>
                <a:lnTo>
                  <a:pt x="583223" y="43580"/>
                </a:lnTo>
                <a:lnTo>
                  <a:pt x="582883" y="43085"/>
                </a:lnTo>
                <a:lnTo>
                  <a:pt x="582532" y="42599"/>
                </a:lnTo>
                <a:lnTo>
                  <a:pt x="582169" y="42123"/>
                </a:lnTo>
                <a:lnTo>
                  <a:pt x="581795" y="41655"/>
                </a:lnTo>
                <a:lnTo>
                  <a:pt x="581409" y="41197"/>
                </a:lnTo>
                <a:lnTo>
                  <a:pt x="581012" y="40749"/>
                </a:lnTo>
                <a:lnTo>
                  <a:pt x="580604" y="40309"/>
                </a:lnTo>
                <a:lnTo>
                  <a:pt x="580184" y="39879"/>
                </a:lnTo>
                <a:lnTo>
                  <a:pt x="579783" y="39489"/>
                </a:lnTo>
                <a:lnTo>
                  <a:pt x="579869" y="39374"/>
                </a:lnTo>
                <a:lnTo>
                  <a:pt x="580147" y="39024"/>
                </a:lnTo>
                <a:lnTo>
                  <a:pt x="580430" y="38687"/>
                </a:lnTo>
                <a:close/>
                <a:moveTo>
                  <a:pt x="556002" y="79650"/>
                </a:moveTo>
                <a:lnTo>
                  <a:pt x="555472" y="79576"/>
                </a:lnTo>
                <a:lnTo>
                  <a:pt x="554948" y="79485"/>
                </a:lnTo>
                <a:lnTo>
                  <a:pt x="554430" y="79378"/>
                </a:lnTo>
                <a:lnTo>
                  <a:pt x="553917" y="79254"/>
                </a:lnTo>
                <a:lnTo>
                  <a:pt x="553410" y="79114"/>
                </a:lnTo>
                <a:lnTo>
                  <a:pt x="552908" y="78957"/>
                </a:lnTo>
                <a:lnTo>
                  <a:pt x="552412" y="78784"/>
                </a:lnTo>
                <a:lnTo>
                  <a:pt x="551921" y="78594"/>
                </a:lnTo>
                <a:lnTo>
                  <a:pt x="551436" y="78388"/>
                </a:lnTo>
                <a:lnTo>
                  <a:pt x="550956" y="78165"/>
                </a:lnTo>
                <a:lnTo>
                  <a:pt x="550482" y="77926"/>
                </a:lnTo>
                <a:lnTo>
                  <a:pt x="550014" y="77670"/>
                </a:lnTo>
                <a:lnTo>
                  <a:pt x="549551" y="77398"/>
                </a:lnTo>
                <a:lnTo>
                  <a:pt x="549094" y="77109"/>
                </a:lnTo>
                <a:lnTo>
                  <a:pt x="548642" y="76804"/>
                </a:lnTo>
                <a:lnTo>
                  <a:pt x="548196" y="76482"/>
                </a:lnTo>
                <a:lnTo>
                  <a:pt x="547755" y="76144"/>
                </a:lnTo>
                <a:lnTo>
                  <a:pt x="547320" y="75789"/>
                </a:lnTo>
                <a:lnTo>
                  <a:pt x="546890" y="75418"/>
                </a:lnTo>
                <a:lnTo>
                  <a:pt x="546466" y="75030"/>
                </a:lnTo>
                <a:lnTo>
                  <a:pt x="546054" y="74626"/>
                </a:lnTo>
                <a:lnTo>
                  <a:pt x="545659" y="74204"/>
                </a:lnTo>
                <a:lnTo>
                  <a:pt x="545282" y="73766"/>
                </a:lnTo>
                <a:lnTo>
                  <a:pt x="544922" y="73311"/>
                </a:lnTo>
                <a:lnTo>
                  <a:pt x="544580" y="72839"/>
                </a:lnTo>
                <a:lnTo>
                  <a:pt x="544255" y="72351"/>
                </a:lnTo>
                <a:lnTo>
                  <a:pt x="543948" y="71845"/>
                </a:lnTo>
                <a:lnTo>
                  <a:pt x="543659" y="71323"/>
                </a:lnTo>
                <a:lnTo>
                  <a:pt x="543387" y="70784"/>
                </a:lnTo>
                <a:lnTo>
                  <a:pt x="543132" y="70228"/>
                </a:lnTo>
                <a:lnTo>
                  <a:pt x="542895" y="69655"/>
                </a:lnTo>
                <a:lnTo>
                  <a:pt x="542676" y="69066"/>
                </a:lnTo>
                <a:lnTo>
                  <a:pt x="542474" y="68460"/>
                </a:lnTo>
                <a:lnTo>
                  <a:pt x="542290" y="67837"/>
                </a:lnTo>
                <a:lnTo>
                  <a:pt x="542123" y="67197"/>
                </a:lnTo>
                <a:lnTo>
                  <a:pt x="541974" y="66540"/>
                </a:lnTo>
                <a:lnTo>
                  <a:pt x="541842" y="65867"/>
                </a:lnTo>
                <a:lnTo>
                  <a:pt x="541728" y="65177"/>
                </a:lnTo>
                <a:lnTo>
                  <a:pt x="541632" y="64470"/>
                </a:lnTo>
                <a:lnTo>
                  <a:pt x="541553" y="63746"/>
                </a:lnTo>
                <a:lnTo>
                  <a:pt x="541491" y="63005"/>
                </a:lnTo>
                <a:lnTo>
                  <a:pt x="541447" y="62248"/>
                </a:lnTo>
                <a:lnTo>
                  <a:pt x="541421" y="61474"/>
                </a:lnTo>
                <a:lnTo>
                  <a:pt x="541412" y="60683"/>
                </a:lnTo>
                <a:lnTo>
                  <a:pt x="541420" y="59898"/>
                </a:lnTo>
                <a:lnTo>
                  <a:pt x="541445" y="59130"/>
                </a:lnTo>
                <a:lnTo>
                  <a:pt x="541486" y="58378"/>
                </a:lnTo>
                <a:lnTo>
                  <a:pt x="541543" y="57642"/>
                </a:lnTo>
                <a:lnTo>
                  <a:pt x="541617" y="56922"/>
                </a:lnTo>
                <a:lnTo>
                  <a:pt x="541707" y="56218"/>
                </a:lnTo>
                <a:lnTo>
                  <a:pt x="541814" y="55530"/>
                </a:lnTo>
                <a:lnTo>
                  <a:pt x="541936" y="54859"/>
                </a:lnTo>
                <a:lnTo>
                  <a:pt x="542076" y="54203"/>
                </a:lnTo>
                <a:lnTo>
                  <a:pt x="542231" y="53563"/>
                </a:lnTo>
                <a:lnTo>
                  <a:pt x="542403" y="52940"/>
                </a:lnTo>
                <a:lnTo>
                  <a:pt x="542592" y="52332"/>
                </a:lnTo>
                <a:lnTo>
                  <a:pt x="542796" y="51740"/>
                </a:lnTo>
                <a:lnTo>
                  <a:pt x="543017" y="51165"/>
                </a:lnTo>
                <a:lnTo>
                  <a:pt x="543255" y="50605"/>
                </a:lnTo>
                <a:lnTo>
                  <a:pt x="543509" y="50062"/>
                </a:lnTo>
                <a:lnTo>
                  <a:pt x="543779" y="49535"/>
                </a:lnTo>
                <a:lnTo>
                  <a:pt x="544066" y="49023"/>
                </a:lnTo>
                <a:lnTo>
                  <a:pt x="544369" y="48528"/>
                </a:lnTo>
                <a:lnTo>
                  <a:pt x="544688" y="48049"/>
                </a:lnTo>
                <a:lnTo>
                  <a:pt x="545024" y="47586"/>
                </a:lnTo>
                <a:lnTo>
                  <a:pt x="545376" y="47139"/>
                </a:lnTo>
                <a:lnTo>
                  <a:pt x="545745" y="46708"/>
                </a:lnTo>
                <a:lnTo>
                  <a:pt x="546130" y="46293"/>
                </a:lnTo>
                <a:lnTo>
                  <a:pt x="546527" y="45894"/>
                </a:lnTo>
                <a:lnTo>
                  <a:pt x="546935" y="45513"/>
                </a:lnTo>
                <a:lnTo>
                  <a:pt x="547352" y="45148"/>
                </a:lnTo>
                <a:lnTo>
                  <a:pt x="547779" y="44800"/>
                </a:lnTo>
                <a:lnTo>
                  <a:pt x="548216" y="44470"/>
                </a:lnTo>
                <a:lnTo>
                  <a:pt x="548662" y="44156"/>
                </a:lnTo>
                <a:lnTo>
                  <a:pt x="549118" y="43859"/>
                </a:lnTo>
                <a:lnTo>
                  <a:pt x="549583" y="43580"/>
                </a:lnTo>
                <a:lnTo>
                  <a:pt x="550058" y="43317"/>
                </a:lnTo>
                <a:lnTo>
                  <a:pt x="550543" y="43071"/>
                </a:lnTo>
                <a:lnTo>
                  <a:pt x="551038" y="42842"/>
                </a:lnTo>
                <a:lnTo>
                  <a:pt x="551542" y="42630"/>
                </a:lnTo>
                <a:lnTo>
                  <a:pt x="552056" y="42435"/>
                </a:lnTo>
                <a:lnTo>
                  <a:pt x="552579" y="42257"/>
                </a:lnTo>
                <a:lnTo>
                  <a:pt x="553112" y="42096"/>
                </a:lnTo>
                <a:lnTo>
                  <a:pt x="553655" y="41952"/>
                </a:lnTo>
                <a:lnTo>
                  <a:pt x="554207" y="41824"/>
                </a:lnTo>
                <a:lnTo>
                  <a:pt x="554769" y="41714"/>
                </a:lnTo>
                <a:lnTo>
                  <a:pt x="555341" y="41621"/>
                </a:lnTo>
                <a:lnTo>
                  <a:pt x="555922" y="41545"/>
                </a:lnTo>
                <a:lnTo>
                  <a:pt x="556513" y="41485"/>
                </a:lnTo>
                <a:lnTo>
                  <a:pt x="557114" y="41443"/>
                </a:lnTo>
                <a:lnTo>
                  <a:pt x="557724" y="41418"/>
                </a:lnTo>
                <a:lnTo>
                  <a:pt x="558344" y="41409"/>
                </a:lnTo>
                <a:lnTo>
                  <a:pt x="558964" y="41417"/>
                </a:lnTo>
                <a:lnTo>
                  <a:pt x="559573" y="41442"/>
                </a:lnTo>
                <a:lnTo>
                  <a:pt x="560172" y="41483"/>
                </a:lnTo>
                <a:lnTo>
                  <a:pt x="560760" y="41541"/>
                </a:lnTo>
                <a:lnTo>
                  <a:pt x="561338" y="41615"/>
                </a:lnTo>
                <a:lnTo>
                  <a:pt x="561906" y="41706"/>
                </a:lnTo>
                <a:lnTo>
                  <a:pt x="562463" y="41814"/>
                </a:lnTo>
                <a:lnTo>
                  <a:pt x="563010" y="41937"/>
                </a:lnTo>
                <a:lnTo>
                  <a:pt x="563546" y="42078"/>
                </a:lnTo>
                <a:lnTo>
                  <a:pt x="564072" y="42234"/>
                </a:lnTo>
                <a:lnTo>
                  <a:pt x="564588" y="42408"/>
                </a:lnTo>
                <a:lnTo>
                  <a:pt x="565094" y="42598"/>
                </a:lnTo>
                <a:lnTo>
                  <a:pt x="565589" y="42804"/>
                </a:lnTo>
                <a:lnTo>
                  <a:pt x="566073" y="43027"/>
                </a:lnTo>
                <a:lnTo>
                  <a:pt x="566547" y="43266"/>
                </a:lnTo>
                <a:lnTo>
                  <a:pt x="567011" y="43522"/>
                </a:lnTo>
                <a:lnTo>
                  <a:pt x="567465" y="43795"/>
                </a:lnTo>
                <a:lnTo>
                  <a:pt x="567908" y="44083"/>
                </a:lnTo>
                <a:lnTo>
                  <a:pt x="568340" y="44389"/>
                </a:lnTo>
                <a:lnTo>
                  <a:pt x="568763" y="44711"/>
                </a:lnTo>
                <a:lnTo>
                  <a:pt x="569174" y="45049"/>
                </a:lnTo>
                <a:lnTo>
                  <a:pt x="569576" y="45404"/>
                </a:lnTo>
                <a:lnTo>
                  <a:pt x="569967" y="45776"/>
                </a:lnTo>
                <a:lnTo>
                  <a:pt x="570348" y="46164"/>
                </a:lnTo>
                <a:lnTo>
                  <a:pt x="570716" y="46568"/>
                </a:lnTo>
                <a:lnTo>
                  <a:pt x="571068" y="46991"/>
                </a:lnTo>
                <a:lnTo>
                  <a:pt x="571404" y="47431"/>
                </a:lnTo>
                <a:lnTo>
                  <a:pt x="571725" y="47889"/>
                </a:lnTo>
                <a:lnTo>
                  <a:pt x="572030" y="48365"/>
                </a:lnTo>
                <a:lnTo>
                  <a:pt x="572320" y="48858"/>
                </a:lnTo>
                <a:lnTo>
                  <a:pt x="572593" y="49369"/>
                </a:lnTo>
                <a:lnTo>
                  <a:pt x="572852" y="49898"/>
                </a:lnTo>
                <a:lnTo>
                  <a:pt x="573094" y="50445"/>
                </a:lnTo>
                <a:lnTo>
                  <a:pt x="573321" y="51009"/>
                </a:lnTo>
                <a:lnTo>
                  <a:pt x="573532" y="51591"/>
                </a:lnTo>
                <a:lnTo>
                  <a:pt x="573728" y="52191"/>
                </a:lnTo>
                <a:lnTo>
                  <a:pt x="573908" y="52808"/>
                </a:lnTo>
                <a:lnTo>
                  <a:pt x="574072" y="53444"/>
                </a:lnTo>
                <a:lnTo>
                  <a:pt x="574221" y="54096"/>
                </a:lnTo>
                <a:lnTo>
                  <a:pt x="574354" y="54767"/>
                </a:lnTo>
                <a:lnTo>
                  <a:pt x="574471" y="55455"/>
                </a:lnTo>
                <a:lnTo>
                  <a:pt x="574573" y="56161"/>
                </a:lnTo>
                <a:lnTo>
                  <a:pt x="574659" y="56885"/>
                </a:lnTo>
                <a:lnTo>
                  <a:pt x="574729" y="57626"/>
                </a:lnTo>
                <a:lnTo>
                  <a:pt x="574784" y="58386"/>
                </a:lnTo>
                <a:lnTo>
                  <a:pt x="574823" y="59163"/>
                </a:lnTo>
                <a:lnTo>
                  <a:pt x="574847" y="59957"/>
                </a:lnTo>
                <a:lnTo>
                  <a:pt x="574855" y="60769"/>
                </a:lnTo>
                <a:lnTo>
                  <a:pt x="574847" y="61546"/>
                </a:lnTo>
                <a:lnTo>
                  <a:pt x="574822" y="62307"/>
                </a:lnTo>
                <a:lnTo>
                  <a:pt x="574782" y="63052"/>
                </a:lnTo>
                <a:lnTo>
                  <a:pt x="574726" y="63781"/>
                </a:lnTo>
                <a:lnTo>
                  <a:pt x="574653" y="64494"/>
                </a:lnTo>
                <a:lnTo>
                  <a:pt x="574565" y="65190"/>
                </a:lnTo>
                <a:lnTo>
                  <a:pt x="574460" y="65871"/>
                </a:lnTo>
                <a:lnTo>
                  <a:pt x="574340" y="66535"/>
                </a:lnTo>
                <a:lnTo>
                  <a:pt x="574203" y="67184"/>
                </a:lnTo>
                <a:lnTo>
                  <a:pt x="574050" y="67816"/>
                </a:lnTo>
                <a:lnTo>
                  <a:pt x="573881" y="68433"/>
                </a:lnTo>
                <a:lnTo>
                  <a:pt x="573696" y="69033"/>
                </a:lnTo>
                <a:lnTo>
                  <a:pt x="573495" y="69617"/>
                </a:lnTo>
                <a:lnTo>
                  <a:pt x="573278" y="70186"/>
                </a:lnTo>
                <a:lnTo>
                  <a:pt x="573045" y="70738"/>
                </a:lnTo>
                <a:lnTo>
                  <a:pt x="572795" y="71274"/>
                </a:lnTo>
                <a:lnTo>
                  <a:pt x="572530" y="71794"/>
                </a:lnTo>
                <a:lnTo>
                  <a:pt x="572248" y="72298"/>
                </a:lnTo>
                <a:lnTo>
                  <a:pt x="571951" y="72786"/>
                </a:lnTo>
                <a:lnTo>
                  <a:pt x="571637" y="73258"/>
                </a:lnTo>
                <a:lnTo>
                  <a:pt x="571307" y="73714"/>
                </a:lnTo>
                <a:lnTo>
                  <a:pt x="570962" y="74154"/>
                </a:lnTo>
                <a:lnTo>
                  <a:pt x="570600" y="74578"/>
                </a:lnTo>
                <a:lnTo>
                  <a:pt x="570221" y="74985"/>
                </a:lnTo>
                <a:lnTo>
                  <a:pt x="569831" y="75377"/>
                </a:lnTo>
                <a:lnTo>
                  <a:pt x="569430" y="75752"/>
                </a:lnTo>
                <a:lnTo>
                  <a:pt x="569020" y="76110"/>
                </a:lnTo>
                <a:lnTo>
                  <a:pt x="568600" y="76451"/>
                </a:lnTo>
                <a:lnTo>
                  <a:pt x="568170" y="76776"/>
                </a:lnTo>
                <a:lnTo>
                  <a:pt x="567731" y="77084"/>
                </a:lnTo>
                <a:lnTo>
                  <a:pt x="567282" y="77375"/>
                </a:lnTo>
                <a:lnTo>
                  <a:pt x="566824" y="77650"/>
                </a:lnTo>
                <a:lnTo>
                  <a:pt x="566356" y="77908"/>
                </a:lnTo>
                <a:lnTo>
                  <a:pt x="565878" y="78150"/>
                </a:lnTo>
                <a:lnTo>
                  <a:pt x="565391" y="78375"/>
                </a:lnTo>
                <a:lnTo>
                  <a:pt x="564893" y="78583"/>
                </a:lnTo>
                <a:lnTo>
                  <a:pt x="564387" y="78774"/>
                </a:lnTo>
                <a:lnTo>
                  <a:pt x="563870" y="78949"/>
                </a:lnTo>
                <a:lnTo>
                  <a:pt x="563344" y="79107"/>
                </a:lnTo>
                <a:lnTo>
                  <a:pt x="562809" y="79249"/>
                </a:lnTo>
                <a:lnTo>
                  <a:pt x="562263" y="79374"/>
                </a:lnTo>
                <a:lnTo>
                  <a:pt x="561708" y="79482"/>
                </a:lnTo>
                <a:lnTo>
                  <a:pt x="561144" y="79574"/>
                </a:lnTo>
                <a:lnTo>
                  <a:pt x="560569" y="79649"/>
                </a:lnTo>
                <a:lnTo>
                  <a:pt x="559985" y="79707"/>
                </a:lnTo>
                <a:lnTo>
                  <a:pt x="559392" y="79749"/>
                </a:lnTo>
                <a:lnTo>
                  <a:pt x="558788" y="79774"/>
                </a:lnTo>
                <a:lnTo>
                  <a:pt x="558176" y="79782"/>
                </a:lnTo>
                <a:lnTo>
                  <a:pt x="557624" y="79774"/>
                </a:lnTo>
                <a:lnTo>
                  <a:pt x="557078" y="79749"/>
                </a:lnTo>
                <a:lnTo>
                  <a:pt x="556537" y="79708"/>
                </a:lnTo>
                <a:lnTo>
                  <a:pt x="556002" y="79650"/>
                </a:lnTo>
                <a:close/>
                <a:moveTo>
                  <a:pt x="554193" y="138814"/>
                </a:moveTo>
                <a:lnTo>
                  <a:pt x="553363" y="138738"/>
                </a:lnTo>
                <a:lnTo>
                  <a:pt x="552557" y="138648"/>
                </a:lnTo>
                <a:lnTo>
                  <a:pt x="551773" y="138545"/>
                </a:lnTo>
                <a:lnTo>
                  <a:pt x="551013" y="138428"/>
                </a:lnTo>
                <a:lnTo>
                  <a:pt x="550275" y="138297"/>
                </a:lnTo>
                <a:lnTo>
                  <a:pt x="549560" y="138152"/>
                </a:lnTo>
                <a:lnTo>
                  <a:pt x="548867" y="137994"/>
                </a:lnTo>
                <a:lnTo>
                  <a:pt x="548198" y="137821"/>
                </a:lnTo>
                <a:lnTo>
                  <a:pt x="547551" y="137635"/>
                </a:lnTo>
                <a:lnTo>
                  <a:pt x="546927" y="137436"/>
                </a:lnTo>
                <a:lnTo>
                  <a:pt x="546326" y="137222"/>
                </a:lnTo>
                <a:lnTo>
                  <a:pt x="545748" y="136995"/>
                </a:lnTo>
                <a:lnTo>
                  <a:pt x="545192" y="136753"/>
                </a:lnTo>
                <a:lnTo>
                  <a:pt x="544660" y="136498"/>
                </a:lnTo>
                <a:lnTo>
                  <a:pt x="544150" y="136230"/>
                </a:lnTo>
                <a:lnTo>
                  <a:pt x="543663" y="135947"/>
                </a:lnTo>
                <a:lnTo>
                  <a:pt x="543199" y="135651"/>
                </a:lnTo>
                <a:lnTo>
                  <a:pt x="542757" y="135341"/>
                </a:lnTo>
                <a:lnTo>
                  <a:pt x="542339" y="135017"/>
                </a:lnTo>
                <a:lnTo>
                  <a:pt x="541940" y="134684"/>
                </a:lnTo>
                <a:lnTo>
                  <a:pt x="541558" y="134347"/>
                </a:lnTo>
                <a:lnTo>
                  <a:pt x="541194" y="134005"/>
                </a:lnTo>
                <a:lnTo>
                  <a:pt x="540846" y="133659"/>
                </a:lnTo>
                <a:lnTo>
                  <a:pt x="540515" y="133308"/>
                </a:lnTo>
                <a:lnTo>
                  <a:pt x="540201" y="132953"/>
                </a:lnTo>
                <a:lnTo>
                  <a:pt x="539904" y="132594"/>
                </a:lnTo>
                <a:lnTo>
                  <a:pt x="539625" y="132230"/>
                </a:lnTo>
                <a:lnTo>
                  <a:pt x="539362" y="131862"/>
                </a:lnTo>
                <a:lnTo>
                  <a:pt x="539116" y="131490"/>
                </a:lnTo>
                <a:lnTo>
                  <a:pt x="538887" y="131113"/>
                </a:lnTo>
                <a:lnTo>
                  <a:pt x="538675" y="130732"/>
                </a:lnTo>
                <a:lnTo>
                  <a:pt x="538479" y="130346"/>
                </a:lnTo>
                <a:lnTo>
                  <a:pt x="538301" y="129956"/>
                </a:lnTo>
                <a:lnTo>
                  <a:pt x="538140" y="129561"/>
                </a:lnTo>
                <a:lnTo>
                  <a:pt x="537996" y="129163"/>
                </a:lnTo>
                <a:lnTo>
                  <a:pt x="537869" y="128759"/>
                </a:lnTo>
                <a:lnTo>
                  <a:pt x="537758" y="128352"/>
                </a:lnTo>
                <a:lnTo>
                  <a:pt x="537665" y="127940"/>
                </a:lnTo>
                <a:lnTo>
                  <a:pt x="537589" y="127523"/>
                </a:lnTo>
                <a:lnTo>
                  <a:pt x="537529" y="127103"/>
                </a:lnTo>
                <a:lnTo>
                  <a:pt x="537487" y="126677"/>
                </a:lnTo>
                <a:lnTo>
                  <a:pt x="537462" y="126248"/>
                </a:lnTo>
                <a:lnTo>
                  <a:pt x="537453" y="125814"/>
                </a:lnTo>
                <a:lnTo>
                  <a:pt x="537458" y="125423"/>
                </a:lnTo>
                <a:lnTo>
                  <a:pt x="537474" y="125037"/>
                </a:lnTo>
                <a:lnTo>
                  <a:pt x="537500" y="124654"/>
                </a:lnTo>
                <a:lnTo>
                  <a:pt x="537536" y="124275"/>
                </a:lnTo>
                <a:lnTo>
                  <a:pt x="537583" y="123901"/>
                </a:lnTo>
                <a:lnTo>
                  <a:pt x="537640" y="123530"/>
                </a:lnTo>
                <a:lnTo>
                  <a:pt x="537707" y="123163"/>
                </a:lnTo>
                <a:lnTo>
                  <a:pt x="537785" y="122800"/>
                </a:lnTo>
                <a:lnTo>
                  <a:pt x="537874" y="122441"/>
                </a:lnTo>
                <a:lnTo>
                  <a:pt x="537972" y="122086"/>
                </a:lnTo>
                <a:lnTo>
                  <a:pt x="538081" y="121735"/>
                </a:lnTo>
                <a:lnTo>
                  <a:pt x="538201" y="121387"/>
                </a:lnTo>
                <a:lnTo>
                  <a:pt x="538330" y="121044"/>
                </a:lnTo>
                <a:lnTo>
                  <a:pt x="538471" y="120705"/>
                </a:lnTo>
                <a:lnTo>
                  <a:pt x="538621" y="120369"/>
                </a:lnTo>
                <a:lnTo>
                  <a:pt x="538782" y="120038"/>
                </a:lnTo>
                <a:lnTo>
                  <a:pt x="538953" y="119710"/>
                </a:lnTo>
                <a:lnTo>
                  <a:pt x="539135" y="119387"/>
                </a:lnTo>
                <a:lnTo>
                  <a:pt x="539327" y="119067"/>
                </a:lnTo>
                <a:lnTo>
                  <a:pt x="539530" y="118751"/>
                </a:lnTo>
                <a:lnTo>
                  <a:pt x="539743" y="118440"/>
                </a:lnTo>
                <a:lnTo>
                  <a:pt x="539966" y="118132"/>
                </a:lnTo>
                <a:lnTo>
                  <a:pt x="540199" y="117828"/>
                </a:lnTo>
                <a:lnTo>
                  <a:pt x="540443" y="117528"/>
                </a:lnTo>
                <a:lnTo>
                  <a:pt x="540698" y="117233"/>
                </a:lnTo>
                <a:lnTo>
                  <a:pt x="540961" y="116946"/>
                </a:lnTo>
                <a:lnTo>
                  <a:pt x="541235" y="116666"/>
                </a:lnTo>
                <a:lnTo>
                  <a:pt x="541519" y="116394"/>
                </a:lnTo>
                <a:lnTo>
                  <a:pt x="541812" y="116128"/>
                </a:lnTo>
                <a:lnTo>
                  <a:pt x="542115" y="115870"/>
                </a:lnTo>
                <a:lnTo>
                  <a:pt x="542428" y="115620"/>
                </a:lnTo>
                <a:lnTo>
                  <a:pt x="542751" y="115376"/>
                </a:lnTo>
                <a:lnTo>
                  <a:pt x="543083" y="115140"/>
                </a:lnTo>
                <a:lnTo>
                  <a:pt x="543425" y="114911"/>
                </a:lnTo>
                <a:lnTo>
                  <a:pt x="543778" y="114689"/>
                </a:lnTo>
                <a:lnTo>
                  <a:pt x="544139" y="114474"/>
                </a:lnTo>
                <a:lnTo>
                  <a:pt x="544511" y="114267"/>
                </a:lnTo>
                <a:lnTo>
                  <a:pt x="544893" y="114067"/>
                </a:lnTo>
                <a:lnTo>
                  <a:pt x="545284" y="113875"/>
                </a:lnTo>
                <a:lnTo>
                  <a:pt x="545685" y="113689"/>
                </a:lnTo>
                <a:lnTo>
                  <a:pt x="546096" y="113511"/>
                </a:lnTo>
                <a:lnTo>
                  <a:pt x="546517" y="113340"/>
                </a:lnTo>
                <a:lnTo>
                  <a:pt x="546947" y="113177"/>
                </a:lnTo>
                <a:lnTo>
                  <a:pt x="547387" y="113020"/>
                </a:lnTo>
                <a:lnTo>
                  <a:pt x="547837" y="112871"/>
                </a:lnTo>
                <a:lnTo>
                  <a:pt x="548297" y="112729"/>
                </a:lnTo>
                <a:lnTo>
                  <a:pt x="548767" y="112595"/>
                </a:lnTo>
                <a:lnTo>
                  <a:pt x="549246" y="112468"/>
                </a:lnTo>
                <a:lnTo>
                  <a:pt x="560618" y="112468"/>
                </a:lnTo>
                <a:lnTo>
                  <a:pt x="561369" y="112470"/>
                </a:lnTo>
                <a:lnTo>
                  <a:pt x="562105" y="112478"/>
                </a:lnTo>
                <a:lnTo>
                  <a:pt x="562827" y="112491"/>
                </a:lnTo>
                <a:lnTo>
                  <a:pt x="563534" y="112509"/>
                </a:lnTo>
                <a:lnTo>
                  <a:pt x="564226" y="112532"/>
                </a:lnTo>
                <a:lnTo>
                  <a:pt x="564904" y="112560"/>
                </a:lnTo>
                <a:lnTo>
                  <a:pt x="565567" y="112594"/>
                </a:lnTo>
                <a:lnTo>
                  <a:pt x="566216" y="112632"/>
                </a:lnTo>
                <a:lnTo>
                  <a:pt x="566849" y="112676"/>
                </a:lnTo>
                <a:lnTo>
                  <a:pt x="567469" y="112725"/>
                </a:lnTo>
                <a:lnTo>
                  <a:pt x="568073" y="112779"/>
                </a:lnTo>
                <a:lnTo>
                  <a:pt x="568663" y="112838"/>
                </a:lnTo>
                <a:lnTo>
                  <a:pt x="569238" y="112903"/>
                </a:lnTo>
                <a:lnTo>
                  <a:pt x="569799" y="112972"/>
                </a:lnTo>
                <a:lnTo>
                  <a:pt x="570345" y="113047"/>
                </a:lnTo>
                <a:lnTo>
                  <a:pt x="570877" y="113127"/>
                </a:lnTo>
                <a:lnTo>
                  <a:pt x="571394" y="113212"/>
                </a:lnTo>
                <a:lnTo>
                  <a:pt x="571896" y="113302"/>
                </a:lnTo>
                <a:lnTo>
                  <a:pt x="572383" y="113397"/>
                </a:lnTo>
                <a:lnTo>
                  <a:pt x="572856" y="113498"/>
                </a:lnTo>
                <a:lnTo>
                  <a:pt x="573315" y="113604"/>
                </a:lnTo>
                <a:lnTo>
                  <a:pt x="573758" y="113714"/>
                </a:lnTo>
                <a:lnTo>
                  <a:pt x="574187" y="113830"/>
                </a:lnTo>
                <a:lnTo>
                  <a:pt x="574602" y="113951"/>
                </a:lnTo>
                <a:lnTo>
                  <a:pt x="575004" y="114077"/>
                </a:lnTo>
                <a:lnTo>
                  <a:pt x="575395" y="114206"/>
                </a:lnTo>
                <a:lnTo>
                  <a:pt x="575776" y="114340"/>
                </a:lnTo>
                <a:lnTo>
                  <a:pt x="576146" y="114478"/>
                </a:lnTo>
                <a:lnTo>
                  <a:pt x="576506" y="114620"/>
                </a:lnTo>
                <a:lnTo>
                  <a:pt x="576855" y="114766"/>
                </a:lnTo>
                <a:lnTo>
                  <a:pt x="577194" y="114916"/>
                </a:lnTo>
                <a:lnTo>
                  <a:pt x="577522" y="115070"/>
                </a:lnTo>
                <a:lnTo>
                  <a:pt x="577840" y="115228"/>
                </a:lnTo>
                <a:lnTo>
                  <a:pt x="578147" y="115390"/>
                </a:lnTo>
                <a:lnTo>
                  <a:pt x="578443" y="115557"/>
                </a:lnTo>
                <a:lnTo>
                  <a:pt x="578730" y="115727"/>
                </a:lnTo>
                <a:lnTo>
                  <a:pt x="579005" y="115902"/>
                </a:lnTo>
                <a:lnTo>
                  <a:pt x="579270" y="116080"/>
                </a:lnTo>
                <a:lnTo>
                  <a:pt x="579524" y="116263"/>
                </a:lnTo>
                <a:lnTo>
                  <a:pt x="579768" y="116450"/>
                </a:lnTo>
                <a:lnTo>
                  <a:pt x="580002" y="116641"/>
                </a:lnTo>
                <a:lnTo>
                  <a:pt x="580225" y="116836"/>
                </a:lnTo>
                <a:lnTo>
                  <a:pt x="580437" y="117035"/>
                </a:lnTo>
                <a:lnTo>
                  <a:pt x="580639" y="117238"/>
                </a:lnTo>
                <a:lnTo>
                  <a:pt x="580830" y="117445"/>
                </a:lnTo>
                <a:lnTo>
                  <a:pt x="581011" y="117657"/>
                </a:lnTo>
                <a:lnTo>
                  <a:pt x="581181" y="117872"/>
                </a:lnTo>
                <a:lnTo>
                  <a:pt x="581341" y="118092"/>
                </a:lnTo>
                <a:lnTo>
                  <a:pt x="581492" y="118315"/>
                </a:lnTo>
                <a:lnTo>
                  <a:pt x="581637" y="118542"/>
                </a:lnTo>
                <a:lnTo>
                  <a:pt x="581775" y="118773"/>
                </a:lnTo>
                <a:lnTo>
                  <a:pt x="581907" y="119007"/>
                </a:lnTo>
                <a:lnTo>
                  <a:pt x="582033" y="119244"/>
                </a:lnTo>
                <a:lnTo>
                  <a:pt x="582152" y="119485"/>
                </a:lnTo>
                <a:lnTo>
                  <a:pt x="582264" y="119730"/>
                </a:lnTo>
                <a:lnTo>
                  <a:pt x="582370" y="119978"/>
                </a:lnTo>
                <a:lnTo>
                  <a:pt x="582470" y="120229"/>
                </a:lnTo>
                <a:lnTo>
                  <a:pt x="582563" y="120484"/>
                </a:lnTo>
                <a:lnTo>
                  <a:pt x="582650" y="120743"/>
                </a:lnTo>
                <a:lnTo>
                  <a:pt x="582731" y="121005"/>
                </a:lnTo>
                <a:lnTo>
                  <a:pt x="582805" y="121270"/>
                </a:lnTo>
                <a:lnTo>
                  <a:pt x="582872" y="121539"/>
                </a:lnTo>
                <a:lnTo>
                  <a:pt x="582933" y="121811"/>
                </a:lnTo>
                <a:lnTo>
                  <a:pt x="582988" y="122087"/>
                </a:lnTo>
                <a:lnTo>
                  <a:pt x="583036" y="122366"/>
                </a:lnTo>
                <a:lnTo>
                  <a:pt x="583078" y="122649"/>
                </a:lnTo>
                <a:lnTo>
                  <a:pt x="583114" y="122936"/>
                </a:lnTo>
                <a:lnTo>
                  <a:pt x="583143" y="123225"/>
                </a:lnTo>
                <a:lnTo>
                  <a:pt x="583165" y="123519"/>
                </a:lnTo>
                <a:lnTo>
                  <a:pt x="583181" y="123816"/>
                </a:lnTo>
                <a:lnTo>
                  <a:pt x="583191" y="124116"/>
                </a:lnTo>
                <a:lnTo>
                  <a:pt x="583194" y="124420"/>
                </a:lnTo>
                <a:lnTo>
                  <a:pt x="583184" y="124932"/>
                </a:lnTo>
                <a:lnTo>
                  <a:pt x="583155" y="125438"/>
                </a:lnTo>
                <a:lnTo>
                  <a:pt x="583107" y="125937"/>
                </a:lnTo>
                <a:lnTo>
                  <a:pt x="583038" y="126428"/>
                </a:lnTo>
                <a:lnTo>
                  <a:pt x="582951" y="126913"/>
                </a:lnTo>
                <a:lnTo>
                  <a:pt x="582844" y="127391"/>
                </a:lnTo>
                <a:lnTo>
                  <a:pt x="582718" y="127862"/>
                </a:lnTo>
                <a:lnTo>
                  <a:pt x="582572" y="128325"/>
                </a:lnTo>
                <a:lnTo>
                  <a:pt x="582406" y="128782"/>
                </a:lnTo>
                <a:lnTo>
                  <a:pt x="582222" y="129232"/>
                </a:lnTo>
                <a:lnTo>
                  <a:pt x="582017" y="129675"/>
                </a:lnTo>
                <a:lnTo>
                  <a:pt x="581794" y="130111"/>
                </a:lnTo>
                <a:lnTo>
                  <a:pt x="581551" y="130540"/>
                </a:lnTo>
                <a:lnTo>
                  <a:pt x="581288" y="130962"/>
                </a:lnTo>
                <a:lnTo>
                  <a:pt x="581006" y="131377"/>
                </a:lnTo>
                <a:lnTo>
                  <a:pt x="580704" y="131785"/>
                </a:lnTo>
                <a:lnTo>
                  <a:pt x="580383" y="132186"/>
                </a:lnTo>
                <a:lnTo>
                  <a:pt x="580043" y="132580"/>
                </a:lnTo>
                <a:lnTo>
                  <a:pt x="579683" y="132967"/>
                </a:lnTo>
                <a:lnTo>
                  <a:pt x="579304" y="133347"/>
                </a:lnTo>
                <a:lnTo>
                  <a:pt x="578905" y="133721"/>
                </a:lnTo>
                <a:lnTo>
                  <a:pt x="578487" y="134087"/>
                </a:lnTo>
                <a:lnTo>
                  <a:pt x="578049" y="134446"/>
                </a:lnTo>
                <a:lnTo>
                  <a:pt x="577592" y="134798"/>
                </a:lnTo>
                <a:lnTo>
                  <a:pt x="577112" y="135140"/>
                </a:lnTo>
                <a:lnTo>
                  <a:pt x="576605" y="135467"/>
                </a:lnTo>
                <a:lnTo>
                  <a:pt x="576071" y="135780"/>
                </a:lnTo>
                <a:lnTo>
                  <a:pt x="575511" y="136078"/>
                </a:lnTo>
                <a:lnTo>
                  <a:pt x="574924" y="136361"/>
                </a:lnTo>
                <a:lnTo>
                  <a:pt x="574310" y="136630"/>
                </a:lnTo>
                <a:lnTo>
                  <a:pt x="573669" y="136885"/>
                </a:lnTo>
                <a:lnTo>
                  <a:pt x="573001" y="137125"/>
                </a:lnTo>
                <a:lnTo>
                  <a:pt x="572307" y="137350"/>
                </a:lnTo>
                <a:lnTo>
                  <a:pt x="571586" y="137561"/>
                </a:lnTo>
                <a:lnTo>
                  <a:pt x="570838" y="137757"/>
                </a:lnTo>
                <a:lnTo>
                  <a:pt x="570064" y="137939"/>
                </a:lnTo>
                <a:lnTo>
                  <a:pt x="569262" y="138106"/>
                </a:lnTo>
                <a:lnTo>
                  <a:pt x="568434" y="138259"/>
                </a:lnTo>
                <a:lnTo>
                  <a:pt x="567579" y="138397"/>
                </a:lnTo>
                <a:lnTo>
                  <a:pt x="566698" y="138521"/>
                </a:lnTo>
                <a:lnTo>
                  <a:pt x="565789" y="138630"/>
                </a:lnTo>
                <a:lnTo>
                  <a:pt x="564854" y="138724"/>
                </a:lnTo>
                <a:lnTo>
                  <a:pt x="563892" y="138804"/>
                </a:lnTo>
                <a:lnTo>
                  <a:pt x="562903" y="138870"/>
                </a:lnTo>
                <a:lnTo>
                  <a:pt x="561888" y="138921"/>
                </a:lnTo>
                <a:lnTo>
                  <a:pt x="560846" y="138957"/>
                </a:lnTo>
                <a:lnTo>
                  <a:pt x="559777" y="138979"/>
                </a:lnTo>
                <a:lnTo>
                  <a:pt x="558681" y="138986"/>
                </a:lnTo>
                <a:lnTo>
                  <a:pt x="557738" y="138979"/>
                </a:lnTo>
                <a:lnTo>
                  <a:pt x="556817" y="138958"/>
                </a:lnTo>
                <a:lnTo>
                  <a:pt x="555920" y="138924"/>
                </a:lnTo>
                <a:lnTo>
                  <a:pt x="555045" y="138876"/>
                </a:lnTo>
                <a:lnTo>
                  <a:pt x="554193" y="138814"/>
                </a:lnTo>
                <a:close/>
                <a:moveTo>
                  <a:pt x="463416" y="54994"/>
                </a:moveTo>
                <a:lnTo>
                  <a:pt x="463731" y="54583"/>
                </a:lnTo>
                <a:lnTo>
                  <a:pt x="464054" y="54175"/>
                </a:lnTo>
                <a:lnTo>
                  <a:pt x="464385" y="53769"/>
                </a:lnTo>
                <a:lnTo>
                  <a:pt x="464724" y="53365"/>
                </a:lnTo>
                <a:lnTo>
                  <a:pt x="465071" y="52963"/>
                </a:lnTo>
                <a:lnTo>
                  <a:pt x="465426" y="52564"/>
                </a:lnTo>
                <a:lnTo>
                  <a:pt x="465789" y="52167"/>
                </a:lnTo>
                <a:lnTo>
                  <a:pt x="466161" y="51773"/>
                </a:lnTo>
                <a:lnTo>
                  <a:pt x="466540" y="51381"/>
                </a:lnTo>
                <a:lnTo>
                  <a:pt x="466927" y="50991"/>
                </a:lnTo>
                <a:lnTo>
                  <a:pt x="467323" y="50604"/>
                </a:lnTo>
                <a:lnTo>
                  <a:pt x="467726" y="50219"/>
                </a:lnTo>
                <a:lnTo>
                  <a:pt x="468137" y="49836"/>
                </a:lnTo>
                <a:lnTo>
                  <a:pt x="468557" y="49455"/>
                </a:lnTo>
                <a:lnTo>
                  <a:pt x="468984" y="49077"/>
                </a:lnTo>
                <a:lnTo>
                  <a:pt x="469420" y="48701"/>
                </a:lnTo>
                <a:lnTo>
                  <a:pt x="469864" y="48328"/>
                </a:lnTo>
                <a:lnTo>
                  <a:pt x="470315" y="47957"/>
                </a:lnTo>
                <a:lnTo>
                  <a:pt x="470775" y="47588"/>
                </a:lnTo>
                <a:lnTo>
                  <a:pt x="471243" y="47221"/>
                </a:lnTo>
                <a:lnTo>
                  <a:pt x="471719" y="46857"/>
                </a:lnTo>
                <a:lnTo>
                  <a:pt x="472203" y="46496"/>
                </a:lnTo>
                <a:lnTo>
                  <a:pt x="472695" y="46142"/>
                </a:lnTo>
                <a:lnTo>
                  <a:pt x="473197" y="45804"/>
                </a:lnTo>
                <a:lnTo>
                  <a:pt x="473708" y="45481"/>
                </a:lnTo>
                <a:lnTo>
                  <a:pt x="474228" y="45173"/>
                </a:lnTo>
                <a:lnTo>
                  <a:pt x="474757" y="44880"/>
                </a:lnTo>
                <a:lnTo>
                  <a:pt x="475296" y="44602"/>
                </a:lnTo>
                <a:lnTo>
                  <a:pt x="475843" y="44339"/>
                </a:lnTo>
                <a:lnTo>
                  <a:pt x="476400" y="44091"/>
                </a:lnTo>
                <a:lnTo>
                  <a:pt x="476967" y="43859"/>
                </a:lnTo>
                <a:lnTo>
                  <a:pt x="477542" y="43641"/>
                </a:lnTo>
                <a:lnTo>
                  <a:pt x="478127" y="43438"/>
                </a:lnTo>
                <a:lnTo>
                  <a:pt x="478720" y="43250"/>
                </a:lnTo>
                <a:lnTo>
                  <a:pt x="479323" y="43077"/>
                </a:lnTo>
                <a:lnTo>
                  <a:pt x="479936" y="42919"/>
                </a:lnTo>
                <a:lnTo>
                  <a:pt x="480557" y="42777"/>
                </a:lnTo>
                <a:lnTo>
                  <a:pt x="481188" y="42649"/>
                </a:lnTo>
                <a:lnTo>
                  <a:pt x="481828" y="42536"/>
                </a:lnTo>
                <a:lnTo>
                  <a:pt x="482477" y="42439"/>
                </a:lnTo>
                <a:lnTo>
                  <a:pt x="483135" y="42356"/>
                </a:lnTo>
                <a:lnTo>
                  <a:pt x="483803" y="42288"/>
                </a:lnTo>
                <a:lnTo>
                  <a:pt x="484479" y="42236"/>
                </a:lnTo>
                <a:lnTo>
                  <a:pt x="485165" y="42198"/>
                </a:lnTo>
                <a:lnTo>
                  <a:pt x="485861" y="42176"/>
                </a:lnTo>
                <a:lnTo>
                  <a:pt x="486565" y="42168"/>
                </a:lnTo>
                <a:lnTo>
                  <a:pt x="487024" y="42173"/>
                </a:lnTo>
                <a:lnTo>
                  <a:pt x="487474" y="42187"/>
                </a:lnTo>
                <a:lnTo>
                  <a:pt x="487915" y="42211"/>
                </a:lnTo>
                <a:lnTo>
                  <a:pt x="488347" y="42244"/>
                </a:lnTo>
                <a:lnTo>
                  <a:pt x="488770" y="42286"/>
                </a:lnTo>
                <a:lnTo>
                  <a:pt x="489184" y="42338"/>
                </a:lnTo>
                <a:lnTo>
                  <a:pt x="489590" y="42400"/>
                </a:lnTo>
                <a:lnTo>
                  <a:pt x="489986" y="42471"/>
                </a:lnTo>
                <a:lnTo>
                  <a:pt x="490374" y="42551"/>
                </a:lnTo>
                <a:lnTo>
                  <a:pt x="490752" y="42641"/>
                </a:lnTo>
                <a:lnTo>
                  <a:pt x="491122" y="42740"/>
                </a:lnTo>
                <a:lnTo>
                  <a:pt x="491482" y="42849"/>
                </a:lnTo>
                <a:lnTo>
                  <a:pt x="491834" y="42967"/>
                </a:lnTo>
                <a:lnTo>
                  <a:pt x="492177" y="43094"/>
                </a:lnTo>
                <a:lnTo>
                  <a:pt x="492511" y="43232"/>
                </a:lnTo>
                <a:lnTo>
                  <a:pt x="492836" y="43378"/>
                </a:lnTo>
                <a:lnTo>
                  <a:pt x="493152" y="43534"/>
                </a:lnTo>
                <a:lnTo>
                  <a:pt x="493459" y="43699"/>
                </a:lnTo>
                <a:lnTo>
                  <a:pt x="493758" y="43874"/>
                </a:lnTo>
                <a:lnTo>
                  <a:pt x="494047" y="44059"/>
                </a:lnTo>
                <a:lnTo>
                  <a:pt x="494327" y="44252"/>
                </a:lnTo>
                <a:lnTo>
                  <a:pt x="494599" y="44456"/>
                </a:lnTo>
                <a:lnTo>
                  <a:pt x="494861" y="44668"/>
                </a:lnTo>
                <a:lnTo>
                  <a:pt x="495115" y="44891"/>
                </a:lnTo>
                <a:lnTo>
                  <a:pt x="495361" y="45121"/>
                </a:lnTo>
                <a:lnTo>
                  <a:pt x="495601" y="45358"/>
                </a:lnTo>
                <a:lnTo>
                  <a:pt x="495834" y="45603"/>
                </a:lnTo>
                <a:lnTo>
                  <a:pt x="496060" y="45856"/>
                </a:lnTo>
                <a:lnTo>
                  <a:pt x="496281" y="46115"/>
                </a:lnTo>
                <a:lnTo>
                  <a:pt x="496495" y="46382"/>
                </a:lnTo>
                <a:lnTo>
                  <a:pt x="496702" y="46656"/>
                </a:lnTo>
                <a:lnTo>
                  <a:pt x="496903" y="46937"/>
                </a:lnTo>
                <a:lnTo>
                  <a:pt x="497097" y="47226"/>
                </a:lnTo>
                <a:lnTo>
                  <a:pt x="497285" y="47522"/>
                </a:lnTo>
                <a:lnTo>
                  <a:pt x="497467" y="47825"/>
                </a:lnTo>
                <a:lnTo>
                  <a:pt x="497642" y="48136"/>
                </a:lnTo>
                <a:lnTo>
                  <a:pt x="497811" y="48453"/>
                </a:lnTo>
                <a:lnTo>
                  <a:pt x="497973" y="48778"/>
                </a:lnTo>
                <a:lnTo>
                  <a:pt x="498129" y="49111"/>
                </a:lnTo>
                <a:lnTo>
                  <a:pt x="498279" y="49451"/>
                </a:lnTo>
                <a:lnTo>
                  <a:pt x="498422" y="49798"/>
                </a:lnTo>
                <a:lnTo>
                  <a:pt x="498558" y="50152"/>
                </a:lnTo>
                <a:lnTo>
                  <a:pt x="498689" y="50513"/>
                </a:lnTo>
                <a:lnTo>
                  <a:pt x="498812" y="50882"/>
                </a:lnTo>
                <a:lnTo>
                  <a:pt x="498930" y="51258"/>
                </a:lnTo>
                <a:lnTo>
                  <a:pt x="499040" y="51642"/>
                </a:lnTo>
                <a:lnTo>
                  <a:pt x="499145" y="52033"/>
                </a:lnTo>
                <a:lnTo>
                  <a:pt x="499243" y="52431"/>
                </a:lnTo>
                <a:lnTo>
                  <a:pt x="499336" y="52835"/>
                </a:lnTo>
                <a:lnTo>
                  <a:pt x="499424" y="53243"/>
                </a:lnTo>
                <a:lnTo>
                  <a:pt x="499509" y="53656"/>
                </a:lnTo>
                <a:lnTo>
                  <a:pt x="499590" y="54074"/>
                </a:lnTo>
                <a:lnTo>
                  <a:pt x="499667" y="54496"/>
                </a:lnTo>
                <a:lnTo>
                  <a:pt x="499740" y="54923"/>
                </a:lnTo>
                <a:lnTo>
                  <a:pt x="499809" y="55355"/>
                </a:lnTo>
                <a:lnTo>
                  <a:pt x="499875" y="55792"/>
                </a:lnTo>
                <a:lnTo>
                  <a:pt x="499936" y="56233"/>
                </a:lnTo>
                <a:lnTo>
                  <a:pt x="499993" y="56678"/>
                </a:lnTo>
                <a:lnTo>
                  <a:pt x="500046" y="57129"/>
                </a:lnTo>
                <a:lnTo>
                  <a:pt x="500096" y="57584"/>
                </a:lnTo>
                <a:lnTo>
                  <a:pt x="500141" y="58044"/>
                </a:lnTo>
                <a:lnTo>
                  <a:pt x="500183" y="58508"/>
                </a:lnTo>
                <a:lnTo>
                  <a:pt x="500220" y="58977"/>
                </a:lnTo>
                <a:lnTo>
                  <a:pt x="500254" y="59451"/>
                </a:lnTo>
                <a:lnTo>
                  <a:pt x="500283" y="59929"/>
                </a:lnTo>
                <a:lnTo>
                  <a:pt x="500309" y="60412"/>
                </a:lnTo>
                <a:lnTo>
                  <a:pt x="500331" y="60900"/>
                </a:lnTo>
                <a:lnTo>
                  <a:pt x="500348" y="61392"/>
                </a:lnTo>
                <a:lnTo>
                  <a:pt x="500362" y="61889"/>
                </a:lnTo>
                <a:lnTo>
                  <a:pt x="500372" y="62390"/>
                </a:lnTo>
                <a:lnTo>
                  <a:pt x="500378" y="62897"/>
                </a:lnTo>
                <a:lnTo>
                  <a:pt x="500380" y="63408"/>
                </a:lnTo>
                <a:lnTo>
                  <a:pt x="500380" y="117396"/>
                </a:lnTo>
                <a:lnTo>
                  <a:pt x="514363" y="117396"/>
                </a:lnTo>
                <a:lnTo>
                  <a:pt x="514363" y="61792"/>
                </a:lnTo>
                <a:lnTo>
                  <a:pt x="514354" y="60557"/>
                </a:lnTo>
                <a:lnTo>
                  <a:pt x="514324" y="59345"/>
                </a:lnTo>
                <a:lnTo>
                  <a:pt x="514275" y="58157"/>
                </a:lnTo>
                <a:lnTo>
                  <a:pt x="514207" y="56992"/>
                </a:lnTo>
                <a:lnTo>
                  <a:pt x="514118" y="55850"/>
                </a:lnTo>
                <a:lnTo>
                  <a:pt x="514011" y="54732"/>
                </a:lnTo>
                <a:lnTo>
                  <a:pt x="513883" y="53637"/>
                </a:lnTo>
                <a:lnTo>
                  <a:pt x="513736" y="52565"/>
                </a:lnTo>
                <a:lnTo>
                  <a:pt x="513570" y="51517"/>
                </a:lnTo>
                <a:lnTo>
                  <a:pt x="513384" y="50492"/>
                </a:lnTo>
                <a:lnTo>
                  <a:pt x="513178" y="49491"/>
                </a:lnTo>
                <a:lnTo>
                  <a:pt x="512952" y="48512"/>
                </a:lnTo>
                <a:lnTo>
                  <a:pt x="512708" y="47558"/>
                </a:lnTo>
                <a:lnTo>
                  <a:pt x="512443" y="46626"/>
                </a:lnTo>
                <a:lnTo>
                  <a:pt x="512159" y="45718"/>
                </a:lnTo>
                <a:lnTo>
                  <a:pt x="511855" y="44833"/>
                </a:lnTo>
                <a:lnTo>
                  <a:pt x="511532" y="43972"/>
                </a:lnTo>
                <a:lnTo>
                  <a:pt x="511189" y="43134"/>
                </a:lnTo>
                <a:lnTo>
                  <a:pt x="510826" y="42320"/>
                </a:lnTo>
                <a:lnTo>
                  <a:pt x="510444" y="41528"/>
                </a:lnTo>
                <a:lnTo>
                  <a:pt x="510042" y="40760"/>
                </a:lnTo>
                <a:lnTo>
                  <a:pt x="509621" y="40016"/>
                </a:lnTo>
                <a:lnTo>
                  <a:pt x="509180" y="39295"/>
                </a:lnTo>
                <a:lnTo>
                  <a:pt x="508720" y="38597"/>
                </a:lnTo>
                <a:lnTo>
                  <a:pt x="508236" y="37925"/>
                </a:lnTo>
                <a:lnTo>
                  <a:pt x="507727" y="37282"/>
                </a:lnTo>
                <a:lnTo>
                  <a:pt x="507191" y="36667"/>
                </a:lnTo>
                <a:lnTo>
                  <a:pt x="506630" y="36080"/>
                </a:lnTo>
                <a:lnTo>
                  <a:pt x="506043" y="35523"/>
                </a:lnTo>
                <a:lnTo>
                  <a:pt x="505429" y="34994"/>
                </a:lnTo>
                <a:lnTo>
                  <a:pt x="504789" y="34493"/>
                </a:lnTo>
                <a:lnTo>
                  <a:pt x="504124" y="34021"/>
                </a:lnTo>
                <a:lnTo>
                  <a:pt x="503432" y="33578"/>
                </a:lnTo>
                <a:lnTo>
                  <a:pt x="502715" y="33164"/>
                </a:lnTo>
                <a:lnTo>
                  <a:pt x="501971" y="32777"/>
                </a:lnTo>
                <a:lnTo>
                  <a:pt x="501201" y="32420"/>
                </a:lnTo>
                <a:lnTo>
                  <a:pt x="500406" y="32091"/>
                </a:lnTo>
                <a:lnTo>
                  <a:pt x="499584" y="31791"/>
                </a:lnTo>
                <a:lnTo>
                  <a:pt x="498736" y="31519"/>
                </a:lnTo>
                <a:lnTo>
                  <a:pt x="497862" y="31276"/>
                </a:lnTo>
                <a:lnTo>
                  <a:pt x="496962" y="31062"/>
                </a:lnTo>
                <a:lnTo>
                  <a:pt x="496037" y="30876"/>
                </a:lnTo>
                <a:lnTo>
                  <a:pt x="495085" y="30718"/>
                </a:lnTo>
                <a:lnTo>
                  <a:pt x="494107" y="30590"/>
                </a:lnTo>
                <a:lnTo>
                  <a:pt x="493103" y="30490"/>
                </a:lnTo>
                <a:lnTo>
                  <a:pt x="492073" y="30418"/>
                </a:lnTo>
                <a:lnTo>
                  <a:pt x="491017" y="30375"/>
                </a:lnTo>
                <a:lnTo>
                  <a:pt x="489935" y="30361"/>
                </a:lnTo>
                <a:lnTo>
                  <a:pt x="489098" y="30368"/>
                </a:lnTo>
                <a:lnTo>
                  <a:pt x="488273" y="30391"/>
                </a:lnTo>
                <a:lnTo>
                  <a:pt x="487460" y="30428"/>
                </a:lnTo>
                <a:lnTo>
                  <a:pt x="486659" y="30479"/>
                </a:lnTo>
                <a:lnTo>
                  <a:pt x="485869" y="30546"/>
                </a:lnTo>
                <a:lnTo>
                  <a:pt x="485091" y="30627"/>
                </a:lnTo>
                <a:lnTo>
                  <a:pt x="484325" y="30723"/>
                </a:lnTo>
                <a:lnTo>
                  <a:pt x="483570" y="30834"/>
                </a:lnTo>
                <a:lnTo>
                  <a:pt x="482827" y="30960"/>
                </a:lnTo>
                <a:lnTo>
                  <a:pt x="482096" y="31100"/>
                </a:lnTo>
                <a:lnTo>
                  <a:pt x="481376" y="31256"/>
                </a:lnTo>
                <a:lnTo>
                  <a:pt x="480668" y="31426"/>
                </a:lnTo>
                <a:lnTo>
                  <a:pt x="479972" y="31611"/>
                </a:lnTo>
                <a:lnTo>
                  <a:pt x="479288" y="31810"/>
                </a:lnTo>
                <a:lnTo>
                  <a:pt x="478615" y="32025"/>
                </a:lnTo>
                <a:lnTo>
                  <a:pt x="477954" y="32254"/>
                </a:lnTo>
                <a:lnTo>
                  <a:pt x="477305" y="32498"/>
                </a:lnTo>
                <a:lnTo>
                  <a:pt x="476667" y="32757"/>
                </a:lnTo>
                <a:lnTo>
                  <a:pt x="476041" y="33030"/>
                </a:lnTo>
                <a:lnTo>
                  <a:pt x="475427" y="33319"/>
                </a:lnTo>
                <a:lnTo>
                  <a:pt x="474824" y="33622"/>
                </a:lnTo>
                <a:lnTo>
                  <a:pt x="474234" y="33940"/>
                </a:lnTo>
                <a:lnTo>
                  <a:pt x="473654" y="34272"/>
                </a:lnTo>
                <a:lnTo>
                  <a:pt x="473087" y="34620"/>
                </a:lnTo>
                <a:lnTo>
                  <a:pt x="472531" y="34976"/>
                </a:lnTo>
                <a:lnTo>
                  <a:pt x="471985" y="35334"/>
                </a:lnTo>
                <a:lnTo>
                  <a:pt x="471451" y="35695"/>
                </a:lnTo>
                <a:lnTo>
                  <a:pt x="470927" y="36057"/>
                </a:lnTo>
                <a:lnTo>
                  <a:pt x="470414" y="36422"/>
                </a:lnTo>
                <a:lnTo>
                  <a:pt x="469912" y="36789"/>
                </a:lnTo>
                <a:lnTo>
                  <a:pt x="469421" y="37158"/>
                </a:lnTo>
                <a:lnTo>
                  <a:pt x="468941" y="37530"/>
                </a:lnTo>
                <a:lnTo>
                  <a:pt x="468471" y="37903"/>
                </a:lnTo>
                <a:lnTo>
                  <a:pt x="468012" y="38279"/>
                </a:lnTo>
                <a:lnTo>
                  <a:pt x="467564" y="38657"/>
                </a:lnTo>
                <a:lnTo>
                  <a:pt x="467127" y="39037"/>
                </a:lnTo>
                <a:lnTo>
                  <a:pt x="466701" y="39419"/>
                </a:lnTo>
                <a:lnTo>
                  <a:pt x="466285" y="39804"/>
                </a:lnTo>
                <a:lnTo>
                  <a:pt x="465881" y="40191"/>
                </a:lnTo>
                <a:lnTo>
                  <a:pt x="465487" y="40580"/>
                </a:lnTo>
                <a:lnTo>
                  <a:pt x="465104" y="40971"/>
                </a:lnTo>
                <a:lnTo>
                  <a:pt x="464732" y="41364"/>
                </a:lnTo>
                <a:lnTo>
                  <a:pt x="464370" y="41760"/>
                </a:lnTo>
                <a:lnTo>
                  <a:pt x="464020" y="42158"/>
                </a:lnTo>
                <a:lnTo>
                  <a:pt x="463680" y="42557"/>
                </a:lnTo>
                <a:lnTo>
                  <a:pt x="463351" y="42960"/>
                </a:lnTo>
                <a:lnTo>
                  <a:pt x="463033" y="43364"/>
                </a:lnTo>
                <a:lnTo>
                  <a:pt x="462726" y="43770"/>
                </a:lnTo>
                <a:lnTo>
                  <a:pt x="462389" y="31879"/>
                </a:lnTo>
                <a:lnTo>
                  <a:pt x="448742" y="31879"/>
                </a:lnTo>
                <a:lnTo>
                  <a:pt x="448742" y="117396"/>
                </a:lnTo>
                <a:lnTo>
                  <a:pt x="462810" y="117396"/>
                </a:lnTo>
                <a:lnTo>
                  <a:pt x="462810" y="55823"/>
                </a:lnTo>
                <a:lnTo>
                  <a:pt x="463109" y="55407"/>
                </a:lnTo>
                <a:lnTo>
                  <a:pt x="463416" y="54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3FDF5-F11C-41D0-AACE-21ADB5B8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657" y="1415541"/>
            <a:ext cx="777559" cy="374010"/>
          </a:xfrm>
          <a:custGeom xmlns:a="http://schemas.openxmlformats.org/drawingml/2006/main">
            <a:pathLst>
              <a:path w="777559" h="374010" fill="none">
                <a:moveTo>
                  <a:pt x="0" y="0"/>
                </a:moveTo>
                <a:lnTo>
                  <a:pt x="777559" y="0"/>
                </a:lnTo>
                <a:lnTo>
                  <a:pt x="777559" y="374010"/>
                </a:lnTo>
                <a:lnTo>
                  <a:pt x="0" y="3740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120" name="Text Encoding">
            <a:extLst xmlns:a="http://schemas.openxmlformats.org/drawingml/2006/main">
              <a:ext uri="{FF2B5EF4-FFF2-40B4-BE49-F238E27FC236}">
                <a16:creationId xmlns:a16="http://schemas.microsoft.com/office/drawing/2014/main" id="{FC2A6DE0-0108-441F-8CEC-3B30995C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563" y="1545172"/>
            <a:ext cx="601744" cy="149191"/>
          </a:xfrm>
          <a:custGeom xmlns:a="http://schemas.openxmlformats.org/drawingml/2006/main">
            <a:pathLst>
              <a:path w="601744" h="149191">
                <a:moveTo>
                  <a:pt x="427905" y="16325"/>
                </a:moveTo>
                <a:lnTo>
                  <a:pt x="428216" y="16297"/>
                </a:lnTo>
                <a:lnTo>
                  <a:pt x="428523" y="16261"/>
                </a:lnTo>
                <a:lnTo>
                  <a:pt x="428824" y="16216"/>
                </a:lnTo>
                <a:lnTo>
                  <a:pt x="429119" y="16164"/>
                </a:lnTo>
                <a:lnTo>
                  <a:pt x="429410" y="16104"/>
                </a:lnTo>
                <a:lnTo>
                  <a:pt x="429695" y="16035"/>
                </a:lnTo>
                <a:lnTo>
                  <a:pt x="429975" y="15959"/>
                </a:lnTo>
                <a:lnTo>
                  <a:pt x="430249" y="15874"/>
                </a:lnTo>
                <a:lnTo>
                  <a:pt x="430519" y="15781"/>
                </a:lnTo>
                <a:lnTo>
                  <a:pt x="430783" y="15681"/>
                </a:lnTo>
                <a:lnTo>
                  <a:pt x="431042" y="15572"/>
                </a:lnTo>
                <a:lnTo>
                  <a:pt x="431295" y="15455"/>
                </a:lnTo>
                <a:lnTo>
                  <a:pt x="431544" y="15330"/>
                </a:lnTo>
                <a:lnTo>
                  <a:pt x="431787" y="15198"/>
                </a:lnTo>
                <a:lnTo>
                  <a:pt x="432025" y="15057"/>
                </a:lnTo>
                <a:lnTo>
                  <a:pt x="432257" y="14908"/>
                </a:lnTo>
                <a:lnTo>
                  <a:pt x="432484" y="14751"/>
                </a:lnTo>
                <a:lnTo>
                  <a:pt x="432706" y="14586"/>
                </a:lnTo>
                <a:lnTo>
                  <a:pt x="432923" y="14412"/>
                </a:lnTo>
                <a:lnTo>
                  <a:pt x="433135" y="14231"/>
                </a:lnTo>
                <a:lnTo>
                  <a:pt x="433341" y="14042"/>
                </a:lnTo>
                <a:lnTo>
                  <a:pt x="433540" y="13847"/>
                </a:lnTo>
                <a:lnTo>
                  <a:pt x="433731" y="13647"/>
                </a:lnTo>
                <a:lnTo>
                  <a:pt x="433913" y="13443"/>
                </a:lnTo>
                <a:lnTo>
                  <a:pt x="434087" y="13235"/>
                </a:lnTo>
                <a:lnTo>
                  <a:pt x="434253" y="13023"/>
                </a:lnTo>
                <a:lnTo>
                  <a:pt x="434410" y="12806"/>
                </a:lnTo>
                <a:lnTo>
                  <a:pt x="434558" y="12585"/>
                </a:lnTo>
                <a:lnTo>
                  <a:pt x="434698" y="12360"/>
                </a:lnTo>
                <a:lnTo>
                  <a:pt x="434829" y="12131"/>
                </a:lnTo>
                <a:lnTo>
                  <a:pt x="434952" y="11897"/>
                </a:lnTo>
                <a:lnTo>
                  <a:pt x="435067" y="11659"/>
                </a:lnTo>
                <a:lnTo>
                  <a:pt x="435173" y="11417"/>
                </a:lnTo>
                <a:lnTo>
                  <a:pt x="435271" y="11171"/>
                </a:lnTo>
                <a:lnTo>
                  <a:pt x="435360" y="10920"/>
                </a:lnTo>
                <a:lnTo>
                  <a:pt x="435440" y="10665"/>
                </a:lnTo>
                <a:lnTo>
                  <a:pt x="435512" y="10406"/>
                </a:lnTo>
                <a:lnTo>
                  <a:pt x="435576" y="10143"/>
                </a:lnTo>
                <a:lnTo>
                  <a:pt x="435631" y="9875"/>
                </a:lnTo>
                <a:lnTo>
                  <a:pt x="435678" y="9603"/>
                </a:lnTo>
                <a:lnTo>
                  <a:pt x="435716" y="9327"/>
                </a:lnTo>
                <a:lnTo>
                  <a:pt x="435746" y="9047"/>
                </a:lnTo>
                <a:lnTo>
                  <a:pt x="435767" y="8762"/>
                </a:lnTo>
                <a:lnTo>
                  <a:pt x="435779" y="8474"/>
                </a:lnTo>
                <a:lnTo>
                  <a:pt x="435784" y="8181"/>
                </a:lnTo>
                <a:lnTo>
                  <a:pt x="435779" y="7888"/>
                </a:lnTo>
                <a:lnTo>
                  <a:pt x="435767" y="7599"/>
                </a:lnTo>
                <a:lnTo>
                  <a:pt x="435746" y="7314"/>
                </a:lnTo>
                <a:lnTo>
                  <a:pt x="435716" y="7034"/>
                </a:lnTo>
                <a:lnTo>
                  <a:pt x="435678" y="6758"/>
                </a:lnTo>
                <a:lnTo>
                  <a:pt x="435631" y="6486"/>
                </a:lnTo>
                <a:lnTo>
                  <a:pt x="435576" y="6218"/>
                </a:lnTo>
                <a:lnTo>
                  <a:pt x="435512" y="5955"/>
                </a:lnTo>
                <a:lnTo>
                  <a:pt x="435440" y="5696"/>
                </a:lnTo>
                <a:lnTo>
                  <a:pt x="435360" y="5441"/>
                </a:lnTo>
                <a:lnTo>
                  <a:pt x="435271" y="5191"/>
                </a:lnTo>
                <a:lnTo>
                  <a:pt x="435173" y="4944"/>
                </a:lnTo>
                <a:lnTo>
                  <a:pt x="435067" y="4702"/>
                </a:lnTo>
                <a:lnTo>
                  <a:pt x="434952" y="4464"/>
                </a:lnTo>
                <a:lnTo>
                  <a:pt x="434829" y="4231"/>
                </a:lnTo>
                <a:lnTo>
                  <a:pt x="434698" y="4001"/>
                </a:lnTo>
                <a:lnTo>
                  <a:pt x="434558" y="3776"/>
                </a:lnTo>
                <a:lnTo>
                  <a:pt x="434410" y="3555"/>
                </a:lnTo>
                <a:lnTo>
                  <a:pt x="434253" y="3339"/>
                </a:lnTo>
                <a:lnTo>
                  <a:pt x="434087" y="3126"/>
                </a:lnTo>
                <a:lnTo>
                  <a:pt x="433913" y="2918"/>
                </a:lnTo>
                <a:lnTo>
                  <a:pt x="433731" y="2714"/>
                </a:lnTo>
                <a:lnTo>
                  <a:pt x="433540" y="2515"/>
                </a:lnTo>
                <a:lnTo>
                  <a:pt x="433341" y="2319"/>
                </a:lnTo>
                <a:lnTo>
                  <a:pt x="433135" y="2130"/>
                </a:lnTo>
                <a:lnTo>
                  <a:pt x="432923" y="1949"/>
                </a:lnTo>
                <a:lnTo>
                  <a:pt x="432706" y="1776"/>
                </a:lnTo>
                <a:lnTo>
                  <a:pt x="432484" y="1611"/>
                </a:lnTo>
                <a:lnTo>
                  <a:pt x="432257" y="1454"/>
                </a:lnTo>
                <a:lnTo>
                  <a:pt x="432025" y="1305"/>
                </a:lnTo>
                <a:lnTo>
                  <a:pt x="431787" y="1164"/>
                </a:lnTo>
                <a:lnTo>
                  <a:pt x="431544" y="1031"/>
                </a:lnTo>
                <a:lnTo>
                  <a:pt x="431295" y="906"/>
                </a:lnTo>
                <a:lnTo>
                  <a:pt x="431042" y="789"/>
                </a:lnTo>
                <a:lnTo>
                  <a:pt x="430783" y="680"/>
                </a:lnTo>
                <a:lnTo>
                  <a:pt x="430519" y="580"/>
                </a:lnTo>
                <a:lnTo>
                  <a:pt x="430249" y="487"/>
                </a:lnTo>
                <a:lnTo>
                  <a:pt x="429975" y="403"/>
                </a:lnTo>
                <a:lnTo>
                  <a:pt x="429695" y="326"/>
                </a:lnTo>
                <a:lnTo>
                  <a:pt x="429410" y="258"/>
                </a:lnTo>
                <a:lnTo>
                  <a:pt x="429119" y="197"/>
                </a:lnTo>
                <a:lnTo>
                  <a:pt x="428824" y="145"/>
                </a:lnTo>
                <a:lnTo>
                  <a:pt x="428523" y="101"/>
                </a:lnTo>
                <a:lnTo>
                  <a:pt x="428216" y="64"/>
                </a:lnTo>
                <a:lnTo>
                  <a:pt x="427905" y="36"/>
                </a:lnTo>
                <a:lnTo>
                  <a:pt x="427588" y="16"/>
                </a:lnTo>
                <a:lnTo>
                  <a:pt x="427266" y="4"/>
                </a:lnTo>
                <a:lnTo>
                  <a:pt x="426939" y="0"/>
                </a:lnTo>
                <a:lnTo>
                  <a:pt x="426605" y="4"/>
                </a:lnTo>
                <a:lnTo>
                  <a:pt x="426277" y="16"/>
                </a:lnTo>
                <a:lnTo>
                  <a:pt x="425954" y="36"/>
                </a:lnTo>
                <a:lnTo>
                  <a:pt x="425638" y="64"/>
                </a:lnTo>
                <a:lnTo>
                  <a:pt x="425327" y="101"/>
                </a:lnTo>
                <a:lnTo>
                  <a:pt x="425022" y="145"/>
                </a:lnTo>
                <a:lnTo>
                  <a:pt x="424723" y="197"/>
                </a:lnTo>
                <a:lnTo>
                  <a:pt x="424430" y="258"/>
                </a:lnTo>
                <a:lnTo>
                  <a:pt x="424143" y="326"/>
                </a:lnTo>
                <a:lnTo>
                  <a:pt x="423862" y="403"/>
                </a:lnTo>
                <a:lnTo>
                  <a:pt x="423586" y="487"/>
                </a:lnTo>
                <a:lnTo>
                  <a:pt x="423317" y="580"/>
                </a:lnTo>
                <a:lnTo>
                  <a:pt x="423053" y="680"/>
                </a:lnTo>
                <a:lnTo>
                  <a:pt x="422795" y="789"/>
                </a:lnTo>
                <a:lnTo>
                  <a:pt x="422543" y="906"/>
                </a:lnTo>
                <a:lnTo>
                  <a:pt x="422296" y="1031"/>
                </a:lnTo>
                <a:lnTo>
                  <a:pt x="422056" y="1164"/>
                </a:lnTo>
                <a:lnTo>
                  <a:pt x="421821" y="1305"/>
                </a:lnTo>
                <a:lnTo>
                  <a:pt x="421593" y="1454"/>
                </a:lnTo>
                <a:lnTo>
                  <a:pt x="421370" y="1611"/>
                </a:lnTo>
                <a:lnTo>
                  <a:pt x="421153" y="1776"/>
                </a:lnTo>
                <a:lnTo>
                  <a:pt x="420941" y="1949"/>
                </a:lnTo>
                <a:lnTo>
                  <a:pt x="420736" y="2130"/>
                </a:lnTo>
                <a:lnTo>
                  <a:pt x="420537" y="2319"/>
                </a:lnTo>
                <a:lnTo>
                  <a:pt x="420344" y="2515"/>
                </a:lnTo>
                <a:lnTo>
                  <a:pt x="420160" y="2714"/>
                </a:lnTo>
                <a:lnTo>
                  <a:pt x="419984" y="2918"/>
                </a:lnTo>
                <a:lnTo>
                  <a:pt x="419816" y="3126"/>
                </a:lnTo>
                <a:lnTo>
                  <a:pt x="419656" y="3339"/>
                </a:lnTo>
                <a:lnTo>
                  <a:pt x="419505" y="3555"/>
                </a:lnTo>
                <a:lnTo>
                  <a:pt x="419361" y="3776"/>
                </a:lnTo>
                <a:lnTo>
                  <a:pt x="419226" y="4001"/>
                </a:lnTo>
                <a:lnTo>
                  <a:pt x="419099" y="4231"/>
                </a:lnTo>
                <a:lnTo>
                  <a:pt x="418981" y="4464"/>
                </a:lnTo>
                <a:lnTo>
                  <a:pt x="418870" y="4702"/>
                </a:lnTo>
                <a:lnTo>
                  <a:pt x="418768" y="4944"/>
                </a:lnTo>
                <a:lnTo>
                  <a:pt x="418674" y="5191"/>
                </a:lnTo>
                <a:lnTo>
                  <a:pt x="418588" y="5441"/>
                </a:lnTo>
                <a:lnTo>
                  <a:pt x="418510" y="5696"/>
                </a:lnTo>
                <a:lnTo>
                  <a:pt x="418440" y="5955"/>
                </a:lnTo>
                <a:lnTo>
                  <a:pt x="418379" y="6218"/>
                </a:lnTo>
                <a:lnTo>
                  <a:pt x="418325" y="6486"/>
                </a:lnTo>
                <a:lnTo>
                  <a:pt x="418280" y="6758"/>
                </a:lnTo>
                <a:lnTo>
                  <a:pt x="418244" y="7034"/>
                </a:lnTo>
                <a:lnTo>
                  <a:pt x="418215" y="7314"/>
                </a:lnTo>
                <a:lnTo>
                  <a:pt x="418194" y="7599"/>
                </a:lnTo>
                <a:lnTo>
                  <a:pt x="418182" y="7888"/>
                </a:lnTo>
                <a:lnTo>
                  <a:pt x="418178" y="8181"/>
                </a:lnTo>
                <a:lnTo>
                  <a:pt x="418182" y="8474"/>
                </a:lnTo>
                <a:lnTo>
                  <a:pt x="418194" y="8762"/>
                </a:lnTo>
                <a:lnTo>
                  <a:pt x="418215" y="9047"/>
                </a:lnTo>
                <a:lnTo>
                  <a:pt x="418244" y="9327"/>
                </a:lnTo>
                <a:lnTo>
                  <a:pt x="418280" y="9603"/>
                </a:lnTo>
                <a:lnTo>
                  <a:pt x="418325" y="9875"/>
                </a:lnTo>
                <a:lnTo>
                  <a:pt x="418379" y="10143"/>
                </a:lnTo>
                <a:lnTo>
                  <a:pt x="418440" y="10406"/>
                </a:lnTo>
                <a:lnTo>
                  <a:pt x="418510" y="10665"/>
                </a:lnTo>
                <a:lnTo>
                  <a:pt x="418588" y="10920"/>
                </a:lnTo>
                <a:lnTo>
                  <a:pt x="418674" y="11171"/>
                </a:lnTo>
                <a:lnTo>
                  <a:pt x="418768" y="11417"/>
                </a:lnTo>
                <a:lnTo>
                  <a:pt x="418870" y="11659"/>
                </a:lnTo>
                <a:lnTo>
                  <a:pt x="418981" y="11897"/>
                </a:lnTo>
                <a:lnTo>
                  <a:pt x="419099" y="12131"/>
                </a:lnTo>
                <a:lnTo>
                  <a:pt x="419226" y="12360"/>
                </a:lnTo>
                <a:lnTo>
                  <a:pt x="419361" y="12585"/>
                </a:lnTo>
                <a:lnTo>
                  <a:pt x="419505" y="12806"/>
                </a:lnTo>
                <a:lnTo>
                  <a:pt x="419656" y="13023"/>
                </a:lnTo>
                <a:lnTo>
                  <a:pt x="419816" y="13235"/>
                </a:lnTo>
                <a:lnTo>
                  <a:pt x="419984" y="13443"/>
                </a:lnTo>
                <a:lnTo>
                  <a:pt x="420160" y="13647"/>
                </a:lnTo>
                <a:lnTo>
                  <a:pt x="420344" y="13847"/>
                </a:lnTo>
                <a:lnTo>
                  <a:pt x="420537" y="14042"/>
                </a:lnTo>
                <a:lnTo>
                  <a:pt x="420736" y="14231"/>
                </a:lnTo>
                <a:lnTo>
                  <a:pt x="420941" y="14412"/>
                </a:lnTo>
                <a:lnTo>
                  <a:pt x="421153" y="14586"/>
                </a:lnTo>
                <a:lnTo>
                  <a:pt x="421370" y="14751"/>
                </a:lnTo>
                <a:lnTo>
                  <a:pt x="421593" y="14908"/>
                </a:lnTo>
                <a:lnTo>
                  <a:pt x="421821" y="15057"/>
                </a:lnTo>
                <a:lnTo>
                  <a:pt x="422056" y="15198"/>
                </a:lnTo>
                <a:lnTo>
                  <a:pt x="422296" y="15330"/>
                </a:lnTo>
                <a:lnTo>
                  <a:pt x="422543" y="15455"/>
                </a:lnTo>
                <a:lnTo>
                  <a:pt x="422795" y="15572"/>
                </a:lnTo>
                <a:lnTo>
                  <a:pt x="423053" y="15681"/>
                </a:lnTo>
                <a:lnTo>
                  <a:pt x="423317" y="15781"/>
                </a:lnTo>
                <a:lnTo>
                  <a:pt x="423586" y="15874"/>
                </a:lnTo>
                <a:lnTo>
                  <a:pt x="423862" y="15959"/>
                </a:lnTo>
                <a:lnTo>
                  <a:pt x="424143" y="16035"/>
                </a:lnTo>
                <a:lnTo>
                  <a:pt x="424430" y="16104"/>
                </a:lnTo>
                <a:lnTo>
                  <a:pt x="424723" y="16164"/>
                </a:lnTo>
                <a:lnTo>
                  <a:pt x="425022" y="16216"/>
                </a:lnTo>
                <a:lnTo>
                  <a:pt x="425327" y="16261"/>
                </a:lnTo>
                <a:lnTo>
                  <a:pt x="425638" y="16297"/>
                </a:lnTo>
                <a:lnTo>
                  <a:pt x="425954" y="16325"/>
                </a:lnTo>
                <a:lnTo>
                  <a:pt x="426277" y="16345"/>
                </a:lnTo>
                <a:lnTo>
                  <a:pt x="426605" y="16357"/>
                </a:lnTo>
                <a:lnTo>
                  <a:pt x="426939" y="16361"/>
                </a:lnTo>
                <a:lnTo>
                  <a:pt x="427266" y="16357"/>
                </a:lnTo>
                <a:lnTo>
                  <a:pt x="427588" y="16345"/>
                </a:lnTo>
                <a:lnTo>
                  <a:pt x="427905" y="16325"/>
                </a:lnTo>
                <a:close/>
                <a:moveTo>
                  <a:pt x="15163" y="65108"/>
                </a:moveTo>
                <a:lnTo>
                  <a:pt x="67727" y="65108"/>
                </a:lnTo>
                <a:lnTo>
                  <a:pt x="67727" y="52626"/>
                </a:lnTo>
                <a:lnTo>
                  <a:pt x="15163" y="52626"/>
                </a:lnTo>
                <a:lnTo>
                  <a:pt x="15163" y="16530"/>
                </a:lnTo>
                <a:lnTo>
                  <a:pt x="72276" y="16530"/>
                </a:lnTo>
                <a:lnTo>
                  <a:pt x="72276" y="3879"/>
                </a:lnTo>
                <a:lnTo>
                  <a:pt x="0" y="3879"/>
                </a:lnTo>
                <a:lnTo>
                  <a:pt x="0" y="117396"/>
                </a:lnTo>
                <a:lnTo>
                  <a:pt x="72276" y="117396"/>
                </a:lnTo>
                <a:lnTo>
                  <a:pt x="72276" y="104746"/>
                </a:lnTo>
                <a:lnTo>
                  <a:pt x="15163" y="104746"/>
                </a:lnTo>
                <a:lnTo>
                  <a:pt x="15163" y="65108"/>
                </a:lnTo>
                <a:close/>
                <a:moveTo>
                  <a:pt x="365013" y="118807"/>
                </a:moveTo>
                <a:lnTo>
                  <a:pt x="365723" y="118747"/>
                </a:lnTo>
                <a:lnTo>
                  <a:pt x="366424" y="118674"/>
                </a:lnTo>
                <a:lnTo>
                  <a:pt x="367116" y="118588"/>
                </a:lnTo>
                <a:lnTo>
                  <a:pt x="367799" y="118488"/>
                </a:lnTo>
                <a:lnTo>
                  <a:pt x="368474" y="118374"/>
                </a:lnTo>
                <a:lnTo>
                  <a:pt x="369139" y="118248"/>
                </a:lnTo>
                <a:lnTo>
                  <a:pt x="369794" y="118108"/>
                </a:lnTo>
                <a:lnTo>
                  <a:pt x="370441" y="117955"/>
                </a:lnTo>
                <a:lnTo>
                  <a:pt x="371079" y="117788"/>
                </a:lnTo>
                <a:lnTo>
                  <a:pt x="371708" y="117608"/>
                </a:lnTo>
                <a:lnTo>
                  <a:pt x="372327" y="117415"/>
                </a:lnTo>
                <a:lnTo>
                  <a:pt x="372938" y="117209"/>
                </a:lnTo>
                <a:lnTo>
                  <a:pt x="373539" y="116989"/>
                </a:lnTo>
                <a:lnTo>
                  <a:pt x="374132" y="116756"/>
                </a:lnTo>
                <a:lnTo>
                  <a:pt x="374715" y="116509"/>
                </a:lnTo>
                <a:lnTo>
                  <a:pt x="375290" y="116249"/>
                </a:lnTo>
                <a:lnTo>
                  <a:pt x="375855" y="115976"/>
                </a:lnTo>
                <a:lnTo>
                  <a:pt x="376411" y="115690"/>
                </a:lnTo>
                <a:lnTo>
                  <a:pt x="376958" y="115390"/>
                </a:lnTo>
                <a:lnTo>
                  <a:pt x="377496" y="115077"/>
                </a:lnTo>
                <a:lnTo>
                  <a:pt x="378025" y="114753"/>
                </a:lnTo>
                <a:lnTo>
                  <a:pt x="378546" y="114420"/>
                </a:lnTo>
                <a:lnTo>
                  <a:pt x="379059" y="114080"/>
                </a:lnTo>
                <a:lnTo>
                  <a:pt x="379562" y="113731"/>
                </a:lnTo>
                <a:lnTo>
                  <a:pt x="380058" y="113373"/>
                </a:lnTo>
                <a:lnTo>
                  <a:pt x="380545" y="113008"/>
                </a:lnTo>
                <a:lnTo>
                  <a:pt x="381023" y="112634"/>
                </a:lnTo>
                <a:lnTo>
                  <a:pt x="381493" y="112251"/>
                </a:lnTo>
                <a:lnTo>
                  <a:pt x="381954" y="111861"/>
                </a:lnTo>
                <a:lnTo>
                  <a:pt x="382407" y="111462"/>
                </a:lnTo>
                <a:lnTo>
                  <a:pt x="382852" y="111054"/>
                </a:lnTo>
                <a:lnTo>
                  <a:pt x="383288" y="110639"/>
                </a:lnTo>
                <a:lnTo>
                  <a:pt x="383715" y="110214"/>
                </a:lnTo>
                <a:lnTo>
                  <a:pt x="384134" y="109782"/>
                </a:lnTo>
                <a:lnTo>
                  <a:pt x="384545" y="109341"/>
                </a:lnTo>
                <a:lnTo>
                  <a:pt x="384947" y="108892"/>
                </a:lnTo>
                <a:lnTo>
                  <a:pt x="385340" y="108435"/>
                </a:lnTo>
                <a:lnTo>
                  <a:pt x="385725" y="107969"/>
                </a:lnTo>
                <a:lnTo>
                  <a:pt x="386102" y="107495"/>
                </a:lnTo>
                <a:lnTo>
                  <a:pt x="386470" y="107012"/>
                </a:lnTo>
                <a:lnTo>
                  <a:pt x="386829" y="106521"/>
                </a:lnTo>
                <a:lnTo>
                  <a:pt x="387181" y="106022"/>
                </a:lnTo>
                <a:lnTo>
                  <a:pt x="387523" y="105514"/>
                </a:lnTo>
                <a:lnTo>
                  <a:pt x="387857" y="104999"/>
                </a:lnTo>
                <a:lnTo>
                  <a:pt x="388784" y="117396"/>
                </a:lnTo>
                <a:lnTo>
                  <a:pt x="401757" y="117396"/>
                </a:lnTo>
                <a:lnTo>
                  <a:pt x="401757" y="3879"/>
                </a:lnTo>
                <a:lnTo>
                  <a:pt x="388026" y="3879"/>
                </a:lnTo>
                <a:lnTo>
                  <a:pt x="388026" y="44445"/>
                </a:lnTo>
                <a:lnTo>
                  <a:pt x="387706" y="43909"/>
                </a:lnTo>
                <a:lnTo>
                  <a:pt x="387378" y="43382"/>
                </a:lnTo>
                <a:lnTo>
                  <a:pt x="387042" y="42864"/>
                </a:lnTo>
                <a:lnTo>
                  <a:pt x="386698" y="42355"/>
                </a:lnTo>
                <a:lnTo>
                  <a:pt x="386346" y="41857"/>
                </a:lnTo>
                <a:lnTo>
                  <a:pt x="385986" y="41367"/>
                </a:lnTo>
                <a:lnTo>
                  <a:pt x="385618" y="40887"/>
                </a:lnTo>
                <a:lnTo>
                  <a:pt x="385241" y="40416"/>
                </a:lnTo>
                <a:lnTo>
                  <a:pt x="384857" y="39954"/>
                </a:lnTo>
                <a:lnTo>
                  <a:pt x="384465" y="39502"/>
                </a:lnTo>
                <a:lnTo>
                  <a:pt x="384064" y="39059"/>
                </a:lnTo>
                <a:lnTo>
                  <a:pt x="383656" y="38626"/>
                </a:lnTo>
                <a:lnTo>
                  <a:pt x="383240" y="38202"/>
                </a:lnTo>
                <a:lnTo>
                  <a:pt x="382815" y="37787"/>
                </a:lnTo>
                <a:lnTo>
                  <a:pt x="382383" y="37382"/>
                </a:lnTo>
                <a:lnTo>
                  <a:pt x="381942" y="36986"/>
                </a:lnTo>
                <a:lnTo>
                  <a:pt x="381493" y="36600"/>
                </a:lnTo>
                <a:lnTo>
                  <a:pt x="381037" y="36222"/>
                </a:lnTo>
                <a:lnTo>
                  <a:pt x="380572" y="35855"/>
                </a:lnTo>
                <a:lnTo>
                  <a:pt x="380099" y="35496"/>
                </a:lnTo>
                <a:lnTo>
                  <a:pt x="379619" y="35147"/>
                </a:lnTo>
                <a:lnTo>
                  <a:pt x="379130" y="34807"/>
                </a:lnTo>
                <a:lnTo>
                  <a:pt x="378633" y="34477"/>
                </a:lnTo>
                <a:lnTo>
                  <a:pt x="378128" y="34156"/>
                </a:lnTo>
                <a:lnTo>
                  <a:pt x="377614" y="33846"/>
                </a:lnTo>
                <a:lnTo>
                  <a:pt x="377090" y="33550"/>
                </a:lnTo>
                <a:lnTo>
                  <a:pt x="376557" y="33267"/>
                </a:lnTo>
                <a:lnTo>
                  <a:pt x="376014" y="32997"/>
                </a:lnTo>
                <a:lnTo>
                  <a:pt x="375461" y="32740"/>
                </a:lnTo>
                <a:lnTo>
                  <a:pt x="374898" y="32496"/>
                </a:lnTo>
                <a:lnTo>
                  <a:pt x="374325" y="32265"/>
                </a:lnTo>
                <a:lnTo>
                  <a:pt x="373743" y="32048"/>
                </a:lnTo>
                <a:lnTo>
                  <a:pt x="373151" y="31843"/>
                </a:lnTo>
                <a:lnTo>
                  <a:pt x="372549" y="31652"/>
                </a:lnTo>
                <a:lnTo>
                  <a:pt x="371937" y="31475"/>
                </a:lnTo>
                <a:lnTo>
                  <a:pt x="371315" y="31310"/>
                </a:lnTo>
                <a:lnTo>
                  <a:pt x="370684" y="31158"/>
                </a:lnTo>
                <a:lnTo>
                  <a:pt x="370043" y="31020"/>
                </a:lnTo>
                <a:lnTo>
                  <a:pt x="369392" y="30895"/>
                </a:lnTo>
                <a:lnTo>
                  <a:pt x="368731" y="30783"/>
                </a:lnTo>
                <a:lnTo>
                  <a:pt x="368060" y="30684"/>
                </a:lnTo>
                <a:lnTo>
                  <a:pt x="367380" y="30598"/>
                </a:lnTo>
                <a:lnTo>
                  <a:pt x="366690" y="30526"/>
                </a:lnTo>
                <a:lnTo>
                  <a:pt x="365990" y="30466"/>
                </a:lnTo>
                <a:lnTo>
                  <a:pt x="365280" y="30420"/>
                </a:lnTo>
                <a:lnTo>
                  <a:pt x="364560" y="30387"/>
                </a:lnTo>
                <a:lnTo>
                  <a:pt x="363831" y="30368"/>
                </a:lnTo>
                <a:lnTo>
                  <a:pt x="363092" y="30361"/>
                </a:lnTo>
                <a:lnTo>
                  <a:pt x="362268" y="30370"/>
                </a:lnTo>
                <a:lnTo>
                  <a:pt x="361453" y="30396"/>
                </a:lnTo>
                <a:lnTo>
                  <a:pt x="360647" y="30440"/>
                </a:lnTo>
                <a:lnTo>
                  <a:pt x="359851" y="30501"/>
                </a:lnTo>
                <a:lnTo>
                  <a:pt x="359063" y="30580"/>
                </a:lnTo>
                <a:lnTo>
                  <a:pt x="358285" y="30676"/>
                </a:lnTo>
                <a:lnTo>
                  <a:pt x="357515" y="30790"/>
                </a:lnTo>
                <a:lnTo>
                  <a:pt x="356755" y="30921"/>
                </a:lnTo>
                <a:lnTo>
                  <a:pt x="356004" y="31070"/>
                </a:lnTo>
                <a:lnTo>
                  <a:pt x="355262" y="31236"/>
                </a:lnTo>
                <a:lnTo>
                  <a:pt x="354528" y="31420"/>
                </a:lnTo>
                <a:lnTo>
                  <a:pt x="353804" y="31621"/>
                </a:lnTo>
                <a:lnTo>
                  <a:pt x="353089" y="31840"/>
                </a:lnTo>
                <a:lnTo>
                  <a:pt x="352383" y="32077"/>
                </a:lnTo>
                <a:lnTo>
                  <a:pt x="351687" y="32330"/>
                </a:lnTo>
                <a:lnTo>
                  <a:pt x="350999" y="32602"/>
                </a:lnTo>
                <a:lnTo>
                  <a:pt x="350320" y="32891"/>
                </a:lnTo>
                <a:lnTo>
                  <a:pt x="349650" y="33197"/>
                </a:lnTo>
                <a:lnTo>
                  <a:pt x="348990" y="33521"/>
                </a:lnTo>
                <a:lnTo>
                  <a:pt x="348338" y="33862"/>
                </a:lnTo>
                <a:lnTo>
                  <a:pt x="347696" y="34221"/>
                </a:lnTo>
                <a:lnTo>
                  <a:pt x="347062" y="34597"/>
                </a:lnTo>
                <a:lnTo>
                  <a:pt x="346438" y="34991"/>
                </a:lnTo>
                <a:lnTo>
                  <a:pt x="345823" y="35403"/>
                </a:lnTo>
                <a:lnTo>
                  <a:pt x="345218" y="35831"/>
                </a:lnTo>
                <a:lnTo>
                  <a:pt x="344625" y="36277"/>
                </a:lnTo>
                <a:lnTo>
                  <a:pt x="344043" y="36740"/>
                </a:lnTo>
                <a:lnTo>
                  <a:pt x="343474" y="37220"/>
                </a:lnTo>
                <a:lnTo>
                  <a:pt x="342915" y="37717"/>
                </a:lnTo>
                <a:lnTo>
                  <a:pt x="342369" y="38230"/>
                </a:lnTo>
                <a:lnTo>
                  <a:pt x="341834" y="38761"/>
                </a:lnTo>
                <a:lnTo>
                  <a:pt x="341311" y="39309"/>
                </a:lnTo>
                <a:lnTo>
                  <a:pt x="340800" y="39874"/>
                </a:lnTo>
                <a:lnTo>
                  <a:pt x="340301" y="40457"/>
                </a:lnTo>
                <a:lnTo>
                  <a:pt x="339813" y="41056"/>
                </a:lnTo>
                <a:lnTo>
                  <a:pt x="339337" y="41672"/>
                </a:lnTo>
                <a:lnTo>
                  <a:pt x="338872" y="42305"/>
                </a:lnTo>
                <a:lnTo>
                  <a:pt x="338419" y="42955"/>
                </a:lnTo>
                <a:lnTo>
                  <a:pt x="337978" y="43623"/>
                </a:lnTo>
                <a:lnTo>
                  <a:pt x="337549" y="44307"/>
                </a:lnTo>
                <a:lnTo>
                  <a:pt x="337131" y="45009"/>
                </a:lnTo>
                <a:lnTo>
                  <a:pt x="336725" y="45727"/>
                </a:lnTo>
                <a:lnTo>
                  <a:pt x="336331" y="46463"/>
                </a:lnTo>
                <a:lnTo>
                  <a:pt x="335948" y="47215"/>
                </a:lnTo>
                <a:lnTo>
                  <a:pt x="335577" y="47985"/>
                </a:lnTo>
                <a:lnTo>
                  <a:pt x="335218" y="48772"/>
                </a:lnTo>
                <a:lnTo>
                  <a:pt x="334871" y="49575"/>
                </a:lnTo>
                <a:lnTo>
                  <a:pt x="334535" y="50396"/>
                </a:lnTo>
                <a:lnTo>
                  <a:pt x="334212" y="51234"/>
                </a:lnTo>
                <a:lnTo>
                  <a:pt x="333903" y="52088"/>
                </a:lnTo>
                <a:lnTo>
                  <a:pt x="333607" y="52959"/>
                </a:lnTo>
                <a:lnTo>
                  <a:pt x="333325" y="53848"/>
                </a:lnTo>
                <a:lnTo>
                  <a:pt x="333057" y="54753"/>
                </a:lnTo>
                <a:lnTo>
                  <a:pt x="332803" y="55675"/>
                </a:lnTo>
                <a:lnTo>
                  <a:pt x="332562" y="56614"/>
                </a:lnTo>
                <a:lnTo>
                  <a:pt x="332335" y="57570"/>
                </a:lnTo>
                <a:lnTo>
                  <a:pt x="332122" y="58543"/>
                </a:lnTo>
                <a:lnTo>
                  <a:pt x="331923" y="59533"/>
                </a:lnTo>
                <a:lnTo>
                  <a:pt x="331737" y="60539"/>
                </a:lnTo>
                <a:lnTo>
                  <a:pt x="331566" y="61563"/>
                </a:lnTo>
                <a:lnTo>
                  <a:pt x="331408" y="62603"/>
                </a:lnTo>
                <a:lnTo>
                  <a:pt x="331263" y="63661"/>
                </a:lnTo>
                <a:lnTo>
                  <a:pt x="331133" y="64735"/>
                </a:lnTo>
                <a:lnTo>
                  <a:pt x="331016" y="65826"/>
                </a:lnTo>
                <a:lnTo>
                  <a:pt x="330913" y="66934"/>
                </a:lnTo>
                <a:lnTo>
                  <a:pt x="330823" y="68059"/>
                </a:lnTo>
                <a:lnTo>
                  <a:pt x="330748" y="69201"/>
                </a:lnTo>
                <a:lnTo>
                  <a:pt x="330686" y="70360"/>
                </a:lnTo>
                <a:lnTo>
                  <a:pt x="330638" y="71536"/>
                </a:lnTo>
                <a:lnTo>
                  <a:pt x="330603" y="72729"/>
                </a:lnTo>
                <a:lnTo>
                  <a:pt x="330583" y="73938"/>
                </a:lnTo>
                <a:lnTo>
                  <a:pt x="330576" y="75165"/>
                </a:lnTo>
                <a:lnTo>
                  <a:pt x="330583" y="76355"/>
                </a:lnTo>
                <a:lnTo>
                  <a:pt x="330603" y="77528"/>
                </a:lnTo>
                <a:lnTo>
                  <a:pt x="330636" y="78686"/>
                </a:lnTo>
                <a:lnTo>
                  <a:pt x="330683" y="79828"/>
                </a:lnTo>
                <a:lnTo>
                  <a:pt x="330744" y="80953"/>
                </a:lnTo>
                <a:lnTo>
                  <a:pt x="330818" y="82063"/>
                </a:lnTo>
                <a:lnTo>
                  <a:pt x="330905" y="83156"/>
                </a:lnTo>
                <a:lnTo>
                  <a:pt x="331006" y="84233"/>
                </a:lnTo>
                <a:lnTo>
                  <a:pt x="331121" y="85294"/>
                </a:lnTo>
                <a:lnTo>
                  <a:pt x="331249" y="86339"/>
                </a:lnTo>
                <a:lnTo>
                  <a:pt x="331390" y="87368"/>
                </a:lnTo>
                <a:lnTo>
                  <a:pt x="331545" y="88380"/>
                </a:lnTo>
                <a:lnTo>
                  <a:pt x="331713" y="89377"/>
                </a:lnTo>
                <a:lnTo>
                  <a:pt x="331894" y="90357"/>
                </a:lnTo>
                <a:lnTo>
                  <a:pt x="332089" y="91321"/>
                </a:lnTo>
                <a:lnTo>
                  <a:pt x="332298" y="92270"/>
                </a:lnTo>
                <a:lnTo>
                  <a:pt x="332520" y="93202"/>
                </a:lnTo>
                <a:lnTo>
                  <a:pt x="332755" y="94118"/>
                </a:lnTo>
                <a:lnTo>
                  <a:pt x="333004" y="95017"/>
                </a:lnTo>
                <a:lnTo>
                  <a:pt x="333267" y="95901"/>
                </a:lnTo>
                <a:lnTo>
                  <a:pt x="333543" y="96768"/>
                </a:lnTo>
                <a:lnTo>
                  <a:pt x="333832" y="97620"/>
                </a:lnTo>
                <a:lnTo>
                  <a:pt x="334135" y="98455"/>
                </a:lnTo>
                <a:lnTo>
                  <a:pt x="334451" y="99274"/>
                </a:lnTo>
                <a:lnTo>
                  <a:pt x="334779" y="100077"/>
                </a:lnTo>
                <a:lnTo>
                  <a:pt x="335119" y="100863"/>
                </a:lnTo>
                <a:lnTo>
                  <a:pt x="335469" y="101633"/>
                </a:lnTo>
                <a:lnTo>
                  <a:pt x="335831" y="102386"/>
                </a:lnTo>
                <a:lnTo>
                  <a:pt x="336204" y="103122"/>
                </a:lnTo>
                <a:lnTo>
                  <a:pt x="336588" y="103842"/>
                </a:lnTo>
                <a:lnTo>
                  <a:pt x="336983" y="104545"/>
                </a:lnTo>
                <a:lnTo>
                  <a:pt x="337390" y="105232"/>
                </a:lnTo>
                <a:lnTo>
                  <a:pt x="337807" y="105902"/>
                </a:lnTo>
                <a:lnTo>
                  <a:pt x="338236" y="106555"/>
                </a:lnTo>
                <a:lnTo>
                  <a:pt x="338675" y="107192"/>
                </a:lnTo>
                <a:lnTo>
                  <a:pt x="339126" y="107813"/>
                </a:lnTo>
                <a:lnTo>
                  <a:pt x="339588" y="108416"/>
                </a:lnTo>
                <a:lnTo>
                  <a:pt x="340061" y="109003"/>
                </a:lnTo>
                <a:lnTo>
                  <a:pt x="340545" y="109574"/>
                </a:lnTo>
                <a:lnTo>
                  <a:pt x="341040" y="110128"/>
                </a:lnTo>
                <a:lnTo>
                  <a:pt x="341546" y="110665"/>
                </a:lnTo>
                <a:lnTo>
                  <a:pt x="342064" y="111186"/>
                </a:lnTo>
                <a:lnTo>
                  <a:pt x="342592" y="111690"/>
                </a:lnTo>
                <a:lnTo>
                  <a:pt x="343132" y="112178"/>
                </a:lnTo>
                <a:lnTo>
                  <a:pt x="343683" y="112649"/>
                </a:lnTo>
                <a:lnTo>
                  <a:pt x="344245" y="113103"/>
                </a:lnTo>
                <a:lnTo>
                  <a:pt x="344818" y="113541"/>
                </a:lnTo>
                <a:lnTo>
                  <a:pt x="345402" y="113962"/>
                </a:lnTo>
                <a:lnTo>
                  <a:pt x="345996" y="114366"/>
                </a:lnTo>
                <a:lnTo>
                  <a:pt x="346599" y="114753"/>
                </a:lnTo>
                <a:lnTo>
                  <a:pt x="347210" y="115123"/>
                </a:lnTo>
                <a:lnTo>
                  <a:pt x="347830" y="115475"/>
                </a:lnTo>
                <a:lnTo>
                  <a:pt x="348460" y="115810"/>
                </a:lnTo>
                <a:lnTo>
                  <a:pt x="349098" y="116128"/>
                </a:lnTo>
                <a:lnTo>
                  <a:pt x="349744" y="116429"/>
                </a:lnTo>
                <a:lnTo>
                  <a:pt x="350400" y="116713"/>
                </a:lnTo>
                <a:lnTo>
                  <a:pt x="351064" y="116980"/>
                </a:lnTo>
                <a:lnTo>
                  <a:pt x="351737" y="117229"/>
                </a:lnTo>
                <a:lnTo>
                  <a:pt x="352419" y="117461"/>
                </a:lnTo>
                <a:lnTo>
                  <a:pt x="353109" y="117676"/>
                </a:lnTo>
                <a:lnTo>
                  <a:pt x="353809" y="117874"/>
                </a:lnTo>
                <a:lnTo>
                  <a:pt x="354517" y="118054"/>
                </a:lnTo>
                <a:lnTo>
                  <a:pt x="355234" y="118218"/>
                </a:lnTo>
                <a:lnTo>
                  <a:pt x="355959" y="118364"/>
                </a:lnTo>
                <a:lnTo>
                  <a:pt x="356694" y="118493"/>
                </a:lnTo>
                <a:lnTo>
                  <a:pt x="357437" y="118604"/>
                </a:lnTo>
                <a:lnTo>
                  <a:pt x="358189" y="118699"/>
                </a:lnTo>
                <a:lnTo>
                  <a:pt x="358950" y="118776"/>
                </a:lnTo>
                <a:lnTo>
                  <a:pt x="359719" y="118837"/>
                </a:lnTo>
                <a:lnTo>
                  <a:pt x="360498" y="118880"/>
                </a:lnTo>
                <a:lnTo>
                  <a:pt x="361285" y="118905"/>
                </a:lnTo>
                <a:lnTo>
                  <a:pt x="362081" y="118914"/>
                </a:lnTo>
                <a:lnTo>
                  <a:pt x="362827" y="118907"/>
                </a:lnTo>
                <a:lnTo>
                  <a:pt x="363565" y="118887"/>
                </a:lnTo>
                <a:lnTo>
                  <a:pt x="364293" y="118854"/>
                </a:lnTo>
                <a:lnTo>
                  <a:pt x="365013" y="118807"/>
                </a:lnTo>
                <a:close/>
                <a:moveTo>
                  <a:pt x="361452" y="107129"/>
                </a:moveTo>
                <a:lnTo>
                  <a:pt x="360725" y="106999"/>
                </a:lnTo>
                <a:lnTo>
                  <a:pt x="360014" y="106840"/>
                </a:lnTo>
                <a:lnTo>
                  <a:pt x="359319" y="106653"/>
                </a:lnTo>
                <a:lnTo>
                  <a:pt x="358641" y="106436"/>
                </a:lnTo>
                <a:lnTo>
                  <a:pt x="357979" y="106191"/>
                </a:lnTo>
                <a:lnTo>
                  <a:pt x="357333" y="105917"/>
                </a:lnTo>
                <a:lnTo>
                  <a:pt x="356703" y="105614"/>
                </a:lnTo>
                <a:lnTo>
                  <a:pt x="356089" y="105282"/>
                </a:lnTo>
                <a:lnTo>
                  <a:pt x="355492" y="104921"/>
                </a:lnTo>
                <a:lnTo>
                  <a:pt x="354911" y="104531"/>
                </a:lnTo>
                <a:lnTo>
                  <a:pt x="354346" y="104113"/>
                </a:lnTo>
                <a:lnTo>
                  <a:pt x="353797" y="103666"/>
                </a:lnTo>
                <a:lnTo>
                  <a:pt x="353265" y="103189"/>
                </a:lnTo>
                <a:lnTo>
                  <a:pt x="352749" y="102684"/>
                </a:lnTo>
                <a:lnTo>
                  <a:pt x="352249" y="102150"/>
                </a:lnTo>
                <a:lnTo>
                  <a:pt x="351765" y="101587"/>
                </a:lnTo>
                <a:lnTo>
                  <a:pt x="351298" y="100996"/>
                </a:lnTo>
                <a:lnTo>
                  <a:pt x="350846" y="100375"/>
                </a:lnTo>
                <a:lnTo>
                  <a:pt x="350411" y="99726"/>
                </a:lnTo>
                <a:lnTo>
                  <a:pt x="349993" y="99048"/>
                </a:lnTo>
                <a:lnTo>
                  <a:pt x="349590" y="98342"/>
                </a:lnTo>
                <a:lnTo>
                  <a:pt x="349205" y="97611"/>
                </a:lnTo>
                <a:lnTo>
                  <a:pt x="348838" y="96854"/>
                </a:lnTo>
                <a:lnTo>
                  <a:pt x="348487" y="96072"/>
                </a:lnTo>
                <a:lnTo>
                  <a:pt x="348153" y="95265"/>
                </a:lnTo>
                <a:lnTo>
                  <a:pt x="347837" y="94432"/>
                </a:lnTo>
                <a:lnTo>
                  <a:pt x="347537" y="93573"/>
                </a:lnTo>
                <a:lnTo>
                  <a:pt x="347255" y="92689"/>
                </a:lnTo>
                <a:lnTo>
                  <a:pt x="346990" y="91780"/>
                </a:lnTo>
                <a:lnTo>
                  <a:pt x="346742" y="90845"/>
                </a:lnTo>
                <a:lnTo>
                  <a:pt x="346511" y="89885"/>
                </a:lnTo>
                <a:lnTo>
                  <a:pt x="346297" y="88899"/>
                </a:lnTo>
                <a:lnTo>
                  <a:pt x="346100" y="87888"/>
                </a:lnTo>
                <a:lnTo>
                  <a:pt x="345920" y="86851"/>
                </a:lnTo>
                <a:lnTo>
                  <a:pt x="345758" y="85789"/>
                </a:lnTo>
                <a:lnTo>
                  <a:pt x="345612" y="84701"/>
                </a:lnTo>
                <a:lnTo>
                  <a:pt x="345484" y="83588"/>
                </a:lnTo>
                <a:lnTo>
                  <a:pt x="345373" y="82449"/>
                </a:lnTo>
                <a:lnTo>
                  <a:pt x="345279" y="81285"/>
                </a:lnTo>
                <a:lnTo>
                  <a:pt x="345202" y="80096"/>
                </a:lnTo>
                <a:lnTo>
                  <a:pt x="345142" y="78881"/>
                </a:lnTo>
                <a:lnTo>
                  <a:pt x="345099" y="77640"/>
                </a:lnTo>
                <a:lnTo>
                  <a:pt x="345073" y="76374"/>
                </a:lnTo>
                <a:lnTo>
                  <a:pt x="345065" y="75083"/>
                </a:lnTo>
                <a:lnTo>
                  <a:pt x="345074" y="73762"/>
                </a:lnTo>
                <a:lnTo>
                  <a:pt x="345100" y="72467"/>
                </a:lnTo>
                <a:lnTo>
                  <a:pt x="345145" y="71198"/>
                </a:lnTo>
                <a:lnTo>
                  <a:pt x="345207" y="69954"/>
                </a:lnTo>
                <a:lnTo>
                  <a:pt x="345288" y="68736"/>
                </a:lnTo>
                <a:lnTo>
                  <a:pt x="345386" y="67544"/>
                </a:lnTo>
                <a:lnTo>
                  <a:pt x="345502" y="66378"/>
                </a:lnTo>
                <a:lnTo>
                  <a:pt x="345636" y="65238"/>
                </a:lnTo>
                <a:lnTo>
                  <a:pt x="345787" y="64123"/>
                </a:lnTo>
                <a:lnTo>
                  <a:pt x="345957" y="63034"/>
                </a:lnTo>
                <a:lnTo>
                  <a:pt x="346144" y="61971"/>
                </a:lnTo>
                <a:lnTo>
                  <a:pt x="346349" y="60934"/>
                </a:lnTo>
                <a:lnTo>
                  <a:pt x="346572" y="59922"/>
                </a:lnTo>
                <a:lnTo>
                  <a:pt x="346813" y="58936"/>
                </a:lnTo>
                <a:lnTo>
                  <a:pt x="347072" y="57976"/>
                </a:lnTo>
                <a:lnTo>
                  <a:pt x="347348" y="57042"/>
                </a:lnTo>
                <a:lnTo>
                  <a:pt x="347643" y="56134"/>
                </a:lnTo>
                <a:lnTo>
                  <a:pt x="347955" y="55251"/>
                </a:lnTo>
                <a:lnTo>
                  <a:pt x="348285" y="54394"/>
                </a:lnTo>
                <a:lnTo>
                  <a:pt x="348633" y="53563"/>
                </a:lnTo>
                <a:lnTo>
                  <a:pt x="348999" y="52758"/>
                </a:lnTo>
                <a:lnTo>
                  <a:pt x="349382" y="51978"/>
                </a:lnTo>
                <a:lnTo>
                  <a:pt x="349784" y="51224"/>
                </a:lnTo>
                <a:lnTo>
                  <a:pt x="350203" y="50496"/>
                </a:lnTo>
                <a:lnTo>
                  <a:pt x="350640" y="49796"/>
                </a:lnTo>
                <a:lnTo>
                  <a:pt x="351095" y="49126"/>
                </a:lnTo>
                <a:lnTo>
                  <a:pt x="351568" y="48485"/>
                </a:lnTo>
                <a:lnTo>
                  <a:pt x="352059" y="47874"/>
                </a:lnTo>
                <a:lnTo>
                  <a:pt x="352567" y="47293"/>
                </a:lnTo>
                <a:lnTo>
                  <a:pt x="353094" y="46742"/>
                </a:lnTo>
                <a:lnTo>
                  <a:pt x="353638" y="46221"/>
                </a:lnTo>
                <a:lnTo>
                  <a:pt x="354200" y="45729"/>
                </a:lnTo>
                <a:lnTo>
                  <a:pt x="354780" y="45267"/>
                </a:lnTo>
                <a:lnTo>
                  <a:pt x="355377" y="44835"/>
                </a:lnTo>
                <a:lnTo>
                  <a:pt x="355993" y="44433"/>
                </a:lnTo>
                <a:lnTo>
                  <a:pt x="356626" y="44060"/>
                </a:lnTo>
                <a:lnTo>
                  <a:pt x="357278" y="43718"/>
                </a:lnTo>
                <a:lnTo>
                  <a:pt x="357947" y="43405"/>
                </a:lnTo>
                <a:lnTo>
                  <a:pt x="358634" y="43122"/>
                </a:lnTo>
                <a:lnTo>
                  <a:pt x="359338" y="42869"/>
                </a:lnTo>
                <a:lnTo>
                  <a:pt x="360061" y="42645"/>
                </a:lnTo>
                <a:lnTo>
                  <a:pt x="360801" y="42451"/>
                </a:lnTo>
                <a:lnTo>
                  <a:pt x="361560" y="42288"/>
                </a:lnTo>
                <a:lnTo>
                  <a:pt x="362336" y="42153"/>
                </a:lnTo>
                <a:lnTo>
                  <a:pt x="363130" y="42049"/>
                </a:lnTo>
                <a:lnTo>
                  <a:pt x="363942" y="41975"/>
                </a:lnTo>
                <a:lnTo>
                  <a:pt x="364771" y="41930"/>
                </a:lnTo>
                <a:lnTo>
                  <a:pt x="365619" y="41915"/>
                </a:lnTo>
                <a:lnTo>
                  <a:pt x="366281" y="41923"/>
                </a:lnTo>
                <a:lnTo>
                  <a:pt x="366935" y="41946"/>
                </a:lnTo>
                <a:lnTo>
                  <a:pt x="367579" y="41985"/>
                </a:lnTo>
                <a:lnTo>
                  <a:pt x="368215" y="42040"/>
                </a:lnTo>
                <a:lnTo>
                  <a:pt x="368842" y="42110"/>
                </a:lnTo>
                <a:lnTo>
                  <a:pt x="369459" y="42196"/>
                </a:lnTo>
                <a:lnTo>
                  <a:pt x="370068" y="42297"/>
                </a:lnTo>
                <a:lnTo>
                  <a:pt x="370668" y="42414"/>
                </a:lnTo>
                <a:lnTo>
                  <a:pt x="371259" y="42547"/>
                </a:lnTo>
                <a:lnTo>
                  <a:pt x="371841" y="42695"/>
                </a:lnTo>
                <a:lnTo>
                  <a:pt x="372415" y="42858"/>
                </a:lnTo>
                <a:lnTo>
                  <a:pt x="372979" y="43038"/>
                </a:lnTo>
                <a:lnTo>
                  <a:pt x="373534" y="43233"/>
                </a:lnTo>
                <a:lnTo>
                  <a:pt x="374081" y="43443"/>
                </a:lnTo>
                <a:lnTo>
                  <a:pt x="374618" y="43669"/>
                </a:lnTo>
                <a:lnTo>
                  <a:pt x="375147" y="43911"/>
                </a:lnTo>
                <a:lnTo>
                  <a:pt x="375667" y="44168"/>
                </a:lnTo>
                <a:lnTo>
                  <a:pt x="376177" y="44441"/>
                </a:lnTo>
                <a:lnTo>
                  <a:pt x="376679" y="44730"/>
                </a:lnTo>
                <a:lnTo>
                  <a:pt x="377172" y="45034"/>
                </a:lnTo>
                <a:lnTo>
                  <a:pt x="377656" y="45353"/>
                </a:lnTo>
                <a:lnTo>
                  <a:pt x="378131" y="45689"/>
                </a:lnTo>
                <a:lnTo>
                  <a:pt x="378597" y="46040"/>
                </a:lnTo>
                <a:lnTo>
                  <a:pt x="379055" y="46406"/>
                </a:lnTo>
                <a:lnTo>
                  <a:pt x="379503" y="46785"/>
                </a:lnTo>
                <a:lnTo>
                  <a:pt x="379944" y="47173"/>
                </a:lnTo>
                <a:lnTo>
                  <a:pt x="380377" y="47571"/>
                </a:lnTo>
                <a:lnTo>
                  <a:pt x="380801" y="47978"/>
                </a:lnTo>
                <a:lnTo>
                  <a:pt x="381218" y="48395"/>
                </a:lnTo>
                <a:lnTo>
                  <a:pt x="381626" y="48821"/>
                </a:lnTo>
                <a:lnTo>
                  <a:pt x="382027" y="49256"/>
                </a:lnTo>
                <a:lnTo>
                  <a:pt x="382419" y="49701"/>
                </a:lnTo>
                <a:lnTo>
                  <a:pt x="382804" y="50156"/>
                </a:lnTo>
                <a:lnTo>
                  <a:pt x="383180" y="50619"/>
                </a:lnTo>
                <a:lnTo>
                  <a:pt x="383548" y="51092"/>
                </a:lnTo>
                <a:lnTo>
                  <a:pt x="383909" y="51575"/>
                </a:lnTo>
                <a:lnTo>
                  <a:pt x="384261" y="52067"/>
                </a:lnTo>
                <a:lnTo>
                  <a:pt x="384605" y="52568"/>
                </a:lnTo>
                <a:lnTo>
                  <a:pt x="384941" y="53079"/>
                </a:lnTo>
                <a:lnTo>
                  <a:pt x="385269" y="53599"/>
                </a:lnTo>
                <a:lnTo>
                  <a:pt x="385589" y="54129"/>
                </a:lnTo>
                <a:lnTo>
                  <a:pt x="385902" y="54668"/>
                </a:lnTo>
                <a:lnTo>
                  <a:pt x="386205" y="55216"/>
                </a:lnTo>
                <a:lnTo>
                  <a:pt x="386501" y="55774"/>
                </a:lnTo>
                <a:lnTo>
                  <a:pt x="386789" y="56341"/>
                </a:lnTo>
                <a:lnTo>
                  <a:pt x="387069" y="56918"/>
                </a:lnTo>
                <a:lnTo>
                  <a:pt x="387341" y="57504"/>
                </a:lnTo>
                <a:lnTo>
                  <a:pt x="387605" y="58100"/>
                </a:lnTo>
                <a:lnTo>
                  <a:pt x="387605" y="91710"/>
                </a:lnTo>
                <a:lnTo>
                  <a:pt x="387334" y="92241"/>
                </a:lnTo>
                <a:lnTo>
                  <a:pt x="387054" y="92765"/>
                </a:lnTo>
                <a:lnTo>
                  <a:pt x="386766" y="93283"/>
                </a:lnTo>
                <a:lnTo>
                  <a:pt x="386469" y="93795"/>
                </a:lnTo>
                <a:lnTo>
                  <a:pt x="386163" y="94301"/>
                </a:lnTo>
                <a:lnTo>
                  <a:pt x="385849" y="94800"/>
                </a:lnTo>
                <a:lnTo>
                  <a:pt x="385526" y="95293"/>
                </a:lnTo>
                <a:lnTo>
                  <a:pt x="385195" y="95781"/>
                </a:lnTo>
                <a:lnTo>
                  <a:pt x="384854" y="96262"/>
                </a:lnTo>
                <a:lnTo>
                  <a:pt x="384506" y="96737"/>
                </a:lnTo>
                <a:lnTo>
                  <a:pt x="384148" y="97205"/>
                </a:lnTo>
                <a:lnTo>
                  <a:pt x="383782" y="97668"/>
                </a:lnTo>
                <a:lnTo>
                  <a:pt x="383408" y="98124"/>
                </a:lnTo>
                <a:lnTo>
                  <a:pt x="383025" y="98574"/>
                </a:lnTo>
                <a:lnTo>
                  <a:pt x="382633" y="99018"/>
                </a:lnTo>
                <a:lnTo>
                  <a:pt x="382232" y="99456"/>
                </a:lnTo>
                <a:lnTo>
                  <a:pt x="381823" y="99888"/>
                </a:lnTo>
                <a:lnTo>
                  <a:pt x="381405" y="100314"/>
                </a:lnTo>
                <a:lnTo>
                  <a:pt x="380979" y="100733"/>
                </a:lnTo>
                <a:lnTo>
                  <a:pt x="380544" y="101146"/>
                </a:lnTo>
                <a:lnTo>
                  <a:pt x="380100" y="101553"/>
                </a:lnTo>
                <a:lnTo>
                  <a:pt x="379648" y="101954"/>
                </a:lnTo>
                <a:lnTo>
                  <a:pt x="379187" y="102349"/>
                </a:lnTo>
                <a:lnTo>
                  <a:pt x="378718" y="102737"/>
                </a:lnTo>
                <a:lnTo>
                  <a:pt x="378239" y="103114"/>
                </a:lnTo>
                <a:lnTo>
                  <a:pt x="377750" y="103476"/>
                </a:lnTo>
                <a:lnTo>
                  <a:pt x="377252" y="103821"/>
                </a:lnTo>
                <a:lnTo>
                  <a:pt x="376744" y="104150"/>
                </a:lnTo>
                <a:lnTo>
                  <a:pt x="376226" y="104463"/>
                </a:lnTo>
                <a:lnTo>
                  <a:pt x="375698" y="104760"/>
                </a:lnTo>
                <a:lnTo>
                  <a:pt x="375161" y="105041"/>
                </a:lnTo>
                <a:lnTo>
                  <a:pt x="374613" y="105305"/>
                </a:lnTo>
                <a:lnTo>
                  <a:pt x="374056" y="105554"/>
                </a:lnTo>
                <a:lnTo>
                  <a:pt x="373489" y="105787"/>
                </a:lnTo>
                <a:lnTo>
                  <a:pt x="372913" y="106004"/>
                </a:lnTo>
                <a:lnTo>
                  <a:pt x="372326" y="106204"/>
                </a:lnTo>
                <a:lnTo>
                  <a:pt x="371730" y="106389"/>
                </a:lnTo>
                <a:lnTo>
                  <a:pt x="371124" y="106557"/>
                </a:lnTo>
                <a:lnTo>
                  <a:pt x="370508" y="106710"/>
                </a:lnTo>
                <a:lnTo>
                  <a:pt x="369882" y="106846"/>
                </a:lnTo>
                <a:lnTo>
                  <a:pt x="369247" y="106967"/>
                </a:lnTo>
                <a:lnTo>
                  <a:pt x="368601" y="107071"/>
                </a:lnTo>
                <a:lnTo>
                  <a:pt x="367946" y="107159"/>
                </a:lnTo>
                <a:lnTo>
                  <a:pt x="367281" y="107232"/>
                </a:lnTo>
                <a:lnTo>
                  <a:pt x="366606" y="107288"/>
                </a:lnTo>
                <a:lnTo>
                  <a:pt x="365922" y="107328"/>
                </a:lnTo>
                <a:lnTo>
                  <a:pt x="365228" y="107352"/>
                </a:lnTo>
                <a:lnTo>
                  <a:pt x="364524" y="107360"/>
                </a:lnTo>
                <a:lnTo>
                  <a:pt x="363731" y="107346"/>
                </a:lnTo>
                <a:lnTo>
                  <a:pt x="362956" y="107302"/>
                </a:lnTo>
                <a:lnTo>
                  <a:pt x="362196" y="107230"/>
                </a:lnTo>
                <a:lnTo>
                  <a:pt x="361452" y="107129"/>
                </a:lnTo>
                <a:close/>
                <a:moveTo>
                  <a:pt x="101851" y="54994"/>
                </a:moveTo>
                <a:lnTo>
                  <a:pt x="102166" y="54583"/>
                </a:lnTo>
                <a:lnTo>
                  <a:pt x="102489" y="54175"/>
                </a:lnTo>
                <a:lnTo>
                  <a:pt x="102820" y="53769"/>
                </a:lnTo>
                <a:lnTo>
                  <a:pt x="103159" y="53365"/>
                </a:lnTo>
                <a:lnTo>
                  <a:pt x="103506" y="52963"/>
                </a:lnTo>
                <a:lnTo>
                  <a:pt x="103861" y="52564"/>
                </a:lnTo>
                <a:lnTo>
                  <a:pt x="104225" y="52167"/>
                </a:lnTo>
                <a:lnTo>
                  <a:pt x="104596" y="51773"/>
                </a:lnTo>
                <a:lnTo>
                  <a:pt x="104975" y="51381"/>
                </a:lnTo>
                <a:lnTo>
                  <a:pt x="105362" y="50991"/>
                </a:lnTo>
                <a:lnTo>
                  <a:pt x="105758" y="50604"/>
                </a:lnTo>
                <a:lnTo>
                  <a:pt x="106161" y="50219"/>
                </a:lnTo>
                <a:lnTo>
                  <a:pt x="106573" y="49836"/>
                </a:lnTo>
                <a:lnTo>
                  <a:pt x="106992" y="49455"/>
                </a:lnTo>
                <a:lnTo>
                  <a:pt x="107420" y="49077"/>
                </a:lnTo>
                <a:lnTo>
                  <a:pt x="107855" y="48701"/>
                </a:lnTo>
                <a:lnTo>
                  <a:pt x="108299" y="48328"/>
                </a:lnTo>
                <a:lnTo>
                  <a:pt x="108751" y="47957"/>
                </a:lnTo>
                <a:lnTo>
                  <a:pt x="109210" y="47588"/>
                </a:lnTo>
                <a:lnTo>
                  <a:pt x="109678" y="47221"/>
                </a:lnTo>
                <a:lnTo>
                  <a:pt x="110154" y="46857"/>
                </a:lnTo>
                <a:lnTo>
                  <a:pt x="110638" y="46496"/>
                </a:lnTo>
                <a:lnTo>
                  <a:pt x="111130" y="46142"/>
                </a:lnTo>
                <a:lnTo>
                  <a:pt x="111632" y="45804"/>
                </a:lnTo>
                <a:lnTo>
                  <a:pt x="112143" y="45481"/>
                </a:lnTo>
                <a:lnTo>
                  <a:pt x="112663" y="45173"/>
                </a:lnTo>
                <a:lnTo>
                  <a:pt x="113192" y="44880"/>
                </a:lnTo>
                <a:lnTo>
                  <a:pt x="113731" y="44602"/>
                </a:lnTo>
                <a:lnTo>
                  <a:pt x="114279" y="44339"/>
                </a:lnTo>
                <a:lnTo>
                  <a:pt x="114836" y="44091"/>
                </a:lnTo>
                <a:lnTo>
                  <a:pt x="115402" y="43859"/>
                </a:lnTo>
                <a:lnTo>
                  <a:pt x="115977" y="43641"/>
                </a:lnTo>
                <a:lnTo>
                  <a:pt x="116562" y="43438"/>
                </a:lnTo>
                <a:lnTo>
                  <a:pt x="117156" y="43250"/>
                </a:lnTo>
                <a:lnTo>
                  <a:pt x="117759" y="43077"/>
                </a:lnTo>
                <a:lnTo>
                  <a:pt x="118371" y="42919"/>
                </a:lnTo>
                <a:lnTo>
                  <a:pt x="118992" y="42777"/>
                </a:lnTo>
                <a:lnTo>
                  <a:pt x="119623" y="42649"/>
                </a:lnTo>
                <a:lnTo>
                  <a:pt x="120263" y="42536"/>
                </a:lnTo>
                <a:lnTo>
                  <a:pt x="120912" y="42439"/>
                </a:lnTo>
                <a:lnTo>
                  <a:pt x="121570" y="42356"/>
                </a:lnTo>
                <a:lnTo>
                  <a:pt x="122238" y="42288"/>
                </a:lnTo>
                <a:lnTo>
                  <a:pt x="122915" y="42236"/>
                </a:lnTo>
                <a:lnTo>
                  <a:pt x="123601" y="42198"/>
                </a:lnTo>
                <a:lnTo>
                  <a:pt x="124296" y="42176"/>
                </a:lnTo>
                <a:lnTo>
                  <a:pt x="125000" y="42168"/>
                </a:lnTo>
                <a:lnTo>
                  <a:pt x="125459" y="42173"/>
                </a:lnTo>
                <a:lnTo>
                  <a:pt x="125909" y="42187"/>
                </a:lnTo>
                <a:lnTo>
                  <a:pt x="126350" y="42211"/>
                </a:lnTo>
                <a:lnTo>
                  <a:pt x="126782" y="42244"/>
                </a:lnTo>
                <a:lnTo>
                  <a:pt x="127205" y="42286"/>
                </a:lnTo>
                <a:lnTo>
                  <a:pt x="127620" y="42338"/>
                </a:lnTo>
                <a:lnTo>
                  <a:pt x="128025" y="42400"/>
                </a:lnTo>
                <a:lnTo>
                  <a:pt x="128421" y="42471"/>
                </a:lnTo>
                <a:lnTo>
                  <a:pt x="128809" y="42551"/>
                </a:lnTo>
                <a:lnTo>
                  <a:pt x="129187" y="42641"/>
                </a:lnTo>
                <a:lnTo>
                  <a:pt x="129557" y="42740"/>
                </a:lnTo>
                <a:lnTo>
                  <a:pt x="129918" y="42849"/>
                </a:lnTo>
                <a:lnTo>
                  <a:pt x="130269" y="42967"/>
                </a:lnTo>
                <a:lnTo>
                  <a:pt x="130612" y="43094"/>
                </a:lnTo>
                <a:lnTo>
                  <a:pt x="130946" y="43232"/>
                </a:lnTo>
                <a:lnTo>
                  <a:pt x="131271" y="43378"/>
                </a:lnTo>
                <a:lnTo>
                  <a:pt x="131587" y="43534"/>
                </a:lnTo>
                <a:lnTo>
                  <a:pt x="131895" y="43699"/>
                </a:lnTo>
                <a:lnTo>
                  <a:pt x="132193" y="43874"/>
                </a:lnTo>
                <a:lnTo>
                  <a:pt x="132482" y="44059"/>
                </a:lnTo>
                <a:lnTo>
                  <a:pt x="132763" y="44252"/>
                </a:lnTo>
                <a:lnTo>
                  <a:pt x="133034" y="44456"/>
                </a:lnTo>
                <a:lnTo>
                  <a:pt x="133297" y="44668"/>
                </a:lnTo>
                <a:lnTo>
                  <a:pt x="133550" y="44891"/>
                </a:lnTo>
                <a:lnTo>
                  <a:pt x="133796" y="45121"/>
                </a:lnTo>
                <a:lnTo>
                  <a:pt x="134036" y="45358"/>
                </a:lnTo>
                <a:lnTo>
                  <a:pt x="134269" y="45603"/>
                </a:lnTo>
                <a:lnTo>
                  <a:pt x="134496" y="45856"/>
                </a:lnTo>
                <a:lnTo>
                  <a:pt x="134716" y="46115"/>
                </a:lnTo>
                <a:lnTo>
                  <a:pt x="134930" y="46382"/>
                </a:lnTo>
                <a:lnTo>
                  <a:pt x="135137" y="46656"/>
                </a:lnTo>
                <a:lnTo>
                  <a:pt x="135338" y="46937"/>
                </a:lnTo>
                <a:lnTo>
                  <a:pt x="135533" y="47226"/>
                </a:lnTo>
                <a:lnTo>
                  <a:pt x="135721" y="47522"/>
                </a:lnTo>
                <a:lnTo>
                  <a:pt x="135902" y="47825"/>
                </a:lnTo>
                <a:lnTo>
                  <a:pt x="136078" y="48136"/>
                </a:lnTo>
                <a:lnTo>
                  <a:pt x="136246" y="48453"/>
                </a:lnTo>
                <a:lnTo>
                  <a:pt x="136409" y="48778"/>
                </a:lnTo>
                <a:lnTo>
                  <a:pt x="136565" y="49111"/>
                </a:lnTo>
                <a:lnTo>
                  <a:pt x="136714" y="49451"/>
                </a:lnTo>
                <a:lnTo>
                  <a:pt x="136857" y="49798"/>
                </a:lnTo>
                <a:lnTo>
                  <a:pt x="136994" y="50152"/>
                </a:lnTo>
                <a:lnTo>
                  <a:pt x="137124" y="50513"/>
                </a:lnTo>
                <a:lnTo>
                  <a:pt x="137248" y="50882"/>
                </a:lnTo>
                <a:lnTo>
                  <a:pt x="137365" y="51258"/>
                </a:lnTo>
                <a:lnTo>
                  <a:pt x="137476" y="51642"/>
                </a:lnTo>
                <a:lnTo>
                  <a:pt x="137580" y="52033"/>
                </a:lnTo>
                <a:lnTo>
                  <a:pt x="137678" y="52431"/>
                </a:lnTo>
                <a:lnTo>
                  <a:pt x="137771" y="52835"/>
                </a:lnTo>
                <a:lnTo>
                  <a:pt x="137860" y="53243"/>
                </a:lnTo>
                <a:lnTo>
                  <a:pt x="137945" y="53656"/>
                </a:lnTo>
                <a:lnTo>
                  <a:pt x="138026" y="54074"/>
                </a:lnTo>
                <a:lnTo>
                  <a:pt x="138103" y="54496"/>
                </a:lnTo>
                <a:lnTo>
                  <a:pt x="138176" y="54923"/>
                </a:lnTo>
                <a:lnTo>
                  <a:pt x="138245" y="55355"/>
                </a:lnTo>
                <a:lnTo>
                  <a:pt x="138310" y="55792"/>
                </a:lnTo>
                <a:lnTo>
                  <a:pt x="138371" y="56233"/>
                </a:lnTo>
                <a:lnTo>
                  <a:pt x="138428" y="56678"/>
                </a:lnTo>
                <a:lnTo>
                  <a:pt x="138482" y="57129"/>
                </a:lnTo>
                <a:lnTo>
                  <a:pt x="138531" y="57584"/>
                </a:lnTo>
                <a:lnTo>
                  <a:pt x="138576" y="58044"/>
                </a:lnTo>
                <a:lnTo>
                  <a:pt x="138618" y="58508"/>
                </a:lnTo>
                <a:lnTo>
                  <a:pt x="138655" y="58977"/>
                </a:lnTo>
                <a:lnTo>
                  <a:pt x="138689" y="59451"/>
                </a:lnTo>
                <a:lnTo>
                  <a:pt x="138719" y="59929"/>
                </a:lnTo>
                <a:lnTo>
                  <a:pt x="138744" y="60412"/>
                </a:lnTo>
                <a:lnTo>
                  <a:pt x="138766" y="60900"/>
                </a:lnTo>
                <a:lnTo>
                  <a:pt x="138784" y="61392"/>
                </a:lnTo>
                <a:lnTo>
                  <a:pt x="138798" y="61889"/>
                </a:lnTo>
                <a:lnTo>
                  <a:pt x="138807" y="62390"/>
                </a:lnTo>
                <a:lnTo>
                  <a:pt x="138813" y="62897"/>
                </a:lnTo>
                <a:lnTo>
                  <a:pt x="138815" y="63408"/>
                </a:lnTo>
                <a:lnTo>
                  <a:pt x="138815" y="117396"/>
                </a:lnTo>
                <a:lnTo>
                  <a:pt x="152799" y="117396"/>
                </a:lnTo>
                <a:lnTo>
                  <a:pt x="152799" y="61792"/>
                </a:lnTo>
                <a:lnTo>
                  <a:pt x="152789" y="60557"/>
                </a:lnTo>
                <a:lnTo>
                  <a:pt x="152760" y="59345"/>
                </a:lnTo>
                <a:lnTo>
                  <a:pt x="152711" y="58157"/>
                </a:lnTo>
                <a:lnTo>
                  <a:pt x="152642" y="56992"/>
                </a:lnTo>
                <a:lnTo>
                  <a:pt x="152554" y="55850"/>
                </a:lnTo>
                <a:lnTo>
                  <a:pt x="152446" y="54732"/>
                </a:lnTo>
                <a:lnTo>
                  <a:pt x="152319" y="53637"/>
                </a:lnTo>
                <a:lnTo>
                  <a:pt x="152172" y="52565"/>
                </a:lnTo>
                <a:lnTo>
                  <a:pt x="152005" y="51517"/>
                </a:lnTo>
                <a:lnTo>
                  <a:pt x="151819" y="50492"/>
                </a:lnTo>
                <a:lnTo>
                  <a:pt x="151613" y="49491"/>
                </a:lnTo>
                <a:lnTo>
                  <a:pt x="151388" y="48512"/>
                </a:lnTo>
                <a:lnTo>
                  <a:pt x="151143" y="47558"/>
                </a:lnTo>
                <a:lnTo>
                  <a:pt x="150878" y="46626"/>
                </a:lnTo>
                <a:lnTo>
                  <a:pt x="150594" y="45718"/>
                </a:lnTo>
                <a:lnTo>
                  <a:pt x="150290" y="44833"/>
                </a:lnTo>
                <a:lnTo>
                  <a:pt x="149967" y="43972"/>
                </a:lnTo>
                <a:lnTo>
                  <a:pt x="149624" y="43134"/>
                </a:lnTo>
                <a:lnTo>
                  <a:pt x="149261" y="42320"/>
                </a:lnTo>
                <a:lnTo>
                  <a:pt x="148879" y="41528"/>
                </a:lnTo>
                <a:lnTo>
                  <a:pt x="148478" y="40760"/>
                </a:lnTo>
                <a:lnTo>
                  <a:pt x="148056" y="40016"/>
                </a:lnTo>
                <a:lnTo>
                  <a:pt x="147615" y="39295"/>
                </a:lnTo>
                <a:lnTo>
                  <a:pt x="147155" y="38597"/>
                </a:lnTo>
                <a:lnTo>
                  <a:pt x="146671" y="37925"/>
                </a:lnTo>
                <a:lnTo>
                  <a:pt x="146162" y="37282"/>
                </a:lnTo>
                <a:lnTo>
                  <a:pt x="145627" y="36667"/>
                </a:lnTo>
                <a:lnTo>
                  <a:pt x="145065" y="36080"/>
                </a:lnTo>
                <a:lnTo>
                  <a:pt x="144478" y="35523"/>
                </a:lnTo>
                <a:lnTo>
                  <a:pt x="143864" y="34994"/>
                </a:lnTo>
                <a:lnTo>
                  <a:pt x="143225" y="34493"/>
                </a:lnTo>
                <a:lnTo>
                  <a:pt x="142559" y="34021"/>
                </a:lnTo>
                <a:lnTo>
                  <a:pt x="141868" y="33578"/>
                </a:lnTo>
                <a:lnTo>
                  <a:pt x="141150" y="33164"/>
                </a:lnTo>
                <a:lnTo>
                  <a:pt x="140406" y="32777"/>
                </a:lnTo>
                <a:lnTo>
                  <a:pt x="139637" y="32420"/>
                </a:lnTo>
                <a:lnTo>
                  <a:pt x="138841" y="32091"/>
                </a:lnTo>
                <a:lnTo>
                  <a:pt x="138019" y="31791"/>
                </a:lnTo>
                <a:lnTo>
                  <a:pt x="137171" y="31519"/>
                </a:lnTo>
                <a:lnTo>
                  <a:pt x="136298" y="31276"/>
                </a:lnTo>
                <a:lnTo>
                  <a:pt x="135398" y="31062"/>
                </a:lnTo>
                <a:lnTo>
                  <a:pt x="134472" y="30876"/>
                </a:lnTo>
                <a:lnTo>
                  <a:pt x="133520" y="30718"/>
                </a:lnTo>
                <a:lnTo>
                  <a:pt x="132542" y="30590"/>
                </a:lnTo>
                <a:lnTo>
                  <a:pt x="131538" y="30490"/>
                </a:lnTo>
                <a:lnTo>
                  <a:pt x="130508" y="30418"/>
                </a:lnTo>
                <a:lnTo>
                  <a:pt x="129452" y="30375"/>
                </a:lnTo>
                <a:lnTo>
                  <a:pt x="128370" y="30361"/>
                </a:lnTo>
                <a:lnTo>
                  <a:pt x="127533" y="30368"/>
                </a:lnTo>
                <a:lnTo>
                  <a:pt x="126708" y="30391"/>
                </a:lnTo>
                <a:lnTo>
                  <a:pt x="125895" y="30428"/>
                </a:lnTo>
                <a:lnTo>
                  <a:pt x="125094" y="30479"/>
                </a:lnTo>
                <a:lnTo>
                  <a:pt x="124304" y="30546"/>
                </a:lnTo>
                <a:lnTo>
                  <a:pt x="123526" y="30627"/>
                </a:lnTo>
                <a:lnTo>
                  <a:pt x="122760" y="30723"/>
                </a:lnTo>
                <a:lnTo>
                  <a:pt x="122005" y="30834"/>
                </a:lnTo>
                <a:lnTo>
                  <a:pt x="121262" y="30960"/>
                </a:lnTo>
                <a:lnTo>
                  <a:pt x="120531" y="31100"/>
                </a:lnTo>
                <a:lnTo>
                  <a:pt x="119812" y="31256"/>
                </a:lnTo>
                <a:lnTo>
                  <a:pt x="119104" y="31426"/>
                </a:lnTo>
                <a:lnTo>
                  <a:pt x="118408" y="31611"/>
                </a:lnTo>
                <a:lnTo>
                  <a:pt x="117723" y="31810"/>
                </a:lnTo>
                <a:lnTo>
                  <a:pt x="117050" y="32025"/>
                </a:lnTo>
                <a:lnTo>
                  <a:pt x="116389" y="32254"/>
                </a:lnTo>
                <a:lnTo>
                  <a:pt x="115740" y="32498"/>
                </a:lnTo>
                <a:lnTo>
                  <a:pt x="115102" y="32757"/>
                </a:lnTo>
                <a:lnTo>
                  <a:pt x="114476" y="33030"/>
                </a:lnTo>
                <a:lnTo>
                  <a:pt x="113862" y="33319"/>
                </a:lnTo>
                <a:lnTo>
                  <a:pt x="113260" y="33622"/>
                </a:lnTo>
                <a:lnTo>
                  <a:pt x="112669" y="33940"/>
                </a:lnTo>
                <a:lnTo>
                  <a:pt x="112090" y="34272"/>
                </a:lnTo>
                <a:lnTo>
                  <a:pt x="111522" y="34620"/>
                </a:lnTo>
                <a:lnTo>
                  <a:pt x="110966" y="34976"/>
                </a:lnTo>
                <a:lnTo>
                  <a:pt x="110421" y="35334"/>
                </a:lnTo>
                <a:lnTo>
                  <a:pt x="109886" y="35695"/>
                </a:lnTo>
                <a:lnTo>
                  <a:pt x="109363" y="36057"/>
                </a:lnTo>
                <a:lnTo>
                  <a:pt x="108850" y="36422"/>
                </a:lnTo>
                <a:lnTo>
                  <a:pt x="108348" y="36789"/>
                </a:lnTo>
                <a:lnTo>
                  <a:pt x="107856" y="37158"/>
                </a:lnTo>
                <a:lnTo>
                  <a:pt x="107376" y="37530"/>
                </a:lnTo>
                <a:lnTo>
                  <a:pt x="106906" y="37903"/>
                </a:lnTo>
                <a:lnTo>
                  <a:pt x="106448" y="38279"/>
                </a:lnTo>
                <a:lnTo>
                  <a:pt x="106000" y="38657"/>
                </a:lnTo>
                <a:lnTo>
                  <a:pt x="105562" y="39037"/>
                </a:lnTo>
                <a:lnTo>
                  <a:pt x="105136" y="39419"/>
                </a:lnTo>
                <a:lnTo>
                  <a:pt x="104721" y="39804"/>
                </a:lnTo>
                <a:lnTo>
                  <a:pt x="104316" y="40191"/>
                </a:lnTo>
                <a:lnTo>
                  <a:pt x="103922" y="40580"/>
                </a:lnTo>
                <a:lnTo>
                  <a:pt x="103539" y="40971"/>
                </a:lnTo>
                <a:lnTo>
                  <a:pt x="103167" y="41364"/>
                </a:lnTo>
                <a:lnTo>
                  <a:pt x="102806" y="41760"/>
                </a:lnTo>
                <a:lnTo>
                  <a:pt x="102455" y="42158"/>
                </a:lnTo>
                <a:lnTo>
                  <a:pt x="102115" y="42557"/>
                </a:lnTo>
                <a:lnTo>
                  <a:pt x="101786" y="42960"/>
                </a:lnTo>
                <a:lnTo>
                  <a:pt x="101468" y="43364"/>
                </a:lnTo>
                <a:lnTo>
                  <a:pt x="101161" y="43770"/>
                </a:lnTo>
                <a:lnTo>
                  <a:pt x="100824" y="31879"/>
                </a:lnTo>
                <a:lnTo>
                  <a:pt x="87178" y="31879"/>
                </a:lnTo>
                <a:lnTo>
                  <a:pt x="87178" y="117396"/>
                </a:lnTo>
                <a:lnTo>
                  <a:pt x="101245" y="117396"/>
                </a:lnTo>
                <a:lnTo>
                  <a:pt x="101245" y="55823"/>
                </a:lnTo>
                <a:lnTo>
                  <a:pt x="101544" y="55407"/>
                </a:lnTo>
                <a:lnTo>
                  <a:pt x="101851" y="54994"/>
                </a:lnTo>
                <a:close/>
                <a:moveTo>
                  <a:pt x="468626" y="54994"/>
                </a:moveTo>
                <a:lnTo>
                  <a:pt x="468941" y="54583"/>
                </a:lnTo>
                <a:lnTo>
                  <a:pt x="469264" y="54175"/>
                </a:lnTo>
                <a:lnTo>
                  <a:pt x="469595" y="53769"/>
                </a:lnTo>
                <a:lnTo>
                  <a:pt x="469934" y="53365"/>
                </a:lnTo>
                <a:lnTo>
                  <a:pt x="470281" y="52963"/>
                </a:lnTo>
                <a:lnTo>
                  <a:pt x="470636" y="52564"/>
                </a:lnTo>
                <a:lnTo>
                  <a:pt x="470999" y="52167"/>
                </a:lnTo>
                <a:lnTo>
                  <a:pt x="471370" y="51773"/>
                </a:lnTo>
                <a:lnTo>
                  <a:pt x="471750" y="51381"/>
                </a:lnTo>
                <a:lnTo>
                  <a:pt x="472137" y="50991"/>
                </a:lnTo>
                <a:lnTo>
                  <a:pt x="472532" y="50604"/>
                </a:lnTo>
                <a:lnTo>
                  <a:pt x="472936" y="50219"/>
                </a:lnTo>
                <a:lnTo>
                  <a:pt x="473347" y="49836"/>
                </a:lnTo>
                <a:lnTo>
                  <a:pt x="473767" y="49455"/>
                </a:lnTo>
                <a:lnTo>
                  <a:pt x="474194" y="49077"/>
                </a:lnTo>
                <a:lnTo>
                  <a:pt x="474630" y="48701"/>
                </a:lnTo>
                <a:lnTo>
                  <a:pt x="475074" y="48328"/>
                </a:lnTo>
                <a:lnTo>
                  <a:pt x="475525" y="47957"/>
                </a:lnTo>
                <a:lnTo>
                  <a:pt x="475985" y="47588"/>
                </a:lnTo>
                <a:lnTo>
                  <a:pt x="476453" y="47221"/>
                </a:lnTo>
                <a:lnTo>
                  <a:pt x="476929" y="46857"/>
                </a:lnTo>
                <a:lnTo>
                  <a:pt x="477412" y="46496"/>
                </a:lnTo>
                <a:lnTo>
                  <a:pt x="477905" y="46142"/>
                </a:lnTo>
                <a:lnTo>
                  <a:pt x="478407" y="45804"/>
                </a:lnTo>
                <a:lnTo>
                  <a:pt x="478917" y="45481"/>
                </a:lnTo>
                <a:lnTo>
                  <a:pt x="479438" y="45173"/>
                </a:lnTo>
                <a:lnTo>
                  <a:pt x="479967" y="44880"/>
                </a:lnTo>
                <a:lnTo>
                  <a:pt x="480505" y="44602"/>
                </a:lnTo>
                <a:lnTo>
                  <a:pt x="481053" y="44339"/>
                </a:lnTo>
                <a:lnTo>
                  <a:pt x="481610" y="44091"/>
                </a:lnTo>
                <a:lnTo>
                  <a:pt x="482176" y="43859"/>
                </a:lnTo>
                <a:lnTo>
                  <a:pt x="482752" y="43641"/>
                </a:lnTo>
                <a:lnTo>
                  <a:pt x="483336" y="43438"/>
                </a:lnTo>
                <a:lnTo>
                  <a:pt x="483930" y="43250"/>
                </a:lnTo>
                <a:lnTo>
                  <a:pt x="484533" y="43077"/>
                </a:lnTo>
                <a:lnTo>
                  <a:pt x="485146" y="42919"/>
                </a:lnTo>
                <a:lnTo>
                  <a:pt x="485767" y="42777"/>
                </a:lnTo>
                <a:lnTo>
                  <a:pt x="486398" y="42649"/>
                </a:lnTo>
                <a:lnTo>
                  <a:pt x="487038" y="42536"/>
                </a:lnTo>
                <a:lnTo>
                  <a:pt x="487687" y="42439"/>
                </a:lnTo>
                <a:lnTo>
                  <a:pt x="488345" y="42356"/>
                </a:lnTo>
                <a:lnTo>
                  <a:pt x="489013" y="42288"/>
                </a:lnTo>
                <a:lnTo>
                  <a:pt x="489689" y="42236"/>
                </a:lnTo>
                <a:lnTo>
                  <a:pt x="490375" y="42198"/>
                </a:lnTo>
                <a:lnTo>
                  <a:pt x="491070" y="42176"/>
                </a:lnTo>
                <a:lnTo>
                  <a:pt x="491775" y="42168"/>
                </a:lnTo>
                <a:lnTo>
                  <a:pt x="492234" y="42173"/>
                </a:lnTo>
                <a:lnTo>
                  <a:pt x="492684" y="42187"/>
                </a:lnTo>
                <a:lnTo>
                  <a:pt x="493125" y="42211"/>
                </a:lnTo>
                <a:lnTo>
                  <a:pt x="493557" y="42244"/>
                </a:lnTo>
                <a:lnTo>
                  <a:pt x="493980" y="42286"/>
                </a:lnTo>
                <a:lnTo>
                  <a:pt x="494394" y="42338"/>
                </a:lnTo>
                <a:lnTo>
                  <a:pt x="494799" y="42400"/>
                </a:lnTo>
                <a:lnTo>
                  <a:pt x="495196" y="42471"/>
                </a:lnTo>
                <a:lnTo>
                  <a:pt x="495583" y="42551"/>
                </a:lnTo>
                <a:lnTo>
                  <a:pt x="495962" y="42641"/>
                </a:lnTo>
                <a:lnTo>
                  <a:pt x="496332" y="42740"/>
                </a:lnTo>
                <a:lnTo>
                  <a:pt x="496692" y="42849"/>
                </a:lnTo>
                <a:lnTo>
                  <a:pt x="497044" y="42967"/>
                </a:lnTo>
                <a:lnTo>
                  <a:pt x="497387" y="43094"/>
                </a:lnTo>
                <a:lnTo>
                  <a:pt x="497721" y="43232"/>
                </a:lnTo>
                <a:lnTo>
                  <a:pt x="498046" y="43378"/>
                </a:lnTo>
                <a:lnTo>
                  <a:pt x="498362" y="43534"/>
                </a:lnTo>
                <a:lnTo>
                  <a:pt x="498669" y="43699"/>
                </a:lnTo>
                <a:lnTo>
                  <a:pt x="498967" y="43874"/>
                </a:lnTo>
                <a:lnTo>
                  <a:pt x="499257" y="44059"/>
                </a:lnTo>
                <a:lnTo>
                  <a:pt x="499537" y="44252"/>
                </a:lnTo>
                <a:lnTo>
                  <a:pt x="499809" y="44456"/>
                </a:lnTo>
                <a:lnTo>
                  <a:pt x="500071" y="44668"/>
                </a:lnTo>
                <a:lnTo>
                  <a:pt x="500325" y="44891"/>
                </a:lnTo>
                <a:lnTo>
                  <a:pt x="500571" y="45121"/>
                </a:lnTo>
                <a:lnTo>
                  <a:pt x="500811" y="45358"/>
                </a:lnTo>
                <a:lnTo>
                  <a:pt x="501044" y="45603"/>
                </a:lnTo>
                <a:lnTo>
                  <a:pt x="501270" y="45856"/>
                </a:lnTo>
                <a:lnTo>
                  <a:pt x="501491" y="46115"/>
                </a:lnTo>
                <a:lnTo>
                  <a:pt x="501704" y="46382"/>
                </a:lnTo>
                <a:lnTo>
                  <a:pt x="501912" y="46656"/>
                </a:lnTo>
                <a:lnTo>
                  <a:pt x="502113" y="46937"/>
                </a:lnTo>
                <a:lnTo>
                  <a:pt x="502307" y="47226"/>
                </a:lnTo>
                <a:lnTo>
                  <a:pt x="502495" y="47522"/>
                </a:lnTo>
                <a:lnTo>
                  <a:pt x="502677" y="47825"/>
                </a:lnTo>
                <a:lnTo>
                  <a:pt x="502852" y="48136"/>
                </a:lnTo>
                <a:lnTo>
                  <a:pt x="503021" y="48453"/>
                </a:lnTo>
                <a:lnTo>
                  <a:pt x="503183" y="48778"/>
                </a:lnTo>
                <a:lnTo>
                  <a:pt x="503339" y="49111"/>
                </a:lnTo>
                <a:lnTo>
                  <a:pt x="503489" y="49451"/>
                </a:lnTo>
                <a:lnTo>
                  <a:pt x="503632" y="49798"/>
                </a:lnTo>
                <a:lnTo>
                  <a:pt x="503768" y="50152"/>
                </a:lnTo>
                <a:lnTo>
                  <a:pt x="503898" y="50513"/>
                </a:lnTo>
                <a:lnTo>
                  <a:pt x="504022" y="50882"/>
                </a:lnTo>
                <a:lnTo>
                  <a:pt x="504139" y="51258"/>
                </a:lnTo>
                <a:lnTo>
                  <a:pt x="504250" y="51642"/>
                </a:lnTo>
                <a:lnTo>
                  <a:pt x="504355" y="52033"/>
                </a:lnTo>
                <a:lnTo>
                  <a:pt x="504453" y="52431"/>
                </a:lnTo>
                <a:lnTo>
                  <a:pt x="504545" y="52835"/>
                </a:lnTo>
                <a:lnTo>
                  <a:pt x="504634" y="53243"/>
                </a:lnTo>
                <a:lnTo>
                  <a:pt x="504719" y="53656"/>
                </a:lnTo>
                <a:lnTo>
                  <a:pt x="504800" y="54074"/>
                </a:lnTo>
                <a:lnTo>
                  <a:pt x="504877" y="54496"/>
                </a:lnTo>
                <a:lnTo>
                  <a:pt x="504950" y="54923"/>
                </a:lnTo>
                <a:lnTo>
                  <a:pt x="505019" y="55355"/>
                </a:lnTo>
                <a:lnTo>
                  <a:pt x="505084" y="55792"/>
                </a:lnTo>
                <a:lnTo>
                  <a:pt x="505146" y="56233"/>
                </a:lnTo>
                <a:lnTo>
                  <a:pt x="505203" y="56678"/>
                </a:lnTo>
                <a:lnTo>
                  <a:pt x="505256" y="57129"/>
                </a:lnTo>
                <a:lnTo>
                  <a:pt x="505306" y="57584"/>
                </a:lnTo>
                <a:lnTo>
                  <a:pt x="505351" y="58044"/>
                </a:lnTo>
                <a:lnTo>
                  <a:pt x="505392" y="58508"/>
                </a:lnTo>
                <a:lnTo>
                  <a:pt x="505430" y="58977"/>
                </a:lnTo>
                <a:lnTo>
                  <a:pt x="505464" y="59451"/>
                </a:lnTo>
                <a:lnTo>
                  <a:pt x="505493" y="59929"/>
                </a:lnTo>
                <a:lnTo>
                  <a:pt x="505519" y="60412"/>
                </a:lnTo>
                <a:lnTo>
                  <a:pt x="505541" y="60900"/>
                </a:lnTo>
                <a:lnTo>
                  <a:pt x="505558" y="61392"/>
                </a:lnTo>
                <a:lnTo>
                  <a:pt x="505572" y="61889"/>
                </a:lnTo>
                <a:lnTo>
                  <a:pt x="505582" y="62390"/>
                </a:lnTo>
                <a:lnTo>
                  <a:pt x="505588" y="62897"/>
                </a:lnTo>
                <a:lnTo>
                  <a:pt x="505590" y="63408"/>
                </a:lnTo>
                <a:lnTo>
                  <a:pt x="505590" y="117396"/>
                </a:lnTo>
                <a:lnTo>
                  <a:pt x="519573" y="117396"/>
                </a:lnTo>
                <a:lnTo>
                  <a:pt x="519573" y="61792"/>
                </a:lnTo>
                <a:lnTo>
                  <a:pt x="519564" y="60557"/>
                </a:lnTo>
                <a:lnTo>
                  <a:pt x="519534" y="59345"/>
                </a:lnTo>
                <a:lnTo>
                  <a:pt x="519485" y="58157"/>
                </a:lnTo>
                <a:lnTo>
                  <a:pt x="519417" y="56992"/>
                </a:lnTo>
                <a:lnTo>
                  <a:pt x="519328" y="55850"/>
                </a:lnTo>
                <a:lnTo>
                  <a:pt x="519221" y="54732"/>
                </a:lnTo>
                <a:lnTo>
                  <a:pt x="519093" y="53637"/>
                </a:lnTo>
                <a:lnTo>
                  <a:pt x="518946" y="52565"/>
                </a:lnTo>
                <a:lnTo>
                  <a:pt x="518780" y="51517"/>
                </a:lnTo>
                <a:lnTo>
                  <a:pt x="518593" y="50492"/>
                </a:lnTo>
                <a:lnTo>
                  <a:pt x="518388" y="49491"/>
                </a:lnTo>
                <a:lnTo>
                  <a:pt x="518162" y="48512"/>
                </a:lnTo>
                <a:lnTo>
                  <a:pt x="517917" y="47558"/>
                </a:lnTo>
                <a:lnTo>
                  <a:pt x="517653" y="46626"/>
                </a:lnTo>
                <a:lnTo>
                  <a:pt x="517369" y="45718"/>
                </a:lnTo>
                <a:lnTo>
                  <a:pt x="517065" y="44833"/>
                </a:lnTo>
                <a:lnTo>
                  <a:pt x="516742" y="43972"/>
                </a:lnTo>
                <a:lnTo>
                  <a:pt x="516399" y="43134"/>
                </a:lnTo>
                <a:lnTo>
                  <a:pt x="516036" y="42320"/>
                </a:lnTo>
                <a:lnTo>
                  <a:pt x="515654" y="41528"/>
                </a:lnTo>
                <a:lnTo>
                  <a:pt x="515252" y="40760"/>
                </a:lnTo>
                <a:lnTo>
                  <a:pt x="514831" y="40016"/>
                </a:lnTo>
                <a:lnTo>
                  <a:pt x="514390" y="39295"/>
                </a:lnTo>
                <a:lnTo>
                  <a:pt x="513929" y="38597"/>
                </a:lnTo>
                <a:lnTo>
                  <a:pt x="513446" y="37925"/>
                </a:lnTo>
                <a:lnTo>
                  <a:pt x="512937" y="37282"/>
                </a:lnTo>
                <a:lnTo>
                  <a:pt x="512401" y="36667"/>
                </a:lnTo>
                <a:lnTo>
                  <a:pt x="511840" y="36080"/>
                </a:lnTo>
                <a:lnTo>
                  <a:pt x="511252" y="35523"/>
                </a:lnTo>
                <a:lnTo>
                  <a:pt x="510639" y="34994"/>
                </a:lnTo>
                <a:lnTo>
                  <a:pt x="509999" y="34493"/>
                </a:lnTo>
                <a:lnTo>
                  <a:pt x="509334" y="34021"/>
                </a:lnTo>
                <a:lnTo>
                  <a:pt x="508642" y="33578"/>
                </a:lnTo>
                <a:lnTo>
                  <a:pt x="507925" y="33164"/>
                </a:lnTo>
                <a:lnTo>
                  <a:pt x="507181" y="32777"/>
                </a:lnTo>
                <a:lnTo>
                  <a:pt x="506411" y="32420"/>
                </a:lnTo>
                <a:lnTo>
                  <a:pt x="505615" y="32091"/>
                </a:lnTo>
                <a:lnTo>
                  <a:pt x="504794" y="31791"/>
                </a:lnTo>
                <a:lnTo>
                  <a:pt x="503946" y="31519"/>
                </a:lnTo>
                <a:lnTo>
                  <a:pt x="503072" y="31276"/>
                </a:lnTo>
                <a:lnTo>
                  <a:pt x="502172" y="31062"/>
                </a:lnTo>
                <a:lnTo>
                  <a:pt x="501246" y="30876"/>
                </a:lnTo>
                <a:lnTo>
                  <a:pt x="500294" y="30718"/>
                </a:lnTo>
                <a:lnTo>
                  <a:pt x="499317" y="30590"/>
                </a:lnTo>
                <a:lnTo>
                  <a:pt x="498313" y="30490"/>
                </a:lnTo>
                <a:lnTo>
                  <a:pt x="497283" y="30418"/>
                </a:lnTo>
                <a:lnTo>
                  <a:pt x="496226" y="30375"/>
                </a:lnTo>
                <a:lnTo>
                  <a:pt x="495144" y="30361"/>
                </a:lnTo>
                <a:lnTo>
                  <a:pt x="494308" y="30368"/>
                </a:lnTo>
                <a:lnTo>
                  <a:pt x="493483" y="30391"/>
                </a:lnTo>
                <a:lnTo>
                  <a:pt x="492670" y="30428"/>
                </a:lnTo>
                <a:lnTo>
                  <a:pt x="491868" y="30479"/>
                </a:lnTo>
                <a:lnTo>
                  <a:pt x="491079" y="30546"/>
                </a:lnTo>
                <a:lnTo>
                  <a:pt x="490301" y="30627"/>
                </a:lnTo>
                <a:lnTo>
                  <a:pt x="489534" y="30723"/>
                </a:lnTo>
                <a:lnTo>
                  <a:pt x="488780" y="30834"/>
                </a:lnTo>
                <a:lnTo>
                  <a:pt x="488037" y="30960"/>
                </a:lnTo>
                <a:lnTo>
                  <a:pt x="487306" y="31100"/>
                </a:lnTo>
                <a:lnTo>
                  <a:pt x="486586" y="31256"/>
                </a:lnTo>
                <a:lnTo>
                  <a:pt x="485878" y="31426"/>
                </a:lnTo>
                <a:lnTo>
                  <a:pt x="485182" y="31611"/>
                </a:lnTo>
                <a:lnTo>
                  <a:pt x="484498" y="31810"/>
                </a:lnTo>
                <a:lnTo>
                  <a:pt x="483825" y="32025"/>
                </a:lnTo>
                <a:lnTo>
                  <a:pt x="483164" y="32254"/>
                </a:lnTo>
                <a:lnTo>
                  <a:pt x="482515" y="32498"/>
                </a:lnTo>
                <a:lnTo>
                  <a:pt x="481877" y="32757"/>
                </a:lnTo>
                <a:lnTo>
                  <a:pt x="481251" y="33030"/>
                </a:lnTo>
                <a:lnTo>
                  <a:pt x="480637" y="33319"/>
                </a:lnTo>
                <a:lnTo>
                  <a:pt x="480034" y="33622"/>
                </a:lnTo>
                <a:lnTo>
                  <a:pt x="479443" y="33940"/>
                </a:lnTo>
                <a:lnTo>
                  <a:pt x="478864" y="34272"/>
                </a:lnTo>
                <a:lnTo>
                  <a:pt x="478297" y="34620"/>
                </a:lnTo>
                <a:lnTo>
                  <a:pt x="477741" y="34976"/>
                </a:lnTo>
                <a:lnTo>
                  <a:pt x="477195" y="35334"/>
                </a:lnTo>
                <a:lnTo>
                  <a:pt x="476661" y="35695"/>
                </a:lnTo>
                <a:lnTo>
                  <a:pt x="476137" y="36057"/>
                </a:lnTo>
                <a:lnTo>
                  <a:pt x="475624" y="36422"/>
                </a:lnTo>
                <a:lnTo>
                  <a:pt x="475122" y="36789"/>
                </a:lnTo>
                <a:lnTo>
                  <a:pt x="474631" y="37158"/>
                </a:lnTo>
                <a:lnTo>
                  <a:pt x="474151" y="37530"/>
                </a:lnTo>
                <a:lnTo>
                  <a:pt x="473681" y="37903"/>
                </a:lnTo>
                <a:lnTo>
                  <a:pt x="473222" y="38279"/>
                </a:lnTo>
                <a:lnTo>
                  <a:pt x="472774" y="38657"/>
                </a:lnTo>
                <a:lnTo>
                  <a:pt x="472337" y="39037"/>
                </a:lnTo>
                <a:lnTo>
                  <a:pt x="471911" y="39419"/>
                </a:lnTo>
                <a:lnTo>
                  <a:pt x="471495" y="39804"/>
                </a:lnTo>
                <a:lnTo>
                  <a:pt x="471091" y="40191"/>
                </a:lnTo>
                <a:lnTo>
                  <a:pt x="470697" y="40580"/>
                </a:lnTo>
                <a:lnTo>
                  <a:pt x="470314" y="40971"/>
                </a:lnTo>
                <a:lnTo>
                  <a:pt x="469942" y="41364"/>
                </a:lnTo>
                <a:lnTo>
                  <a:pt x="469580" y="41760"/>
                </a:lnTo>
                <a:lnTo>
                  <a:pt x="469230" y="42158"/>
                </a:lnTo>
                <a:lnTo>
                  <a:pt x="468890" y="42557"/>
                </a:lnTo>
                <a:lnTo>
                  <a:pt x="468561" y="42960"/>
                </a:lnTo>
                <a:lnTo>
                  <a:pt x="468243" y="43364"/>
                </a:lnTo>
                <a:lnTo>
                  <a:pt x="467936" y="43770"/>
                </a:lnTo>
                <a:lnTo>
                  <a:pt x="467599" y="31879"/>
                </a:lnTo>
                <a:lnTo>
                  <a:pt x="453952" y="31879"/>
                </a:lnTo>
                <a:lnTo>
                  <a:pt x="453952" y="117396"/>
                </a:lnTo>
                <a:lnTo>
                  <a:pt x="468020" y="117396"/>
                </a:lnTo>
                <a:lnTo>
                  <a:pt x="468020" y="55823"/>
                </a:lnTo>
                <a:lnTo>
                  <a:pt x="468319" y="55407"/>
                </a:lnTo>
                <a:lnTo>
                  <a:pt x="468626" y="54994"/>
                </a:lnTo>
                <a:close/>
                <a:moveTo>
                  <a:pt x="206809" y="118819"/>
                </a:moveTo>
                <a:lnTo>
                  <a:pt x="207566" y="118765"/>
                </a:lnTo>
                <a:lnTo>
                  <a:pt x="208316" y="118699"/>
                </a:lnTo>
                <a:lnTo>
                  <a:pt x="209059" y="118622"/>
                </a:lnTo>
                <a:lnTo>
                  <a:pt x="209796" y="118532"/>
                </a:lnTo>
                <a:lnTo>
                  <a:pt x="210527" y="118431"/>
                </a:lnTo>
                <a:lnTo>
                  <a:pt x="211250" y="118317"/>
                </a:lnTo>
                <a:lnTo>
                  <a:pt x="211967" y="118192"/>
                </a:lnTo>
                <a:lnTo>
                  <a:pt x="212678" y="118055"/>
                </a:lnTo>
                <a:lnTo>
                  <a:pt x="213382" y="117906"/>
                </a:lnTo>
                <a:lnTo>
                  <a:pt x="214079" y="117745"/>
                </a:lnTo>
                <a:lnTo>
                  <a:pt x="214770" y="117572"/>
                </a:lnTo>
                <a:lnTo>
                  <a:pt x="215454" y="117387"/>
                </a:lnTo>
                <a:lnTo>
                  <a:pt x="216132" y="117190"/>
                </a:lnTo>
                <a:lnTo>
                  <a:pt x="216803" y="116981"/>
                </a:lnTo>
                <a:lnTo>
                  <a:pt x="217467" y="116760"/>
                </a:lnTo>
                <a:lnTo>
                  <a:pt x="218125" y="116527"/>
                </a:lnTo>
                <a:lnTo>
                  <a:pt x="218777" y="116283"/>
                </a:lnTo>
                <a:lnTo>
                  <a:pt x="219421" y="116026"/>
                </a:lnTo>
                <a:lnTo>
                  <a:pt x="220059" y="115758"/>
                </a:lnTo>
                <a:lnTo>
                  <a:pt x="220691" y="115477"/>
                </a:lnTo>
                <a:lnTo>
                  <a:pt x="221314" y="115185"/>
                </a:lnTo>
                <a:lnTo>
                  <a:pt x="221926" y="114880"/>
                </a:lnTo>
                <a:lnTo>
                  <a:pt x="222528" y="114563"/>
                </a:lnTo>
                <a:lnTo>
                  <a:pt x="223120" y="114234"/>
                </a:lnTo>
                <a:lnTo>
                  <a:pt x="223701" y="113893"/>
                </a:lnTo>
                <a:lnTo>
                  <a:pt x="224271" y="113540"/>
                </a:lnTo>
                <a:lnTo>
                  <a:pt x="224831" y="113175"/>
                </a:lnTo>
                <a:lnTo>
                  <a:pt x="225380" y="112798"/>
                </a:lnTo>
                <a:lnTo>
                  <a:pt x="225919" y="112408"/>
                </a:lnTo>
                <a:lnTo>
                  <a:pt x="226447" y="112007"/>
                </a:lnTo>
                <a:lnTo>
                  <a:pt x="226965" y="111593"/>
                </a:lnTo>
                <a:lnTo>
                  <a:pt x="227472" y="111168"/>
                </a:lnTo>
                <a:lnTo>
                  <a:pt x="227969" y="110730"/>
                </a:lnTo>
                <a:lnTo>
                  <a:pt x="228455" y="110280"/>
                </a:lnTo>
                <a:lnTo>
                  <a:pt x="228930" y="109818"/>
                </a:lnTo>
                <a:lnTo>
                  <a:pt x="229396" y="109344"/>
                </a:lnTo>
                <a:lnTo>
                  <a:pt x="229850" y="108858"/>
                </a:lnTo>
                <a:lnTo>
                  <a:pt x="230294" y="108360"/>
                </a:lnTo>
                <a:lnTo>
                  <a:pt x="230728" y="107850"/>
                </a:lnTo>
                <a:lnTo>
                  <a:pt x="231150" y="107327"/>
                </a:lnTo>
                <a:lnTo>
                  <a:pt x="231563" y="106793"/>
                </a:lnTo>
                <a:lnTo>
                  <a:pt x="231965" y="106246"/>
                </a:lnTo>
                <a:lnTo>
                  <a:pt x="232356" y="105688"/>
                </a:lnTo>
                <a:lnTo>
                  <a:pt x="232737" y="105117"/>
                </a:lnTo>
                <a:lnTo>
                  <a:pt x="233105" y="104534"/>
                </a:lnTo>
                <a:lnTo>
                  <a:pt x="233458" y="103940"/>
                </a:lnTo>
                <a:lnTo>
                  <a:pt x="233796" y="103333"/>
                </a:lnTo>
                <a:lnTo>
                  <a:pt x="234119" y="102715"/>
                </a:lnTo>
                <a:lnTo>
                  <a:pt x="234426" y="102085"/>
                </a:lnTo>
                <a:lnTo>
                  <a:pt x="234719" y="101443"/>
                </a:lnTo>
                <a:lnTo>
                  <a:pt x="234997" y="100790"/>
                </a:lnTo>
                <a:lnTo>
                  <a:pt x="235259" y="100125"/>
                </a:lnTo>
                <a:lnTo>
                  <a:pt x="235507" y="99448"/>
                </a:lnTo>
                <a:lnTo>
                  <a:pt x="235739" y="98759"/>
                </a:lnTo>
                <a:lnTo>
                  <a:pt x="235957" y="98058"/>
                </a:lnTo>
                <a:lnTo>
                  <a:pt x="236159" y="97346"/>
                </a:lnTo>
                <a:lnTo>
                  <a:pt x="236346" y="96621"/>
                </a:lnTo>
                <a:lnTo>
                  <a:pt x="236519" y="95886"/>
                </a:lnTo>
                <a:lnTo>
                  <a:pt x="236676" y="95138"/>
                </a:lnTo>
                <a:lnTo>
                  <a:pt x="236818" y="94378"/>
                </a:lnTo>
                <a:lnTo>
                  <a:pt x="236945" y="93607"/>
                </a:lnTo>
                <a:lnTo>
                  <a:pt x="237057" y="92824"/>
                </a:lnTo>
                <a:lnTo>
                  <a:pt x="237154" y="92029"/>
                </a:lnTo>
                <a:lnTo>
                  <a:pt x="237235" y="91223"/>
                </a:lnTo>
                <a:lnTo>
                  <a:pt x="237302" y="90404"/>
                </a:lnTo>
                <a:lnTo>
                  <a:pt x="237354" y="89574"/>
                </a:lnTo>
                <a:lnTo>
                  <a:pt x="237391" y="88732"/>
                </a:lnTo>
                <a:lnTo>
                  <a:pt x="237412" y="87878"/>
                </a:lnTo>
                <a:lnTo>
                  <a:pt x="223597" y="87878"/>
                </a:lnTo>
                <a:lnTo>
                  <a:pt x="223567" y="88677"/>
                </a:lnTo>
                <a:lnTo>
                  <a:pt x="223519" y="89460"/>
                </a:lnTo>
                <a:lnTo>
                  <a:pt x="223452" y="90227"/>
                </a:lnTo>
                <a:lnTo>
                  <a:pt x="223368" y="90977"/>
                </a:lnTo>
                <a:lnTo>
                  <a:pt x="223265" y="91711"/>
                </a:lnTo>
                <a:lnTo>
                  <a:pt x="223144" y="92428"/>
                </a:lnTo>
                <a:lnTo>
                  <a:pt x="223005" y="93129"/>
                </a:lnTo>
                <a:lnTo>
                  <a:pt x="222848" y="93814"/>
                </a:lnTo>
                <a:lnTo>
                  <a:pt x="222673" y="94482"/>
                </a:lnTo>
                <a:lnTo>
                  <a:pt x="222480" y="95135"/>
                </a:lnTo>
                <a:lnTo>
                  <a:pt x="222268" y="95770"/>
                </a:lnTo>
                <a:lnTo>
                  <a:pt x="222039" y="96390"/>
                </a:lnTo>
                <a:lnTo>
                  <a:pt x="221791" y="96993"/>
                </a:lnTo>
                <a:lnTo>
                  <a:pt x="221525" y="97579"/>
                </a:lnTo>
                <a:lnTo>
                  <a:pt x="221241" y="98150"/>
                </a:lnTo>
                <a:lnTo>
                  <a:pt x="220939" y="98704"/>
                </a:lnTo>
                <a:lnTo>
                  <a:pt x="220619" y="99241"/>
                </a:lnTo>
                <a:lnTo>
                  <a:pt x="220280" y="99763"/>
                </a:lnTo>
                <a:lnTo>
                  <a:pt x="219924" y="100268"/>
                </a:lnTo>
                <a:lnTo>
                  <a:pt x="219549" y="100756"/>
                </a:lnTo>
                <a:lnTo>
                  <a:pt x="219156" y="101229"/>
                </a:lnTo>
                <a:lnTo>
                  <a:pt x="218745" y="101685"/>
                </a:lnTo>
                <a:lnTo>
                  <a:pt x="218316" y="102124"/>
                </a:lnTo>
                <a:lnTo>
                  <a:pt x="217869" y="102548"/>
                </a:lnTo>
                <a:lnTo>
                  <a:pt x="217408" y="102954"/>
                </a:lnTo>
                <a:lnTo>
                  <a:pt x="216936" y="103343"/>
                </a:lnTo>
                <a:lnTo>
                  <a:pt x="216454" y="103715"/>
                </a:lnTo>
                <a:lnTo>
                  <a:pt x="215962" y="104070"/>
                </a:lnTo>
                <a:lnTo>
                  <a:pt x="215460" y="104407"/>
                </a:lnTo>
                <a:lnTo>
                  <a:pt x="214947" y="104727"/>
                </a:lnTo>
                <a:lnTo>
                  <a:pt x="214424" y="105029"/>
                </a:lnTo>
                <a:lnTo>
                  <a:pt x="213891" y="105315"/>
                </a:lnTo>
                <a:lnTo>
                  <a:pt x="213348" y="105583"/>
                </a:lnTo>
                <a:lnTo>
                  <a:pt x="212794" y="105834"/>
                </a:lnTo>
                <a:lnTo>
                  <a:pt x="212231" y="106067"/>
                </a:lnTo>
                <a:lnTo>
                  <a:pt x="211656" y="106283"/>
                </a:lnTo>
                <a:lnTo>
                  <a:pt x="211072" y="106482"/>
                </a:lnTo>
                <a:lnTo>
                  <a:pt x="210478" y="106664"/>
                </a:lnTo>
                <a:lnTo>
                  <a:pt x="209873" y="106828"/>
                </a:lnTo>
                <a:lnTo>
                  <a:pt x="209258" y="106975"/>
                </a:lnTo>
                <a:lnTo>
                  <a:pt x="208633" y="107105"/>
                </a:lnTo>
                <a:lnTo>
                  <a:pt x="207997" y="107217"/>
                </a:lnTo>
                <a:lnTo>
                  <a:pt x="207352" y="107312"/>
                </a:lnTo>
                <a:lnTo>
                  <a:pt x="206696" y="107390"/>
                </a:lnTo>
                <a:lnTo>
                  <a:pt x="206030" y="107451"/>
                </a:lnTo>
                <a:lnTo>
                  <a:pt x="205353" y="107494"/>
                </a:lnTo>
                <a:lnTo>
                  <a:pt x="204667" y="107520"/>
                </a:lnTo>
                <a:lnTo>
                  <a:pt x="203970" y="107529"/>
                </a:lnTo>
                <a:lnTo>
                  <a:pt x="203349" y="107522"/>
                </a:lnTo>
                <a:lnTo>
                  <a:pt x="202737" y="107502"/>
                </a:lnTo>
                <a:lnTo>
                  <a:pt x="202134" y="107469"/>
                </a:lnTo>
                <a:lnTo>
                  <a:pt x="201539" y="107422"/>
                </a:lnTo>
                <a:lnTo>
                  <a:pt x="200952" y="107362"/>
                </a:lnTo>
                <a:lnTo>
                  <a:pt x="200374" y="107289"/>
                </a:lnTo>
                <a:lnTo>
                  <a:pt x="199804" y="107202"/>
                </a:lnTo>
                <a:lnTo>
                  <a:pt x="199243" y="107102"/>
                </a:lnTo>
                <a:lnTo>
                  <a:pt x="198690" y="106989"/>
                </a:lnTo>
                <a:lnTo>
                  <a:pt x="198146" y="106862"/>
                </a:lnTo>
                <a:lnTo>
                  <a:pt x="197611" y="106723"/>
                </a:lnTo>
                <a:lnTo>
                  <a:pt x="197083" y="106569"/>
                </a:lnTo>
                <a:lnTo>
                  <a:pt x="196565" y="106403"/>
                </a:lnTo>
                <a:lnTo>
                  <a:pt x="196054" y="106223"/>
                </a:lnTo>
                <a:lnTo>
                  <a:pt x="195553" y="106030"/>
                </a:lnTo>
                <a:lnTo>
                  <a:pt x="195059" y="105823"/>
                </a:lnTo>
                <a:lnTo>
                  <a:pt x="194575" y="105603"/>
                </a:lnTo>
                <a:lnTo>
                  <a:pt x="194098" y="105370"/>
                </a:lnTo>
                <a:lnTo>
                  <a:pt x="193630" y="105124"/>
                </a:lnTo>
                <a:lnTo>
                  <a:pt x="193171" y="104864"/>
                </a:lnTo>
                <a:lnTo>
                  <a:pt x="192720" y="104591"/>
                </a:lnTo>
                <a:lnTo>
                  <a:pt x="192278" y="104304"/>
                </a:lnTo>
                <a:lnTo>
                  <a:pt x="191844" y="104004"/>
                </a:lnTo>
                <a:lnTo>
                  <a:pt x="191418" y="103691"/>
                </a:lnTo>
                <a:lnTo>
                  <a:pt x="191002" y="103365"/>
                </a:lnTo>
                <a:lnTo>
                  <a:pt x="190594" y="103027"/>
                </a:lnTo>
                <a:lnTo>
                  <a:pt x="190194" y="102677"/>
                </a:lnTo>
                <a:lnTo>
                  <a:pt x="189804" y="102315"/>
                </a:lnTo>
                <a:lnTo>
                  <a:pt x="189422" y="101940"/>
                </a:lnTo>
                <a:lnTo>
                  <a:pt x="189049" y="101554"/>
                </a:lnTo>
                <a:lnTo>
                  <a:pt x="188685" y="101155"/>
                </a:lnTo>
                <a:lnTo>
                  <a:pt x="188330" y="100745"/>
                </a:lnTo>
                <a:lnTo>
                  <a:pt x="187983" y="100322"/>
                </a:lnTo>
                <a:lnTo>
                  <a:pt x="187645" y="99887"/>
                </a:lnTo>
                <a:lnTo>
                  <a:pt x="187316" y="99441"/>
                </a:lnTo>
                <a:lnTo>
                  <a:pt x="186996" y="98982"/>
                </a:lnTo>
                <a:lnTo>
                  <a:pt x="186684" y="98511"/>
                </a:lnTo>
                <a:lnTo>
                  <a:pt x="186382" y="98028"/>
                </a:lnTo>
                <a:lnTo>
                  <a:pt x="186088" y="97532"/>
                </a:lnTo>
                <a:lnTo>
                  <a:pt x="185803" y="97025"/>
                </a:lnTo>
                <a:lnTo>
                  <a:pt x="185526" y="96506"/>
                </a:lnTo>
                <a:lnTo>
                  <a:pt x="185259" y="95975"/>
                </a:lnTo>
                <a:lnTo>
                  <a:pt x="185000" y="95431"/>
                </a:lnTo>
                <a:lnTo>
                  <a:pt x="184750" y="94876"/>
                </a:lnTo>
                <a:lnTo>
                  <a:pt x="184508" y="94308"/>
                </a:lnTo>
                <a:lnTo>
                  <a:pt x="184276" y="93728"/>
                </a:lnTo>
                <a:lnTo>
                  <a:pt x="184052" y="93136"/>
                </a:lnTo>
                <a:lnTo>
                  <a:pt x="183837" y="92533"/>
                </a:lnTo>
                <a:lnTo>
                  <a:pt x="183631" y="91917"/>
                </a:lnTo>
                <a:lnTo>
                  <a:pt x="183433" y="91292"/>
                </a:lnTo>
                <a:lnTo>
                  <a:pt x="183245" y="90655"/>
                </a:lnTo>
                <a:lnTo>
                  <a:pt x="183065" y="90009"/>
                </a:lnTo>
                <a:lnTo>
                  <a:pt x="182894" y="89351"/>
                </a:lnTo>
                <a:lnTo>
                  <a:pt x="182731" y="88684"/>
                </a:lnTo>
                <a:lnTo>
                  <a:pt x="182578" y="88005"/>
                </a:lnTo>
                <a:lnTo>
                  <a:pt x="182433" y="87316"/>
                </a:lnTo>
                <a:lnTo>
                  <a:pt x="182297" y="86617"/>
                </a:lnTo>
                <a:lnTo>
                  <a:pt x="182170" y="85907"/>
                </a:lnTo>
                <a:lnTo>
                  <a:pt x="182051" y="85186"/>
                </a:lnTo>
                <a:lnTo>
                  <a:pt x="181942" y="84455"/>
                </a:lnTo>
                <a:lnTo>
                  <a:pt x="181841" y="83714"/>
                </a:lnTo>
                <a:lnTo>
                  <a:pt x="181749" y="82962"/>
                </a:lnTo>
                <a:lnTo>
                  <a:pt x="181665" y="82199"/>
                </a:lnTo>
                <a:lnTo>
                  <a:pt x="181591" y="81426"/>
                </a:lnTo>
                <a:lnTo>
                  <a:pt x="181525" y="80642"/>
                </a:lnTo>
                <a:lnTo>
                  <a:pt x="181468" y="79848"/>
                </a:lnTo>
                <a:lnTo>
                  <a:pt x="181420" y="79043"/>
                </a:lnTo>
                <a:lnTo>
                  <a:pt x="181380" y="78228"/>
                </a:lnTo>
                <a:lnTo>
                  <a:pt x="181349" y="77402"/>
                </a:lnTo>
                <a:lnTo>
                  <a:pt x="181327" y="76566"/>
                </a:lnTo>
                <a:lnTo>
                  <a:pt x="181314" y="75719"/>
                </a:lnTo>
                <a:lnTo>
                  <a:pt x="181310" y="74862"/>
                </a:lnTo>
                <a:lnTo>
                  <a:pt x="181320" y="73564"/>
                </a:lnTo>
                <a:lnTo>
                  <a:pt x="181350" y="72292"/>
                </a:lnTo>
                <a:lnTo>
                  <a:pt x="181399" y="71043"/>
                </a:lnTo>
                <a:lnTo>
                  <a:pt x="181469" y="69819"/>
                </a:lnTo>
                <a:lnTo>
                  <a:pt x="181558" y="68620"/>
                </a:lnTo>
                <a:lnTo>
                  <a:pt x="181668" y="67444"/>
                </a:lnTo>
                <a:lnTo>
                  <a:pt x="181797" y="66293"/>
                </a:lnTo>
                <a:lnTo>
                  <a:pt x="181946" y="65167"/>
                </a:lnTo>
                <a:lnTo>
                  <a:pt x="182115" y="64064"/>
                </a:lnTo>
                <a:lnTo>
                  <a:pt x="182304" y="62986"/>
                </a:lnTo>
                <a:lnTo>
                  <a:pt x="182513" y="61933"/>
                </a:lnTo>
                <a:lnTo>
                  <a:pt x="182742" y="60903"/>
                </a:lnTo>
                <a:lnTo>
                  <a:pt x="182991" y="59898"/>
                </a:lnTo>
                <a:lnTo>
                  <a:pt x="183259" y="58918"/>
                </a:lnTo>
                <a:lnTo>
                  <a:pt x="183547" y="57961"/>
                </a:lnTo>
                <a:lnTo>
                  <a:pt x="183856" y="57029"/>
                </a:lnTo>
                <a:lnTo>
                  <a:pt x="184184" y="56121"/>
                </a:lnTo>
                <a:lnTo>
                  <a:pt x="184532" y="55238"/>
                </a:lnTo>
                <a:lnTo>
                  <a:pt x="184900" y="54379"/>
                </a:lnTo>
                <a:lnTo>
                  <a:pt x="185288" y="53544"/>
                </a:lnTo>
                <a:lnTo>
                  <a:pt x="185695" y="52734"/>
                </a:lnTo>
                <a:lnTo>
                  <a:pt x="186123" y="51948"/>
                </a:lnTo>
                <a:lnTo>
                  <a:pt x="186571" y="51186"/>
                </a:lnTo>
                <a:lnTo>
                  <a:pt x="187038" y="50449"/>
                </a:lnTo>
                <a:lnTo>
                  <a:pt x="187525" y="49739"/>
                </a:lnTo>
                <a:lnTo>
                  <a:pt x="188031" y="49059"/>
                </a:lnTo>
                <a:lnTo>
                  <a:pt x="188556" y="48409"/>
                </a:lnTo>
                <a:lnTo>
                  <a:pt x="189100" y="47790"/>
                </a:lnTo>
                <a:lnTo>
                  <a:pt x="189662" y="47201"/>
                </a:lnTo>
                <a:lnTo>
                  <a:pt x="190244" y="46642"/>
                </a:lnTo>
                <a:lnTo>
                  <a:pt x="190845" y="46113"/>
                </a:lnTo>
                <a:lnTo>
                  <a:pt x="191465" y="45614"/>
                </a:lnTo>
                <a:lnTo>
                  <a:pt x="192104" y="45146"/>
                </a:lnTo>
                <a:lnTo>
                  <a:pt x="192762" y="44708"/>
                </a:lnTo>
                <a:lnTo>
                  <a:pt x="193439" y="44300"/>
                </a:lnTo>
                <a:lnTo>
                  <a:pt x="194135" y="43922"/>
                </a:lnTo>
                <a:lnTo>
                  <a:pt x="194850" y="43575"/>
                </a:lnTo>
                <a:lnTo>
                  <a:pt x="195584" y="43257"/>
                </a:lnTo>
                <a:lnTo>
                  <a:pt x="196337" y="42970"/>
                </a:lnTo>
                <a:lnTo>
                  <a:pt x="197109" y="42713"/>
                </a:lnTo>
                <a:lnTo>
                  <a:pt x="197900" y="42487"/>
                </a:lnTo>
                <a:lnTo>
                  <a:pt x="198710" y="42290"/>
                </a:lnTo>
                <a:lnTo>
                  <a:pt x="199539" y="42124"/>
                </a:lnTo>
                <a:lnTo>
                  <a:pt x="200387" y="41988"/>
                </a:lnTo>
                <a:lnTo>
                  <a:pt x="201254" y="41882"/>
                </a:lnTo>
                <a:lnTo>
                  <a:pt x="202141" y="41807"/>
                </a:lnTo>
                <a:lnTo>
                  <a:pt x="203046" y="41762"/>
                </a:lnTo>
                <a:lnTo>
                  <a:pt x="203970" y="41746"/>
                </a:lnTo>
                <a:lnTo>
                  <a:pt x="204652" y="41755"/>
                </a:lnTo>
                <a:lnTo>
                  <a:pt x="205324" y="41780"/>
                </a:lnTo>
                <a:lnTo>
                  <a:pt x="205984" y="41823"/>
                </a:lnTo>
                <a:lnTo>
                  <a:pt x="206634" y="41882"/>
                </a:lnTo>
                <a:lnTo>
                  <a:pt x="207272" y="41959"/>
                </a:lnTo>
                <a:lnTo>
                  <a:pt x="207900" y="42052"/>
                </a:lnTo>
                <a:lnTo>
                  <a:pt x="208517" y="42163"/>
                </a:lnTo>
                <a:lnTo>
                  <a:pt x="209122" y="42290"/>
                </a:lnTo>
                <a:lnTo>
                  <a:pt x="209717" y="42435"/>
                </a:lnTo>
                <a:lnTo>
                  <a:pt x="210301" y="42596"/>
                </a:lnTo>
                <a:lnTo>
                  <a:pt x="210874" y="42775"/>
                </a:lnTo>
                <a:lnTo>
                  <a:pt x="211435" y="42970"/>
                </a:lnTo>
                <a:lnTo>
                  <a:pt x="211986" y="43182"/>
                </a:lnTo>
                <a:lnTo>
                  <a:pt x="212526" y="43412"/>
                </a:lnTo>
                <a:lnTo>
                  <a:pt x="213055" y="43658"/>
                </a:lnTo>
                <a:lnTo>
                  <a:pt x="213573" y="43922"/>
                </a:lnTo>
                <a:lnTo>
                  <a:pt x="214080" y="44202"/>
                </a:lnTo>
                <a:lnTo>
                  <a:pt x="214576" y="44499"/>
                </a:lnTo>
                <a:lnTo>
                  <a:pt x="215061" y="44814"/>
                </a:lnTo>
                <a:lnTo>
                  <a:pt x="215535" y="45145"/>
                </a:lnTo>
                <a:lnTo>
                  <a:pt x="215998" y="45493"/>
                </a:lnTo>
                <a:lnTo>
                  <a:pt x="216450" y="45859"/>
                </a:lnTo>
                <a:lnTo>
                  <a:pt x="216891" y="46241"/>
                </a:lnTo>
                <a:lnTo>
                  <a:pt x="217321" y="46641"/>
                </a:lnTo>
                <a:lnTo>
                  <a:pt x="217738" y="47054"/>
                </a:lnTo>
                <a:lnTo>
                  <a:pt x="218140" y="47481"/>
                </a:lnTo>
                <a:lnTo>
                  <a:pt x="218525" y="47920"/>
                </a:lnTo>
                <a:lnTo>
                  <a:pt x="218895" y="48372"/>
                </a:lnTo>
                <a:lnTo>
                  <a:pt x="219249" y="48836"/>
                </a:lnTo>
                <a:lnTo>
                  <a:pt x="219588" y="49313"/>
                </a:lnTo>
                <a:lnTo>
                  <a:pt x="219911" y="49802"/>
                </a:lnTo>
                <a:lnTo>
                  <a:pt x="220218" y="50304"/>
                </a:lnTo>
                <a:lnTo>
                  <a:pt x="220510" y="50819"/>
                </a:lnTo>
                <a:lnTo>
                  <a:pt x="220786" y="51346"/>
                </a:lnTo>
                <a:lnTo>
                  <a:pt x="221046" y="51886"/>
                </a:lnTo>
                <a:lnTo>
                  <a:pt x="221291" y="52438"/>
                </a:lnTo>
                <a:lnTo>
                  <a:pt x="221520" y="53003"/>
                </a:lnTo>
                <a:lnTo>
                  <a:pt x="221734" y="53580"/>
                </a:lnTo>
                <a:lnTo>
                  <a:pt x="221932" y="54170"/>
                </a:lnTo>
                <a:lnTo>
                  <a:pt x="222114" y="54773"/>
                </a:lnTo>
                <a:lnTo>
                  <a:pt x="222280" y="55388"/>
                </a:lnTo>
                <a:lnTo>
                  <a:pt x="222431" y="56016"/>
                </a:lnTo>
                <a:lnTo>
                  <a:pt x="222566" y="56657"/>
                </a:lnTo>
                <a:lnTo>
                  <a:pt x="222686" y="57310"/>
                </a:lnTo>
                <a:lnTo>
                  <a:pt x="222790" y="57975"/>
                </a:lnTo>
                <a:lnTo>
                  <a:pt x="222878" y="58653"/>
                </a:lnTo>
                <a:lnTo>
                  <a:pt x="222951" y="59344"/>
                </a:lnTo>
                <a:lnTo>
                  <a:pt x="223008" y="60047"/>
                </a:lnTo>
                <a:lnTo>
                  <a:pt x="236907" y="60047"/>
                </a:lnTo>
                <a:lnTo>
                  <a:pt x="236872" y="59217"/>
                </a:lnTo>
                <a:lnTo>
                  <a:pt x="236822" y="58398"/>
                </a:lnTo>
                <a:lnTo>
                  <a:pt x="236759" y="57591"/>
                </a:lnTo>
                <a:lnTo>
                  <a:pt x="236681" y="56797"/>
                </a:lnTo>
                <a:lnTo>
                  <a:pt x="236589" y="56014"/>
                </a:lnTo>
                <a:lnTo>
                  <a:pt x="236483" y="55244"/>
                </a:lnTo>
                <a:lnTo>
                  <a:pt x="236363" y="54486"/>
                </a:lnTo>
                <a:lnTo>
                  <a:pt x="236228" y="53740"/>
                </a:lnTo>
                <a:lnTo>
                  <a:pt x="236079" y="53006"/>
                </a:lnTo>
                <a:lnTo>
                  <a:pt x="235917" y="52284"/>
                </a:lnTo>
                <a:lnTo>
                  <a:pt x="235740" y="51574"/>
                </a:lnTo>
                <a:lnTo>
                  <a:pt x="235548" y="50876"/>
                </a:lnTo>
                <a:lnTo>
                  <a:pt x="235343" y="50190"/>
                </a:lnTo>
                <a:lnTo>
                  <a:pt x="235123" y="49516"/>
                </a:lnTo>
                <a:lnTo>
                  <a:pt x="234890" y="48855"/>
                </a:lnTo>
                <a:lnTo>
                  <a:pt x="234642" y="48205"/>
                </a:lnTo>
                <a:lnTo>
                  <a:pt x="234380" y="47568"/>
                </a:lnTo>
                <a:lnTo>
                  <a:pt x="234103" y="46942"/>
                </a:lnTo>
                <a:lnTo>
                  <a:pt x="233813" y="46329"/>
                </a:lnTo>
                <a:lnTo>
                  <a:pt x="233508" y="45728"/>
                </a:lnTo>
                <a:lnTo>
                  <a:pt x="233189" y="45139"/>
                </a:lnTo>
                <a:lnTo>
                  <a:pt x="232856" y="44562"/>
                </a:lnTo>
                <a:lnTo>
                  <a:pt x="232509" y="43997"/>
                </a:lnTo>
                <a:lnTo>
                  <a:pt x="232147" y="43444"/>
                </a:lnTo>
                <a:lnTo>
                  <a:pt x="231774" y="42902"/>
                </a:lnTo>
                <a:lnTo>
                  <a:pt x="231390" y="42372"/>
                </a:lnTo>
                <a:lnTo>
                  <a:pt x="230996" y="41854"/>
                </a:lnTo>
                <a:lnTo>
                  <a:pt x="230591" y="41347"/>
                </a:lnTo>
                <a:lnTo>
                  <a:pt x="230177" y="40852"/>
                </a:lnTo>
                <a:lnTo>
                  <a:pt x="229752" y="40368"/>
                </a:lnTo>
                <a:lnTo>
                  <a:pt x="229317" y="39895"/>
                </a:lnTo>
                <a:lnTo>
                  <a:pt x="228871" y="39434"/>
                </a:lnTo>
                <a:lnTo>
                  <a:pt x="228416" y="38985"/>
                </a:lnTo>
                <a:lnTo>
                  <a:pt x="227950" y="38547"/>
                </a:lnTo>
                <a:lnTo>
                  <a:pt x="227474" y="38121"/>
                </a:lnTo>
                <a:lnTo>
                  <a:pt x="226988" y="37706"/>
                </a:lnTo>
                <a:lnTo>
                  <a:pt x="226491" y="37302"/>
                </a:lnTo>
                <a:lnTo>
                  <a:pt x="225984" y="36910"/>
                </a:lnTo>
                <a:lnTo>
                  <a:pt x="225468" y="36529"/>
                </a:lnTo>
                <a:lnTo>
                  <a:pt x="224940" y="36160"/>
                </a:lnTo>
                <a:lnTo>
                  <a:pt x="224403" y="35803"/>
                </a:lnTo>
                <a:lnTo>
                  <a:pt x="223855" y="35457"/>
                </a:lnTo>
                <a:lnTo>
                  <a:pt x="223297" y="35122"/>
                </a:lnTo>
                <a:lnTo>
                  <a:pt x="222729" y="34799"/>
                </a:lnTo>
                <a:lnTo>
                  <a:pt x="222151" y="34487"/>
                </a:lnTo>
                <a:lnTo>
                  <a:pt x="221562" y="34187"/>
                </a:lnTo>
                <a:lnTo>
                  <a:pt x="220963" y="33898"/>
                </a:lnTo>
                <a:lnTo>
                  <a:pt x="220354" y="33621"/>
                </a:lnTo>
                <a:lnTo>
                  <a:pt x="219736" y="33355"/>
                </a:lnTo>
                <a:lnTo>
                  <a:pt x="219112" y="33100"/>
                </a:lnTo>
                <a:lnTo>
                  <a:pt x="218482" y="32857"/>
                </a:lnTo>
                <a:lnTo>
                  <a:pt x="217844" y="32625"/>
                </a:lnTo>
                <a:lnTo>
                  <a:pt x="217201" y="32404"/>
                </a:lnTo>
                <a:lnTo>
                  <a:pt x="216550" y="32195"/>
                </a:lnTo>
                <a:lnTo>
                  <a:pt x="215893" y="31997"/>
                </a:lnTo>
                <a:lnTo>
                  <a:pt x="215230" y="31810"/>
                </a:lnTo>
                <a:lnTo>
                  <a:pt x="214559" y="31635"/>
                </a:lnTo>
                <a:lnTo>
                  <a:pt x="213883" y="31470"/>
                </a:lnTo>
                <a:lnTo>
                  <a:pt x="213199" y="31318"/>
                </a:lnTo>
                <a:lnTo>
                  <a:pt x="212509" y="31176"/>
                </a:lnTo>
                <a:lnTo>
                  <a:pt x="211813" y="31046"/>
                </a:lnTo>
                <a:lnTo>
                  <a:pt x="211110" y="30927"/>
                </a:lnTo>
                <a:lnTo>
                  <a:pt x="210400" y="30819"/>
                </a:lnTo>
                <a:lnTo>
                  <a:pt x="209684" y="30723"/>
                </a:lnTo>
                <a:lnTo>
                  <a:pt x="208961" y="30638"/>
                </a:lnTo>
                <a:lnTo>
                  <a:pt x="208232" y="30565"/>
                </a:lnTo>
                <a:lnTo>
                  <a:pt x="207496" y="30503"/>
                </a:lnTo>
                <a:lnTo>
                  <a:pt x="206753" y="30452"/>
                </a:lnTo>
                <a:lnTo>
                  <a:pt x="206004" y="30412"/>
                </a:lnTo>
                <a:lnTo>
                  <a:pt x="205248" y="30384"/>
                </a:lnTo>
                <a:lnTo>
                  <a:pt x="204486" y="30367"/>
                </a:lnTo>
                <a:lnTo>
                  <a:pt x="203717" y="30361"/>
                </a:lnTo>
                <a:lnTo>
                  <a:pt x="202802" y="30370"/>
                </a:lnTo>
                <a:lnTo>
                  <a:pt x="201897" y="30396"/>
                </a:lnTo>
                <a:lnTo>
                  <a:pt x="201001" y="30439"/>
                </a:lnTo>
                <a:lnTo>
                  <a:pt x="200115" y="30500"/>
                </a:lnTo>
                <a:lnTo>
                  <a:pt x="199238" y="30579"/>
                </a:lnTo>
                <a:lnTo>
                  <a:pt x="198371" y="30674"/>
                </a:lnTo>
                <a:lnTo>
                  <a:pt x="197513" y="30787"/>
                </a:lnTo>
                <a:lnTo>
                  <a:pt x="196665" y="30918"/>
                </a:lnTo>
                <a:lnTo>
                  <a:pt x="195826" y="31066"/>
                </a:lnTo>
                <a:lnTo>
                  <a:pt x="194996" y="31231"/>
                </a:lnTo>
                <a:lnTo>
                  <a:pt x="194177" y="31414"/>
                </a:lnTo>
                <a:lnTo>
                  <a:pt x="193366" y="31614"/>
                </a:lnTo>
                <a:lnTo>
                  <a:pt x="192566" y="31832"/>
                </a:lnTo>
                <a:lnTo>
                  <a:pt x="191774" y="32067"/>
                </a:lnTo>
                <a:lnTo>
                  <a:pt x="190993" y="32319"/>
                </a:lnTo>
                <a:lnTo>
                  <a:pt x="190220" y="32589"/>
                </a:lnTo>
                <a:lnTo>
                  <a:pt x="189458" y="32876"/>
                </a:lnTo>
                <a:lnTo>
                  <a:pt x="188704" y="33181"/>
                </a:lnTo>
                <a:lnTo>
                  <a:pt x="187961" y="33503"/>
                </a:lnTo>
                <a:lnTo>
                  <a:pt x="187226" y="33842"/>
                </a:lnTo>
                <a:lnTo>
                  <a:pt x="186502" y="34199"/>
                </a:lnTo>
                <a:lnTo>
                  <a:pt x="185786" y="34573"/>
                </a:lnTo>
                <a:lnTo>
                  <a:pt x="185081" y="34965"/>
                </a:lnTo>
                <a:lnTo>
                  <a:pt x="184385" y="35374"/>
                </a:lnTo>
                <a:lnTo>
                  <a:pt x="183699" y="35800"/>
                </a:lnTo>
                <a:lnTo>
                  <a:pt x="183027" y="36243"/>
                </a:lnTo>
                <a:lnTo>
                  <a:pt x="182367" y="36704"/>
                </a:lnTo>
                <a:lnTo>
                  <a:pt x="181721" y="37181"/>
                </a:lnTo>
                <a:lnTo>
                  <a:pt x="181086" y="37676"/>
                </a:lnTo>
                <a:lnTo>
                  <a:pt x="180465" y="38188"/>
                </a:lnTo>
                <a:lnTo>
                  <a:pt x="179856" y="38717"/>
                </a:lnTo>
                <a:lnTo>
                  <a:pt x="179260" y="39263"/>
                </a:lnTo>
                <a:lnTo>
                  <a:pt x="178677" y="39826"/>
                </a:lnTo>
                <a:lnTo>
                  <a:pt x="178106" y="40406"/>
                </a:lnTo>
                <a:lnTo>
                  <a:pt x="177548" y="41004"/>
                </a:lnTo>
                <a:lnTo>
                  <a:pt x="177003" y="41618"/>
                </a:lnTo>
                <a:lnTo>
                  <a:pt x="176471" y="42249"/>
                </a:lnTo>
                <a:lnTo>
                  <a:pt x="175951" y="42898"/>
                </a:lnTo>
                <a:lnTo>
                  <a:pt x="175444" y="43564"/>
                </a:lnTo>
                <a:lnTo>
                  <a:pt x="174950" y="44247"/>
                </a:lnTo>
                <a:lnTo>
                  <a:pt x="174468" y="44947"/>
                </a:lnTo>
                <a:lnTo>
                  <a:pt x="174000" y="45664"/>
                </a:lnTo>
                <a:lnTo>
                  <a:pt x="173544" y="46398"/>
                </a:lnTo>
                <a:lnTo>
                  <a:pt x="173100" y="47149"/>
                </a:lnTo>
                <a:lnTo>
                  <a:pt x="172670" y="47917"/>
                </a:lnTo>
                <a:lnTo>
                  <a:pt x="172252" y="48703"/>
                </a:lnTo>
                <a:lnTo>
                  <a:pt x="171847" y="49505"/>
                </a:lnTo>
                <a:lnTo>
                  <a:pt x="171454" y="50325"/>
                </a:lnTo>
                <a:lnTo>
                  <a:pt x="171076" y="51161"/>
                </a:lnTo>
                <a:lnTo>
                  <a:pt x="170714" y="52013"/>
                </a:lnTo>
                <a:lnTo>
                  <a:pt x="170368" y="52882"/>
                </a:lnTo>
                <a:lnTo>
                  <a:pt x="170038" y="53766"/>
                </a:lnTo>
                <a:lnTo>
                  <a:pt x="169725" y="54667"/>
                </a:lnTo>
                <a:lnTo>
                  <a:pt x="169427" y="55584"/>
                </a:lnTo>
                <a:lnTo>
                  <a:pt x="169146" y="56517"/>
                </a:lnTo>
                <a:lnTo>
                  <a:pt x="168880" y="57467"/>
                </a:lnTo>
                <a:lnTo>
                  <a:pt x="168631" y="58432"/>
                </a:lnTo>
                <a:lnTo>
                  <a:pt x="168398" y="59414"/>
                </a:lnTo>
                <a:lnTo>
                  <a:pt x="168180" y="60412"/>
                </a:lnTo>
                <a:lnTo>
                  <a:pt x="167979" y="61426"/>
                </a:lnTo>
                <a:lnTo>
                  <a:pt x="167794" y="62456"/>
                </a:lnTo>
                <a:lnTo>
                  <a:pt x="167625" y="63502"/>
                </a:lnTo>
                <a:lnTo>
                  <a:pt x="167473" y="64565"/>
                </a:lnTo>
                <a:lnTo>
                  <a:pt x="167336" y="65644"/>
                </a:lnTo>
                <a:lnTo>
                  <a:pt x="167215" y="66739"/>
                </a:lnTo>
                <a:lnTo>
                  <a:pt x="167111" y="67850"/>
                </a:lnTo>
                <a:lnTo>
                  <a:pt x="167022" y="68977"/>
                </a:lnTo>
                <a:lnTo>
                  <a:pt x="166950" y="70121"/>
                </a:lnTo>
                <a:lnTo>
                  <a:pt x="166893" y="71280"/>
                </a:lnTo>
                <a:lnTo>
                  <a:pt x="166853" y="72456"/>
                </a:lnTo>
                <a:lnTo>
                  <a:pt x="166829" y="73648"/>
                </a:lnTo>
                <a:lnTo>
                  <a:pt x="166821" y="74856"/>
                </a:lnTo>
                <a:lnTo>
                  <a:pt x="166829" y="76064"/>
                </a:lnTo>
                <a:lnTo>
                  <a:pt x="166854" y="77256"/>
                </a:lnTo>
                <a:lnTo>
                  <a:pt x="166895" y="78431"/>
                </a:lnTo>
                <a:lnTo>
                  <a:pt x="166952" y="79589"/>
                </a:lnTo>
                <a:lnTo>
                  <a:pt x="167026" y="80731"/>
                </a:lnTo>
                <a:lnTo>
                  <a:pt x="167116" y="81856"/>
                </a:lnTo>
                <a:lnTo>
                  <a:pt x="167222" y="82964"/>
                </a:lnTo>
                <a:lnTo>
                  <a:pt x="167345" y="84056"/>
                </a:lnTo>
                <a:lnTo>
                  <a:pt x="167484" y="85131"/>
                </a:lnTo>
                <a:lnTo>
                  <a:pt x="167640" y="86189"/>
                </a:lnTo>
                <a:lnTo>
                  <a:pt x="167812" y="87231"/>
                </a:lnTo>
                <a:lnTo>
                  <a:pt x="168000" y="88256"/>
                </a:lnTo>
                <a:lnTo>
                  <a:pt x="168205" y="89265"/>
                </a:lnTo>
                <a:lnTo>
                  <a:pt x="168426" y="90257"/>
                </a:lnTo>
                <a:lnTo>
                  <a:pt x="168664" y="91232"/>
                </a:lnTo>
                <a:lnTo>
                  <a:pt x="168918" y="92191"/>
                </a:lnTo>
                <a:lnTo>
                  <a:pt x="169188" y="93133"/>
                </a:lnTo>
                <a:lnTo>
                  <a:pt x="169474" y="94058"/>
                </a:lnTo>
                <a:lnTo>
                  <a:pt x="169778" y="94967"/>
                </a:lnTo>
                <a:lnTo>
                  <a:pt x="170097" y="95859"/>
                </a:lnTo>
                <a:lnTo>
                  <a:pt x="170433" y="96734"/>
                </a:lnTo>
                <a:lnTo>
                  <a:pt x="170785" y="97593"/>
                </a:lnTo>
                <a:lnTo>
                  <a:pt x="171153" y="98435"/>
                </a:lnTo>
                <a:lnTo>
                  <a:pt x="171538" y="99261"/>
                </a:lnTo>
                <a:lnTo>
                  <a:pt x="171938" y="100070"/>
                </a:lnTo>
                <a:lnTo>
                  <a:pt x="172350" y="100861"/>
                </a:lnTo>
                <a:lnTo>
                  <a:pt x="172774" y="101636"/>
                </a:lnTo>
                <a:lnTo>
                  <a:pt x="173211" y="102394"/>
                </a:lnTo>
                <a:lnTo>
                  <a:pt x="173661" y="103134"/>
                </a:lnTo>
                <a:lnTo>
                  <a:pt x="174123" y="103858"/>
                </a:lnTo>
                <a:lnTo>
                  <a:pt x="174598" y="104565"/>
                </a:lnTo>
                <a:lnTo>
                  <a:pt x="175086" y="105255"/>
                </a:lnTo>
                <a:lnTo>
                  <a:pt x="175586" y="105928"/>
                </a:lnTo>
                <a:lnTo>
                  <a:pt x="176098" y="106584"/>
                </a:lnTo>
                <a:lnTo>
                  <a:pt x="176623" y="107223"/>
                </a:lnTo>
                <a:lnTo>
                  <a:pt x="177161" y="107846"/>
                </a:lnTo>
                <a:lnTo>
                  <a:pt x="177711" y="108451"/>
                </a:lnTo>
                <a:lnTo>
                  <a:pt x="178274" y="109039"/>
                </a:lnTo>
                <a:lnTo>
                  <a:pt x="178850" y="109611"/>
                </a:lnTo>
                <a:lnTo>
                  <a:pt x="179438" y="110165"/>
                </a:lnTo>
                <a:lnTo>
                  <a:pt x="180039" y="110703"/>
                </a:lnTo>
                <a:lnTo>
                  <a:pt x="180652" y="111223"/>
                </a:lnTo>
                <a:lnTo>
                  <a:pt x="181278" y="111727"/>
                </a:lnTo>
                <a:lnTo>
                  <a:pt x="181916" y="112213"/>
                </a:lnTo>
                <a:lnTo>
                  <a:pt x="182567" y="112683"/>
                </a:lnTo>
                <a:lnTo>
                  <a:pt x="183230" y="113136"/>
                </a:lnTo>
                <a:lnTo>
                  <a:pt x="183906" y="113572"/>
                </a:lnTo>
                <a:lnTo>
                  <a:pt x="184595" y="113991"/>
                </a:lnTo>
                <a:lnTo>
                  <a:pt x="185294" y="114393"/>
                </a:lnTo>
                <a:lnTo>
                  <a:pt x="186002" y="114777"/>
                </a:lnTo>
                <a:lnTo>
                  <a:pt x="186718" y="115145"/>
                </a:lnTo>
                <a:lnTo>
                  <a:pt x="187443" y="115495"/>
                </a:lnTo>
                <a:lnTo>
                  <a:pt x="188176" y="115828"/>
                </a:lnTo>
                <a:lnTo>
                  <a:pt x="188918" y="116145"/>
                </a:lnTo>
                <a:lnTo>
                  <a:pt x="189668" y="116444"/>
                </a:lnTo>
                <a:lnTo>
                  <a:pt x="190426" y="116726"/>
                </a:lnTo>
                <a:lnTo>
                  <a:pt x="191193" y="116991"/>
                </a:lnTo>
                <a:lnTo>
                  <a:pt x="191969" y="117239"/>
                </a:lnTo>
                <a:lnTo>
                  <a:pt x="192753" y="117470"/>
                </a:lnTo>
                <a:lnTo>
                  <a:pt x="193545" y="117683"/>
                </a:lnTo>
                <a:lnTo>
                  <a:pt x="194346" y="117880"/>
                </a:lnTo>
                <a:lnTo>
                  <a:pt x="195156" y="118059"/>
                </a:lnTo>
                <a:lnTo>
                  <a:pt x="195974" y="118222"/>
                </a:lnTo>
                <a:lnTo>
                  <a:pt x="196800" y="118367"/>
                </a:lnTo>
                <a:lnTo>
                  <a:pt x="197635" y="118495"/>
                </a:lnTo>
                <a:lnTo>
                  <a:pt x="198479" y="118606"/>
                </a:lnTo>
                <a:lnTo>
                  <a:pt x="199330" y="118700"/>
                </a:lnTo>
                <a:lnTo>
                  <a:pt x="200191" y="118777"/>
                </a:lnTo>
                <a:lnTo>
                  <a:pt x="201060" y="118837"/>
                </a:lnTo>
                <a:lnTo>
                  <a:pt x="201937" y="118880"/>
                </a:lnTo>
                <a:lnTo>
                  <a:pt x="202823" y="118905"/>
                </a:lnTo>
                <a:lnTo>
                  <a:pt x="203717" y="118914"/>
                </a:lnTo>
                <a:lnTo>
                  <a:pt x="204500" y="118908"/>
                </a:lnTo>
                <a:lnTo>
                  <a:pt x="205276" y="118890"/>
                </a:lnTo>
                <a:lnTo>
                  <a:pt x="206046" y="118860"/>
                </a:lnTo>
                <a:lnTo>
                  <a:pt x="206809" y="118819"/>
                </a:lnTo>
                <a:close/>
                <a:moveTo>
                  <a:pt x="287370" y="118768"/>
                </a:moveTo>
                <a:lnTo>
                  <a:pt x="288300" y="118685"/>
                </a:lnTo>
                <a:lnTo>
                  <a:pt x="289218" y="118585"/>
                </a:lnTo>
                <a:lnTo>
                  <a:pt x="290125" y="118466"/>
                </a:lnTo>
                <a:lnTo>
                  <a:pt x="291020" y="118328"/>
                </a:lnTo>
                <a:lnTo>
                  <a:pt x="291903" y="118173"/>
                </a:lnTo>
                <a:lnTo>
                  <a:pt x="292775" y="117999"/>
                </a:lnTo>
                <a:lnTo>
                  <a:pt x="293635" y="117807"/>
                </a:lnTo>
                <a:lnTo>
                  <a:pt x="294483" y="117596"/>
                </a:lnTo>
                <a:lnTo>
                  <a:pt x="295320" y="117367"/>
                </a:lnTo>
                <a:lnTo>
                  <a:pt x="296144" y="117120"/>
                </a:lnTo>
                <a:lnTo>
                  <a:pt x="296958" y="116855"/>
                </a:lnTo>
                <a:lnTo>
                  <a:pt x="297759" y="116571"/>
                </a:lnTo>
                <a:lnTo>
                  <a:pt x="298549" y="116269"/>
                </a:lnTo>
                <a:lnTo>
                  <a:pt x="299327" y="115949"/>
                </a:lnTo>
                <a:lnTo>
                  <a:pt x="300093" y="115610"/>
                </a:lnTo>
                <a:lnTo>
                  <a:pt x="300848" y="115254"/>
                </a:lnTo>
                <a:lnTo>
                  <a:pt x="301591" y="114878"/>
                </a:lnTo>
                <a:lnTo>
                  <a:pt x="302322" y="114485"/>
                </a:lnTo>
                <a:lnTo>
                  <a:pt x="303041" y="114073"/>
                </a:lnTo>
                <a:lnTo>
                  <a:pt x="303749" y="113643"/>
                </a:lnTo>
                <a:lnTo>
                  <a:pt x="304444" y="113196"/>
                </a:lnTo>
                <a:lnTo>
                  <a:pt x="305126" y="112732"/>
                </a:lnTo>
                <a:lnTo>
                  <a:pt x="305793" y="112253"/>
                </a:lnTo>
                <a:lnTo>
                  <a:pt x="306447" y="111758"/>
                </a:lnTo>
                <a:lnTo>
                  <a:pt x="307087" y="111247"/>
                </a:lnTo>
                <a:lnTo>
                  <a:pt x="307714" y="110719"/>
                </a:lnTo>
                <a:lnTo>
                  <a:pt x="308326" y="110176"/>
                </a:lnTo>
                <a:lnTo>
                  <a:pt x="308925" y="109617"/>
                </a:lnTo>
                <a:lnTo>
                  <a:pt x="309510" y="109041"/>
                </a:lnTo>
                <a:lnTo>
                  <a:pt x="310082" y="108450"/>
                </a:lnTo>
                <a:lnTo>
                  <a:pt x="310639" y="107842"/>
                </a:lnTo>
                <a:lnTo>
                  <a:pt x="311183" y="107219"/>
                </a:lnTo>
                <a:lnTo>
                  <a:pt x="311713" y="106580"/>
                </a:lnTo>
                <a:lnTo>
                  <a:pt x="312230" y="105924"/>
                </a:lnTo>
                <a:lnTo>
                  <a:pt x="312732" y="105253"/>
                </a:lnTo>
                <a:lnTo>
                  <a:pt x="313221" y="104565"/>
                </a:lnTo>
                <a:lnTo>
                  <a:pt x="313696" y="103862"/>
                </a:lnTo>
                <a:lnTo>
                  <a:pt x="314158" y="103142"/>
                </a:lnTo>
                <a:lnTo>
                  <a:pt x="314606" y="102407"/>
                </a:lnTo>
                <a:lnTo>
                  <a:pt x="315039" y="101655"/>
                </a:lnTo>
                <a:lnTo>
                  <a:pt x="315460" y="100888"/>
                </a:lnTo>
                <a:lnTo>
                  <a:pt x="315866" y="100104"/>
                </a:lnTo>
                <a:lnTo>
                  <a:pt x="316259" y="99304"/>
                </a:lnTo>
                <a:lnTo>
                  <a:pt x="316638" y="98489"/>
                </a:lnTo>
                <a:lnTo>
                  <a:pt x="317002" y="97659"/>
                </a:lnTo>
                <a:lnTo>
                  <a:pt x="317351" y="96815"/>
                </a:lnTo>
                <a:lnTo>
                  <a:pt x="317684" y="95958"/>
                </a:lnTo>
                <a:lnTo>
                  <a:pt x="318002" y="95088"/>
                </a:lnTo>
                <a:lnTo>
                  <a:pt x="318304" y="94205"/>
                </a:lnTo>
                <a:lnTo>
                  <a:pt x="318591" y="93308"/>
                </a:lnTo>
                <a:lnTo>
                  <a:pt x="318862" y="92399"/>
                </a:lnTo>
                <a:lnTo>
                  <a:pt x="319118" y="91475"/>
                </a:lnTo>
                <a:lnTo>
                  <a:pt x="319358" y="90539"/>
                </a:lnTo>
                <a:lnTo>
                  <a:pt x="319583" y="89589"/>
                </a:lnTo>
                <a:lnTo>
                  <a:pt x="319792" y="88626"/>
                </a:lnTo>
                <a:lnTo>
                  <a:pt x="319986" y="87650"/>
                </a:lnTo>
                <a:lnTo>
                  <a:pt x="320164" y="86661"/>
                </a:lnTo>
                <a:lnTo>
                  <a:pt x="320327" y="85658"/>
                </a:lnTo>
                <a:lnTo>
                  <a:pt x="320474" y="84642"/>
                </a:lnTo>
                <a:lnTo>
                  <a:pt x="320606" y="83613"/>
                </a:lnTo>
                <a:lnTo>
                  <a:pt x="320722" y="82570"/>
                </a:lnTo>
                <a:lnTo>
                  <a:pt x="320823" y="81515"/>
                </a:lnTo>
                <a:lnTo>
                  <a:pt x="320908" y="80445"/>
                </a:lnTo>
                <a:lnTo>
                  <a:pt x="320978" y="79363"/>
                </a:lnTo>
                <a:lnTo>
                  <a:pt x="321032" y="78267"/>
                </a:lnTo>
                <a:lnTo>
                  <a:pt x="321071" y="77159"/>
                </a:lnTo>
                <a:lnTo>
                  <a:pt x="321094" y="76036"/>
                </a:lnTo>
                <a:lnTo>
                  <a:pt x="321102" y="74901"/>
                </a:lnTo>
                <a:lnTo>
                  <a:pt x="321094" y="73751"/>
                </a:lnTo>
                <a:lnTo>
                  <a:pt x="321071" y="72615"/>
                </a:lnTo>
                <a:lnTo>
                  <a:pt x="321032" y="71492"/>
                </a:lnTo>
                <a:lnTo>
                  <a:pt x="320978" y="70383"/>
                </a:lnTo>
                <a:lnTo>
                  <a:pt x="320908" y="69287"/>
                </a:lnTo>
                <a:lnTo>
                  <a:pt x="320823" y="68205"/>
                </a:lnTo>
                <a:lnTo>
                  <a:pt x="320722" y="67136"/>
                </a:lnTo>
                <a:lnTo>
                  <a:pt x="320606" y="66081"/>
                </a:lnTo>
                <a:lnTo>
                  <a:pt x="320474" y="65040"/>
                </a:lnTo>
                <a:lnTo>
                  <a:pt x="320327" y="64012"/>
                </a:lnTo>
                <a:lnTo>
                  <a:pt x="320164" y="62998"/>
                </a:lnTo>
                <a:lnTo>
                  <a:pt x="319986" y="61998"/>
                </a:lnTo>
                <a:lnTo>
                  <a:pt x="319792" y="61011"/>
                </a:lnTo>
                <a:lnTo>
                  <a:pt x="319583" y="60037"/>
                </a:lnTo>
                <a:lnTo>
                  <a:pt x="319358" y="59077"/>
                </a:lnTo>
                <a:lnTo>
                  <a:pt x="319118" y="58131"/>
                </a:lnTo>
                <a:lnTo>
                  <a:pt x="318862" y="57198"/>
                </a:lnTo>
                <a:lnTo>
                  <a:pt x="318591" y="56279"/>
                </a:lnTo>
                <a:lnTo>
                  <a:pt x="318304" y="55374"/>
                </a:lnTo>
                <a:lnTo>
                  <a:pt x="318002" y="54482"/>
                </a:lnTo>
                <a:lnTo>
                  <a:pt x="317684" y="53603"/>
                </a:lnTo>
                <a:lnTo>
                  <a:pt x="317351" y="52739"/>
                </a:lnTo>
                <a:lnTo>
                  <a:pt x="317002" y="51887"/>
                </a:lnTo>
                <a:lnTo>
                  <a:pt x="316638" y="51050"/>
                </a:lnTo>
                <a:lnTo>
                  <a:pt x="316259" y="50227"/>
                </a:lnTo>
                <a:lnTo>
                  <a:pt x="315866" y="49420"/>
                </a:lnTo>
                <a:lnTo>
                  <a:pt x="315460" y="48629"/>
                </a:lnTo>
                <a:lnTo>
                  <a:pt x="315039" y="47854"/>
                </a:lnTo>
                <a:lnTo>
                  <a:pt x="314606" y="47096"/>
                </a:lnTo>
                <a:lnTo>
                  <a:pt x="314158" y="46353"/>
                </a:lnTo>
                <a:lnTo>
                  <a:pt x="313696" y="45626"/>
                </a:lnTo>
                <a:lnTo>
                  <a:pt x="313221" y="44915"/>
                </a:lnTo>
                <a:lnTo>
                  <a:pt x="312732" y="44221"/>
                </a:lnTo>
                <a:lnTo>
                  <a:pt x="312230" y="43542"/>
                </a:lnTo>
                <a:lnTo>
                  <a:pt x="311713" y="42879"/>
                </a:lnTo>
                <a:lnTo>
                  <a:pt x="311183" y="42233"/>
                </a:lnTo>
                <a:lnTo>
                  <a:pt x="310639" y="41602"/>
                </a:lnTo>
                <a:lnTo>
                  <a:pt x="310082" y="40987"/>
                </a:lnTo>
                <a:lnTo>
                  <a:pt x="309510" y="40389"/>
                </a:lnTo>
                <a:lnTo>
                  <a:pt x="308925" y="39806"/>
                </a:lnTo>
                <a:lnTo>
                  <a:pt x="308326" y="39239"/>
                </a:lnTo>
                <a:lnTo>
                  <a:pt x="307714" y="38689"/>
                </a:lnTo>
                <a:lnTo>
                  <a:pt x="307087" y="38154"/>
                </a:lnTo>
                <a:lnTo>
                  <a:pt x="306447" y="37636"/>
                </a:lnTo>
                <a:lnTo>
                  <a:pt x="305793" y="37133"/>
                </a:lnTo>
                <a:lnTo>
                  <a:pt x="305126" y="36647"/>
                </a:lnTo>
                <a:lnTo>
                  <a:pt x="304444" y="36176"/>
                </a:lnTo>
                <a:lnTo>
                  <a:pt x="303749" y="35722"/>
                </a:lnTo>
                <a:lnTo>
                  <a:pt x="303041" y="35284"/>
                </a:lnTo>
                <a:lnTo>
                  <a:pt x="302322" y="34865"/>
                </a:lnTo>
                <a:lnTo>
                  <a:pt x="301591" y="34465"/>
                </a:lnTo>
                <a:lnTo>
                  <a:pt x="300848" y="34084"/>
                </a:lnTo>
                <a:lnTo>
                  <a:pt x="300093" y="33721"/>
                </a:lnTo>
                <a:lnTo>
                  <a:pt x="299327" y="33376"/>
                </a:lnTo>
                <a:lnTo>
                  <a:pt x="298549" y="33051"/>
                </a:lnTo>
                <a:lnTo>
                  <a:pt x="297759" y="32744"/>
                </a:lnTo>
                <a:lnTo>
                  <a:pt x="296958" y="32455"/>
                </a:lnTo>
                <a:lnTo>
                  <a:pt x="296144" y="32185"/>
                </a:lnTo>
                <a:lnTo>
                  <a:pt x="295320" y="31934"/>
                </a:lnTo>
                <a:lnTo>
                  <a:pt x="294483" y="31701"/>
                </a:lnTo>
                <a:lnTo>
                  <a:pt x="293635" y="31487"/>
                </a:lnTo>
                <a:lnTo>
                  <a:pt x="292775" y="31292"/>
                </a:lnTo>
                <a:lnTo>
                  <a:pt x="291903" y="31115"/>
                </a:lnTo>
                <a:lnTo>
                  <a:pt x="291020" y="30957"/>
                </a:lnTo>
                <a:lnTo>
                  <a:pt x="290125" y="30817"/>
                </a:lnTo>
                <a:lnTo>
                  <a:pt x="289218" y="30696"/>
                </a:lnTo>
                <a:lnTo>
                  <a:pt x="288300" y="30594"/>
                </a:lnTo>
                <a:lnTo>
                  <a:pt x="287370" y="30510"/>
                </a:lnTo>
                <a:lnTo>
                  <a:pt x="286428" y="30445"/>
                </a:lnTo>
                <a:lnTo>
                  <a:pt x="285474" y="30398"/>
                </a:lnTo>
                <a:lnTo>
                  <a:pt x="284509" y="30370"/>
                </a:lnTo>
                <a:lnTo>
                  <a:pt x="283532" y="30361"/>
                </a:lnTo>
                <a:lnTo>
                  <a:pt x="282576" y="30370"/>
                </a:lnTo>
                <a:lnTo>
                  <a:pt x="281632" y="30398"/>
                </a:lnTo>
                <a:lnTo>
                  <a:pt x="280700" y="30445"/>
                </a:lnTo>
                <a:lnTo>
                  <a:pt x="279779" y="30510"/>
                </a:lnTo>
                <a:lnTo>
                  <a:pt x="278870" y="30594"/>
                </a:lnTo>
                <a:lnTo>
                  <a:pt x="277973" y="30696"/>
                </a:lnTo>
                <a:lnTo>
                  <a:pt x="277087" y="30817"/>
                </a:lnTo>
                <a:lnTo>
                  <a:pt x="276213" y="30957"/>
                </a:lnTo>
                <a:lnTo>
                  <a:pt x="275351" y="31115"/>
                </a:lnTo>
                <a:lnTo>
                  <a:pt x="274500" y="31292"/>
                </a:lnTo>
                <a:lnTo>
                  <a:pt x="273661" y="31487"/>
                </a:lnTo>
                <a:lnTo>
                  <a:pt x="272834" y="31701"/>
                </a:lnTo>
                <a:lnTo>
                  <a:pt x="272019" y="31934"/>
                </a:lnTo>
                <a:lnTo>
                  <a:pt x="271215" y="32185"/>
                </a:lnTo>
                <a:lnTo>
                  <a:pt x="270423" y="32455"/>
                </a:lnTo>
                <a:lnTo>
                  <a:pt x="269642" y="32744"/>
                </a:lnTo>
                <a:lnTo>
                  <a:pt x="268874" y="33051"/>
                </a:lnTo>
                <a:lnTo>
                  <a:pt x="268117" y="33376"/>
                </a:lnTo>
                <a:lnTo>
                  <a:pt x="267371" y="33721"/>
                </a:lnTo>
                <a:lnTo>
                  <a:pt x="266638" y="34084"/>
                </a:lnTo>
                <a:lnTo>
                  <a:pt x="265916" y="34465"/>
                </a:lnTo>
                <a:lnTo>
                  <a:pt x="265206" y="34865"/>
                </a:lnTo>
                <a:lnTo>
                  <a:pt x="264507" y="35284"/>
                </a:lnTo>
                <a:lnTo>
                  <a:pt x="263821" y="35722"/>
                </a:lnTo>
                <a:lnTo>
                  <a:pt x="263146" y="36176"/>
                </a:lnTo>
                <a:lnTo>
                  <a:pt x="262485" y="36647"/>
                </a:lnTo>
                <a:lnTo>
                  <a:pt x="261838" y="37133"/>
                </a:lnTo>
                <a:lnTo>
                  <a:pt x="261203" y="37636"/>
                </a:lnTo>
                <a:lnTo>
                  <a:pt x="260582" y="38154"/>
                </a:lnTo>
                <a:lnTo>
                  <a:pt x="259975" y="38689"/>
                </a:lnTo>
                <a:lnTo>
                  <a:pt x="259380" y="39239"/>
                </a:lnTo>
                <a:lnTo>
                  <a:pt x="258799" y="39806"/>
                </a:lnTo>
                <a:lnTo>
                  <a:pt x="258231" y="40389"/>
                </a:lnTo>
                <a:lnTo>
                  <a:pt x="257677" y="40987"/>
                </a:lnTo>
                <a:lnTo>
                  <a:pt x="257136" y="41602"/>
                </a:lnTo>
                <a:lnTo>
                  <a:pt x="256608" y="42233"/>
                </a:lnTo>
                <a:lnTo>
                  <a:pt x="256093" y="42879"/>
                </a:lnTo>
                <a:lnTo>
                  <a:pt x="255592" y="43542"/>
                </a:lnTo>
                <a:lnTo>
                  <a:pt x="255104" y="44221"/>
                </a:lnTo>
                <a:lnTo>
                  <a:pt x="254629" y="44915"/>
                </a:lnTo>
                <a:lnTo>
                  <a:pt x="254168" y="45626"/>
                </a:lnTo>
                <a:lnTo>
                  <a:pt x="253720" y="46353"/>
                </a:lnTo>
                <a:lnTo>
                  <a:pt x="253285" y="47096"/>
                </a:lnTo>
                <a:lnTo>
                  <a:pt x="252864" y="47854"/>
                </a:lnTo>
                <a:lnTo>
                  <a:pt x="252456" y="48629"/>
                </a:lnTo>
                <a:lnTo>
                  <a:pt x="252061" y="49420"/>
                </a:lnTo>
                <a:lnTo>
                  <a:pt x="251679" y="50227"/>
                </a:lnTo>
                <a:lnTo>
                  <a:pt x="251311" y="51050"/>
                </a:lnTo>
                <a:lnTo>
                  <a:pt x="250957" y="51887"/>
                </a:lnTo>
                <a:lnTo>
                  <a:pt x="250618" y="52739"/>
                </a:lnTo>
                <a:lnTo>
                  <a:pt x="250295" y="53603"/>
                </a:lnTo>
                <a:lnTo>
                  <a:pt x="249986" y="54482"/>
                </a:lnTo>
                <a:lnTo>
                  <a:pt x="249692" y="55374"/>
                </a:lnTo>
                <a:lnTo>
                  <a:pt x="249413" y="56279"/>
                </a:lnTo>
                <a:lnTo>
                  <a:pt x="249150" y="57198"/>
                </a:lnTo>
                <a:lnTo>
                  <a:pt x="248901" y="58131"/>
                </a:lnTo>
                <a:lnTo>
                  <a:pt x="248668" y="59077"/>
                </a:lnTo>
                <a:lnTo>
                  <a:pt x="248449" y="60037"/>
                </a:lnTo>
                <a:lnTo>
                  <a:pt x="248246" y="61011"/>
                </a:lnTo>
                <a:lnTo>
                  <a:pt x="248058" y="61998"/>
                </a:lnTo>
                <a:lnTo>
                  <a:pt x="247884" y="62998"/>
                </a:lnTo>
                <a:lnTo>
                  <a:pt x="247726" y="64012"/>
                </a:lnTo>
                <a:lnTo>
                  <a:pt x="247583" y="65040"/>
                </a:lnTo>
                <a:lnTo>
                  <a:pt x="247455" y="66081"/>
                </a:lnTo>
                <a:lnTo>
                  <a:pt x="247342" y="67136"/>
                </a:lnTo>
                <a:lnTo>
                  <a:pt x="247244" y="68205"/>
                </a:lnTo>
                <a:lnTo>
                  <a:pt x="247161" y="69287"/>
                </a:lnTo>
                <a:lnTo>
                  <a:pt x="247094" y="70383"/>
                </a:lnTo>
                <a:lnTo>
                  <a:pt x="247041" y="71492"/>
                </a:lnTo>
                <a:lnTo>
                  <a:pt x="247003" y="72615"/>
                </a:lnTo>
                <a:lnTo>
                  <a:pt x="246981" y="73751"/>
                </a:lnTo>
                <a:lnTo>
                  <a:pt x="246973" y="74901"/>
                </a:lnTo>
                <a:lnTo>
                  <a:pt x="246981" y="76036"/>
                </a:lnTo>
                <a:lnTo>
                  <a:pt x="247003" y="77159"/>
                </a:lnTo>
                <a:lnTo>
                  <a:pt x="247041" y="78267"/>
                </a:lnTo>
                <a:lnTo>
                  <a:pt x="247094" y="79363"/>
                </a:lnTo>
                <a:lnTo>
                  <a:pt x="247161" y="80445"/>
                </a:lnTo>
                <a:lnTo>
                  <a:pt x="247244" y="81515"/>
                </a:lnTo>
                <a:lnTo>
                  <a:pt x="247342" y="82570"/>
                </a:lnTo>
                <a:lnTo>
                  <a:pt x="247455" y="83613"/>
                </a:lnTo>
                <a:lnTo>
                  <a:pt x="247583" y="84642"/>
                </a:lnTo>
                <a:lnTo>
                  <a:pt x="247726" y="85658"/>
                </a:lnTo>
                <a:lnTo>
                  <a:pt x="247884" y="86661"/>
                </a:lnTo>
                <a:lnTo>
                  <a:pt x="248058" y="87650"/>
                </a:lnTo>
                <a:lnTo>
                  <a:pt x="248246" y="88626"/>
                </a:lnTo>
                <a:lnTo>
                  <a:pt x="248449" y="89589"/>
                </a:lnTo>
                <a:lnTo>
                  <a:pt x="248668" y="90539"/>
                </a:lnTo>
                <a:lnTo>
                  <a:pt x="248901" y="91475"/>
                </a:lnTo>
                <a:lnTo>
                  <a:pt x="249150" y="92399"/>
                </a:lnTo>
                <a:lnTo>
                  <a:pt x="249413" y="93308"/>
                </a:lnTo>
                <a:lnTo>
                  <a:pt x="249692" y="94205"/>
                </a:lnTo>
                <a:lnTo>
                  <a:pt x="249986" y="95088"/>
                </a:lnTo>
                <a:lnTo>
                  <a:pt x="250295" y="95958"/>
                </a:lnTo>
                <a:lnTo>
                  <a:pt x="250618" y="96815"/>
                </a:lnTo>
                <a:lnTo>
                  <a:pt x="250957" y="97659"/>
                </a:lnTo>
                <a:lnTo>
                  <a:pt x="251311" y="98489"/>
                </a:lnTo>
                <a:lnTo>
                  <a:pt x="251679" y="99304"/>
                </a:lnTo>
                <a:lnTo>
                  <a:pt x="252061" y="100104"/>
                </a:lnTo>
                <a:lnTo>
                  <a:pt x="252456" y="100888"/>
                </a:lnTo>
                <a:lnTo>
                  <a:pt x="252864" y="101655"/>
                </a:lnTo>
                <a:lnTo>
                  <a:pt x="253285" y="102407"/>
                </a:lnTo>
                <a:lnTo>
                  <a:pt x="253720" y="103142"/>
                </a:lnTo>
                <a:lnTo>
                  <a:pt x="254168" y="103862"/>
                </a:lnTo>
                <a:lnTo>
                  <a:pt x="254629" y="104565"/>
                </a:lnTo>
                <a:lnTo>
                  <a:pt x="255104" y="105253"/>
                </a:lnTo>
                <a:lnTo>
                  <a:pt x="255592" y="105924"/>
                </a:lnTo>
                <a:lnTo>
                  <a:pt x="256093" y="106580"/>
                </a:lnTo>
                <a:lnTo>
                  <a:pt x="256608" y="107219"/>
                </a:lnTo>
                <a:lnTo>
                  <a:pt x="257136" y="107842"/>
                </a:lnTo>
                <a:lnTo>
                  <a:pt x="257677" y="108450"/>
                </a:lnTo>
                <a:lnTo>
                  <a:pt x="258231" y="109041"/>
                </a:lnTo>
                <a:lnTo>
                  <a:pt x="258799" y="109617"/>
                </a:lnTo>
                <a:lnTo>
                  <a:pt x="259380" y="110176"/>
                </a:lnTo>
                <a:lnTo>
                  <a:pt x="259975" y="110719"/>
                </a:lnTo>
                <a:lnTo>
                  <a:pt x="260582" y="111247"/>
                </a:lnTo>
                <a:lnTo>
                  <a:pt x="261203" y="111758"/>
                </a:lnTo>
                <a:lnTo>
                  <a:pt x="261838" y="112253"/>
                </a:lnTo>
                <a:lnTo>
                  <a:pt x="262485" y="112732"/>
                </a:lnTo>
                <a:lnTo>
                  <a:pt x="263146" y="113196"/>
                </a:lnTo>
                <a:lnTo>
                  <a:pt x="263821" y="113643"/>
                </a:lnTo>
                <a:lnTo>
                  <a:pt x="264507" y="114073"/>
                </a:lnTo>
                <a:lnTo>
                  <a:pt x="265206" y="114485"/>
                </a:lnTo>
                <a:lnTo>
                  <a:pt x="265916" y="114878"/>
                </a:lnTo>
                <a:lnTo>
                  <a:pt x="266638" y="115254"/>
                </a:lnTo>
                <a:lnTo>
                  <a:pt x="267371" y="115610"/>
                </a:lnTo>
                <a:lnTo>
                  <a:pt x="268117" y="115949"/>
                </a:lnTo>
                <a:lnTo>
                  <a:pt x="268874" y="116269"/>
                </a:lnTo>
                <a:lnTo>
                  <a:pt x="269642" y="116571"/>
                </a:lnTo>
                <a:lnTo>
                  <a:pt x="270423" y="116855"/>
                </a:lnTo>
                <a:lnTo>
                  <a:pt x="271215" y="117120"/>
                </a:lnTo>
                <a:lnTo>
                  <a:pt x="272019" y="117367"/>
                </a:lnTo>
                <a:lnTo>
                  <a:pt x="272834" y="117596"/>
                </a:lnTo>
                <a:lnTo>
                  <a:pt x="273661" y="117807"/>
                </a:lnTo>
                <a:lnTo>
                  <a:pt x="274500" y="117999"/>
                </a:lnTo>
                <a:lnTo>
                  <a:pt x="275351" y="118173"/>
                </a:lnTo>
                <a:lnTo>
                  <a:pt x="276213" y="118328"/>
                </a:lnTo>
                <a:lnTo>
                  <a:pt x="277087" y="118466"/>
                </a:lnTo>
                <a:lnTo>
                  <a:pt x="277973" y="118585"/>
                </a:lnTo>
                <a:lnTo>
                  <a:pt x="278870" y="118685"/>
                </a:lnTo>
                <a:lnTo>
                  <a:pt x="279779" y="118768"/>
                </a:lnTo>
                <a:lnTo>
                  <a:pt x="280700" y="118832"/>
                </a:lnTo>
                <a:lnTo>
                  <a:pt x="281632" y="118877"/>
                </a:lnTo>
                <a:lnTo>
                  <a:pt x="282576" y="118905"/>
                </a:lnTo>
                <a:lnTo>
                  <a:pt x="283532" y="118914"/>
                </a:lnTo>
                <a:lnTo>
                  <a:pt x="284509" y="118905"/>
                </a:lnTo>
                <a:lnTo>
                  <a:pt x="285474" y="118877"/>
                </a:lnTo>
                <a:lnTo>
                  <a:pt x="286428" y="118832"/>
                </a:lnTo>
                <a:lnTo>
                  <a:pt x="287370" y="118768"/>
                </a:lnTo>
                <a:close/>
                <a:moveTo>
                  <a:pt x="280951" y="107663"/>
                </a:moveTo>
                <a:lnTo>
                  <a:pt x="280333" y="107596"/>
                </a:lnTo>
                <a:lnTo>
                  <a:pt x="279726" y="107514"/>
                </a:lnTo>
                <a:lnTo>
                  <a:pt x="279129" y="107418"/>
                </a:lnTo>
                <a:lnTo>
                  <a:pt x="278543" y="107306"/>
                </a:lnTo>
                <a:lnTo>
                  <a:pt x="277969" y="107180"/>
                </a:lnTo>
                <a:lnTo>
                  <a:pt x="277405" y="107039"/>
                </a:lnTo>
                <a:lnTo>
                  <a:pt x="276851" y="106883"/>
                </a:lnTo>
                <a:lnTo>
                  <a:pt x="276309" y="106712"/>
                </a:lnTo>
                <a:lnTo>
                  <a:pt x="275777" y="106527"/>
                </a:lnTo>
                <a:lnTo>
                  <a:pt x="275256" y="106326"/>
                </a:lnTo>
                <a:lnTo>
                  <a:pt x="274746" y="106111"/>
                </a:lnTo>
                <a:lnTo>
                  <a:pt x="274247" y="105881"/>
                </a:lnTo>
                <a:lnTo>
                  <a:pt x="273759" y="105635"/>
                </a:lnTo>
                <a:lnTo>
                  <a:pt x="273282" y="105376"/>
                </a:lnTo>
                <a:lnTo>
                  <a:pt x="272815" y="105101"/>
                </a:lnTo>
                <a:lnTo>
                  <a:pt x="272359" y="104811"/>
                </a:lnTo>
                <a:lnTo>
                  <a:pt x="271914" y="104507"/>
                </a:lnTo>
                <a:lnTo>
                  <a:pt x="271480" y="104187"/>
                </a:lnTo>
                <a:lnTo>
                  <a:pt x="271056" y="103853"/>
                </a:lnTo>
                <a:lnTo>
                  <a:pt x="270644" y="103504"/>
                </a:lnTo>
                <a:lnTo>
                  <a:pt x="270241" y="103142"/>
                </a:lnTo>
                <a:lnTo>
                  <a:pt x="269849" y="102770"/>
                </a:lnTo>
                <a:lnTo>
                  <a:pt x="269465" y="102386"/>
                </a:lnTo>
                <a:lnTo>
                  <a:pt x="269091" y="101992"/>
                </a:lnTo>
                <a:lnTo>
                  <a:pt x="268727" y="101587"/>
                </a:lnTo>
                <a:lnTo>
                  <a:pt x="268372" y="101171"/>
                </a:lnTo>
                <a:lnTo>
                  <a:pt x="268027" y="100744"/>
                </a:lnTo>
                <a:lnTo>
                  <a:pt x="267691" y="100306"/>
                </a:lnTo>
                <a:lnTo>
                  <a:pt x="267365" y="99858"/>
                </a:lnTo>
                <a:lnTo>
                  <a:pt x="267048" y="99398"/>
                </a:lnTo>
                <a:lnTo>
                  <a:pt x="266740" y="98928"/>
                </a:lnTo>
                <a:lnTo>
                  <a:pt x="266443" y="98447"/>
                </a:lnTo>
                <a:lnTo>
                  <a:pt x="266154" y="97956"/>
                </a:lnTo>
                <a:lnTo>
                  <a:pt x="265875" y="97453"/>
                </a:lnTo>
                <a:lnTo>
                  <a:pt x="265606" y="96940"/>
                </a:lnTo>
                <a:lnTo>
                  <a:pt x="265346" y="96415"/>
                </a:lnTo>
                <a:lnTo>
                  <a:pt x="265096" y="95880"/>
                </a:lnTo>
                <a:lnTo>
                  <a:pt x="264855" y="95334"/>
                </a:lnTo>
                <a:lnTo>
                  <a:pt x="264624" y="94778"/>
                </a:lnTo>
                <a:lnTo>
                  <a:pt x="264402" y="94210"/>
                </a:lnTo>
                <a:lnTo>
                  <a:pt x="264190" y="93632"/>
                </a:lnTo>
                <a:lnTo>
                  <a:pt x="263987" y="93042"/>
                </a:lnTo>
                <a:lnTo>
                  <a:pt x="263794" y="92442"/>
                </a:lnTo>
                <a:lnTo>
                  <a:pt x="263610" y="91832"/>
                </a:lnTo>
                <a:lnTo>
                  <a:pt x="263435" y="91211"/>
                </a:lnTo>
                <a:lnTo>
                  <a:pt x="263267" y="90584"/>
                </a:lnTo>
                <a:lnTo>
                  <a:pt x="263107" y="89950"/>
                </a:lnTo>
                <a:lnTo>
                  <a:pt x="262954" y="89309"/>
                </a:lnTo>
                <a:lnTo>
                  <a:pt x="262808" y="88660"/>
                </a:lnTo>
                <a:lnTo>
                  <a:pt x="262670" y="88005"/>
                </a:lnTo>
                <a:lnTo>
                  <a:pt x="262540" y="87342"/>
                </a:lnTo>
                <a:lnTo>
                  <a:pt x="262417" y="86672"/>
                </a:lnTo>
                <a:lnTo>
                  <a:pt x="262301" y="85995"/>
                </a:lnTo>
                <a:lnTo>
                  <a:pt x="262193" y="85311"/>
                </a:lnTo>
                <a:lnTo>
                  <a:pt x="262092" y="84620"/>
                </a:lnTo>
                <a:lnTo>
                  <a:pt x="261999" y="83922"/>
                </a:lnTo>
                <a:lnTo>
                  <a:pt x="261913" y="83216"/>
                </a:lnTo>
                <a:lnTo>
                  <a:pt x="261835" y="82504"/>
                </a:lnTo>
                <a:lnTo>
                  <a:pt x="261764" y="81784"/>
                </a:lnTo>
                <a:lnTo>
                  <a:pt x="261701" y="81058"/>
                </a:lnTo>
                <a:lnTo>
                  <a:pt x="261645" y="80324"/>
                </a:lnTo>
                <a:lnTo>
                  <a:pt x="261596" y="79583"/>
                </a:lnTo>
                <a:lnTo>
                  <a:pt x="261555" y="78835"/>
                </a:lnTo>
                <a:lnTo>
                  <a:pt x="261522" y="78080"/>
                </a:lnTo>
                <a:lnTo>
                  <a:pt x="261496" y="77317"/>
                </a:lnTo>
                <a:lnTo>
                  <a:pt x="261477" y="76548"/>
                </a:lnTo>
                <a:lnTo>
                  <a:pt x="261466" y="75772"/>
                </a:lnTo>
                <a:lnTo>
                  <a:pt x="261462" y="74988"/>
                </a:lnTo>
                <a:lnTo>
                  <a:pt x="261466" y="74190"/>
                </a:lnTo>
                <a:lnTo>
                  <a:pt x="261477" y="73399"/>
                </a:lnTo>
                <a:lnTo>
                  <a:pt x="261496" y="72615"/>
                </a:lnTo>
                <a:lnTo>
                  <a:pt x="261522" y="71839"/>
                </a:lnTo>
                <a:lnTo>
                  <a:pt x="261555" y="71071"/>
                </a:lnTo>
                <a:lnTo>
                  <a:pt x="261596" y="70309"/>
                </a:lnTo>
                <a:lnTo>
                  <a:pt x="261645" y="69556"/>
                </a:lnTo>
                <a:lnTo>
                  <a:pt x="261701" y="68809"/>
                </a:lnTo>
                <a:lnTo>
                  <a:pt x="261764" y="68070"/>
                </a:lnTo>
                <a:lnTo>
                  <a:pt x="261835" y="67339"/>
                </a:lnTo>
                <a:lnTo>
                  <a:pt x="261913" y="66615"/>
                </a:lnTo>
                <a:lnTo>
                  <a:pt x="261999" y="65898"/>
                </a:lnTo>
                <a:lnTo>
                  <a:pt x="262092" y="65189"/>
                </a:lnTo>
                <a:lnTo>
                  <a:pt x="262193" y="64487"/>
                </a:lnTo>
                <a:lnTo>
                  <a:pt x="262301" y="63793"/>
                </a:lnTo>
                <a:lnTo>
                  <a:pt x="262417" y="63106"/>
                </a:lnTo>
                <a:lnTo>
                  <a:pt x="262540" y="62427"/>
                </a:lnTo>
                <a:lnTo>
                  <a:pt x="262670" y="61754"/>
                </a:lnTo>
                <a:lnTo>
                  <a:pt x="262808" y="61090"/>
                </a:lnTo>
                <a:lnTo>
                  <a:pt x="262954" y="60433"/>
                </a:lnTo>
                <a:lnTo>
                  <a:pt x="263107" y="59783"/>
                </a:lnTo>
                <a:lnTo>
                  <a:pt x="263267" y="59141"/>
                </a:lnTo>
                <a:lnTo>
                  <a:pt x="263435" y="58506"/>
                </a:lnTo>
                <a:lnTo>
                  <a:pt x="263610" y="57878"/>
                </a:lnTo>
                <a:lnTo>
                  <a:pt x="263794" y="57260"/>
                </a:lnTo>
                <a:lnTo>
                  <a:pt x="263987" y="56652"/>
                </a:lnTo>
                <a:lnTo>
                  <a:pt x="264190" y="56056"/>
                </a:lnTo>
                <a:lnTo>
                  <a:pt x="264402" y="55470"/>
                </a:lnTo>
                <a:lnTo>
                  <a:pt x="264624" y="54896"/>
                </a:lnTo>
                <a:lnTo>
                  <a:pt x="264855" y="54332"/>
                </a:lnTo>
                <a:lnTo>
                  <a:pt x="265096" y="53780"/>
                </a:lnTo>
                <a:lnTo>
                  <a:pt x="265346" y="53238"/>
                </a:lnTo>
                <a:lnTo>
                  <a:pt x="265606" y="52708"/>
                </a:lnTo>
                <a:lnTo>
                  <a:pt x="265875" y="52188"/>
                </a:lnTo>
                <a:lnTo>
                  <a:pt x="266154" y="51680"/>
                </a:lnTo>
                <a:lnTo>
                  <a:pt x="266443" y="51182"/>
                </a:lnTo>
                <a:lnTo>
                  <a:pt x="266740" y="50696"/>
                </a:lnTo>
                <a:lnTo>
                  <a:pt x="267048" y="50220"/>
                </a:lnTo>
                <a:lnTo>
                  <a:pt x="267365" y="49755"/>
                </a:lnTo>
                <a:lnTo>
                  <a:pt x="267691" y="49302"/>
                </a:lnTo>
                <a:lnTo>
                  <a:pt x="268027" y="48859"/>
                </a:lnTo>
                <a:lnTo>
                  <a:pt x="268372" y="48428"/>
                </a:lnTo>
                <a:lnTo>
                  <a:pt x="268727" y="48007"/>
                </a:lnTo>
                <a:lnTo>
                  <a:pt x="269091" y="47597"/>
                </a:lnTo>
                <a:lnTo>
                  <a:pt x="269465" y="47199"/>
                </a:lnTo>
                <a:lnTo>
                  <a:pt x="269849" y="46811"/>
                </a:lnTo>
                <a:lnTo>
                  <a:pt x="270241" y="46434"/>
                </a:lnTo>
                <a:lnTo>
                  <a:pt x="270644" y="46069"/>
                </a:lnTo>
                <a:lnTo>
                  <a:pt x="271056" y="45716"/>
                </a:lnTo>
                <a:lnTo>
                  <a:pt x="271480" y="45378"/>
                </a:lnTo>
                <a:lnTo>
                  <a:pt x="271914" y="45056"/>
                </a:lnTo>
                <a:lnTo>
                  <a:pt x="272359" y="44748"/>
                </a:lnTo>
                <a:lnTo>
                  <a:pt x="272815" y="44455"/>
                </a:lnTo>
                <a:lnTo>
                  <a:pt x="273282" y="44178"/>
                </a:lnTo>
                <a:lnTo>
                  <a:pt x="273759" y="43915"/>
                </a:lnTo>
                <a:lnTo>
                  <a:pt x="274247" y="43667"/>
                </a:lnTo>
                <a:lnTo>
                  <a:pt x="274746" y="43435"/>
                </a:lnTo>
                <a:lnTo>
                  <a:pt x="275256" y="43217"/>
                </a:lnTo>
                <a:lnTo>
                  <a:pt x="275777" y="43015"/>
                </a:lnTo>
                <a:lnTo>
                  <a:pt x="276309" y="42827"/>
                </a:lnTo>
                <a:lnTo>
                  <a:pt x="276851" y="42654"/>
                </a:lnTo>
                <a:lnTo>
                  <a:pt x="277405" y="42497"/>
                </a:lnTo>
                <a:lnTo>
                  <a:pt x="277969" y="42354"/>
                </a:lnTo>
                <a:lnTo>
                  <a:pt x="278543" y="42227"/>
                </a:lnTo>
                <a:lnTo>
                  <a:pt x="279129" y="42114"/>
                </a:lnTo>
                <a:lnTo>
                  <a:pt x="279726" y="42017"/>
                </a:lnTo>
                <a:lnTo>
                  <a:pt x="280333" y="41934"/>
                </a:lnTo>
                <a:lnTo>
                  <a:pt x="280951" y="41866"/>
                </a:lnTo>
                <a:lnTo>
                  <a:pt x="281580" y="41814"/>
                </a:lnTo>
                <a:lnTo>
                  <a:pt x="282220" y="41776"/>
                </a:lnTo>
                <a:lnTo>
                  <a:pt x="282871" y="41754"/>
                </a:lnTo>
                <a:lnTo>
                  <a:pt x="283532" y="41746"/>
                </a:lnTo>
                <a:lnTo>
                  <a:pt x="284235" y="41754"/>
                </a:lnTo>
                <a:lnTo>
                  <a:pt x="284926" y="41776"/>
                </a:lnTo>
                <a:lnTo>
                  <a:pt x="285605" y="41814"/>
                </a:lnTo>
                <a:lnTo>
                  <a:pt x="286271" y="41866"/>
                </a:lnTo>
                <a:lnTo>
                  <a:pt x="286925" y="41934"/>
                </a:lnTo>
                <a:lnTo>
                  <a:pt x="287568" y="42017"/>
                </a:lnTo>
                <a:lnTo>
                  <a:pt x="288198" y="42114"/>
                </a:lnTo>
                <a:lnTo>
                  <a:pt x="288816" y="42227"/>
                </a:lnTo>
                <a:lnTo>
                  <a:pt x="289422" y="42354"/>
                </a:lnTo>
                <a:lnTo>
                  <a:pt x="290015" y="42497"/>
                </a:lnTo>
                <a:lnTo>
                  <a:pt x="290597" y="42654"/>
                </a:lnTo>
                <a:lnTo>
                  <a:pt x="291166" y="42827"/>
                </a:lnTo>
                <a:lnTo>
                  <a:pt x="291724" y="43015"/>
                </a:lnTo>
                <a:lnTo>
                  <a:pt x="292269" y="43217"/>
                </a:lnTo>
                <a:lnTo>
                  <a:pt x="292802" y="43435"/>
                </a:lnTo>
                <a:lnTo>
                  <a:pt x="293322" y="43667"/>
                </a:lnTo>
                <a:lnTo>
                  <a:pt x="293831" y="43915"/>
                </a:lnTo>
                <a:lnTo>
                  <a:pt x="294328" y="44178"/>
                </a:lnTo>
                <a:lnTo>
                  <a:pt x="294812" y="44455"/>
                </a:lnTo>
                <a:lnTo>
                  <a:pt x="295285" y="44748"/>
                </a:lnTo>
                <a:lnTo>
                  <a:pt x="295745" y="45056"/>
                </a:lnTo>
                <a:lnTo>
                  <a:pt x="296193" y="45378"/>
                </a:lnTo>
                <a:lnTo>
                  <a:pt x="296629" y="45716"/>
                </a:lnTo>
                <a:lnTo>
                  <a:pt x="297052" y="46069"/>
                </a:lnTo>
                <a:lnTo>
                  <a:pt x="297465" y="46434"/>
                </a:lnTo>
                <a:lnTo>
                  <a:pt x="297868" y="46811"/>
                </a:lnTo>
                <a:lnTo>
                  <a:pt x="298262" y="47199"/>
                </a:lnTo>
                <a:lnTo>
                  <a:pt x="298646" y="47597"/>
                </a:lnTo>
                <a:lnTo>
                  <a:pt x="299020" y="48007"/>
                </a:lnTo>
                <a:lnTo>
                  <a:pt x="299385" y="48428"/>
                </a:lnTo>
                <a:lnTo>
                  <a:pt x="299740" y="48859"/>
                </a:lnTo>
                <a:lnTo>
                  <a:pt x="300085" y="49302"/>
                </a:lnTo>
                <a:lnTo>
                  <a:pt x="300421" y="49755"/>
                </a:lnTo>
                <a:lnTo>
                  <a:pt x="300747" y="50220"/>
                </a:lnTo>
                <a:lnTo>
                  <a:pt x="301063" y="50696"/>
                </a:lnTo>
                <a:lnTo>
                  <a:pt x="301370" y="51182"/>
                </a:lnTo>
                <a:lnTo>
                  <a:pt x="301667" y="51680"/>
                </a:lnTo>
                <a:lnTo>
                  <a:pt x="301954" y="52188"/>
                </a:lnTo>
                <a:lnTo>
                  <a:pt x="302232" y="52708"/>
                </a:lnTo>
                <a:lnTo>
                  <a:pt x="302500" y="53238"/>
                </a:lnTo>
                <a:lnTo>
                  <a:pt x="302758" y="53780"/>
                </a:lnTo>
                <a:lnTo>
                  <a:pt x="303007" y="54332"/>
                </a:lnTo>
                <a:lnTo>
                  <a:pt x="303246" y="54896"/>
                </a:lnTo>
                <a:lnTo>
                  <a:pt x="303475" y="55470"/>
                </a:lnTo>
                <a:lnTo>
                  <a:pt x="303695" y="56056"/>
                </a:lnTo>
                <a:lnTo>
                  <a:pt x="303905" y="56652"/>
                </a:lnTo>
                <a:lnTo>
                  <a:pt x="304106" y="57260"/>
                </a:lnTo>
                <a:lnTo>
                  <a:pt x="304297" y="57878"/>
                </a:lnTo>
                <a:lnTo>
                  <a:pt x="304479" y="58506"/>
                </a:lnTo>
                <a:lnTo>
                  <a:pt x="304653" y="59140"/>
                </a:lnTo>
                <a:lnTo>
                  <a:pt x="304820" y="59782"/>
                </a:lnTo>
                <a:lnTo>
                  <a:pt x="304979" y="60430"/>
                </a:lnTo>
                <a:lnTo>
                  <a:pt x="305130" y="61086"/>
                </a:lnTo>
                <a:lnTo>
                  <a:pt x="305273" y="61749"/>
                </a:lnTo>
                <a:lnTo>
                  <a:pt x="305409" y="62419"/>
                </a:lnTo>
                <a:lnTo>
                  <a:pt x="305537" y="63096"/>
                </a:lnTo>
                <a:lnTo>
                  <a:pt x="305657" y="63780"/>
                </a:lnTo>
                <a:lnTo>
                  <a:pt x="305769" y="64472"/>
                </a:lnTo>
                <a:lnTo>
                  <a:pt x="305874" y="65170"/>
                </a:lnTo>
                <a:lnTo>
                  <a:pt x="305971" y="65876"/>
                </a:lnTo>
                <a:lnTo>
                  <a:pt x="306060" y="66588"/>
                </a:lnTo>
                <a:lnTo>
                  <a:pt x="306142" y="67308"/>
                </a:lnTo>
                <a:lnTo>
                  <a:pt x="306215" y="68035"/>
                </a:lnTo>
                <a:lnTo>
                  <a:pt x="306281" y="68769"/>
                </a:lnTo>
                <a:lnTo>
                  <a:pt x="306339" y="69511"/>
                </a:lnTo>
                <a:lnTo>
                  <a:pt x="306390" y="70259"/>
                </a:lnTo>
                <a:lnTo>
                  <a:pt x="306432" y="71014"/>
                </a:lnTo>
                <a:lnTo>
                  <a:pt x="306467" y="71777"/>
                </a:lnTo>
                <a:lnTo>
                  <a:pt x="306494" y="72547"/>
                </a:lnTo>
                <a:lnTo>
                  <a:pt x="306514" y="73323"/>
                </a:lnTo>
                <a:lnTo>
                  <a:pt x="306525" y="74107"/>
                </a:lnTo>
                <a:lnTo>
                  <a:pt x="306529" y="74898"/>
                </a:lnTo>
                <a:lnTo>
                  <a:pt x="306525" y="75689"/>
                </a:lnTo>
                <a:lnTo>
                  <a:pt x="306514" y="76473"/>
                </a:lnTo>
                <a:lnTo>
                  <a:pt x="306494" y="77249"/>
                </a:lnTo>
                <a:lnTo>
                  <a:pt x="306467" y="78017"/>
                </a:lnTo>
                <a:lnTo>
                  <a:pt x="306432" y="78779"/>
                </a:lnTo>
                <a:lnTo>
                  <a:pt x="306390" y="79532"/>
                </a:lnTo>
                <a:lnTo>
                  <a:pt x="306339" y="80279"/>
                </a:lnTo>
                <a:lnTo>
                  <a:pt x="306281" y="81018"/>
                </a:lnTo>
                <a:lnTo>
                  <a:pt x="306215" y="81749"/>
                </a:lnTo>
                <a:lnTo>
                  <a:pt x="306142" y="82473"/>
                </a:lnTo>
                <a:lnTo>
                  <a:pt x="306060" y="83190"/>
                </a:lnTo>
                <a:lnTo>
                  <a:pt x="305971" y="83899"/>
                </a:lnTo>
                <a:lnTo>
                  <a:pt x="305874" y="84601"/>
                </a:lnTo>
                <a:lnTo>
                  <a:pt x="305769" y="85296"/>
                </a:lnTo>
                <a:lnTo>
                  <a:pt x="305657" y="85983"/>
                </a:lnTo>
                <a:lnTo>
                  <a:pt x="305537" y="86662"/>
                </a:lnTo>
                <a:lnTo>
                  <a:pt x="305409" y="87334"/>
                </a:lnTo>
                <a:lnTo>
                  <a:pt x="305273" y="87999"/>
                </a:lnTo>
                <a:lnTo>
                  <a:pt x="305130" y="88656"/>
                </a:lnTo>
                <a:lnTo>
                  <a:pt x="304979" y="89306"/>
                </a:lnTo>
                <a:lnTo>
                  <a:pt x="304820" y="89949"/>
                </a:lnTo>
                <a:lnTo>
                  <a:pt x="304653" y="90584"/>
                </a:lnTo>
                <a:lnTo>
                  <a:pt x="304479" y="91211"/>
                </a:lnTo>
                <a:lnTo>
                  <a:pt x="304297" y="91832"/>
                </a:lnTo>
                <a:lnTo>
                  <a:pt x="304106" y="92442"/>
                </a:lnTo>
                <a:lnTo>
                  <a:pt x="303905" y="93042"/>
                </a:lnTo>
                <a:lnTo>
                  <a:pt x="303695" y="93632"/>
                </a:lnTo>
                <a:lnTo>
                  <a:pt x="303475" y="94210"/>
                </a:lnTo>
                <a:lnTo>
                  <a:pt x="303246" y="94778"/>
                </a:lnTo>
                <a:lnTo>
                  <a:pt x="303007" y="95334"/>
                </a:lnTo>
                <a:lnTo>
                  <a:pt x="302758" y="95880"/>
                </a:lnTo>
                <a:lnTo>
                  <a:pt x="302500" y="96415"/>
                </a:lnTo>
                <a:lnTo>
                  <a:pt x="302232" y="96940"/>
                </a:lnTo>
                <a:lnTo>
                  <a:pt x="301954" y="97453"/>
                </a:lnTo>
                <a:lnTo>
                  <a:pt x="301667" y="97956"/>
                </a:lnTo>
                <a:lnTo>
                  <a:pt x="301370" y="98447"/>
                </a:lnTo>
                <a:lnTo>
                  <a:pt x="301063" y="98928"/>
                </a:lnTo>
                <a:lnTo>
                  <a:pt x="300747" y="99398"/>
                </a:lnTo>
                <a:lnTo>
                  <a:pt x="300421" y="99858"/>
                </a:lnTo>
                <a:lnTo>
                  <a:pt x="300085" y="100306"/>
                </a:lnTo>
                <a:lnTo>
                  <a:pt x="299740" y="100744"/>
                </a:lnTo>
                <a:lnTo>
                  <a:pt x="299385" y="101171"/>
                </a:lnTo>
                <a:lnTo>
                  <a:pt x="299020" y="101587"/>
                </a:lnTo>
                <a:lnTo>
                  <a:pt x="298646" y="101992"/>
                </a:lnTo>
                <a:lnTo>
                  <a:pt x="298262" y="102386"/>
                </a:lnTo>
                <a:lnTo>
                  <a:pt x="297868" y="102770"/>
                </a:lnTo>
                <a:lnTo>
                  <a:pt x="297465" y="103142"/>
                </a:lnTo>
                <a:lnTo>
                  <a:pt x="297052" y="103504"/>
                </a:lnTo>
                <a:lnTo>
                  <a:pt x="296629" y="103853"/>
                </a:lnTo>
                <a:lnTo>
                  <a:pt x="296193" y="104187"/>
                </a:lnTo>
                <a:lnTo>
                  <a:pt x="295745" y="104507"/>
                </a:lnTo>
                <a:lnTo>
                  <a:pt x="295285" y="104811"/>
                </a:lnTo>
                <a:lnTo>
                  <a:pt x="294812" y="105101"/>
                </a:lnTo>
                <a:lnTo>
                  <a:pt x="294328" y="105376"/>
                </a:lnTo>
                <a:lnTo>
                  <a:pt x="293831" y="105635"/>
                </a:lnTo>
                <a:lnTo>
                  <a:pt x="293322" y="105881"/>
                </a:lnTo>
                <a:lnTo>
                  <a:pt x="292802" y="106111"/>
                </a:lnTo>
                <a:lnTo>
                  <a:pt x="292269" y="106326"/>
                </a:lnTo>
                <a:lnTo>
                  <a:pt x="291724" y="106527"/>
                </a:lnTo>
                <a:lnTo>
                  <a:pt x="291166" y="106712"/>
                </a:lnTo>
                <a:lnTo>
                  <a:pt x="290597" y="106883"/>
                </a:lnTo>
                <a:lnTo>
                  <a:pt x="290015" y="107039"/>
                </a:lnTo>
                <a:lnTo>
                  <a:pt x="289422" y="107180"/>
                </a:lnTo>
                <a:lnTo>
                  <a:pt x="288816" y="107306"/>
                </a:lnTo>
                <a:lnTo>
                  <a:pt x="288198" y="107418"/>
                </a:lnTo>
                <a:lnTo>
                  <a:pt x="287568" y="107514"/>
                </a:lnTo>
                <a:lnTo>
                  <a:pt x="286925" y="107596"/>
                </a:lnTo>
                <a:lnTo>
                  <a:pt x="286271" y="107663"/>
                </a:lnTo>
                <a:lnTo>
                  <a:pt x="285605" y="107715"/>
                </a:lnTo>
                <a:lnTo>
                  <a:pt x="284926" y="107752"/>
                </a:lnTo>
                <a:lnTo>
                  <a:pt x="284235" y="107774"/>
                </a:lnTo>
                <a:lnTo>
                  <a:pt x="283532" y="107782"/>
                </a:lnTo>
                <a:lnTo>
                  <a:pt x="282871" y="107774"/>
                </a:lnTo>
                <a:lnTo>
                  <a:pt x="282220" y="107752"/>
                </a:lnTo>
                <a:lnTo>
                  <a:pt x="281580" y="107715"/>
                </a:lnTo>
                <a:lnTo>
                  <a:pt x="280951" y="107663"/>
                </a:lnTo>
                <a:close/>
                <a:moveTo>
                  <a:pt x="419863" y="117396"/>
                </a:moveTo>
                <a:lnTo>
                  <a:pt x="433930" y="117396"/>
                </a:lnTo>
                <a:lnTo>
                  <a:pt x="433930" y="31879"/>
                </a:lnTo>
                <a:lnTo>
                  <a:pt x="419863" y="31879"/>
                </a:lnTo>
                <a:lnTo>
                  <a:pt x="419863" y="117396"/>
                </a:lnTo>
                <a:close/>
                <a:moveTo>
                  <a:pt x="585502" y="38687"/>
                </a:moveTo>
                <a:lnTo>
                  <a:pt x="585791" y="38362"/>
                </a:lnTo>
                <a:lnTo>
                  <a:pt x="586085" y="38050"/>
                </a:lnTo>
                <a:lnTo>
                  <a:pt x="586385" y="37750"/>
                </a:lnTo>
                <a:lnTo>
                  <a:pt x="586691" y="37464"/>
                </a:lnTo>
                <a:lnTo>
                  <a:pt x="587002" y="37190"/>
                </a:lnTo>
                <a:lnTo>
                  <a:pt x="587318" y="36929"/>
                </a:lnTo>
                <a:lnTo>
                  <a:pt x="587640" y="36680"/>
                </a:lnTo>
                <a:lnTo>
                  <a:pt x="587968" y="36445"/>
                </a:lnTo>
                <a:lnTo>
                  <a:pt x="588302" y="36222"/>
                </a:lnTo>
                <a:lnTo>
                  <a:pt x="588640" y="36012"/>
                </a:lnTo>
                <a:lnTo>
                  <a:pt x="588985" y="35814"/>
                </a:lnTo>
                <a:lnTo>
                  <a:pt x="589335" y="35629"/>
                </a:lnTo>
                <a:lnTo>
                  <a:pt x="589690" y="35457"/>
                </a:lnTo>
                <a:lnTo>
                  <a:pt x="590051" y="35298"/>
                </a:lnTo>
                <a:lnTo>
                  <a:pt x="590418" y="35152"/>
                </a:lnTo>
                <a:lnTo>
                  <a:pt x="590790" y="35018"/>
                </a:lnTo>
                <a:lnTo>
                  <a:pt x="591168" y="34897"/>
                </a:lnTo>
                <a:lnTo>
                  <a:pt x="591551" y="34789"/>
                </a:lnTo>
                <a:lnTo>
                  <a:pt x="591939" y="34689"/>
                </a:lnTo>
                <a:lnTo>
                  <a:pt x="592330" y="34593"/>
                </a:lnTo>
                <a:lnTo>
                  <a:pt x="592724" y="34502"/>
                </a:lnTo>
                <a:lnTo>
                  <a:pt x="593121" y="34415"/>
                </a:lnTo>
                <a:lnTo>
                  <a:pt x="593522" y="34332"/>
                </a:lnTo>
                <a:lnTo>
                  <a:pt x="593926" y="34254"/>
                </a:lnTo>
                <a:lnTo>
                  <a:pt x="594333" y="34179"/>
                </a:lnTo>
                <a:lnTo>
                  <a:pt x="594743" y="34109"/>
                </a:lnTo>
                <a:lnTo>
                  <a:pt x="595156" y="34043"/>
                </a:lnTo>
                <a:lnTo>
                  <a:pt x="595573" y="33982"/>
                </a:lnTo>
                <a:lnTo>
                  <a:pt x="595993" y="33925"/>
                </a:lnTo>
                <a:lnTo>
                  <a:pt x="596416" y="33872"/>
                </a:lnTo>
                <a:lnTo>
                  <a:pt x="596842" y="33823"/>
                </a:lnTo>
                <a:lnTo>
                  <a:pt x="597272" y="33778"/>
                </a:lnTo>
                <a:lnTo>
                  <a:pt x="597705" y="33738"/>
                </a:lnTo>
                <a:lnTo>
                  <a:pt x="598141" y="33702"/>
                </a:lnTo>
                <a:lnTo>
                  <a:pt x="598580" y="33670"/>
                </a:lnTo>
                <a:lnTo>
                  <a:pt x="599022" y="33642"/>
                </a:lnTo>
                <a:lnTo>
                  <a:pt x="599468" y="33619"/>
                </a:lnTo>
                <a:lnTo>
                  <a:pt x="599917" y="33600"/>
                </a:lnTo>
                <a:lnTo>
                  <a:pt x="600369" y="33585"/>
                </a:lnTo>
                <a:lnTo>
                  <a:pt x="600824" y="33574"/>
                </a:lnTo>
                <a:lnTo>
                  <a:pt x="601282" y="33568"/>
                </a:lnTo>
                <a:lnTo>
                  <a:pt x="601744" y="33566"/>
                </a:lnTo>
                <a:lnTo>
                  <a:pt x="601744" y="21674"/>
                </a:lnTo>
                <a:lnTo>
                  <a:pt x="601012" y="21700"/>
                </a:lnTo>
                <a:lnTo>
                  <a:pt x="600291" y="21735"/>
                </a:lnTo>
                <a:lnTo>
                  <a:pt x="599581" y="21778"/>
                </a:lnTo>
                <a:lnTo>
                  <a:pt x="598881" y="21831"/>
                </a:lnTo>
                <a:lnTo>
                  <a:pt x="598192" y="21893"/>
                </a:lnTo>
                <a:lnTo>
                  <a:pt x="597514" y="21964"/>
                </a:lnTo>
                <a:lnTo>
                  <a:pt x="596846" y="22044"/>
                </a:lnTo>
                <a:lnTo>
                  <a:pt x="596189" y="22134"/>
                </a:lnTo>
                <a:lnTo>
                  <a:pt x="595543" y="22232"/>
                </a:lnTo>
                <a:lnTo>
                  <a:pt x="594907" y="22339"/>
                </a:lnTo>
                <a:lnTo>
                  <a:pt x="594282" y="22456"/>
                </a:lnTo>
                <a:lnTo>
                  <a:pt x="593668" y="22581"/>
                </a:lnTo>
                <a:lnTo>
                  <a:pt x="593064" y="22716"/>
                </a:lnTo>
                <a:lnTo>
                  <a:pt x="592471" y="22859"/>
                </a:lnTo>
                <a:lnTo>
                  <a:pt x="591889" y="23012"/>
                </a:lnTo>
                <a:lnTo>
                  <a:pt x="591317" y="23174"/>
                </a:lnTo>
                <a:lnTo>
                  <a:pt x="590756" y="23345"/>
                </a:lnTo>
                <a:lnTo>
                  <a:pt x="590206" y="23525"/>
                </a:lnTo>
                <a:lnTo>
                  <a:pt x="589667" y="23714"/>
                </a:lnTo>
                <a:lnTo>
                  <a:pt x="589138" y="23912"/>
                </a:lnTo>
                <a:lnTo>
                  <a:pt x="588619" y="24119"/>
                </a:lnTo>
                <a:lnTo>
                  <a:pt x="588112" y="24335"/>
                </a:lnTo>
                <a:lnTo>
                  <a:pt x="587615" y="24560"/>
                </a:lnTo>
                <a:lnTo>
                  <a:pt x="587129" y="24795"/>
                </a:lnTo>
                <a:lnTo>
                  <a:pt x="586653" y="25043"/>
                </a:lnTo>
                <a:lnTo>
                  <a:pt x="586185" y="25308"/>
                </a:lnTo>
                <a:lnTo>
                  <a:pt x="585728" y="25591"/>
                </a:lnTo>
                <a:lnTo>
                  <a:pt x="585279" y="25891"/>
                </a:lnTo>
                <a:lnTo>
                  <a:pt x="584840" y="26209"/>
                </a:lnTo>
                <a:lnTo>
                  <a:pt x="584409" y="26545"/>
                </a:lnTo>
                <a:lnTo>
                  <a:pt x="583989" y="26898"/>
                </a:lnTo>
                <a:lnTo>
                  <a:pt x="583577" y="27269"/>
                </a:lnTo>
                <a:lnTo>
                  <a:pt x="583174" y="27657"/>
                </a:lnTo>
                <a:lnTo>
                  <a:pt x="582781" y="28063"/>
                </a:lnTo>
                <a:lnTo>
                  <a:pt x="582397" y="28486"/>
                </a:lnTo>
                <a:lnTo>
                  <a:pt x="582022" y="28927"/>
                </a:lnTo>
                <a:lnTo>
                  <a:pt x="581656" y="29386"/>
                </a:lnTo>
                <a:lnTo>
                  <a:pt x="581300" y="29862"/>
                </a:lnTo>
                <a:lnTo>
                  <a:pt x="580952" y="30356"/>
                </a:lnTo>
                <a:lnTo>
                  <a:pt x="580614" y="30867"/>
                </a:lnTo>
                <a:lnTo>
                  <a:pt x="580286" y="31396"/>
                </a:lnTo>
                <a:lnTo>
                  <a:pt x="579966" y="31942"/>
                </a:lnTo>
                <a:lnTo>
                  <a:pt x="579656" y="32506"/>
                </a:lnTo>
                <a:lnTo>
                  <a:pt x="579354" y="33088"/>
                </a:lnTo>
                <a:lnTo>
                  <a:pt x="579062" y="33687"/>
                </a:lnTo>
                <a:lnTo>
                  <a:pt x="578780" y="34304"/>
                </a:lnTo>
                <a:lnTo>
                  <a:pt x="578506" y="34938"/>
                </a:lnTo>
                <a:lnTo>
                  <a:pt x="578480" y="35002"/>
                </a:lnTo>
                <a:lnTo>
                  <a:pt x="578178" y="34851"/>
                </a:lnTo>
                <a:lnTo>
                  <a:pt x="577585" y="34575"/>
                </a:lnTo>
                <a:lnTo>
                  <a:pt x="576981" y="34312"/>
                </a:lnTo>
                <a:lnTo>
                  <a:pt x="576365" y="34063"/>
                </a:lnTo>
                <a:lnTo>
                  <a:pt x="575737" y="33827"/>
                </a:lnTo>
                <a:lnTo>
                  <a:pt x="575097" y="33604"/>
                </a:lnTo>
                <a:lnTo>
                  <a:pt x="574445" y="33396"/>
                </a:lnTo>
                <a:lnTo>
                  <a:pt x="573782" y="33200"/>
                </a:lnTo>
                <a:lnTo>
                  <a:pt x="573106" y="33018"/>
                </a:lnTo>
                <a:lnTo>
                  <a:pt x="572419" y="32850"/>
                </a:lnTo>
                <a:lnTo>
                  <a:pt x="571720" y="32695"/>
                </a:lnTo>
                <a:lnTo>
                  <a:pt x="571009" y="32553"/>
                </a:lnTo>
                <a:lnTo>
                  <a:pt x="570286" y="32425"/>
                </a:lnTo>
                <a:lnTo>
                  <a:pt x="569551" y="32310"/>
                </a:lnTo>
                <a:lnTo>
                  <a:pt x="568805" y="32209"/>
                </a:lnTo>
                <a:lnTo>
                  <a:pt x="568046" y="32122"/>
                </a:lnTo>
                <a:lnTo>
                  <a:pt x="567276" y="32048"/>
                </a:lnTo>
                <a:lnTo>
                  <a:pt x="566494" y="31987"/>
                </a:lnTo>
                <a:lnTo>
                  <a:pt x="565700" y="31940"/>
                </a:lnTo>
                <a:lnTo>
                  <a:pt x="564894" y="31906"/>
                </a:lnTo>
                <a:lnTo>
                  <a:pt x="564077" y="31886"/>
                </a:lnTo>
                <a:lnTo>
                  <a:pt x="563247" y="31879"/>
                </a:lnTo>
                <a:lnTo>
                  <a:pt x="562438" y="31886"/>
                </a:lnTo>
                <a:lnTo>
                  <a:pt x="561640" y="31906"/>
                </a:lnTo>
                <a:lnTo>
                  <a:pt x="560853" y="31940"/>
                </a:lnTo>
                <a:lnTo>
                  <a:pt x="560076" y="31987"/>
                </a:lnTo>
                <a:lnTo>
                  <a:pt x="559309" y="32048"/>
                </a:lnTo>
                <a:lnTo>
                  <a:pt x="558554" y="32122"/>
                </a:lnTo>
                <a:lnTo>
                  <a:pt x="557809" y="32209"/>
                </a:lnTo>
                <a:lnTo>
                  <a:pt x="557075" y="32310"/>
                </a:lnTo>
                <a:lnTo>
                  <a:pt x="556351" y="32425"/>
                </a:lnTo>
                <a:lnTo>
                  <a:pt x="555638" y="32553"/>
                </a:lnTo>
                <a:lnTo>
                  <a:pt x="554936" y="32695"/>
                </a:lnTo>
                <a:lnTo>
                  <a:pt x="554245" y="32850"/>
                </a:lnTo>
                <a:lnTo>
                  <a:pt x="553564" y="33018"/>
                </a:lnTo>
                <a:lnTo>
                  <a:pt x="552893" y="33200"/>
                </a:lnTo>
                <a:lnTo>
                  <a:pt x="552234" y="33396"/>
                </a:lnTo>
                <a:lnTo>
                  <a:pt x="551585" y="33604"/>
                </a:lnTo>
                <a:lnTo>
                  <a:pt x="550947" y="33827"/>
                </a:lnTo>
                <a:lnTo>
                  <a:pt x="550320" y="34063"/>
                </a:lnTo>
                <a:lnTo>
                  <a:pt x="549703" y="34312"/>
                </a:lnTo>
                <a:lnTo>
                  <a:pt x="549097" y="34575"/>
                </a:lnTo>
                <a:lnTo>
                  <a:pt x="548501" y="34851"/>
                </a:lnTo>
                <a:lnTo>
                  <a:pt x="547916" y="35141"/>
                </a:lnTo>
                <a:lnTo>
                  <a:pt x="547342" y="35444"/>
                </a:lnTo>
                <a:lnTo>
                  <a:pt x="546779" y="35761"/>
                </a:lnTo>
                <a:lnTo>
                  <a:pt x="546226" y="36089"/>
                </a:lnTo>
                <a:lnTo>
                  <a:pt x="545685" y="36426"/>
                </a:lnTo>
                <a:lnTo>
                  <a:pt x="545155" y="36773"/>
                </a:lnTo>
                <a:lnTo>
                  <a:pt x="544636" y="37129"/>
                </a:lnTo>
                <a:lnTo>
                  <a:pt x="544128" y="37494"/>
                </a:lnTo>
                <a:lnTo>
                  <a:pt x="543631" y="37868"/>
                </a:lnTo>
                <a:lnTo>
                  <a:pt x="543145" y="38252"/>
                </a:lnTo>
                <a:lnTo>
                  <a:pt x="542670" y="38645"/>
                </a:lnTo>
                <a:lnTo>
                  <a:pt x="542206" y="39047"/>
                </a:lnTo>
                <a:lnTo>
                  <a:pt x="541754" y="39458"/>
                </a:lnTo>
                <a:lnTo>
                  <a:pt x="541313" y="39879"/>
                </a:lnTo>
                <a:lnTo>
                  <a:pt x="540882" y="40309"/>
                </a:lnTo>
                <a:lnTo>
                  <a:pt x="540463" y="40749"/>
                </a:lnTo>
                <a:lnTo>
                  <a:pt x="540055" y="41197"/>
                </a:lnTo>
                <a:lnTo>
                  <a:pt x="539658" y="41655"/>
                </a:lnTo>
                <a:lnTo>
                  <a:pt x="539272" y="42123"/>
                </a:lnTo>
                <a:lnTo>
                  <a:pt x="538898" y="42599"/>
                </a:lnTo>
                <a:lnTo>
                  <a:pt x="538534" y="43085"/>
                </a:lnTo>
                <a:lnTo>
                  <a:pt x="538182" y="43580"/>
                </a:lnTo>
                <a:lnTo>
                  <a:pt x="537840" y="44085"/>
                </a:lnTo>
                <a:lnTo>
                  <a:pt x="537510" y="44598"/>
                </a:lnTo>
                <a:lnTo>
                  <a:pt x="537191" y="45121"/>
                </a:lnTo>
                <a:lnTo>
                  <a:pt x="536883" y="45654"/>
                </a:lnTo>
                <a:lnTo>
                  <a:pt x="536586" y="46195"/>
                </a:lnTo>
                <a:lnTo>
                  <a:pt x="536301" y="46744"/>
                </a:lnTo>
                <a:lnTo>
                  <a:pt x="536028" y="47297"/>
                </a:lnTo>
                <a:lnTo>
                  <a:pt x="535767" y="47856"/>
                </a:lnTo>
                <a:lnTo>
                  <a:pt x="535518" y="48420"/>
                </a:lnTo>
                <a:lnTo>
                  <a:pt x="535281" y="48989"/>
                </a:lnTo>
                <a:lnTo>
                  <a:pt x="535057" y="49563"/>
                </a:lnTo>
                <a:lnTo>
                  <a:pt x="534844" y="50142"/>
                </a:lnTo>
                <a:lnTo>
                  <a:pt x="534644" y="50726"/>
                </a:lnTo>
                <a:lnTo>
                  <a:pt x="534456" y="51315"/>
                </a:lnTo>
                <a:lnTo>
                  <a:pt x="534280" y="51910"/>
                </a:lnTo>
                <a:lnTo>
                  <a:pt x="534116" y="52509"/>
                </a:lnTo>
                <a:lnTo>
                  <a:pt x="533964" y="53114"/>
                </a:lnTo>
                <a:lnTo>
                  <a:pt x="533825" y="53724"/>
                </a:lnTo>
                <a:lnTo>
                  <a:pt x="533697" y="54338"/>
                </a:lnTo>
                <a:lnTo>
                  <a:pt x="533582" y="54958"/>
                </a:lnTo>
                <a:lnTo>
                  <a:pt x="533479" y="55583"/>
                </a:lnTo>
                <a:lnTo>
                  <a:pt x="533388" y="56213"/>
                </a:lnTo>
                <a:lnTo>
                  <a:pt x="533309" y="56849"/>
                </a:lnTo>
                <a:lnTo>
                  <a:pt x="533242" y="57489"/>
                </a:lnTo>
                <a:lnTo>
                  <a:pt x="533187" y="58134"/>
                </a:lnTo>
                <a:lnTo>
                  <a:pt x="533145" y="58785"/>
                </a:lnTo>
                <a:lnTo>
                  <a:pt x="533115" y="59440"/>
                </a:lnTo>
                <a:lnTo>
                  <a:pt x="533096" y="60101"/>
                </a:lnTo>
                <a:lnTo>
                  <a:pt x="533090" y="60767"/>
                </a:lnTo>
                <a:lnTo>
                  <a:pt x="533096" y="61397"/>
                </a:lnTo>
                <a:lnTo>
                  <a:pt x="533114" y="62024"/>
                </a:lnTo>
                <a:lnTo>
                  <a:pt x="533144" y="62648"/>
                </a:lnTo>
                <a:lnTo>
                  <a:pt x="533186" y="63267"/>
                </a:lnTo>
                <a:lnTo>
                  <a:pt x="533240" y="63884"/>
                </a:lnTo>
                <a:lnTo>
                  <a:pt x="533306" y="64496"/>
                </a:lnTo>
                <a:lnTo>
                  <a:pt x="533384" y="65105"/>
                </a:lnTo>
                <a:lnTo>
                  <a:pt x="533474" y="65710"/>
                </a:lnTo>
                <a:lnTo>
                  <a:pt x="533576" y="66312"/>
                </a:lnTo>
                <a:lnTo>
                  <a:pt x="533690" y="66910"/>
                </a:lnTo>
                <a:lnTo>
                  <a:pt x="533816" y="67505"/>
                </a:lnTo>
                <a:lnTo>
                  <a:pt x="533954" y="68096"/>
                </a:lnTo>
                <a:lnTo>
                  <a:pt x="534104" y="68684"/>
                </a:lnTo>
                <a:lnTo>
                  <a:pt x="534266" y="69268"/>
                </a:lnTo>
                <a:lnTo>
                  <a:pt x="534439" y="69848"/>
                </a:lnTo>
                <a:lnTo>
                  <a:pt x="534625" y="70425"/>
                </a:lnTo>
                <a:lnTo>
                  <a:pt x="534823" y="70998"/>
                </a:lnTo>
                <a:lnTo>
                  <a:pt x="535033" y="71567"/>
                </a:lnTo>
                <a:lnTo>
                  <a:pt x="535255" y="72133"/>
                </a:lnTo>
                <a:lnTo>
                  <a:pt x="535489" y="72695"/>
                </a:lnTo>
                <a:lnTo>
                  <a:pt x="535735" y="73254"/>
                </a:lnTo>
                <a:lnTo>
                  <a:pt x="535992" y="73809"/>
                </a:lnTo>
                <a:lnTo>
                  <a:pt x="536262" y="74361"/>
                </a:lnTo>
                <a:lnTo>
                  <a:pt x="536544" y="74909"/>
                </a:lnTo>
                <a:lnTo>
                  <a:pt x="536838" y="75451"/>
                </a:lnTo>
                <a:lnTo>
                  <a:pt x="537143" y="75983"/>
                </a:lnTo>
                <a:lnTo>
                  <a:pt x="537459" y="76507"/>
                </a:lnTo>
                <a:lnTo>
                  <a:pt x="537787" y="77022"/>
                </a:lnTo>
                <a:lnTo>
                  <a:pt x="538126" y="77528"/>
                </a:lnTo>
                <a:lnTo>
                  <a:pt x="538476" y="78024"/>
                </a:lnTo>
                <a:lnTo>
                  <a:pt x="538838" y="78512"/>
                </a:lnTo>
                <a:lnTo>
                  <a:pt x="539212" y="78991"/>
                </a:lnTo>
                <a:lnTo>
                  <a:pt x="539596" y="79461"/>
                </a:lnTo>
                <a:lnTo>
                  <a:pt x="539993" y="79922"/>
                </a:lnTo>
                <a:lnTo>
                  <a:pt x="540400" y="80374"/>
                </a:lnTo>
                <a:lnTo>
                  <a:pt x="540819" y="80816"/>
                </a:lnTo>
                <a:lnTo>
                  <a:pt x="541250" y="81250"/>
                </a:lnTo>
                <a:lnTo>
                  <a:pt x="541691" y="81675"/>
                </a:lnTo>
                <a:lnTo>
                  <a:pt x="542145" y="82091"/>
                </a:lnTo>
                <a:lnTo>
                  <a:pt x="542609" y="82498"/>
                </a:lnTo>
                <a:lnTo>
                  <a:pt x="543085" y="82896"/>
                </a:lnTo>
                <a:lnTo>
                  <a:pt x="543573" y="83285"/>
                </a:lnTo>
                <a:lnTo>
                  <a:pt x="544043" y="83643"/>
                </a:lnTo>
                <a:lnTo>
                  <a:pt x="543710" y="83782"/>
                </a:lnTo>
                <a:lnTo>
                  <a:pt x="543171" y="84018"/>
                </a:lnTo>
                <a:lnTo>
                  <a:pt x="542647" y="84259"/>
                </a:lnTo>
                <a:lnTo>
                  <a:pt x="542137" y="84505"/>
                </a:lnTo>
                <a:lnTo>
                  <a:pt x="541641" y="84757"/>
                </a:lnTo>
                <a:lnTo>
                  <a:pt x="541160" y="85014"/>
                </a:lnTo>
                <a:lnTo>
                  <a:pt x="540693" y="85277"/>
                </a:lnTo>
                <a:lnTo>
                  <a:pt x="540240" y="85545"/>
                </a:lnTo>
                <a:lnTo>
                  <a:pt x="539802" y="85818"/>
                </a:lnTo>
                <a:lnTo>
                  <a:pt x="539378" y="86097"/>
                </a:lnTo>
                <a:lnTo>
                  <a:pt x="538968" y="86381"/>
                </a:lnTo>
                <a:lnTo>
                  <a:pt x="538573" y="86671"/>
                </a:lnTo>
                <a:lnTo>
                  <a:pt x="538192" y="86966"/>
                </a:lnTo>
                <a:lnTo>
                  <a:pt x="537825" y="87266"/>
                </a:lnTo>
                <a:lnTo>
                  <a:pt x="537473" y="87572"/>
                </a:lnTo>
                <a:lnTo>
                  <a:pt x="537135" y="87883"/>
                </a:lnTo>
                <a:lnTo>
                  <a:pt x="536811" y="88199"/>
                </a:lnTo>
                <a:lnTo>
                  <a:pt x="536502" y="88521"/>
                </a:lnTo>
                <a:lnTo>
                  <a:pt x="536207" y="88848"/>
                </a:lnTo>
                <a:lnTo>
                  <a:pt x="535925" y="89178"/>
                </a:lnTo>
                <a:lnTo>
                  <a:pt x="535655" y="89507"/>
                </a:lnTo>
                <a:lnTo>
                  <a:pt x="535398" y="89837"/>
                </a:lnTo>
                <a:lnTo>
                  <a:pt x="535152" y="90167"/>
                </a:lnTo>
                <a:lnTo>
                  <a:pt x="534918" y="90496"/>
                </a:lnTo>
                <a:lnTo>
                  <a:pt x="534696" y="90826"/>
                </a:lnTo>
                <a:lnTo>
                  <a:pt x="534486" y="91156"/>
                </a:lnTo>
                <a:lnTo>
                  <a:pt x="534288" y="91485"/>
                </a:lnTo>
                <a:lnTo>
                  <a:pt x="534103" y="91815"/>
                </a:lnTo>
                <a:lnTo>
                  <a:pt x="533929" y="92145"/>
                </a:lnTo>
                <a:lnTo>
                  <a:pt x="533767" y="92474"/>
                </a:lnTo>
                <a:lnTo>
                  <a:pt x="533617" y="92804"/>
                </a:lnTo>
                <a:lnTo>
                  <a:pt x="533479" y="93134"/>
                </a:lnTo>
                <a:lnTo>
                  <a:pt x="533353" y="93463"/>
                </a:lnTo>
                <a:lnTo>
                  <a:pt x="533239" y="93793"/>
                </a:lnTo>
                <a:lnTo>
                  <a:pt x="533137" y="94123"/>
                </a:lnTo>
                <a:lnTo>
                  <a:pt x="533047" y="94452"/>
                </a:lnTo>
                <a:lnTo>
                  <a:pt x="532969" y="94782"/>
                </a:lnTo>
                <a:lnTo>
                  <a:pt x="532903" y="95112"/>
                </a:lnTo>
                <a:lnTo>
                  <a:pt x="532849" y="95441"/>
                </a:lnTo>
                <a:lnTo>
                  <a:pt x="532807" y="95771"/>
                </a:lnTo>
                <a:lnTo>
                  <a:pt x="532777" y="96101"/>
                </a:lnTo>
                <a:lnTo>
                  <a:pt x="532759" y="96430"/>
                </a:lnTo>
                <a:lnTo>
                  <a:pt x="532753" y="96760"/>
                </a:lnTo>
                <a:lnTo>
                  <a:pt x="532757" y="96983"/>
                </a:lnTo>
                <a:lnTo>
                  <a:pt x="532767" y="97208"/>
                </a:lnTo>
                <a:lnTo>
                  <a:pt x="532784" y="97434"/>
                </a:lnTo>
                <a:lnTo>
                  <a:pt x="532807" y="97662"/>
                </a:lnTo>
                <a:lnTo>
                  <a:pt x="532837" y="97892"/>
                </a:lnTo>
                <a:lnTo>
                  <a:pt x="532874" y="98123"/>
                </a:lnTo>
                <a:lnTo>
                  <a:pt x="532918" y="98356"/>
                </a:lnTo>
                <a:lnTo>
                  <a:pt x="532969" y="98591"/>
                </a:lnTo>
                <a:lnTo>
                  <a:pt x="533026" y="98827"/>
                </a:lnTo>
                <a:lnTo>
                  <a:pt x="533090" y="99065"/>
                </a:lnTo>
                <a:lnTo>
                  <a:pt x="533160" y="99304"/>
                </a:lnTo>
                <a:lnTo>
                  <a:pt x="533238" y="99546"/>
                </a:lnTo>
                <a:lnTo>
                  <a:pt x="533322" y="99789"/>
                </a:lnTo>
                <a:lnTo>
                  <a:pt x="533413" y="100033"/>
                </a:lnTo>
                <a:lnTo>
                  <a:pt x="533510" y="100279"/>
                </a:lnTo>
                <a:lnTo>
                  <a:pt x="533614" y="100527"/>
                </a:lnTo>
                <a:lnTo>
                  <a:pt x="533725" y="100776"/>
                </a:lnTo>
                <a:lnTo>
                  <a:pt x="533843" y="101027"/>
                </a:lnTo>
                <a:lnTo>
                  <a:pt x="533968" y="101280"/>
                </a:lnTo>
                <a:lnTo>
                  <a:pt x="534099" y="101535"/>
                </a:lnTo>
                <a:lnTo>
                  <a:pt x="534237" y="101791"/>
                </a:lnTo>
                <a:lnTo>
                  <a:pt x="534381" y="102048"/>
                </a:lnTo>
                <a:lnTo>
                  <a:pt x="534533" y="102308"/>
                </a:lnTo>
                <a:lnTo>
                  <a:pt x="534691" y="102569"/>
                </a:lnTo>
                <a:lnTo>
                  <a:pt x="534857" y="102829"/>
                </a:lnTo>
                <a:lnTo>
                  <a:pt x="535032" y="103086"/>
                </a:lnTo>
                <a:lnTo>
                  <a:pt x="535217" y="103341"/>
                </a:lnTo>
                <a:lnTo>
                  <a:pt x="535412" y="103592"/>
                </a:lnTo>
                <a:lnTo>
                  <a:pt x="535615" y="103841"/>
                </a:lnTo>
                <a:lnTo>
                  <a:pt x="535828" y="104087"/>
                </a:lnTo>
                <a:lnTo>
                  <a:pt x="536050" y="104330"/>
                </a:lnTo>
                <a:lnTo>
                  <a:pt x="536282" y="104570"/>
                </a:lnTo>
                <a:lnTo>
                  <a:pt x="536523" y="104808"/>
                </a:lnTo>
                <a:lnTo>
                  <a:pt x="536773" y="105042"/>
                </a:lnTo>
                <a:lnTo>
                  <a:pt x="537033" y="105274"/>
                </a:lnTo>
                <a:lnTo>
                  <a:pt x="537302" y="105503"/>
                </a:lnTo>
                <a:lnTo>
                  <a:pt x="537581" y="105729"/>
                </a:lnTo>
                <a:lnTo>
                  <a:pt x="537868" y="105953"/>
                </a:lnTo>
                <a:lnTo>
                  <a:pt x="538166" y="106173"/>
                </a:lnTo>
                <a:lnTo>
                  <a:pt x="538472" y="106391"/>
                </a:lnTo>
                <a:lnTo>
                  <a:pt x="538788" y="106605"/>
                </a:lnTo>
                <a:lnTo>
                  <a:pt x="539113" y="106817"/>
                </a:lnTo>
                <a:lnTo>
                  <a:pt x="539448" y="107026"/>
                </a:lnTo>
                <a:lnTo>
                  <a:pt x="539792" y="107233"/>
                </a:lnTo>
                <a:lnTo>
                  <a:pt x="540145" y="107436"/>
                </a:lnTo>
                <a:lnTo>
                  <a:pt x="540508" y="107637"/>
                </a:lnTo>
                <a:lnTo>
                  <a:pt x="540880" y="107834"/>
                </a:lnTo>
                <a:lnTo>
                  <a:pt x="541261" y="108029"/>
                </a:lnTo>
                <a:lnTo>
                  <a:pt x="541654" y="108219"/>
                </a:lnTo>
                <a:lnTo>
                  <a:pt x="542058" y="108403"/>
                </a:lnTo>
                <a:lnTo>
                  <a:pt x="542475" y="108579"/>
                </a:lnTo>
                <a:lnTo>
                  <a:pt x="542697" y="108667"/>
                </a:lnTo>
                <a:lnTo>
                  <a:pt x="542328" y="108829"/>
                </a:lnTo>
                <a:lnTo>
                  <a:pt x="541575" y="109183"/>
                </a:lnTo>
                <a:lnTo>
                  <a:pt x="540845" y="109549"/>
                </a:lnTo>
                <a:lnTo>
                  <a:pt x="540138" y="109926"/>
                </a:lnTo>
                <a:lnTo>
                  <a:pt x="539455" y="110315"/>
                </a:lnTo>
                <a:lnTo>
                  <a:pt x="538795" y="110715"/>
                </a:lnTo>
                <a:lnTo>
                  <a:pt x="538158" y="111128"/>
                </a:lnTo>
                <a:lnTo>
                  <a:pt x="537544" y="111552"/>
                </a:lnTo>
                <a:lnTo>
                  <a:pt x="536954" y="111988"/>
                </a:lnTo>
                <a:lnTo>
                  <a:pt x="536387" y="112436"/>
                </a:lnTo>
                <a:lnTo>
                  <a:pt x="535843" y="112895"/>
                </a:lnTo>
                <a:lnTo>
                  <a:pt x="535323" y="113366"/>
                </a:lnTo>
                <a:lnTo>
                  <a:pt x="534824" y="113846"/>
                </a:lnTo>
                <a:lnTo>
                  <a:pt x="534347" y="114332"/>
                </a:lnTo>
                <a:lnTo>
                  <a:pt x="533891" y="114823"/>
                </a:lnTo>
                <a:lnTo>
                  <a:pt x="533457" y="115320"/>
                </a:lnTo>
                <a:lnTo>
                  <a:pt x="533043" y="115823"/>
                </a:lnTo>
                <a:lnTo>
                  <a:pt x="532651" y="116332"/>
                </a:lnTo>
                <a:lnTo>
                  <a:pt x="532280" y="116846"/>
                </a:lnTo>
                <a:lnTo>
                  <a:pt x="531930" y="117366"/>
                </a:lnTo>
                <a:lnTo>
                  <a:pt x="531601" y="117891"/>
                </a:lnTo>
                <a:lnTo>
                  <a:pt x="531294" y="118423"/>
                </a:lnTo>
                <a:lnTo>
                  <a:pt x="531007" y="118960"/>
                </a:lnTo>
                <a:lnTo>
                  <a:pt x="530742" y="119503"/>
                </a:lnTo>
                <a:lnTo>
                  <a:pt x="530498" y="120052"/>
                </a:lnTo>
                <a:lnTo>
                  <a:pt x="530276" y="120606"/>
                </a:lnTo>
                <a:lnTo>
                  <a:pt x="530074" y="121166"/>
                </a:lnTo>
                <a:lnTo>
                  <a:pt x="529894" y="121732"/>
                </a:lnTo>
                <a:lnTo>
                  <a:pt x="529735" y="122303"/>
                </a:lnTo>
                <a:lnTo>
                  <a:pt x="529597" y="122881"/>
                </a:lnTo>
                <a:lnTo>
                  <a:pt x="529480" y="123464"/>
                </a:lnTo>
                <a:lnTo>
                  <a:pt x="529385" y="124052"/>
                </a:lnTo>
                <a:lnTo>
                  <a:pt x="529311" y="124647"/>
                </a:lnTo>
                <a:lnTo>
                  <a:pt x="529258" y="125247"/>
                </a:lnTo>
                <a:lnTo>
                  <a:pt x="529226" y="125853"/>
                </a:lnTo>
                <a:lnTo>
                  <a:pt x="529215" y="126465"/>
                </a:lnTo>
                <a:lnTo>
                  <a:pt x="529221" y="126969"/>
                </a:lnTo>
                <a:lnTo>
                  <a:pt x="529239" y="127471"/>
                </a:lnTo>
                <a:lnTo>
                  <a:pt x="529269" y="127969"/>
                </a:lnTo>
                <a:lnTo>
                  <a:pt x="529310" y="128465"/>
                </a:lnTo>
                <a:lnTo>
                  <a:pt x="529363" y="128957"/>
                </a:lnTo>
                <a:lnTo>
                  <a:pt x="529429" y="129446"/>
                </a:lnTo>
                <a:lnTo>
                  <a:pt x="529506" y="129933"/>
                </a:lnTo>
                <a:lnTo>
                  <a:pt x="529594" y="130416"/>
                </a:lnTo>
                <a:lnTo>
                  <a:pt x="529695" y="130897"/>
                </a:lnTo>
                <a:lnTo>
                  <a:pt x="529808" y="131374"/>
                </a:lnTo>
                <a:lnTo>
                  <a:pt x="529932" y="131848"/>
                </a:lnTo>
                <a:lnTo>
                  <a:pt x="530068" y="132319"/>
                </a:lnTo>
                <a:lnTo>
                  <a:pt x="530216" y="132788"/>
                </a:lnTo>
                <a:lnTo>
                  <a:pt x="530376" y="133253"/>
                </a:lnTo>
                <a:lnTo>
                  <a:pt x="530548" y="133715"/>
                </a:lnTo>
                <a:lnTo>
                  <a:pt x="530732" y="134174"/>
                </a:lnTo>
                <a:lnTo>
                  <a:pt x="530927" y="134631"/>
                </a:lnTo>
                <a:lnTo>
                  <a:pt x="531134" y="135084"/>
                </a:lnTo>
                <a:lnTo>
                  <a:pt x="531354" y="135534"/>
                </a:lnTo>
                <a:lnTo>
                  <a:pt x="531585" y="135981"/>
                </a:lnTo>
                <a:lnTo>
                  <a:pt x="531827" y="136425"/>
                </a:lnTo>
                <a:lnTo>
                  <a:pt x="532082" y="136866"/>
                </a:lnTo>
                <a:lnTo>
                  <a:pt x="532349" y="137304"/>
                </a:lnTo>
                <a:lnTo>
                  <a:pt x="532627" y="137739"/>
                </a:lnTo>
                <a:lnTo>
                  <a:pt x="532919" y="138170"/>
                </a:lnTo>
                <a:lnTo>
                  <a:pt x="533225" y="138592"/>
                </a:lnTo>
                <a:lnTo>
                  <a:pt x="533546" y="139008"/>
                </a:lnTo>
                <a:lnTo>
                  <a:pt x="533882" y="139417"/>
                </a:lnTo>
                <a:lnTo>
                  <a:pt x="534233" y="139818"/>
                </a:lnTo>
                <a:lnTo>
                  <a:pt x="534599" y="140212"/>
                </a:lnTo>
                <a:lnTo>
                  <a:pt x="534979" y="140599"/>
                </a:lnTo>
                <a:lnTo>
                  <a:pt x="535374" y="140978"/>
                </a:lnTo>
                <a:lnTo>
                  <a:pt x="535784" y="141350"/>
                </a:lnTo>
                <a:lnTo>
                  <a:pt x="536209" y="141716"/>
                </a:lnTo>
                <a:lnTo>
                  <a:pt x="536648" y="142073"/>
                </a:lnTo>
                <a:lnTo>
                  <a:pt x="537102" y="142424"/>
                </a:lnTo>
                <a:lnTo>
                  <a:pt x="537571" y="142767"/>
                </a:lnTo>
                <a:lnTo>
                  <a:pt x="538055" y="143104"/>
                </a:lnTo>
                <a:lnTo>
                  <a:pt x="538553" y="143433"/>
                </a:lnTo>
                <a:lnTo>
                  <a:pt x="539067" y="143754"/>
                </a:lnTo>
                <a:lnTo>
                  <a:pt x="539595" y="144069"/>
                </a:lnTo>
                <a:lnTo>
                  <a:pt x="540137" y="144376"/>
                </a:lnTo>
                <a:lnTo>
                  <a:pt x="540695" y="144676"/>
                </a:lnTo>
                <a:lnTo>
                  <a:pt x="541267" y="144969"/>
                </a:lnTo>
                <a:lnTo>
                  <a:pt x="541854" y="145254"/>
                </a:lnTo>
                <a:lnTo>
                  <a:pt x="542456" y="145533"/>
                </a:lnTo>
                <a:lnTo>
                  <a:pt x="543073" y="145804"/>
                </a:lnTo>
                <a:lnTo>
                  <a:pt x="543704" y="146068"/>
                </a:lnTo>
                <a:lnTo>
                  <a:pt x="544352" y="146322"/>
                </a:lnTo>
                <a:lnTo>
                  <a:pt x="545017" y="146566"/>
                </a:lnTo>
                <a:lnTo>
                  <a:pt x="545700" y="146800"/>
                </a:lnTo>
                <a:lnTo>
                  <a:pt x="546400" y="147022"/>
                </a:lnTo>
                <a:lnTo>
                  <a:pt x="547118" y="147233"/>
                </a:lnTo>
                <a:lnTo>
                  <a:pt x="547853" y="147434"/>
                </a:lnTo>
                <a:lnTo>
                  <a:pt x="548606" y="147624"/>
                </a:lnTo>
                <a:lnTo>
                  <a:pt x="549376" y="147803"/>
                </a:lnTo>
                <a:lnTo>
                  <a:pt x="550164" y="147971"/>
                </a:lnTo>
                <a:lnTo>
                  <a:pt x="550970" y="148128"/>
                </a:lnTo>
                <a:lnTo>
                  <a:pt x="551793" y="148274"/>
                </a:lnTo>
                <a:lnTo>
                  <a:pt x="552633" y="148410"/>
                </a:lnTo>
                <a:lnTo>
                  <a:pt x="553492" y="148535"/>
                </a:lnTo>
                <a:lnTo>
                  <a:pt x="554367" y="148648"/>
                </a:lnTo>
                <a:lnTo>
                  <a:pt x="555261" y="148751"/>
                </a:lnTo>
                <a:lnTo>
                  <a:pt x="556171" y="148844"/>
                </a:lnTo>
                <a:lnTo>
                  <a:pt x="557100" y="148925"/>
                </a:lnTo>
                <a:lnTo>
                  <a:pt x="558046" y="148995"/>
                </a:lnTo>
                <a:lnTo>
                  <a:pt x="559009" y="149055"/>
                </a:lnTo>
                <a:lnTo>
                  <a:pt x="559990" y="149104"/>
                </a:lnTo>
                <a:lnTo>
                  <a:pt x="560989" y="149142"/>
                </a:lnTo>
                <a:lnTo>
                  <a:pt x="562005" y="149169"/>
                </a:lnTo>
                <a:lnTo>
                  <a:pt x="563039" y="149185"/>
                </a:lnTo>
                <a:lnTo>
                  <a:pt x="564090" y="149191"/>
                </a:lnTo>
                <a:lnTo>
                  <a:pt x="565612" y="149178"/>
                </a:lnTo>
                <a:lnTo>
                  <a:pt x="567103" y="149140"/>
                </a:lnTo>
                <a:lnTo>
                  <a:pt x="568564" y="149076"/>
                </a:lnTo>
                <a:lnTo>
                  <a:pt x="569993" y="148987"/>
                </a:lnTo>
                <a:lnTo>
                  <a:pt x="571393" y="148873"/>
                </a:lnTo>
                <a:lnTo>
                  <a:pt x="572761" y="148733"/>
                </a:lnTo>
                <a:lnTo>
                  <a:pt x="574099" y="148567"/>
                </a:lnTo>
                <a:lnTo>
                  <a:pt x="575406" y="148376"/>
                </a:lnTo>
                <a:lnTo>
                  <a:pt x="576682" y="148160"/>
                </a:lnTo>
                <a:lnTo>
                  <a:pt x="577928" y="147918"/>
                </a:lnTo>
                <a:lnTo>
                  <a:pt x="579142" y="147651"/>
                </a:lnTo>
                <a:lnTo>
                  <a:pt x="580327" y="147358"/>
                </a:lnTo>
                <a:lnTo>
                  <a:pt x="581480" y="147040"/>
                </a:lnTo>
                <a:lnTo>
                  <a:pt x="582603" y="146697"/>
                </a:lnTo>
                <a:lnTo>
                  <a:pt x="583695" y="146328"/>
                </a:lnTo>
                <a:lnTo>
                  <a:pt x="584756" y="145933"/>
                </a:lnTo>
                <a:lnTo>
                  <a:pt x="585787" y="145513"/>
                </a:lnTo>
                <a:lnTo>
                  <a:pt x="586787" y="145068"/>
                </a:lnTo>
                <a:lnTo>
                  <a:pt x="587756" y="144597"/>
                </a:lnTo>
                <a:lnTo>
                  <a:pt x="588694" y="144101"/>
                </a:lnTo>
                <a:lnTo>
                  <a:pt x="589602" y="143579"/>
                </a:lnTo>
                <a:lnTo>
                  <a:pt x="590479" y="143032"/>
                </a:lnTo>
                <a:lnTo>
                  <a:pt x="591325" y="142459"/>
                </a:lnTo>
                <a:lnTo>
                  <a:pt x="592141" y="141861"/>
                </a:lnTo>
                <a:lnTo>
                  <a:pt x="592925" y="141243"/>
                </a:lnTo>
                <a:lnTo>
                  <a:pt x="593675" y="140611"/>
                </a:lnTo>
                <a:lnTo>
                  <a:pt x="594392" y="139965"/>
                </a:lnTo>
                <a:lnTo>
                  <a:pt x="595075" y="139304"/>
                </a:lnTo>
                <a:lnTo>
                  <a:pt x="595725" y="138629"/>
                </a:lnTo>
                <a:lnTo>
                  <a:pt x="596342" y="137939"/>
                </a:lnTo>
                <a:lnTo>
                  <a:pt x="596926" y="137235"/>
                </a:lnTo>
                <a:lnTo>
                  <a:pt x="597476" y="136517"/>
                </a:lnTo>
                <a:lnTo>
                  <a:pt x="597993" y="135785"/>
                </a:lnTo>
                <a:lnTo>
                  <a:pt x="598476" y="135038"/>
                </a:lnTo>
                <a:lnTo>
                  <a:pt x="598926" y="134277"/>
                </a:lnTo>
                <a:lnTo>
                  <a:pt x="599343" y="133502"/>
                </a:lnTo>
                <a:lnTo>
                  <a:pt x="599727" y="132712"/>
                </a:lnTo>
                <a:lnTo>
                  <a:pt x="600077" y="131908"/>
                </a:lnTo>
                <a:lnTo>
                  <a:pt x="600394" y="131090"/>
                </a:lnTo>
                <a:lnTo>
                  <a:pt x="600677" y="130257"/>
                </a:lnTo>
                <a:lnTo>
                  <a:pt x="600927" y="129410"/>
                </a:lnTo>
                <a:lnTo>
                  <a:pt x="601144" y="128549"/>
                </a:lnTo>
                <a:lnTo>
                  <a:pt x="601327" y="127673"/>
                </a:lnTo>
                <a:lnTo>
                  <a:pt x="601477" y="126783"/>
                </a:lnTo>
                <a:lnTo>
                  <a:pt x="601594" y="125879"/>
                </a:lnTo>
                <a:lnTo>
                  <a:pt x="601677" y="124961"/>
                </a:lnTo>
                <a:lnTo>
                  <a:pt x="601727" y="124028"/>
                </a:lnTo>
                <a:lnTo>
                  <a:pt x="601744" y="123081"/>
                </a:lnTo>
                <a:lnTo>
                  <a:pt x="601730" y="122130"/>
                </a:lnTo>
                <a:lnTo>
                  <a:pt x="601687" y="121200"/>
                </a:lnTo>
                <a:lnTo>
                  <a:pt x="601616" y="120291"/>
                </a:lnTo>
                <a:lnTo>
                  <a:pt x="601516" y="119403"/>
                </a:lnTo>
                <a:lnTo>
                  <a:pt x="601388" y="118536"/>
                </a:lnTo>
                <a:lnTo>
                  <a:pt x="601231" y="117690"/>
                </a:lnTo>
                <a:lnTo>
                  <a:pt x="601045" y="116864"/>
                </a:lnTo>
                <a:lnTo>
                  <a:pt x="600831" y="116060"/>
                </a:lnTo>
                <a:lnTo>
                  <a:pt x="600589" y="115277"/>
                </a:lnTo>
                <a:lnTo>
                  <a:pt x="600318" y="114514"/>
                </a:lnTo>
                <a:lnTo>
                  <a:pt x="600019" y="113773"/>
                </a:lnTo>
                <a:lnTo>
                  <a:pt x="599691" y="113052"/>
                </a:lnTo>
                <a:lnTo>
                  <a:pt x="599334" y="112352"/>
                </a:lnTo>
                <a:lnTo>
                  <a:pt x="598949" y="111674"/>
                </a:lnTo>
                <a:lnTo>
                  <a:pt x="598536" y="111016"/>
                </a:lnTo>
                <a:lnTo>
                  <a:pt x="598094" y="110379"/>
                </a:lnTo>
                <a:lnTo>
                  <a:pt x="597623" y="109763"/>
                </a:lnTo>
                <a:lnTo>
                  <a:pt x="597124" y="109168"/>
                </a:lnTo>
                <a:lnTo>
                  <a:pt x="596597" y="108594"/>
                </a:lnTo>
                <a:lnTo>
                  <a:pt x="596040" y="108040"/>
                </a:lnTo>
                <a:lnTo>
                  <a:pt x="595456" y="107508"/>
                </a:lnTo>
                <a:lnTo>
                  <a:pt x="594843" y="106997"/>
                </a:lnTo>
                <a:lnTo>
                  <a:pt x="594201" y="106506"/>
                </a:lnTo>
                <a:lnTo>
                  <a:pt x="593531" y="106037"/>
                </a:lnTo>
                <a:lnTo>
                  <a:pt x="592827" y="105587"/>
                </a:lnTo>
                <a:lnTo>
                  <a:pt x="592086" y="105157"/>
                </a:lnTo>
                <a:lnTo>
                  <a:pt x="591307" y="104746"/>
                </a:lnTo>
                <a:lnTo>
                  <a:pt x="590490" y="104354"/>
                </a:lnTo>
                <a:lnTo>
                  <a:pt x="589635" y="103981"/>
                </a:lnTo>
                <a:lnTo>
                  <a:pt x="588742" y="103627"/>
                </a:lnTo>
                <a:lnTo>
                  <a:pt x="587812" y="103292"/>
                </a:lnTo>
                <a:lnTo>
                  <a:pt x="586843" y="102977"/>
                </a:lnTo>
                <a:lnTo>
                  <a:pt x="585837" y="102680"/>
                </a:lnTo>
                <a:lnTo>
                  <a:pt x="584793" y="102403"/>
                </a:lnTo>
                <a:lnTo>
                  <a:pt x="583710" y="102145"/>
                </a:lnTo>
                <a:lnTo>
                  <a:pt x="582590" y="101906"/>
                </a:lnTo>
                <a:lnTo>
                  <a:pt x="581433" y="101686"/>
                </a:lnTo>
                <a:lnTo>
                  <a:pt x="580237" y="101485"/>
                </a:lnTo>
                <a:lnTo>
                  <a:pt x="579003" y="101303"/>
                </a:lnTo>
                <a:lnTo>
                  <a:pt x="577732" y="101141"/>
                </a:lnTo>
                <a:lnTo>
                  <a:pt x="576422" y="100997"/>
                </a:lnTo>
                <a:lnTo>
                  <a:pt x="575075" y="100873"/>
                </a:lnTo>
                <a:lnTo>
                  <a:pt x="573690" y="100768"/>
                </a:lnTo>
                <a:lnTo>
                  <a:pt x="572267" y="100682"/>
                </a:lnTo>
                <a:lnTo>
                  <a:pt x="570806" y="100615"/>
                </a:lnTo>
                <a:lnTo>
                  <a:pt x="569307" y="100567"/>
                </a:lnTo>
                <a:lnTo>
                  <a:pt x="567770" y="100538"/>
                </a:lnTo>
                <a:lnTo>
                  <a:pt x="566196" y="100529"/>
                </a:lnTo>
                <a:lnTo>
                  <a:pt x="561563" y="100529"/>
                </a:lnTo>
                <a:lnTo>
                  <a:pt x="561034" y="100520"/>
                </a:lnTo>
                <a:lnTo>
                  <a:pt x="560514" y="100510"/>
                </a:lnTo>
                <a:lnTo>
                  <a:pt x="560004" y="100497"/>
                </a:lnTo>
                <a:lnTo>
                  <a:pt x="559504" y="100482"/>
                </a:lnTo>
                <a:lnTo>
                  <a:pt x="559012" y="100464"/>
                </a:lnTo>
                <a:lnTo>
                  <a:pt x="558530" y="100444"/>
                </a:lnTo>
                <a:lnTo>
                  <a:pt x="558057" y="100422"/>
                </a:lnTo>
                <a:lnTo>
                  <a:pt x="557594" y="100397"/>
                </a:lnTo>
                <a:lnTo>
                  <a:pt x="557140" y="100370"/>
                </a:lnTo>
                <a:lnTo>
                  <a:pt x="556696" y="100340"/>
                </a:lnTo>
                <a:lnTo>
                  <a:pt x="556260" y="100309"/>
                </a:lnTo>
                <a:lnTo>
                  <a:pt x="555834" y="100274"/>
                </a:lnTo>
                <a:lnTo>
                  <a:pt x="555418" y="100238"/>
                </a:lnTo>
                <a:lnTo>
                  <a:pt x="555011" y="100199"/>
                </a:lnTo>
                <a:lnTo>
                  <a:pt x="554613" y="100158"/>
                </a:lnTo>
                <a:lnTo>
                  <a:pt x="554225" y="100114"/>
                </a:lnTo>
                <a:lnTo>
                  <a:pt x="553846" y="100068"/>
                </a:lnTo>
                <a:lnTo>
                  <a:pt x="553476" y="100020"/>
                </a:lnTo>
                <a:lnTo>
                  <a:pt x="553115" y="99969"/>
                </a:lnTo>
                <a:lnTo>
                  <a:pt x="552765" y="99916"/>
                </a:lnTo>
                <a:lnTo>
                  <a:pt x="552423" y="99861"/>
                </a:lnTo>
                <a:lnTo>
                  <a:pt x="552091" y="99803"/>
                </a:lnTo>
                <a:lnTo>
                  <a:pt x="551768" y="99743"/>
                </a:lnTo>
                <a:lnTo>
                  <a:pt x="551454" y="99680"/>
                </a:lnTo>
                <a:lnTo>
                  <a:pt x="551149" y="99615"/>
                </a:lnTo>
                <a:lnTo>
                  <a:pt x="550852" y="99549"/>
                </a:lnTo>
                <a:lnTo>
                  <a:pt x="550562" y="99480"/>
                </a:lnTo>
                <a:lnTo>
                  <a:pt x="550279" y="99410"/>
                </a:lnTo>
                <a:lnTo>
                  <a:pt x="550005" y="99338"/>
                </a:lnTo>
                <a:lnTo>
                  <a:pt x="549738" y="99263"/>
                </a:lnTo>
                <a:lnTo>
                  <a:pt x="549478" y="99187"/>
                </a:lnTo>
                <a:lnTo>
                  <a:pt x="549227" y="99109"/>
                </a:lnTo>
                <a:lnTo>
                  <a:pt x="548982" y="99029"/>
                </a:lnTo>
                <a:lnTo>
                  <a:pt x="548746" y="98948"/>
                </a:lnTo>
                <a:lnTo>
                  <a:pt x="548517" y="98864"/>
                </a:lnTo>
                <a:lnTo>
                  <a:pt x="548295" y="98778"/>
                </a:lnTo>
                <a:lnTo>
                  <a:pt x="548081" y="98690"/>
                </a:lnTo>
                <a:lnTo>
                  <a:pt x="547875" y="98601"/>
                </a:lnTo>
                <a:lnTo>
                  <a:pt x="547677" y="98510"/>
                </a:lnTo>
                <a:lnTo>
                  <a:pt x="547486" y="98416"/>
                </a:lnTo>
                <a:lnTo>
                  <a:pt x="547302" y="98321"/>
                </a:lnTo>
                <a:lnTo>
                  <a:pt x="547126" y="98224"/>
                </a:lnTo>
                <a:lnTo>
                  <a:pt x="546958" y="98125"/>
                </a:lnTo>
                <a:lnTo>
                  <a:pt x="546798" y="98024"/>
                </a:lnTo>
                <a:lnTo>
                  <a:pt x="546645" y="97921"/>
                </a:lnTo>
                <a:lnTo>
                  <a:pt x="546499" y="97816"/>
                </a:lnTo>
                <a:lnTo>
                  <a:pt x="546362" y="97709"/>
                </a:lnTo>
                <a:lnTo>
                  <a:pt x="546231" y="97601"/>
                </a:lnTo>
                <a:lnTo>
                  <a:pt x="546108" y="97491"/>
                </a:lnTo>
                <a:lnTo>
                  <a:pt x="545989" y="97379"/>
                </a:lnTo>
                <a:lnTo>
                  <a:pt x="545876" y="97267"/>
                </a:lnTo>
                <a:lnTo>
                  <a:pt x="545768" y="97154"/>
                </a:lnTo>
                <a:lnTo>
                  <a:pt x="545665" y="97040"/>
                </a:lnTo>
                <a:lnTo>
                  <a:pt x="545568" y="96924"/>
                </a:lnTo>
                <a:lnTo>
                  <a:pt x="545476" y="96808"/>
                </a:lnTo>
                <a:lnTo>
                  <a:pt x="545389" y="96691"/>
                </a:lnTo>
                <a:lnTo>
                  <a:pt x="545307" y="96572"/>
                </a:lnTo>
                <a:lnTo>
                  <a:pt x="545231" y="96453"/>
                </a:lnTo>
                <a:lnTo>
                  <a:pt x="545160" y="96333"/>
                </a:lnTo>
                <a:lnTo>
                  <a:pt x="545094" y="96211"/>
                </a:lnTo>
                <a:lnTo>
                  <a:pt x="545034" y="96089"/>
                </a:lnTo>
                <a:lnTo>
                  <a:pt x="544978" y="95965"/>
                </a:lnTo>
                <a:lnTo>
                  <a:pt x="544928" y="95840"/>
                </a:lnTo>
                <a:lnTo>
                  <a:pt x="544884" y="95715"/>
                </a:lnTo>
                <a:lnTo>
                  <a:pt x="544844" y="95588"/>
                </a:lnTo>
                <a:lnTo>
                  <a:pt x="544810" y="95460"/>
                </a:lnTo>
                <a:lnTo>
                  <a:pt x="544781" y="95332"/>
                </a:lnTo>
                <a:lnTo>
                  <a:pt x="544757" y="95202"/>
                </a:lnTo>
                <a:lnTo>
                  <a:pt x="544739" y="95071"/>
                </a:lnTo>
                <a:lnTo>
                  <a:pt x="544726" y="94939"/>
                </a:lnTo>
                <a:lnTo>
                  <a:pt x="544718" y="94807"/>
                </a:lnTo>
                <a:lnTo>
                  <a:pt x="544715" y="94673"/>
                </a:lnTo>
                <a:lnTo>
                  <a:pt x="544720" y="94482"/>
                </a:lnTo>
                <a:lnTo>
                  <a:pt x="544733" y="94292"/>
                </a:lnTo>
                <a:lnTo>
                  <a:pt x="544755" y="94103"/>
                </a:lnTo>
                <a:lnTo>
                  <a:pt x="544785" y="93914"/>
                </a:lnTo>
                <a:lnTo>
                  <a:pt x="544825" y="93726"/>
                </a:lnTo>
                <a:lnTo>
                  <a:pt x="544873" y="93538"/>
                </a:lnTo>
                <a:lnTo>
                  <a:pt x="544930" y="93351"/>
                </a:lnTo>
                <a:lnTo>
                  <a:pt x="544996" y="93165"/>
                </a:lnTo>
                <a:lnTo>
                  <a:pt x="545071" y="92979"/>
                </a:lnTo>
                <a:lnTo>
                  <a:pt x="545154" y="92793"/>
                </a:lnTo>
                <a:lnTo>
                  <a:pt x="545246" y="92609"/>
                </a:lnTo>
                <a:lnTo>
                  <a:pt x="545347" y="92425"/>
                </a:lnTo>
                <a:lnTo>
                  <a:pt x="545457" y="92241"/>
                </a:lnTo>
                <a:lnTo>
                  <a:pt x="545575" y="92058"/>
                </a:lnTo>
                <a:lnTo>
                  <a:pt x="545702" y="91876"/>
                </a:lnTo>
                <a:lnTo>
                  <a:pt x="545838" y="91694"/>
                </a:lnTo>
                <a:lnTo>
                  <a:pt x="545983" y="91513"/>
                </a:lnTo>
                <a:lnTo>
                  <a:pt x="546137" y="91332"/>
                </a:lnTo>
                <a:lnTo>
                  <a:pt x="546299" y="91152"/>
                </a:lnTo>
                <a:lnTo>
                  <a:pt x="546470" y="90973"/>
                </a:lnTo>
                <a:lnTo>
                  <a:pt x="546650" y="90794"/>
                </a:lnTo>
                <a:lnTo>
                  <a:pt x="546839" y="90616"/>
                </a:lnTo>
                <a:lnTo>
                  <a:pt x="547036" y="90438"/>
                </a:lnTo>
                <a:lnTo>
                  <a:pt x="547242" y="90261"/>
                </a:lnTo>
                <a:lnTo>
                  <a:pt x="547457" y="90086"/>
                </a:lnTo>
                <a:lnTo>
                  <a:pt x="547678" y="89914"/>
                </a:lnTo>
                <a:lnTo>
                  <a:pt x="547907" y="89747"/>
                </a:lnTo>
                <a:lnTo>
                  <a:pt x="548143" y="89583"/>
                </a:lnTo>
                <a:lnTo>
                  <a:pt x="548387" y="89424"/>
                </a:lnTo>
                <a:lnTo>
                  <a:pt x="548637" y="89268"/>
                </a:lnTo>
                <a:lnTo>
                  <a:pt x="548896" y="89116"/>
                </a:lnTo>
                <a:lnTo>
                  <a:pt x="549161" y="88968"/>
                </a:lnTo>
                <a:lnTo>
                  <a:pt x="549434" y="88823"/>
                </a:lnTo>
                <a:lnTo>
                  <a:pt x="549714" y="88683"/>
                </a:lnTo>
                <a:lnTo>
                  <a:pt x="550001" y="88546"/>
                </a:lnTo>
                <a:lnTo>
                  <a:pt x="550296" y="88413"/>
                </a:lnTo>
                <a:lnTo>
                  <a:pt x="550598" y="88284"/>
                </a:lnTo>
                <a:lnTo>
                  <a:pt x="550907" y="88159"/>
                </a:lnTo>
                <a:lnTo>
                  <a:pt x="551224" y="88038"/>
                </a:lnTo>
                <a:lnTo>
                  <a:pt x="551548" y="87920"/>
                </a:lnTo>
                <a:lnTo>
                  <a:pt x="551879" y="87807"/>
                </a:lnTo>
                <a:lnTo>
                  <a:pt x="551982" y="87773"/>
                </a:lnTo>
                <a:lnTo>
                  <a:pt x="552206" y="87847"/>
                </a:lnTo>
                <a:lnTo>
                  <a:pt x="552865" y="88047"/>
                </a:lnTo>
                <a:lnTo>
                  <a:pt x="553534" y="88233"/>
                </a:lnTo>
                <a:lnTo>
                  <a:pt x="554213" y="88405"/>
                </a:lnTo>
                <a:lnTo>
                  <a:pt x="554902" y="88563"/>
                </a:lnTo>
                <a:lnTo>
                  <a:pt x="555602" y="88708"/>
                </a:lnTo>
                <a:lnTo>
                  <a:pt x="556312" y="88839"/>
                </a:lnTo>
                <a:lnTo>
                  <a:pt x="557033" y="88956"/>
                </a:lnTo>
                <a:lnTo>
                  <a:pt x="557763" y="89059"/>
                </a:lnTo>
                <a:lnTo>
                  <a:pt x="558504" y="89148"/>
                </a:lnTo>
                <a:lnTo>
                  <a:pt x="559255" y="89224"/>
                </a:lnTo>
                <a:lnTo>
                  <a:pt x="560016" y="89286"/>
                </a:lnTo>
                <a:lnTo>
                  <a:pt x="560787" y="89334"/>
                </a:lnTo>
                <a:lnTo>
                  <a:pt x="561569" y="89369"/>
                </a:lnTo>
                <a:lnTo>
                  <a:pt x="562361" y="89389"/>
                </a:lnTo>
                <a:lnTo>
                  <a:pt x="563163" y="89396"/>
                </a:lnTo>
                <a:lnTo>
                  <a:pt x="563993" y="89390"/>
                </a:lnTo>
                <a:lnTo>
                  <a:pt x="564810" y="89369"/>
                </a:lnTo>
                <a:lnTo>
                  <a:pt x="565616" y="89335"/>
                </a:lnTo>
                <a:lnTo>
                  <a:pt x="566410" y="89287"/>
                </a:lnTo>
                <a:lnTo>
                  <a:pt x="567192" y="89226"/>
                </a:lnTo>
                <a:lnTo>
                  <a:pt x="567962" y="89151"/>
                </a:lnTo>
                <a:lnTo>
                  <a:pt x="568720" y="89063"/>
                </a:lnTo>
                <a:lnTo>
                  <a:pt x="569467" y="88961"/>
                </a:lnTo>
                <a:lnTo>
                  <a:pt x="570202" y="88845"/>
                </a:lnTo>
                <a:lnTo>
                  <a:pt x="570924" y="88715"/>
                </a:lnTo>
                <a:lnTo>
                  <a:pt x="571635" y="88573"/>
                </a:lnTo>
                <a:lnTo>
                  <a:pt x="572335" y="88416"/>
                </a:lnTo>
                <a:lnTo>
                  <a:pt x="573022" y="88246"/>
                </a:lnTo>
                <a:lnTo>
                  <a:pt x="573697" y="88062"/>
                </a:lnTo>
                <a:lnTo>
                  <a:pt x="574361" y="87864"/>
                </a:lnTo>
                <a:lnTo>
                  <a:pt x="575013" y="87653"/>
                </a:lnTo>
                <a:lnTo>
                  <a:pt x="575652" y="87429"/>
                </a:lnTo>
                <a:lnTo>
                  <a:pt x="576281" y="87190"/>
                </a:lnTo>
                <a:lnTo>
                  <a:pt x="576897" y="86939"/>
                </a:lnTo>
                <a:lnTo>
                  <a:pt x="577501" y="86673"/>
                </a:lnTo>
                <a:lnTo>
                  <a:pt x="578094" y="86394"/>
                </a:lnTo>
                <a:lnTo>
                  <a:pt x="578674" y="86101"/>
                </a:lnTo>
                <a:lnTo>
                  <a:pt x="579243" y="85795"/>
                </a:lnTo>
                <a:lnTo>
                  <a:pt x="579800" y="85475"/>
                </a:lnTo>
                <a:lnTo>
                  <a:pt x="580346" y="85143"/>
                </a:lnTo>
                <a:lnTo>
                  <a:pt x="580880" y="84803"/>
                </a:lnTo>
                <a:lnTo>
                  <a:pt x="581403" y="84453"/>
                </a:lnTo>
                <a:lnTo>
                  <a:pt x="581914" y="84095"/>
                </a:lnTo>
                <a:lnTo>
                  <a:pt x="582415" y="83727"/>
                </a:lnTo>
                <a:lnTo>
                  <a:pt x="582904" y="83351"/>
                </a:lnTo>
                <a:lnTo>
                  <a:pt x="583382" y="82966"/>
                </a:lnTo>
                <a:lnTo>
                  <a:pt x="583848" y="82571"/>
                </a:lnTo>
                <a:lnTo>
                  <a:pt x="584304" y="82168"/>
                </a:lnTo>
                <a:lnTo>
                  <a:pt x="584748" y="81756"/>
                </a:lnTo>
                <a:lnTo>
                  <a:pt x="585180" y="81334"/>
                </a:lnTo>
                <a:lnTo>
                  <a:pt x="585602" y="80904"/>
                </a:lnTo>
                <a:lnTo>
                  <a:pt x="586012" y="80465"/>
                </a:lnTo>
                <a:lnTo>
                  <a:pt x="586411" y="80017"/>
                </a:lnTo>
                <a:lnTo>
                  <a:pt x="586799" y="79559"/>
                </a:lnTo>
                <a:lnTo>
                  <a:pt x="587176" y="79093"/>
                </a:lnTo>
                <a:lnTo>
                  <a:pt x="587541" y="78618"/>
                </a:lnTo>
                <a:lnTo>
                  <a:pt x="587895" y="78134"/>
                </a:lnTo>
                <a:lnTo>
                  <a:pt x="588238" y="77641"/>
                </a:lnTo>
                <a:lnTo>
                  <a:pt x="588569" y="77139"/>
                </a:lnTo>
                <a:lnTo>
                  <a:pt x="588889" y="76628"/>
                </a:lnTo>
                <a:lnTo>
                  <a:pt x="589198" y="76108"/>
                </a:lnTo>
                <a:lnTo>
                  <a:pt x="589496" y="75579"/>
                </a:lnTo>
                <a:lnTo>
                  <a:pt x="589782" y="75041"/>
                </a:lnTo>
                <a:lnTo>
                  <a:pt x="590057" y="74496"/>
                </a:lnTo>
                <a:lnTo>
                  <a:pt x="590320" y="73947"/>
                </a:lnTo>
                <a:lnTo>
                  <a:pt x="590572" y="73393"/>
                </a:lnTo>
                <a:lnTo>
                  <a:pt x="590812" y="72835"/>
                </a:lnTo>
                <a:lnTo>
                  <a:pt x="591040" y="72273"/>
                </a:lnTo>
                <a:lnTo>
                  <a:pt x="591256" y="71706"/>
                </a:lnTo>
                <a:lnTo>
                  <a:pt x="591461" y="71136"/>
                </a:lnTo>
                <a:lnTo>
                  <a:pt x="591654" y="70560"/>
                </a:lnTo>
                <a:lnTo>
                  <a:pt x="591836" y="69981"/>
                </a:lnTo>
                <a:lnTo>
                  <a:pt x="592005" y="69397"/>
                </a:lnTo>
                <a:lnTo>
                  <a:pt x="592163" y="68809"/>
                </a:lnTo>
                <a:lnTo>
                  <a:pt x="592309" y="68216"/>
                </a:lnTo>
                <a:lnTo>
                  <a:pt x="592444" y="67619"/>
                </a:lnTo>
                <a:lnTo>
                  <a:pt x="592567" y="67018"/>
                </a:lnTo>
                <a:lnTo>
                  <a:pt x="592678" y="66412"/>
                </a:lnTo>
                <a:lnTo>
                  <a:pt x="592777" y="65802"/>
                </a:lnTo>
                <a:lnTo>
                  <a:pt x="592865" y="65188"/>
                </a:lnTo>
                <a:lnTo>
                  <a:pt x="592941" y="64570"/>
                </a:lnTo>
                <a:lnTo>
                  <a:pt x="593006" y="63947"/>
                </a:lnTo>
                <a:lnTo>
                  <a:pt x="593058" y="63319"/>
                </a:lnTo>
                <a:lnTo>
                  <a:pt x="593099" y="62688"/>
                </a:lnTo>
                <a:lnTo>
                  <a:pt x="593128" y="62052"/>
                </a:lnTo>
                <a:lnTo>
                  <a:pt x="593146" y="61411"/>
                </a:lnTo>
                <a:lnTo>
                  <a:pt x="593152" y="60767"/>
                </a:lnTo>
                <a:lnTo>
                  <a:pt x="593146" y="60101"/>
                </a:lnTo>
                <a:lnTo>
                  <a:pt x="593129" y="59440"/>
                </a:lnTo>
                <a:lnTo>
                  <a:pt x="593100" y="58785"/>
                </a:lnTo>
                <a:lnTo>
                  <a:pt x="593059" y="58134"/>
                </a:lnTo>
                <a:lnTo>
                  <a:pt x="593007" y="57489"/>
                </a:lnTo>
                <a:lnTo>
                  <a:pt x="592944" y="56849"/>
                </a:lnTo>
                <a:lnTo>
                  <a:pt x="592869" y="56213"/>
                </a:lnTo>
                <a:lnTo>
                  <a:pt x="592782" y="55583"/>
                </a:lnTo>
                <a:lnTo>
                  <a:pt x="592684" y="54958"/>
                </a:lnTo>
                <a:lnTo>
                  <a:pt x="592574" y="54338"/>
                </a:lnTo>
                <a:lnTo>
                  <a:pt x="592453" y="53724"/>
                </a:lnTo>
                <a:lnTo>
                  <a:pt x="592320" y="53114"/>
                </a:lnTo>
                <a:lnTo>
                  <a:pt x="592176" y="52509"/>
                </a:lnTo>
                <a:lnTo>
                  <a:pt x="592020" y="51910"/>
                </a:lnTo>
                <a:lnTo>
                  <a:pt x="591852" y="51315"/>
                </a:lnTo>
                <a:lnTo>
                  <a:pt x="591673" y="50726"/>
                </a:lnTo>
                <a:lnTo>
                  <a:pt x="591482" y="50142"/>
                </a:lnTo>
                <a:lnTo>
                  <a:pt x="591280" y="49563"/>
                </a:lnTo>
                <a:lnTo>
                  <a:pt x="591066" y="48989"/>
                </a:lnTo>
                <a:lnTo>
                  <a:pt x="590841" y="48420"/>
                </a:lnTo>
                <a:lnTo>
                  <a:pt x="590604" y="47856"/>
                </a:lnTo>
                <a:lnTo>
                  <a:pt x="590356" y="47297"/>
                </a:lnTo>
                <a:lnTo>
                  <a:pt x="590096" y="46744"/>
                </a:lnTo>
                <a:lnTo>
                  <a:pt x="589824" y="46195"/>
                </a:lnTo>
                <a:lnTo>
                  <a:pt x="589541" y="45654"/>
                </a:lnTo>
                <a:lnTo>
                  <a:pt x="589247" y="45121"/>
                </a:lnTo>
                <a:lnTo>
                  <a:pt x="588941" y="44598"/>
                </a:lnTo>
                <a:lnTo>
                  <a:pt x="588624" y="44085"/>
                </a:lnTo>
                <a:lnTo>
                  <a:pt x="588295" y="43580"/>
                </a:lnTo>
                <a:lnTo>
                  <a:pt x="587955" y="43085"/>
                </a:lnTo>
                <a:lnTo>
                  <a:pt x="587604" y="42599"/>
                </a:lnTo>
                <a:lnTo>
                  <a:pt x="587241" y="42123"/>
                </a:lnTo>
                <a:lnTo>
                  <a:pt x="586867" y="41655"/>
                </a:lnTo>
                <a:lnTo>
                  <a:pt x="586481" y="41197"/>
                </a:lnTo>
                <a:lnTo>
                  <a:pt x="586084" y="40749"/>
                </a:lnTo>
                <a:lnTo>
                  <a:pt x="585676" y="40309"/>
                </a:lnTo>
                <a:lnTo>
                  <a:pt x="585256" y="39879"/>
                </a:lnTo>
                <a:lnTo>
                  <a:pt x="584855" y="39489"/>
                </a:lnTo>
                <a:lnTo>
                  <a:pt x="584941" y="39374"/>
                </a:lnTo>
                <a:lnTo>
                  <a:pt x="585219" y="39024"/>
                </a:lnTo>
                <a:lnTo>
                  <a:pt x="585502" y="38687"/>
                </a:lnTo>
                <a:close/>
                <a:moveTo>
                  <a:pt x="561074" y="79650"/>
                </a:moveTo>
                <a:lnTo>
                  <a:pt x="560544" y="79576"/>
                </a:lnTo>
                <a:lnTo>
                  <a:pt x="560020" y="79485"/>
                </a:lnTo>
                <a:lnTo>
                  <a:pt x="559502" y="79378"/>
                </a:lnTo>
                <a:lnTo>
                  <a:pt x="558989" y="79254"/>
                </a:lnTo>
                <a:lnTo>
                  <a:pt x="558481" y="79114"/>
                </a:lnTo>
                <a:lnTo>
                  <a:pt x="557980" y="78957"/>
                </a:lnTo>
                <a:lnTo>
                  <a:pt x="557483" y="78784"/>
                </a:lnTo>
                <a:lnTo>
                  <a:pt x="556993" y="78594"/>
                </a:lnTo>
                <a:lnTo>
                  <a:pt x="556508" y="78388"/>
                </a:lnTo>
                <a:lnTo>
                  <a:pt x="556028" y="78165"/>
                </a:lnTo>
                <a:lnTo>
                  <a:pt x="555554" y="77926"/>
                </a:lnTo>
                <a:lnTo>
                  <a:pt x="555086" y="77670"/>
                </a:lnTo>
                <a:lnTo>
                  <a:pt x="554623" y="77398"/>
                </a:lnTo>
                <a:lnTo>
                  <a:pt x="554166" y="77109"/>
                </a:lnTo>
                <a:lnTo>
                  <a:pt x="553714" y="76804"/>
                </a:lnTo>
                <a:lnTo>
                  <a:pt x="553268" y="76482"/>
                </a:lnTo>
                <a:lnTo>
                  <a:pt x="552827" y="76144"/>
                </a:lnTo>
                <a:lnTo>
                  <a:pt x="552392" y="75789"/>
                </a:lnTo>
                <a:lnTo>
                  <a:pt x="551962" y="75418"/>
                </a:lnTo>
                <a:lnTo>
                  <a:pt x="551538" y="75030"/>
                </a:lnTo>
                <a:lnTo>
                  <a:pt x="551126" y="74626"/>
                </a:lnTo>
                <a:lnTo>
                  <a:pt x="550731" y="74204"/>
                </a:lnTo>
                <a:lnTo>
                  <a:pt x="550354" y="73766"/>
                </a:lnTo>
                <a:lnTo>
                  <a:pt x="549994" y="73311"/>
                </a:lnTo>
                <a:lnTo>
                  <a:pt x="549652" y="72839"/>
                </a:lnTo>
                <a:lnTo>
                  <a:pt x="549327" y="72351"/>
                </a:lnTo>
                <a:lnTo>
                  <a:pt x="549020" y="71845"/>
                </a:lnTo>
                <a:lnTo>
                  <a:pt x="548730" y="71323"/>
                </a:lnTo>
                <a:lnTo>
                  <a:pt x="548458" y="70784"/>
                </a:lnTo>
                <a:lnTo>
                  <a:pt x="548204" y="70228"/>
                </a:lnTo>
                <a:lnTo>
                  <a:pt x="547967" y="69655"/>
                </a:lnTo>
                <a:lnTo>
                  <a:pt x="547748" y="69066"/>
                </a:lnTo>
                <a:lnTo>
                  <a:pt x="547546" y="68460"/>
                </a:lnTo>
                <a:lnTo>
                  <a:pt x="547362" y="67837"/>
                </a:lnTo>
                <a:lnTo>
                  <a:pt x="547195" y="67197"/>
                </a:lnTo>
                <a:lnTo>
                  <a:pt x="547046" y="66540"/>
                </a:lnTo>
                <a:lnTo>
                  <a:pt x="546914" y="65867"/>
                </a:lnTo>
                <a:lnTo>
                  <a:pt x="546800" y="65177"/>
                </a:lnTo>
                <a:lnTo>
                  <a:pt x="546703" y="64470"/>
                </a:lnTo>
                <a:lnTo>
                  <a:pt x="546625" y="63746"/>
                </a:lnTo>
                <a:lnTo>
                  <a:pt x="546563" y="63005"/>
                </a:lnTo>
                <a:lnTo>
                  <a:pt x="546519" y="62248"/>
                </a:lnTo>
                <a:lnTo>
                  <a:pt x="546493" y="61474"/>
                </a:lnTo>
                <a:lnTo>
                  <a:pt x="546484" y="60683"/>
                </a:lnTo>
                <a:lnTo>
                  <a:pt x="546492" y="59898"/>
                </a:lnTo>
                <a:lnTo>
                  <a:pt x="546517" y="59130"/>
                </a:lnTo>
                <a:lnTo>
                  <a:pt x="546558" y="58378"/>
                </a:lnTo>
                <a:lnTo>
                  <a:pt x="546615" y="57642"/>
                </a:lnTo>
                <a:lnTo>
                  <a:pt x="546689" y="56922"/>
                </a:lnTo>
                <a:lnTo>
                  <a:pt x="546779" y="56218"/>
                </a:lnTo>
                <a:lnTo>
                  <a:pt x="546885" y="55530"/>
                </a:lnTo>
                <a:lnTo>
                  <a:pt x="547008" y="54859"/>
                </a:lnTo>
                <a:lnTo>
                  <a:pt x="547147" y="54203"/>
                </a:lnTo>
                <a:lnTo>
                  <a:pt x="547303" y="53563"/>
                </a:lnTo>
                <a:lnTo>
                  <a:pt x="547475" y="52940"/>
                </a:lnTo>
                <a:lnTo>
                  <a:pt x="547663" y="52332"/>
                </a:lnTo>
                <a:lnTo>
                  <a:pt x="547868" y="51740"/>
                </a:lnTo>
                <a:lnTo>
                  <a:pt x="548089" y="51165"/>
                </a:lnTo>
                <a:lnTo>
                  <a:pt x="548327" y="50605"/>
                </a:lnTo>
                <a:lnTo>
                  <a:pt x="548581" y="50062"/>
                </a:lnTo>
                <a:lnTo>
                  <a:pt x="548851" y="49535"/>
                </a:lnTo>
                <a:lnTo>
                  <a:pt x="549138" y="49023"/>
                </a:lnTo>
                <a:lnTo>
                  <a:pt x="549441" y="48528"/>
                </a:lnTo>
                <a:lnTo>
                  <a:pt x="549760" y="48049"/>
                </a:lnTo>
                <a:lnTo>
                  <a:pt x="550096" y="47586"/>
                </a:lnTo>
                <a:lnTo>
                  <a:pt x="550448" y="47139"/>
                </a:lnTo>
                <a:lnTo>
                  <a:pt x="550817" y="46708"/>
                </a:lnTo>
                <a:lnTo>
                  <a:pt x="551201" y="46293"/>
                </a:lnTo>
                <a:lnTo>
                  <a:pt x="551599" y="45894"/>
                </a:lnTo>
                <a:lnTo>
                  <a:pt x="552007" y="45513"/>
                </a:lnTo>
                <a:lnTo>
                  <a:pt x="552424" y="45148"/>
                </a:lnTo>
                <a:lnTo>
                  <a:pt x="552851" y="44800"/>
                </a:lnTo>
                <a:lnTo>
                  <a:pt x="553288" y="44470"/>
                </a:lnTo>
                <a:lnTo>
                  <a:pt x="553734" y="44156"/>
                </a:lnTo>
                <a:lnTo>
                  <a:pt x="554190" y="43859"/>
                </a:lnTo>
                <a:lnTo>
                  <a:pt x="554655" y="43580"/>
                </a:lnTo>
                <a:lnTo>
                  <a:pt x="555130" y="43317"/>
                </a:lnTo>
                <a:lnTo>
                  <a:pt x="555615" y="43071"/>
                </a:lnTo>
                <a:lnTo>
                  <a:pt x="556110" y="42842"/>
                </a:lnTo>
                <a:lnTo>
                  <a:pt x="556614" y="42630"/>
                </a:lnTo>
                <a:lnTo>
                  <a:pt x="557127" y="42435"/>
                </a:lnTo>
                <a:lnTo>
                  <a:pt x="557651" y="42257"/>
                </a:lnTo>
                <a:lnTo>
                  <a:pt x="558184" y="42096"/>
                </a:lnTo>
                <a:lnTo>
                  <a:pt x="558727" y="41952"/>
                </a:lnTo>
                <a:lnTo>
                  <a:pt x="559279" y="41824"/>
                </a:lnTo>
                <a:lnTo>
                  <a:pt x="559841" y="41714"/>
                </a:lnTo>
                <a:lnTo>
                  <a:pt x="560413" y="41621"/>
                </a:lnTo>
                <a:lnTo>
                  <a:pt x="560994" y="41545"/>
                </a:lnTo>
                <a:lnTo>
                  <a:pt x="561585" y="41485"/>
                </a:lnTo>
                <a:lnTo>
                  <a:pt x="562186" y="41443"/>
                </a:lnTo>
                <a:lnTo>
                  <a:pt x="562796" y="41418"/>
                </a:lnTo>
                <a:lnTo>
                  <a:pt x="563416" y="41409"/>
                </a:lnTo>
                <a:lnTo>
                  <a:pt x="564035" y="41417"/>
                </a:lnTo>
                <a:lnTo>
                  <a:pt x="564645" y="41442"/>
                </a:lnTo>
                <a:lnTo>
                  <a:pt x="565243" y="41483"/>
                </a:lnTo>
                <a:lnTo>
                  <a:pt x="565832" y="41541"/>
                </a:lnTo>
                <a:lnTo>
                  <a:pt x="566410" y="41615"/>
                </a:lnTo>
                <a:lnTo>
                  <a:pt x="566978" y="41706"/>
                </a:lnTo>
                <a:lnTo>
                  <a:pt x="567535" y="41814"/>
                </a:lnTo>
                <a:lnTo>
                  <a:pt x="568082" y="41937"/>
                </a:lnTo>
                <a:lnTo>
                  <a:pt x="568618" y="42078"/>
                </a:lnTo>
                <a:lnTo>
                  <a:pt x="569144" y="42234"/>
                </a:lnTo>
                <a:lnTo>
                  <a:pt x="569660" y="42408"/>
                </a:lnTo>
                <a:lnTo>
                  <a:pt x="570165" y="42598"/>
                </a:lnTo>
                <a:lnTo>
                  <a:pt x="570660" y="42804"/>
                </a:lnTo>
                <a:lnTo>
                  <a:pt x="571145" y="43027"/>
                </a:lnTo>
                <a:lnTo>
                  <a:pt x="571619" y="43266"/>
                </a:lnTo>
                <a:lnTo>
                  <a:pt x="572083" y="43522"/>
                </a:lnTo>
                <a:lnTo>
                  <a:pt x="572536" y="43795"/>
                </a:lnTo>
                <a:lnTo>
                  <a:pt x="572979" y="44083"/>
                </a:lnTo>
                <a:lnTo>
                  <a:pt x="573412" y="44389"/>
                </a:lnTo>
                <a:lnTo>
                  <a:pt x="573834" y="44711"/>
                </a:lnTo>
                <a:lnTo>
                  <a:pt x="574246" y="45049"/>
                </a:lnTo>
                <a:lnTo>
                  <a:pt x="574648" y="45404"/>
                </a:lnTo>
                <a:lnTo>
                  <a:pt x="575039" y="45776"/>
                </a:lnTo>
                <a:lnTo>
                  <a:pt x="575420" y="46164"/>
                </a:lnTo>
                <a:lnTo>
                  <a:pt x="575787" y="46568"/>
                </a:lnTo>
                <a:lnTo>
                  <a:pt x="576140" y="46991"/>
                </a:lnTo>
                <a:lnTo>
                  <a:pt x="576476" y="47431"/>
                </a:lnTo>
                <a:lnTo>
                  <a:pt x="576797" y="47889"/>
                </a:lnTo>
                <a:lnTo>
                  <a:pt x="577102" y="48365"/>
                </a:lnTo>
                <a:lnTo>
                  <a:pt x="577391" y="48858"/>
                </a:lnTo>
                <a:lnTo>
                  <a:pt x="577665" y="49369"/>
                </a:lnTo>
                <a:lnTo>
                  <a:pt x="577923" y="49898"/>
                </a:lnTo>
                <a:lnTo>
                  <a:pt x="578166" y="50445"/>
                </a:lnTo>
                <a:lnTo>
                  <a:pt x="578393" y="51009"/>
                </a:lnTo>
                <a:lnTo>
                  <a:pt x="578604" y="51591"/>
                </a:lnTo>
                <a:lnTo>
                  <a:pt x="578800" y="52191"/>
                </a:lnTo>
                <a:lnTo>
                  <a:pt x="578980" y="52808"/>
                </a:lnTo>
                <a:lnTo>
                  <a:pt x="579144" y="53444"/>
                </a:lnTo>
                <a:lnTo>
                  <a:pt x="579293" y="54096"/>
                </a:lnTo>
                <a:lnTo>
                  <a:pt x="579426" y="54767"/>
                </a:lnTo>
                <a:lnTo>
                  <a:pt x="579543" y="55455"/>
                </a:lnTo>
                <a:lnTo>
                  <a:pt x="579645" y="56161"/>
                </a:lnTo>
                <a:lnTo>
                  <a:pt x="579731" y="56885"/>
                </a:lnTo>
                <a:lnTo>
                  <a:pt x="579801" y="57626"/>
                </a:lnTo>
                <a:lnTo>
                  <a:pt x="579856" y="58386"/>
                </a:lnTo>
                <a:lnTo>
                  <a:pt x="579895" y="59163"/>
                </a:lnTo>
                <a:lnTo>
                  <a:pt x="579919" y="59957"/>
                </a:lnTo>
                <a:lnTo>
                  <a:pt x="579926" y="60769"/>
                </a:lnTo>
                <a:lnTo>
                  <a:pt x="579918" y="61546"/>
                </a:lnTo>
                <a:lnTo>
                  <a:pt x="579894" y="62307"/>
                </a:lnTo>
                <a:lnTo>
                  <a:pt x="579854" y="63052"/>
                </a:lnTo>
                <a:lnTo>
                  <a:pt x="579798" y="63781"/>
                </a:lnTo>
                <a:lnTo>
                  <a:pt x="579725" y="64494"/>
                </a:lnTo>
                <a:lnTo>
                  <a:pt x="579637" y="65190"/>
                </a:lnTo>
                <a:lnTo>
                  <a:pt x="579532" y="65871"/>
                </a:lnTo>
                <a:lnTo>
                  <a:pt x="579412" y="66535"/>
                </a:lnTo>
                <a:lnTo>
                  <a:pt x="579275" y="67184"/>
                </a:lnTo>
                <a:lnTo>
                  <a:pt x="579122" y="67816"/>
                </a:lnTo>
                <a:lnTo>
                  <a:pt x="578953" y="68433"/>
                </a:lnTo>
                <a:lnTo>
                  <a:pt x="578768" y="69033"/>
                </a:lnTo>
                <a:lnTo>
                  <a:pt x="578567" y="69617"/>
                </a:lnTo>
                <a:lnTo>
                  <a:pt x="578350" y="70186"/>
                </a:lnTo>
                <a:lnTo>
                  <a:pt x="578117" y="70738"/>
                </a:lnTo>
                <a:lnTo>
                  <a:pt x="577867" y="71274"/>
                </a:lnTo>
                <a:lnTo>
                  <a:pt x="577602" y="71794"/>
                </a:lnTo>
                <a:lnTo>
                  <a:pt x="577320" y="72298"/>
                </a:lnTo>
                <a:lnTo>
                  <a:pt x="577023" y="72786"/>
                </a:lnTo>
                <a:lnTo>
                  <a:pt x="576709" y="73258"/>
                </a:lnTo>
                <a:lnTo>
                  <a:pt x="576379" y="73714"/>
                </a:lnTo>
                <a:lnTo>
                  <a:pt x="576033" y="74154"/>
                </a:lnTo>
                <a:lnTo>
                  <a:pt x="575671" y="74578"/>
                </a:lnTo>
                <a:lnTo>
                  <a:pt x="575293" y="74985"/>
                </a:lnTo>
                <a:lnTo>
                  <a:pt x="574902" y="75377"/>
                </a:lnTo>
                <a:lnTo>
                  <a:pt x="574502" y="75752"/>
                </a:lnTo>
                <a:lnTo>
                  <a:pt x="574092" y="76110"/>
                </a:lnTo>
                <a:lnTo>
                  <a:pt x="573672" y="76451"/>
                </a:lnTo>
                <a:lnTo>
                  <a:pt x="573242" y="76776"/>
                </a:lnTo>
                <a:lnTo>
                  <a:pt x="572803" y="77084"/>
                </a:lnTo>
                <a:lnTo>
                  <a:pt x="572354" y="77375"/>
                </a:lnTo>
                <a:lnTo>
                  <a:pt x="571896" y="77650"/>
                </a:lnTo>
                <a:lnTo>
                  <a:pt x="571428" y="77908"/>
                </a:lnTo>
                <a:lnTo>
                  <a:pt x="570950" y="78150"/>
                </a:lnTo>
                <a:lnTo>
                  <a:pt x="570462" y="78375"/>
                </a:lnTo>
                <a:lnTo>
                  <a:pt x="569965" y="78583"/>
                </a:lnTo>
                <a:lnTo>
                  <a:pt x="569459" y="78774"/>
                </a:lnTo>
                <a:lnTo>
                  <a:pt x="568942" y="78949"/>
                </a:lnTo>
                <a:lnTo>
                  <a:pt x="568416" y="79107"/>
                </a:lnTo>
                <a:lnTo>
                  <a:pt x="567880" y="79249"/>
                </a:lnTo>
                <a:lnTo>
                  <a:pt x="567335" y="79374"/>
                </a:lnTo>
                <a:lnTo>
                  <a:pt x="566780" y="79482"/>
                </a:lnTo>
                <a:lnTo>
                  <a:pt x="566215" y="79574"/>
                </a:lnTo>
                <a:lnTo>
                  <a:pt x="565641" y="79649"/>
                </a:lnTo>
                <a:lnTo>
                  <a:pt x="565057" y="79707"/>
                </a:lnTo>
                <a:lnTo>
                  <a:pt x="564464" y="79749"/>
                </a:lnTo>
                <a:lnTo>
                  <a:pt x="563860" y="79774"/>
                </a:lnTo>
                <a:lnTo>
                  <a:pt x="563247" y="79782"/>
                </a:lnTo>
                <a:lnTo>
                  <a:pt x="562696" y="79774"/>
                </a:lnTo>
                <a:lnTo>
                  <a:pt x="562149" y="79749"/>
                </a:lnTo>
                <a:lnTo>
                  <a:pt x="561609" y="79708"/>
                </a:lnTo>
                <a:lnTo>
                  <a:pt x="561074" y="79650"/>
                </a:lnTo>
                <a:close/>
                <a:moveTo>
                  <a:pt x="560117" y="138876"/>
                </a:moveTo>
                <a:lnTo>
                  <a:pt x="559265" y="138814"/>
                </a:lnTo>
                <a:lnTo>
                  <a:pt x="558435" y="138738"/>
                </a:lnTo>
                <a:lnTo>
                  <a:pt x="557629" y="138648"/>
                </a:lnTo>
                <a:lnTo>
                  <a:pt x="556845" y="138545"/>
                </a:lnTo>
                <a:lnTo>
                  <a:pt x="556085" y="138428"/>
                </a:lnTo>
                <a:lnTo>
                  <a:pt x="555347" y="138297"/>
                </a:lnTo>
                <a:lnTo>
                  <a:pt x="554631" y="138152"/>
                </a:lnTo>
                <a:lnTo>
                  <a:pt x="553939" y="137994"/>
                </a:lnTo>
                <a:lnTo>
                  <a:pt x="553270" y="137821"/>
                </a:lnTo>
                <a:lnTo>
                  <a:pt x="552623" y="137635"/>
                </a:lnTo>
                <a:lnTo>
                  <a:pt x="551999" y="137436"/>
                </a:lnTo>
                <a:lnTo>
                  <a:pt x="551398" y="137222"/>
                </a:lnTo>
                <a:lnTo>
                  <a:pt x="550820" y="136995"/>
                </a:lnTo>
                <a:lnTo>
                  <a:pt x="550264" y="136753"/>
                </a:lnTo>
                <a:lnTo>
                  <a:pt x="549732" y="136498"/>
                </a:lnTo>
                <a:lnTo>
                  <a:pt x="549222" y="136230"/>
                </a:lnTo>
                <a:lnTo>
                  <a:pt x="548735" y="135947"/>
                </a:lnTo>
                <a:lnTo>
                  <a:pt x="548271" y="135651"/>
                </a:lnTo>
                <a:lnTo>
                  <a:pt x="547829" y="135341"/>
                </a:lnTo>
                <a:lnTo>
                  <a:pt x="547411" y="135017"/>
                </a:lnTo>
                <a:lnTo>
                  <a:pt x="547012" y="134684"/>
                </a:lnTo>
                <a:lnTo>
                  <a:pt x="546630" y="134347"/>
                </a:lnTo>
                <a:lnTo>
                  <a:pt x="546266" y="134005"/>
                </a:lnTo>
                <a:lnTo>
                  <a:pt x="545918" y="133659"/>
                </a:lnTo>
                <a:lnTo>
                  <a:pt x="545587" y="133308"/>
                </a:lnTo>
                <a:lnTo>
                  <a:pt x="545273" y="132953"/>
                </a:lnTo>
                <a:lnTo>
                  <a:pt x="544976" y="132594"/>
                </a:lnTo>
                <a:lnTo>
                  <a:pt x="544696" y="132230"/>
                </a:lnTo>
                <a:lnTo>
                  <a:pt x="544433" y="131862"/>
                </a:lnTo>
                <a:lnTo>
                  <a:pt x="544187" y="131490"/>
                </a:lnTo>
                <a:lnTo>
                  <a:pt x="543958" y="131113"/>
                </a:lnTo>
                <a:lnTo>
                  <a:pt x="543746" y="130732"/>
                </a:lnTo>
                <a:lnTo>
                  <a:pt x="543551" y="130346"/>
                </a:lnTo>
                <a:lnTo>
                  <a:pt x="543373" y="129956"/>
                </a:lnTo>
                <a:lnTo>
                  <a:pt x="543212" y="129561"/>
                </a:lnTo>
                <a:lnTo>
                  <a:pt x="543068" y="129163"/>
                </a:lnTo>
                <a:lnTo>
                  <a:pt x="542941" y="128759"/>
                </a:lnTo>
                <a:lnTo>
                  <a:pt x="542830" y="128352"/>
                </a:lnTo>
                <a:lnTo>
                  <a:pt x="542737" y="127940"/>
                </a:lnTo>
                <a:lnTo>
                  <a:pt x="542661" y="127523"/>
                </a:lnTo>
                <a:lnTo>
                  <a:pt x="542601" y="127103"/>
                </a:lnTo>
                <a:lnTo>
                  <a:pt x="542559" y="126677"/>
                </a:lnTo>
                <a:lnTo>
                  <a:pt x="542533" y="126248"/>
                </a:lnTo>
                <a:lnTo>
                  <a:pt x="542525" y="125814"/>
                </a:lnTo>
                <a:lnTo>
                  <a:pt x="542530" y="125423"/>
                </a:lnTo>
                <a:lnTo>
                  <a:pt x="542546" y="125037"/>
                </a:lnTo>
                <a:lnTo>
                  <a:pt x="542572" y="124654"/>
                </a:lnTo>
                <a:lnTo>
                  <a:pt x="542608" y="124275"/>
                </a:lnTo>
                <a:lnTo>
                  <a:pt x="542655" y="123901"/>
                </a:lnTo>
                <a:lnTo>
                  <a:pt x="542712" y="123530"/>
                </a:lnTo>
                <a:lnTo>
                  <a:pt x="542779" y="123163"/>
                </a:lnTo>
                <a:lnTo>
                  <a:pt x="542857" y="122800"/>
                </a:lnTo>
                <a:lnTo>
                  <a:pt x="542945" y="122441"/>
                </a:lnTo>
                <a:lnTo>
                  <a:pt x="543044" y="122086"/>
                </a:lnTo>
                <a:lnTo>
                  <a:pt x="543153" y="121735"/>
                </a:lnTo>
                <a:lnTo>
                  <a:pt x="543273" y="121387"/>
                </a:lnTo>
                <a:lnTo>
                  <a:pt x="543402" y="121044"/>
                </a:lnTo>
                <a:lnTo>
                  <a:pt x="543543" y="120705"/>
                </a:lnTo>
                <a:lnTo>
                  <a:pt x="543693" y="120369"/>
                </a:lnTo>
                <a:lnTo>
                  <a:pt x="543854" y="120038"/>
                </a:lnTo>
                <a:lnTo>
                  <a:pt x="544025" y="119710"/>
                </a:lnTo>
                <a:lnTo>
                  <a:pt x="544207" y="119387"/>
                </a:lnTo>
                <a:lnTo>
                  <a:pt x="544399" y="119067"/>
                </a:lnTo>
                <a:lnTo>
                  <a:pt x="544602" y="118751"/>
                </a:lnTo>
                <a:lnTo>
                  <a:pt x="544815" y="118440"/>
                </a:lnTo>
                <a:lnTo>
                  <a:pt x="545038" y="118132"/>
                </a:lnTo>
                <a:lnTo>
                  <a:pt x="545271" y="117828"/>
                </a:lnTo>
                <a:lnTo>
                  <a:pt x="545515" y="117528"/>
                </a:lnTo>
                <a:lnTo>
                  <a:pt x="545769" y="117233"/>
                </a:lnTo>
                <a:lnTo>
                  <a:pt x="546033" y="116946"/>
                </a:lnTo>
                <a:lnTo>
                  <a:pt x="546307" y="116666"/>
                </a:lnTo>
                <a:lnTo>
                  <a:pt x="546591" y="116394"/>
                </a:lnTo>
                <a:lnTo>
                  <a:pt x="546884" y="116128"/>
                </a:lnTo>
                <a:lnTo>
                  <a:pt x="547187" y="115870"/>
                </a:lnTo>
                <a:lnTo>
                  <a:pt x="547500" y="115620"/>
                </a:lnTo>
                <a:lnTo>
                  <a:pt x="547823" y="115376"/>
                </a:lnTo>
                <a:lnTo>
                  <a:pt x="548155" y="115140"/>
                </a:lnTo>
                <a:lnTo>
                  <a:pt x="548497" y="114911"/>
                </a:lnTo>
                <a:lnTo>
                  <a:pt x="548849" y="114689"/>
                </a:lnTo>
                <a:lnTo>
                  <a:pt x="549211" y="114474"/>
                </a:lnTo>
                <a:lnTo>
                  <a:pt x="549583" y="114267"/>
                </a:lnTo>
                <a:lnTo>
                  <a:pt x="549964" y="114067"/>
                </a:lnTo>
                <a:lnTo>
                  <a:pt x="550356" y="113875"/>
                </a:lnTo>
                <a:lnTo>
                  <a:pt x="550757" y="113689"/>
                </a:lnTo>
                <a:lnTo>
                  <a:pt x="551168" y="113511"/>
                </a:lnTo>
                <a:lnTo>
                  <a:pt x="551588" y="113340"/>
                </a:lnTo>
                <a:lnTo>
                  <a:pt x="552019" y="113177"/>
                </a:lnTo>
                <a:lnTo>
                  <a:pt x="552459" y="113020"/>
                </a:lnTo>
                <a:lnTo>
                  <a:pt x="552909" y="112871"/>
                </a:lnTo>
                <a:lnTo>
                  <a:pt x="553369" y="112729"/>
                </a:lnTo>
                <a:lnTo>
                  <a:pt x="553839" y="112595"/>
                </a:lnTo>
                <a:lnTo>
                  <a:pt x="554318" y="112468"/>
                </a:lnTo>
                <a:lnTo>
                  <a:pt x="565690" y="112468"/>
                </a:lnTo>
                <a:lnTo>
                  <a:pt x="566441" y="112470"/>
                </a:lnTo>
                <a:lnTo>
                  <a:pt x="567177" y="112478"/>
                </a:lnTo>
                <a:lnTo>
                  <a:pt x="567899" y="112491"/>
                </a:lnTo>
                <a:lnTo>
                  <a:pt x="568606" y="112509"/>
                </a:lnTo>
                <a:lnTo>
                  <a:pt x="569298" y="112532"/>
                </a:lnTo>
                <a:lnTo>
                  <a:pt x="569976" y="112560"/>
                </a:lnTo>
                <a:lnTo>
                  <a:pt x="570639" y="112594"/>
                </a:lnTo>
                <a:lnTo>
                  <a:pt x="571287" y="112632"/>
                </a:lnTo>
                <a:lnTo>
                  <a:pt x="571921" y="112676"/>
                </a:lnTo>
                <a:lnTo>
                  <a:pt x="572540" y="112725"/>
                </a:lnTo>
                <a:lnTo>
                  <a:pt x="573145" y="112779"/>
                </a:lnTo>
                <a:lnTo>
                  <a:pt x="573735" y="112838"/>
                </a:lnTo>
                <a:lnTo>
                  <a:pt x="574310" y="112903"/>
                </a:lnTo>
                <a:lnTo>
                  <a:pt x="574871" y="112972"/>
                </a:lnTo>
                <a:lnTo>
                  <a:pt x="575417" y="113047"/>
                </a:lnTo>
                <a:lnTo>
                  <a:pt x="575949" y="113127"/>
                </a:lnTo>
                <a:lnTo>
                  <a:pt x="576465" y="113212"/>
                </a:lnTo>
                <a:lnTo>
                  <a:pt x="576968" y="113302"/>
                </a:lnTo>
                <a:lnTo>
                  <a:pt x="577455" y="113397"/>
                </a:lnTo>
                <a:lnTo>
                  <a:pt x="577928" y="113498"/>
                </a:lnTo>
                <a:lnTo>
                  <a:pt x="578386" y="113604"/>
                </a:lnTo>
                <a:lnTo>
                  <a:pt x="578830" y="113714"/>
                </a:lnTo>
                <a:lnTo>
                  <a:pt x="579259" y="113830"/>
                </a:lnTo>
                <a:lnTo>
                  <a:pt x="579674" y="113951"/>
                </a:lnTo>
                <a:lnTo>
                  <a:pt x="580076" y="114077"/>
                </a:lnTo>
                <a:lnTo>
                  <a:pt x="580467" y="114206"/>
                </a:lnTo>
                <a:lnTo>
                  <a:pt x="580848" y="114340"/>
                </a:lnTo>
                <a:lnTo>
                  <a:pt x="581218" y="114478"/>
                </a:lnTo>
                <a:lnTo>
                  <a:pt x="581578" y="114620"/>
                </a:lnTo>
                <a:lnTo>
                  <a:pt x="581927" y="114766"/>
                </a:lnTo>
                <a:lnTo>
                  <a:pt x="582266" y="114916"/>
                </a:lnTo>
                <a:lnTo>
                  <a:pt x="582594" y="115070"/>
                </a:lnTo>
                <a:lnTo>
                  <a:pt x="582912" y="115228"/>
                </a:lnTo>
                <a:lnTo>
                  <a:pt x="583219" y="115390"/>
                </a:lnTo>
                <a:lnTo>
                  <a:pt x="583515" y="115557"/>
                </a:lnTo>
                <a:lnTo>
                  <a:pt x="583801" y="115727"/>
                </a:lnTo>
                <a:lnTo>
                  <a:pt x="584077" y="115902"/>
                </a:lnTo>
                <a:lnTo>
                  <a:pt x="584342" y="116080"/>
                </a:lnTo>
                <a:lnTo>
                  <a:pt x="584596" y="116263"/>
                </a:lnTo>
                <a:lnTo>
                  <a:pt x="584840" y="116450"/>
                </a:lnTo>
                <a:lnTo>
                  <a:pt x="585074" y="116641"/>
                </a:lnTo>
                <a:lnTo>
                  <a:pt x="585297" y="116836"/>
                </a:lnTo>
                <a:lnTo>
                  <a:pt x="585509" y="117035"/>
                </a:lnTo>
                <a:lnTo>
                  <a:pt x="585711" y="117238"/>
                </a:lnTo>
                <a:lnTo>
                  <a:pt x="585902" y="117445"/>
                </a:lnTo>
                <a:lnTo>
                  <a:pt x="586083" y="117657"/>
                </a:lnTo>
                <a:lnTo>
                  <a:pt x="586253" y="117872"/>
                </a:lnTo>
                <a:lnTo>
                  <a:pt x="586413" y="118092"/>
                </a:lnTo>
                <a:lnTo>
                  <a:pt x="586564" y="118315"/>
                </a:lnTo>
                <a:lnTo>
                  <a:pt x="586709" y="118542"/>
                </a:lnTo>
                <a:lnTo>
                  <a:pt x="586847" y="118773"/>
                </a:lnTo>
                <a:lnTo>
                  <a:pt x="586979" y="119007"/>
                </a:lnTo>
                <a:lnTo>
                  <a:pt x="587105" y="119244"/>
                </a:lnTo>
                <a:lnTo>
                  <a:pt x="587224" y="119485"/>
                </a:lnTo>
                <a:lnTo>
                  <a:pt x="587336" y="119730"/>
                </a:lnTo>
                <a:lnTo>
                  <a:pt x="587442" y="119978"/>
                </a:lnTo>
                <a:lnTo>
                  <a:pt x="587542" y="120229"/>
                </a:lnTo>
                <a:lnTo>
                  <a:pt x="587635" y="120484"/>
                </a:lnTo>
                <a:lnTo>
                  <a:pt x="587722" y="120743"/>
                </a:lnTo>
                <a:lnTo>
                  <a:pt x="587803" y="121005"/>
                </a:lnTo>
                <a:lnTo>
                  <a:pt x="587877" y="121270"/>
                </a:lnTo>
                <a:lnTo>
                  <a:pt x="587944" y="121539"/>
                </a:lnTo>
                <a:lnTo>
                  <a:pt x="588005" y="121811"/>
                </a:lnTo>
                <a:lnTo>
                  <a:pt x="588060" y="122087"/>
                </a:lnTo>
                <a:lnTo>
                  <a:pt x="588108" y="122366"/>
                </a:lnTo>
                <a:lnTo>
                  <a:pt x="588150" y="122649"/>
                </a:lnTo>
                <a:lnTo>
                  <a:pt x="588186" y="122936"/>
                </a:lnTo>
                <a:lnTo>
                  <a:pt x="588215" y="123225"/>
                </a:lnTo>
                <a:lnTo>
                  <a:pt x="588237" y="123519"/>
                </a:lnTo>
                <a:lnTo>
                  <a:pt x="588253" y="123816"/>
                </a:lnTo>
                <a:lnTo>
                  <a:pt x="588263" y="124116"/>
                </a:lnTo>
                <a:lnTo>
                  <a:pt x="588266" y="124420"/>
                </a:lnTo>
                <a:lnTo>
                  <a:pt x="588256" y="124932"/>
                </a:lnTo>
                <a:lnTo>
                  <a:pt x="588227" y="125438"/>
                </a:lnTo>
                <a:lnTo>
                  <a:pt x="588178" y="125937"/>
                </a:lnTo>
                <a:lnTo>
                  <a:pt x="588110" y="126428"/>
                </a:lnTo>
                <a:lnTo>
                  <a:pt x="588023" y="126913"/>
                </a:lnTo>
                <a:lnTo>
                  <a:pt x="587916" y="127391"/>
                </a:lnTo>
                <a:lnTo>
                  <a:pt x="587789" y="127862"/>
                </a:lnTo>
                <a:lnTo>
                  <a:pt x="587644" y="128325"/>
                </a:lnTo>
                <a:lnTo>
                  <a:pt x="587478" y="128782"/>
                </a:lnTo>
                <a:lnTo>
                  <a:pt x="587293" y="129232"/>
                </a:lnTo>
                <a:lnTo>
                  <a:pt x="587089" y="129675"/>
                </a:lnTo>
                <a:lnTo>
                  <a:pt x="586866" y="130111"/>
                </a:lnTo>
                <a:lnTo>
                  <a:pt x="586622" y="130540"/>
                </a:lnTo>
                <a:lnTo>
                  <a:pt x="586360" y="130962"/>
                </a:lnTo>
                <a:lnTo>
                  <a:pt x="586078" y="131377"/>
                </a:lnTo>
                <a:lnTo>
                  <a:pt x="585776" y="131785"/>
                </a:lnTo>
                <a:lnTo>
                  <a:pt x="585455" y="132186"/>
                </a:lnTo>
                <a:lnTo>
                  <a:pt x="585115" y="132580"/>
                </a:lnTo>
                <a:lnTo>
                  <a:pt x="584755" y="132967"/>
                </a:lnTo>
                <a:lnTo>
                  <a:pt x="584376" y="133347"/>
                </a:lnTo>
                <a:lnTo>
                  <a:pt x="583977" y="133721"/>
                </a:lnTo>
                <a:lnTo>
                  <a:pt x="583559" y="134087"/>
                </a:lnTo>
                <a:lnTo>
                  <a:pt x="583121" y="134446"/>
                </a:lnTo>
                <a:lnTo>
                  <a:pt x="582664" y="134798"/>
                </a:lnTo>
                <a:lnTo>
                  <a:pt x="582184" y="135140"/>
                </a:lnTo>
                <a:lnTo>
                  <a:pt x="581677" y="135467"/>
                </a:lnTo>
                <a:lnTo>
                  <a:pt x="581143" y="135780"/>
                </a:lnTo>
                <a:lnTo>
                  <a:pt x="580583" y="136078"/>
                </a:lnTo>
                <a:lnTo>
                  <a:pt x="579996" y="136361"/>
                </a:lnTo>
                <a:lnTo>
                  <a:pt x="579382" y="136630"/>
                </a:lnTo>
                <a:lnTo>
                  <a:pt x="578741" y="136885"/>
                </a:lnTo>
                <a:lnTo>
                  <a:pt x="578073" y="137125"/>
                </a:lnTo>
                <a:lnTo>
                  <a:pt x="577379" y="137350"/>
                </a:lnTo>
                <a:lnTo>
                  <a:pt x="576658" y="137561"/>
                </a:lnTo>
                <a:lnTo>
                  <a:pt x="575910" y="137757"/>
                </a:lnTo>
                <a:lnTo>
                  <a:pt x="575135" y="137939"/>
                </a:lnTo>
                <a:lnTo>
                  <a:pt x="574334" y="138106"/>
                </a:lnTo>
                <a:lnTo>
                  <a:pt x="573506" y="138259"/>
                </a:lnTo>
                <a:lnTo>
                  <a:pt x="572651" y="138397"/>
                </a:lnTo>
                <a:lnTo>
                  <a:pt x="571769" y="138521"/>
                </a:lnTo>
                <a:lnTo>
                  <a:pt x="570861" y="138630"/>
                </a:lnTo>
                <a:lnTo>
                  <a:pt x="569926" y="138724"/>
                </a:lnTo>
                <a:lnTo>
                  <a:pt x="568964" y="138804"/>
                </a:lnTo>
                <a:lnTo>
                  <a:pt x="567975" y="138870"/>
                </a:lnTo>
                <a:lnTo>
                  <a:pt x="566960" y="138921"/>
                </a:lnTo>
                <a:lnTo>
                  <a:pt x="565918" y="138957"/>
                </a:lnTo>
                <a:lnTo>
                  <a:pt x="564849" y="138979"/>
                </a:lnTo>
                <a:lnTo>
                  <a:pt x="563753" y="138986"/>
                </a:lnTo>
                <a:lnTo>
                  <a:pt x="562810" y="138979"/>
                </a:lnTo>
                <a:lnTo>
                  <a:pt x="561889" y="138958"/>
                </a:lnTo>
                <a:lnTo>
                  <a:pt x="560991" y="138924"/>
                </a:lnTo>
                <a:lnTo>
                  <a:pt x="560117" y="1388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C7333-CC22-40A7-B9F4-12F27CC8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214" y="1561684"/>
            <a:ext cx="699669" cy="82041"/>
          </a:xfrm>
          <a:custGeom xmlns:a="http://schemas.openxmlformats.org/drawingml/2006/main">
            <a:pathLst>
              <a:path w="699669" h="82041">
                <a:moveTo>
                  <a:pt x="3" y="34026"/>
                </a:moveTo>
                <a:lnTo>
                  <a:pt x="0" y="47700"/>
                </a:lnTo>
                <a:lnTo>
                  <a:pt x="617720" y="47857"/>
                </a:lnTo>
                <a:lnTo>
                  <a:pt x="617712" y="82041"/>
                </a:lnTo>
                <a:lnTo>
                  <a:pt x="699669" y="41040"/>
                </a:lnTo>
                <a:lnTo>
                  <a:pt x="617733" y="0"/>
                </a:lnTo>
                <a:lnTo>
                  <a:pt x="617724" y="34183"/>
                </a:lnTo>
                <a:lnTo>
                  <a:pt x="3" y="340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LLM">
            <a:extLst xmlns:a="http://schemas.openxmlformats.org/drawingml/2006/main">
              <a:ext uri="{FF2B5EF4-FFF2-40B4-BE49-F238E27FC236}">
                <a16:creationId xmlns:a16="http://schemas.microsoft.com/office/drawing/2014/main" id="{15916DB2-1986-46D0-B34A-656FEB15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662" y="1740444"/>
            <a:ext cx="194100" cy="79462"/>
          </a:xfrm>
          <a:custGeom xmlns:a="http://schemas.openxmlformats.org/drawingml/2006/main">
            <a:pathLst>
              <a:path w="194100" h="79462">
                <a:moveTo>
                  <a:pt x="10614" y="70311"/>
                </a:moveTo>
                <a:lnTo>
                  <a:pt x="10614" y="0"/>
                </a:lnTo>
                <a:lnTo>
                  <a:pt x="0" y="0"/>
                </a:lnTo>
                <a:lnTo>
                  <a:pt x="0" y="79462"/>
                </a:lnTo>
                <a:lnTo>
                  <a:pt x="47704" y="79462"/>
                </a:lnTo>
                <a:lnTo>
                  <a:pt x="47704" y="70311"/>
                </a:lnTo>
                <a:lnTo>
                  <a:pt x="10614" y="70311"/>
                </a:lnTo>
                <a:close/>
                <a:moveTo>
                  <a:pt x="107457" y="70311"/>
                </a:moveTo>
                <a:lnTo>
                  <a:pt x="70367" y="70311"/>
                </a:lnTo>
                <a:lnTo>
                  <a:pt x="70367" y="0"/>
                </a:lnTo>
                <a:lnTo>
                  <a:pt x="59753" y="0"/>
                </a:lnTo>
                <a:lnTo>
                  <a:pt x="59753" y="79462"/>
                </a:lnTo>
                <a:lnTo>
                  <a:pt x="107457" y="79462"/>
                </a:lnTo>
                <a:lnTo>
                  <a:pt x="107457" y="70311"/>
                </a:lnTo>
                <a:close/>
                <a:moveTo>
                  <a:pt x="119507" y="79462"/>
                </a:moveTo>
                <a:lnTo>
                  <a:pt x="129708" y="79462"/>
                </a:lnTo>
                <a:lnTo>
                  <a:pt x="129708" y="15035"/>
                </a:lnTo>
                <a:lnTo>
                  <a:pt x="153354" y="54431"/>
                </a:lnTo>
                <a:lnTo>
                  <a:pt x="160312" y="54431"/>
                </a:lnTo>
                <a:lnTo>
                  <a:pt x="183604" y="15030"/>
                </a:lnTo>
                <a:lnTo>
                  <a:pt x="183604" y="79462"/>
                </a:lnTo>
                <a:lnTo>
                  <a:pt x="194100" y="79462"/>
                </a:lnTo>
                <a:lnTo>
                  <a:pt x="194100" y="0"/>
                </a:lnTo>
                <a:lnTo>
                  <a:pt x="182719" y="0"/>
                </a:lnTo>
                <a:lnTo>
                  <a:pt x="157191" y="43168"/>
                </a:lnTo>
                <a:lnTo>
                  <a:pt x="131065" y="0"/>
                </a:lnTo>
                <a:lnTo>
                  <a:pt x="119507" y="0"/>
                </a:lnTo>
                <a:lnTo>
                  <a:pt x="119507" y="794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B3CD0-B8E1-4D1E-9039-F3ADADFB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38" y="1561597"/>
            <a:ext cx="200505" cy="82043"/>
          </a:xfrm>
          <a:custGeom xmlns:a="http://schemas.openxmlformats.org/drawingml/2006/main">
            <a:pathLst>
              <a:path w="200505" h="82043">
                <a:moveTo>
                  <a:pt x="118595" y="82043"/>
                </a:moveTo>
                <a:lnTo>
                  <a:pt x="200505" y="40949"/>
                </a:lnTo>
                <a:lnTo>
                  <a:pt x="118522" y="0"/>
                </a:lnTo>
                <a:lnTo>
                  <a:pt x="118552" y="34185"/>
                </a:lnTo>
                <a:lnTo>
                  <a:pt x="0" y="34290"/>
                </a:lnTo>
                <a:lnTo>
                  <a:pt x="14" y="47964"/>
                </a:lnTo>
                <a:lnTo>
                  <a:pt x="118564" y="47858"/>
                </a:lnTo>
                <a:lnTo>
                  <a:pt x="118595" y="820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B6EF8-4673-43ED-A8B2-E444675D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021" y="1420981"/>
            <a:ext cx="879665" cy="374010"/>
          </a:xfrm>
          <a:custGeom xmlns:a="http://schemas.openxmlformats.org/drawingml/2006/main">
            <a:pathLst>
              <a:path w="879665" h="374010" fill="none">
                <a:moveTo>
                  <a:pt x="0" y="0"/>
                </a:moveTo>
                <a:lnTo>
                  <a:pt x="879665" y="0"/>
                </a:lnTo>
                <a:lnTo>
                  <a:pt x="879665" y="374010"/>
                </a:lnTo>
                <a:lnTo>
                  <a:pt x="0" y="3740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66" cap="flat">
            <a:solidFill>
              <a:srgbClr val="000000"/>
            </a:solidFill>
            <a:miter/>
          </a:ln>
        </p:spPr>
      </p:sp>
      <p:sp>
        <p:nvSpPr>
          <p:cNvPr id="125" name="Text Prompt">
            <a:extLst xmlns:a="http://schemas.openxmlformats.org/drawingml/2006/main">
              <a:ext uri="{FF2B5EF4-FFF2-40B4-BE49-F238E27FC236}">
                <a16:creationId xmlns:a16="http://schemas.microsoft.com/office/drawing/2014/main" id="{4A6A6A8C-F58A-4064-837D-BA910289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543" y="1457962"/>
            <a:ext cx="475358" cy="143709"/>
          </a:xfrm>
          <a:custGeom xmlns:a="http://schemas.openxmlformats.org/drawingml/2006/main">
            <a:pathLst>
              <a:path w="475358" h="143709">
                <a:moveTo>
                  <a:pt x="40939" y="68650"/>
                </a:moveTo>
                <a:lnTo>
                  <a:pt x="41813" y="68643"/>
                </a:lnTo>
                <a:lnTo>
                  <a:pt x="42680" y="68623"/>
                </a:lnTo>
                <a:lnTo>
                  <a:pt x="43538" y="68589"/>
                </a:lnTo>
                <a:lnTo>
                  <a:pt x="44390" y="68542"/>
                </a:lnTo>
                <a:lnTo>
                  <a:pt x="45234" y="68481"/>
                </a:lnTo>
                <a:lnTo>
                  <a:pt x="46070" y="68408"/>
                </a:lnTo>
                <a:lnTo>
                  <a:pt x="46899" y="68320"/>
                </a:lnTo>
                <a:lnTo>
                  <a:pt x="47721" y="68219"/>
                </a:lnTo>
                <a:lnTo>
                  <a:pt x="48535" y="68105"/>
                </a:lnTo>
                <a:lnTo>
                  <a:pt x="49341" y="67977"/>
                </a:lnTo>
                <a:lnTo>
                  <a:pt x="50140" y="67836"/>
                </a:lnTo>
                <a:lnTo>
                  <a:pt x="50932" y="67681"/>
                </a:lnTo>
                <a:lnTo>
                  <a:pt x="51716" y="67513"/>
                </a:lnTo>
                <a:lnTo>
                  <a:pt x="52493" y="67331"/>
                </a:lnTo>
                <a:lnTo>
                  <a:pt x="53263" y="67136"/>
                </a:lnTo>
                <a:lnTo>
                  <a:pt x="54024" y="66928"/>
                </a:lnTo>
                <a:lnTo>
                  <a:pt x="54779" y="66706"/>
                </a:lnTo>
                <a:lnTo>
                  <a:pt x="55526" y="66470"/>
                </a:lnTo>
                <a:lnTo>
                  <a:pt x="56265" y="66222"/>
                </a:lnTo>
                <a:lnTo>
                  <a:pt x="56997" y="65959"/>
                </a:lnTo>
                <a:lnTo>
                  <a:pt x="57722" y="65683"/>
                </a:lnTo>
                <a:lnTo>
                  <a:pt x="58439" y="65394"/>
                </a:lnTo>
                <a:lnTo>
                  <a:pt x="59149" y="65092"/>
                </a:lnTo>
                <a:lnTo>
                  <a:pt x="59851" y="64775"/>
                </a:lnTo>
                <a:lnTo>
                  <a:pt x="60543" y="64446"/>
                </a:lnTo>
                <a:lnTo>
                  <a:pt x="61224" y="64105"/>
                </a:lnTo>
                <a:lnTo>
                  <a:pt x="61892" y="63750"/>
                </a:lnTo>
                <a:lnTo>
                  <a:pt x="62548" y="63383"/>
                </a:lnTo>
                <a:lnTo>
                  <a:pt x="63191" y="63004"/>
                </a:lnTo>
                <a:lnTo>
                  <a:pt x="63823" y="62612"/>
                </a:lnTo>
                <a:lnTo>
                  <a:pt x="64443" y="62207"/>
                </a:lnTo>
                <a:lnTo>
                  <a:pt x="65050" y="61790"/>
                </a:lnTo>
                <a:lnTo>
                  <a:pt x="65645" y="61361"/>
                </a:lnTo>
                <a:lnTo>
                  <a:pt x="66229" y="60918"/>
                </a:lnTo>
                <a:lnTo>
                  <a:pt x="66800" y="60463"/>
                </a:lnTo>
                <a:lnTo>
                  <a:pt x="67359" y="59996"/>
                </a:lnTo>
                <a:lnTo>
                  <a:pt x="67905" y="59516"/>
                </a:lnTo>
                <a:lnTo>
                  <a:pt x="68440" y="59023"/>
                </a:lnTo>
                <a:lnTo>
                  <a:pt x="68962" y="58518"/>
                </a:lnTo>
                <a:lnTo>
                  <a:pt x="69473" y="58000"/>
                </a:lnTo>
                <a:lnTo>
                  <a:pt x="69971" y="57470"/>
                </a:lnTo>
                <a:lnTo>
                  <a:pt x="70457" y="56927"/>
                </a:lnTo>
                <a:lnTo>
                  <a:pt x="70931" y="56372"/>
                </a:lnTo>
                <a:lnTo>
                  <a:pt x="71393" y="55804"/>
                </a:lnTo>
                <a:lnTo>
                  <a:pt x="71842" y="55223"/>
                </a:lnTo>
                <a:lnTo>
                  <a:pt x="72280" y="54630"/>
                </a:lnTo>
                <a:lnTo>
                  <a:pt x="72705" y="54024"/>
                </a:lnTo>
                <a:lnTo>
                  <a:pt x="73118" y="53406"/>
                </a:lnTo>
                <a:lnTo>
                  <a:pt x="73517" y="52775"/>
                </a:lnTo>
                <a:lnTo>
                  <a:pt x="73899" y="52132"/>
                </a:lnTo>
                <a:lnTo>
                  <a:pt x="74263" y="51476"/>
                </a:lnTo>
                <a:lnTo>
                  <a:pt x="74611" y="50808"/>
                </a:lnTo>
                <a:lnTo>
                  <a:pt x="74942" y="50128"/>
                </a:lnTo>
                <a:lnTo>
                  <a:pt x="75256" y="49436"/>
                </a:lnTo>
                <a:lnTo>
                  <a:pt x="75553" y="48731"/>
                </a:lnTo>
                <a:lnTo>
                  <a:pt x="75833" y="48014"/>
                </a:lnTo>
                <a:lnTo>
                  <a:pt x="76096" y="47285"/>
                </a:lnTo>
                <a:lnTo>
                  <a:pt x="76342" y="46543"/>
                </a:lnTo>
                <a:lnTo>
                  <a:pt x="76571" y="45790"/>
                </a:lnTo>
                <a:lnTo>
                  <a:pt x="76783" y="45024"/>
                </a:lnTo>
                <a:lnTo>
                  <a:pt x="76978" y="44245"/>
                </a:lnTo>
                <a:lnTo>
                  <a:pt x="77156" y="43455"/>
                </a:lnTo>
                <a:lnTo>
                  <a:pt x="77317" y="42652"/>
                </a:lnTo>
                <a:lnTo>
                  <a:pt x="77461" y="41837"/>
                </a:lnTo>
                <a:lnTo>
                  <a:pt x="77588" y="41009"/>
                </a:lnTo>
                <a:lnTo>
                  <a:pt x="77699" y="40169"/>
                </a:lnTo>
                <a:lnTo>
                  <a:pt x="77792" y="39317"/>
                </a:lnTo>
                <a:lnTo>
                  <a:pt x="77868" y="38453"/>
                </a:lnTo>
                <a:lnTo>
                  <a:pt x="77928" y="37576"/>
                </a:lnTo>
                <a:lnTo>
                  <a:pt x="77970" y="36688"/>
                </a:lnTo>
                <a:lnTo>
                  <a:pt x="77996" y="35786"/>
                </a:lnTo>
                <a:lnTo>
                  <a:pt x="78004" y="34873"/>
                </a:lnTo>
                <a:lnTo>
                  <a:pt x="77996" y="33938"/>
                </a:lnTo>
                <a:lnTo>
                  <a:pt x="77970" y="33016"/>
                </a:lnTo>
                <a:lnTo>
                  <a:pt x="77928" y="32106"/>
                </a:lnTo>
                <a:lnTo>
                  <a:pt x="77868" y="31208"/>
                </a:lnTo>
                <a:lnTo>
                  <a:pt x="77792" y="30322"/>
                </a:lnTo>
                <a:lnTo>
                  <a:pt x="77699" y="29448"/>
                </a:lnTo>
                <a:lnTo>
                  <a:pt x="77588" y="28586"/>
                </a:lnTo>
                <a:lnTo>
                  <a:pt x="77461" y="27736"/>
                </a:lnTo>
                <a:lnTo>
                  <a:pt x="77317" y="26899"/>
                </a:lnTo>
                <a:lnTo>
                  <a:pt x="77156" y="26074"/>
                </a:lnTo>
                <a:lnTo>
                  <a:pt x="76978" y="25260"/>
                </a:lnTo>
                <a:lnTo>
                  <a:pt x="76783" y="24459"/>
                </a:lnTo>
                <a:lnTo>
                  <a:pt x="76571" y="23671"/>
                </a:lnTo>
                <a:lnTo>
                  <a:pt x="76342" y="22894"/>
                </a:lnTo>
                <a:lnTo>
                  <a:pt x="76096" y="22129"/>
                </a:lnTo>
                <a:lnTo>
                  <a:pt x="75833" y="21377"/>
                </a:lnTo>
                <a:lnTo>
                  <a:pt x="75553" y="20637"/>
                </a:lnTo>
                <a:lnTo>
                  <a:pt x="75256" y="19908"/>
                </a:lnTo>
                <a:lnTo>
                  <a:pt x="74942" y="19192"/>
                </a:lnTo>
                <a:lnTo>
                  <a:pt x="74611" y="18489"/>
                </a:lnTo>
                <a:lnTo>
                  <a:pt x="74263" y="17797"/>
                </a:lnTo>
                <a:lnTo>
                  <a:pt x="73899" y="17117"/>
                </a:lnTo>
                <a:lnTo>
                  <a:pt x="73517" y="16450"/>
                </a:lnTo>
                <a:lnTo>
                  <a:pt x="73118" y="15795"/>
                </a:lnTo>
                <a:lnTo>
                  <a:pt x="72705" y="15152"/>
                </a:lnTo>
                <a:lnTo>
                  <a:pt x="72280" y="14522"/>
                </a:lnTo>
                <a:lnTo>
                  <a:pt x="71842" y="13906"/>
                </a:lnTo>
                <a:lnTo>
                  <a:pt x="71393" y="13302"/>
                </a:lnTo>
                <a:lnTo>
                  <a:pt x="70931" y="12712"/>
                </a:lnTo>
                <a:lnTo>
                  <a:pt x="70457" y="12135"/>
                </a:lnTo>
                <a:lnTo>
                  <a:pt x="69971" y="11571"/>
                </a:lnTo>
                <a:lnTo>
                  <a:pt x="69473" y="11021"/>
                </a:lnTo>
                <a:lnTo>
                  <a:pt x="68962" y="10483"/>
                </a:lnTo>
                <a:lnTo>
                  <a:pt x="68440" y="9959"/>
                </a:lnTo>
                <a:lnTo>
                  <a:pt x="67905" y="9448"/>
                </a:lnTo>
                <a:lnTo>
                  <a:pt x="67359" y="8950"/>
                </a:lnTo>
                <a:lnTo>
                  <a:pt x="66800" y="8465"/>
                </a:lnTo>
                <a:lnTo>
                  <a:pt x="66229" y="7993"/>
                </a:lnTo>
                <a:lnTo>
                  <a:pt x="65645" y="7535"/>
                </a:lnTo>
                <a:lnTo>
                  <a:pt x="65050" y="7089"/>
                </a:lnTo>
                <a:lnTo>
                  <a:pt x="64443" y="6657"/>
                </a:lnTo>
                <a:lnTo>
                  <a:pt x="63823" y="6238"/>
                </a:lnTo>
                <a:lnTo>
                  <a:pt x="63191" y="5832"/>
                </a:lnTo>
                <a:lnTo>
                  <a:pt x="62548" y="5440"/>
                </a:lnTo>
                <a:lnTo>
                  <a:pt x="61892" y="5060"/>
                </a:lnTo>
                <a:lnTo>
                  <a:pt x="61224" y="4694"/>
                </a:lnTo>
                <a:lnTo>
                  <a:pt x="60543" y="4341"/>
                </a:lnTo>
                <a:lnTo>
                  <a:pt x="59851" y="4001"/>
                </a:lnTo>
                <a:lnTo>
                  <a:pt x="59149" y="3674"/>
                </a:lnTo>
                <a:lnTo>
                  <a:pt x="58439" y="3362"/>
                </a:lnTo>
                <a:lnTo>
                  <a:pt x="57722" y="3063"/>
                </a:lnTo>
                <a:lnTo>
                  <a:pt x="56997" y="2778"/>
                </a:lnTo>
                <a:lnTo>
                  <a:pt x="56265" y="2507"/>
                </a:lnTo>
                <a:lnTo>
                  <a:pt x="55526" y="2250"/>
                </a:lnTo>
                <a:lnTo>
                  <a:pt x="54779" y="2007"/>
                </a:lnTo>
                <a:lnTo>
                  <a:pt x="54024" y="1778"/>
                </a:lnTo>
                <a:lnTo>
                  <a:pt x="53263" y="1563"/>
                </a:lnTo>
                <a:lnTo>
                  <a:pt x="52493" y="1361"/>
                </a:lnTo>
                <a:lnTo>
                  <a:pt x="51716" y="1174"/>
                </a:lnTo>
                <a:lnTo>
                  <a:pt x="50932" y="1000"/>
                </a:lnTo>
                <a:lnTo>
                  <a:pt x="50140" y="840"/>
                </a:lnTo>
                <a:lnTo>
                  <a:pt x="49341" y="695"/>
                </a:lnTo>
                <a:lnTo>
                  <a:pt x="48535" y="563"/>
                </a:lnTo>
                <a:lnTo>
                  <a:pt x="47721" y="445"/>
                </a:lnTo>
                <a:lnTo>
                  <a:pt x="46899" y="340"/>
                </a:lnTo>
                <a:lnTo>
                  <a:pt x="46070" y="250"/>
                </a:lnTo>
                <a:lnTo>
                  <a:pt x="45234" y="174"/>
                </a:lnTo>
                <a:lnTo>
                  <a:pt x="44390" y="111"/>
                </a:lnTo>
                <a:lnTo>
                  <a:pt x="43538" y="63"/>
                </a:lnTo>
                <a:lnTo>
                  <a:pt x="42680" y="28"/>
                </a:lnTo>
                <a:lnTo>
                  <a:pt x="41813" y="7"/>
                </a:lnTo>
                <a:lnTo>
                  <a:pt x="40939" y="0"/>
                </a:lnTo>
                <a:lnTo>
                  <a:pt x="0" y="0"/>
                </a:lnTo>
                <a:lnTo>
                  <a:pt x="0" y="113516"/>
                </a:lnTo>
                <a:lnTo>
                  <a:pt x="15163" y="113516"/>
                </a:lnTo>
                <a:lnTo>
                  <a:pt x="15163" y="68650"/>
                </a:lnTo>
                <a:lnTo>
                  <a:pt x="40939" y="68650"/>
                </a:lnTo>
                <a:close/>
                <a:moveTo>
                  <a:pt x="40603" y="12491"/>
                </a:moveTo>
                <a:lnTo>
                  <a:pt x="41433" y="12520"/>
                </a:lnTo>
                <a:lnTo>
                  <a:pt x="42249" y="12567"/>
                </a:lnTo>
                <a:lnTo>
                  <a:pt x="43052" y="12634"/>
                </a:lnTo>
                <a:lnTo>
                  <a:pt x="43843" y="12719"/>
                </a:lnTo>
                <a:lnTo>
                  <a:pt x="44620" y="12824"/>
                </a:lnTo>
                <a:lnTo>
                  <a:pt x="45383" y="12947"/>
                </a:lnTo>
                <a:lnTo>
                  <a:pt x="46134" y="13090"/>
                </a:lnTo>
                <a:lnTo>
                  <a:pt x="46872" y="13251"/>
                </a:lnTo>
                <a:lnTo>
                  <a:pt x="47596" y="13432"/>
                </a:lnTo>
                <a:lnTo>
                  <a:pt x="48307" y="13631"/>
                </a:lnTo>
                <a:lnTo>
                  <a:pt x="49005" y="13850"/>
                </a:lnTo>
                <a:lnTo>
                  <a:pt x="49690" y="14087"/>
                </a:lnTo>
                <a:lnTo>
                  <a:pt x="50362" y="14344"/>
                </a:lnTo>
                <a:lnTo>
                  <a:pt x="51020" y="14619"/>
                </a:lnTo>
                <a:lnTo>
                  <a:pt x="51666" y="14913"/>
                </a:lnTo>
                <a:lnTo>
                  <a:pt x="52298" y="15227"/>
                </a:lnTo>
                <a:lnTo>
                  <a:pt x="52917" y="15559"/>
                </a:lnTo>
                <a:lnTo>
                  <a:pt x="53523" y="15911"/>
                </a:lnTo>
                <a:lnTo>
                  <a:pt x="54116" y="16281"/>
                </a:lnTo>
                <a:lnTo>
                  <a:pt x="54695" y="16671"/>
                </a:lnTo>
                <a:lnTo>
                  <a:pt x="55262" y="17079"/>
                </a:lnTo>
                <a:lnTo>
                  <a:pt x="55815" y="17507"/>
                </a:lnTo>
                <a:lnTo>
                  <a:pt x="56355" y="17953"/>
                </a:lnTo>
                <a:lnTo>
                  <a:pt x="56877" y="18419"/>
                </a:lnTo>
                <a:lnTo>
                  <a:pt x="57378" y="18906"/>
                </a:lnTo>
                <a:lnTo>
                  <a:pt x="57855" y="19414"/>
                </a:lnTo>
                <a:lnTo>
                  <a:pt x="58311" y="19943"/>
                </a:lnTo>
                <a:lnTo>
                  <a:pt x="58745" y="20492"/>
                </a:lnTo>
                <a:lnTo>
                  <a:pt x="59156" y="21062"/>
                </a:lnTo>
                <a:lnTo>
                  <a:pt x="59545" y="21653"/>
                </a:lnTo>
                <a:lnTo>
                  <a:pt x="59912" y="22265"/>
                </a:lnTo>
                <a:lnTo>
                  <a:pt x="60256" y="22897"/>
                </a:lnTo>
                <a:lnTo>
                  <a:pt x="60579" y="23550"/>
                </a:lnTo>
                <a:lnTo>
                  <a:pt x="60879" y="24224"/>
                </a:lnTo>
                <a:lnTo>
                  <a:pt x="61157" y="24919"/>
                </a:lnTo>
                <a:lnTo>
                  <a:pt x="61412" y="25634"/>
                </a:lnTo>
                <a:lnTo>
                  <a:pt x="61646" y="26370"/>
                </a:lnTo>
                <a:lnTo>
                  <a:pt x="61857" y="27127"/>
                </a:lnTo>
                <a:lnTo>
                  <a:pt x="62046" y="27905"/>
                </a:lnTo>
                <a:lnTo>
                  <a:pt x="62212" y="28703"/>
                </a:lnTo>
                <a:lnTo>
                  <a:pt x="62357" y="29522"/>
                </a:lnTo>
                <a:lnTo>
                  <a:pt x="62479" y="30362"/>
                </a:lnTo>
                <a:lnTo>
                  <a:pt x="62579" y="31223"/>
                </a:lnTo>
                <a:lnTo>
                  <a:pt x="62657" y="32104"/>
                </a:lnTo>
                <a:lnTo>
                  <a:pt x="62713" y="33006"/>
                </a:lnTo>
                <a:lnTo>
                  <a:pt x="62746" y="33929"/>
                </a:lnTo>
                <a:lnTo>
                  <a:pt x="62757" y="34873"/>
                </a:lnTo>
                <a:lnTo>
                  <a:pt x="62746" y="35754"/>
                </a:lnTo>
                <a:lnTo>
                  <a:pt x="62713" y="36617"/>
                </a:lnTo>
                <a:lnTo>
                  <a:pt x="62657" y="37461"/>
                </a:lnTo>
                <a:lnTo>
                  <a:pt x="62579" y="38285"/>
                </a:lnTo>
                <a:lnTo>
                  <a:pt x="62479" y="39091"/>
                </a:lnTo>
                <a:lnTo>
                  <a:pt x="62357" y="39878"/>
                </a:lnTo>
                <a:lnTo>
                  <a:pt x="62212" y="40647"/>
                </a:lnTo>
                <a:lnTo>
                  <a:pt x="62046" y="41396"/>
                </a:lnTo>
                <a:lnTo>
                  <a:pt x="61857" y="42127"/>
                </a:lnTo>
                <a:lnTo>
                  <a:pt x="61646" y="42838"/>
                </a:lnTo>
                <a:lnTo>
                  <a:pt x="61412" y="43531"/>
                </a:lnTo>
                <a:lnTo>
                  <a:pt x="61157" y="44205"/>
                </a:lnTo>
                <a:lnTo>
                  <a:pt x="60879" y="44860"/>
                </a:lnTo>
                <a:lnTo>
                  <a:pt x="60579" y="45497"/>
                </a:lnTo>
                <a:lnTo>
                  <a:pt x="60256" y="46114"/>
                </a:lnTo>
                <a:lnTo>
                  <a:pt x="59912" y="46713"/>
                </a:lnTo>
                <a:lnTo>
                  <a:pt x="59545" y="47293"/>
                </a:lnTo>
                <a:lnTo>
                  <a:pt x="59156" y="47854"/>
                </a:lnTo>
                <a:lnTo>
                  <a:pt x="58745" y="48396"/>
                </a:lnTo>
                <a:lnTo>
                  <a:pt x="58311" y="48919"/>
                </a:lnTo>
                <a:lnTo>
                  <a:pt x="57855" y="49423"/>
                </a:lnTo>
                <a:lnTo>
                  <a:pt x="57378" y="49909"/>
                </a:lnTo>
                <a:lnTo>
                  <a:pt x="56877" y="50375"/>
                </a:lnTo>
                <a:lnTo>
                  <a:pt x="56355" y="50823"/>
                </a:lnTo>
                <a:lnTo>
                  <a:pt x="55815" y="51252"/>
                </a:lnTo>
                <a:lnTo>
                  <a:pt x="55262" y="51663"/>
                </a:lnTo>
                <a:lnTo>
                  <a:pt x="54695" y="52056"/>
                </a:lnTo>
                <a:lnTo>
                  <a:pt x="54116" y="52430"/>
                </a:lnTo>
                <a:lnTo>
                  <a:pt x="53523" y="52787"/>
                </a:lnTo>
                <a:lnTo>
                  <a:pt x="52917" y="53125"/>
                </a:lnTo>
                <a:lnTo>
                  <a:pt x="52298" y="53444"/>
                </a:lnTo>
                <a:lnTo>
                  <a:pt x="51666" y="53746"/>
                </a:lnTo>
                <a:lnTo>
                  <a:pt x="51020" y="54029"/>
                </a:lnTo>
                <a:lnTo>
                  <a:pt x="50362" y="54294"/>
                </a:lnTo>
                <a:lnTo>
                  <a:pt x="49690" y="54540"/>
                </a:lnTo>
                <a:lnTo>
                  <a:pt x="49005" y="54768"/>
                </a:lnTo>
                <a:lnTo>
                  <a:pt x="48307" y="54978"/>
                </a:lnTo>
                <a:lnTo>
                  <a:pt x="47596" y="55170"/>
                </a:lnTo>
                <a:lnTo>
                  <a:pt x="46872" y="55344"/>
                </a:lnTo>
                <a:lnTo>
                  <a:pt x="46134" y="55499"/>
                </a:lnTo>
                <a:lnTo>
                  <a:pt x="45383" y="55636"/>
                </a:lnTo>
                <a:lnTo>
                  <a:pt x="44620" y="55755"/>
                </a:lnTo>
                <a:lnTo>
                  <a:pt x="43843" y="55855"/>
                </a:lnTo>
                <a:lnTo>
                  <a:pt x="43052" y="55937"/>
                </a:lnTo>
                <a:lnTo>
                  <a:pt x="42249" y="56001"/>
                </a:lnTo>
                <a:lnTo>
                  <a:pt x="41433" y="56047"/>
                </a:lnTo>
                <a:lnTo>
                  <a:pt x="40603" y="56074"/>
                </a:lnTo>
                <a:lnTo>
                  <a:pt x="39760" y="56084"/>
                </a:lnTo>
                <a:lnTo>
                  <a:pt x="15163" y="56084"/>
                </a:lnTo>
                <a:lnTo>
                  <a:pt x="15163" y="12482"/>
                </a:lnTo>
                <a:lnTo>
                  <a:pt x="39760" y="12482"/>
                </a:lnTo>
                <a:lnTo>
                  <a:pt x="40603" y="12491"/>
                </a:lnTo>
                <a:close/>
                <a:moveTo>
                  <a:pt x="466429" y="102047"/>
                </a:moveTo>
                <a:lnTo>
                  <a:pt x="465821" y="102039"/>
                </a:lnTo>
                <a:lnTo>
                  <a:pt x="465232" y="102017"/>
                </a:lnTo>
                <a:lnTo>
                  <a:pt x="464661" y="101980"/>
                </a:lnTo>
                <a:lnTo>
                  <a:pt x="464109" y="101928"/>
                </a:lnTo>
                <a:lnTo>
                  <a:pt x="463576" y="101861"/>
                </a:lnTo>
                <a:lnTo>
                  <a:pt x="463062" y="101779"/>
                </a:lnTo>
                <a:lnTo>
                  <a:pt x="462567" y="101683"/>
                </a:lnTo>
                <a:lnTo>
                  <a:pt x="462091" y="101571"/>
                </a:lnTo>
                <a:lnTo>
                  <a:pt x="461634" y="101445"/>
                </a:lnTo>
                <a:lnTo>
                  <a:pt x="461195" y="101304"/>
                </a:lnTo>
                <a:lnTo>
                  <a:pt x="460776" y="101148"/>
                </a:lnTo>
                <a:lnTo>
                  <a:pt x="460375" y="100977"/>
                </a:lnTo>
                <a:lnTo>
                  <a:pt x="459993" y="100792"/>
                </a:lnTo>
                <a:lnTo>
                  <a:pt x="459630" y="100591"/>
                </a:lnTo>
                <a:lnTo>
                  <a:pt x="459286" y="100376"/>
                </a:lnTo>
                <a:lnTo>
                  <a:pt x="458960" y="100146"/>
                </a:lnTo>
                <a:lnTo>
                  <a:pt x="458654" y="99901"/>
                </a:lnTo>
                <a:lnTo>
                  <a:pt x="458366" y="99641"/>
                </a:lnTo>
                <a:lnTo>
                  <a:pt x="458097" y="99366"/>
                </a:lnTo>
                <a:lnTo>
                  <a:pt x="457848" y="99076"/>
                </a:lnTo>
                <a:lnTo>
                  <a:pt x="457617" y="98772"/>
                </a:lnTo>
                <a:lnTo>
                  <a:pt x="457404" y="98453"/>
                </a:lnTo>
                <a:lnTo>
                  <a:pt x="457211" y="98118"/>
                </a:lnTo>
                <a:lnTo>
                  <a:pt x="457037" y="97769"/>
                </a:lnTo>
                <a:lnTo>
                  <a:pt x="456875" y="97406"/>
                </a:lnTo>
                <a:lnTo>
                  <a:pt x="456721" y="97029"/>
                </a:lnTo>
                <a:lnTo>
                  <a:pt x="456573" y="96639"/>
                </a:lnTo>
                <a:lnTo>
                  <a:pt x="456432" y="96236"/>
                </a:lnTo>
                <a:lnTo>
                  <a:pt x="456298" y="95820"/>
                </a:lnTo>
                <a:lnTo>
                  <a:pt x="456171" y="95390"/>
                </a:lnTo>
                <a:lnTo>
                  <a:pt x="456050" y="94947"/>
                </a:lnTo>
                <a:lnTo>
                  <a:pt x="455937" y="94490"/>
                </a:lnTo>
                <a:lnTo>
                  <a:pt x="455830" y="94021"/>
                </a:lnTo>
                <a:lnTo>
                  <a:pt x="455731" y="93538"/>
                </a:lnTo>
                <a:lnTo>
                  <a:pt x="455638" y="93042"/>
                </a:lnTo>
                <a:lnTo>
                  <a:pt x="455552" y="92532"/>
                </a:lnTo>
                <a:lnTo>
                  <a:pt x="455473" y="92009"/>
                </a:lnTo>
                <a:lnTo>
                  <a:pt x="455401" y="91473"/>
                </a:lnTo>
                <a:lnTo>
                  <a:pt x="455336" y="90923"/>
                </a:lnTo>
                <a:lnTo>
                  <a:pt x="455277" y="90361"/>
                </a:lnTo>
                <a:lnTo>
                  <a:pt x="455226" y="89785"/>
                </a:lnTo>
                <a:lnTo>
                  <a:pt x="455181" y="89195"/>
                </a:lnTo>
                <a:lnTo>
                  <a:pt x="455143" y="88593"/>
                </a:lnTo>
                <a:lnTo>
                  <a:pt x="455112" y="87977"/>
                </a:lnTo>
                <a:lnTo>
                  <a:pt x="455088" y="87347"/>
                </a:lnTo>
                <a:lnTo>
                  <a:pt x="455071" y="86705"/>
                </a:lnTo>
                <a:lnTo>
                  <a:pt x="455061" y="86049"/>
                </a:lnTo>
                <a:lnTo>
                  <a:pt x="455057" y="85380"/>
                </a:lnTo>
                <a:lnTo>
                  <a:pt x="455057" y="39385"/>
                </a:lnTo>
                <a:lnTo>
                  <a:pt x="475358" y="39385"/>
                </a:lnTo>
                <a:lnTo>
                  <a:pt x="475358" y="28000"/>
                </a:lnTo>
                <a:lnTo>
                  <a:pt x="455057" y="28000"/>
                </a:lnTo>
                <a:lnTo>
                  <a:pt x="455057" y="9193"/>
                </a:lnTo>
                <a:lnTo>
                  <a:pt x="440990" y="9193"/>
                </a:lnTo>
                <a:lnTo>
                  <a:pt x="440990" y="28000"/>
                </a:lnTo>
                <a:lnTo>
                  <a:pt x="427343" y="28000"/>
                </a:lnTo>
                <a:lnTo>
                  <a:pt x="427343" y="39385"/>
                </a:lnTo>
                <a:lnTo>
                  <a:pt x="440990" y="39385"/>
                </a:lnTo>
                <a:lnTo>
                  <a:pt x="440990" y="85683"/>
                </a:lnTo>
                <a:lnTo>
                  <a:pt x="440993" y="86407"/>
                </a:lnTo>
                <a:lnTo>
                  <a:pt x="441003" y="87123"/>
                </a:lnTo>
                <a:lnTo>
                  <a:pt x="441020" y="87830"/>
                </a:lnTo>
                <a:lnTo>
                  <a:pt x="441045" y="88529"/>
                </a:lnTo>
                <a:lnTo>
                  <a:pt x="441075" y="89218"/>
                </a:lnTo>
                <a:lnTo>
                  <a:pt x="441113" y="89899"/>
                </a:lnTo>
                <a:lnTo>
                  <a:pt x="441158" y="90571"/>
                </a:lnTo>
                <a:lnTo>
                  <a:pt x="441209" y="91235"/>
                </a:lnTo>
                <a:lnTo>
                  <a:pt x="441268" y="91889"/>
                </a:lnTo>
                <a:lnTo>
                  <a:pt x="441333" y="92535"/>
                </a:lnTo>
                <a:lnTo>
                  <a:pt x="441405" y="93172"/>
                </a:lnTo>
                <a:lnTo>
                  <a:pt x="441484" y="93801"/>
                </a:lnTo>
                <a:lnTo>
                  <a:pt x="441570" y="94421"/>
                </a:lnTo>
                <a:lnTo>
                  <a:pt x="441663" y="95032"/>
                </a:lnTo>
                <a:lnTo>
                  <a:pt x="441763" y="95634"/>
                </a:lnTo>
                <a:lnTo>
                  <a:pt x="441869" y="96227"/>
                </a:lnTo>
                <a:lnTo>
                  <a:pt x="441983" y="96812"/>
                </a:lnTo>
                <a:lnTo>
                  <a:pt x="442103" y="97388"/>
                </a:lnTo>
                <a:lnTo>
                  <a:pt x="442230" y="97955"/>
                </a:lnTo>
                <a:lnTo>
                  <a:pt x="442364" y="98514"/>
                </a:lnTo>
                <a:lnTo>
                  <a:pt x="442505" y="99064"/>
                </a:lnTo>
                <a:lnTo>
                  <a:pt x="442653" y="99605"/>
                </a:lnTo>
                <a:lnTo>
                  <a:pt x="442808" y="100137"/>
                </a:lnTo>
                <a:lnTo>
                  <a:pt x="442969" y="100660"/>
                </a:lnTo>
                <a:lnTo>
                  <a:pt x="443140" y="101175"/>
                </a:lnTo>
                <a:lnTo>
                  <a:pt x="443322" y="101679"/>
                </a:lnTo>
                <a:lnTo>
                  <a:pt x="443517" y="102172"/>
                </a:lnTo>
                <a:lnTo>
                  <a:pt x="443723" y="102656"/>
                </a:lnTo>
                <a:lnTo>
                  <a:pt x="443940" y="103130"/>
                </a:lnTo>
                <a:lnTo>
                  <a:pt x="444170" y="103593"/>
                </a:lnTo>
                <a:lnTo>
                  <a:pt x="444411" y="104047"/>
                </a:lnTo>
                <a:lnTo>
                  <a:pt x="444663" y="104490"/>
                </a:lnTo>
                <a:lnTo>
                  <a:pt x="444928" y="104923"/>
                </a:lnTo>
                <a:lnTo>
                  <a:pt x="445204" y="105346"/>
                </a:lnTo>
                <a:lnTo>
                  <a:pt x="445492" y="105759"/>
                </a:lnTo>
                <a:lnTo>
                  <a:pt x="445791" y="106161"/>
                </a:lnTo>
                <a:lnTo>
                  <a:pt x="446102" y="106554"/>
                </a:lnTo>
                <a:lnTo>
                  <a:pt x="446425" y="106936"/>
                </a:lnTo>
                <a:lnTo>
                  <a:pt x="446760" y="107309"/>
                </a:lnTo>
                <a:lnTo>
                  <a:pt x="447106" y="107671"/>
                </a:lnTo>
                <a:lnTo>
                  <a:pt x="447464" y="108023"/>
                </a:lnTo>
                <a:lnTo>
                  <a:pt x="447834" y="108365"/>
                </a:lnTo>
                <a:lnTo>
                  <a:pt x="448215" y="108697"/>
                </a:lnTo>
                <a:lnTo>
                  <a:pt x="448608" y="109018"/>
                </a:lnTo>
                <a:lnTo>
                  <a:pt x="449013" y="109330"/>
                </a:lnTo>
                <a:lnTo>
                  <a:pt x="449430" y="109631"/>
                </a:lnTo>
                <a:lnTo>
                  <a:pt x="449858" y="109923"/>
                </a:lnTo>
                <a:lnTo>
                  <a:pt x="450298" y="110204"/>
                </a:lnTo>
                <a:lnTo>
                  <a:pt x="450751" y="110474"/>
                </a:lnTo>
                <a:lnTo>
                  <a:pt x="451221" y="110733"/>
                </a:lnTo>
                <a:lnTo>
                  <a:pt x="451705" y="110980"/>
                </a:lnTo>
                <a:lnTo>
                  <a:pt x="452206" y="111216"/>
                </a:lnTo>
                <a:lnTo>
                  <a:pt x="452722" y="111440"/>
                </a:lnTo>
                <a:lnTo>
                  <a:pt x="453254" y="111653"/>
                </a:lnTo>
                <a:lnTo>
                  <a:pt x="453801" y="111854"/>
                </a:lnTo>
                <a:lnTo>
                  <a:pt x="454365" y="112044"/>
                </a:lnTo>
                <a:lnTo>
                  <a:pt x="454943" y="112222"/>
                </a:lnTo>
                <a:lnTo>
                  <a:pt x="455538" y="112389"/>
                </a:lnTo>
                <a:lnTo>
                  <a:pt x="456148" y="112544"/>
                </a:lnTo>
                <a:lnTo>
                  <a:pt x="456774" y="112688"/>
                </a:lnTo>
                <a:lnTo>
                  <a:pt x="457415" y="112821"/>
                </a:lnTo>
                <a:lnTo>
                  <a:pt x="458072" y="112941"/>
                </a:lnTo>
                <a:lnTo>
                  <a:pt x="458745" y="113051"/>
                </a:lnTo>
                <a:lnTo>
                  <a:pt x="459433" y="113148"/>
                </a:lnTo>
                <a:lnTo>
                  <a:pt x="460137" y="113235"/>
                </a:lnTo>
                <a:lnTo>
                  <a:pt x="460856" y="113309"/>
                </a:lnTo>
                <a:lnTo>
                  <a:pt x="461592" y="113373"/>
                </a:lnTo>
                <a:lnTo>
                  <a:pt x="462343" y="113424"/>
                </a:lnTo>
                <a:lnTo>
                  <a:pt x="463109" y="113465"/>
                </a:lnTo>
                <a:lnTo>
                  <a:pt x="463891" y="113493"/>
                </a:lnTo>
                <a:lnTo>
                  <a:pt x="464689" y="113511"/>
                </a:lnTo>
                <a:lnTo>
                  <a:pt x="465503" y="113516"/>
                </a:lnTo>
                <a:lnTo>
                  <a:pt x="475358" y="113516"/>
                </a:lnTo>
                <a:lnTo>
                  <a:pt x="475358" y="102047"/>
                </a:lnTo>
                <a:lnTo>
                  <a:pt x="466429" y="102047"/>
                </a:lnTo>
                <a:close/>
                <a:moveTo>
                  <a:pt x="101616" y="52320"/>
                </a:moveTo>
                <a:lnTo>
                  <a:pt x="101851" y="51998"/>
                </a:lnTo>
                <a:lnTo>
                  <a:pt x="102089" y="51680"/>
                </a:lnTo>
                <a:lnTo>
                  <a:pt x="102328" y="51366"/>
                </a:lnTo>
                <a:lnTo>
                  <a:pt x="102569" y="51054"/>
                </a:lnTo>
                <a:lnTo>
                  <a:pt x="102813" y="50746"/>
                </a:lnTo>
                <a:lnTo>
                  <a:pt x="103059" y="50441"/>
                </a:lnTo>
                <a:lnTo>
                  <a:pt x="103307" y="50139"/>
                </a:lnTo>
                <a:lnTo>
                  <a:pt x="103557" y="49840"/>
                </a:lnTo>
                <a:lnTo>
                  <a:pt x="103810" y="49545"/>
                </a:lnTo>
                <a:lnTo>
                  <a:pt x="104065" y="49253"/>
                </a:lnTo>
                <a:lnTo>
                  <a:pt x="104321" y="48964"/>
                </a:lnTo>
                <a:lnTo>
                  <a:pt x="104581" y="48678"/>
                </a:lnTo>
                <a:lnTo>
                  <a:pt x="104842" y="48396"/>
                </a:lnTo>
                <a:lnTo>
                  <a:pt x="105105" y="48117"/>
                </a:lnTo>
                <a:lnTo>
                  <a:pt x="105371" y="47841"/>
                </a:lnTo>
                <a:lnTo>
                  <a:pt x="105639" y="47568"/>
                </a:lnTo>
                <a:lnTo>
                  <a:pt x="105909" y="47298"/>
                </a:lnTo>
                <a:lnTo>
                  <a:pt x="106181" y="47032"/>
                </a:lnTo>
                <a:lnTo>
                  <a:pt x="106456" y="46769"/>
                </a:lnTo>
                <a:lnTo>
                  <a:pt x="106732" y="46510"/>
                </a:lnTo>
                <a:lnTo>
                  <a:pt x="107011" y="46253"/>
                </a:lnTo>
                <a:lnTo>
                  <a:pt x="107292" y="46000"/>
                </a:lnTo>
                <a:lnTo>
                  <a:pt x="107575" y="45750"/>
                </a:lnTo>
                <a:lnTo>
                  <a:pt x="107862" y="45503"/>
                </a:lnTo>
                <a:lnTo>
                  <a:pt x="108152" y="45261"/>
                </a:lnTo>
                <a:lnTo>
                  <a:pt x="108447" y="45024"/>
                </a:lnTo>
                <a:lnTo>
                  <a:pt x="108746" y="44791"/>
                </a:lnTo>
                <a:lnTo>
                  <a:pt x="109050" y="44563"/>
                </a:lnTo>
                <a:lnTo>
                  <a:pt x="109357" y="44339"/>
                </a:lnTo>
                <a:lnTo>
                  <a:pt x="109669" y="44120"/>
                </a:lnTo>
                <a:lnTo>
                  <a:pt x="109985" y="43905"/>
                </a:lnTo>
                <a:lnTo>
                  <a:pt x="110306" y="43694"/>
                </a:lnTo>
                <a:lnTo>
                  <a:pt x="110630" y="43488"/>
                </a:lnTo>
                <a:lnTo>
                  <a:pt x="110959" y="43287"/>
                </a:lnTo>
                <a:lnTo>
                  <a:pt x="111292" y="43090"/>
                </a:lnTo>
                <a:lnTo>
                  <a:pt x="111629" y="42897"/>
                </a:lnTo>
                <a:lnTo>
                  <a:pt x="111971" y="42709"/>
                </a:lnTo>
                <a:lnTo>
                  <a:pt x="112317" y="42526"/>
                </a:lnTo>
                <a:lnTo>
                  <a:pt x="112667" y="42347"/>
                </a:lnTo>
                <a:lnTo>
                  <a:pt x="113021" y="42173"/>
                </a:lnTo>
                <a:lnTo>
                  <a:pt x="113380" y="42003"/>
                </a:lnTo>
                <a:lnTo>
                  <a:pt x="113742" y="41837"/>
                </a:lnTo>
                <a:lnTo>
                  <a:pt x="114109" y="41676"/>
                </a:lnTo>
                <a:lnTo>
                  <a:pt x="114481" y="41520"/>
                </a:lnTo>
                <a:lnTo>
                  <a:pt x="114856" y="41368"/>
                </a:lnTo>
                <a:lnTo>
                  <a:pt x="115236" y="41220"/>
                </a:lnTo>
                <a:lnTo>
                  <a:pt x="115620" y="41077"/>
                </a:lnTo>
                <a:lnTo>
                  <a:pt x="116009" y="40939"/>
                </a:lnTo>
                <a:lnTo>
                  <a:pt x="116403" y="40807"/>
                </a:lnTo>
                <a:lnTo>
                  <a:pt x="116802" y="40680"/>
                </a:lnTo>
                <a:lnTo>
                  <a:pt x="117206" y="40560"/>
                </a:lnTo>
                <a:lnTo>
                  <a:pt x="117616" y="40445"/>
                </a:lnTo>
                <a:lnTo>
                  <a:pt x="118031" y="40337"/>
                </a:lnTo>
                <a:lnTo>
                  <a:pt x="118451" y="40234"/>
                </a:lnTo>
                <a:lnTo>
                  <a:pt x="118877" y="40137"/>
                </a:lnTo>
                <a:lnTo>
                  <a:pt x="119308" y="40046"/>
                </a:lnTo>
                <a:lnTo>
                  <a:pt x="119744" y="39961"/>
                </a:lnTo>
                <a:lnTo>
                  <a:pt x="120185" y="39881"/>
                </a:lnTo>
                <a:lnTo>
                  <a:pt x="120632" y="39808"/>
                </a:lnTo>
                <a:lnTo>
                  <a:pt x="121084" y="39740"/>
                </a:lnTo>
                <a:lnTo>
                  <a:pt x="121541" y="39679"/>
                </a:lnTo>
                <a:lnTo>
                  <a:pt x="122004" y="39623"/>
                </a:lnTo>
                <a:lnTo>
                  <a:pt x="122471" y="39573"/>
                </a:lnTo>
                <a:lnTo>
                  <a:pt x="122944" y="39529"/>
                </a:lnTo>
                <a:lnTo>
                  <a:pt x="123422" y="39491"/>
                </a:lnTo>
                <a:lnTo>
                  <a:pt x="123906" y="39458"/>
                </a:lnTo>
                <a:lnTo>
                  <a:pt x="124395" y="39432"/>
                </a:lnTo>
                <a:lnTo>
                  <a:pt x="124889" y="39411"/>
                </a:lnTo>
                <a:lnTo>
                  <a:pt x="125388" y="39397"/>
                </a:lnTo>
                <a:lnTo>
                  <a:pt x="125892" y="39388"/>
                </a:lnTo>
                <a:lnTo>
                  <a:pt x="126402" y="39385"/>
                </a:lnTo>
                <a:lnTo>
                  <a:pt x="128340" y="39385"/>
                </a:lnTo>
                <a:lnTo>
                  <a:pt x="128340" y="26482"/>
                </a:lnTo>
                <a:lnTo>
                  <a:pt x="126655" y="26482"/>
                </a:lnTo>
                <a:lnTo>
                  <a:pt x="125847" y="26489"/>
                </a:lnTo>
                <a:lnTo>
                  <a:pt x="125052" y="26511"/>
                </a:lnTo>
                <a:lnTo>
                  <a:pt x="124269" y="26549"/>
                </a:lnTo>
                <a:lnTo>
                  <a:pt x="123498" y="26601"/>
                </a:lnTo>
                <a:lnTo>
                  <a:pt x="122741" y="26668"/>
                </a:lnTo>
                <a:lnTo>
                  <a:pt x="121996" y="26750"/>
                </a:lnTo>
                <a:lnTo>
                  <a:pt x="121263" y="26847"/>
                </a:lnTo>
                <a:lnTo>
                  <a:pt x="120543" y="26959"/>
                </a:lnTo>
                <a:lnTo>
                  <a:pt x="119836" y="27086"/>
                </a:lnTo>
                <a:lnTo>
                  <a:pt x="119141" y="27228"/>
                </a:lnTo>
                <a:lnTo>
                  <a:pt x="118459" y="27385"/>
                </a:lnTo>
                <a:lnTo>
                  <a:pt x="117789" y="27557"/>
                </a:lnTo>
                <a:lnTo>
                  <a:pt x="117132" y="27744"/>
                </a:lnTo>
                <a:lnTo>
                  <a:pt x="116487" y="27945"/>
                </a:lnTo>
                <a:lnTo>
                  <a:pt x="115855" y="28162"/>
                </a:lnTo>
                <a:lnTo>
                  <a:pt x="115236" y="28393"/>
                </a:lnTo>
                <a:lnTo>
                  <a:pt x="114629" y="28640"/>
                </a:lnTo>
                <a:lnTo>
                  <a:pt x="114035" y="28901"/>
                </a:lnTo>
                <a:lnTo>
                  <a:pt x="113454" y="29177"/>
                </a:lnTo>
                <a:lnTo>
                  <a:pt x="112884" y="29468"/>
                </a:lnTo>
                <a:lnTo>
                  <a:pt x="112328" y="29775"/>
                </a:lnTo>
                <a:lnTo>
                  <a:pt x="111784" y="30096"/>
                </a:lnTo>
                <a:lnTo>
                  <a:pt x="111253" y="30432"/>
                </a:lnTo>
                <a:lnTo>
                  <a:pt x="110734" y="30783"/>
                </a:lnTo>
                <a:lnTo>
                  <a:pt x="110226" y="31145"/>
                </a:lnTo>
                <a:lnTo>
                  <a:pt x="109727" y="31514"/>
                </a:lnTo>
                <a:lnTo>
                  <a:pt x="109238" y="31890"/>
                </a:lnTo>
                <a:lnTo>
                  <a:pt x="108757" y="32273"/>
                </a:lnTo>
                <a:lnTo>
                  <a:pt x="108285" y="32663"/>
                </a:lnTo>
                <a:lnTo>
                  <a:pt x="107823" y="33060"/>
                </a:lnTo>
                <a:lnTo>
                  <a:pt x="107369" y="33464"/>
                </a:lnTo>
                <a:lnTo>
                  <a:pt x="106925" y="33875"/>
                </a:lnTo>
                <a:lnTo>
                  <a:pt x="106489" y="34293"/>
                </a:lnTo>
                <a:lnTo>
                  <a:pt x="106063" y="34718"/>
                </a:lnTo>
                <a:lnTo>
                  <a:pt x="105646" y="35151"/>
                </a:lnTo>
                <a:lnTo>
                  <a:pt x="105238" y="35590"/>
                </a:lnTo>
                <a:lnTo>
                  <a:pt x="104838" y="36036"/>
                </a:lnTo>
                <a:lnTo>
                  <a:pt x="104448" y="36489"/>
                </a:lnTo>
                <a:lnTo>
                  <a:pt x="104067" y="36950"/>
                </a:lnTo>
                <a:lnTo>
                  <a:pt x="103696" y="37417"/>
                </a:lnTo>
                <a:lnTo>
                  <a:pt x="103333" y="37892"/>
                </a:lnTo>
                <a:lnTo>
                  <a:pt x="102979" y="38373"/>
                </a:lnTo>
                <a:lnTo>
                  <a:pt x="102634" y="38861"/>
                </a:lnTo>
                <a:lnTo>
                  <a:pt x="102299" y="39357"/>
                </a:lnTo>
                <a:lnTo>
                  <a:pt x="101972" y="39859"/>
                </a:lnTo>
                <a:lnTo>
                  <a:pt x="101655" y="40369"/>
                </a:lnTo>
                <a:lnTo>
                  <a:pt x="101346" y="40885"/>
                </a:lnTo>
                <a:lnTo>
                  <a:pt x="101047" y="41409"/>
                </a:lnTo>
                <a:lnTo>
                  <a:pt x="100541" y="28000"/>
                </a:lnTo>
                <a:lnTo>
                  <a:pt x="87316" y="28000"/>
                </a:lnTo>
                <a:lnTo>
                  <a:pt x="87316" y="113516"/>
                </a:lnTo>
                <a:lnTo>
                  <a:pt x="101384" y="113516"/>
                </a:lnTo>
                <a:lnTo>
                  <a:pt x="101384" y="52644"/>
                </a:lnTo>
                <a:lnTo>
                  <a:pt x="101616" y="52320"/>
                </a:lnTo>
                <a:close/>
                <a:moveTo>
                  <a:pt x="282661" y="40209"/>
                </a:moveTo>
                <a:lnTo>
                  <a:pt x="282308" y="39370"/>
                </a:lnTo>
                <a:lnTo>
                  <a:pt x="281935" y="38553"/>
                </a:lnTo>
                <a:lnTo>
                  <a:pt x="281541" y="37758"/>
                </a:lnTo>
                <a:lnTo>
                  <a:pt x="281127" y="36986"/>
                </a:lnTo>
                <a:lnTo>
                  <a:pt x="280693" y="36237"/>
                </a:lnTo>
                <a:lnTo>
                  <a:pt x="280239" y="35509"/>
                </a:lnTo>
                <a:lnTo>
                  <a:pt x="279765" y="34804"/>
                </a:lnTo>
                <a:lnTo>
                  <a:pt x="279267" y="34125"/>
                </a:lnTo>
                <a:lnTo>
                  <a:pt x="278743" y="33475"/>
                </a:lnTo>
                <a:lnTo>
                  <a:pt x="278192" y="32854"/>
                </a:lnTo>
                <a:lnTo>
                  <a:pt x="277615" y="32261"/>
                </a:lnTo>
                <a:lnTo>
                  <a:pt x="277010" y="31698"/>
                </a:lnTo>
                <a:lnTo>
                  <a:pt x="276380" y="31163"/>
                </a:lnTo>
                <a:lnTo>
                  <a:pt x="275722" y="30657"/>
                </a:lnTo>
                <a:lnTo>
                  <a:pt x="275038" y="30181"/>
                </a:lnTo>
                <a:lnTo>
                  <a:pt x="274328" y="29733"/>
                </a:lnTo>
                <a:lnTo>
                  <a:pt x="273590" y="29314"/>
                </a:lnTo>
                <a:lnTo>
                  <a:pt x="272827" y="28924"/>
                </a:lnTo>
                <a:lnTo>
                  <a:pt x="272036" y="28562"/>
                </a:lnTo>
                <a:lnTo>
                  <a:pt x="271219" y="28230"/>
                </a:lnTo>
                <a:lnTo>
                  <a:pt x="270375" y="27927"/>
                </a:lnTo>
                <a:lnTo>
                  <a:pt x="269505" y="27652"/>
                </a:lnTo>
                <a:lnTo>
                  <a:pt x="268608" y="27406"/>
                </a:lnTo>
                <a:lnTo>
                  <a:pt x="267685" y="27190"/>
                </a:lnTo>
                <a:lnTo>
                  <a:pt x="266734" y="27002"/>
                </a:lnTo>
                <a:lnTo>
                  <a:pt x="265758" y="26843"/>
                </a:lnTo>
                <a:lnTo>
                  <a:pt x="264754" y="26713"/>
                </a:lnTo>
                <a:lnTo>
                  <a:pt x="263724" y="26612"/>
                </a:lnTo>
                <a:lnTo>
                  <a:pt x="262668" y="26539"/>
                </a:lnTo>
                <a:lnTo>
                  <a:pt x="261584" y="26496"/>
                </a:lnTo>
                <a:lnTo>
                  <a:pt x="260475" y="26482"/>
                </a:lnTo>
                <a:lnTo>
                  <a:pt x="259673" y="26489"/>
                </a:lnTo>
                <a:lnTo>
                  <a:pt x="258882" y="26511"/>
                </a:lnTo>
                <a:lnTo>
                  <a:pt x="258103" y="26548"/>
                </a:lnTo>
                <a:lnTo>
                  <a:pt x="257334" y="26600"/>
                </a:lnTo>
                <a:lnTo>
                  <a:pt x="256577" y="26666"/>
                </a:lnTo>
                <a:lnTo>
                  <a:pt x="255831" y="26748"/>
                </a:lnTo>
                <a:lnTo>
                  <a:pt x="255096" y="26844"/>
                </a:lnTo>
                <a:lnTo>
                  <a:pt x="254372" y="26955"/>
                </a:lnTo>
                <a:lnTo>
                  <a:pt x="253659" y="27080"/>
                </a:lnTo>
                <a:lnTo>
                  <a:pt x="252958" y="27221"/>
                </a:lnTo>
                <a:lnTo>
                  <a:pt x="252267" y="27376"/>
                </a:lnTo>
                <a:lnTo>
                  <a:pt x="251588" y="27546"/>
                </a:lnTo>
                <a:lnTo>
                  <a:pt x="250919" y="27731"/>
                </a:lnTo>
                <a:lnTo>
                  <a:pt x="250262" y="27931"/>
                </a:lnTo>
                <a:lnTo>
                  <a:pt x="249616" y="28145"/>
                </a:lnTo>
                <a:lnTo>
                  <a:pt x="248981" y="28374"/>
                </a:lnTo>
                <a:lnTo>
                  <a:pt x="248357" y="28618"/>
                </a:lnTo>
                <a:lnTo>
                  <a:pt x="247744" y="28877"/>
                </a:lnTo>
                <a:lnTo>
                  <a:pt x="247143" y="29151"/>
                </a:lnTo>
                <a:lnTo>
                  <a:pt x="246552" y="29439"/>
                </a:lnTo>
                <a:lnTo>
                  <a:pt x="245973" y="29742"/>
                </a:lnTo>
                <a:lnTo>
                  <a:pt x="245404" y="30060"/>
                </a:lnTo>
                <a:lnTo>
                  <a:pt x="244847" y="30393"/>
                </a:lnTo>
                <a:lnTo>
                  <a:pt x="244301" y="30741"/>
                </a:lnTo>
                <a:lnTo>
                  <a:pt x="243766" y="31097"/>
                </a:lnTo>
                <a:lnTo>
                  <a:pt x="243240" y="31455"/>
                </a:lnTo>
                <a:lnTo>
                  <a:pt x="242725" y="31815"/>
                </a:lnTo>
                <a:lnTo>
                  <a:pt x="242221" y="32178"/>
                </a:lnTo>
                <a:lnTo>
                  <a:pt x="241726" y="32543"/>
                </a:lnTo>
                <a:lnTo>
                  <a:pt x="241242" y="32910"/>
                </a:lnTo>
                <a:lnTo>
                  <a:pt x="240768" y="33279"/>
                </a:lnTo>
                <a:lnTo>
                  <a:pt x="240304" y="33650"/>
                </a:lnTo>
                <a:lnTo>
                  <a:pt x="239851" y="34024"/>
                </a:lnTo>
                <a:lnTo>
                  <a:pt x="239408" y="34399"/>
                </a:lnTo>
                <a:lnTo>
                  <a:pt x="238975" y="34777"/>
                </a:lnTo>
                <a:lnTo>
                  <a:pt x="238552" y="35158"/>
                </a:lnTo>
                <a:lnTo>
                  <a:pt x="238139" y="35540"/>
                </a:lnTo>
                <a:lnTo>
                  <a:pt x="237737" y="35925"/>
                </a:lnTo>
                <a:lnTo>
                  <a:pt x="237345" y="36311"/>
                </a:lnTo>
                <a:lnTo>
                  <a:pt x="236963" y="36700"/>
                </a:lnTo>
                <a:lnTo>
                  <a:pt x="236591" y="37091"/>
                </a:lnTo>
                <a:lnTo>
                  <a:pt x="236230" y="37485"/>
                </a:lnTo>
                <a:lnTo>
                  <a:pt x="235879" y="37880"/>
                </a:lnTo>
                <a:lnTo>
                  <a:pt x="235538" y="38278"/>
                </a:lnTo>
                <a:lnTo>
                  <a:pt x="235207" y="38678"/>
                </a:lnTo>
                <a:lnTo>
                  <a:pt x="234887" y="39080"/>
                </a:lnTo>
                <a:lnTo>
                  <a:pt x="234577" y="39484"/>
                </a:lnTo>
                <a:lnTo>
                  <a:pt x="234277" y="39891"/>
                </a:lnTo>
                <a:lnTo>
                  <a:pt x="233940" y="28000"/>
                </a:lnTo>
                <a:lnTo>
                  <a:pt x="220293" y="28000"/>
                </a:lnTo>
                <a:lnTo>
                  <a:pt x="220293" y="113516"/>
                </a:lnTo>
                <a:lnTo>
                  <a:pt x="234361" y="113516"/>
                </a:lnTo>
                <a:lnTo>
                  <a:pt x="234361" y="51943"/>
                </a:lnTo>
                <a:lnTo>
                  <a:pt x="234659" y="51528"/>
                </a:lnTo>
                <a:lnTo>
                  <a:pt x="234965" y="51115"/>
                </a:lnTo>
                <a:lnTo>
                  <a:pt x="235279" y="50704"/>
                </a:lnTo>
                <a:lnTo>
                  <a:pt x="235600" y="50295"/>
                </a:lnTo>
                <a:lnTo>
                  <a:pt x="235928" y="49889"/>
                </a:lnTo>
                <a:lnTo>
                  <a:pt x="236264" y="49485"/>
                </a:lnTo>
                <a:lnTo>
                  <a:pt x="236607" y="49084"/>
                </a:lnTo>
                <a:lnTo>
                  <a:pt x="236958" y="48685"/>
                </a:lnTo>
                <a:lnTo>
                  <a:pt x="237316" y="48288"/>
                </a:lnTo>
                <a:lnTo>
                  <a:pt x="237682" y="47894"/>
                </a:lnTo>
                <a:lnTo>
                  <a:pt x="238055" y="47501"/>
                </a:lnTo>
                <a:lnTo>
                  <a:pt x="238436" y="47112"/>
                </a:lnTo>
                <a:lnTo>
                  <a:pt x="238824" y="46724"/>
                </a:lnTo>
                <a:lnTo>
                  <a:pt x="239219" y="46339"/>
                </a:lnTo>
                <a:lnTo>
                  <a:pt x="239622" y="45956"/>
                </a:lnTo>
                <a:lnTo>
                  <a:pt x="240033" y="45576"/>
                </a:lnTo>
                <a:lnTo>
                  <a:pt x="240451" y="45198"/>
                </a:lnTo>
                <a:lnTo>
                  <a:pt x="240876" y="44822"/>
                </a:lnTo>
                <a:lnTo>
                  <a:pt x="241309" y="44448"/>
                </a:lnTo>
                <a:lnTo>
                  <a:pt x="241749" y="44077"/>
                </a:lnTo>
                <a:lnTo>
                  <a:pt x="242197" y="43708"/>
                </a:lnTo>
                <a:lnTo>
                  <a:pt x="242652" y="43342"/>
                </a:lnTo>
                <a:lnTo>
                  <a:pt x="243115" y="42978"/>
                </a:lnTo>
                <a:lnTo>
                  <a:pt x="243585" y="42616"/>
                </a:lnTo>
                <a:lnTo>
                  <a:pt x="244063" y="42263"/>
                </a:lnTo>
                <a:lnTo>
                  <a:pt x="244549" y="41925"/>
                </a:lnTo>
                <a:lnTo>
                  <a:pt x="245044" y="41602"/>
                </a:lnTo>
                <a:lnTo>
                  <a:pt x="245547" y="41294"/>
                </a:lnTo>
                <a:lnTo>
                  <a:pt x="246058" y="41001"/>
                </a:lnTo>
                <a:lnTo>
                  <a:pt x="246578" y="40723"/>
                </a:lnTo>
                <a:lnTo>
                  <a:pt x="247106" y="40460"/>
                </a:lnTo>
                <a:lnTo>
                  <a:pt x="247642" y="40212"/>
                </a:lnTo>
                <a:lnTo>
                  <a:pt x="248187" y="39979"/>
                </a:lnTo>
                <a:lnTo>
                  <a:pt x="248740" y="39761"/>
                </a:lnTo>
                <a:lnTo>
                  <a:pt x="249301" y="39558"/>
                </a:lnTo>
                <a:lnTo>
                  <a:pt x="249871" y="39370"/>
                </a:lnTo>
                <a:lnTo>
                  <a:pt x="250449" y="39198"/>
                </a:lnTo>
                <a:lnTo>
                  <a:pt x="251036" y="39040"/>
                </a:lnTo>
                <a:lnTo>
                  <a:pt x="251630" y="38897"/>
                </a:lnTo>
                <a:lnTo>
                  <a:pt x="252233" y="38769"/>
                </a:lnTo>
                <a:lnTo>
                  <a:pt x="252845" y="38657"/>
                </a:lnTo>
                <a:lnTo>
                  <a:pt x="253464" y="38559"/>
                </a:lnTo>
                <a:lnTo>
                  <a:pt x="254092" y="38476"/>
                </a:lnTo>
                <a:lnTo>
                  <a:pt x="254729" y="38409"/>
                </a:lnTo>
                <a:lnTo>
                  <a:pt x="255374" y="38356"/>
                </a:lnTo>
                <a:lnTo>
                  <a:pt x="256027" y="38319"/>
                </a:lnTo>
                <a:lnTo>
                  <a:pt x="256688" y="38296"/>
                </a:lnTo>
                <a:lnTo>
                  <a:pt x="257358" y="38289"/>
                </a:lnTo>
                <a:lnTo>
                  <a:pt x="257844" y="38293"/>
                </a:lnTo>
                <a:lnTo>
                  <a:pt x="258321" y="38308"/>
                </a:lnTo>
                <a:lnTo>
                  <a:pt x="258788" y="38331"/>
                </a:lnTo>
                <a:lnTo>
                  <a:pt x="259245" y="38364"/>
                </a:lnTo>
                <a:lnTo>
                  <a:pt x="259692" y="38407"/>
                </a:lnTo>
                <a:lnTo>
                  <a:pt x="260130" y="38459"/>
                </a:lnTo>
                <a:lnTo>
                  <a:pt x="260557" y="38520"/>
                </a:lnTo>
                <a:lnTo>
                  <a:pt x="260975" y="38591"/>
                </a:lnTo>
                <a:lnTo>
                  <a:pt x="261383" y="38671"/>
                </a:lnTo>
                <a:lnTo>
                  <a:pt x="261782" y="38761"/>
                </a:lnTo>
                <a:lnTo>
                  <a:pt x="262170" y="38861"/>
                </a:lnTo>
                <a:lnTo>
                  <a:pt x="262549" y="38969"/>
                </a:lnTo>
                <a:lnTo>
                  <a:pt x="262918" y="39087"/>
                </a:lnTo>
                <a:lnTo>
                  <a:pt x="263277" y="39215"/>
                </a:lnTo>
                <a:lnTo>
                  <a:pt x="263626" y="39352"/>
                </a:lnTo>
                <a:lnTo>
                  <a:pt x="263966" y="39499"/>
                </a:lnTo>
                <a:lnTo>
                  <a:pt x="264295" y="39655"/>
                </a:lnTo>
                <a:lnTo>
                  <a:pt x="264615" y="39820"/>
                </a:lnTo>
                <a:lnTo>
                  <a:pt x="264925" y="39995"/>
                </a:lnTo>
                <a:lnTo>
                  <a:pt x="265226" y="40179"/>
                </a:lnTo>
                <a:lnTo>
                  <a:pt x="265516" y="40373"/>
                </a:lnTo>
                <a:lnTo>
                  <a:pt x="265797" y="40576"/>
                </a:lnTo>
                <a:lnTo>
                  <a:pt x="266068" y="40789"/>
                </a:lnTo>
                <a:lnTo>
                  <a:pt x="266329" y="41011"/>
                </a:lnTo>
                <a:lnTo>
                  <a:pt x="266582" y="41241"/>
                </a:lnTo>
                <a:lnTo>
                  <a:pt x="266828" y="41479"/>
                </a:lnTo>
                <a:lnTo>
                  <a:pt x="267067" y="41724"/>
                </a:lnTo>
                <a:lnTo>
                  <a:pt x="267299" y="41976"/>
                </a:lnTo>
                <a:lnTo>
                  <a:pt x="267524" y="42236"/>
                </a:lnTo>
                <a:lnTo>
                  <a:pt x="267743" y="42502"/>
                </a:lnTo>
                <a:lnTo>
                  <a:pt x="267954" y="42776"/>
                </a:lnTo>
                <a:lnTo>
                  <a:pt x="268159" y="43058"/>
                </a:lnTo>
                <a:lnTo>
                  <a:pt x="268357" y="43346"/>
                </a:lnTo>
                <a:lnTo>
                  <a:pt x="268548" y="43642"/>
                </a:lnTo>
                <a:lnTo>
                  <a:pt x="268732" y="43946"/>
                </a:lnTo>
                <a:lnTo>
                  <a:pt x="268909" y="44256"/>
                </a:lnTo>
                <a:lnTo>
                  <a:pt x="269079" y="44574"/>
                </a:lnTo>
                <a:lnTo>
                  <a:pt x="269243" y="44899"/>
                </a:lnTo>
                <a:lnTo>
                  <a:pt x="269399" y="45231"/>
                </a:lnTo>
                <a:lnTo>
                  <a:pt x="269549" y="45571"/>
                </a:lnTo>
                <a:lnTo>
                  <a:pt x="269692" y="45918"/>
                </a:lnTo>
                <a:lnTo>
                  <a:pt x="269828" y="46272"/>
                </a:lnTo>
                <a:lnTo>
                  <a:pt x="269957" y="46634"/>
                </a:lnTo>
                <a:lnTo>
                  <a:pt x="270079" y="47003"/>
                </a:lnTo>
                <a:lnTo>
                  <a:pt x="270194" y="47379"/>
                </a:lnTo>
                <a:lnTo>
                  <a:pt x="270303" y="47762"/>
                </a:lnTo>
                <a:lnTo>
                  <a:pt x="270404" y="48153"/>
                </a:lnTo>
                <a:lnTo>
                  <a:pt x="270499" y="48551"/>
                </a:lnTo>
                <a:lnTo>
                  <a:pt x="270588" y="48955"/>
                </a:lnTo>
                <a:lnTo>
                  <a:pt x="270674" y="49364"/>
                </a:lnTo>
                <a:lnTo>
                  <a:pt x="270756" y="49777"/>
                </a:lnTo>
                <a:lnTo>
                  <a:pt x="270833" y="50194"/>
                </a:lnTo>
                <a:lnTo>
                  <a:pt x="270908" y="50617"/>
                </a:lnTo>
                <a:lnTo>
                  <a:pt x="270978" y="51044"/>
                </a:lnTo>
                <a:lnTo>
                  <a:pt x="271044" y="51476"/>
                </a:lnTo>
                <a:lnTo>
                  <a:pt x="271107" y="51912"/>
                </a:lnTo>
                <a:lnTo>
                  <a:pt x="271166" y="52353"/>
                </a:lnTo>
                <a:lnTo>
                  <a:pt x="271221" y="52799"/>
                </a:lnTo>
                <a:lnTo>
                  <a:pt x="271273" y="53249"/>
                </a:lnTo>
                <a:lnTo>
                  <a:pt x="271320" y="53704"/>
                </a:lnTo>
                <a:lnTo>
                  <a:pt x="271364" y="54164"/>
                </a:lnTo>
                <a:lnTo>
                  <a:pt x="271404" y="54628"/>
                </a:lnTo>
                <a:lnTo>
                  <a:pt x="271440" y="55097"/>
                </a:lnTo>
                <a:lnTo>
                  <a:pt x="271472" y="55571"/>
                </a:lnTo>
                <a:lnTo>
                  <a:pt x="271501" y="56049"/>
                </a:lnTo>
                <a:lnTo>
                  <a:pt x="271525" y="56532"/>
                </a:lnTo>
                <a:lnTo>
                  <a:pt x="271546" y="57020"/>
                </a:lnTo>
                <a:lnTo>
                  <a:pt x="271564" y="57512"/>
                </a:lnTo>
                <a:lnTo>
                  <a:pt x="271577" y="58009"/>
                </a:lnTo>
                <a:lnTo>
                  <a:pt x="271586" y="58511"/>
                </a:lnTo>
                <a:lnTo>
                  <a:pt x="271592" y="59017"/>
                </a:lnTo>
                <a:lnTo>
                  <a:pt x="271594" y="59528"/>
                </a:lnTo>
                <a:lnTo>
                  <a:pt x="271594" y="113516"/>
                </a:lnTo>
                <a:lnTo>
                  <a:pt x="285577" y="113516"/>
                </a:lnTo>
                <a:lnTo>
                  <a:pt x="285577" y="57913"/>
                </a:lnTo>
                <a:lnTo>
                  <a:pt x="285567" y="56692"/>
                </a:lnTo>
                <a:lnTo>
                  <a:pt x="285537" y="55493"/>
                </a:lnTo>
                <a:lnTo>
                  <a:pt x="285487" y="54317"/>
                </a:lnTo>
                <a:lnTo>
                  <a:pt x="285416" y="53164"/>
                </a:lnTo>
                <a:lnTo>
                  <a:pt x="285325" y="52033"/>
                </a:lnTo>
                <a:lnTo>
                  <a:pt x="285225" y="51031"/>
                </a:lnTo>
                <a:lnTo>
                  <a:pt x="285240" y="51108"/>
                </a:lnTo>
                <a:lnTo>
                  <a:pt x="285532" y="50715"/>
                </a:lnTo>
                <a:lnTo>
                  <a:pt x="285832" y="50325"/>
                </a:lnTo>
                <a:lnTo>
                  <a:pt x="286141" y="49938"/>
                </a:lnTo>
                <a:lnTo>
                  <a:pt x="286457" y="49552"/>
                </a:lnTo>
                <a:lnTo>
                  <a:pt x="286782" y="49169"/>
                </a:lnTo>
                <a:lnTo>
                  <a:pt x="287115" y="48788"/>
                </a:lnTo>
                <a:lnTo>
                  <a:pt x="287456" y="48410"/>
                </a:lnTo>
                <a:lnTo>
                  <a:pt x="287805" y="48034"/>
                </a:lnTo>
                <a:lnTo>
                  <a:pt x="288162" y="47660"/>
                </a:lnTo>
                <a:lnTo>
                  <a:pt x="288528" y="47289"/>
                </a:lnTo>
                <a:lnTo>
                  <a:pt x="288902" y="46920"/>
                </a:lnTo>
                <a:lnTo>
                  <a:pt x="289284" y="46554"/>
                </a:lnTo>
                <a:lnTo>
                  <a:pt x="289674" y="46189"/>
                </a:lnTo>
                <a:lnTo>
                  <a:pt x="290072" y="45827"/>
                </a:lnTo>
                <a:lnTo>
                  <a:pt x="290479" y="45468"/>
                </a:lnTo>
                <a:lnTo>
                  <a:pt x="290894" y="45110"/>
                </a:lnTo>
                <a:lnTo>
                  <a:pt x="291317" y="44756"/>
                </a:lnTo>
                <a:lnTo>
                  <a:pt x="291748" y="44403"/>
                </a:lnTo>
                <a:lnTo>
                  <a:pt x="292187" y="44053"/>
                </a:lnTo>
                <a:lnTo>
                  <a:pt x="292635" y="43705"/>
                </a:lnTo>
                <a:lnTo>
                  <a:pt x="293090" y="43359"/>
                </a:lnTo>
                <a:lnTo>
                  <a:pt x="293554" y="43016"/>
                </a:lnTo>
                <a:lnTo>
                  <a:pt x="294026" y="42675"/>
                </a:lnTo>
                <a:lnTo>
                  <a:pt x="294507" y="42337"/>
                </a:lnTo>
                <a:lnTo>
                  <a:pt x="294995" y="42006"/>
                </a:lnTo>
                <a:lnTo>
                  <a:pt x="295491" y="41690"/>
                </a:lnTo>
                <a:lnTo>
                  <a:pt x="295995" y="41388"/>
                </a:lnTo>
                <a:lnTo>
                  <a:pt x="296507" y="41100"/>
                </a:lnTo>
                <a:lnTo>
                  <a:pt x="297027" y="40826"/>
                </a:lnTo>
                <a:lnTo>
                  <a:pt x="297555" y="40566"/>
                </a:lnTo>
                <a:lnTo>
                  <a:pt x="298091" y="40320"/>
                </a:lnTo>
                <a:lnTo>
                  <a:pt x="298634" y="40088"/>
                </a:lnTo>
                <a:lnTo>
                  <a:pt x="299186" y="39870"/>
                </a:lnTo>
                <a:lnTo>
                  <a:pt x="299745" y="39666"/>
                </a:lnTo>
                <a:lnTo>
                  <a:pt x="300312" y="39476"/>
                </a:lnTo>
                <a:lnTo>
                  <a:pt x="300888" y="39301"/>
                </a:lnTo>
                <a:lnTo>
                  <a:pt x="301471" y="39139"/>
                </a:lnTo>
                <a:lnTo>
                  <a:pt x="302062" y="38991"/>
                </a:lnTo>
                <a:lnTo>
                  <a:pt x="302661" y="38858"/>
                </a:lnTo>
                <a:lnTo>
                  <a:pt x="303267" y="38738"/>
                </a:lnTo>
                <a:lnTo>
                  <a:pt x="303882" y="38633"/>
                </a:lnTo>
                <a:lnTo>
                  <a:pt x="304505" y="38542"/>
                </a:lnTo>
                <a:lnTo>
                  <a:pt x="305135" y="38464"/>
                </a:lnTo>
                <a:lnTo>
                  <a:pt x="305773" y="38401"/>
                </a:lnTo>
                <a:lnTo>
                  <a:pt x="306420" y="38352"/>
                </a:lnTo>
                <a:lnTo>
                  <a:pt x="307074" y="38317"/>
                </a:lnTo>
                <a:lnTo>
                  <a:pt x="307736" y="38296"/>
                </a:lnTo>
                <a:lnTo>
                  <a:pt x="308406" y="38289"/>
                </a:lnTo>
                <a:lnTo>
                  <a:pt x="308885" y="38293"/>
                </a:lnTo>
                <a:lnTo>
                  <a:pt x="309355" y="38308"/>
                </a:lnTo>
                <a:lnTo>
                  <a:pt x="309815" y="38331"/>
                </a:lnTo>
                <a:lnTo>
                  <a:pt x="310266" y="38364"/>
                </a:lnTo>
                <a:lnTo>
                  <a:pt x="310707" y="38407"/>
                </a:lnTo>
                <a:lnTo>
                  <a:pt x="311138" y="38459"/>
                </a:lnTo>
                <a:lnTo>
                  <a:pt x="311560" y="38520"/>
                </a:lnTo>
                <a:lnTo>
                  <a:pt x="311972" y="38591"/>
                </a:lnTo>
                <a:lnTo>
                  <a:pt x="312374" y="38671"/>
                </a:lnTo>
                <a:lnTo>
                  <a:pt x="312767" y="38761"/>
                </a:lnTo>
                <a:lnTo>
                  <a:pt x="313150" y="38861"/>
                </a:lnTo>
                <a:lnTo>
                  <a:pt x="313523" y="38969"/>
                </a:lnTo>
                <a:lnTo>
                  <a:pt x="313887" y="39087"/>
                </a:lnTo>
                <a:lnTo>
                  <a:pt x="314241" y="39215"/>
                </a:lnTo>
                <a:lnTo>
                  <a:pt x="314585" y="39352"/>
                </a:lnTo>
                <a:lnTo>
                  <a:pt x="314920" y="39499"/>
                </a:lnTo>
                <a:lnTo>
                  <a:pt x="315245" y="39655"/>
                </a:lnTo>
                <a:lnTo>
                  <a:pt x="315561" y="39820"/>
                </a:lnTo>
                <a:lnTo>
                  <a:pt x="315867" y="39995"/>
                </a:lnTo>
                <a:lnTo>
                  <a:pt x="316163" y="40179"/>
                </a:lnTo>
                <a:lnTo>
                  <a:pt x="316449" y="40373"/>
                </a:lnTo>
                <a:lnTo>
                  <a:pt x="316726" y="40576"/>
                </a:lnTo>
                <a:lnTo>
                  <a:pt x="316993" y="40789"/>
                </a:lnTo>
                <a:lnTo>
                  <a:pt x="317251" y="41011"/>
                </a:lnTo>
                <a:lnTo>
                  <a:pt x="317500" y="41241"/>
                </a:lnTo>
                <a:lnTo>
                  <a:pt x="317743" y="41479"/>
                </a:lnTo>
                <a:lnTo>
                  <a:pt x="317979" y="41724"/>
                </a:lnTo>
                <a:lnTo>
                  <a:pt x="318209" y="41976"/>
                </a:lnTo>
                <a:lnTo>
                  <a:pt x="318432" y="42236"/>
                </a:lnTo>
                <a:lnTo>
                  <a:pt x="318649" y="42502"/>
                </a:lnTo>
                <a:lnTo>
                  <a:pt x="318858" y="42776"/>
                </a:lnTo>
                <a:lnTo>
                  <a:pt x="319062" y="43058"/>
                </a:lnTo>
                <a:lnTo>
                  <a:pt x="319259" y="43346"/>
                </a:lnTo>
                <a:lnTo>
                  <a:pt x="319449" y="43642"/>
                </a:lnTo>
                <a:lnTo>
                  <a:pt x="319632" y="43946"/>
                </a:lnTo>
                <a:lnTo>
                  <a:pt x="319809" y="44256"/>
                </a:lnTo>
                <a:lnTo>
                  <a:pt x="319980" y="44574"/>
                </a:lnTo>
                <a:lnTo>
                  <a:pt x="320144" y="44899"/>
                </a:lnTo>
                <a:lnTo>
                  <a:pt x="320301" y="45231"/>
                </a:lnTo>
                <a:lnTo>
                  <a:pt x="320452" y="45571"/>
                </a:lnTo>
                <a:lnTo>
                  <a:pt x="320596" y="45918"/>
                </a:lnTo>
                <a:lnTo>
                  <a:pt x="320733" y="46272"/>
                </a:lnTo>
                <a:lnTo>
                  <a:pt x="320864" y="46634"/>
                </a:lnTo>
                <a:lnTo>
                  <a:pt x="320989" y="47003"/>
                </a:lnTo>
                <a:lnTo>
                  <a:pt x="321107" y="47379"/>
                </a:lnTo>
                <a:lnTo>
                  <a:pt x="321218" y="47762"/>
                </a:lnTo>
                <a:lnTo>
                  <a:pt x="321322" y="48153"/>
                </a:lnTo>
                <a:lnTo>
                  <a:pt x="321421" y="48551"/>
                </a:lnTo>
                <a:lnTo>
                  <a:pt x="321513" y="48955"/>
                </a:lnTo>
                <a:lnTo>
                  <a:pt x="321602" y="49364"/>
                </a:lnTo>
                <a:lnTo>
                  <a:pt x="321687" y="49777"/>
                </a:lnTo>
                <a:lnTo>
                  <a:pt x="321768" y="50194"/>
                </a:lnTo>
                <a:lnTo>
                  <a:pt x="321845" y="50617"/>
                </a:lnTo>
                <a:lnTo>
                  <a:pt x="321918" y="51044"/>
                </a:lnTo>
                <a:lnTo>
                  <a:pt x="321987" y="51476"/>
                </a:lnTo>
                <a:lnTo>
                  <a:pt x="322052" y="51912"/>
                </a:lnTo>
                <a:lnTo>
                  <a:pt x="322113" y="52353"/>
                </a:lnTo>
                <a:lnTo>
                  <a:pt x="322171" y="52799"/>
                </a:lnTo>
                <a:lnTo>
                  <a:pt x="322224" y="53249"/>
                </a:lnTo>
                <a:lnTo>
                  <a:pt x="322273" y="53704"/>
                </a:lnTo>
                <a:lnTo>
                  <a:pt x="322319" y="54164"/>
                </a:lnTo>
                <a:lnTo>
                  <a:pt x="322360" y="54628"/>
                </a:lnTo>
                <a:lnTo>
                  <a:pt x="322398" y="55097"/>
                </a:lnTo>
                <a:lnTo>
                  <a:pt x="322431" y="55571"/>
                </a:lnTo>
                <a:lnTo>
                  <a:pt x="322461" y="56049"/>
                </a:lnTo>
                <a:lnTo>
                  <a:pt x="322487" y="56532"/>
                </a:lnTo>
                <a:lnTo>
                  <a:pt x="322508" y="57020"/>
                </a:lnTo>
                <a:lnTo>
                  <a:pt x="322526" y="57512"/>
                </a:lnTo>
                <a:lnTo>
                  <a:pt x="322540" y="58009"/>
                </a:lnTo>
                <a:lnTo>
                  <a:pt x="322550" y="58511"/>
                </a:lnTo>
                <a:lnTo>
                  <a:pt x="322556" y="59017"/>
                </a:lnTo>
                <a:lnTo>
                  <a:pt x="322558" y="59528"/>
                </a:lnTo>
                <a:lnTo>
                  <a:pt x="322558" y="113516"/>
                </a:lnTo>
                <a:lnTo>
                  <a:pt x="336625" y="113516"/>
                </a:lnTo>
                <a:lnTo>
                  <a:pt x="336625" y="57913"/>
                </a:lnTo>
                <a:lnTo>
                  <a:pt x="336615" y="56692"/>
                </a:lnTo>
                <a:lnTo>
                  <a:pt x="336584" y="55493"/>
                </a:lnTo>
                <a:lnTo>
                  <a:pt x="336533" y="54317"/>
                </a:lnTo>
                <a:lnTo>
                  <a:pt x="336462" y="53164"/>
                </a:lnTo>
                <a:lnTo>
                  <a:pt x="336369" y="52033"/>
                </a:lnTo>
                <a:lnTo>
                  <a:pt x="336257" y="50924"/>
                </a:lnTo>
                <a:lnTo>
                  <a:pt x="336124" y="49838"/>
                </a:lnTo>
                <a:lnTo>
                  <a:pt x="335970" y="48774"/>
                </a:lnTo>
                <a:lnTo>
                  <a:pt x="335796" y="47732"/>
                </a:lnTo>
                <a:lnTo>
                  <a:pt x="335602" y="46714"/>
                </a:lnTo>
                <a:lnTo>
                  <a:pt x="335387" y="45717"/>
                </a:lnTo>
                <a:lnTo>
                  <a:pt x="335151" y="44743"/>
                </a:lnTo>
                <a:lnTo>
                  <a:pt x="334895" y="43791"/>
                </a:lnTo>
                <a:lnTo>
                  <a:pt x="334619" y="42862"/>
                </a:lnTo>
                <a:lnTo>
                  <a:pt x="334322" y="41955"/>
                </a:lnTo>
                <a:lnTo>
                  <a:pt x="334005" y="41071"/>
                </a:lnTo>
                <a:lnTo>
                  <a:pt x="333667" y="40209"/>
                </a:lnTo>
                <a:lnTo>
                  <a:pt x="333309" y="39370"/>
                </a:lnTo>
                <a:lnTo>
                  <a:pt x="332930" y="38553"/>
                </a:lnTo>
                <a:lnTo>
                  <a:pt x="332531" y="37758"/>
                </a:lnTo>
                <a:lnTo>
                  <a:pt x="332111" y="36986"/>
                </a:lnTo>
                <a:lnTo>
                  <a:pt x="331671" y="36237"/>
                </a:lnTo>
                <a:lnTo>
                  <a:pt x="331210" y="35509"/>
                </a:lnTo>
                <a:lnTo>
                  <a:pt x="330729" y="34804"/>
                </a:lnTo>
                <a:lnTo>
                  <a:pt x="330225" y="34125"/>
                </a:lnTo>
                <a:lnTo>
                  <a:pt x="329695" y="33475"/>
                </a:lnTo>
                <a:lnTo>
                  <a:pt x="329140" y="32854"/>
                </a:lnTo>
                <a:lnTo>
                  <a:pt x="328560" y="32261"/>
                </a:lnTo>
                <a:lnTo>
                  <a:pt x="327954" y="31698"/>
                </a:lnTo>
                <a:lnTo>
                  <a:pt x="327322" y="31163"/>
                </a:lnTo>
                <a:lnTo>
                  <a:pt x="326666" y="30657"/>
                </a:lnTo>
                <a:lnTo>
                  <a:pt x="325983" y="30181"/>
                </a:lnTo>
                <a:lnTo>
                  <a:pt x="325276" y="29733"/>
                </a:lnTo>
                <a:lnTo>
                  <a:pt x="324543" y="29314"/>
                </a:lnTo>
                <a:lnTo>
                  <a:pt x="323784" y="28924"/>
                </a:lnTo>
                <a:lnTo>
                  <a:pt x="323000" y="28562"/>
                </a:lnTo>
                <a:lnTo>
                  <a:pt x="322190" y="28230"/>
                </a:lnTo>
                <a:lnTo>
                  <a:pt x="321356" y="27927"/>
                </a:lnTo>
                <a:lnTo>
                  <a:pt x="320495" y="27652"/>
                </a:lnTo>
                <a:lnTo>
                  <a:pt x="319609" y="27406"/>
                </a:lnTo>
                <a:lnTo>
                  <a:pt x="318698" y="27190"/>
                </a:lnTo>
                <a:lnTo>
                  <a:pt x="317761" y="27002"/>
                </a:lnTo>
                <a:lnTo>
                  <a:pt x="316799" y="26843"/>
                </a:lnTo>
                <a:lnTo>
                  <a:pt x="315812" y="26713"/>
                </a:lnTo>
                <a:lnTo>
                  <a:pt x="314799" y="26612"/>
                </a:lnTo>
                <a:lnTo>
                  <a:pt x="313760" y="26539"/>
                </a:lnTo>
                <a:lnTo>
                  <a:pt x="312696" y="26496"/>
                </a:lnTo>
                <a:lnTo>
                  <a:pt x="311607" y="26482"/>
                </a:lnTo>
                <a:lnTo>
                  <a:pt x="310790" y="26489"/>
                </a:lnTo>
                <a:lnTo>
                  <a:pt x="309984" y="26513"/>
                </a:lnTo>
                <a:lnTo>
                  <a:pt x="309188" y="26551"/>
                </a:lnTo>
                <a:lnTo>
                  <a:pt x="308401" y="26606"/>
                </a:lnTo>
                <a:lnTo>
                  <a:pt x="307625" y="26676"/>
                </a:lnTo>
                <a:lnTo>
                  <a:pt x="306858" y="26761"/>
                </a:lnTo>
                <a:lnTo>
                  <a:pt x="306101" y="26862"/>
                </a:lnTo>
                <a:lnTo>
                  <a:pt x="305355" y="26978"/>
                </a:lnTo>
                <a:lnTo>
                  <a:pt x="304618" y="27110"/>
                </a:lnTo>
                <a:lnTo>
                  <a:pt x="303891" y="27258"/>
                </a:lnTo>
                <a:lnTo>
                  <a:pt x="303174" y="27421"/>
                </a:lnTo>
                <a:lnTo>
                  <a:pt x="302467" y="27599"/>
                </a:lnTo>
                <a:lnTo>
                  <a:pt x="301770" y="27793"/>
                </a:lnTo>
                <a:lnTo>
                  <a:pt x="301083" y="28003"/>
                </a:lnTo>
                <a:lnTo>
                  <a:pt x="300406" y="28228"/>
                </a:lnTo>
                <a:lnTo>
                  <a:pt x="299739" y="28468"/>
                </a:lnTo>
                <a:lnTo>
                  <a:pt x="299081" y="28724"/>
                </a:lnTo>
                <a:lnTo>
                  <a:pt x="298434" y="28996"/>
                </a:lnTo>
                <a:lnTo>
                  <a:pt x="297797" y="29283"/>
                </a:lnTo>
                <a:lnTo>
                  <a:pt x="297169" y="29586"/>
                </a:lnTo>
                <a:lnTo>
                  <a:pt x="296552" y="29904"/>
                </a:lnTo>
                <a:lnTo>
                  <a:pt x="295944" y="30237"/>
                </a:lnTo>
                <a:lnTo>
                  <a:pt x="295347" y="30587"/>
                </a:lnTo>
                <a:lnTo>
                  <a:pt x="294759" y="30951"/>
                </a:lnTo>
                <a:lnTo>
                  <a:pt x="294181" y="31325"/>
                </a:lnTo>
                <a:lnTo>
                  <a:pt x="293610" y="31702"/>
                </a:lnTo>
                <a:lnTo>
                  <a:pt x="293048" y="32082"/>
                </a:lnTo>
                <a:lnTo>
                  <a:pt x="292494" y="32465"/>
                </a:lnTo>
                <a:lnTo>
                  <a:pt x="291948" y="32850"/>
                </a:lnTo>
                <a:lnTo>
                  <a:pt x="291411" y="33239"/>
                </a:lnTo>
                <a:lnTo>
                  <a:pt x="290881" y="33631"/>
                </a:lnTo>
                <a:lnTo>
                  <a:pt x="290360" y="34025"/>
                </a:lnTo>
                <a:lnTo>
                  <a:pt x="289847" y="34422"/>
                </a:lnTo>
                <a:lnTo>
                  <a:pt x="289342" y="34823"/>
                </a:lnTo>
                <a:lnTo>
                  <a:pt x="288846" y="35226"/>
                </a:lnTo>
                <a:lnTo>
                  <a:pt x="288357" y="35632"/>
                </a:lnTo>
                <a:lnTo>
                  <a:pt x="287877" y="36041"/>
                </a:lnTo>
                <a:lnTo>
                  <a:pt x="287405" y="36453"/>
                </a:lnTo>
                <a:lnTo>
                  <a:pt x="286941" y="36868"/>
                </a:lnTo>
                <a:lnTo>
                  <a:pt x="286485" y="37286"/>
                </a:lnTo>
                <a:lnTo>
                  <a:pt x="286038" y="37707"/>
                </a:lnTo>
                <a:lnTo>
                  <a:pt x="285598" y="38130"/>
                </a:lnTo>
                <a:lnTo>
                  <a:pt x="285167" y="38557"/>
                </a:lnTo>
                <a:lnTo>
                  <a:pt x="284744" y="38987"/>
                </a:lnTo>
                <a:lnTo>
                  <a:pt x="284330" y="39419"/>
                </a:lnTo>
                <a:lnTo>
                  <a:pt x="283923" y="39855"/>
                </a:lnTo>
                <a:lnTo>
                  <a:pt x="283525" y="40293"/>
                </a:lnTo>
                <a:lnTo>
                  <a:pt x="283134" y="40734"/>
                </a:lnTo>
                <a:lnTo>
                  <a:pt x="283510" y="42586"/>
                </a:lnTo>
                <a:lnTo>
                  <a:pt x="283307" y="41955"/>
                </a:lnTo>
                <a:lnTo>
                  <a:pt x="282994" y="41071"/>
                </a:lnTo>
                <a:lnTo>
                  <a:pt x="282661" y="40209"/>
                </a:lnTo>
                <a:close/>
                <a:moveTo>
                  <a:pt x="172048" y="114952"/>
                </a:moveTo>
                <a:lnTo>
                  <a:pt x="172990" y="114888"/>
                </a:lnTo>
                <a:lnTo>
                  <a:pt x="173920" y="114806"/>
                </a:lnTo>
                <a:lnTo>
                  <a:pt x="174838" y="114705"/>
                </a:lnTo>
                <a:lnTo>
                  <a:pt x="175745" y="114586"/>
                </a:lnTo>
                <a:lnTo>
                  <a:pt x="176640" y="114449"/>
                </a:lnTo>
                <a:lnTo>
                  <a:pt x="177524" y="114293"/>
                </a:lnTo>
                <a:lnTo>
                  <a:pt x="178395" y="114119"/>
                </a:lnTo>
                <a:lnTo>
                  <a:pt x="179255" y="113927"/>
                </a:lnTo>
                <a:lnTo>
                  <a:pt x="180103" y="113717"/>
                </a:lnTo>
                <a:lnTo>
                  <a:pt x="180940" y="113488"/>
                </a:lnTo>
                <a:lnTo>
                  <a:pt x="181765" y="113241"/>
                </a:lnTo>
                <a:lnTo>
                  <a:pt x="182578" y="112976"/>
                </a:lnTo>
                <a:lnTo>
                  <a:pt x="183379" y="112692"/>
                </a:lnTo>
                <a:lnTo>
                  <a:pt x="184169" y="112390"/>
                </a:lnTo>
                <a:lnTo>
                  <a:pt x="184947" y="112070"/>
                </a:lnTo>
                <a:lnTo>
                  <a:pt x="185713" y="111731"/>
                </a:lnTo>
                <a:lnTo>
                  <a:pt x="186468" y="111374"/>
                </a:lnTo>
                <a:lnTo>
                  <a:pt x="187211" y="110999"/>
                </a:lnTo>
                <a:lnTo>
                  <a:pt x="187942" y="110605"/>
                </a:lnTo>
                <a:lnTo>
                  <a:pt x="188662" y="110194"/>
                </a:lnTo>
                <a:lnTo>
                  <a:pt x="189369" y="109764"/>
                </a:lnTo>
                <a:lnTo>
                  <a:pt x="190065" y="109316"/>
                </a:lnTo>
                <a:lnTo>
                  <a:pt x="190746" y="108853"/>
                </a:lnTo>
                <a:lnTo>
                  <a:pt x="191414" y="108374"/>
                </a:lnTo>
                <a:lnTo>
                  <a:pt x="192067" y="107878"/>
                </a:lnTo>
                <a:lnTo>
                  <a:pt x="192708" y="107367"/>
                </a:lnTo>
                <a:lnTo>
                  <a:pt x="193334" y="106840"/>
                </a:lnTo>
                <a:lnTo>
                  <a:pt x="193947" y="106296"/>
                </a:lnTo>
                <a:lnTo>
                  <a:pt x="194545" y="105737"/>
                </a:lnTo>
                <a:lnTo>
                  <a:pt x="195131" y="105162"/>
                </a:lnTo>
                <a:lnTo>
                  <a:pt x="195702" y="104570"/>
                </a:lnTo>
                <a:lnTo>
                  <a:pt x="196260" y="103963"/>
                </a:lnTo>
                <a:lnTo>
                  <a:pt x="196803" y="103339"/>
                </a:lnTo>
                <a:lnTo>
                  <a:pt x="197334" y="102700"/>
                </a:lnTo>
                <a:lnTo>
                  <a:pt x="197850" y="102045"/>
                </a:lnTo>
                <a:lnTo>
                  <a:pt x="198353" y="101373"/>
                </a:lnTo>
                <a:lnTo>
                  <a:pt x="198842" y="100686"/>
                </a:lnTo>
                <a:lnTo>
                  <a:pt x="199317" y="99982"/>
                </a:lnTo>
                <a:lnTo>
                  <a:pt x="199778" y="99263"/>
                </a:lnTo>
                <a:lnTo>
                  <a:pt x="200226" y="98527"/>
                </a:lnTo>
                <a:lnTo>
                  <a:pt x="200660" y="97776"/>
                </a:lnTo>
                <a:lnTo>
                  <a:pt x="201080" y="97008"/>
                </a:lnTo>
                <a:lnTo>
                  <a:pt x="201486" y="96225"/>
                </a:lnTo>
                <a:lnTo>
                  <a:pt x="201879" y="95425"/>
                </a:lnTo>
                <a:lnTo>
                  <a:pt x="202258" y="94609"/>
                </a:lnTo>
                <a:lnTo>
                  <a:pt x="202622" y="93779"/>
                </a:lnTo>
                <a:lnTo>
                  <a:pt x="202971" y="92936"/>
                </a:lnTo>
                <a:lnTo>
                  <a:pt x="203304" y="92079"/>
                </a:lnTo>
                <a:lnTo>
                  <a:pt x="203622" y="91209"/>
                </a:lnTo>
                <a:lnTo>
                  <a:pt x="203924" y="90326"/>
                </a:lnTo>
                <a:lnTo>
                  <a:pt x="204211" y="89429"/>
                </a:lnTo>
                <a:lnTo>
                  <a:pt x="204482" y="88519"/>
                </a:lnTo>
                <a:lnTo>
                  <a:pt x="204738" y="87596"/>
                </a:lnTo>
                <a:lnTo>
                  <a:pt x="204978" y="86660"/>
                </a:lnTo>
                <a:lnTo>
                  <a:pt x="205203" y="85710"/>
                </a:lnTo>
                <a:lnTo>
                  <a:pt x="205412" y="84747"/>
                </a:lnTo>
                <a:lnTo>
                  <a:pt x="205606" y="83771"/>
                </a:lnTo>
                <a:lnTo>
                  <a:pt x="205785" y="82781"/>
                </a:lnTo>
                <a:lnTo>
                  <a:pt x="205947" y="81779"/>
                </a:lnTo>
                <a:lnTo>
                  <a:pt x="206095" y="80763"/>
                </a:lnTo>
                <a:lnTo>
                  <a:pt x="206226" y="79733"/>
                </a:lnTo>
                <a:lnTo>
                  <a:pt x="206343" y="78691"/>
                </a:lnTo>
                <a:lnTo>
                  <a:pt x="206443" y="77635"/>
                </a:lnTo>
                <a:lnTo>
                  <a:pt x="206529" y="76566"/>
                </a:lnTo>
                <a:lnTo>
                  <a:pt x="206598" y="75484"/>
                </a:lnTo>
                <a:lnTo>
                  <a:pt x="206653" y="74388"/>
                </a:lnTo>
                <a:lnTo>
                  <a:pt x="206691" y="73279"/>
                </a:lnTo>
                <a:lnTo>
                  <a:pt x="206715" y="72157"/>
                </a:lnTo>
                <a:lnTo>
                  <a:pt x="206722" y="71022"/>
                </a:lnTo>
                <a:lnTo>
                  <a:pt x="206715" y="69872"/>
                </a:lnTo>
                <a:lnTo>
                  <a:pt x="206691" y="68735"/>
                </a:lnTo>
                <a:lnTo>
                  <a:pt x="206653" y="67612"/>
                </a:lnTo>
                <a:lnTo>
                  <a:pt x="206598" y="66503"/>
                </a:lnTo>
                <a:lnTo>
                  <a:pt x="206529" y="65408"/>
                </a:lnTo>
                <a:lnTo>
                  <a:pt x="206443" y="64325"/>
                </a:lnTo>
                <a:lnTo>
                  <a:pt x="206343" y="63257"/>
                </a:lnTo>
                <a:lnTo>
                  <a:pt x="206226" y="62202"/>
                </a:lnTo>
                <a:lnTo>
                  <a:pt x="206095" y="61161"/>
                </a:lnTo>
                <a:lnTo>
                  <a:pt x="205947" y="60133"/>
                </a:lnTo>
                <a:lnTo>
                  <a:pt x="205785" y="59119"/>
                </a:lnTo>
                <a:lnTo>
                  <a:pt x="205606" y="58118"/>
                </a:lnTo>
                <a:lnTo>
                  <a:pt x="205412" y="57131"/>
                </a:lnTo>
                <a:lnTo>
                  <a:pt x="205203" y="56158"/>
                </a:lnTo>
                <a:lnTo>
                  <a:pt x="204978" y="55198"/>
                </a:lnTo>
                <a:lnTo>
                  <a:pt x="204738" y="54252"/>
                </a:lnTo>
                <a:lnTo>
                  <a:pt x="204482" y="53319"/>
                </a:lnTo>
                <a:lnTo>
                  <a:pt x="204211" y="52400"/>
                </a:lnTo>
                <a:lnTo>
                  <a:pt x="203924" y="51494"/>
                </a:lnTo>
                <a:lnTo>
                  <a:pt x="203622" y="50602"/>
                </a:lnTo>
                <a:lnTo>
                  <a:pt x="203304" y="49724"/>
                </a:lnTo>
                <a:lnTo>
                  <a:pt x="202971" y="48859"/>
                </a:lnTo>
                <a:lnTo>
                  <a:pt x="202622" y="48008"/>
                </a:lnTo>
                <a:lnTo>
                  <a:pt x="202258" y="47170"/>
                </a:lnTo>
                <a:lnTo>
                  <a:pt x="201879" y="46347"/>
                </a:lnTo>
                <a:lnTo>
                  <a:pt x="201486" y="45541"/>
                </a:lnTo>
                <a:lnTo>
                  <a:pt x="201080" y="44750"/>
                </a:lnTo>
                <a:lnTo>
                  <a:pt x="200660" y="43975"/>
                </a:lnTo>
                <a:lnTo>
                  <a:pt x="200226" y="43216"/>
                </a:lnTo>
                <a:lnTo>
                  <a:pt x="199778" y="42473"/>
                </a:lnTo>
                <a:lnTo>
                  <a:pt x="199317" y="41747"/>
                </a:lnTo>
                <a:lnTo>
                  <a:pt x="198842" y="41036"/>
                </a:lnTo>
                <a:lnTo>
                  <a:pt x="198353" y="40341"/>
                </a:lnTo>
                <a:lnTo>
                  <a:pt x="197850" y="39663"/>
                </a:lnTo>
                <a:lnTo>
                  <a:pt x="197334" y="39000"/>
                </a:lnTo>
                <a:lnTo>
                  <a:pt x="196803" y="38353"/>
                </a:lnTo>
                <a:lnTo>
                  <a:pt x="196260" y="37723"/>
                </a:lnTo>
                <a:lnTo>
                  <a:pt x="195702" y="37108"/>
                </a:lnTo>
                <a:lnTo>
                  <a:pt x="195131" y="36509"/>
                </a:lnTo>
                <a:lnTo>
                  <a:pt x="194545" y="35927"/>
                </a:lnTo>
                <a:lnTo>
                  <a:pt x="193947" y="35360"/>
                </a:lnTo>
                <a:lnTo>
                  <a:pt x="193334" y="34809"/>
                </a:lnTo>
                <a:lnTo>
                  <a:pt x="192708" y="34275"/>
                </a:lnTo>
                <a:lnTo>
                  <a:pt x="192067" y="33756"/>
                </a:lnTo>
                <a:lnTo>
                  <a:pt x="191414" y="33254"/>
                </a:lnTo>
                <a:lnTo>
                  <a:pt x="190746" y="32767"/>
                </a:lnTo>
                <a:lnTo>
                  <a:pt x="190065" y="32297"/>
                </a:lnTo>
                <a:lnTo>
                  <a:pt x="189369" y="31842"/>
                </a:lnTo>
                <a:lnTo>
                  <a:pt x="188662" y="31405"/>
                </a:lnTo>
                <a:lnTo>
                  <a:pt x="187942" y="30986"/>
                </a:lnTo>
                <a:lnTo>
                  <a:pt x="187211" y="30586"/>
                </a:lnTo>
                <a:lnTo>
                  <a:pt x="186468" y="30204"/>
                </a:lnTo>
                <a:lnTo>
                  <a:pt x="185713" y="29841"/>
                </a:lnTo>
                <a:lnTo>
                  <a:pt x="184947" y="29497"/>
                </a:lnTo>
                <a:lnTo>
                  <a:pt x="184169" y="29171"/>
                </a:lnTo>
                <a:lnTo>
                  <a:pt x="183379" y="28864"/>
                </a:lnTo>
                <a:lnTo>
                  <a:pt x="182578" y="28576"/>
                </a:lnTo>
                <a:lnTo>
                  <a:pt x="181765" y="28306"/>
                </a:lnTo>
                <a:lnTo>
                  <a:pt x="180940" y="28054"/>
                </a:lnTo>
                <a:lnTo>
                  <a:pt x="180103" y="27822"/>
                </a:lnTo>
                <a:lnTo>
                  <a:pt x="179255" y="27608"/>
                </a:lnTo>
                <a:lnTo>
                  <a:pt x="178395" y="27412"/>
                </a:lnTo>
                <a:lnTo>
                  <a:pt x="177524" y="27235"/>
                </a:lnTo>
                <a:lnTo>
                  <a:pt x="176640" y="27077"/>
                </a:lnTo>
                <a:lnTo>
                  <a:pt x="175745" y="26938"/>
                </a:lnTo>
                <a:lnTo>
                  <a:pt x="174838" y="26817"/>
                </a:lnTo>
                <a:lnTo>
                  <a:pt x="173920" y="26714"/>
                </a:lnTo>
                <a:lnTo>
                  <a:pt x="172990" y="26630"/>
                </a:lnTo>
                <a:lnTo>
                  <a:pt x="172048" y="26565"/>
                </a:lnTo>
                <a:lnTo>
                  <a:pt x="171095" y="26519"/>
                </a:lnTo>
                <a:lnTo>
                  <a:pt x="170129" y="26491"/>
                </a:lnTo>
                <a:lnTo>
                  <a:pt x="169152" y="26482"/>
                </a:lnTo>
                <a:lnTo>
                  <a:pt x="168197" y="26491"/>
                </a:lnTo>
                <a:lnTo>
                  <a:pt x="167252" y="26519"/>
                </a:lnTo>
                <a:lnTo>
                  <a:pt x="166320" y="26565"/>
                </a:lnTo>
                <a:lnTo>
                  <a:pt x="165399" y="26630"/>
                </a:lnTo>
                <a:lnTo>
                  <a:pt x="164490" y="26714"/>
                </a:lnTo>
                <a:lnTo>
                  <a:pt x="163593" y="26817"/>
                </a:lnTo>
                <a:lnTo>
                  <a:pt x="162707" y="26938"/>
                </a:lnTo>
                <a:lnTo>
                  <a:pt x="161833" y="27077"/>
                </a:lnTo>
                <a:lnTo>
                  <a:pt x="160971" y="27235"/>
                </a:lnTo>
                <a:lnTo>
                  <a:pt x="160120" y="27412"/>
                </a:lnTo>
                <a:lnTo>
                  <a:pt x="159281" y="27608"/>
                </a:lnTo>
                <a:lnTo>
                  <a:pt x="158454" y="27822"/>
                </a:lnTo>
                <a:lnTo>
                  <a:pt x="157639" y="28054"/>
                </a:lnTo>
                <a:lnTo>
                  <a:pt x="156835" y="28306"/>
                </a:lnTo>
                <a:lnTo>
                  <a:pt x="156043" y="28576"/>
                </a:lnTo>
                <a:lnTo>
                  <a:pt x="155263" y="28864"/>
                </a:lnTo>
                <a:lnTo>
                  <a:pt x="154494" y="29171"/>
                </a:lnTo>
                <a:lnTo>
                  <a:pt x="153737" y="29497"/>
                </a:lnTo>
                <a:lnTo>
                  <a:pt x="152992" y="29841"/>
                </a:lnTo>
                <a:lnTo>
                  <a:pt x="152258" y="30204"/>
                </a:lnTo>
                <a:lnTo>
                  <a:pt x="151536" y="30586"/>
                </a:lnTo>
                <a:lnTo>
                  <a:pt x="150826" y="30986"/>
                </a:lnTo>
                <a:lnTo>
                  <a:pt x="150128" y="31405"/>
                </a:lnTo>
                <a:lnTo>
                  <a:pt x="149441" y="31842"/>
                </a:lnTo>
                <a:lnTo>
                  <a:pt x="148767" y="32297"/>
                </a:lnTo>
                <a:lnTo>
                  <a:pt x="148106" y="32767"/>
                </a:lnTo>
                <a:lnTo>
                  <a:pt x="147458" y="33254"/>
                </a:lnTo>
                <a:lnTo>
                  <a:pt x="146824" y="33756"/>
                </a:lnTo>
                <a:lnTo>
                  <a:pt x="146203" y="34275"/>
                </a:lnTo>
                <a:lnTo>
                  <a:pt x="145595" y="34809"/>
                </a:lnTo>
                <a:lnTo>
                  <a:pt x="145000" y="35360"/>
                </a:lnTo>
                <a:lnTo>
                  <a:pt x="144419" y="35927"/>
                </a:lnTo>
                <a:lnTo>
                  <a:pt x="143852" y="36509"/>
                </a:lnTo>
                <a:lnTo>
                  <a:pt x="143297" y="37108"/>
                </a:lnTo>
                <a:lnTo>
                  <a:pt x="142756" y="37723"/>
                </a:lnTo>
                <a:lnTo>
                  <a:pt x="142228" y="38353"/>
                </a:lnTo>
                <a:lnTo>
                  <a:pt x="141713" y="39000"/>
                </a:lnTo>
                <a:lnTo>
                  <a:pt x="141212" y="39663"/>
                </a:lnTo>
                <a:lnTo>
                  <a:pt x="140724" y="40341"/>
                </a:lnTo>
                <a:lnTo>
                  <a:pt x="140250" y="41036"/>
                </a:lnTo>
                <a:lnTo>
                  <a:pt x="139788" y="41747"/>
                </a:lnTo>
                <a:lnTo>
                  <a:pt x="139340" y="42473"/>
                </a:lnTo>
                <a:lnTo>
                  <a:pt x="138905" y="43216"/>
                </a:lnTo>
                <a:lnTo>
                  <a:pt x="138484" y="43975"/>
                </a:lnTo>
                <a:lnTo>
                  <a:pt x="138076" y="44750"/>
                </a:lnTo>
                <a:lnTo>
                  <a:pt x="137681" y="45541"/>
                </a:lnTo>
                <a:lnTo>
                  <a:pt x="137300" y="46347"/>
                </a:lnTo>
                <a:lnTo>
                  <a:pt x="136932" y="47170"/>
                </a:lnTo>
                <a:lnTo>
                  <a:pt x="136578" y="48008"/>
                </a:lnTo>
                <a:lnTo>
                  <a:pt x="136239" y="48859"/>
                </a:lnTo>
                <a:lnTo>
                  <a:pt x="135915" y="49724"/>
                </a:lnTo>
                <a:lnTo>
                  <a:pt x="135606" y="50602"/>
                </a:lnTo>
                <a:lnTo>
                  <a:pt x="135312" y="51494"/>
                </a:lnTo>
                <a:lnTo>
                  <a:pt x="135034" y="52400"/>
                </a:lnTo>
                <a:lnTo>
                  <a:pt x="134770" y="53319"/>
                </a:lnTo>
                <a:lnTo>
                  <a:pt x="134521" y="54252"/>
                </a:lnTo>
                <a:lnTo>
                  <a:pt x="134288" y="55198"/>
                </a:lnTo>
                <a:lnTo>
                  <a:pt x="134070" y="56158"/>
                </a:lnTo>
                <a:lnTo>
                  <a:pt x="133866" y="57131"/>
                </a:lnTo>
                <a:lnTo>
                  <a:pt x="133678" y="58118"/>
                </a:lnTo>
                <a:lnTo>
                  <a:pt x="133505" y="59119"/>
                </a:lnTo>
                <a:lnTo>
                  <a:pt x="133346" y="60133"/>
                </a:lnTo>
                <a:lnTo>
                  <a:pt x="133203" y="61161"/>
                </a:lnTo>
                <a:lnTo>
                  <a:pt x="133075" y="62202"/>
                </a:lnTo>
                <a:lnTo>
                  <a:pt x="132962" y="63257"/>
                </a:lnTo>
                <a:lnTo>
                  <a:pt x="132864" y="64325"/>
                </a:lnTo>
                <a:lnTo>
                  <a:pt x="132782" y="65408"/>
                </a:lnTo>
                <a:lnTo>
                  <a:pt x="132714" y="66503"/>
                </a:lnTo>
                <a:lnTo>
                  <a:pt x="132661" y="67612"/>
                </a:lnTo>
                <a:lnTo>
                  <a:pt x="132623" y="68735"/>
                </a:lnTo>
                <a:lnTo>
                  <a:pt x="132601" y="69872"/>
                </a:lnTo>
                <a:lnTo>
                  <a:pt x="132593" y="71022"/>
                </a:lnTo>
                <a:lnTo>
                  <a:pt x="132601" y="72157"/>
                </a:lnTo>
                <a:lnTo>
                  <a:pt x="132623" y="73279"/>
                </a:lnTo>
                <a:lnTo>
                  <a:pt x="132661" y="74388"/>
                </a:lnTo>
                <a:lnTo>
                  <a:pt x="132714" y="75484"/>
                </a:lnTo>
                <a:lnTo>
                  <a:pt x="132782" y="76566"/>
                </a:lnTo>
                <a:lnTo>
                  <a:pt x="132864" y="77635"/>
                </a:lnTo>
                <a:lnTo>
                  <a:pt x="132962" y="78691"/>
                </a:lnTo>
                <a:lnTo>
                  <a:pt x="133075" y="79733"/>
                </a:lnTo>
                <a:lnTo>
                  <a:pt x="133203" y="80763"/>
                </a:lnTo>
                <a:lnTo>
                  <a:pt x="133346" y="81779"/>
                </a:lnTo>
                <a:lnTo>
                  <a:pt x="133505" y="82781"/>
                </a:lnTo>
                <a:lnTo>
                  <a:pt x="133678" y="83771"/>
                </a:lnTo>
                <a:lnTo>
                  <a:pt x="133866" y="84747"/>
                </a:lnTo>
                <a:lnTo>
                  <a:pt x="134070" y="85710"/>
                </a:lnTo>
                <a:lnTo>
                  <a:pt x="134288" y="86660"/>
                </a:lnTo>
                <a:lnTo>
                  <a:pt x="134521" y="87596"/>
                </a:lnTo>
                <a:lnTo>
                  <a:pt x="134770" y="88519"/>
                </a:lnTo>
                <a:lnTo>
                  <a:pt x="135034" y="89429"/>
                </a:lnTo>
                <a:lnTo>
                  <a:pt x="135312" y="90326"/>
                </a:lnTo>
                <a:lnTo>
                  <a:pt x="135606" y="91209"/>
                </a:lnTo>
                <a:lnTo>
                  <a:pt x="135915" y="92079"/>
                </a:lnTo>
                <a:lnTo>
                  <a:pt x="136239" y="92936"/>
                </a:lnTo>
                <a:lnTo>
                  <a:pt x="136578" y="93779"/>
                </a:lnTo>
                <a:lnTo>
                  <a:pt x="136932" y="94609"/>
                </a:lnTo>
                <a:lnTo>
                  <a:pt x="137300" y="95425"/>
                </a:lnTo>
                <a:lnTo>
                  <a:pt x="137681" y="96225"/>
                </a:lnTo>
                <a:lnTo>
                  <a:pt x="138076" y="97008"/>
                </a:lnTo>
                <a:lnTo>
                  <a:pt x="138484" y="97776"/>
                </a:lnTo>
                <a:lnTo>
                  <a:pt x="138905" y="98527"/>
                </a:lnTo>
                <a:lnTo>
                  <a:pt x="139340" y="99263"/>
                </a:lnTo>
                <a:lnTo>
                  <a:pt x="139788" y="99982"/>
                </a:lnTo>
                <a:lnTo>
                  <a:pt x="140250" y="100686"/>
                </a:lnTo>
                <a:lnTo>
                  <a:pt x="140724" y="101373"/>
                </a:lnTo>
                <a:lnTo>
                  <a:pt x="141212" y="102045"/>
                </a:lnTo>
                <a:lnTo>
                  <a:pt x="141713" y="102700"/>
                </a:lnTo>
                <a:lnTo>
                  <a:pt x="142228" y="103339"/>
                </a:lnTo>
                <a:lnTo>
                  <a:pt x="142756" y="103963"/>
                </a:lnTo>
                <a:lnTo>
                  <a:pt x="143297" y="104570"/>
                </a:lnTo>
                <a:lnTo>
                  <a:pt x="143852" y="105162"/>
                </a:lnTo>
                <a:lnTo>
                  <a:pt x="144419" y="105737"/>
                </a:lnTo>
                <a:lnTo>
                  <a:pt x="145000" y="106296"/>
                </a:lnTo>
                <a:lnTo>
                  <a:pt x="145595" y="106840"/>
                </a:lnTo>
                <a:lnTo>
                  <a:pt x="146203" y="107367"/>
                </a:lnTo>
                <a:lnTo>
                  <a:pt x="146824" y="107878"/>
                </a:lnTo>
                <a:lnTo>
                  <a:pt x="147458" y="108374"/>
                </a:lnTo>
                <a:lnTo>
                  <a:pt x="148106" y="108853"/>
                </a:lnTo>
                <a:lnTo>
                  <a:pt x="148767" y="109316"/>
                </a:lnTo>
                <a:lnTo>
                  <a:pt x="149441" y="109764"/>
                </a:lnTo>
                <a:lnTo>
                  <a:pt x="150128" y="110194"/>
                </a:lnTo>
                <a:lnTo>
                  <a:pt x="150826" y="110605"/>
                </a:lnTo>
                <a:lnTo>
                  <a:pt x="151536" y="110999"/>
                </a:lnTo>
                <a:lnTo>
                  <a:pt x="152258" y="111374"/>
                </a:lnTo>
                <a:lnTo>
                  <a:pt x="152992" y="111731"/>
                </a:lnTo>
                <a:lnTo>
                  <a:pt x="153737" y="112070"/>
                </a:lnTo>
                <a:lnTo>
                  <a:pt x="154494" y="112390"/>
                </a:lnTo>
                <a:lnTo>
                  <a:pt x="155263" y="112692"/>
                </a:lnTo>
                <a:lnTo>
                  <a:pt x="156043" y="112976"/>
                </a:lnTo>
                <a:lnTo>
                  <a:pt x="156835" y="113241"/>
                </a:lnTo>
                <a:lnTo>
                  <a:pt x="157639" y="113488"/>
                </a:lnTo>
                <a:lnTo>
                  <a:pt x="158454" y="113717"/>
                </a:lnTo>
                <a:lnTo>
                  <a:pt x="159281" y="113927"/>
                </a:lnTo>
                <a:lnTo>
                  <a:pt x="160120" y="114119"/>
                </a:lnTo>
                <a:lnTo>
                  <a:pt x="160971" y="114293"/>
                </a:lnTo>
                <a:lnTo>
                  <a:pt x="161833" y="114449"/>
                </a:lnTo>
                <a:lnTo>
                  <a:pt x="162707" y="114586"/>
                </a:lnTo>
                <a:lnTo>
                  <a:pt x="163593" y="114705"/>
                </a:lnTo>
                <a:lnTo>
                  <a:pt x="164490" y="114806"/>
                </a:lnTo>
                <a:lnTo>
                  <a:pt x="165399" y="114888"/>
                </a:lnTo>
                <a:lnTo>
                  <a:pt x="166320" y="114952"/>
                </a:lnTo>
                <a:lnTo>
                  <a:pt x="167252" y="114998"/>
                </a:lnTo>
                <a:lnTo>
                  <a:pt x="168197" y="115025"/>
                </a:lnTo>
                <a:lnTo>
                  <a:pt x="169152" y="115035"/>
                </a:lnTo>
                <a:lnTo>
                  <a:pt x="170129" y="115025"/>
                </a:lnTo>
                <a:lnTo>
                  <a:pt x="171095" y="114998"/>
                </a:lnTo>
                <a:lnTo>
                  <a:pt x="172048" y="114952"/>
                </a:lnTo>
                <a:close/>
                <a:moveTo>
                  <a:pt x="167200" y="103835"/>
                </a:moveTo>
                <a:lnTo>
                  <a:pt x="166571" y="103783"/>
                </a:lnTo>
                <a:lnTo>
                  <a:pt x="165953" y="103717"/>
                </a:lnTo>
                <a:lnTo>
                  <a:pt x="165346" y="103635"/>
                </a:lnTo>
                <a:lnTo>
                  <a:pt x="164749" y="103538"/>
                </a:lnTo>
                <a:lnTo>
                  <a:pt x="164164" y="103427"/>
                </a:lnTo>
                <a:lnTo>
                  <a:pt x="163589" y="103301"/>
                </a:lnTo>
                <a:lnTo>
                  <a:pt x="163025" y="103160"/>
                </a:lnTo>
                <a:lnTo>
                  <a:pt x="162471" y="103004"/>
                </a:lnTo>
                <a:lnTo>
                  <a:pt x="161929" y="102833"/>
                </a:lnTo>
                <a:lnTo>
                  <a:pt x="161397" y="102647"/>
                </a:lnTo>
                <a:lnTo>
                  <a:pt x="160877" y="102447"/>
                </a:lnTo>
                <a:lnTo>
                  <a:pt x="160367" y="102231"/>
                </a:lnTo>
                <a:lnTo>
                  <a:pt x="159868" y="102001"/>
                </a:lnTo>
                <a:lnTo>
                  <a:pt x="159379" y="101756"/>
                </a:lnTo>
                <a:lnTo>
                  <a:pt x="158902" y="101496"/>
                </a:lnTo>
                <a:lnTo>
                  <a:pt x="158435" y="101221"/>
                </a:lnTo>
                <a:lnTo>
                  <a:pt x="157979" y="100932"/>
                </a:lnTo>
                <a:lnTo>
                  <a:pt x="157534" y="100627"/>
                </a:lnTo>
                <a:lnTo>
                  <a:pt x="157100" y="100308"/>
                </a:lnTo>
                <a:lnTo>
                  <a:pt x="156677" y="99974"/>
                </a:lnTo>
                <a:lnTo>
                  <a:pt x="156264" y="99625"/>
                </a:lnTo>
                <a:lnTo>
                  <a:pt x="155862" y="99263"/>
                </a:lnTo>
                <a:lnTo>
                  <a:pt x="155469" y="98890"/>
                </a:lnTo>
                <a:lnTo>
                  <a:pt x="155085" y="98507"/>
                </a:lnTo>
                <a:lnTo>
                  <a:pt x="154712" y="98112"/>
                </a:lnTo>
                <a:lnTo>
                  <a:pt x="154347" y="97707"/>
                </a:lnTo>
                <a:lnTo>
                  <a:pt x="153992" y="97291"/>
                </a:lnTo>
                <a:lnTo>
                  <a:pt x="153647" y="96864"/>
                </a:lnTo>
                <a:lnTo>
                  <a:pt x="153311" y="96427"/>
                </a:lnTo>
                <a:lnTo>
                  <a:pt x="152985" y="95978"/>
                </a:lnTo>
                <a:lnTo>
                  <a:pt x="152668" y="95519"/>
                </a:lnTo>
                <a:lnTo>
                  <a:pt x="152361" y="95049"/>
                </a:lnTo>
                <a:lnTo>
                  <a:pt x="152063" y="94568"/>
                </a:lnTo>
                <a:lnTo>
                  <a:pt x="151774" y="94076"/>
                </a:lnTo>
                <a:lnTo>
                  <a:pt x="151496" y="93573"/>
                </a:lnTo>
                <a:lnTo>
                  <a:pt x="151226" y="93060"/>
                </a:lnTo>
                <a:lnTo>
                  <a:pt x="150966" y="92536"/>
                </a:lnTo>
                <a:lnTo>
                  <a:pt x="150716" y="92001"/>
                </a:lnTo>
                <a:lnTo>
                  <a:pt x="150475" y="91455"/>
                </a:lnTo>
                <a:lnTo>
                  <a:pt x="150244" y="90898"/>
                </a:lnTo>
                <a:lnTo>
                  <a:pt x="150022" y="90331"/>
                </a:lnTo>
                <a:lnTo>
                  <a:pt x="149810" y="89752"/>
                </a:lnTo>
                <a:lnTo>
                  <a:pt x="149607" y="89163"/>
                </a:lnTo>
                <a:lnTo>
                  <a:pt x="149414" y="88563"/>
                </a:lnTo>
                <a:lnTo>
                  <a:pt x="149230" y="87952"/>
                </a:lnTo>
                <a:lnTo>
                  <a:pt x="149055" y="87332"/>
                </a:lnTo>
                <a:lnTo>
                  <a:pt x="148887" y="86705"/>
                </a:lnTo>
                <a:lnTo>
                  <a:pt x="148727" y="86071"/>
                </a:lnTo>
                <a:lnTo>
                  <a:pt x="148574" y="85429"/>
                </a:lnTo>
                <a:lnTo>
                  <a:pt x="148428" y="84781"/>
                </a:lnTo>
                <a:lnTo>
                  <a:pt x="148290" y="84125"/>
                </a:lnTo>
                <a:lnTo>
                  <a:pt x="148160" y="83462"/>
                </a:lnTo>
                <a:lnTo>
                  <a:pt x="148037" y="82793"/>
                </a:lnTo>
                <a:lnTo>
                  <a:pt x="147921" y="82116"/>
                </a:lnTo>
                <a:lnTo>
                  <a:pt x="147813" y="81432"/>
                </a:lnTo>
                <a:lnTo>
                  <a:pt x="147712" y="80741"/>
                </a:lnTo>
                <a:lnTo>
                  <a:pt x="147619" y="80042"/>
                </a:lnTo>
                <a:lnTo>
                  <a:pt x="147533" y="79337"/>
                </a:lnTo>
                <a:lnTo>
                  <a:pt x="147455" y="78624"/>
                </a:lnTo>
                <a:lnTo>
                  <a:pt x="147384" y="77905"/>
                </a:lnTo>
                <a:lnTo>
                  <a:pt x="147321" y="77178"/>
                </a:lnTo>
                <a:lnTo>
                  <a:pt x="147265" y="76444"/>
                </a:lnTo>
                <a:lnTo>
                  <a:pt x="147216" y="75703"/>
                </a:lnTo>
                <a:lnTo>
                  <a:pt x="147175" y="74955"/>
                </a:lnTo>
                <a:lnTo>
                  <a:pt x="147142" y="74200"/>
                </a:lnTo>
                <a:lnTo>
                  <a:pt x="147116" y="73438"/>
                </a:lnTo>
                <a:lnTo>
                  <a:pt x="147097" y="72669"/>
                </a:lnTo>
                <a:lnTo>
                  <a:pt x="147086" y="71892"/>
                </a:lnTo>
                <a:lnTo>
                  <a:pt x="147082" y="71109"/>
                </a:lnTo>
                <a:lnTo>
                  <a:pt x="147086" y="70310"/>
                </a:lnTo>
                <a:lnTo>
                  <a:pt x="147097" y="69519"/>
                </a:lnTo>
                <a:lnTo>
                  <a:pt x="147116" y="68736"/>
                </a:lnTo>
                <a:lnTo>
                  <a:pt x="147142" y="67960"/>
                </a:lnTo>
                <a:lnTo>
                  <a:pt x="147175" y="67191"/>
                </a:lnTo>
                <a:lnTo>
                  <a:pt x="147216" y="66430"/>
                </a:lnTo>
                <a:lnTo>
                  <a:pt x="147265" y="65676"/>
                </a:lnTo>
                <a:lnTo>
                  <a:pt x="147321" y="64930"/>
                </a:lnTo>
                <a:lnTo>
                  <a:pt x="147384" y="64191"/>
                </a:lnTo>
                <a:lnTo>
                  <a:pt x="147455" y="63459"/>
                </a:lnTo>
                <a:lnTo>
                  <a:pt x="147533" y="62735"/>
                </a:lnTo>
                <a:lnTo>
                  <a:pt x="147619" y="62019"/>
                </a:lnTo>
                <a:lnTo>
                  <a:pt x="147712" y="61310"/>
                </a:lnTo>
                <a:lnTo>
                  <a:pt x="147813" y="60608"/>
                </a:lnTo>
                <a:lnTo>
                  <a:pt x="147921" y="59913"/>
                </a:lnTo>
                <a:lnTo>
                  <a:pt x="148037" y="59227"/>
                </a:lnTo>
                <a:lnTo>
                  <a:pt x="148160" y="58547"/>
                </a:lnTo>
                <a:lnTo>
                  <a:pt x="148290" y="57875"/>
                </a:lnTo>
                <a:lnTo>
                  <a:pt x="148428" y="57210"/>
                </a:lnTo>
                <a:lnTo>
                  <a:pt x="148574" y="56553"/>
                </a:lnTo>
                <a:lnTo>
                  <a:pt x="148727" y="55904"/>
                </a:lnTo>
                <a:lnTo>
                  <a:pt x="148887" y="55261"/>
                </a:lnTo>
                <a:lnTo>
                  <a:pt x="149055" y="54626"/>
                </a:lnTo>
                <a:lnTo>
                  <a:pt x="149230" y="53999"/>
                </a:lnTo>
                <a:lnTo>
                  <a:pt x="149414" y="53380"/>
                </a:lnTo>
                <a:lnTo>
                  <a:pt x="149607" y="52773"/>
                </a:lnTo>
                <a:lnTo>
                  <a:pt x="149810" y="52176"/>
                </a:lnTo>
                <a:lnTo>
                  <a:pt x="150022" y="51591"/>
                </a:lnTo>
                <a:lnTo>
                  <a:pt x="150244" y="51016"/>
                </a:lnTo>
                <a:lnTo>
                  <a:pt x="150475" y="50453"/>
                </a:lnTo>
                <a:lnTo>
                  <a:pt x="150716" y="49900"/>
                </a:lnTo>
                <a:lnTo>
                  <a:pt x="150966" y="49359"/>
                </a:lnTo>
                <a:lnTo>
                  <a:pt x="151226" y="48828"/>
                </a:lnTo>
                <a:lnTo>
                  <a:pt x="151496" y="48309"/>
                </a:lnTo>
                <a:lnTo>
                  <a:pt x="151774" y="47800"/>
                </a:lnTo>
                <a:lnTo>
                  <a:pt x="152063" y="47303"/>
                </a:lnTo>
                <a:lnTo>
                  <a:pt x="152361" y="46816"/>
                </a:lnTo>
                <a:lnTo>
                  <a:pt x="152668" y="46341"/>
                </a:lnTo>
                <a:lnTo>
                  <a:pt x="152985" y="45876"/>
                </a:lnTo>
                <a:lnTo>
                  <a:pt x="153311" y="45422"/>
                </a:lnTo>
                <a:lnTo>
                  <a:pt x="153647" y="44980"/>
                </a:lnTo>
                <a:lnTo>
                  <a:pt x="153992" y="44548"/>
                </a:lnTo>
                <a:lnTo>
                  <a:pt x="154347" y="44127"/>
                </a:lnTo>
                <a:lnTo>
                  <a:pt x="154712" y="43718"/>
                </a:lnTo>
                <a:lnTo>
                  <a:pt x="155085" y="43319"/>
                </a:lnTo>
                <a:lnTo>
                  <a:pt x="155469" y="42932"/>
                </a:lnTo>
                <a:lnTo>
                  <a:pt x="155862" y="42555"/>
                </a:lnTo>
                <a:lnTo>
                  <a:pt x="156264" y="42189"/>
                </a:lnTo>
                <a:lnTo>
                  <a:pt x="156677" y="41836"/>
                </a:lnTo>
                <a:lnTo>
                  <a:pt x="157100" y="41499"/>
                </a:lnTo>
                <a:lnTo>
                  <a:pt x="157534" y="41176"/>
                </a:lnTo>
                <a:lnTo>
                  <a:pt x="157979" y="40868"/>
                </a:lnTo>
                <a:lnTo>
                  <a:pt x="158435" y="40576"/>
                </a:lnTo>
                <a:lnTo>
                  <a:pt x="158902" y="40298"/>
                </a:lnTo>
                <a:lnTo>
                  <a:pt x="159379" y="40036"/>
                </a:lnTo>
                <a:lnTo>
                  <a:pt x="159868" y="39788"/>
                </a:lnTo>
                <a:lnTo>
                  <a:pt x="160367" y="39555"/>
                </a:lnTo>
                <a:lnTo>
                  <a:pt x="160877" y="39338"/>
                </a:lnTo>
                <a:lnTo>
                  <a:pt x="161397" y="39135"/>
                </a:lnTo>
                <a:lnTo>
                  <a:pt x="161929" y="38947"/>
                </a:lnTo>
                <a:lnTo>
                  <a:pt x="162471" y="38775"/>
                </a:lnTo>
                <a:lnTo>
                  <a:pt x="163025" y="38617"/>
                </a:lnTo>
                <a:lnTo>
                  <a:pt x="163589" y="38475"/>
                </a:lnTo>
                <a:lnTo>
                  <a:pt x="164164" y="38347"/>
                </a:lnTo>
                <a:lnTo>
                  <a:pt x="164749" y="38235"/>
                </a:lnTo>
                <a:lnTo>
                  <a:pt x="165346" y="38137"/>
                </a:lnTo>
                <a:lnTo>
                  <a:pt x="165953" y="38055"/>
                </a:lnTo>
                <a:lnTo>
                  <a:pt x="166571" y="37987"/>
                </a:lnTo>
                <a:lnTo>
                  <a:pt x="167200" y="37934"/>
                </a:lnTo>
                <a:lnTo>
                  <a:pt x="167840" y="37897"/>
                </a:lnTo>
                <a:lnTo>
                  <a:pt x="168491" y="37874"/>
                </a:lnTo>
                <a:lnTo>
                  <a:pt x="169152" y="37867"/>
                </a:lnTo>
                <a:lnTo>
                  <a:pt x="169855" y="37874"/>
                </a:lnTo>
                <a:lnTo>
                  <a:pt x="170546" y="37897"/>
                </a:lnTo>
                <a:lnTo>
                  <a:pt x="171225" y="37934"/>
                </a:lnTo>
                <a:lnTo>
                  <a:pt x="171891" y="37987"/>
                </a:lnTo>
                <a:lnTo>
                  <a:pt x="172546" y="38055"/>
                </a:lnTo>
                <a:lnTo>
                  <a:pt x="173188" y="38137"/>
                </a:lnTo>
                <a:lnTo>
                  <a:pt x="173818" y="38235"/>
                </a:lnTo>
                <a:lnTo>
                  <a:pt x="174436" y="38347"/>
                </a:lnTo>
                <a:lnTo>
                  <a:pt x="175042" y="38475"/>
                </a:lnTo>
                <a:lnTo>
                  <a:pt x="175636" y="38617"/>
                </a:lnTo>
                <a:lnTo>
                  <a:pt x="176217" y="38775"/>
                </a:lnTo>
                <a:lnTo>
                  <a:pt x="176786" y="38947"/>
                </a:lnTo>
                <a:lnTo>
                  <a:pt x="177344" y="39135"/>
                </a:lnTo>
                <a:lnTo>
                  <a:pt x="177889" y="39338"/>
                </a:lnTo>
                <a:lnTo>
                  <a:pt x="178422" y="39555"/>
                </a:lnTo>
                <a:lnTo>
                  <a:pt x="178943" y="39788"/>
                </a:lnTo>
                <a:lnTo>
                  <a:pt x="179451" y="40036"/>
                </a:lnTo>
                <a:lnTo>
                  <a:pt x="179948" y="40298"/>
                </a:lnTo>
                <a:lnTo>
                  <a:pt x="180432" y="40576"/>
                </a:lnTo>
                <a:lnTo>
                  <a:pt x="180905" y="40868"/>
                </a:lnTo>
                <a:lnTo>
                  <a:pt x="181365" y="41176"/>
                </a:lnTo>
                <a:lnTo>
                  <a:pt x="181813" y="41499"/>
                </a:lnTo>
                <a:lnTo>
                  <a:pt x="182249" y="41836"/>
                </a:lnTo>
                <a:lnTo>
                  <a:pt x="182673" y="42189"/>
                </a:lnTo>
                <a:lnTo>
                  <a:pt x="183085" y="42555"/>
                </a:lnTo>
                <a:lnTo>
                  <a:pt x="183489" y="42932"/>
                </a:lnTo>
                <a:lnTo>
                  <a:pt x="183882" y="43319"/>
                </a:lnTo>
                <a:lnTo>
                  <a:pt x="184266" y="43718"/>
                </a:lnTo>
                <a:lnTo>
                  <a:pt x="184640" y="44127"/>
                </a:lnTo>
                <a:lnTo>
                  <a:pt x="185005" y="44548"/>
                </a:lnTo>
                <a:lnTo>
                  <a:pt x="185360" y="44980"/>
                </a:lnTo>
                <a:lnTo>
                  <a:pt x="185705" y="45422"/>
                </a:lnTo>
                <a:lnTo>
                  <a:pt x="186041" y="45876"/>
                </a:lnTo>
                <a:lnTo>
                  <a:pt x="186367" y="46341"/>
                </a:lnTo>
                <a:lnTo>
                  <a:pt x="186683" y="46816"/>
                </a:lnTo>
                <a:lnTo>
                  <a:pt x="186990" y="47303"/>
                </a:lnTo>
                <a:lnTo>
                  <a:pt x="187287" y="47800"/>
                </a:lnTo>
                <a:lnTo>
                  <a:pt x="187574" y="48309"/>
                </a:lnTo>
                <a:lnTo>
                  <a:pt x="187852" y="48828"/>
                </a:lnTo>
                <a:lnTo>
                  <a:pt x="188120" y="49359"/>
                </a:lnTo>
                <a:lnTo>
                  <a:pt x="188378" y="49900"/>
                </a:lnTo>
                <a:lnTo>
                  <a:pt x="188627" y="50453"/>
                </a:lnTo>
                <a:lnTo>
                  <a:pt x="188866" y="51016"/>
                </a:lnTo>
                <a:lnTo>
                  <a:pt x="189096" y="51591"/>
                </a:lnTo>
                <a:lnTo>
                  <a:pt x="189315" y="52176"/>
                </a:lnTo>
                <a:lnTo>
                  <a:pt x="189526" y="52773"/>
                </a:lnTo>
                <a:lnTo>
                  <a:pt x="189726" y="53380"/>
                </a:lnTo>
                <a:lnTo>
                  <a:pt x="189917" y="53999"/>
                </a:lnTo>
                <a:lnTo>
                  <a:pt x="190099" y="54626"/>
                </a:lnTo>
                <a:lnTo>
                  <a:pt x="190274" y="55261"/>
                </a:lnTo>
                <a:lnTo>
                  <a:pt x="190440" y="55902"/>
                </a:lnTo>
                <a:lnTo>
                  <a:pt x="190599" y="56551"/>
                </a:lnTo>
                <a:lnTo>
                  <a:pt x="190750" y="57207"/>
                </a:lnTo>
                <a:lnTo>
                  <a:pt x="190894" y="57869"/>
                </a:lnTo>
                <a:lnTo>
                  <a:pt x="191029" y="58539"/>
                </a:lnTo>
                <a:lnTo>
                  <a:pt x="191157" y="59217"/>
                </a:lnTo>
                <a:lnTo>
                  <a:pt x="191277" y="59901"/>
                </a:lnTo>
                <a:lnTo>
                  <a:pt x="191390" y="60592"/>
                </a:lnTo>
                <a:lnTo>
                  <a:pt x="191494" y="61291"/>
                </a:lnTo>
                <a:lnTo>
                  <a:pt x="191591" y="61996"/>
                </a:lnTo>
                <a:lnTo>
                  <a:pt x="191680" y="62709"/>
                </a:lnTo>
                <a:lnTo>
                  <a:pt x="191762" y="63429"/>
                </a:lnTo>
                <a:lnTo>
                  <a:pt x="191835" y="64156"/>
                </a:lnTo>
                <a:lnTo>
                  <a:pt x="191901" y="64890"/>
                </a:lnTo>
                <a:lnTo>
                  <a:pt x="191959" y="65631"/>
                </a:lnTo>
                <a:lnTo>
                  <a:pt x="192010" y="66379"/>
                </a:lnTo>
                <a:lnTo>
                  <a:pt x="192052" y="67135"/>
                </a:lnTo>
                <a:lnTo>
                  <a:pt x="192087" y="67897"/>
                </a:lnTo>
                <a:lnTo>
                  <a:pt x="192114" y="68667"/>
                </a:lnTo>
                <a:lnTo>
                  <a:pt x="192134" y="69444"/>
                </a:lnTo>
                <a:lnTo>
                  <a:pt x="192145" y="70228"/>
                </a:lnTo>
                <a:lnTo>
                  <a:pt x="192149" y="71019"/>
                </a:lnTo>
                <a:lnTo>
                  <a:pt x="192145" y="71810"/>
                </a:lnTo>
                <a:lnTo>
                  <a:pt x="192134" y="72593"/>
                </a:lnTo>
                <a:lnTo>
                  <a:pt x="192114" y="73369"/>
                </a:lnTo>
                <a:lnTo>
                  <a:pt x="192087" y="74138"/>
                </a:lnTo>
                <a:lnTo>
                  <a:pt x="192052" y="74899"/>
                </a:lnTo>
                <a:lnTo>
                  <a:pt x="192010" y="75653"/>
                </a:lnTo>
                <a:lnTo>
                  <a:pt x="191959" y="76399"/>
                </a:lnTo>
                <a:lnTo>
                  <a:pt x="191901" y="77138"/>
                </a:lnTo>
                <a:lnTo>
                  <a:pt x="191835" y="77870"/>
                </a:lnTo>
                <a:lnTo>
                  <a:pt x="191762" y="78594"/>
                </a:lnTo>
                <a:lnTo>
                  <a:pt x="191680" y="79311"/>
                </a:lnTo>
                <a:lnTo>
                  <a:pt x="191591" y="80020"/>
                </a:lnTo>
                <a:lnTo>
                  <a:pt x="191494" y="80722"/>
                </a:lnTo>
                <a:lnTo>
                  <a:pt x="191390" y="81416"/>
                </a:lnTo>
                <a:lnTo>
                  <a:pt x="191277" y="82103"/>
                </a:lnTo>
                <a:lnTo>
                  <a:pt x="191157" y="82783"/>
                </a:lnTo>
                <a:lnTo>
                  <a:pt x="191029" y="83455"/>
                </a:lnTo>
                <a:lnTo>
                  <a:pt x="190894" y="84120"/>
                </a:lnTo>
                <a:lnTo>
                  <a:pt x="190750" y="84777"/>
                </a:lnTo>
                <a:lnTo>
                  <a:pt x="190599" y="85427"/>
                </a:lnTo>
                <a:lnTo>
                  <a:pt x="190440" y="86069"/>
                </a:lnTo>
                <a:lnTo>
                  <a:pt x="190274" y="86704"/>
                </a:lnTo>
                <a:lnTo>
                  <a:pt x="190099" y="87332"/>
                </a:lnTo>
                <a:lnTo>
                  <a:pt x="189917" y="87952"/>
                </a:lnTo>
                <a:lnTo>
                  <a:pt x="189726" y="88563"/>
                </a:lnTo>
                <a:lnTo>
                  <a:pt x="189526" y="89163"/>
                </a:lnTo>
                <a:lnTo>
                  <a:pt x="189315" y="89752"/>
                </a:lnTo>
                <a:lnTo>
                  <a:pt x="189096" y="90331"/>
                </a:lnTo>
                <a:lnTo>
                  <a:pt x="188866" y="90898"/>
                </a:lnTo>
                <a:lnTo>
                  <a:pt x="188627" y="91455"/>
                </a:lnTo>
                <a:lnTo>
                  <a:pt x="188378" y="92001"/>
                </a:lnTo>
                <a:lnTo>
                  <a:pt x="188120" y="92536"/>
                </a:lnTo>
                <a:lnTo>
                  <a:pt x="187852" y="93060"/>
                </a:lnTo>
                <a:lnTo>
                  <a:pt x="187574" y="93573"/>
                </a:lnTo>
                <a:lnTo>
                  <a:pt x="187287" y="94076"/>
                </a:lnTo>
                <a:lnTo>
                  <a:pt x="186990" y="94568"/>
                </a:lnTo>
                <a:lnTo>
                  <a:pt x="186683" y="95049"/>
                </a:lnTo>
                <a:lnTo>
                  <a:pt x="186367" y="95519"/>
                </a:lnTo>
                <a:lnTo>
                  <a:pt x="186041" y="95978"/>
                </a:lnTo>
                <a:lnTo>
                  <a:pt x="185705" y="96427"/>
                </a:lnTo>
                <a:lnTo>
                  <a:pt x="185360" y="96864"/>
                </a:lnTo>
                <a:lnTo>
                  <a:pt x="185005" y="97291"/>
                </a:lnTo>
                <a:lnTo>
                  <a:pt x="184640" y="97707"/>
                </a:lnTo>
                <a:lnTo>
                  <a:pt x="184266" y="98112"/>
                </a:lnTo>
                <a:lnTo>
                  <a:pt x="183882" y="98507"/>
                </a:lnTo>
                <a:lnTo>
                  <a:pt x="183489" y="98890"/>
                </a:lnTo>
                <a:lnTo>
                  <a:pt x="183085" y="99263"/>
                </a:lnTo>
                <a:lnTo>
                  <a:pt x="182673" y="99625"/>
                </a:lnTo>
                <a:lnTo>
                  <a:pt x="182249" y="99974"/>
                </a:lnTo>
                <a:lnTo>
                  <a:pt x="181813" y="100308"/>
                </a:lnTo>
                <a:lnTo>
                  <a:pt x="181365" y="100627"/>
                </a:lnTo>
                <a:lnTo>
                  <a:pt x="180905" y="100932"/>
                </a:lnTo>
                <a:lnTo>
                  <a:pt x="180432" y="101221"/>
                </a:lnTo>
                <a:lnTo>
                  <a:pt x="179948" y="101496"/>
                </a:lnTo>
                <a:lnTo>
                  <a:pt x="179451" y="101756"/>
                </a:lnTo>
                <a:lnTo>
                  <a:pt x="178943" y="102001"/>
                </a:lnTo>
                <a:lnTo>
                  <a:pt x="178422" y="102231"/>
                </a:lnTo>
                <a:lnTo>
                  <a:pt x="177889" y="102447"/>
                </a:lnTo>
                <a:lnTo>
                  <a:pt x="177344" y="102647"/>
                </a:lnTo>
                <a:lnTo>
                  <a:pt x="176786" y="102833"/>
                </a:lnTo>
                <a:lnTo>
                  <a:pt x="176217" y="103004"/>
                </a:lnTo>
                <a:lnTo>
                  <a:pt x="175636" y="103160"/>
                </a:lnTo>
                <a:lnTo>
                  <a:pt x="175042" y="103301"/>
                </a:lnTo>
                <a:lnTo>
                  <a:pt x="174436" y="103427"/>
                </a:lnTo>
                <a:lnTo>
                  <a:pt x="173818" y="103538"/>
                </a:lnTo>
                <a:lnTo>
                  <a:pt x="173188" y="103635"/>
                </a:lnTo>
                <a:lnTo>
                  <a:pt x="172546" y="103717"/>
                </a:lnTo>
                <a:lnTo>
                  <a:pt x="171891" y="103783"/>
                </a:lnTo>
                <a:lnTo>
                  <a:pt x="171225" y="103835"/>
                </a:lnTo>
                <a:lnTo>
                  <a:pt x="170546" y="103872"/>
                </a:lnTo>
                <a:lnTo>
                  <a:pt x="169855" y="103895"/>
                </a:lnTo>
                <a:lnTo>
                  <a:pt x="169152" y="103902"/>
                </a:lnTo>
                <a:lnTo>
                  <a:pt x="168491" y="103895"/>
                </a:lnTo>
                <a:lnTo>
                  <a:pt x="167840" y="103872"/>
                </a:lnTo>
                <a:lnTo>
                  <a:pt x="167200" y="103835"/>
                </a:lnTo>
                <a:close/>
                <a:moveTo>
                  <a:pt x="365998" y="102478"/>
                </a:moveTo>
                <a:lnTo>
                  <a:pt x="366367" y="102983"/>
                </a:lnTo>
                <a:lnTo>
                  <a:pt x="366743" y="103478"/>
                </a:lnTo>
                <a:lnTo>
                  <a:pt x="367126" y="103964"/>
                </a:lnTo>
                <a:lnTo>
                  <a:pt x="367516" y="104440"/>
                </a:lnTo>
                <a:lnTo>
                  <a:pt x="367913" y="104906"/>
                </a:lnTo>
                <a:lnTo>
                  <a:pt x="368318" y="105363"/>
                </a:lnTo>
                <a:lnTo>
                  <a:pt x="368730" y="105809"/>
                </a:lnTo>
                <a:lnTo>
                  <a:pt x="369149" y="106246"/>
                </a:lnTo>
                <a:lnTo>
                  <a:pt x="369575" y="106673"/>
                </a:lnTo>
                <a:lnTo>
                  <a:pt x="370008" y="107090"/>
                </a:lnTo>
                <a:lnTo>
                  <a:pt x="370448" y="107497"/>
                </a:lnTo>
                <a:lnTo>
                  <a:pt x="370896" y="107894"/>
                </a:lnTo>
                <a:lnTo>
                  <a:pt x="371351" y="108282"/>
                </a:lnTo>
                <a:lnTo>
                  <a:pt x="371813" y="108660"/>
                </a:lnTo>
                <a:lnTo>
                  <a:pt x="372282" y="109028"/>
                </a:lnTo>
                <a:lnTo>
                  <a:pt x="372758" y="109386"/>
                </a:lnTo>
                <a:lnTo>
                  <a:pt x="373241" y="109735"/>
                </a:lnTo>
                <a:lnTo>
                  <a:pt x="373732" y="110073"/>
                </a:lnTo>
                <a:lnTo>
                  <a:pt x="374230" y="110402"/>
                </a:lnTo>
                <a:lnTo>
                  <a:pt x="374735" y="110721"/>
                </a:lnTo>
                <a:lnTo>
                  <a:pt x="375247" y="111030"/>
                </a:lnTo>
                <a:lnTo>
                  <a:pt x="375766" y="111329"/>
                </a:lnTo>
                <a:lnTo>
                  <a:pt x="376292" y="111619"/>
                </a:lnTo>
                <a:lnTo>
                  <a:pt x="376827" y="111898"/>
                </a:lnTo>
                <a:lnTo>
                  <a:pt x="377369" y="112164"/>
                </a:lnTo>
                <a:lnTo>
                  <a:pt x="377920" y="112419"/>
                </a:lnTo>
                <a:lnTo>
                  <a:pt x="378479" y="112663"/>
                </a:lnTo>
                <a:lnTo>
                  <a:pt x="379047" y="112894"/>
                </a:lnTo>
                <a:lnTo>
                  <a:pt x="379622" y="113113"/>
                </a:lnTo>
                <a:lnTo>
                  <a:pt x="380207" y="113321"/>
                </a:lnTo>
                <a:lnTo>
                  <a:pt x="380799" y="113516"/>
                </a:lnTo>
                <a:lnTo>
                  <a:pt x="381400" y="113700"/>
                </a:lnTo>
                <a:lnTo>
                  <a:pt x="382009" y="113872"/>
                </a:lnTo>
                <a:lnTo>
                  <a:pt x="382627" y="114032"/>
                </a:lnTo>
                <a:lnTo>
                  <a:pt x="383253" y="114181"/>
                </a:lnTo>
                <a:lnTo>
                  <a:pt x="383887" y="114317"/>
                </a:lnTo>
                <a:lnTo>
                  <a:pt x="384529" y="114442"/>
                </a:lnTo>
                <a:lnTo>
                  <a:pt x="385180" y="114554"/>
                </a:lnTo>
                <a:lnTo>
                  <a:pt x="385839" y="114655"/>
                </a:lnTo>
                <a:lnTo>
                  <a:pt x="386507" y="114744"/>
                </a:lnTo>
                <a:lnTo>
                  <a:pt x="387183" y="114821"/>
                </a:lnTo>
                <a:lnTo>
                  <a:pt x="387867" y="114886"/>
                </a:lnTo>
                <a:lnTo>
                  <a:pt x="388560" y="114940"/>
                </a:lnTo>
                <a:lnTo>
                  <a:pt x="389260" y="114981"/>
                </a:lnTo>
                <a:lnTo>
                  <a:pt x="389970" y="115011"/>
                </a:lnTo>
                <a:lnTo>
                  <a:pt x="390687" y="115029"/>
                </a:lnTo>
                <a:lnTo>
                  <a:pt x="391413" y="115035"/>
                </a:lnTo>
                <a:lnTo>
                  <a:pt x="392209" y="115026"/>
                </a:lnTo>
                <a:lnTo>
                  <a:pt x="392996" y="115000"/>
                </a:lnTo>
                <a:lnTo>
                  <a:pt x="393774" y="114957"/>
                </a:lnTo>
                <a:lnTo>
                  <a:pt x="394544" y="114897"/>
                </a:lnTo>
                <a:lnTo>
                  <a:pt x="395305" y="114819"/>
                </a:lnTo>
                <a:lnTo>
                  <a:pt x="396057" y="114725"/>
                </a:lnTo>
                <a:lnTo>
                  <a:pt x="396800" y="114613"/>
                </a:lnTo>
                <a:lnTo>
                  <a:pt x="397534" y="114484"/>
                </a:lnTo>
                <a:lnTo>
                  <a:pt x="398260" y="114337"/>
                </a:lnTo>
                <a:lnTo>
                  <a:pt x="398977" y="114174"/>
                </a:lnTo>
                <a:lnTo>
                  <a:pt x="399685" y="113993"/>
                </a:lnTo>
                <a:lnTo>
                  <a:pt x="400384" y="113795"/>
                </a:lnTo>
                <a:lnTo>
                  <a:pt x="401075" y="113580"/>
                </a:lnTo>
                <a:lnTo>
                  <a:pt x="401757" y="113348"/>
                </a:lnTo>
                <a:lnTo>
                  <a:pt x="402430" y="113098"/>
                </a:lnTo>
                <a:lnTo>
                  <a:pt x="403094" y="112831"/>
                </a:lnTo>
                <a:lnTo>
                  <a:pt x="403749" y="112547"/>
                </a:lnTo>
                <a:lnTo>
                  <a:pt x="404396" y="112246"/>
                </a:lnTo>
                <a:lnTo>
                  <a:pt x="405034" y="111928"/>
                </a:lnTo>
                <a:lnTo>
                  <a:pt x="405663" y="111592"/>
                </a:lnTo>
                <a:lnTo>
                  <a:pt x="406284" y="111239"/>
                </a:lnTo>
                <a:lnTo>
                  <a:pt x="406895" y="110869"/>
                </a:lnTo>
                <a:lnTo>
                  <a:pt x="407498" y="110482"/>
                </a:lnTo>
                <a:lnTo>
                  <a:pt x="408092" y="110077"/>
                </a:lnTo>
                <a:lnTo>
                  <a:pt x="408676" y="109655"/>
                </a:lnTo>
                <a:lnTo>
                  <a:pt x="409249" y="109216"/>
                </a:lnTo>
                <a:lnTo>
                  <a:pt x="409811" y="108760"/>
                </a:lnTo>
                <a:lnTo>
                  <a:pt x="410362" y="108286"/>
                </a:lnTo>
                <a:lnTo>
                  <a:pt x="410901" y="107795"/>
                </a:lnTo>
                <a:lnTo>
                  <a:pt x="411430" y="107287"/>
                </a:lnTo>
                <a:lnTo>
                  <a:pt x="411947" y="106762"/>
                </a:lnTo>
                <a:lnTo>
                  <a:pt x="412454" y="106220"/>
                </a:lnTo>
                <a:lnTo>
                  <a:pt x="412949" y="105660"/>
                </a:lnTo>
                <a:lnTo>
                  <a:pt x="413433" y="105083"/>
                </a:lnTo>
                <a:lnTo>
                  <a:pt x="413906" y="104489"/>
                </a:lnTo>
                <a:lnTo>
                  <a:pt x="414368" y="103878"/>
                </a:lnTo>
                <a:lnTo>
                  <a:pt x="414819" y="103249"/>
                </a:lnTo>
                <a:lnTo>
                  <a:pt x="415258" y="102604"/>
                </a:lnTo>
                <a:lnTo>
                  <a:pt x="415687" y="101941"/>
                </a:lnTo>
                <a:lnTo>
                  <a:pt x="416104" y="101261"/>
                </a:lnTo>
                <a:lnTo>
                  <a:pt x="416510" y="100563"/>
                </a:lnTo>
                <a:lnTo>
                  <a:pt x="416905" y="99849"/>
                </a:lnTo>
                <a:lnTo>
                  <a:pt x="417290" y="99117"/>
                </a:lnTo>
                <a:lnTo>
                  <a:pt x="417662" y="98368"/>
                </a:lnTo>
                <a:lnTo>
                  <a:pt x="418024" y="97602"/>
                </a:lnTo>
                <a:lnTo>
                  <a:pt x="418375" y="96818"/>
                </a:lnTo>
                <a:lnTo>
                  <a:pt x="418715" y="96018"/>
                </a:lnTo>
                <a:lnTo>
                  <a:pt x="419043" y="95200"/>
                </a:lnTo>
                <a:lnTo>
                  <a:pt x="419359" y="94365"/>
                </a:lnTo>
                <a:lnTo>
                  <a:pt x="419662" y="93515"/>
                </a:lnTo>
                <a:lnTo>
                  <a:pt x="419951" y="92648"/>
                </a:lnTo>
                <a:lnTo>
                  <a:pt x="420227" y="91765"/>
                </a:lnTo>
                <a:lnTo>
                  <a:pt x="420489" y="90866"/>
                </a:lnTo>
                <a:lnTo>
                  <a:pt x="420738" y="89950"/>
                </a:lnTo>
                <a:lnTo>
                  <a:pt x="420974" y="89019"/>
                </a:lnTo>
                <a:lnTo>
                  <a:pt x="421196" y="88071"/>
                </a:lnTo>
                <a:lnTo>
                  <a:pt x="421404" y="87108"/>
                </a:lnTo>
                <a:lnTo>
                  <a:pt x="421599" y="86128"/>
                </a:lnTo>
                <a:lnTo>
                  <a:pt x="421781" y="85132"/>
                </a:lnTo>
                <a:lnTo>
                  <a:pt x="421949" y="84119"/>
                </a:lnTo>
                <a:lnTo>
                  <a:pt x="422104" y="83091"/>
                </a:lnTo>
                <a:lnTo>
                  <a:pt x="422245" y="82047"/>
                </a:lnTo>
                <a:lnTo>
                  <a:pt x="422373" y="80986"/>
                </a:lnTo>
                <a:lnTo>
                  <a:pt x="422487" y="79909"/>
                </a:lnTo>
                <a:lnTo>
                  <a:pt x="422588" y="78816"/>
                </a:lnTo>
                <a:lnTo>
                  <a:pt x="422676" y="77707"/>
                </a:lnTo>
                <a:lnTo>
                  <a:pt x="422750" y="76582"/>
                </a:lnTo>
                <a:lnTo>
                  <a:pt x="422810" y="75440"/>
                </a:lnTo>
                <a:lnTo>
                  <a:pt x="422857" y="74283"/>
                </a:lnTo>
                <a:lnTo>
                  <a:pt x="422891" y="73109"/>
                </a:lnTo>
                <a:lnTo>
                  <a:pt x="422911" y="71919"/>
                </a:lnTo>
                <a:lnTo>
                  <a:pt x="422918" y="70713"/>
                </a:lnTo>
                <a:lnTo>
                  <a:pt x="422911" y="69500"/>
                </a:lnTo>
                <a:lnTo>
                  <a:pt x="422892" y="68304"/>
                </a:lnTo>
                <a:lnTo>
                  <a:pt x="422859" y="67125"/>
                </a:lnTo>
                <a:lnTo>
                  <a:pt x="422814" y="65962"/>
                </a:lnTo>
                <a:lnTo>
                  <a:pt x="422755" y="64816"/>
                </a:lnTo>
                <a:lnTo>
                  <a:pt x="422684" y="63687"/>
                </a:lnTo>
                <a:lnTo>
                  <a:pt x="422599" y="62575"/>
                </a:lnTo>
                <a:lnTo>
                  <a:pt x="422501" y="61479"/>
                </a:lnTo>
                <a:lnTo>
                  <a:pt x="422391" y="60400"/>
                </a:lnTo>
                <a:lnTo>
                  <a:pt x="422267" y="59338"/>
                </a:lnTo>
                <a:lnTo>
                  <a:pt x="422130" y="58293"/>
                </a:lnTo>
                <a:lnTo>
                  <a:pt x="421981" y="57264"/>
                </a:lnTo>
                <a:lnTo>
                  <a:pt x="421818" y="56252"/>
                </a:lnTo>
                <a:lnTo>
                  <a:pt x="421642" y="55257"/>
                </a:lnTo>
                <a:lnTo>
                  <a:pt x="421454" y="54279"/>
                </a:lnTo>
                <a:lnTo>
                  <a:pt x="421252" y="53318"/>
                </a:lnTo>
                <a:lnTo>
                  <a:pt x="421037" y="52373"/>
                </a:lnTo>
                <a:lnTo>
                  <a:pt x="420809" y="51445"/>
                </a:lnTo>
                <a:lnTo>
                  <a:pt x="420569" y="50534"/>
                </a:lnTo>
                <a:lnTo>
                  <a:pt x="420315" y="49639"/>
                </a:lnTo>
                <a:lnTo>
                  <a:pt x="420048" y="48762"/>
                </a:lnTo>
                <a:lnTo>
                  <a:pt x="419768" y="47901"/>
                </a:lnTo>
                <a:lnTo>
                  <a:pt x="419475" y="47057"/>
                </a:lnTo>
                <a:lnTo>
                  <a:pt x="419169" y="46229"/>
                </a:lnTo>
                <a:lnTo>
                  <a:pt x="418851" y="45419"/>
                </a:lnTo>
                <a:lnTo>
                  <a:pt x="418522" y="44625"/>
                </a:lnTo>
                <a:lnTo>
                  <a:pt x="418182" y="43848"/>
                </a:lnTo>
                <a:lnTo>
                  <a:pt x="417830" y="43088"/>
                </a:lnTo>
                <a:lnTo>
                  <a:pt x="417467" y="42345"/>
                </a:lnTo>
                <a:lnTo>
                  <a:pt x="417092" y="41619"/>
                </a:lnTo>
                <a:lnTo>
                  <a:pt x="416707" y="40910"/>
                </a:lnTo>
                <a:lnTo>
                  <a:pt x="416310" y="40217"/>
                </a:lnTo>
                <a:lnTo>
                  <a:pt x="415902" y="39542"/>
                </a:lnTo>
                <a:lnTo>
                  <a:pt x="415483" y="38883"/>
                </a:lnTo>
                <a:lnTo>
                  <a:pt x="415052" y="38242"/>
                </a:lnTo>
                <a:lnTo>
                  <a:pt x="414610" y="37617"/>
                </a:lnTo>
                <a:lnTo>
                  <a:pt x="414157" y="37010"/>
                </a:lnTo>
                <a:lnTo>
                  <a:pt x="413692" y="36419"/>
                </a:lnTo>
                <a:lnTo>
                  <a:pt x="413217" y="35845"/>
                </a:lnTo>
                <a:lnTo>
                  <a:pt x="412730" y="35288"/>
                </a:lnTo>
                <a:lnTo>
                  <a:pt x="412232" y="34748"/>
                </a:lnTo>
                <a:lnTo>
                  <a:pt x="411722" y="34225"/>
                </a:lnTo>
                <a:lnTo>
                  <a:pt x="411202" y="33719"/>
                </a:lnTo>
                <a:lnTo>
                  <a:pt x="410670" y="33229"/>
                </a:lnTo>
                <a:lnTo>
                  <a:pt x="410126" y="32757"/>
                </a:lnTo>
                <a:lnTo>
                  <a:pt x="409572" y="32302"/>
                </a:lnTo>
                <a:lnTo>
                  <a:pt x="409006" y="31863"/>
                </a:lnTo>
                <a:lnTo>
                  <a:pt x="408429" y="31442"/>
                </a:lnTo>
                <a:lnTo>
                  <a:pt x="407842" y="31037"/>
                </a:lnTo>
                <a:lnTo>
                  <a:pt x="407246" y="30649"/>
                </a:lnTo>
                <a:lnTo>
                  <a:pt x="406640" y="30279"/>
                </a:lnTo>
                <a:lnTo>
                  <a:pt x="406026" y="29926"/>
                </a:lnTo>
                <a:lnTo>
                  <a:pt x="405403" y="29590"/>
                </a:lnTo>
                <a:lnTo>
                  <a:pt x="404770" y="29272"/>
                </a:lnTo>
                <a:lnTo>
                  <a:pt x="404128" y="28970"/>
                </a:lnTo>
                <a:lnTo>
                  <a:pt x="403478" y="28686"/>
                </a:lnTo>
                <a:lnTo>
                  <a:pt x="402818" y="28419"/>
                </a:lnTo>
                <a:lnTo>
                  <a:pt x="402149" y="28169"/>
                </a:lnTo>
                <a:lnTo>
                  <a:pt x="401471" y="27937"/>
                </a:lnTo>
                <a:lnTo>
                  <a:pt x="400784" y="27722"/>
                </a:lnTo>
                <a:lnTo>
                  <a:pt x="400089" y="27524"/>
                </a:lnTo>
                <a:lnTo>
                  <a:pt x="399383" y="27343"/>
                </a:lnTo>
                <a:lnTo>
                  <a:pt x="398669" y="27179"/>
                </a:lnTo>
                <a:lnTo>
                  <a:pt x="397946" y="27033"/>
                </a:lnTo>
                <a:lnTo>
                  <a:pt x="397214" y="26904"/>
                </a:lnTo>
                <a:lnTo>
                  <a:pt x="396473" y="26792"/>
                </a:lnTo>
                <a:lnTo>
                  <a:pt x="395722" y="26697"/>
                </a:lnTo>
                <a:lnTo>
                  <a:pt x="394963" y="26619"/>
                </a:lnTo>
                <a:lnTo>
                  <a:pt x="394194" y="26559"/>
                </a:lnTo>
                <a:lnTo>
                  <a:pt x="393417" y="26516"/>
                </a:lnTo>
                <a:lnTo>
                  <a:pt x="392630" y="26490"/>
                </a:lnTo>
                <a:lnTo>
                  <a:pt x="391834" y="26482"/>
                </a:lnTo>
                <a:lnTo>
                  <a:pt x="391108" y="26489"/>
                </a:lnTo>
                <a:lnTo>
                  <a:pt x="390390" y="26510"/>
                </a:lnTo>
                <a:lnTo>
                  <a:pt x="389680" y="26545"/>
                </a:lnTo>
                <a:lnTo>
                  <a:pt x="388977" y="26594"/>
                </a:lnTo>
                <a:lnTo>
                  <a:pt x="388283" y="26657"/>
                </a:lnTo>
                <a:lnTo>
                  <a:pt x="387596" y="26735"/>
                </a:lnTo>
                <a:lnTo>
                  <a:pt x="386917" y="26826"/>
                </a:lnTo>
                <a:lnTo>
                  <a:pt x="386246" y="26931"/>
                </a:lnTo>
                <a:lnTo>
                  <a:pt x="385584" y="27051"/>
                </a:lnTo>
                <a:lnTo>
                  <a:pt x="384929" y="27184"/>
                </a:lnTo>
                <a:lnTo>
                  <a:pt x="384281" y="27332"/>
                </a:lnTo>
                <a:lnTo>
                  <a:pt x="383642" y="27494"/>
                </a:lnTo>
                <a:lnTo>
                  <a:pt x="383011" y="27669"/>
                </a:lnTo>
                <a:lnTo>
                  <a:pt x="382387" y="27859"/>
                </a:lnTo>
                <a:lnTo>
                  <a:pt x="381772" y="28063"/>
                </a:lnTo>
                <a:lnTo>
                  <a:pt x="381164" y="28281"/>
                </a:lnTo>
                <a:lnTo>
                  <a:pt x="380564" y="28513"/>
                </a:lnTo>
                <a:lnTo>
                  <a:pt x="379973" y="28759"/>
                </a:lnTo>
                <a:lnTo>
                  <a:pt x="379389" y="29019"/>
                </a:lnTo>
                <a:lnTo>
                  <a:pt x="378813" y="29293"/>
                </a:lnTo>
                <a:lnTo>
                  <a:pt x="378244" y="29581"/>
                </a:lnTo>
                <a:lnTo>
                  <a:pt x="377684" y="29883"/>
                </a:lnTo>
                <a:lnTo>
                  <a:pt x="377132" y="30199"/>
                </a:lnTo>
                <a:lnTo>
                  <a:pt x="376587" y="30530"/>
                </a:lnTo>
                <a:lnTo>
                  <a:pt x="376051" y="30872"/>
                </a:lnTo>
                <a:lnTo>
                  <a:pt x="375522" y="31223"/>
                </a:lnTo>
                <a:lnTo>
                  <a:pt x="375001" y="31584"/>
                </a:lnTo>
                <a:lnTo>
                  <a:pt x="374488" y="31954"/>
                </a:lnTo>
                <a:lnTo>
                  <a:pt x="373983" y="32334"/>
                </a:lnTo>
                <a:lnTo>
                  <a:pt x="373486" y="32722"/>
                </a:lnTo>
                <a:lnTo>
                  <a:pt x="372997" y="33121"/>
                </a:lnTo>
                <a:lnTo>
                  <a:pt x="372516" y="33528"/>
                </a:lnTo>
                <a:lnTo>
                  <a:pt x="372042" y="33945"/>
                </a:lnTo>
                <a:lnTo>
                  <a:pt x="371577" y="34372"/>
                </a:lnTo>
                <a:lnTo>
                  <a:pt x="371119" y="34807"/>
                </a:lnTo>
                <a:lnTo>
                  <a:pt x="370670" y="35253"/>
                </a:lnTo>
                <a:lnTo>
                  <a:pt x="370228" y="35707"/>
                </a:lnTo>
                <a:lnTo>
                  <a:pt x="369794" y="36171"/>
                </a:lnTo>
                <a:lnTo>
                  <a:pt x="369368" y="36644"/>
                </a:lnTo>
                <a:lnTo>
                  <a:pt x="368950" y="37127"/>
                </a:lnTo>
                <a:lnTo>
                  <a:pt x="368539" y="37619"/>
                </a:lnTo>
                <a:lnTo>
                  <a:pt x="368137" y="38120"/>
                </a:lnTo>
                <a:lnTo>
                  <a:pt x="367743" y="38631"/>
                </a:lnTo>
                <a:lnTo>
                  <a:pt x="367356" y="39151"/>
                </a:lnTo>
                <a:lnTo>
                  <a:pt x="366978" y="39680"/>
                </a:lnTo>
                <a:lnTo>
                  <a:pt x="366607" y="40219"/>
                </a:lnTo>
                <a:lnTo>
                  <a:pt x="366244" y="40767"/>
                </a:lnTo>
                <a:lnTo>
                  <a:pt x="365889" y="41325"/>
                </a:lnTo>
                <a:lnTo>
                  <a:pt x="365805" y="28000"/>
                </a:lnTo>
                <a:lnTo>
                  <a:pt x="351821" y="28000"/>
                </a:lnTo>
                <a:lnTo>
                  <a:pt x="351821" y="143709"/>
                </a:lnTo>
                <a:lnTo>
                  <a:pt x="365636" y="143709"/>
                </a:lnTo>
                <a:lnTo>
                  <a:pt x="365636" y="101962"/>
                </a:lnTo>
                <a:lnTo>
                  <a:pt x="365998" y="102478"/>
                </a:lnTo>
                <a:close/>
                <a:moveTo>
                  <a:pt x="386759" y="103413"/>
                </a:moveTo>
                <a:lnTo>
                  <a:pt x="386097" y="103361"/>
                </a:lnTo>
                <a:lnTo>
                  <a:pt x="385444" y="103293"/>
                </a:lnTo>
                <a:lnTo>
                  <a:pt x="384800" y="103211"/>
                </a:lnTo>
                <a:lnTo>
                  <a:pt x="384166" y="103113"/>
                </a:lnTo>
                <a:lnTo>
                  <a:pt x="383542" y="103001"/>
                </a:lnTo>
                <a:lnTo>
                  <a:pt x="382926" y="102873"/>
                </a:lnTo>
                <a:lnTo>
                  <a:pt x="382320" y="102731"/>
                </a:lnTo>
                <a:lnTo>
                  <a:pt x="381723" y="102574"/>
                </a:lnTo>
                <a:lnTo>
                  <a:pt x="381136" y="102401"/>
                </a:lnTo>
                <a:lnTo>
                  <a:pt x="380558" y="102214"/>
                </a:lnTo>
                <a:lnTo>
                  <a:pt x="379990" y="102012"/>
                </a:lnTo>
                <a:lnTo>
                  <a:pt x="379430" y="101794"/>
                </a:lnTo>
                <a:lnTo>
                  <a:pt x="378880" y="101562"/>
                </a:lnTo>
                <a:lnTo>
                  <a:pt x="378340" y="101315"/>
                </a:lnTo>
                <a:lnTo>
                  <a:pt x="377809" y="101052"/>
                </a:lnTo>
                <a:lnTo>
                  <a:pt x="377287" y="100775"/>
                </a:lnTo>
                <a:lnTo>
                  <a:pt x="376774" y="100483"/>
                </a:lnTo>
                <a:lnTo>
                  <a:pt x="376271" y="100175"/>
                </a:lnTo>
                <a:lnTo>
                  <a:pt x="375778" y="99853"/>
                </a:lnTo>
                <a:lnTo>
                  <a:pt x="375293" y="99516"/>
                </a:lnTo>
                <a:lnTo>
                  <a:pt x="374818" y="99164"/>
                </a:lnTo>
                <a:lnTo>
                  <a:pt x="374352" y="98800"/>
                </a:lnTo>
                <a:lnTo>
                  <a:pt x="373895" y="98428"/>
                </a:lnTo>
                <a:lnTo>
                  <a:pt x="373445" y="98048"/>
                </a:lnTo>
                <a:lnTo>
                  <a:pt x="373005" y="97661"/>
                </a:lnTo>
                <a:lnTo>
                  <a:pt x="372573" y="97265"/>
                </a:lnTo>
                <a:lnTo>
                  <a:pt x="372149" y="96862"/>
                </a:lnTo>
                <a:lnTo>
                  <a:pt x="371734" y="96451"/>
                </a:lnTo>
                <a:lnTo>
                  <a:pt x="371327" y="96032"/>
                </a:lnTo>
                <a:lnTo>
                  <a:pt x="370929" y="95605"/>
                </a:lnTo>
                <a:lnTo>
                  <a:pt x="370539" y="95170"/>
                </a:lnTo>
                <a:lnTo>
                  <a:pt x="370158" y="94728"/>
                </a:lnTo>
                <a:lnTo>
                  <a:pt x="369785" y="94277"/>
                </a:lnTo>
                <a:lnTo>
                  <a:pt x="369421" y="93819"/>
                </a:lnTo>
                <a:lnTo>
                  <a:pt x="369065" y="93353"/>
                </a:lnTo>
                <a:lnTo>
                  <a:pt x="368718" y="92879"/>
                </a:lnTo>
                <a:lnTo>
                  <a:pt x="368379" y="92397"/>
                </a:lnTo>
                <a:lnTo>
                  <a:pt x="368048" y="91907"/>
                </a:lnTo>
                <a:lnTo>
                  <a:pt x="367726" y="91409"/>
                </a:lnTo>
                <a:lnTo>
                  <a:pt x="367413" y="90904"/>
                </a:lnTo>
                <a:lnTo>
                  <a:pt x="367108" y="90390"/>
                </a:lnTo>
                <a:lnTo>
                  <a:pt x="366812" y="89869"/>
                </a:lnTo>
                <a:lnTo>
                  <a:pt x="366524" y="89340"/>
                </a:lnTo>
                <a:lnTo>
                  <a:pt x="366244" y="88803"/>
                </a:lnTo>
                <a:lnTo>
                  <a:pt x="365973" y="88258"/>
                </a:lnTo>
                <a:lnTo>
                  <a:pt x="365973" y="54782"/>
                </a:lnTo>
                <a:lnTo>
                  <a:pt x="366244" y="54214"/>
                </a:lnTo>
                <a:lnTo>
                  <a:pt x="366523" y="53652"/>
                </a:lnTo>
                <a:lnTo>
                  <a:pt x="366811" y="53096"/>
                </a:lnTo>
                <a:lnTo>
                  <a:pt x="367107" y="52547"/>
                </a:lnTo>
                <a:lnTo>
                  <a:pt x="367411" y="52005"/>
                </a:lnTo>
                <a:lnTo>
                  <a:pt x="367724" y="51468"/>
                </a:lnTo>
                <a:lnTo>
                  <a:pt x="368045" y="50938"/>
                </a:lnTo>
                <a:lnTo>
                  <a:pt x="368374" y="50415"/>
                </a:lnTo>
                <a:lnTo>
                  <a:pt x="368712" y="49897"/>
                </a:lnTo>
                <a:lnTo>
                  <a:pt x="369058" y="49386"/>
                </a:lnTo>
                <a:lnTo>
                  <a:pt x="369412" y="48882"/>
                </a:lnTo>
                <a:lnTo>
                  <a:pt x="369775" y="48383"/>
                </a:lnTo>
                <a:lnTo>
                  <a:pt x="370145" y="47891"/>
                </a:lnTo>
                <a:lnTo>
                  <a:pt x="370525" y="47406"/>
                </a:lnTo>
                <a:lnTo>
                  <a:pt x="370912" y="46926"/>
                </a:lnTo>
                <a:lnTo>
                  <a:pt x="371308" y="46453"/>
                </a:lnTo>
                <a:lnTo>
                  <a:pt x="371713" y="45987"/>
                </a:lnTo>
                <a:lnTo>
                  <a:pt x="372125" y="45527"/>
                </a:lnTo>
                <a:lnTo>
                  <a:pt x="372546" y="45073"/>
                </a:lnTo>
                <a:lnTo>
                  <a:pt x="372976" y="44625"/>
                </a:lnTo>
                <a:lnTo>
                  <a:pt x="373413" y="44184"/>
                </a:lnTo>
                <a:lnTo>
                  <a:pt x="373859" y="43749"/>
                </a:lnTo>
                <a:lnTo>
                  <a:pt x="374313" y="43320"/>
                </a:lnTo>
                <a:lnTo>
                  <a:pt x="374776" y="42898"/>
                </a:lnTo>
                <a:lnTo>
                  <a:pt x="375248" y="42488"/>
                </a:lnTo>
                <a:lnTo>
                  <a:pt x="375730" y="42095"/>
                </a:lnTo>
                <a:lnTo>
                  <a:pt x="376222" y="41719"/>
                </a:lnTo>
                <a:lnTo>
                  <a:pt x="376724" y="41361"/>
                </a:lnTo>
                <a:lnTo>
                  <a:pt x="377236" y="41020"/>
                </a:lnTo>
                <a:lnTo>
                  <a:pt x="377759" y="40697"/>
                </a:lnTo>
                <a:lnTo>
                  <a:pt x="378291" y="40391"/>
                </a:lnTo>
                <a:lnTo>
                  <a:pt x="378834" y="40103"/>
                </a:lnTo>
                <a:lnTo>
                  <a:pt x="379386" y="39832"/>
                </a:lnTo>
                <a:lnTo>
                  <a:pt x="379949" y="39579"/>
                </a:lnTo>
                <a:lnTo>
                  <a:pt x="380522" y="39343"/>
                </a:lnTo>
                <a:lnTo>
                  <a:pt x="381104" y="39125"/>
                </a:lnTo>
                <a:lnTo>
                  <a:pt x="381697" y="38924"/>
                </a:lnTo>
                <a:lnTo>
                  <a:pt x="382300" y="38740"/>
                </a:lnTo>
                <a:lnTo>
                  <a:pt x="382914" y="38574"/>
                </a:lnTo>
                <a:lnTo>
                  <a:pt x="383537" y="38426"/>
                </a:lnTo>
                <a:lnTo>
                  <a:pt x="384170" y="38295"/>
                </a:lnTo>
                <a:lnTo>
                  <a:pt x="384814" y="38181"/>
                </a:lnTo>
                <a:lnTo>
                  <a:pt x="385467" y="38085"/>
                </a:lnTo>
                <a:lnTo>
                  <a:pt x="386131" y="38007"/>
                </a:lnTo>
                <a:lnTo>
                  <a:pt x="386804" y="37946"/>
                </a:lnTo>
                <a:lnTo>
                  <a:pt x="387488" y="37902"/>
                </a:lnTo>
                <a:lnTo>
                  <a:pt x="388182" y="37876"/>
                </a:lnTo>
                <a:lnTo>
                  <a:pt x="388886" y="37867"/>
                </a:lnTo>
                <a:lnTo>
                  <a:pt x="389685" y="37882"/>
                </a:lnTo>
                <a:lnTo>
                  <a:pt x="390467" y="37926"/>
                </a:lnTo>
                <a:lnTo>
                  <a:pt x="391233" y="38000"/>
                </a:lnTo>
                <a:lnTo>
                  <a:pt x="391983" y="38103"/>
                </a:lnTo>
                <a:lnTo>
                  <a:pt x="392716" y="38236"/>
                </a:lnTo>
                <a:lnTo>
                  <a:pt x="393432" y="38398"/>
                </a:lnTo>
                <a:lnTo>
                  <a:pt x="394132" y="38590"/>
                </a:lnTo>
                <a:lnTo>
                  <a:pt x="394815" y="38812"/>
                </a:lnTo>
                <a:lnTo>
                  <a:pt x="395482" y="39063"/>
                </a:lnTo>
                <a:lnTo>
                  <a:pt x="396132" y="39343"/>
                </a:lnTo>
                <a:lnTo>
                  <a:pt x="396766" y="39653"/>
                </a:lnTo>
                <a:lnTo>
                  <a:pt x="397383" y="39992"/>
                </a:lnTo>
                <a:lnTo>
                  <a:pt x="397984" y="40361"/>
                </a:lnTo>
                <a:lnTo>
                  <a:pt x="398568" y="40760"/>
                </a:lnTo>
                <a:lnTo>
                  <a:pt x="399136" y="41188"/>
                </a:lnTo>
                <a:lnTo>
                  <a:pt x="399687" y="41646"/>
                </a:lnTo>
                <a:lnTo>
                  <a:pt x="400222" y="42133"/>
                </a:lnTo>
                <a:lnTo>
                  <a:pt x="400740" y="42649"/>
                </a:lnTo>
                <a:lnTo>
                  <a:pt x="401241" y="43196"/>
                </a:lnTo>
                <a:lnTo>
                  <a:pt x="401726" y="43771"/>
                </a:lnTo>
                <a:lnTo>
                  <a:pt x="402195" y="44376"/>
                </a:lnTo>
                <a:lnTo>
                  <a:pt x="402647" y="45011"/>
                </a:lnTo>
                <a:lnTo>
                  <a:pt x="403082" y="45675"/>
                </a:lnTo>
                <a:lnTo>
                  <a:pt x="403501" y="46369"/>
                </a:lnTo>
                <a:lnTo>
                  <a:pt x="403903" y="47090"/>
                </a:lnTo>
                <a:lnTo>
                  <a:pt x="404288" y="47837"/>
                </a:lnTo>
                <a:lnTo>
                  <a:pt x="404656" y="48609"/>
                </a:lnTo>
                <a:lnTo>
                  <a:pt x="405007" y="49407"/>
                </a:lnTo>
                <a:lnTo>
                  <a:pt x="405341" y="50230"/>
                </a:lnTo>
                <a:lnTo>
                  <a:pt x="405657" y="51079"/>
                </a:lnTo>
                <a:lnTo>
                  <a:pt x="405957" y="51954"/>
                </a:lnTo>
                <a:lnTo>
                  <a:pt x="406239" y="52853"/>
                </a:lnTo>
                <a:lnTo>
                  <a:pt x="406504" y="53779"/>
                </a:lnTo>
                <a:lnTo>
                  <a:pt x="406752" y="54729"/>
                </a:lnTo>
                <a:lnTo>
                  <a:pt x="406983" y="55706"/>
                </a:lnTo>
                <a:lnTo>
                  <a:pt x="407197" y="56708"/>
                </a:lnTo>
                <a:lnTo>
                  <a:pt x="407394" y="57735"/>
                </a:lnTo>
                <a:lnTo>
                  <a:pt x="407574" y="58788"/>
                </a:lnTo>
                <a:lnTo>
                  <a:pt x="407736" y="59866"/>
                </a:lnTo>
                <a:lnTo>
                  <a:pt x="407882" y="60970"/>
                </a:lnTo>
                <a:lnTo>
                  <a:pt x="408010" y="62099"/>
                </a:lnTo>
                <a:lnTo>
                  <a:pt x="408121" y="63254"/>
                </a:lnTo>
                <a:lnTo>
                  <a:pt x="408215" y="64434"/>
                </a:lnTo>
                <a:lnTo>
                  <a:pt x="408292" y="65640"/>
                </a:lnTo>
                <a:lnTo>
                  <a:pt x="408352" y="66871"/>
                </a:lnTo>
                <a:lnTo>
                  <a:pt x="408395" y="68128"/>
                </a:lnTo>
                <a:lnTo>
                  <a:pt x="408421" y="69411"/>
                </a:lnTo>
                <a:lnTo>
                  <a:pt x="408429" y="70719"/>
                </a:lnTo>
                <a:lnTo>
                  <a:pt x="408421" y="72012"/>
                </a:lnTo>
                <a:lnTo>
                  <a:pt x="408395" y="73280"/>
                </a:lnTo>
                <a:lnTo>
                  <a:pt x="408353" y="74524"/>
                </a:lnTo>
                <a:lnTo>
                  <a:pt x="408295" y="75743"/>
                </a:lnTo>
                <a:lnTo>
                  <a:pt x="408219" y="76938"/>
                </a:lnTo>
                <a:lnTo>
                  <a:pt x="408126" y="78107"/>
                </a:lnTo>
                <a:lnTo>
                  <a:pt x="408017" y="79252"/>
                </a:lnTo>
                <a:lnTo>
                  <a:pt x="407891" y="80373"/>
                </a:lnTo>
                <a:lnTo>
                  <a:pt x="407748" y="81468"/>
                </a:lnTo>
                <a:lnTo>
                  <a:pt x="407588" y="82539"/>
                </a:lnTo>
                <a:lnTo>
                  <a:pt x="407412" y="83585"/>
                </a:lnTo>
                <a:lnTo>
                  <a:pt x="407218" y="84606"/>
                </a:lnTo>
                <a:lnTo>
                  <a:pt x="407008" y="85603"/>
                </a:lnTo>
                <a:lnTo>
                  <a:pt x="406781" y="86575"/>
                </a:lnTo>
                <a:lnTo>
                  <a:pt x="406537" y="87522"/>
                </a:lnTo>
                <a:lnTo>
                  <a:pt x="406276" y="88444"/>
                </a:lnTo>
                <a:lnTo>
                  <a:pt x="405999" y="89342"/>
                </a:lnTo>
                <a:lnTo>
                  <a:pt x="405705" y="90215"/>
                </a:lnTo>
                <a:lnTo>
                  <a:pt x="405393" y="91063"/>
                </a:lnTo>
                <a:lnTo>
                  <a:pt x="405065" y="91887"/>
                </a:lnTo>
                <a:lnTo>
                  <a:pt x="404721" y="92686"/>
                </a:lnTo>
                <a:lnTo>
                  <a:pt x="404359" y="93460"/>
                </a:lnTo>
                <a:lnTo>
                  <a:pt x="403981" y="94209"/>
                </a:lnTo>
                <a:lnTo>
                  <a:pt x="403585" y="94934"/>
                </a:lnTo>
                <a:lnTo>
                  <a:pt x="403173" y="95631"/>
                </a:lnTo>
                <a:lnTo>
                  <a:pt x="402743" y="96299"/>
                </a:lnTo>
                <a:lnTo>
                  <a:pt x="402295" y="96937"/>
                </a:lnTo>
                <a:lnTo>
                  <a:pt x="401829" y="97545"/>
                </a:lnTo>
                <a:lnTo>
                  <a:pt x="401346" y="98124"/>
                </a:lnTo>
                <a:lnTo>
                  <a:pt x="400845" y="98673"/>
                </a:lnTo>
                <a:lnTo>
                  <a:pt x="400326" y="99192"/>
                </a:lnTo>
                <a:lnTo>
                  <a:pt x="399790" y="99682"/>
                </a:lnTo>
                <a:lnTo>
                  <a:pt x="399236" y="100142"/>
                </a:lnTo>
                <a:lnTo>
                  <a:pt x="398664" y="100572"/>
                </a:lnTo>
                <a:lnTo>
                  <a:pt x="398075" y="100973"/>
                </a:lnTo>
                <a:lnTo>
                  <a:pt x="397468" y="101344"/>
                </a:lnTo>
                <a:lnTo>
                  <a:pt x="396843" y="101685"/>
                </a:lnTo>
                <a:lnTo>
                  <a:pt x="396200" y="101997"/>
                </a:lnTo>
                <a:lnTo>
                  <a:pt x="395540" y="102279"/>
                </a:lnTo>
                <a:lnTo>
                  <a:pt x="394862" y="102531"/>
                </a:lnTo>
                <a:lnTo>
                  <a:pt x="394167" y="102753"/>
                </a:lnTo>
                <a:lnTo>
                  <a:pt x="393453" y="102946"/>
                </a:lnTo>
                <a:lnTo>
                  <a:pt x="392722" y="103110"/>
                </a:lnTo>
                <a:lnTo>
                  <a:pt x="391973" y="103243"/>
                </a:lnTo>
                <a:lnTo>
                  <a:pt x="391207" y="103347"/>
                </a:lnTo>
                <a:lnTo>
                  <a:pt x="390423" y="103421"/>
                </a:lnTo>
                <a:lnTo>
                  <a:pt x="389621" y="103466"/>
                </a:lnTo>
                <a:lnTo>
                  <a:pt x="388802" y="103480"/>
                </a:lnTo>
                <a:lnTo>
                  <a:pt x="388111" y="103473"/>
                </a:lnTo>
                <a:lnTo>
                  <a:pt x="387430" y="103450"/>
                </a:lnTo>
                <a:lnTo>
                  <a:pt x="386759" y="103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Composing">
            <a:extLst xmlns:a="http://schemas.openxmlformats.org/drawingml/2006/main">
              <a:ext uri="{FF2B5EF4-FFF2-40B4-BE49-F238E27FC236}">
                <a16:creationId xmlns:a16="http://schemas.microsoft.com/office/drawing/2014/main" id="{4A9D3B8B-5BB1-4FB9-948C-2C8E4B8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455" y="1640403"/>
            <a:ext cx="752492" cy="149191"/>
          </a:xfrm>
          <a:custGeom xmlns:a="http://schemas.openxmlformats.org/drawingml/2006/main">
            <a:pathLst>
              <a:path w="752492" h="149191">
                <a:moveTo>
                  <a:pt x="56344" y="118792"/>
                </a:moveTo>
                <a:lnTo>
                  <a:pt x="57332" y="118724"/>
                </a:lnTo>
                <a:lnTo>
                  <a:pt x="58311" y="118640"/>
                </a:lnTo>
                <a:lnTo>
                  <a:pt x="59282" y="118541"/>
                </a:lnTo>
                <a:lnTo>
                  <a:pt x="60244" y="118427"/>
                </a:lnTo>
                <a:lnTo>
                  <a:pt x="61198" y="118297"/>
                </a:lnTo>
                <a:lnTo>
                  <a:pt x="62144" y="118153"/>
                </a:lnTo>
                <a:lnTo>
                  <a:pt x="63081" y="117993"/>
                </a:lnTo>
                <a:lnTo>
                  <a:pt x="64010" y="117818"/>
                </a:lnTo>
                <a:lnTo>
                  <a:pt x="64931" y="117627"/>
                </a:lnTo>
                <a:lnTo>
                  <a:pt x="65843" y="117422"/>
                </a:lnTo>
                <a:lnTo>
                  <a:pt x="66747" y="117201"/>
                </a:lnTo>
                <a:lnTo>
                  <a:pt x="67643" y="116965"/>
                </a:lnTo>
                <a:lnTo>
                  <a:pt x="68530" y="116714"/>
                </a:lnTo>
                <a:lnTo>
                  <a:pt x="69409" y="116447"/>
                </a:lnTo>
                <a:lnTo>
                  <a:pt x="70280" y="116165"/>
                </a:lnTo>
                <a:lnTo>
                  <a:pt x="71142" y="115869"/>
                </a:lnTo>
                <a:lnTo>
                  <a:pt x="71996" y="115556"/>
                </a:lnTo>
                <a:lnTo>
                  <a:pt x="72842" y="115229"/>
                </a:lnTo>
                <a:lnTo>
                  <a:pt x="73679" y="114886"/>
                </a:lnTo>
                <a:lnTo>
                  <a:pt x="74508" y="114529"/>
                </a:lnTo>
                <a:lnTo>
                  <a:pt x="75327" y="114155"/>
                </a:lnTo>
                <a:lnTo>
                  <a:pt x="76133" y="113767"/>
                </a:lnTo>
                <a:lnTo>
                  <a:pt x="76927" y="113363"/>
                </a:lnTo>
                <a:lnTo>
                  <a:pt x="77708" y="112944"/>
                </a:lnTo>
                <a:lnTo>
                  <a:pt x="78477" y="112509"/>
                </a:lnTo>
                <a:lnTo>
                  <a:pt x="79233" y="112059"/>
                </a:lnTo>
                <a:lnTo>
                  <a:pt x="79977" y="111594"/>
                </a:lnTo>
                <a:lnTo>
                  <a:pt x="80709" y="111113"/>
                </a:lnTo>
                <a:lnTo>
                  <a:pt x="81428" y="110617"/>
                </a:lnTo>
                <a:lnTo>
                  <a:pt x="82135" y="110105"/>
                </a:lnTo>
                <a:lnTo>
                  <a:pt x="82829" y="109578"/>
                </a:lnTo>
                <a:lnTo>
                  <a:pt x="83511" y="109036"/>
                </a:lnTo>
                <a:lnTo>
                  <a:pt x="84181" y="108478"/>
                </a:lnTo>
                <a:lnTo>
                  <a:pt x="84838" y="107905"/>
                </a:lnTo>
                <a:lnTo>
                  <a:pt x="85482" y="107317"/>
                </a:lnTo>
                <a:lnTo>
                  <a:pt x="86114" y="106713"/>
                </a:lnTo>
                <a:lnTo>
                  <a:pt x="86734" y="106094"/>
                </a:lnTo>
                <a:lnTo>
                  <a:pt x="87341" y="105460"/>
                </a:lnTo>
                <a:lnTo>
                  <a:pt x="87936" y="104810"/>
                </a:lnTo>
                <a:lnTo>
                  <a:pt x="88519" y="104145"/>
                </a:lnTo>
                <a:lnTo>
                  <a:pt x="89089" y="103464"/>
                </a:lnTo>
                <a:lnTo>
                  <a:pt x="89646" y="102768"/>
                </a:lnTo>
                <a:lnTo>
                  <a:pt x="90191" y="102057"/>
                </a:lnTo>
                <a:lnTo>
                  <a:pt x="90724" y="101330"/>
                </a:lnTo>
                <a:lnTo>
                  <a:pt x="91242" y="100587"/>
                </a:lnTo>
                <a:lnTo>
                  <a:pt x="91742" y="99829"/>
                </a:lnTo>
                <a:lnTo>
                  <a:pt x="92224" y="99055"/>
                </a:lnTo>
                <a:lnTo>
                  <a:pt x="92689" y="98265"/>
                </a:lnTo>
                <a:lnTo>
                  <a:pt x="93137" y="97458"/>
                </a:lnTo>
                <a:lnTo>
                  <a:pt x="93567" y="96636"/>
                </a:lnTo>
                <a:lnTo>
                  <a:pt x="93979" y="95798"/>
                </a:lnTo>
                <a:lnTo>
                  <a:pt x="94374" y="94944"/>
                </a:lnTo>
                <a:lnTo>
                  <a:pt x="94752" y="94074"/>
                </a:lnTo>
                <a:lnTo>
                  <a:pt x="95111" y="93188"/>
                </a:lnTo>
                <a:lnTo>
                  <a:pt x="95454" y="92286"/>
                </a:lnTo>
                <a:lnTo>
                  <a:pt x="95778" y="91368"/>
                </a:lnTo>
                <a:lnTo>
                  <a:pt x="96085" y="90434"/>
                </a:lnTo>
                <a:lnTo>
                  <a:pt x="96375" y="89484"/>
                </a:lnTo>
                <a:lnTo>
                  <a:pt x="96647" y="88518"/>
                </a:lnTo>
                <a:lnTo>
                  <a:pt x="96901" y="87536"/>
                </a:lnTo>
                <a:lnTo>
                  <a:pt x="97138" y="86538"/>
                </a:lnTo>
                <a:lnTo>
                  <a:pt x="97358" y="85525"/>
                </a:lnTo>
                <a:lnTo>
                  <a:pt x="97559" y="84495"/>
                </a:lnTo>
                <a:lnTo>
                  <a:pt x="97744" y="83449"/>
                </a:lnTo>
                <a:lnTo>
                  <a:pt x="97910" y="82388"/>
                </a:lnTo>
                <a:lnTo>
                  <a:pt x="98060" y="81310"/>
                </a:lnTo>
                <a:lnTo>
                  <a:pt x="98191" y="80217"/>
                </a:lnTo>
                <a:lnTo>
                  <a:pt x="98305" y="79107"/>
                </a:lnTo>
                <a:lnTo>
                  <a:pt x="82974" y="79107"/>
                </a:lnTo>
                <a:lnTo>
                  <a:pt x="82843" y="80227"/>
                </a:lnTo>
                <a:lnTo>
                  <a:pt x="82689" y="81323"/>
                </a:lnTo>
                <a:lnTo>
                  <a:pt x="82512" y="82396"/>
                </a:lnTo>
                <a:lnTo>
                  <a:pt x="82312" y="83446"/>
                </a:lnTo>
                <a:lnTo>
                  <a:pt x="82089" y="84472"/>
                </a:lnTo>
                <a:lnTo>
                  <a:pt x="81842" y="85475"/>
                </a:lnTo>
                <a:lnTo>
                  <a:pt x="81573" y="86454"/>
                </a:lnTo>
                <a:lnTo>
                  <a:pt x="81280" y="87410"/>
                </a:lnTo>
                <a:lnTo>
                  <a:pt x="80964" y="88342"/>
                </a:lnTo>
                <a:lnTo>
                  <a:pt x="80625" y="89251"/>
                </a:lnTo>
                <a:lnTo>
                  <a:pt x="80263" y="90137"/>
                </a:lnTo>
                <a:lnTo>
                  <a:pt x="79878" y="90999"/>
                </a:lnTo>
                <a:lnTo>
                  <a:pt x="79470" y="91837"/>
                </a:lnTo>
                <a:lnTo>
                  <a:pt x="79039" y="92653"/>
                </a:lnTo>
                <a:lnTo>
                  <a:pt x="78584" y="93444"/>
                </a:lnTo>
                <a:lnTo>
                  <a:pt x="78107" y="94213"/>
                </a:lnTo>
                <a:lnTo>
                  <a:pt x="77606" y="94958"/>
                </a:lnTo>
                <a:lnTo>
                  <a:pt x="77083" y="95679"/>
                </a:lnTo>
                <a:lnTo>
                  <a:pt x="76536" y="96377"/>
                </a:lnTo>
                <a:lnTo>
                  <a:pt x="75966" y="97052"/>
                </a:lnTo>
                <a:lnTo>
                  <a:pt x="75373" y="97703"/>
                </a:lnTo>
                <a:lnTo>
                  <a:pt x="74757" y="98331"/>
                </a:lnTo>
                <a:lnTo>
                  <a:pt x="74118" y="98936"/>
                </a:lnTo>
                <a:lnTo>
                  <a:pt x="73455" y="99517"/>
                </a:lnTo>
                <a:lnTo>
                  <a:pt x="72773" y="100074"/>
                </a:lnTo>
                <a:lnTo>
                  <a:pt x="72073" y="100608"/>
                </a:lnTo>
                <a:lnTo>
                  <a:pt x="71356" y="101118"/>
                </a:lnTo>
                <a:lnTo>
                  <a:pt x="70622" y="101604"/>
                </a:lnTo>
                <a:lnTo>
                  <a:pt x="69870" y="102067"/>
                </a:lnTo>
                <a:lnTo>
                  <a:pt x="69101" y="102505"/>
                </a:lnTo>
                <a:lnTo>
                  <a:pt x="68315" y="102920"/>
                </a:lnTo>
                <a:lnTo>
                  <a:pt x="67512" y="103312"/>
                </a:lnTo>
                <a:lnTo>
                  <a:pt x="66691" y="103679"/>
                </a:lnTo>
                <a:lnTo>
                  <a:pt x="65853" y="104023"/>
                </a:lnTo>
                <a:lnTo>
                  <a:pt x="64998" y="104344"/>
                </a:lnTo>
                <a:lnTo>
                  <a:pt x="64126" y="104640"/>
                </a:lnTo>
                <a:lnTo>
                  <a:pt x="63236" y="104913"/>
                </a:lnTo>
                <a:lnTo>
                  <a:pt x="62329" y="105162"/>
                </a:lnTo>
                <a:lnTo>
                  <a:pt x="61405" y="105387"/>
                </a:lnTo>
                <a:lnTo>
                  <a:pt x="60464" y="105589"/>
                </a:lnTo>
                <a:lnTo>
                  <a:pt x="59505" y="105767"/>
                </a:lnTo>
                <a:lnTo>
                  <a:pt x="58529" y="105921"/>
                </a:lnTo>
                <a:lnTo>
                  <a:pt x="57536" y="106051"/>
                </a:lnTo>
                <a:lnTo>
                  <a:pt x="56526" y="106158"/>
                </a:lnTo>
                <a:lnTo>
                  <a:pt x="55498" y="106241"/>
                </a:lnTo>
                <a:lnTo>
                  <a:pt x="54453" y="106300"/>
                </a:lnTo>
                <a:lnTo>
                  <a:pt x="53391" y="106336"/>
                </a:lnTo>
                <a:lnTo>
                  <a:pt x="52312" y="106348"/>
                </a:lnTo>
                <a:lnTo>
                  <a:pt x="51232" y="106337"/>
                </a:lnTo>
                <a:lnTo>
                  <a:pt x="50170" y="106305"/>
                </a:lnTo>
                <a:lnTo>
                  <a:pt x="49125" y="106252"/>
                </a:lnTo>
                <a:lnTo>
                  <a:pt x="48097" y="106178"/>
                </a:lnTo>
                <a:lnTo>
                  <a:pt x="47087" y="106083"/>
                </a:lnTo>
                <a:lnTo>
                  <a:pt x="46094" y="105966"/>
                </a:lnTo>
                <a:lnTo>
                  <a:pt x="45118" y="105828"/>
                </a:lnTo>
                <a:lnTo>
                  <a:pt x="44159" y="105669"/>
                </a:lnTo>
                <a:lnTo>
                  <a:pt x="43218" y="105488"/>
                </a:lnTo>
                <a:lnTo>
                  <a:pt x="42294" y="105286"/>
                </a:lnTo>
                <a:lnTo>
                  <a:pt x="41387" y="105063"/>
                </a:lnTo>
                <a:lnTo>
                  <a:pt x="40497" y="104819"/>
                </a:lnTo>
                <a:lnTo>
                  <a:pt x="39625" y="104554"/>
                </a:lnTo>
                <a:lnTo>
                  <a:pt x="38770" y="104267"/>
                </a:lnTo>
                <a:lnTo>
                  <a:pt x="37932" y="103959"/>
                </a:lnTo>
                <a:lnTo>
                  <a:pt x="37111" y="103630"/>
                </a:lnTo>
                <a:lnTo>
                  <a:pt x="36308" y="103280"/>
                </a:lnTo>
                <a:lnTo>
                  <a:pt x="35522" y="102909"/>
                </a:lnTo>
                <a:lnTo>
                  <a:pt x="34753" y="102516"/>
                </a:lnTo>
                <a:lnTo>
                  <a:pt x="34002" y="102102"/>
                </a:lnTo>
                <a:lnTo>
                  <a:pt x="33267" y="101667"/>
                </a:lnTo>
                <a:lnTo>
                  <a:pt x="32550" y="101210"/>
                </a:lnTo>
                <a:lnTo>
                  <a:pt x="31850" y="100732"/>
                </a:lnTo>
                <a:lnTo>
                  <a:pt x="31168" y="100234"/>
                </a:lnTo>
                <a:lnTo>
                  <a:pt x="30502" y="99717"/>
                </a:lnTo>
                <a:lnTo>
                  <a:pt x="29850" y="99185"/>
                </a:lnTo>
                <a:lnTo>
                  <a:pt x="29214" y="98638"/>
                </a:lnTo>
                <a:lnTo>
                  <a:pt x="28593" y="98077"/>
                </a:lnTo>
                <a:lnTo>
                  <a:pt x="27987" y="97501"/>
                </a:lnTo>
                <a:lnTo>
                  <a:pt x="27396" y="96910"/>
                </a:lnTo>
                <a:lnTo>
                  <a:pt x="26820" y="96305"/>
                </a:lnTo>
                <a:lnTo>
                  <a:pt x="26259" y="95684"/>
                </a:lnTo>
                <a:lnTo>
                  <a:pt x="25713" y="95049"/>
                </a:lnTo>
                <a:lnTo>
                  <a:pt x="25182" y="94399"/>
                </a:lnTo>
                <a:lnTo>
                  <a:pt x="24666" y="93734"/>
                </a:lnTo>
                <a:lnTo>
                  <a:pt x="24166" y="93054"/>
                </a:lnTo>
                <a:lnTo>
                  <a:pt x="23680" y="92360"/>
                </a:lnTo>
                <a:lnTo>
                  <a:pt x="23210" y="91651"/>
                </a:lnTo>
                <a:lnTo>
                  <a:pt x="22754" y="90927"/>
                </a:lnTo>
                <a:lnTo>
                  <a:pt x="22314" y="90188"/>
                </a:lnTo>
                <a:lnTo>
                  <a:pt x="21888" y="89435"/>
                </a:lnTo>
                <a:lnTo>
                  <a:pt x="21478" y="88666"/>
                </a:lnTo>
                <a:lnTo>
                  <a:pt x="21083" y="87883"/>
                </a:lnTo>
                <a:lnTo>
                  <a:pt x="20703" y="87085"/>
                </a:lnTo>
                <a:lnTo>
                  <a:pt x="20337" y="86273"/>
                </a:lnTo>
                <a:lnTo>
                  <a:pt x="19987" y="85445"/>
                </a:lnTo>
                <a:lnTo>
                  <a:pt x="19652" y="84603"/>
                </a:lnTo>
                <a:lnTo>
                  <a:pt x="19333" y="83746"/>
                </a:lnTo>
                <a:lnTo>
                  <a:pt x="19027" y="82877"/>
                </a:lnTo>
                <a:lnTo>
                  <a:pt x="18734" y="82001"/>
                </a:lnTo>
                <a:lnTo>
                  <a:pt x="18454" y="81117"/>
                </a:lnTo>
                <a:lnTo>
                  <a:pt x="18187" y="80225"/>
                </a:lnTo>
                <a:lnTo>
                  <a:pt x="17933" y="79325"/>
                </a:lnTo>
                <a:lnTo>
                  <a:pt x="17693" y="78417"/>
                </a:lnTo>
                <a:lnTo>
                  <a:pt x="17465" y="77501"/>
                </a:lnTo>
                <a:lnTo>
                  <a:pt x="17250" y="76577"/>
                </a:lnTo>
                <a:lnTo>
                  <a:pt x="17048" y="75646"/>
                </a:lnTo>
                <a:lnTo>
                  <a:pt x="16860" y="74706"/>
                </a:lnTo>
                <a:lnTo>
                  <a:pt x="16684" y="73759"/>
                </a:lnTo>
                <a:lnTo>
                  <a:pt x="16521" y="72803"/>
                </a:lnTo>
                <a:lnTo>
                  <a:pt x="16371" y="71840"/>
                </a:lnTo>
                <a:lnTo>
                  <a:pt x="16235" y="70869"/>
                </a:lnTo>
                <a:lnTo>
                  <a:pt x="16111" y="69890"/>
                </a:lnTo>
                <a:lnTo>
                  <a:pt x="16000" y="68903"/>
                </a:lnTo>
                <a:lnTo>
                  <a:pt x="15903" y="67908"/>
                </a:lnTo>
                <a:lnTo>
                  <a:pt x="15818" y="66905"/>
                </a:lnTo>
                <a:lnTo>
                  <a:pt x="15747" y="65894"/>
                </a:lnTo>
                <a:lnTo>
                  <a:pt x="15688" y="64876"/>
                </a:lnTo>
                <a:lnTo>
                  <a:pt x="15643" y="63849"/>
                </a:lnTo>
                <a:lnTo>
                  <a:pt x="15610" y="62815"/>
                </a:lnTo>
                <a:lnTo>
                  <a:pt x="15590" y="61772"/>
                </a:lnTo>
                <a:lnTo>
                  <a:pt x="15584" y="60722"/>
                </a:lnTo>
                <a:lnTo>
                  <a:pt x="15590" y="59665"/>
                </a:lnTo>
                <a:lnTo>
                  <a:pt x="15610" y="58616"/>
                </a:lnTo>
                <a:lnTo>
                  <a:pt x="15643" y="57575"/>
                </a:lnTo>
                <a:lnTo>
                  <a:pt x="15688" y="56543"/>
                </a:lnTo>
                <a:lnTo>
                  <a:pt x="15747" y="55518"/>
                </a:lnTo>
                <a:lnTo>
                  <a:pt x="15818" y="54502"/>
                </a:lnTo>
                <a:lnTo>
                  <a:pt x="15903" y="53494"/>
                </a:lnTo>
                <a:lnTo>
                  <a:pt x="16000" y="52495"/>
                </a:lnTo>
                <a:lnTo>
                  <a:pt x="16111" y="51503"/>
                </a:lnTo>
                <a:lnTo>
                  <a:pt x="16235" y="50520"/>
                </a:lnTo>
                <a:lnTo>
                  <a:pt x="16371" y="49545"/>
                </a:lnTo>
                <a:lnTo>
                  <a:pt x="16521" y="48578"/>
                </a:lnTo>
                <a:lnTo>
                  <a:pt x="16684" y="47619"/>
                </a:lnTo>
                <a:lnTo>
                  <a:pt x="16860" y="46668"/>
                </a:lnTo>
                <a:lnTo>
                  <a:pt x="17048" y="45726"/>
                </a:lnTo>
                <a:lnTo>
                  <a:pt x="17250" y="44792"/>
                </a:lnTo>
                <a:lnTo>
                  <a:pt x="17465" y="43866"/>
                </a:lnTo>
                <a:lnTo>
                  <a:pt x="17693" y="42948"/>
                </a:lnTo>
                <a:lnTo>
                  <a:pt x="17933" y="42039"/>
                </a:lnTo>
                <a:lnTo>
                  <a:pt x="18187" y="41137"/>
                </a:lnTo>
                <a:lnTo>
                  <a:pt x="18454" y="40244"/>
                </a:lnTo>
                <a:lnTo>
                  <a:pt x="18734" y="39359"/>
                </a:lnTo>
                <a:lnTo>
                  <a:pt x="19027" y="38482"/>
                </a:lnTo>
                <a:lnTo>
                  <a:pt x="19333" y="37614"/>
                </a:lnTo>
                <a:lnTo>
                  <a:pt x="19652" y="36757"/>
                </a:lnTo>
                <a:lnTo>
                  <a:pt x="19987" y="35914"/>
                </a:lnTo>
                <a:lnTo>
                  <a:pt x="20337" y="35085"/>
                </a:lnTo>
                <a:lnTo>
                  <a:pt x="20703" y="34271"/>
                </a:lnTo>
                <a:lnTo>
                  <a:pt x="21083" y="33471"/>
                </a:lnTo>
                <a:lnTo>
                  <a:pt x="21478" y="32686"/>
                </a:lnTo>
                <a:lnTo>
                  <a:pt x="21888" y="31914"/>
                </a:lnTo>
                <a:lnTo>
                  <a:pt x="22314" y="31158"/>
                </a:lnTo>
                <a:lnTo>
                  <a:pt x="22754" y="30415"/>
                </a:lnTo>
                <a:lnTo>
                  <a:pt x="23210" y="29687"/>
                </a:lnTo>
                <a:lnTo>
                  <a:pt x="23680" y="28973"/>
                </a:lnTo>
                <a:lnTo>
                  <a:pt x="24166" y="28274"/>
                </a:lnTo>
                <a:lnTo>
                  <a:pt x="24666" y="27589"/>
                </a:lnTo>
                <a:lnTo>
                  <a:pt x="25182" y="26918"/>
                </a:lnTo>
                <a:lnTo>
                  <a:pt x="25713" y="26261"/>
                </a:lnTo>
                <a:lnTo>
                  <a:pt x="26259" y="25619"/>
                </a:lnTo>
                <a:lnTo>
                  <a:pt x="26820" y="24992"/>
                </a:lnTo>
                <a:lnTo>
                  <a:pt x="27396" y="24378"/>
                </a:lnTo>
                <a:lnTo>
                  <a:pt x="27987" y="23779"/>
                </a:lnTo>
                <a:lnTo>
                  <a:pt x="28593" y="23195"/>
                </a:lnTo>
                <a:lnTo>
                  <a:pt x="29214" y="22624"/>
                </a:lnTo>
                <a:lnTo>
                  <a:pt x="29850" y="22069"/>
                </a:lnTo>
                <a:lnTo>
                  <a:pt x="30502" y="21527"/>
                </a:lnTo>
                <a:lnTo>
                  <a:pt x="31168" y="21000"/>
                </a:lnTo>
                <a:lnTo>
                  <a:pt x="31850" y="20490"/>
                </a:lnTo>
                <a:lnTo>
                  <a:pt x="32550" y="20003"/>
                </a:lnTo>
                <a:lnTo>
                  <a:pt x="33267" y="19537"/>
                </a:lnTo>
                <a:lnTo>
                  <a:pt x="34002" y="19093"/>
                </a:lnTo>
                <a:lnTo>
                  <a:pt x="34753" y="18670"/>
                </a:lnTo>
                <a:lnTo>
                  <a:pt x="35522" y="18269"/>
                </a:lnTo>
                <a:lnTo>
                  <a:pt x="36308" y="17890"/>
                </a:lnTo>
                <a:lnTo>
                  <a:pt x="37111" y="17533"/>
                </a:lnTo>
                <a:lnTo>
                  <a:pt x="37932" y="17197"/>
                </a:lnTo>
                <a:lnTo>
                  <a:pt x="38770" y="16882"/>
                </a:lnTo>
                <a:lnTo>
                  <a:pt x="39625" y="16590"/>
                </a:lnTo>
                <a:lnTo>
                  <a:pt x="40497" y="16319"/>
                </a:lnTo>
                <a:lnTo>
                  <a:pt x="41387" y="16070"/>
                </a:lnTo>
                <a:lnTo>
                  <a:pt x="42294" y="15842"/>
                </a:lnTo>
                <a:lnTo>
                  <a:pt x="43218" y="15636"/>
                </a:lnTo>
                <a:lnTo>
                  <a:pt x="44159" y="15452"/>
                </a:lnTo>
                <a:lnTo>
                  <a:pt x="45118" y="15290"/>
                </a:lnTo>
                <a:lnTo>
                  <a:pt x="46094" y="15149"/>
                </a:lnTo>
                <a:lnTo>
                  <a:pt x="47087" y="15030"/>
                </a:lnTo>
                <a:lnTo>
                  <a:pt x="48097" y="14932"/>
                </a:lnTo>
                <a:lnTo>
                  <a:pt x="49125" y="14856"/>
                </a:lnTo>
                <a:lnTo>
                  <a:pt x="50170" y="14802"/>
                </a:lnTo>
                <a:lnTo>
                  <a:pt x="51232" y="14770"/>
                </a:lnTo>
                <a:lnTo>
                  <a:pt x="52312" y="14759"/>
                </a:lnTo>
                <a:lnTo>
                  <a:pt x="52935" y="14764"/>
                </a:lnTo>
                <a:lnTo>
                  <a:pt x="53554" y="14778"/>
                </a:lnTo>
                <a:lnTo>
                  <a:pt x="54171" y="14801"/>
                </a:lnTo>
                <a:lnTo>
                  <a:pt x="54784" y="14834"/>
                </a:lnTo>
                <a:lnTo>
                  <a:pt x="55393" y="14876"/>
                </a:lnTo>
                <a:lnTo>
                  <a:pt x="56000" y="14927"/>
                </a:lnTo>
                <a:lnTo>
                  <a:pt x="56602" y="14988"/>
                </a:lnTo>
                <a:lnTo>
                  <a:pt x="57202" y="15059"/>
                </a:lnTo>
                <a:lnTo>
                  <a:pt x="57798" y="15138"/>
                </a:lnTo>
                <a:lnTo>
                  <a:pt x="58391" y="15227"/>
                </a:lnTo>
                <a:lnTo>
                  <a:pt x="58980" y="15326"/>
                </a:lnTo>
                <a:lnTo>
                  <a:pt x="59567" y="15434"/>
                </a:lnTo>
                <a:lnTo>
                  <a:pt x="60149" y="15551"/>
                </a:lnTo>
                <a:lnTo>
                  <a:pt x="60729" y="15677"/>
                </a:lnTo>
                <a:lnTo>
                  <a:pt x="61305" y="15813"/>
                </a:lnTo>
                <a:lnTo>
                  <a:pt x="61877" y="15958"/>
                </a:lnTo>
                <a:lnTo>
                  <a:pt x="62446" y="16113"/>
                </a:lnTo>
                <a:lnTo>
                  <a:pt x="63012" y="16277"/>
                </a:lnTo>
                <a:lnTo>
                  <a:pt x="63575" y="16450"/>
                </a:lnTo>
                <a:lnTo>
                  <a:pt x="64134" y="16633"/>
                </a:lnTo>
                <a:lnTo>
                  <a:pt x="64690" y="16825"/>
                </a:lnTo>
                <a:lnTo>
                  <a:pt x="65242" y="17027"/>
                </a:lnTo>
                <a:lnTo>
                  <a:pt x="65791" y="17237"/>
                </a:lnTo>
                <a:lnTo>
                  <a:pt x="66337" y="17458"/>
                </a:lnTo>
                <a:lnTo>
                  <a:pt x="66877" y="17687"/>
                </a:lnTo>
                <a:lnTo>
                  <a:pt x="67410" y="17927"/>
                </a:lnTo>
                <a:lnTo>
                  <a:pt x="67936" y="18176"/>
                </a:lnTo>
                <a:lnTo>
                  <a:pt x="68454" y="18436"/>
                </a:lnTo>
                <a:lnTo>
                  <a:pt x="68964" y="18705"/>
                </a:lnTo>
                <a:lnTo>
                  <a:pt x="69467" y="18984"/>
                </a:lnTo>
                <a:lnTo>
                  <a:pt x="69963" y="19272"/>
                </a:lnTo>
                <a:lnTo>
                  <a:pt x="70451" y="19571"/>
                </a:lnTo>
                <a:lnTo>
                  <a:pt x="70931" y="19879"/>
                </a:lnTo>
                <a:lnTo>
                  <a:pt x="71405" y="20197"/>
                </a:lnTo>
                <a:lnTo>
                  <a:pt x="71870" y="20525"/>
                </a:lnTo>
                <a:lnTo>
                  <a:pt x="72329" y="20863"/>
                </a:lnTo>
                <a:lnTo>
                  <a:pt x="72779" y="21210"/>
                </a:lnTo>
                <a:lnTo>
                  <a:pt x="73223" y="21568"/>
                </a:lnTo>
                <a:lnTo>
                  <a:pt x="73659" y="21935"/>
                </a:lnTo>
                <a:lnTo>
                  <a:pt x="74087" y="22312"/>
                </a:lnTo>
                <a:lnTo>
                  <a:pt x="74508" y="22698"/>
                </a:lnTo>
                <a:lnTo>
                  <a:pt x="74921" y="23095"/>
                </a:lnTo>
                <a:lnTo>
                  <a:pt x="75328" y="23501"/>
                </a:lnTo>
                <a:lnTo>
                  <a:pt x="75726" y="23917"/>
                </a:lnTo>
                <a:lnTo>
                  <a:pt x="76117" y="24343"/>
                </a:lnTo>
                <a:lnTo>
                  <a:pt x="76501" y="24779"/>
                </a:lnTo>
                <a:lnTo>
                  <a:pt x="76877" y="25225"/>
                </a:lnTo>
                <a:lnTo>
                  <a:pt x="77246" y="25680"/>
                </a:lnTo>
                <a:lnTo>
                  <a:pt x="77605" y="26146"/>
                </a:lnTo>
                <a:lnTo>
                  <a:pt x="77952" y="26622"/>
                </a:lnTo>
                <a:lnTo>
                  <a:pt x="78287" y="27108"/>
                </a:lnTo>
                <a:lnTo>
                  <a:pt x="78610" y="27605"/>
                </a:lnTo>
                <a:lnTo>
                  <a:pt x="78921" y="28112"/>
                </a:lnTo>
                <a:lnTo>
                  <a:pt x="79220" y="28629"/>
                </a:lnTo>
                <a:lnTo>
                  <a:pt x="79507" y="29157"/>
                </a:lnTo>
                <a:lnTo>
                  <a:pt x="79782" y="29696"/>
                </a:lnTo>
                <a:lnTo>
                  <a:pt x="80045" y="30244"/>
                </a:lnTo>
                <a:lnTo>
                  <a:pt x="80297" y="30803"/>
                </a:lnTo>
                <a:lnTo>
                  <a:pt x="80536" y="31373"/>
                </a:lnTo>
                <a:lnTo>
                  <a:pt x="80763" y="31953"/>
                </a:lnTo>
                <a:lnTo>
                  <a:pt x="80978" y="32543"/>
                </a:lnTo>
                <a:lnTo>
                  <a:pt x="81181" y="33144"/>
                </a:lnTo>
                <a:lnTo>
                  <a:pt x="81372" y="33755"/>
                </a:lnTo>
                <a:lnTo>
                  <a:pt x="81551" y="34376"/>
                </a:lnTo>
                <a:lnTo>
                  <a:pt x="81719" y="35008"/>
                </a:lnTo>
                <a:lnTo>
                  <a:pt x="81874" y="35650"/>
                </a:lnTo>
                <a:lnTo>
                  <a:pt x="82017" y="36303"/>
                </a:lnTo>
                <a:lnTo>
                  <a:pt x="82148" y="36966"/>
                </a:lnTo>
                <a:lnTo>
                  <a:pt x="82267" y="37640"/>
                </a:lnTo>
                <a:lnTo>
                  <a:pt x="82374" y="38323"/>
                </a:lnTo>
                <a:lnTo>
                  <a:pt x="82470" y="39018"/>
                </a:lnTo>
                <a:lnTo>
                  <a:pt x="82553" y="39722"/>
                </a:lnTo>
                <a:lnTo>
                  <a:pt x="97800" y="39722"/>
                </a:lnTo>
                <a:lnTo>
                  <a:pt x="97699" y="38676"/>
                </a:lnTo>
                <a:lnTo>
                  <a:pt x="97579" y="37644"/>
                </a:lnTo>
                <a:lnTo>
                  <a:pt x="97439" y="36628"/>
                </a:lnTo>
                <a:lnTo>
                  <a:pt x="97280" y="35626"/>
                </a:lnTo>
                <a:lnTo>
                  <a:pt x="97102" y="34640"/>
                </a:lnTo>
                <a:lnTo>
                  <a:pt x="96905" y="33669"/>
                </a:lnTo>
                <a:lnTo>
                  <a:pt x="96688" y="32712"/>
                </a:lnTo>
                <a:lnTo>
                  <a:pt x="96452" y="31771"/>
                </a:lnTo>
                <a:lnTo>
                  <a:pt x="96197" y="30845"/>
                </a:lnTo>
                <a:lnTo>
                  <a:pt x="95922" y="29934"/>
                </a:lnTo>
                <a:lnTo>
                  <a:pt x="95628" y="29039"/>
                </a:lnTo>
                <a:lnTo>
                  <a:pt x="95315" y="28158"/>
                </a:lnTo>
                <a:lnTo>
                  <a:pt x="94982" y="27292"/>
                </a:lnTo>
                <a:lnTo>
                  <a:pt x="94630" y="26441"/>
                </a:lnTo>
                <a:lnTo>
                  <a:pt x="94259" y="25606"/>
                </a:lnTo>
                <a:lnTo>
                  <a:pt x="93869" y="24785"/>
                </a:lnTo>
                <a:lnTo>
                  <a:pt x="93459" y="23980"/>
                </a:lnTo>
                <a:lnTo>
                  <a:pt x="93030" y="23190"/>
                </a:lnTo>
                <a:lnTo>
                  <a:pt x="92582" y="22415"/>
                </a:lnTo>
                <a:lnTo>
                  <a:pt x="92114" y="21654"/>
                </a:lnTo>
                <a:lnTo>
                  <a:pt x="91627" y="20909"/>
                </a:lnTo>
                <a:lnTo>
                  <a:pt x="91121" y="20179"/>
                </a:lnTo>
                <a:lnTo>
                  <a:pt x="90595" y="19465"/>
                </a:lnTo>
                <a:lnTo>
                  <a:pt x="90050" y="18765"/>
                </a:lnTo>
                <a:lnTo>
                  <a:pt x="89490" y="18080"/>
                </a:lnTo>
                <a:lnTo>
                  <a:pt x="88918" y="17410"/>
                </a:lnTo>
                <a:lnTo>
                  <a:pt x="88335" y="16755"/>
                </a:lnTo>
                <a:lnTo>
                  <a:pt x="87741" y="16114"/>
                </a:lnTo>
                <a:lnTo>
                  <a:pt x="87135" y="15488"/>
                </a:lnTo>
                <a:lnTo>
                  <a:pt x="86517" y="14877"/>
                </a:lnTo>
                <a:lnTo>
                  <a:pt x="85889" y="14281"/>
                </a:lnTo>
                <a:lnTo>
                  <a:pt x="85248" y="13700"/>
                </a:lnTo>
                <a:lnTo>
                  <a:pt x="84597" y="13133"/>
                </a:lnTo>
                <a:lnTo>
                  <a:pt x="83934" y="12582"/>
                </a:lnTo>
                <a:lnTo>
                  <a:pt x="83260" y="12045"/>
                </a:lnTo>
                <a:lnTo>
                  <a:pt x="82574" y="11522"/>
                </a:lnTo>
                <a:lnTo>
                  <a:pt x="81877" y="11015"/>
                </a:lnTo>
                <a:lnTo>
                  <a:pt x="81168" y="10522"/>
                </a:lnTo>
                <a:lnTo>
                  <a:pt x="80448" y="10045"/>
                </a:lnTo>
                <a:lnTo>
                  <a:pt x="79717" y="9582"/>
                </a:lnTo>
                <a:lnTo>
                  <a:pt x="78974" y="9133"/>
                </a:lnTo>
                <a:lnTo>
                  <a:pt x="78220" y="8700"/>
                </a:lnTo>
                <a:lnTo>
                  <a:pt x="77454" y="8281"/>
                </a:lnTo>
                <a:lnTo>
                  <a:pt x="76677" y="7877"/>
                </a:lnTo>
                <a:lnTo>
                  <a:pt x="75889" y="7488"/>
                </a:lnTo>
                <a:lnTo>
                  <a:pt x="75089" y="7114"/>
                </a:lnTo>
                <a:lnTo>
                  <a:pt x="74278" y="6754"/>
                </a:lnTo>
                <a:lnTo>
                  <a:pt x="73455" y="6410"/>
                </a:lnTo>
                <a:lnTo>
                  <a:pt x="72625" y="6079"/>
                </a:lnTo>
                <a:lnTo>
                  <a:pt x="71790" y="5763"/>
                </a:lnTo>
                <a:lnTo>
                  <a:pt x="70950" y="5461"/>
                </a:lnTo>
                <a:lnTo>
                  <a:pt x="70107" y="5173"/>
                </a:lnTo>
                <a:lnTo>
                  <a:pt x="69259" y="4899"/>
                </a:lnTo>
                <a:lnTo>
                  <a:pt x="68406" y="4638"/>
                </a:lnTo>
                <a:lnTo>
                  <a:pt x="67549" y="4393"/>
                </a:lnTo>
                <a:lnTo>
                  <a:pt x="66688" y="4161"/>
                </a:lnTo>
                <a:lnTo>
                  <a:pt x="65822" y="3943"/>
                </a:lnTo>
                <a:lnTo>
                  <a:pt x="64952" y="3739"/>
                </a:lnTo>
                <a:lnTo>
                  <a:pt x="64078" y="3549"/>
                </a:lnTo>
                <a:lnTo>
                  <a:pt x="63199" y="3373"/>
                </a:lnTo>
                <a:lnTo>
                  <a:pt x="62316" y="3212"/>
                </a:lnTo>
                <a:lnTo>
                  <a:pt x="61429" y="3064"/>
                </a:lnTo>
                <a:lnTo>
                  <a:pt x="60537" y="2931"/>
                </a:lnTo>
                <a:lnTo>
                  <a:pt x="59640" y="2811"/>
                </a:lnTo>
                <a:lnTo>
                  <a:pt x="58740" y="2706"/>
                </a:lnTo>
                <a:lnTo>
                  <a:pt x="57834" y="2614"/>
                </a:lnTo>
                <a:lnTo>
                  <a:pt x="56925" y="2537"/>
                </a:lnTo>
                <a:lnTo>
                  <a:pt x="56011" y="2474"/>
                </a:lnTo>
                <a:lnTo>
                  <a:pt x="55093" y="2425"/>
                </a:lnTo>
                <a:lnTo>
                  <a:pt x="54170" y="2390"/>
                </a:lnTo>
                <a:lnTo>
                  <a:pt x="53243" y="2368"/>
                </a:lnTo>
                <a:lnTo>
                  <a:pt x="52312" y="2361"/>
                </a:lnTo>
                <a:lnTo>
                  <a:pt x="50903" y="2374"/>
                </a:lnTo>
                <a:lnTo>
                  <a:pt x="49513" y="2413"/>
                </a:lnTo>
                <a:lnTo>
                  <a:pt x="48141" y="2477"/>
                </a:lnTo>
                <a:lnTo>
                  <a:pt x="46788" y="2568"/>
                </a:lnTo>
                <a:lnTo>
                  <a:pt x="45454" y="2684"/>
                </a:lnTo>
                <a:lnTo>
                  <a:pt x="44138" y="2825"/>
                </a:lnTo>
                <a:lnTo>
                  <a:pt x="42841" y="2993"/>
                </a:lnTo>
                <a:lnTo>
                  <a:pt x="41562" y="3186"/>
                </a:lnTo>
                <a:lnTo>
                  <a:pt x="40302" y="3405"/>
                </a:lnTo>
                <a:lnTo>
                  <a:pt x="39060" y="3650"/>
                </a:lnTo>
                <a:lnTo>
                  <a:pt x="37837" y="3920"/>
                </a:lnTo>
                <a:lnTo>
                  <a:pt x="36633" y="4217"/>
                </a:lnTo>
                <a:lnTo>
                  <a:pt x="35447" y="4539"/>
                </a:lnTo>
                <a:lnTo>
                  <a:pt x="34280" y="4887"/>
                </a:lnTo>
                <a:lnTo>
                  <a:pt x="33131" y="5260"/>
                </a:lnTo>
                <a:lnTo>
                  <a:pt x="32001" y="5660"/>
                </a:lnTo>
                <a:lnTo>
                  <a:pt x="30889" y="6085"/>
                </a:lnTo>
                <a:lnTo>
                  <a:pt x="29796" y="6536"/>
                </a:lnTo>
                <a:lnTo>
                  <a:pt x="28722" y="7013"/>
                </a:lnTo>
                <a:lnTo>
                  <a:pt x="27666" y="7515"/>
                </a:lnTo>
                <a:lnTo>
                  <a:pt x="26629" y="8044"/>
                </a:lnTo>
                <a:lnTo>
                  <a:pt x="25610" y="8598"/>
                </a:lnTo>
                <a:lnTo>
                  <a:pt x="24610" y="9177"/>
                </a:lnTo>
                <a:lnTo>
                  <a:pt x="23629" y="9783"/>
                </a:lnTo>
                <a:lnTo>
                  <a:pt x="22666" y="10411"/>
                </a:lnTo>
                <a:lnTo>
                  <a:pt x="21724" y="11060"/>
                </a:lnTo>
                <a:lnTo>
                  <a:pt x="20801" y="11728"/>
                </a:lnTo>
                <a:lnTo>
                  <a:pt x="19898" y="12416"/>
                </a:lnTo>
                <a:lnTo>
                  <a:pt x="19014" y="13124"/>
                </a:lnTo>
                <a:lnTo>
                  <a:pt x="18151" y="13852"/>
                </a:lnTo>
                <a:lnTo>
                  <a:pt x="17307" y="14600"/>
                </a:lnTo>
                <a:lnTo>
                  <a:pt x="16482" y="15368"/>
                </a:lnTo>
                <a:lnTo>
                  <a:pt x="15678" y="16156"/>
                </a:lnTo>
                <a:lnTo>
                  <a:pt x="14893" y="16963"/>
                </a:lnTo>
                <a:lnTo>
                  <a:pt x="14128" y="17791"/>
                </a:lnTo>
                <a:lnTo>
                  <a:pt x="13383" y="18638"/>
                </a:lnTo>
                <a:lnTo>
                  <a:pt x="12658" y="19506"/>
                </a:lnTo>
                <a:lnTo>
                  <a:pt x="11952" y="20393"/>
                </a:lnTo>
                <a:lnTo>
                  <a:pt x="11266" y="21300"/>
                </a:lnTo>
                <a:lnTo>
                  <a:pt x="10600" y="22227"/>
                </a:lnTo>
                <a:lnTo>
                  <a:pt x="9953" y="23174"/>
                </a:lnTo>
                <a:lnTo>
                  <a:pt x="9327" y="24141"/>
                </a:lnTo>
                <a:lnTo>
                  <a:pt x="8720" y="25128"/>
                </a:lnTo>
                <a:lnTo>
                  <a:pt x="8132" y="26135"/>
                </a:lnTo>
                <a:lnTo>
                  <a:pt x="7565" y="27162"/>
                </a:lnTo>
                <a:lnTo>
                  <a:pt x="7017" y="28208"/>
                </a:lnTo>
                <a:lnTo>
                  <a:pt x="6489" y="29275"/>
                </a:lnTo>
                <a:lnTo>
                  <a:pt x="5981" y="30361"/>
                </a:lnTo>
                <a:lnTo>
                  <a:pt x="5493" y="31464"/>
                </a:lnTo>
                <a:lnTo>
                  <a:pt x="5026" y="32582"/>
                </a:lnTo>
                <a:lnTo>
                  <a:pt x="4579" y="33713"/>
                </a:lnTo>
                <a:lnTo>
                  <a:pt x="4153" y="34859"/>
                </a:lnTo>
                <a:lnTo>
                  <a:pt x="3748" y="36019"/>
                </a:lnTo>
                <a:lnTo>
                  <a:pt x="3364" y="37192"/>
                </a:lnTo>
                <a:lnTo>
                  <a:pt x="3001" y="38380"/>
                </a:lnTo>
                <a:lnTo>
                  <a:pt x="2658" y="39582"/>
                </a:lnTo>
                <a:lnTo>
                  <a:pt x="2336" y="40798"/>
                </a:lnTo>
                <a:lnTo>
                  <a:pt x="2035" y="42028"/>
                </a:lnTo>
                <a:lnTo>
                  <a:pt x="1755" y="43271"/>
                </a:lnTo>
                <a:lnTo>
                  <a:pt x="1495" y="44529"/>
                </a:lnTo>
                <a:lnTo>
                  <a:pt x="1256" y="45802"/>
                </a:lnTo>
                <a:lnTo>
                  <a:pt x="1038" y="47088"/>
                </a:lnTo>
                <a:lnTo>
                  <a:pt x="841" y="48388"/>
                </a:lnTo>
                <a:lnTo>
                  <a:pt x="665" y="49702"/>
                </a:lnTo>
                <a:lnTo>
                  <a:pt x="509" y="51030"/>
                </a:lnTo>
                <a:lnTo>
                  <a:pt x="374" y="52373"/>
                </a:lnTo>
                <a:lnTo>
                  <a:pt x="260" y="53729"/>
                </a:lnTo>
                <a:lnTo>
                  <a:pt x="166" y="55100"/>
                </a:lnTo>
                <a:lnTo>
                  <a:pt x="93" y="56484"/>
                </a:lnTo>
                <a:lnTo>
                  <a:pt x="42" y="57883"/>
                </a:lnTo>
                <a:lnTo>
                  <a:pt x="10" y="59295"/>
                </a:lnTo>
                <a:lnTo>
                  <a:pt x="0" y="60722"/>
                </a:lnTo>
                <a:lnTo>
                  <a:pt x="10" y="62149"/>
                </a:lnTo>
                <a:lnTo>
                  <a:pt x="42" y="63561"/>
                </a:lnTo>
                <a:lnTo>
                  <a:pt x="93" y="64959"/>
                </a:lnTo>
                <a:lnTo>
                  <a:pt x="166" y="66342"/>
                </a:lnTo>
                <a:lnTo>
                  <a:pt x="260" y="67711"/>
                </a:lnTo>
                <a:lnTo>
                  <a:pt x="374" y="69066"/>
                </a:lnTo>
                <a:lnTo>
                  <a:pt x="509" y="70406"/>
                </a:lnTo>
                <a:lnTo>
                  <a:pt x="665" y="71733"/>
                </a:lnTo>
                <a:lnTo>
                  <a:pt x="841" y="73044"/>
                </a:lnTo>
                <a:lnTo>
                  <a:pt x="1038" y="74342"/>
                </a:lnTo>
                <a:lnTo>
                  <a:pt x="1256" y="75625"/>
                </a:lnTo>
                <a:lnTo>
                  <a:pt x="1495" y="76893"/>
                </a:lnTo>
                <a:lnTo>
                  <a:pt x="1755" y="78148"/>
                </a:lnTo>
                <a:lnTo>
                  <a:pt x="2035" y="79388"/>
                </a:lnTo>
                <a:lnTo>
                  <a:pt x="2336" y="80614"/>
                </a:lnTo>
                <a:lnTo>
                  <a:pt x="2658" y="81825"/>
                </a:lnTo>
                <a:lnTo>
                  <a:pt x="3001" y="83022"/>
                </a:lnTo>
                <a:lnTo>
                  <a:pt x="3364" y="84204"/>
                </a:lnTo>
                <a:lnTo>
                  <a:pt x="3748" y="85373"/>
                </a:lnTo>
                <a:lnTo>
                  <a:pt x="4153" y="86527"/>
                </a:lnTo>
                <a:lnTo>
                  <a:pt x="4579" y="87666"/>
                </a:lnTo>
                <a:lnTo>
                  <a:pt x="5026" y="88791"/>
                </a:lnTo>
                <a:lnTo>
                  <a:pt x="5493" y="89902"/>
                </a:lnTo>
                <a:lnTo>
                  <a:pt x="5981" y="90999"/>
                </a:lnTo>
                <a:lnTo>
                  <a:pt x="6489" y="92078"/>
                </a:lnTo>
                <a:lnTo>
                  <a:pt x="7017" y="93138"/>
                </a:lnTo>
                <a:lnTo>
                  <a:pt x="7565" y="94178"/>
                </a:lnTo>
                <a:lnTo>
                  <a:pt x="8132" y="95199"/>
                </a:lnTo>
                <a:lnTo>
                  <a:pt x="8720" y="96200"/>
                </a:lnTo>
                <a:lnTo>
                  <a:pt x="9327" y="97182"/>
                </a:lnTo>
                <a:lnTo>
                  <a:pt x="9953" y="98143"/>
                </a:lnTo>
                <a:lnTo>
                  <a:pt x="10600" y="99086"/>
                </a:lnTo>
                <a:lnTo>
                  <a:pt x="11266" y="100008"/>
                </a:lnTo>
                <a:lnTo>
                  <a:pt x="11952" y="100911"/>
                </a:lnTo>
                <a:lnTo>
                  <a:pt x="12658" y="101794"/>
                </a:lnTo>
                <a:lnTo>
                  <a:pt x="13383" y="102658"/>
                </a:lnTo>
                <a:lnTo>
                  <a:pt x="14128" y="103502"/>
                </a:lnTo>
                <a:lnTo>
                  <a:pt x="14893" y="104327"/>
                </a:lnTo>
                <a:lnTo>
                  <a:pt x="15678" y="105132"/>
                </a:lnTo>
                <a:lnTo>
                  <a:pt x="16482" y="105917"/>
                </a:lnTo>
                <a:lnTo>
                  <a:pt x="17307" y="106682"/>
                </a:lnTo>
                <a:lnTo>
                  <a:pt x="18151" y="107428"/>
                </a:lnTo>
                <a:lnTo>
                  <a:pt x="19014" y="108155"/>
                </a:lnTo>
                <a:lnTo>
                  <a:pt x="19898" y="108862"/>
                </a:lnTo>
                <a:lnTo>
                  <a:pt x="20801" y="109549"/>
                </a:lnTo>
                <a:lnTo>
                  <a:pt x="21724" y="110216"/>
                </a:lnTo>
                <a:lnTo>
                  <a:pt x="22666" y="110864"/>
                </a:lnTo>
                <a:lnTo>
                  <a:pt x="23629" y="111492"/>
                </a:lnTo>
                <a:lnTo>
                  <a:pt x="24610" y="112098"/>
                </a:lnTo>
                <a:lnTo>
                  <a:pt x="25610" y="112678"/>
                </a:lnTo>
                <a:lnTo>
                  <a:pt x="26629" y="113232"/>
                </a:lnTo>
                <a:lnTo>
                  <a:pt x="27666" y="113760"/>
                </a:lnTo>
                <a:lnTo>
                  <a:pt x="28722" y="114263"/>
                </a:lnTo>
                <a:lnTo>
                  <a:pt x="29796" y="114739"/>
                </a:lnTo>
                <a:lnTo>
                  <a:pt x="30889" y="115190"/>
                </a:lnTo>
                <a:lnTo>
                  <a:pt x="32001" y="115616"/>
                </a:lnTo>
                <a:lnTo>
                  <a:pt x="33131" y="116015"/>
                </a:lnTo>
                <a:lnTo>
                  <a:pt x="34280" y="116389"/>
                </a:lnTo>
                <a:lnTo>
                  <a:pt x="35447" y="116736"/>
                </a:lnTo>
                <a:lnTo>
                  <a:pt x="36633" y="117059"/>
                </a:lnTo>
                <a:lnTo>
                  <a:pt x="37837" y="117355"/>
                </a:lnTo>
                <a:lnTo>
                  <a:pt x="39060" y="117626"/>
                </a:lnTo>
                <a:lnTo>
                  <a:pt x="40302" y="117870"/>
                </a:lnTo>
                <a:lnTo>
                  <a:pt x="41562" y="118089"/>
                </a:lnTo>
                <a:lnTo>
                  <a:pt x="42841" y="118283"/>
                </a:lnTo>
                <a:lnTo>
                  <a:pt x="44138" y="118450"/>
                </a:lnTo>
                <a:lnTo>
                  <a:pt x="45454" y="118592"/>
                </a:lnTo>
                <a:lnTo>
                  <a:pt x="46788" y="118708"/>
                </a:lnTo>
                <a:lnTo>
                  <a:pt x="48141" y="118798"/>
                </a:lnTo>
                <a:lnTo>
                  <a:pt x="49513" y="118862"/>
                </a:lnTo>
                <a:lnTo>
                  <a:pt x="50903" y="118901"/>
                </a:lnTo>
                <a:lnTo>
                  <a:pt x="52312" y="118914"/>
                </a:lnTo>
                <a:lnTo>
                  <a:pt x="53332" y="118906"/>
                </a:lnTo>
                <a:lnTo>
                  <a:pt x="54345" y="118884"/>
                </a:lnTo>
                <a:lnTo>
                  <a:pt x="55349" y="118845"/>
                </a:lnTo>
                <a:lnTo>
                  <a:pt x="56344" y="118792"/>
                </a:lnTo>
                <a:close/>
                <a:moveTo>
                  <a:pt x="256673" y="43249"/>
                </a:moveTo>
                <a:lnTo>
                  <a:pt x="256300" y="42432"/>
                </a:lnTo>
                <a:lnTo>
                  <a:pt x="255906" y="41638"/>
                </a:lnTo>
                <a:lnTo>
                  <a:pt x="255493" y="40866"/>
                </a:lnTo>
                <a:lnTo>
                  <a:pt x="255059" y="40116"/>
                </a:lnTo>
                <a:lnTo>
                  <a:pt x="254605" y="39389"/>
                </a:lnTo>
                <a:lnTo>
                  <a:pt x="254130" y="38684"/>
                </a:lnTo>
                <a:lnTo>
                  <a:pt x="253633" y="38005"/>
                </a:lnTo>
                <a:lnTo>
                  <a:pt x="253108" y="37355"/>
                </a:lnTo>
                <a:lnTo>
                  <a:pt x="252557" y="36733"/>
                </a:lnTo>
                <a:lnTo>
                  <a:pt x="251980" y="36141"/>
                </a:lnTo>
                <a:lnTo>
                  <a:pt x="251376" y="35577"/>
                </a:lnTo>
                <a:lnTo>
                  <a:pt x="250745" y="35043"/>
                </a:lnTo>
                <a:lnTo>
                  <a:pt x="250088" y="34537"/>
                </a:lnTo>
                <a:lnTo>
                  <a:pt x="249404" y="34060"/>
                </a:lnTo>
                <a:lnTo>
                  <a:pt x="248693" y="33612"/>
                </a:lnTo>
                <a:lnTo>
                  <a:pt x="247956" y="33193"/>
                </a:lnTo>
                <a:lnTo>
                  <a:pt x="247192" y="32803"/>
                </a:lnTo>
                <a:lnTo>
                  <a:pt x="246402" y="32442"/>
                </a:lnTo>
                <a:lnTo>
                  <a:pt x="245584" y="32109"/>
                </a:lnTo>
                <a:lnTo>
                  <a:pt x="244741" y="31806"/>
                </a:lnTo>
                <a:lnTo>
                  <a:pt x="243870" y="31531"/>
                </a:lnTo>
                <a:lnTo>
                  <a:pt x="242974" y="31286"/>
                </a:lnTo>
                <a:lnTo>
                  <a:pt x="242050" y="31069"/>
                </a:lnTo>
                <a:lnTo>
                  <a:pt x="241100" y="30881"/>
                </a:lnTo>
                <a:lnTo>
                  <a:pt x="240123" y="30722"/>
                </a:lnTo>
                <a:lnTo>
                  <a:pt x="239120" y="30592"/>
                </a:lnTo>
                <a:lnTo>
                  <a:pt x="238090" y="30491"/>
                </a:lnTo>
                <a:lnTo>
                  <a:pt x="237033" y="30419"/>
                </a:lnTo>
                <a:lnTo>
                  <a:pt x="235950" y="30375"/>
                </a:lnTo>
                <a:lnTo>
                  <a:pt x="234840" y="30361"/>
                </a:lnTo>
                <a:lnTo>
                  <a:pt x="234038" y="30368"/>
                </a:lnTo>
                <a:lnTo>
                  <a:pt x="233248" y="30391"/>
                </a:lnTo>
                <a:lnTo>
                  <a:pt x="232468" y="30428"/>
                </a:lnTo>
                <a:lnTo>
                  <a:pt x="231700" y="30479"/>
                </a:lnTo>
                <a:lnTo>
                  <a:pt x="230942" y="30546"/>
                </a:lnTo>
                <a:lnTo>
                  <a:pt x="230196" y="30627"/>
                </a:lnTo>
                <a:lnTo>
                  <a:pt x="229461" y="30723"/>
                </a:lnTo>
                <a:lnTo>
                  <a:pt x="228737" y="30834"/>
                </a:lnTo>
                <a:lnTo>
                  <a:pt x="228025" y="30960"/>
                </a:lnTo>
                <a:lnTo>
                  <a:pt x="227323" y="31100"/>
                </a:lnTo>
                <a:lnTo>
                  <a:pt x="226632" y="31256"/>
                </a:lnTo>
                <a:lnTo>
                  <a:pt x="225953" y="31426"/>
                </a:lnTo>
                <a:lnTo>
                  <a:pt x="225284" y="31611"/>
                </a:lnTo>
                <a:lnTo>
                  <a:pt x="224627" y="31810"/>
                </a:lnTo>
                <a:lnTo>
                  <a:pt x="223981" y="32025"/>
                </a:lnTo>
                <a:lnTo>
                  <a:pt x="223346" y="32254"/>
                </a:lnTo>
                <a:lnTo>
                  <a:pt x="222722" y="32498"/>
                </a:lnTo>
                <a:lnTo>
                  <a:pt x="222109" y="32757"/>
                </a:lnTo>
                <a:lnTo>
                  <a:pt x="221508" y="33030"/>
                </a:lnTo>
                <a:lnTo>
                  <a:pt x="220917" y="33319"/>
                </a:lnTo>
                <a:lnTo>
                  <a:pt x="220338" y="33622"/>
                </a:lnTo>
                <a:lnTo>
                  <a:pt x="219770" y="33940"/>
                </a:lnTo>
                <a:lnTo>
                  <a:pt x="219212" y="34272"/>
                </a:lnTo>
                <a:lnTo>
                  <a:pt x="218666" y="34620"/>
                </a:lnTo>
                <a:lnTo>
                  <a:pt x="218131" y="34976"/>
                </a:lnTo>
                <a:lnTo>
                  <a:pt x="217606" y="35334"/>
                </a:lnTo>
                <a:lnTo>
                  <a:pt x="217091" y="35695"/>
                </a:lnTo>
                <a:lnTo>
                  <a:pt x="216586" y="36057"/>
                </a:lnTo>
                <a:lnTo>
                  <a:pt x="216092" y="36422"/>
                </a:lnTo>
                <a:lnTo>
                  <a:pt x="215607" y="36789"/>
                </a:lnTo>
                <a:lnTo>
                  <a:pt x="215133" y="37158"/>
                </a:lnTo>
                <a:lnTo>
                  <a:pt x="214670" y="37530"/>
                </a:lnTo>
                <a:lnTo>
                  <a:pt x="214216" y="37903"/>
                </a:lnTo>
                <a:lnTo>
                  <a:pt x="213773" y="38279"/>
                </a:lnTo>
                <a:lnTo>
                  <a:pt x="213340" y="38657"/>
                </a:lnTo>
                <a:lnTo>
                  <a:pt x="212917" y="39037"/>
                </a:lnTo>
                <a:lnTo>
                  <a:pt x="212505" y="39419"/>
                </a:lnTo>
                <a:lnTo>
                  <a:pt x="212102" y="39804"/>
                </a:lnTo>
                <a:lnTo>
                  <a:pt x="211710" y="40191"/>
                </a:lnTo>
                <a:lnTo>
                  <a:pt x="211328" y="40580"/>
                </a:lnTo>
                <a:lnTo>
                  <a:pt x="210957" y="40971"/>
                </a:lnTo>
                <a:lnTo>
                  <a:pt x="210595" y="41364"/>
                </a:lnTo>
                <a:lnTo>
                  <a:pt x="210244" y="41760"/>
                </a:lnTo>
                <a:lnTo>
                  <a:pt x="209903" y="42158"/>
                </a:lnTo>
                <a:lnTo>
                  <a:pt x="209573" y="42557"/>
                </a:lnTo>
                <a:lnTo>
                  <a:pt x="209252" y="42960"/>
                </a:lnTo>
                <a:lnTo>
                  <a:pt x="208942" y="43364"/>
                </a:lnTo>
                <a:lnTo>
                  <a:pt x="208642" y="43770"/>
                </a:lnTo>
                <a:lnTo>
                  <a:pt x="208305" y="31879"/>
                </a:lnTo>
                <a:lnTo>
                  <a:pt x="194659" y="31879"/>
                </a:lnTo>
                <a:lnTo>
                  <a:pt x="194659" y="117396"/>
                </a:lnTo>
                <a:lnTo>
                  <a:pt x="208726" y="117396"/>
                </a:lnTo>
                <a:lnTo>
                  <a:pt x="208726" y="55823"/>
                </a:lnTo>
                <a:lnTo>
                  <a:pt x="209025" y="55407"/>
                </a:lnTo>
                <a:lnTo>
                  <a:pt x="209331" y="54994"/>
                </a:lnTo>
                <a:lnTo>
                  <a:pt x="209644" y="54583"/>
                </a:lnTo>
                <a:lnTo>
                  <a:pt x="209965" y="54175"/>
                </a:lnTo>
                <a:lnTo>
                  <a:pt x="210294" y="53769"/>
                </a:lnTo>
                <a:lnTo>
                  <a:pt x="210629" y="53365"/>
                </a:lnTo>
                <a:lnTo>
                  <a:pt x="210973" y="52963"/>
                </a:lnTo>
                <a:lnTo>
                  <a:pt x="211324" y="52564"/>
                </a:lnTo>
                <a:lnTo>
                  <a:pt x="211682" y="52167"/>
                </a:lnTo>
                <a:lnTo>
                  <a:pt x="212047" y="51773"/>
                </a:lnTo>
                <a:lnTo>
                  <a:pt x="212421" y="51381"/>
                </a:lnTo>
                <a:lnTo>
                  <a:pt x="212801" y="50991"/>
                </a:lnTo>
                <a:lnTo>
                  <a:pt x="213189" y="50604"/>
                </a:lnTo>
                <a:lnTo>
                  <a:pt x="213585" y="50219"/>
                </a:lnTo>
                <a:lnTo>
                  <a:pt x="213988" y="49836"/>
                </a:lnTo>
                <a:lnTo>
                  <a:pt x="214398" y="49455"/>
                </a:lnTo>
                <a:lnTo>
                  <a:pt x="214816" y="49077"/>
                </a:lnTo>
                <a:lnTo>
                  <a:pt x="215241" y="48701"/>
                </a:lnTo>
                <a:lnTo>
                  <a:pt x="215674" y="48328"/>
                </a:lnTo>
                <a:lnTo>
                  <a:pt x="216115" y="47957"/>
                </a:lnTo>
                <a:lnTo>
                  <a:pt x="216562" y="47588"/>
                </a:lnTo>
                <a:lnTo>
                  <a:pt x="217018" y="47221"/>
                </a:lnTo>
                <a:lnTo>
                  <a:pt x="217480" y="46857"/>
                </a:lnTo>
                <a:lnTo>
                  <a:pt x="217950" y="46496"/>
                </a:lnTo>
                <a:lnTo>
                  <a:pt x="218428" y="46142"/>
                </a:lnTo>
                <a:lnTo>
                  <a:pt x="218915" y="45804"/>
                </a:lnTo>
                <a:lnTo>
                  <a:pt x="219409" y="45481"/>
                </a:lnTo>
                <a:lnTo>
                  <a:pt x="219912" y="45173"/>
                </a:lnTo>
                <a:lnTo>
                  <a:pt x="220424" y="44880"/>
                </a:lnTo>
                <a:lnTo>
                  <a:pt x="220943" y="44602"/>
                </a:lnTo>
                <a:lnTo>
                  <a:pt x="221471" y="44339"/>
                </a:lnTo>
                <a:lnTo>
                  <a:pt x="222008" y="44091"/>
                </a:lnTo>
                <a:lnTo>
                  <a:pt x="222552" y="43859"/>
                </a:lnTo>
                <a:lnTo>
                  <a:pt x="223105" y="43641"/>
                </a:lnTo>
                <a:lnTo>
                  <a:pt x="223667" y="43438"/>
                </a:lnTo>
                <a:lnTo>
                  <a:pt x="224236" y="43250"/>
                </a:lnTo>
                <a:lnTo>
                  <a:pt x="224815" y="43077"/>
                </a:lnTo>
                <a:lnTo>
                  <a:pt x="225401" y="42919"/>
                </a:lnTo>
                <a:lnTo>
                  <a:pt x="225996" y="42777"/>
                </a:lnTo>
                <a:lnTo>
                  <a:pt x="226599" y="42649"/>
                </a:lnTo>
                <a:lnTo>
                  <a:pt x="227210" y="42536"/>
                </a:lnTo>
                <a:lnTo>
                  <a:pt x="227830" y="42439"/>
                </a:lnTo>
                <a:lnTo>
                  <a:pt x="228458" y="42356"/>
                </a:lnTo>
                <a:lnTo>
                  <a:pt x="229094" y="42288"/>
                </a:lnTo>
                <a:lnTo>
                  <a:pt x="229739" y="42236"/>
                </a:lnTo>
                <a:lnTo>
                  <a:pt x="230392" y="42198"/>
                </a:lnTo>
                <a:lnTo>
                  <a:pt x="231053" y="42176"/>
                </a:lnTo>
                <a:lnTo>
                  <a:pt x="231723" y="42168"/>
                </a:lnTo>
                <a:lnTo>
                  <a:pt x="232210" y="42173"/>
                </a:lnTo>
                <a:lnTo>
                  <a:pt x="232686" y="42187"/>
                </a:lnTo>
                <a:lnTo>
                  <a:pt x="233153" y="42211"/>
                </a:lnTo>
                <a:lnTo>
                  <a:pt x="233610" y="42244"/>
                </a:lnTo>
                <a:lnTo>
                  <a:pt x="234058" y="42286"/>
                </a:lnTo>
                <a:lnTo>
                  <a:pt x="234495" y="42338"/>
                </a:lnTo>
                <a:lnTo>
                  <a:pt x="234923" y="42400"/>
                </a:lnTo>
                <a:lnTo>
                  <a:pt x="235341" y="42471"/>
                </a:lnTo>
                <a:lnTo>
                  <a:pt x="235749" y="42551"/>
                </a:lnTo>
                <a:lnTo>
                  <a:pt x="236147" y="42641"/>
                </a:lnTo>
                <a:lnTo>
                  <a:pt x="236536" y="42740"/>
                </a:lnTo>
                <a:lnTo>
                  <a:pt x="236914" y="42849"/>
                </a:lnTo>
                <a:lnTo>
                  <a:pt x="237283" y="42967"/>
                </a:lnTo>
                <a:lnTo>
                  <a:pt x="237642" y="43094"/>
                </a:lnTo>
                <a:lnTo>
                  <a:pt x="237992" y="43232"/>
                </a:lnTo>
                <a:lnTo>
                  <a:pt x="238331" y="43378"/>
                </a:lnTo>
                <a:lnTo>
                  <a:pt x="238661" y="43534"/>
                </a:lnTo>
                <a:lnTo>
                  <a:pt x="238981" y="43699"/>
                </a:lnTo>
                <a:lnTo>
                  <a:pt x="239291" y="43874"/>
                </a:lnTo>
                <a:lnTo>
                  <a:pt x="239591" y="44059"/>
                </a:lnTo>
                <a:lnTo>
                  <a:pt x="239882" y="44252"/>
                </a:lnTo>
                <a:lnTo>
                  <a:pt x="240162" y="44456"/>
                </a:lnTo>
                <a:lnTo>
                  <a:pt x="240433" y="44668"/>
                </a:lnTo>
                <a:lnTo>
                  <a:pt x="240694" y="44891"/>
                </a:lnTo>
                <a:lnTo>
                  <a:pt x="240947" y="45121"/>
                </a:lnTo>
                <a:lnTo>
                  <a:pt x="241193" y="45358"/>
                </a:lnTo>
                <a:lnTo>
                  <a:pt x="241432" y="45603"/>
                </a:lnTo>
                <a:lnTo>
                  <a:pt x="241664" y="45856"/>
                </a:lnTo>
                <a:lnTo>
                  <a:pt x="241890" y="46115"/>
                </a:lnTo>
                <a:lnTo>
                  <a:pt x="242108" y="46382"/>
                </a:lnTo>
                <a:lnTo>
                  <a:pt x="242320" y="46656"/>
                </a:lnTo>
                <a:lnTo>
                  <a:pt x="242524" y="46937"/>
                </a:lnTo>
                <a:lnTo>
                  <a:pt x="242722" y="47226"/>
                </a:lnTo>
                <a:lnTo>
                  <a:pt x="242913" y="47522"/>
                </a:lnTo>
                <a:lnTo>
                  <a:pt x="243097" y="47825"/>
                </a:lnTo>
                <a:lnTo>
                  <a:pt x="243274" y="48136"/>
                </a:lnTo>
                <a:lnTo>
                  <a:pt x="243445" y="48453"/>
                </a:lnTo>
                <a:lnTo>
                  <a:pt x="243608" y="48778"/>
                </a:lnTo>
                <a:lnTo>
                  <a:pt x="243764" y="49111"/>
                </a:lnTo>
                <a:lnTo>
                  <a:pt x="243914" y="49451"/>
                </a:lnTo>
                <a:lnTo>
                  <a:pt x="244057" y="49798"/>
                </a:lnTo>
                <a:lnTo>
                  <a:pt x="244193" y="50152"/>
                </a:lnTo>
                <a:lnTo>
                  <a:pt x="244322" y="50513"/>
                </a:lnTo>
                <a:lnTo>
                  <a:pt x="244444" y="50882"/>
                </a:lnTo>
                <a:lnTo>
                  <a:pt x="244559" y="51258"/>
                </a:lnTo>
                <a:lnTo>
                  <a:pt x="244668" y="51642"/>
                </a:lnTo>
                <a:lnTo>
                  <a:pt x="244769" y="52033"/>
                </a:lnTo>
                <a:lnTo>
                  <a:pt x="244864" y="52431"/>
                </a:lnTo>
                <a:lnTo>
                  <a:pt x="244954" y="52835"/>
                </a:lnTo>
                <a:lnTo>
                  <a:pt x="245039" y="53243"/>
                </a:lnTo>
                <a:lnTo>
                  <a:pt x="245121" y="53656"/>
                </a:lnTo>
                <a:lnTo>
                  <a:pt x="245199" y="54074"/>
                </a:lnTo>
                <a:lnTo>
                  <a:pt x="245273" y="54496"/>
                </a:lnTo>
                <a:lnTo>
                  <a:pt x="245343" y="54923"/>
                </a:lnTo>
                <a:lnTo>
                  <a:pt x="245410" y="55355"/>
                </a:lnTo>
                <a:lnTo>
                  <a:pt x="245473" y="55792"/>
                </a:lnTo>
                <a:lnTo>
                  <a:pt x="245532" y="56233"/>
                </a:lnTo>
                <a:lnTo>
                  <a:pt x="245587" y="56678"/>
                </a:lnTo>
                <a:lnTo>
                  <a:pt x="245638" y="57129"/>
                </a:lnTo>
                <a:lnTo>
                  <a:pt x="245686" y="57584"/>
                </a:lnTo>
                <a:lnTo>
                  <a:pt x="245729" y="58044"/>
                </a:lnTo>
                <a:lnTo>
                  <a:pt x="245769" y="58508"/>
                </a:lnTo>
                <a:lnTo>
                  <a:pt x="245805" y="58977"/>
                </a:lnTo>
                <a:lnTo>
                  <a:pt x="245838" y="59451"/>
                </a:lnTo>
                <a:lnTo>
                  <a:pt x="245866" y="59929"/>
                </a:lnTo>
                <a:lnTo>
                  <a:pt x="245891" y="60412"/>
                </a:lnTo>
                <a:lnTo>
                  <a:pt x="245912" y="60900"/>
                </a:lnTo>
                <a:lnTo>
                  <a:pt x="245929" y="61392"/>
                </a:lnTo>
                <a:lnTo>
                  <a:pt x="245942" y="61889"/>
                </a:lnTo>
                <a:lnTo>
                  <a:pt x="245952" y="62390"/>
                </a:lnTo>
                <a:lnTo>
                  <a:pt x="245957" y="62897"/>
                </a:lnTo>
                <a:lnTo>
                  <a:pt x="245959" y="63408"/>
                </a:lnTo>
                <a:lnTo>
                  <a:pt x="245959" y="117396"/>
                </a:lnTo>
                <a:lnTo>
                  <a:pt x="259943" y="117396"/>
                </a:lnTo>
                <a:lnTo>
                  <a:pt x="259943" y="61792"/>
                </a:lnTo>
                <a:lnTo>
                  <a:pt x="259933" y="60571"/>
                </a:lnTo>
                <a:lnTo>
                  <a:pt x="259902" y="59373"/>
                </a:lnTo>
                <a:lnTo>
                  <a:pt x="259852" y="58197"/>
                </a:lnTo>
                <a:lnTo>
                  <a:pt x="259781" y="57043"/>
                </a:lnTo>
                <a:lnTo>
                  <a:pt x="259690" y="55912"/>
                </a:lnTo>
                <a:lnTo>
                  <a:pt x="259590" y="54910"/>
                </a:lnTo>
                <a:lnTo>
                  <a:pt x="259606" y="54987"/>
                </a:lnTo>
                <a:lnTo>
                  <a:pt x="259898" y="54595"/>
                </a:lnTo>
                <a:lnTo>
                  <a:pt x="260198" y="54205"/>
                </a:lnTo>
                <a:lnTo>
                  <a:pt x="260506" y="53817"/>
                </a:lnTo>
                <a:lnTo>
                  <a:pt x="260823" y="53432"/>
                </a:lnTo>
                <a:lnTo>
                  <a:pt x="261147" y="53049"/>
                </a:lnTo>
                <a:lnTo>
                  <a:pt x="261480" y="52668"/>
                </a:lnTo>
                <a:lnTo>
                  <a:pt x="261821" y="52290"/>
                </a:lnTo>
                <a:lnTo>
                  <a:pt x="262170" y="51914"/>
                </a:lnTo>
                <a:lnTo>
                  <a:pt x="262528" y="51540"/>
                </a:lnTo>
                <a:lnTo>
                  <a:pt x="262893" y="51169"/>
                </a:lnTo>
                <a:lnTo>
                  <a:pt x="263267" y="50800"/>
                </a:lnTo>
                <a:lnTo>
                  <a:pt x="263649" y="50433"/>
                </a:lnTo>
                <a:lnTo>
                  <a:pt x="264039" y="50069"/>
                </a:lnTo>
                <a:lnTo>
                  <a:pt x="264438" y="49707"/>
                </a:lnTo>
                <a:lnTo>
                  <a:pt x="264844" y="49347"/>
                </a:lnTo>
                <a:lnTo>
                  <a:pt x="265259" y="48990"/>
                </a:lnTo>
                <a:lnTo>
                  <a:pt x="265682" y="48635"/>
                </a:lnTo>
                <a:lnTo>
                  <a:pt x="266113" y="48282"/>
                </a:lnTo>
                <a:lnTo>
                  <a:pt x="266552" y="47932"/>
                </a:lnTo>
                <a:lnTo>
                  <a:pt x="267000" y="47584"/>
                </a:lnTo>
                <a:lnTo>
                  <a:pt x="267456" y="47239"/>
                </a:lnTo>
                <a:lnTo>
                  <a:pt x="267920" y="46896"/>
                </a:lnTo>
                <a:lnTo>
                  <a:pt x="268392" y="46555"/>
                </a:lnTo>
                <a:lnTo>
                  <a:pt x="268872" y="46216"/>
                </a:lnTo>
                <a:lnTo>
                  <a:pt x="269360" y="45886"/>
                </a:lnTo>
                <a:lnTo>
                  <a:pt x="269856" y="45570"/>
                </a:lnTo>
                <a:lnTo>
                  <a:pt x="270361" y="45267"/>
                </a:lnTo>
                <a:lnTo>
                  <a:pt x="270873" y="44979"/>
                </a:lnTo>
                <a:lnTo>
                  <a:pt x="271392" y="44705"/>
                </a:lnTo>
                <a:lnTo>
                  <a:pt x="271920" y="44445"/>
                </a:lnTo>
                <a:lnTo>
                  <a:pt x="272456" y="44199"/>
                </a:lnTo>
                <a:lnTo>
                  <a:pt x="273000" y="43967"/>
                </a:lnTo>
                <a:lnTo>
                  <a:pt x="273551" y="43749"/>
                </a:lnTo>
                <a:lnTo>
                  <a:pt x="274110" y="43546"/>
                </a:lnTo>
                <a:lnTo>
                  <a:pt x="274678" y="43356"/>
                </a:lnTo>
                <a:lnTo>
                  <a:pt x="275253" y="43180"/>
                </a:lnTo>
                <a:lnTo>
                  <a:pt x="275836" y="43018"/>
                </a:lnTo>
                <a:lnTo>
                  <a:pt x="276427" y="42871"/>
                </a:lnTo>
                <a:lnTo>
                  <a:pt x="277026" y="42737"/>
                </a:lnTo>
                <a:lnTo>
                  <a:pt x="277633" y="42618"/>
                </a:lnTo>
                <a:lnTo>
                  <a:pt x="278247" y="42512"/>
                </a:lnTo>
                <a:lnTo>
                  <a:pt x="278870" y="42421"/>
                </a:lnTo>
                <a:lnTo>
                  <a:pt x="279500" y="42344"/>
                </a:lnTo>
                <a:lnTo>
                  <a:pt x="280139" y="42281"/>
                </a:lnTo>
                <a:lnTo>
                  <a:pt x="280785" y="42231"/>
                </a:lnTo>
                <a:lnTo>
                  <a:pt x="281439" y="42196"/>
                </a:lnTo>
                <a:lnTo>
                  <a:pt x="282101" y="42175"/>
                </a:lnTo>
                <a:lnTo>
                  <a:pt x="282771" y="42168"/>
                </a:lnTo>
                <a:lnTo>
                  <a:pt x="283251" y="42173"/>
                </a:lnTo>
                <a:lnTo>
                  <a:pt x="283721" y="42187"/>
                </a:lnTo>
                <a:lnTo>
                  <a:pt x="284181" y="42211"/>
                </a:lnTo>
                <a:lnTo>
                  <a:pt x="284631" y="42244"/>
                </a:lnTo>
                <a:lnTo>
                  <a:pt x="285072" y="42286"/>
                </a:lnTo>
                <a:lnTo>
                  <a:pt x="285504" y="42338"/>
                </a:lnTo>
                <a:lnTo>
                  <a:pt x="285925" y="42400"/>
                </a:lnTo>
                <a:lnTo>
                  <a:pt x="286337" y="42471"/>
                </a:lnTo>
                <a:lnTo>
                  <a:pt x="286740" y="42551"/>
                </a:lnTo>
                <a:lnTo>
                  <a:pt x="287132" y="42641"/>
                </a:lnTo>
                <a:lnTo>
                  <a:pt x="287515" y="42740"/>
                </a:lnTo>
                <a:lnTo>
                  <a:pt x="287889" y="42849"/>
                </a:lnTo>
                <a:lnTo>
                  <a:pt x="288252" y="42967"/>
                </a:lnTo>
                <a:lnTo>
                  <a:pt x="288606" y="43094"/>
                </a:lnTo>
                <a:lnTo>
                  <a:pt x="288951" y="43232"/>
                </a:lnTo>
                <a:lnTo>
                  <a:pt x="289286" y="43378"/>
                </a:lnTo>
                <a:lnTo>
                  <a:pt x="289611" y="43534"/>
                </a:lnTo>
                <a:lnTo>
                  <a:pt x="289926" y="43699"/>
                </a:lnTo>
                <a:lnTo>
                  <a:pt x="290232" y="43874"/>
                </a:lnTo>
                <a:lnTo>
                  <a:pt x="290528" y="44059"/>
                </a:lnTo>
                <a:lnTo>
                  <a:pt x="290815" y="44252"/>
                </a:lnTo>
                <a:lnTo>
                  <a:pt x="291091" y="44456"/>
                </a:lnTo>
                <a:lnTo>
                  <a:pt x="291359" y="44668"/>
                </a:lnTo>
                <a:lnTo>
                  <a:pt x="291616" y="44891"/>
                </a:lnTo>
                <a:lnTo>
                  <a:pt x="291866" y="45121"/>
                </a:lnTo>
                <a:lnTo>
                  <a:pt x="292108" y="45358"/>
                </a:lnTo>
                <a:lnTo>
                  <a:pt x="292345" y="45603"/>
                </a:lnTo>
                <a:lnTo>
                  <a:pt x="292574" y="45856"/>
                </a:lnTo>
                <a:lnTo>
                  <a:pt x="292797" y="46115"/>
                </a:lnTo>
                <a:lnTo>
                  <a:pt x="293014" y="46382"/>
                </a:lnTo>
                <a:lnTo>
                  <a:pt x="293224" y="46656"/>
                </a:lnTo>
                <a:lnTo>
                  <a:pt x="293427" y="46937"/>
                </a:lnTo>
                <a:lnTo>
                  <a:pt x="293624" y="47226"/>
                </a:lnTo>
                <a:lnTo>
                  <a:pt x="293814" y="47522"/>
                </a:lnTo>
                <a:lnTo>
                  <a:pt x="293998" y="47825"/>
                </a:lnTo>
                <a:lnTo>
                  <a:pt x="294175" y="48136"/>
                </a:lnTo>
                <a:lnTo>
                  <a:pt x="294345" y="48453"/>
                </a:lnTo>
                <a:lnTo>
                  <a:pt x="294509" y="48778"/>
                </a:lnTo>
                <a:lnTo>
                  <a:pt x="294666" y="49111"/>
                </a:lnTo>
                <a:lnTo>
                  <a:pt x="294817" y="49451"/>
                </a:lnTo>
                <a:lnTo>
                  <a:pt x="294961" y="49798"/>
                </a:lnTo>
                <a:lnTo>
                  <a:pt x="295099" y="50152"/>
                </a:lnTo>
                <a:lnTo>
                  <a:pt x="295230" y="50513"/>
                </a:lnTo>
                <a:lnTo>
                  <a:pt x="295354" y="50882"/>
                </a:lnTo>
                <a:lnTo>
                  <a:pt x="295472" y="51258"/>
                </a:lnTo>
                <a:lnTo>
                  <a:pt x="295583" y="51642"/>
                </a:lnTo>
                <a:lnTo>
                  <a:pt x="295688" y="52033"/>
                </a:lnTo>
                <a:lnTo>
                  <a:pt x="295786" y="52431"/>
                </a:lnTo>
                <a:lnTo>
                  <a:pt x="295879" y="52835"/>
                </a:lnTo>
                <a:lnTo>
                  <a:pt x="295967" y="53243"/>
                </a:lnTo>
                <a:lnTo>
                  <a:pt x="296052" y="53656"/>
                </a:lnTo>
                <a:lnTo>
                  <a:pt x="296133" y="54074"/>
                </a:lnTo>
                <a:lnTo>
                  <a:pt x="296210" y="54496"/>
                </a:lnTo>
                <a:lnTo>
                  <a:pt x="296283" y="54923"/>
                </a:lnTo>
                <a:lnTo>
                  <a:pt x="296352" y="55355"/>
                </a:lnTo>
                <a:lnTo>
                  <a:pt x="296418" y="55792"/>
                </a:lnTo>
                <a:lnTo>
                  <a:pt x="296479" y="56233"/>
                </a:lnTo>
                <a:lnTo>
                  <a:pt x="296536" y="56678"/>
                </a:lnTo>
                <a:lnTo>
                  <a:pt x="296589" y="57129"/>
                </a:lnTo>
                <a:lnTo>
                  <a:pt x="296639" y="57584"/>
                </a:lnTo>
                <a:lnTo>
                  <a:pt x="296684" y="58044"/>
                </a:lnTo>
                <a:lnTo>
                  <a:pt x="296726" y="58508"/>
                </a:lnTo>
                <a:lnTo>
                  <a:pt x="296763" y="58977"/>
                </a:lnTo>
                <a:lnTo>
                  <a:pt x="296797" y="59451"/>
                </a:lnTo>
                <a:lnTo>
                  <a:pt x="296826" y="59929"/>
                </a:lnTo>
                <a:lnTo>
                  <a:pt x="296852" y="60412"/>
                </a:lnTo>
                <a:lnTo>
                  <a:pt x="296874" y="60900"/>
                </a:lnTo>
                <a:lnTo>
                  <a:pt x="296891" y="61392"/>
                </a:lnTo>
                <a:lnTo>
                  <a:pt x="296905" y="61889"/>
                </a:lnTo>
                <a:lnTo>
                  <a:pt x="296915" y="62390"/>
                </a:lnTo>
                <a:lnTo>
                  <a:pt x="296921" y="62897"/>
                </a:lnTo>
                <a:lnTo>
                  <a:pt x="296923" y="63408"/>
                </a:lnTo>
                <a:lnTo>
                  <a:pt x="296923" y="117396"/>
                </a:lnTo>
                <a:lnTo>
                  <a:pt x="310991" y="117396"/>
                </a:lnTo>
                <a:lnTo>
                  <a:pt x="310991" y="61792"/>
                </a:lnTo>
                <a:lnTo>
                  <a:pt x="310980" y="60571"/>
                </a:lnTo>
                <a:lnTo>
                  <a:pt x="310950" y="59373"/>
                </a:lnTo>
                <a:lnTo>
                  <a:pt x="310899" y="58197"/>
                </a:lnTo>
                <a:lnTo>
                  <a:pt x="310827" y="57043"/>
                </a:lnTo>
                <a:lnTo>
                  <a:pt x="310735" y="55912"/>
                </a:lnTo>
                <a:lnTo>
                  <a:pt x="310622" y="54803"/>
                </a:lnTo>
                <a:lnTo>
                  <a:pt x="310489" y="53717"/>
                </a:lnTo>
                <a:lnTo>
                  <a:pt x="310336" y="52653"/>
                </a:lnTo>
                <a:lnTo>
                  <a:pt x="310162" y="51612"/>
                </a:lnTo>
                <a:lnTo>
                  <a:pt x="309967" y="50593"/>
                </a:lnTo>
                <a:lnTo>
                  <a:pt x="309752" y="49596"/>
                </a:lnTo>
                <a:lnTo>
                  <a:pt x="309517" y="48622"/>
                </a:lnTo>
                <a:lnTo>
                  <a:pt x="309261" y="47671"/>
                </a:lnTo>
                <a:lnTo>
                  <a:pt x="308984" y="46742"/>
                </a:lnTo>
                <a:lnTo>
                  <a:pt x="308687" y="45835"/>
                </a:lnTo>
                <a:lnTo>
                  <a:pt x="308370" y="44951"/>
                </a:lnTo>
                <a:lnTo>
                  <a:pt x="308032" y="44089"/>
                </a:lnTo>
                <a:lnTo>
                  <a:pt x="307674" y="43249"/>
                </a:lnTo>
                <a:lnTo>
                  <a:pt x="307295" y="42432"/>
                </a:lnTo>
                <a:lnTo>
                  <a:pt x="306896" y="41638"/>
                </a:lnTo>
                <a:lnTo>
                  <a:pt x="306476" y="40866"/>
                </a:lnTo>
                <a:lnTo>
                  <a:pt x="306036" y="40116"/>
                </a:lnTo>
                <a:lnTo>
                  <a:pt x="305575" y="39389"/>
                </a:lnTo>
                <a:lnTo>
                  <a:pt x="305094" y="38684"/>
                </a:lnTo>
                <a:lnTo>
                  <a:pt x="304590" y="38005"/>
                </a:lnTo>
                <a:lnTo>
                  <a:pt x="304060" y="37355"/>
                </a:lnTo>
                <a:lnTo>
                  <a:pt x="303505" y="36733"/>
                </a:lnTo>
                <a:lnTo>
                  <a:pt x="302925" y="36141"/>
                </a:lnTo>
                <a:lnTo>
                  <a:pt x="302319" y="35577"/>
                </a:lnTo>
                <a:lnTo>
                  <a:pt x="301688" y="35043"/>
                </a:lnTo>
                <a:lnTo>
                  <a:pt x="301031" y="34537"/>
                </a:lnTo>
                <a:lnTo>
                  <a:pt x="300349" y="34060"/>
                </a:lnTo>
                <a:lnTo>
                  <a:pt x="299641" y="33612"/>
                </a:lnTo>
                <a:lnTo>
                  <a:pt x="298908" y="33193"/>
                </a:lnTo>
                <a:lnTo>
                  <a:pt x="298149" y="32803"/>
                </a:lnTo>
                <a:lnTo>
                  <a:pt x="297365" y="32442"/>
                </a:lnTo>
                <a:lnTo>
                  <a:pt x="296556" y="32109"/>
                </a:lnTo>
                <a:lnTo>
                  <a:pt x="295721" y="31806"/>
                </a:lnTo>
                <a:lnTo>
                  <a:pt x="294861" y="31531"/>
                </a:lnTo>
                <a:lnTo>
                  <a:pt x="293975" y="31286"/>
                </a:lnTo>
                <a:lnTo>
                  <a:pt x="293063" y="31069"/>
                </a:lnTo>
                <a:lnTo>
                  <a:pt x="292127" y="30881"/>
                </a:lnTo>
                <a:lnTo>
                  <a:pt x="291165" y="30722"/>
                </a:lnTo>
                <a:lnTo>
                  <a:pt x="290177" y="30592"/>
                </a:lnTo>
                <a:lnTo>
                  <a:pt x="289164" y="30491"/>
                </a:lnTo>
                <a:lnTo>
                  <a:pt x="288125" y="30419"/>
                </a:lnTo>
                <a:lnTo>
                  <a:pt x="287062" y="30375"/>
                </a:lnTo>
                <a:lnTo>
                  <a:pt x="285972" y="30361"/>
                </a:lnTo>
                <a:lnTo>
                  <a:pt x="285156" y="30369"/>
                </a:lnTo>
                <a:lnTo>
                  <a:pt x="284349" y="30392"/>
                </a:lnTo>
                <a:lnTo>
                  <a:pt x="283553" y="30431"/>
                </a:lnTo>
                <a:lnTo>
                  <a:pt x="282766" y="30485"/>
                </a:lnTo>
                <a:lnTo>
                  <a:pt x="281990" y="30555"/>
                </a:lnTo>
                <a:lnTo>
                  <a:pt x="281223" y="30640"/>
                </a:lnTo>
                <a:lnTo>
                  <a:pt x="280467" y="30741"/>
                </a:lnTo>
                <a:lnTo>
                  <a:pt x="279720" y="30858"/>
                </a:lnTo>
                <a:lnTo>
                  <a:pt x="278983" y="30990"/>
                </a:lnTo>
                <a:lnTo>
                  <a:pt x="278256" y="31137"/>
                </a:lnTo>
                <a:lnTo>
                  <a:pt x="277539" y="31300"/>
                </a:lnTo>
                <a:lnTo>
                  <a:pt x="276832" y="31478"/>
                </a:lnTo>
                <a:lnTo>
                  <a:pt x="276135" y="31672"/>
                </a:lnTo>
                <a:lnTo>
                  <a:pt x="275448" y="31882"/>
                </a:lnTo>
                <a:lnTo>
                  <a:pt x="274771" y="32107"/>
                </a:lnTo>
                <a:lnTo>
                  <a:pt x="274104" y="32348"/>
                </a:lnTo>
                <a:lnTo>
                  <a:pt x="273447" y="32604"/>
                </a:lnTo>
                <a:lnTo>
                  <a:pt x="272799" y="32875"/>
                </a:lnTo>
                <a:lnTo>
                  <a:pt x="272162" y="33162"/>
                </a:lnTo>
                <a:lnTo>
                  <a:pt x="271535" y="33465"/>
                </a:lnTo>
                <a:lnTo>
                  <a:pt x="270917" y="33783"/>
                </a:lnTo>
                <a:lnTo>
                  <a:pt x="270310" y="34117"/>
                </a:lnTo>
                <a:lnTo>
                  <a:pt x="269712" y="34466"/>
                </a:lnTo>
                <a:lnTo>
                  <a:pt x="269125" y="34831"/>
                </a:lnTo>
                <a:lnTo>
                  <a:pt x="268546" y="35205"/>
                </a:lnTo>
                <a:lnTo>
                  <a:pt x="267976" y="35582"/>
                </a:lnTo>
                <a:lnTo>
                  <a:pt x="267414" y="35961"/>
                </a:lnTo>
                <a:lnTo>
                  <a:pt x="266860" y="36344"/>
                </a:lnTo>
                <a:lnTo>
                  <a:pt x="266314" y="36730"/>
                </a:lnTo>
                <a:lnTo>
                  <a:pt x="265776" y="37118"/>
                </a:lnTo>
                <a:lnTo>
                  <a:pt x="265247" y="37510"/>
                </a:lnTo>
                <a:lnTo>
                  <a:pt x="264726" y="37904"/>
                </a:lnTo>
                <a:lnTo>
                  <a:pt x="264213" y="38302"/>
                </a:lnTo>
                <a:lnTo>
                  <a:pt x="263708" y="38702"/>
                </a:lnTo>
                <a:lnTo>
                  <a:pt x="263211" y="39105"/>
                </a:lnTo>
                <a:lnTo>
                  <a:pt x="262723" y="39511"/>
                </a:lnTo>
                <a:lnTo>
                  <a:pt x="262242" y="39921"/>
                </a:lnTo>
                <a:lnTo>
                  <a:pt x="261770" y="40333"/>
                </a:lnTo>
                <a:lnTo>
                  <a:pt x="261306" y="40748"/>
                </a:lnTo>
                <a:lnTo>
                  <a:pt x="260851" y="41165"/>
                </a:lnTo>
                <a:lnTo>
                  <a:pt x="260403" y="41586"/>
                </a:lnTo>
                <a:lnTo>
                  <a:pt x="259964" y="42010"/>
                </a:lnTo>
                <a:lnTo>
                  <a:pt x="259533" y="42437"/>
                </a:lnTo>
                <a:lnTo>
                  <a:pt x="259110" y="42866"/>
                </a:lnTo>
                <a:lnTo>
                  <a:pt x="258695" y="43299"/>
                </a:lnTo>
                <a:lnTo>
                  <a:pt x="258288" y="43734"/>
                </a:lnTo>
                <a:lnTo>
                  <a:pt x="257890" y="44173"/>
                </a:lnTo>
                <a:lnTo>
                  <a:pt x="257500" y="44614"/>
                </a:lnTo>
                <a:lnTo>
                  <a:pt x="257876" y="46465"/>
                </a:lnTo>
                <a:lnTo>
                  <a:pt x="257672" y="45835"/>
                </a:lnTo>
                <a:lnTo>
                  <a:pt x="257359" y="44951"/>
                </a:lnTo>
                <a:lnTo>
                  <a:pt x="257026" y="44089"/>
                </a:lnTo>
                <a:lnTo>
                  <a:pt x="256673" y="43249"/>
                </a:lnTo>
                <a:close/>
                <a:moveTo>
                  <a:pt x="147355" y="118768"/>
                </a:moveTo>
                <a:lnTo>
                  <a:pt x="148285" y="118685"/>
                </a:lnTo>
                <a:lnTo>
                  <a:pt x="149204" y="118585"/>
                </a:lnTo>
                <a:lnTo>
                  <a:pt x="150111" y="118466"/>
                </a:lnTo>
                <a:lnTo>
                  <a:pt x="151006" y="118328"/>
                </a:lnTo>
                <a:lnTo>
                  <a:pt x="151889" y="118173"/>
                </a:lnTo>
                <a:lnTo>
                  <a:pt x="152761" y="117999"/>
                </a:lnTo>
                <a:lnTo>
                  <a:pt x="153620" y="117807"/>
                </a:lnTo>
                <a:lnTo>
                  <a:pt x="154469" y="117596"/>
                </a:lnTo>
                <a:lnTo>
                  <a:pt x="155305" y="117367"/>
                </a:lnTo>
                <a:lnTo>
                  <a:pt x="156130" y="117120"/>
                </a:lnTo>
                <a:lnTo>
                  <a:pt x="156943" y="116855"/>
                </a:lnTo>
                <a:lnTo>
                  <a:pt x="157745" y="116571"/>
                </a:lnTo>
                <a:lnTo>
                  <a:pt x="158534" y="116269"/>
                </a:lnTo>
                <a:lnTo>
                  <a:pt x="159312" y="115949"/>
                </a:lnTo>
                <a:lnTo>
                  <a:pt x="160079" y="115610"/>
                </a:lnTo>
                <a:lnTo>
                  <a:pt x="160833" y="115254"/>
                </a:lnTo>
                <a:lnTo>
                  <a:pt x="161576" y="114878"/>
                </a:lnTo>
                <a:lnTo>
                  <a:pt x="162307" y="114485"/>
                </a:lnTo>
                <a:lnTo>
                  <a:pt x="163027" y="114073"/>
                </a:lnTo>
                <a:lnTo>
                  <a:pt x="163735" y="113643"/>
                </a:lnTo>
                <a:lnTo>
                  <a:pt x="164430" y="113196"/>
                </a:lnTo>
                <a:lnTo>
                  <a:pt x="165111" y="112732"/>
                </a:lnTo>
                <a:lnTo>
                  <a:pt x="165779" y="112253"/>
                </a:lnTo>
                <a:lnTo>
                  <a:pt x="166433" y="111758"/>
                </a:lnTo>
                <a:lnTo>
                  <a:pt x="167073" y="111247"/>
                </a:lnTo>
                <a:lnTo>
                  <a:pt x="167699" y="110719"/>
                </a:lnTo>
                <a:lnTo>
                  <a:pt x="168312" y="110176"/>
                </a:lnTo>
                <a:lnTo>
                  <a:pt x="168911" y="109617"/>
                </a:lnTo>
                <a:lnTo>
                  <a:pt x="169496" y="109041"/>
                </a:lnTo>
                <a:lnTo>
                  <a:pt x="170067" y="108450"/>
                </a:lnTo>
                <a:lnTo>
                  <a:pt x="170625" y="107842"/>
                </a:lnTo>
                <a:lnTo>
                  <a:pt x="171169" y="107219"/>
                </a:lnTo>
                <a:lnTo>
                  <a:pt x="171699" y="106580"/>
                </a:lnTo>
                <a:lnTo>
                  <a:pt x="172215" y="105924"/>
                </a:lnTo>
                <a:lnTo>
                  <a:pt x="172718" y="105253"/>
                </a:lnTo>
                <a:lnTo>
                  <a:pt x="173207" y="104565"/>
                </a:lnTo>
                <a:lnTo>
                  <a:pt x="173682" y="103862"/>
                </a:lnTo>
                <a:lnTo>
                  <a:pt x="174143" y="103142"/>
                </a:lnTo>
                <a:lnTo>
                  <a:pt x="174591" y="102407"/>
                </a:lnTo>
                <a:lnTo>
                  <a:pt x="175025" y="101655"/>
                </a:lnTo>
                <a:lnTo>
                  <a:pt x="175445" y="100888"/>
                </a:lnTo>
                <a:lnTo>
                  <a:pt x="175852" y="100104"/>
                </a:lnTo>
                <a:lnTo>
                  <a:pt x="176244" y="99304"/>
                </a:lnTo>
                <a:lnTo>
                  <a:pt x="176623" y="98489"/>
                </a:lnTo>
                <a:lnTo>
                  <a:pt x="176987" y="97659"/>
                </a:lnTo>
                <a:lnTo>
                  <a:pt x="177336" y="96815"/>
                </a:lnTo>
                <a:lnTo>
                  <a:pt x="177670" y="95958"/>
                </a:lnTo>
                <a:lnTo>
                  <a:pt x="177987" y="95088"/>
                </a:lnTo>
                <a:lnTo>
                  <a:pt x="178290" y="94205"/>
                </a:lnTo>
                <a:lnTo>
                  <a:pt x="178576" y="93308"/>
                </a:lnTo>
                <a:lnTo>
                  <a:pt x="178848" y="92399"/>
                </a:lnTo>
                <a:lnTo>
                  <a:pt x="179103" y="91475"/>
                </a:lnTo>
                <a:lnTo>
                  <a:pt x="179344" y="90539"/>
                </a:lnTo>
                <a:lnTo>
                  <a:pt x="179569" y="89589"/>
                </a:lnTo>
                <a:lnTo>
                  <a:pt x="179778" y="88626"/>
                </a:lnTo>
                <a:lnTo>
                  <a:pt x="179972" y="87650"/>
                </a:lnTo>
                <a:lnTo>
                  <a:pt x="180150" y="86661"/>
                </a:lnTo>
                <a:lnTo>
                  <a:pt x="180313" y="85658"/>
                </a:lnTo>
                <a:lnTo>
                  <a:pt x="180460" y="84642"/>
                </a:lnTo>
                <a:lnTo>
                  <a:pt x="180592" y="83613"/>
                </a:lnTo>
                <a:lnTo>
                  <a:pt x="180708" y="82570"/>
                </a:lnTo>
                <a:lnTo>
                  <a:pt x="180809" y="81515"/>
                </a:lnTo>
                <a:lnTo>
                  <a:pt x="180894" y="80445"/>
                </a:lnTo>
                <a:lnTo>
                  <a:pt x="180964" y="79363"/>
                </a:lnTo>
                <a:lnTo>
                  <a:pt x="181018" y="78267"/>
                </a:lnTo>
                <a:lnTo>
                  <a:pt x="181057" y="77159"/>
                </a:lnTo>
                <a:lnTo>
                  <a:pt x="181080" y="76036"/>
                </a:lnTo>
                <a:lnTo>
                  <a:pt x="181088" y="74901"/>
                </a:lnTo>
                <a:lnTo>
                  <a:pt x="181080" y="73751"/>
                </a:lnTo>
                <a:lnTo>
                  <a:pt x="181057" y="72615"/>
                </a:lnTo>
                <a:lnTo>
                  <a:pt x="181018" y="71492"/>
                </a:lnTo>
                <a:lnTo>
                  <a:pt x="180964" y="70383"/>
                </a:lnTo>
                <a:lnTo>
                  <a:pt x="180894" y="69287"/>
                </a:lnTo>
                <a:lnTo>
                  <a:pt x="180809" y="68205"/>
                </a:lnTo>
                <a:lnTo>
                  <a:pt x="180708" y="67136"/>
                </a:lnTo>
                <a:lnTo>
                  <a:pt x="180592" y="66081"/>
                </a:lnTo>
                <a:lnTo>
                  <a:pt x="180460" y="65040"/>
                </a:lnTo>
                <a:lnTo>
                  <a:pt x="180313" y="64012"/>
                </a:lnTo>
                <a:lnTo>
                  <a:pt x="180150" y="62998"/>
                </a:lnTo>
                <a:lnTo>
                  <a:pt x="179972" y="61998"/>
                </a:lnTo>
                <a:lnTo>
                  <a:pt x="179778" y="61011"/>
                </a:lnTo>
                <a:lnTo>
                  <a:pt x="179569" y="60037"/>
                </a:lnTo>
                <a:lnTo>
                  <a:pt x="179344" y="59077"/>
                </a:lnTo>
                <a:lnTo>
                  <a:pt x="179103" y="58131"/>
                </a:lnTo>
                <a:lnTo>
                  <a:pt x="178848" y="57198"/>
                </a:lnTo>
                <a:lnTo>
                  <a:pt x="178576" y="56279"/>
                </a:lnTo>
                <a:lnTo>
                  <a:pt x="178290" y="55374"/>
                </a:lnTo>
                <a:lnTo>
                  <a:pt x="177987" y="54482"/>
                </a:lnTo>
                <a:lnTo>
                  <a:pt x="177670" y="53603"/>
                </a:lnTo>
                <a:lnTo>
                  <a:pt x="177336" y="52739"/>
                </a:lnTo>
                <a:lnTo>
                  <a:pt x="176987" y="51887"/>
                </a:lnTo>
                <a:lnTo>
                  <a:pt x="176623" y="51050"/>
                </a:lnTo>
                <a:lnTo>
                  <a:pt x="176244" y="50227"/>
                </a:lnTo>
                <a:lnTo>
                  <a:pt x="175852" y="49420"/>
                </a:lnTo>
                <a:lnTo>
                  <a:pt x="175445" y="48629"/>
                </a:lnTo>
                <a:lnTo>
                  <a:pt x="175025" y="47854"/>
                </a:lnTo>
                <a:lnTo>
                  <a:pt x="174591" y="47096"/>
                </a:lnTo>
                <a:lnTo>
                  <a:pt x="174143" y="46353"/>
                </a:lnTo>
                <a:lnTo>
                  <a:pt x="173682" y="45626"/>
                </a:lnTo>
                <a:lnTo>
                  <a:pt x="173207" y="44915"/>
                </a:lnTo>
                <a:lnTo>
                  <a:pt x="172718" y="44221"/>
                </a:lnTo>
                <a:lnTo>
                  <a:pt x="172215" y="43542"/>
                </a:lnTo>
                <a:lnTo>
                  <a:pt x="171699" y="42879"/>
                </a:lnTo>
                <a:lnTo>
                  <a:pt x="171169" y="42233"/>
                </a:lnTo>
                <a:lnTo>
                  <a:pt x="170625" y="41602"/>
                </a:lnTo>
                <a:lnTo>
                  <a:pt x="170067" y="40987"/>
                </a:lnTo>
                <a:lnTo>
                  <a:pt x="169496" y="40389"/>
                </a:lnTo>
                <a:lnTo>
                  <a:pt x="168911" y="39806"/>
                </a:lnTo>
                <a:lnTo>
                  <a:pt x="168312" y="39239"/>
                </a:lnTo>
                <a:lnTo>
                  <a:pt x="167699" y="38689"/>
                </a:lnTo>
                <a:lnTo>
                  <a:pt x="167073" y="38154"/>
                </a:lnTo>
                <a:lnTo>
                  <a:pt x="166433" y="37636"/>
                </a:lnTo>
                <a:lnTo>
                  <a:pt x="165779" y="37133"/>
                </a:lnTo>
                <a:lnTo>
                  <a:pt x="165111" y="36647"/>
                </a:lnTo>
                <a:lnTo>
                  <a:pt x="164430" y="36176"/>
                </a:lnTo>
                <a:lnTo>
                  <a:pt x="163735" y="35722"/>
                </a:lnTo>
                <a:lnTo>
                  <a:pt x="163027" y="35284"/>
                </a:lnTo>
                <a:lnTo>
                  <a:pt x="162307" y="34865"/>
                </a:lnTo>
                <a:lnTo>
                  <a:pt x="161576" y="34465"/>
                </a:lnTo>
                <a:lnTo>
                  <a:pt x="160833" y="34084"/>
                </a:lnTo>
                <a:lnTo>
                  <a:pt x="160079" y="33721"/>
                </a:lnTo>
                <a:lnTo>
                  <a:pt x="159312" y="33376"/>
                </a:lnTo>
                <a:lnTo>
                  <a:pt x="158534" y="33051"/>
                </a:lnTo>
                <a:lnTo>
                  <a:pt x="157745" y="32744"/>
                </a:lnTo>
                <a:lnTo>
                  <a:pt x="156943" y="32455"/>
                </a:lnTo>
                <a:lnTo>
                  <a:pt x="156130" y="32185"/>
                </a:lnTo>
                <a:lnTo>
                  <a:pt x="155305" y="31934"/>
                </a:lnTo>
                <a:lnTo>
                  <a:pt x="154469" y="31701"/>
                </a:lnTo>
                <a:lnTo>
                  <a:pt x="153620" y="31487"/>
                </a:lnTo>
                <a:lnTo>
                  <a:pt x="152761" y="31292"/>
                </a:lnTo>
                <a:lnTo>
                  <a:pt x="151889" y="31115"/>
                </a:lnTo>
                <a:lnTo>
                  <a:pt x="151006" y="30957"/>
                </a:lnTo>
                <a:lnTo>
                  <a:pt x="150111" y="30817"/>
                </a:lnTo>
                <a:lnTo>
                  <a:pt x="149204" y="30696"/>
                </a:lnTo>
                <a:lnTo>
                  <a:pt x="148285" y="30594"/>
                </a:lnTo>
                <a:lnTo>
                  <a:pt x="147355" y="30510"/>
                </a:lnTo>
                <a:lnTo>
                  <a:pt x="146413" y="30445"/>
                </a:lnTo>
                <a:lnTo>
                  <a:pt x="145460" y="30398"/>
                </a:lnTo>
                <a:lnTo>
                  <a:pt x="144495" y="30370"/>
                </a:lnTo>
                <a:lnTo>
                  <a:pt x="143518" y="30361"/>
                </a:lnTo>
                <a:lnTo>
                  <a:pt x="142562" y="30370"/>
                </a:lnTo>
                <a:lnTo>
                  <a:pt x="141618" y="30398"/>
                </a:lnTo>
                <a:lnTo>
                  <a:pt x="140685" y="30445"/>
                </a:lnTo>
                <a:lnTo>
                  <a:pt x="139765" y="30510"/>
                </a:lnTo>
                <a:lnTo>
                  <a:pt x="138855" y="30594"/>
                </a:lnTo>
                <a:lnTo>
                  <a:pt x="137958" y="30696"/>
                </a:lnTo>
                <a:lnTo>
                  <a:pt x="137072" y="30817"/>
                </a:lnTo>
                <a:lnTo>
                  <a:pt x="136198" y="30957"/>
                </a:lnTo>
                <a:lnTo>
                  <a:pt x="135336" y="31115"/>
                </a:lnTo>
                <a:lnTo>
                  <a:pt x="134486" y="31292"/>
                </a:lnTo>
                <a:lnTo>
                  <a:pt x="133647" y="31487"/>
                </a:lnTo>
                <a:lnTo>
                  <a:pt x="132820" y="31701"/>
                </a:lnTo>
                <a:lnTo>
                  <a:pt x="132004" y="31934"/>
                </a:lnTo>
                <a:lnTo>
                  <a:pt x="131200" y="32185"/>
                </a:lnTo>
                <a:lnTo>
                  <a:pt x="130408" y="32455"/>
                </a:lnTo>
                <a:lnTo>
                  <a:pt x="129628" y="32744"/>
                </a:lnTo>
                <a:lnTo>
                  <a:pt x="128859" y="33051"/>
                </a:lnTo>
                <a:lnTo>
                  <a:pt x="128102" y="33376"/>
                </a:lnTo>
                <a:lnTo>
                  <a:pt x="127357" y="33721"/>
                </a:lnTo>
                <a:lnTo>
                  <a:pt x="126623" y="34084"/>
                </a:lnTo>
                <a:lnTo>
                  <a:pt x="125902" y="34465"/>
                </a:lnTo>
                <a:lnTo>
                  <a:pt x="125191" y="34865"/>
                </a:lnTo>
                <a:lnTo>
                  <a:pt x="124493" y="35284"/>
                </a:lnTo>
                <a:lnTo>
                  <a:pt x="123806" y="35722"/>
                </a:lnTo>
                <a:lnTo>
                  <a:pt x="123132" y="36176"/>
                </a:lnTo>
                <a:lnTo>
                  <a:pt x="122471" y="36647"/>
                </a:lnTo>
                <a:lnTo>
                  <a:pt x="121823" y="37133"/>
                </a:lnTo>
                <a:lnTo>
                  <a:pt x="121189" y="37636"/>
                </a:lnTo>
                <a:lnTo>
                  <a:pt x="120568" y="38154"/>
                </a:lnTo>
                <a:lnTo>
                  <a:pt x="119960" y="38689"/>
                </a:lnTo>
                <a:lnTo>
                  <a:pt x="119366" y="39239"/>
                </a:lnTo>
                <a:lnTo>
                  <a:pt x="118785" y="39806"/>
                </a:lnTo>
                <a:lnTo>
                  <a:pt x="118217" y="40389"/>
                </a:lnTo>
                <a:lnTo>
                  <a:pt x="117662" y="40987"/>
                </a:lnTo>
                <a:lnTo>
                  <a:pt x="117121" y="41602"/>
                </a:lnTo>
                <a:lnTo>
                  <a:pt x="116593" y="42233"/>
                </a:lnTo>
                <a:lnTo>
                  <a:pt x="116079" y="42879"/>
                </a:lnTo>
                <a:lnTo>
                  <a:pt x="115577" y="43542"/>
                </a:lnTo>
                <a:lnTo>
                  <a:pt x="115090" y="44221"/>
                </a:lnTo>
                <a:lnTo>
                  <a:pt x="114615" y="44915"/>
                </a:lnTo>
                <a:lnTo>
                  <a:pt x="114154" y="45626"/>
                </a:lnTo>
                <a:lnTo>
                  <a:pt x="113706" y="46353"/>
                </a:lnTo>
                <a:lnTo>
                  <a:pt x="113271" y="47096"/>
                </a:lnTo>
                <a:lnTo>
                  <a:pt x="112849" y="47854"/>
                </a:lnTo>
                <a:lnTo>
                  <a:pt x="112441" y="48629"/>
                </a:lnTo>
                <a:lnTo>
                  <a:pt x="112047" y="49420"/>
                </a:lnTo>
                <a:lnTo>
                  <a:pt x="111665" y="50227"/>
                </a:lnTo>
                <a:lnTo>
                  <a:pt x="111297" y="51050"/>
                </a:lnTo>
                <a:lnTo>
                  <a:pt x="110943" y="51887"/>
                </a:lnTo>
                <a:lnTo>
                  <a:pt x="110604" y="52739"/>
                </a:lnTo>
                <a:lnTo>
                  <a:pt x="110280" y="53603"/>
                </a:lnTo>
                <a:lnTo>
                  <a:pt x="109971" y="54482"/>
                </a:lnTo>
                <a:lnTo>
                  <a:pt x="109678" y="55374"/>
                </a:lnTo>
                <a:lnTo>
                  <a:pt x="109399" y="56279"/>
                </a:lnTo>
                <a:lnTo>
                  <a:pt x="109135" y="57198"/>
                </a:lnTo>
                <a:lnTo>
                  <a:pt x="108887" y="58131"/>
                </a:lnTo>
                <a:lnTo>
                  <a:pt x="108653" y="59077"/>
                </a:lnTo>
                <a:lnTo>
                  <a:pt x="108435" y="60037"/>
                </a:lnTo>
                <a:lnTo>
                  <a:pt x="108231" y="61011"/>
                </a:lnTo>
                <a:lnTo>
                  <a:pt x="108043" y="61998"/>
                </a:lnTo>
                <a:lnTo>
                  <a:pt x="107870" y="62998"/>
                </a:lnTo>
                <a:lnTo>
                  <a:pt x="107712" y="64012"/>
                </a:lnTo>
                <a:lnTo>
                  <a:pt x="107569" y="65040"/>
                </a:lnTo>
                <a:lnTo>
                  <a:pt x="107441" y="66081"/>
                </a:lnTo>
                <a:lnTo>
                  <a:pt x="107328" y="67136"/>
                </a:lnTo>
                <a:lnTo>
                  <a:pt x="107230" y="68205"/>
                </a:lnTo>
                <a:lnTo>
                  <a:pt x="107147" y="69287"/>
                </a:lnTo>
                <a:lnTo>
                  <a:pt x="107079" y="70383"/>
                </a:lnTo>
                <a:lnTo>
                  <a:pt x="107026" y="71492"/>
                </a:lnTo>
                <a:lnTo>
                  <a:pt x="106989" y="72615"/>
                </a:lnTo>
                <a:lnTo>
                  <a:pt x="106966" y="73751"/>
                </a:lnTo>
                <a:lnTo>
                  <a:pt x="106959" y="74901"/>
                </a:lnTo>
                <a:lnTo>
                  <a:pt x="106966" y="76036"/>
                </a:lnTo>
                <a:lnTo>
                  <a:pt x="106989" y="77159"/>
                </a:lnTo>
                <a:lnTo>
                  <a:pt x="107026" y="78267"/>
                </a:lnTo>
                <a:lnTo>
                  <a:pt x="107079" y="79363"/>
                </a:lnTo>
                <a:lnTo>
                  <a:pt x="107147" y="80445"/>
                </a:lnTo>
                <a:lnTo>
                  <a:pt x="107230" y="81515"/>
                </a:lnTo>
                <a:lnTo>
                  <a:pt x="107328" y="82570"/>
                </a:lnTo>
                <a:lnTo>
                  <a:pt x="107441" y="83613"/>
                </a:lnTo>
                <a:lnTo>
                  <a:pt x="107569" y="84642"/>
                </a:lnTo>
                <a:lnTo>
                  <a:pt x="107712" y="85658"/>
                </a:lnTo>
                <a:lnTo>
                  <a:pt x="107870" y="86661"/>
                </a:lnTo>
                <a:lnTo>
                  <a:pt x="108043" y="87650"/>
                </a:lnTo>
                <a:lnTo>
                  <a:pt x="108231" y="88626"/>
                </a:lnTo>
                <a:lnTo>
                  <a:pt x="108435" y="89589"/>
                </a:lnTo>
                <a:lnTo>
                  <a:pt x="108653" y="90539"/>
                </a:lnTo>
                <a:lnTo>
                  <a:pt x="108887" y="91475"/>
                </a:lnTo>
                <a:lnTo>
                  <a:pt x="109135" y="92399"/>
                </a:lnTo>
                <a:lnTo>
                  <a:pt x="109399" y="93308"/>
                </a:lnTo>
                <a:lnTo>
                  <a:pt x="109678" y="94205"/>
                </a:lnTo>
                <a:lnTo>
                  <a:pt x="109971" y="95088"/>
                </a:lnTo>
                <a:lnTo>
                  <a:pt x="110280" y="95958"/>
                </a:lnTo>
                <a:lnTo>
                  <a:pt x="110604" y="96815"/>
                </a:lnTo>
                <a:lnTo>
                  <a:pt x="110943" y="97659"/>
                </a:lnTo>
                <a:lnTo>
                  <a:pt x="111297" y="98489"/>
                </a:lnTo>
                <a:lnTo>
                  <a:pt x="111665" y="99304"/>
                </a:lnTo>
                <a:lnTo>
                  <a:pt x="112047" y="100104"/>
                </a:lnTo>
                <a:lnTo>
                  <a:pt x="112441" y="100888"/>
                </a:lnTo>
                <a:lnTo>
                  <a:pt x="112849" y="101655"/>
                </a:lnTo>
                <a:lnTo>
                  <a:pt x="113271" y="102407"/>
                </a:lnTo>
                <a:lnTo>
                  <a:pt x="113706" y="103142"/>
                </a:lnTo>
                <a:lnTo>
                  <a:pt x="114154" y="103862"/>
                </a:lnTo>
                <a:lnTo>
                  <a:pt x="114615" y="104565"/>
                </a:lnTo>
                <a:lnTo>
                  <a:pt x="115090" y="105253"/>
                </a:lnTo>
                <a:lnTo>
                  <a:pt x="115577" y="105924"/>
                </a:lnTo>
                <a:lnTo>
                  <a:pt x="116079" y="106580"/>
                </a:lnTo>
                <a:lnTo>
                  <a:pt x="116593" y="107219"/>
                </a:lnTo>
                <a:lnTo>
                  <a:pt x="117121" y="107842"/>
                </a:lnTo>
                <a:lnTo>
                  <a:pt x="117662" y="108450"/>
                </a:lnTo>
                <a:lnTo>
                  <a:pt x="118217" y="109041"/>
                </a:lnTo>
                <a:lnTo>
                  <a:pt x="118785" y="109617"/>
                </a:lnTo>
                <a:lnTo>
                  <a:pt x="119366" y="110176"/>
                </a:lnTo>
                <a:lnTo>
                  <a:pt x="119960" y="110719"/>
                </a:lnTo>
                <a:lnTo>
                  <a:pt x="120568" y="111247"/>
                </a:lnTo>
                <a:lnTo>
                  <a:pt x="121189" y="111758"/>
                </a:lnTo>
                <a:lnTo>
                  <a:pt x="121823" y="112253"/>
                </a:lnTo>
                <a:lnTo>
                  <a:pt x="122471" y="112732"/>
                </a:lnTo>
                <a:lnTo>
                  <a:pt x="123132" y="113196"/>
                </a:lnTo>
                <a:lnTo>
                  <a:pt x="123806" y="113643"/>
                </a:lnTo>
                <a:lnTo>
                  <a:pt x="124493" y="114073"/>
                </a:lnTo>
                <a:lnTo>
                  <a:pt x="125191" y="114485"/>
                </a:lnTo>
                <a:lnTo>
                  <a:pt x="125902" y="114878"/>
                </a:lnTo>
                <a:lnTo>
                  <a:pt x="126623" y="115254"/>
                </a:lnTo>
                <a:lnTo>
                  <a:pt x="127357" y="115610"/>
                </a:lnTo>
                <a:lnTo>
                  <a:pt x="128102" y="115949"/>
                </a:lnTo>
                <a:lnTo>
                  <a:pt x="128859" y="116269"/>
                </a:lnTo>
                <a:lnTo>
                  <a:pt x="129628" y="116571"/>
                </a:lnTo>
                <a:lnTo>
                  <a:pt x="130408" y="116855"/>
                </a:lnTo>
                <a:lnTo>
                  <a:pt x="131200" y="117120"/>
                </a:lnTo>
                <a:lnTo>
                  <a:pt x="132004" y="117367"/>
                </a:lnTo>
                <a:lnTo>
                  <a:pt x="132820" y="117596"/>
                </a:lnTo>
                <a:lnTo>
                  <a:pt x="133647" y="117807"/>
                </a:lnTo>
                <a:lnTo>
                  <a:pt x="134486" y="117999"/>
                </a:lnTo>
                <a:lnTo>
                  <a:pt x="135336" y="118173"/>
                </a:lnTo>
                <a:lnTo>
                  <a:pt x="136198" y="118328"/>
                </a:lnTo>
                <a:lnTo>
                  <a:pt x="137072" y="118466"/>
                </a:lnTo>
                <a:lnTo>
                  <a:pt x="137958" y="118585"/>
                </a:lnTo>
                <a:lnTo>
                  <a:pt x="138855" y="118685"/>
                </a:lnTo>
                <a:lnTo>
                  <a:pt x="139765" y="118768"/>
                </a:lnTo>
                <a:lnTo>
                  <a:pt x="140685" y="118832"/>
                </a:lnTo>
                <a:lnTo>
                  <a:pt x="141618" y="118877"/>
                </a:lnTo>
                <a:lnTo>
                  <a:pt x="142562" y="118905"/>
                </a:lnTo>
                <a:lnTo>
                  <a:pt x="143518" y="118914"/>
                </a:lnTo>
                <a:lnTo>
                  <a:pt x="144495" y="118905"/>
                </a:lnTo>
                <a:lnTo>
                  <a:pt x="145460" y="118877"/>
                </a:lnTo>
                <a:lnTo>
                  <a:pt x="146413" y="118832"/>
                </a:lnTo>
                <a:lnTo>
                  <a:pt x="147355" y="118768"/>
                </a:lnTo>
                <a:close/>
                <a:moveTo>
                  <a:pt x="140937" y="107663"/>
                </a:moveTo>
                <a:lnTo>
                  <a:pt x="140319" y="107596"/>
                </a:lnTo>
                <a:lnTo>
                  <a:pt x="139711" y="107514"/>
                </a:lnTo>
                <a:lnTo>
                  <a:pt x="139115" y="107418"/>
                </a:lnTo>
                <a:lnTo>
                  <a:pt x="138529" y="107306"/>
                </a:lnTo>
                <a:lnTo>
                  <a:pt x="137954" y="107180"/>
                </a:lnTo>
                <a:lnTo>
                  <a:pt x="137390" y="107039"/>
                </a:lnTo>
                <a:lnTo>
                  <a:pt x="136837" y="106883"/>
                </a:lnTo>
                <a:lnTo>
                  <a:pt x="136294" y="106712"/>
                </a:lnTo>
                <a:lnTo>
                  <a:pt x="135763" y="106527"/>
                </a:lnTo>
                <a:lnTo>
                  <a:pt x="135242" y="106326"/>
                </a:lnTo>
                <a:lnTo>
                  <a:pt x="134732" y="106111"/>
                </a:lnTo>
                <a:lnTo>
                  <a:pt x="134233" y="105881"/>
                </a:lnTo>
                <a:lnTo>
                  <a:pt x="133745" y="105635"/>
                </a:lnTo>
                <a:lnTo>
                  <a:pt x="133267" y="105376"/>
                </a:lnTo>
                <a:lnTo>
                  <a:pt x="132800" y="105101"/>
                </a:lnTo>
                <a:lnTo>
                  <a:pt x="132345" y="104811"/>
                </a:lnTo>
                <a:lnTo>
                  <a:pt x="131900" y="104507"/>
                </a:lnTo>
                <a:lnTo>
                  <a:pt x="131465" y="104187"/>
                </a:lnTo>
                <a:lnTo>
                  <a:pt x="131042" y="103853"/>
                </a:lnTo>
                <a:lnTo>
                  <a:pt x="130629" y="103504"/>
                </a:lnTo>
                <a:lnTo>
                  <a:pt x="130227" y="103142"/>
                </a:lnTo>
                <a:lnTo>
                  <a:pt x="129834" y="102770"/>
                </a:lnTo>
                <a:lnTo>
                  <a:pt x="129451" y="102386"/>
                </a:lnTo>
                <a:lnTo>
                  <a:pt x="129077" y="101992"/>
                </a:lnTo>
                <a:lnTo>
                  <a:pt x="128712" y="101587"/>
                </a:lnTo>
                <a:lnTo>
                  <a:pt x="128358" y="101171"/>
                </a:lnTo>
                <a:lnTo>
                  <a:pt x="128012" y="100744"/>
                </a:lnTo>
                <a:lnTo>
                  <a:pt x="127676" y="100306"/>
                </a:lnTo>
                <a:lnTo>
                  <a:pt x="127350" y="99858"/>
                </a:lnTo>
                <a:lnTo>
                  <a:pt x="127033" y="99398"/>
                </a:lnTo>
                <a:lnTo>
                  <a:pt x="126726" y="98928"/>
                </a:lnTo>
                <a:lnTo>
                  <a:pt x="126428" y="98447"/>
                </a:lnTo>
                <a:lnTo>
                  <a:pt x="126140" y="97956"/>
                </a:lnTo>
                <a:lnTo>
                  <a:pt x="125861" y="97453"/>
                </a:lnTo>
                <a:lnTo>
                  <a:pt x="125592" y="96940"/>
                </a:lnTo>
                <a:lnTo>
                  <a:pt x="125332" y="96415"/>
                </a:lnTo>
                <a:lnTo>
                  <a:pt x="125082" y="95880"/>
                </a:lnTo>
                <a:lnTo>
                  <a:pt x="124841" y="95334"/>
                </a:lnTo>
                <a:lnTo>
                  <a:pt x="124609" y="94778"/>
                </a:lnTo>
                <a:lnTo>
                  <a:pt x="124388" y="94210"/>
                </a:lnTo>
                <a:lnTo>
                  <a:pt x="124175" y="93632"/>
                </a:lnTo>
                <a:lnTo>
                  <a:pt x="123973" y="93042"/>
                </a:lnTo>
                <a:lnTo>
                  <a:pt x="123779" y="92442"/>
                </a:lnTo>
                <a:lnTo>
                  <a:pt x="123596" y="91832"/>
                </a:lnTo>
                <a:lnTo>
                  <a:pt x="123420" y="91211"/>
                </a:lnTo>
                <a:lnTo>
                  <a:pt x="123252" y="90584"/>
                </a:lnTo>
                <a:lnTo>
                  <a:pt x="123092" y="89950"/>
                </a:lnTo>
                <a:lnTo>
                  <a:pt x="122939" y="89309"/>
                </a:lnTo>
                <a:lnTo>
                  <a:pt x="122794" y="88660"/>
                </a:lnTo>
                <a:lnTo>
                  <a:pt x="122656" y="88005"/>
                </a:lnTo>
                <a:lnTo>
                  <a:pt x="122525" y="87342"/>
                </a:lnTo>
                <a:lnTo>
                  <a:pt x="122402" y="86672"/>
                </a:lnTo>
                <a:lnTo>
                  <a:pt x="122287" y="85995"/>
                </a:lnTo>
                <a:lnTo>
                  <a:pt x="122178" y="85311"/>
                </a:lnTo>
                <a:lnTo>
                  <a:pt x="122078" y="84620"/>
                </a:lnTo>
                <a:lnTo>
                  <a:pt x="121985" y="83922"/>
                </a:lnTo>
                <a:lnTo>
                  <a:pt x="121899" y="83216"/>
                </a:lnTo>
                <a:lnTo>
                  <a:pt x="121820" y="82504"/>
                </a:lnTo>
                <a:lnTo>
                  <a:pt x="121750" y="81784"/>
                </a:lnTo>
                <a:lnTo>
                  <a:pt x="121686" y="81058"/>
                </a:lnTo>
                <a:lnTo>
                  <a:pt x="121630" y="80324"/>
                </a:lnTo>
                <a:lnTo>
                  <a:pt x="121582" y="79583"/>
                </a:lnTo>
                <a:lnTo>
                  <a:pt x="121541" y="78835"/>
                </a:lnTo>
                <a:lnTo>
                  <a:pt x="121507" y="78080"/>
                </a:lnTo>
                <a:lnTo>
                  <a:pt x="121481" y="77317"/>
                </a:lnTo>
                <a:lnTo>
                  <a:pt x="121462" y="76548"/>
                </a:lnTo>
                <a:lnTo>
                  <a:pt x="121451" y="75772"/>
                </a:lnTo>
                <a:lnTo>
                  <a:pt x="121448" y="74988"/>
                </a:lnTo>
                <a:lnTo>
                  <a:pt x="121451" y="74190"/>
                </a:lnTo>
                <a:lnTo>
                  <a:pt x="121462" y="73399"/>
                </a:lnTo>
                <a:lnTo>
                  <a:pt x="121481" y="72615"/>
                </a:lnTo>
                <a:lnTo>
                  <a:pt x="121507" y="71839"/>
                </a:lnTo>
                <a:lnTo>
                  <a:pt x="121541" y="71071"/>
                </a:lnTo>
                <a:lnTo>
                  <a:pt x="121582" y="70309"/>
                </a:lnTo>
                <a:lnTo>
                  <a:pt x="121630" y="69556"/>
                </a:lnTo>
                <a:lnTo>
                  <a:pt x="121686" y="68809"/>
                </a:lnTo>
                <a:lnTo>
                  <a:pt x="121750" y="68070"/>
                </a:lnTo>
                <a:lnTo>
                  <a:pt x="121820" y="67339"/>
                </a:lnTo>
                <a:lnTo>
                  <a:pt x="121899" y="66615"/>
                </a:lnTo>
                <a:lnTo>
                  <a:pt x="121985" y="65898"/>
                </a:lnTo>
                <a:lnTo>
                  <a:pt x="122078" y="65189"/>
                </a:lnTo>
                <a:lnTo>
                  <a:pt x="122178" y="64487"/>
                </a:lnTo>
                <a:lnTo>
                  <a:pt x="122287" y="63793"/>
                </a:lnTo>
                <a:lnTo>
                  <a:pt x="122402" y="63106"/>
                </a:lnTo>
                <a:lnTo>
                  <a:pt x="122525" y="62427"/>
                </a:lnTo>
                <a:lnTo>
                  <a:pt x="122656" y="61754"/>
                </a:lnTo>
                <a:lnTo>
                  <a:pt x="122794" y="61090"/>
                </a:lnTo>
                <a:lnTo>
                  <a:pt x="122939" y="60433"/>
                </a:lnTo>
                <a:lnTo>
                  <a:pt x="123092" y="59783"/>
                </a:lnTo>
                <a:lnTo>
                  <a:pt x="123252" y="59141"/>
                </a:lnTo>
                <a:lnTo>
                  <a:pt x="123420" y="58506"/>
                </a:lnTo>
                <a:lnTo>
                  <a:pt x="123596" y="57878"/>
                </a:lnTo>
                <a:lnTo>
                  <a:pt x="123779" y="57260"/>
                </a:lnTo>
                <a:lnTo>
                  <a:pt x="123973" y="56652"/>
                </a:lnTo>
                <a:lnTo>
                  <a:pt x="124175" y="56056"/>
                </a:lnTo>
                <a:lnTo>
                  <a:pt x="124388" y="55470"/>
                </a:lnTo>
                <a:lnTo>
                  <a:pt x="124609" y="54896"/>
                </a:lnTo>
                <a:lnTo>
                  <a:pt x="124841" y="54332"/>
                </a:lnTo>
                <a:lnTo>
                  <a:pt x="125082" y="53780"/>
                </a:lnTo>
                <a:lnTo>
                  <a:pt x="125332" y="53238"/>
                </a:lnTo>
                <a:lnTo>
                  <a:pt x="125592" y="52708"/>
                </a:lnTo>
                <a:lnTo>
                  <a:pt x="125861" y="52188"/>
                </a:lnTo>
                <a:lnTo>
                  <a:pt x="126140" y="51680"/>
                </a:lnTo>
                <a:lnTo>
                  <a:pt x="126428" y="51182"/>
                </a:lnTo>
                <a:lnTo>
                  <a:pt x="126726" y="50696"/>
                </a:lnTo>
                <a:lnTo>
                  <a:pt x="127033" y="50220"/>
                </a:lnTo>
                <a:lnTo>
                  <a:pt x="127350" y="49755"/>
                </a:lnTo>
                <a:lnTo>
                  <a:pt x="127676" y="49302"/>
                </a:lnTo>
                <a:lnTo>
                  <a:pt x="128012" y="48859"/>
                </a:lnTo>
                <a:lnTo>
                  <a:pt x="128358" y="48428"/>
                </a:lnTo>
                <a:lnTo>
                  <a:pt x="128712" y="48007"/>
                </a:lnTo>
                <a:lnTo>
                  <a:pt x="129077" y="47597"/>
                </a:lnTo>
                <a:lnTo>
                  <a:pt x="129451" y="47199"/>
                </a:lnTo>
                <a:lnTo>
                  <a:pt x="129834" y="46811"/>
                </a:lnTo>
                <a:lnTo>
                  <a:pt x="130227" y="46434"/>
                </a:lnTo>
                <a:lnTo>
                  <a:pt x="130629" y="46069"/>
                </a:lnTo>
                <a:lnTo>
                  <a:pt x="131042" y="45716"/>
                </a:lnTo>
                <a:lnTo>
                  <a:pt x="131465" y="45378"/>
                </a:lnTo>
                <a:lnTo>
                  <a:pt x="131900" y="45056"/>
                </a:lnTo>
                <a:lnTo>
                  <a:pt x="132345" y="44748"/>
                </a:lnTo>
                <a:lnTo>
                  <a:pt x="132800" y="44455"/>
                </a:lnTo>
                <a:lnTo>
                  <a:pt x="133267" y="44178"/>
                </a:lnTo>
                <a:lnTo>
                  <a:pt x="133745" y="43915"/>
                </a:lnTo>
                <a:lnTo>
                  <a:pt x="134233" y="43667"/>
                </a:lnTo>
                <a:lnTo>
                  <a:pt x="134732" y="43435"/>
                </a:lnTo>
                <a:lnTo>
                  <a:pt x="135242" y="43217"/>
                </a:lnTo>
                <a:lnTo>
                  <a:pt x="135763" y="43015"/>
                </a:lnTo>
                <a:lnTo>
                  <a:pt x="136294" y="42827"/>
                </a:lnTo>
                <a:lnTo>
                  <a:pt x="136837" y="42654"/>
                </a:lnTo>
                <a:lnTo>
                  <a:pt x="137390" y="42497"/>
                </a:lnTo>
                <a:lnTo>
                  <a:pt x="137954" y="42354"/>
                </a:lnTo>
                <a:lnTo>
                  <a:pt x="138529" y="42227"/>
                </a:lnTo>
                <a:lnTo>
                  <a:pt x="139115" y="42114"/>
                </a:lnTo>
                <a:lnTo>
                  <a:pt x="139711" y="42017"/>
                </a:lnTo>
                <a:lnTo>
                  <a:pt x="140319" y="41934"/>
                </a:lnTo>
                <a:lnTo>
                  <a:pt x="140937" y="41866"/>
                </a:lnTo>
                <a:lnTo>
                  <a:pt x="141566" y="41814"/>
                </a:lnTo>
                <a:lnTo>
                  <a:pt x="142206" y="41776"/>
                </a:lnTo>
                <a:lnTo>
                  <a:pt x="142856" y="41754"/>
                </a:lnTo>
                <a:lnTo>
                  <a:pt x="143518" y="41746"/>
                </a:lnTo>
                <a:lnTo>
                  <a:pt x="144221" y="41754"/>
                </a:lnTo>
                <a:lnTo>
                  <a:pt x="144911" y="41776"/>
                </a:lnTo>
                <a:lnTo>
                  <a:pt x="145590" y="41814"/>
                </a:lnTo>
                <a:lnTo>
                  <a:pt x="146257" y="41866"/>
                </a:lnTo>
                <a:lnTo>
                  <a:pt x="146911" y="41934"/>
                </a:lnTo>
                <a:lnTo>
                  <a:pt x="147553" y="42017"/>
                </a:lnTo>
                <a:lnTo>
                  <a:pt x="148183" y="42114"/>
                </a:lnTo>
                <a:lnTo>
                  <a:pt x="148801" y="42227"/>
                </a:lnTo>
                <a:lnTo>
                  <a:pt x="149407" y="42354"/>
                </a:lnTo>
                <a:lnTo>
                  <a:pt x="150001" y="42497"/>
                </a:lnTo>
                <a:lnTo>
                  <a:pt x="150582" y="42654"/>
                </a:lnTo>
                <a:lnTo>
                  <a:pt x="151152" y="42827"/>
                </a:lnTo>
                <a:lnTo>
                  <a:pt x="151709" y="43015"/>
                </a:lnTo>
                <a:lnTo>
                  <a:pt x="152254" y="43217"/>
                </a:lnTo>
                <a:lnTo>
                  <a:pt x="152787" y="43435"/>
                </a:lnTo>
                <a:lnTo>
                  <a:pt x="153308" y="43667"/>
                </a:lnTo>
                <a:lnTo>
                  <a:pt x="153817" y="43915"/>
                </a:lnTo>
                <a:lnTo>
                  <a:pt x="154313" y="44178"/>
                </a:lnTo>
                <a:lnTo>
                  <a:pt x="154798" y="44455"/>
                </a:lnTo>
                <a:lnTo>
                  <a:pt x="155270" y="44748"/>
                </a:lnTo>
                <a:lnTo>
                  <a:pt x="155730" y="45056"/>
                </a:lnTo>
                <a:lnTo>
                  <a:pt x="156178" y="45378"/>
                </a:lnTo>
                <a:lnTo>
                  <a:pt x="156614" y="45716"/>
                </a:lnTo>
                <a:lnTo>
                  <a:pt x="157038" y="46069"/>
                </a:lnTo>
                <a:lnTo>
                  <a:pt x="157451" y="46434"/>
                </a:lnTo>
                <a:lnTo>
                  <a:pt x="157854" y="46811"/>
                </a:lnTo>
                <a:lnTo>
                  <a:pt x="158248" y="47199"/>
                </a:lnTo>
                <a:lnTo>
                  <a:pt x="158631" y="47597"/>
                </a:lnTo>
                <a:lnTo>
                  <a:pt x="159006" y="48007"/>
                </a:lnTo>
                <a:lnTo>
                  <a:pt x="159370" y="48428"/>
                </a:lnTo>
                <a:lnTo>
                  <a:pt x="159725" y="48859"/>
                </a:lnTo>
                <a:lnTo>
                  <a:pt x="160070" y="49302"/>
                </a:lnTo>
                <a:lnTo>
                  <a:pt x="160406" y="49755"/>
                </a:lnTo>
                <a:lnTo>
                  <a:pt x="160732" y="50220"/>
                </a:lnTo>
                <a:lnTo>
                  <a:pt x="161048" y="50696"/>
                </a:lnTo>
                <a:lnTo>
                  <a:pt x="161355" y="51182"/>
                </a:lnTo>
                <a:lnTo>
                  <a:pt x="161652" y="51680"/>
                </a:lnTo>
                <a:lnTo>
                  <a:pt x="161939" y="52188"/>
                </a:lnTo>
                <a:lnTo>
                  <a:pt x="162217" y="52708"/>
                </a:lnTo>
                <a:lnTo>
                  <a:pt x="162485" y="53238"/>
                </a:lnTo>
                <a:lnTo>
                  <a:pt x="162744" y="53780"/>
                </a:lnTo>
                <a:lnTo>
                  <a:pt x="162992" y="54332"/>
                </a:lnTo>
                <a:lnTo>
                  <a:pt x="163232" y="54896"/>
                </a:lnTo>
                <a:lnTo>
                  <a:pt x="163461" y="55470"/>
                </a:lnTo>
                <a:lnTo>
                  <a:pt x="163681" y="56056"/>
                </a:lnTo>
                <a:lnTo>
                  <a:pt x="163891" y="56652"/>
                </a:lnTo>
                <a:lnTo>
                  <a:pt x="164091" y="57260"/>
                </a:lnTo>
                <a:lnTo>
                  <a:pt x="164282" y="57878"/>
                </a:lnTo>
                <a:lnTo>
                  <a:pt x="164464" y="58506"/>
                </a:lnTo>
                <a:lnTo>
                  <a:pt x="164639" y="59140"/>
                </a:lnTo>
                <a:lnTo>
                  <a:pt x="164806" y="59782"/>
                </a:lnTo>
                <a:lnTo>
                  <a:pt x="164964" y="60430"/>
                </a:lnTo>
                <a:lnTo>
                  <a:pt x="165116" y="61086"/>
                </a:lnTo>
                <a:lnTo>
                  <a:pt x="165259" y="61749"/>
                </a:lnTo>
                <a:lnTo>
                  <a:pt x="165395" y="62419"/>
                </a:lnTo>
                <a:lnTo>
                  <a:pt x="165523" y="63096"/>
                </a:lnTo>
                <a:lnTo>
                  <a:pt x="165643" y="63780"/>
                </a:lnTo>
                <a:lnTo>
                  <a:pt x="165755" y="64472"/>
                </a:lnTo>
                <a:lnTo>
                  <a:pt x="165860" y="65170"/>
                </a:lnTo>
                <a:lnTo>
                  <a:pt x="165957" y="65876"/>
                </a:lnTo>
                <a:lnTo>
                  <a:pt x="166046" y="66588"/>
                </a:lnTo>
                <a:lnTo>
                  <a:pt x="166127" y="67308"/>
                </a:lnTo>
                <a:lnTo>
                  <a:pt x="166201" y="68035"/>
                </a:lnTo>
                <a:lnTo>
                  <a:pt x="166267" y="68769"/>
                </a:lnTo>
                <a:lnTo>
                  <a:pt x="166325" y="69511"/>
                </a:lnTo>
                <a:lnTo>
                  <a:pt x="166375" y="70259"/>
                </a:lnTo>
                <a:lnTo>
                  <a:pt x="166418" y="71014"/>
                </a:lnTo>
                <a:lnTo>
                  <a:pt x="166453" y="71777"/>
                </a:lnTo>
                <a:lnTo>
                  <a:pt x="166480" y="72547"/>
                </a:lnTo>
                <a:lnTo>
                  <a:pt x="166499" y="73323"/>
                </a:lnTo>
                <a:lnTo>
                  <a:pt x="166511" y="74107"/>
                </a:lnTo>
                <a:lnTo>
                  <a:pt x="166515" y="74898"/>
                </a:lnTo>
                <a:lnTo>
                  <a:pt x="166511" y="75689"/>
                </a:lnTo>
                <a:lnTo>
                  <a:pt x="166499" y="76473"/>
                </a:lnTo>
                <a:lnTo>
                  <a:pt x="166480" y="77249"/>
                </a:lnTo>
                <a:lnTo>
                  <a:pt x="166453" y="78017"/>
                </a:lnTo>
                <a:lnTo>
                  <a:pt x="166418" y="78779"/>
                </a:lnTo>
                <a:lnTo>
                  <a:pt x="166375" y="79532"/>
                </a:lnTo>
                <a:lnTo>
                  <a:pt x="166325" y="80279"/>
                </a:lnTo>
                <a:lnTo>
                  <a:pt x="166267" y="81018"/>
                </a:lnTo>
                <a:lnTo>
                  <a:pt x="166201" y="81749"/>
                </a:lnTo>
                <a:lnTo>
                  <a:pt x="166127" y="82473"/>
                </a:lnTo>
                <a:lnTo>
                  <a:pt x="166046" y="83190"/>
                </a:lnTo>
                <a:lnTo>
                  <a:pt x="165957" y="83899"/>
                </a:lnTo>
                <a:lnTo>
                  <a:pt x="165860" y="84601"/>
                </a:lnTo>
                <a:lnTo>
                  <a:pt x="165755" y="85296"/>
                </a:lnTo>
                <a:lnTo>
                  <a:pt x="165643" y="85983"/>
                </a:lnTo>
                <a:lnTo>
                  <a:pt x="165523" y="86662"/>
                </a:lnTo>
                <a:lnTo>
                  <a:pt x="165395" y="87334"/>
                </a:lnTo>
                <a:lnTo>
                  <a:pt x="165259" y="87999"/>
                </a:lnTo>
                <a:lnTo>
                  <a:pt x="165116" y="88656"/>
                </a:lnTo>
                <a:lnTo>
                  <a:pt x="164964" y="89306"/>
                </a:lnTo>
                <a:lnTo>
                  <a:pt x="164806" y="89949"/>
                </a:lnTo>
                <a:lnTo>
                  <a:pt x="164639" y="90584"/>
                </a:lnTo>
                <a:lnTo>
                  <a:pt x="164464" y="91211"/>
                </a:lnTo>
                <a:lnTo>
                  <a:pt x="164282" y="91832"/>
                </a:lnTo>
                <a:lnTo>
                  <a:pt x="164091" y="92442"/>
                </a:lnTo>
                <a:lnTo>
                  <a:pt x="163891" y="93042"/>
                </a:lnTo>
                <a:lnTo>
                  <a:pt x="163681" y="93632"/>
                </a:lnTo>
                <a:lnTo>
                  <a:pt x="163461" y="94210"/>
                </a:lnTo>
                <a:lnTo>
                  <a:pt x="163232" y="94778"/>
                </a:lnTo>
                <a:lnTo>
                  <a:pt x="162992" y="95334"/>
                </a:lnTo>
                <a:lnTo>
                  <a:pt x="162744" y="95880"/>
                </a:lnTo>
                <a:lnTo>
                  <a:pt x="162485" y="96415"/>
                </a:lnTo>
                <a:lnTo>
                  <a:pt x="162217" y="96940"/>
                </a:lnTo>
                <a:lnTo>
                  <a:pt x="161939" y="97453"/>
                </a:lnTo>
                <a:lnTo>
                  <a:pt x="161652" y="97956"/>
                </a:lnTo>
                <a:lnTo>
                  <a:pt x="161355" y="98447"/>
                </a:lnTo>
                <a:lnTo>
                  <a:pt x="161048" y="98928"/>
                </a:lnTo>
                <a:lnTo>
                  <a:pt x="160732" y="99398"/>
                </a:lnTo>
                <a:lnTo>
                  <a:pt x="160406" y="99858"/>
                </a:lnTo>
                <a:lnTo>
                  <a:pt x="160070" y="100306"/>
                </a:lnTo>
                <a:lnTo>
                  <a:pt x="159725" y="100744"/>
                </a:lnTo>
                <a:lnTo>
                  <a:pt x="159370" y="101171"/>
                </a:lnTo>
                <a:lnTo>
                  <a:pt x="159006" y="101587"/>
                </a:lnTo>
                <a:lnTo>
                  <a:pt x="158631" y="101992"/>
                </a:lnTo>
                <a:lnTo>
                  <a:pt x="158248" y="102386"/>
                </a:lnTo>
                <a:lnTo>
                  <a:pt x="157854" y="102770"/>
                </a:lnTo>
                <a:lnTo>
                  <a:pt x="157451" y="103142"/>
                </a:lnTo>
                <a:lnTo>
                  <a:pt x="157038" y="103504"/>
                </a:lnTo>
                <a:lnTo>
                  <a:pt x="156614" y="103853"/>
                </a:lnTo>
                <a:lnTo>
                  <a:pt x="156178" y="104187"/>
                </a:lnTo>
                <a:lnTo>
                  <a:pt x="155730" y="104507"/>
                </a:lnTo>
                <a:lnTo>
                  <a:pt x="155270" y="104811"/>
                </a:lnTo>
                <a:lnTo>
                  <a:pt x="154798" y="105101"/>
                </a:lnTo>
                <a:lnTo>
                  <a:pt x="154313" y="105376"/>
                </a:lnTo>
                <a:lnTo>
                  <a:pt x="153817" y="105635"/>
                </a:lnTo>
                <a:lnTo>
                  <a:pt x="153308" y="105881"/>
                </a:lnTo>
                <a:lnTo>
                  <a:pt x="152787" y="106111"/>
                </a:lnTo>
                <a:lnTo>
                  <a:pt x="152254" y="106326"/>
                </a:lnTo>
                <a:lnTo>
                  <a:pt x="151709" y="106527"/>
                </a:lnTo>
                <a:lnTo>
                  <a:pt x="151152" y="106712"/>
                </a:lnTo>
                <a:lnTo>
                  <a:pt x="150582" y="106883"/>
                </a:lnTo>
                <a:lnTo>
                  <a:pt x="150001" y="107039"/>
                </a:lnTo>
                <a:lnTo>
                  <a:pt x="149407" y="107180"/>
                </a:lnTo>
                <a:lnTo>
                  <a:pt x="148801" y="107306"/>
                </a:lnTo>
                <a:lnTo>
                  <a:pt x="148183" y="107418"/>
                </a:lnTo>
                <a:lnTo>
                  <a:pt x="147553" y="107514"/>
                </a:lnTo>
                <a:lnTo>
                  <a:pt x="146911" y="107596"/>
                </a:lnTo>
                <a:lnTo>
                  <a:pt x="146257" y="107663"/>
                </a:lnTo>
                <a:lnTo>
                  <a:pt x="145590" y="107715"/>
                </a:lnTo>
                <a:lnTo>
                  <a:pt x="144911" y="107752"/>
                </a:lnTo>
                <a:lnTo>
                  <a:pt x="144221" y="107774"/>
                </a:lnTo>
                <a:lnTo>
                  <a:pt x="143518" y="107782"/>
                </a:lnTo>
                <a:lnTo>
                  <a:pt x="142856" y="107774"/>
                </a:lnTo>
                <a:lnTo>
                  <a:pt x="142206" y="107752"/>
                </a:lnTo>
                <a:lnTo>
                  <a:pt x="141566" y="107715"/>
                </a:lnTo>
                <a:lnTo>
                  <a:pt x="140937" y="107663"/>
                </a:lnTo>
                <a:close/>
                <a:moveTo>
                  <a:pt x="447917" y="118768"/>
                </a:moveTo>
                <a:lnTo>
                  <a:pt x="448848" y="118685"/>
                </a:lnTo>
                <a:lnTo>
                  <a:pt x="449766" y="118585"/>
                </a:lnTo>
                <a:lnTo>
                  <a:pt x="450673" y="118466"/>
                </a:lnTo>
                <a:lnTo>
                  <a:pt x="451568" y="118328"/>
                </a:lnTo>
                <a:lnTo>
                  <a:pt x="452451" y="118173"/>
                </a:lnTo>
                <a:lnTo>
                  <a:pt x="453323" y="117999"/>
                </a:lnTo>
                <a:lnTo>
                  <a:pt x="454183" y="117807"/>
                </a:lnTo>
                <a:lnTo>
                  <a:pt x="455031" y="117596"/>
                </a:lnTo>
                <a:lnTo>
                  <a:pt x="455867" y="117367"/>
                </a:lnTo>
                <a:lnTo>
                  <a:pt x="456692" y="117120"/>
                </a:lnTo>
                <a:lnTo>
                  <a:pt x="457505" y="116855"/>
                </a:lnTo>
                <a:lnTo>
                  <a:pt x="458307" y="116571"/>
                </a:lnTo>
                <a:lnTo>
                  <a:pt x="459096" y="116269"/>
                </a:lnTo>
                <a:lnTo>
                  <a:pt x="459874" y="115949"/>
                </a:lnTo>
                <a:lnTo>
                  <a:pt x="460641" y="115610"/>
                </a:lnTo>
                <a:lnTo>
                  <a:pt x="461395" y="115254"/>
                </a:lnTo>
                <a:lnTo>
                  <a:pt x="462138" y="114878"/>
                </a:lnTo>
                <a:lnTo>
                  <a:pt x="462870" y="114485"/>
                </a:lnTo>
                <a:lnTo>
                  <a:pt x="463589" y="114073"/>
                </a:lnTo>
                <a:lnTo>
                  <a:pt x="464297" y="113643"/>
                </a:lnTo>
                <a:lnTo>
                  <a:pt x="464992" y="113196"/>
                </a:lnTo>
                <a:lnTo>
                  <a:pt x="465673" y="112732"/>
                </a:lnTo>
                <a:lnTo>
                  <a:pt x="466341" y="112253"/>
                </a:lnTo>
                <a:lnTo>
                  <a:pt x="466995" y="111758"/>
                </a:lnTo>
                <a:lnTo>
                  <a:pt x="467635" y="111247"/>
                </a:lnTo>
                <a:lnTo>
                  <a:pt x="468261" y="110719"/>
                </a:lnTo>
                <a:lnTo>
                  <a:pt x="468874" y="110176"/>
                </a:lnTo>
                <a:lnTo>
                  <a:pt x="469473" y="109617"/>
                </a:lnTo>
                <a:lnTo>
                  <a:pt x="470058" y="109041"/>
                </a:lnTo>
                <a:lnTo>
                  <a:pt x="470629" y="108450"/>
                </a:lnTo>
                <a:lnTo>
                  <a:pt x="471187" y="107842"/>
                </a:lnTo>
                <a:lnTo>
                  <a:pt x="471731" y="107219"/>
                </a:lnTo>
                <a:lnTo>
                  <a:pt x="472261" y="106580"/>
                </a:lnTo>
                <a:lnTo>
                  <a:pt x="472777" y="105924"/>
                </a:lnTo>
                <a:lnTo>
                  <a:pt x="473280" y="105253"/>
                </a:lnTo>
                <a:lnTo>
                  <a:pt x="473769" y="104565"/>
                </a:lnTo>
                <a:lnTo>
                  <a:pt x="474244" y="103862"/>
                </a:lnTo>
                <a:lnTo>
                  <a:pt x="474706" y="103142"/>
                </a:lnTo>
                <a:lnTo>
                  <a:pt x="475153" y="102407"/>
                </a:lnTo>
                <a:lnTo>
                  <a:pt x="475587" y="101655"/>
                </a:lnTo>
                <a:lnTo>
                  <a:pt x="476007" y="100888"/>
                </a:lnTo>
                <a:lnTo>
                  <a:pt x="476414" y="100104"/>
                </a:lnTo>
                <a:lnTo>
                  <a:pt x="476806" y="99304"/>
                </a:lnTo>
                <a:lnTo>
                  <a:pt x="477185" y="98489"/>
                </a:lnTo>
                <a:lnTo>
                  <a:pt x="477550" y="97659"/>
                </a:lnTo>
                <a:lnTo>
                  <a:pt x="477898" y="96815"/>
                </a:lnTo>
                <a:lnTo>
                  <a:pt x="478232" y="95958"/>
                </a:lnTo>
                <a:lnTo>
                  <a:pt x="478549" y="95088"/>
                </a:lnTo>
                <a:lnTo>
                  <a:pt x="478852" y="94205"/>
                </a:lnTo>
                <a:lnTo>
                  <a:pt x="479139" y="93308"/>
                </a:lnTo>
                <a:lnTo>
                  <a:pt x="479410" y="92399"/>
                </a:lnTo>
                <a:lnTo>
                  <a:pt x="479666" y="91475"/>
                </a:lnTo>
                <a:lnTo>
                  <a:pt x="479906" y="90539"/>
                </a:lnTo>
                <a:lnTo>
                  <a:pt x="480131" y="89589"/>
                </a:lnTo>
                <a:lnTo>
                  <a:pt x="480340" y="88626"/>
                </a:lnTo>
                <a:lnTo>
                  <a:pt x="480534" y="87650"/>
                </a:lnTo>
                <a:lnTo>
                  <a:pt x="480712" y="86661"/>
                </a:lnTo>
                <a:lnTo>
                  <a:pt x="480875" y="85658"/>
                </a:lnTo>
                <a:lnTo>
                  <a:pt x="481022" y="84642"/>
                </a:lnTo>
                <a:lnTo>
                  <a:pt x="481154" y="83613"/>
                </a:lnTo>
                <a:lnTo>
                  <a:pt x="481270" y="82570"/>
                </a:lnTo>
                <a:lnTo>
                  <a:pt x="481371" y="81515"/>
                </a:lnTo>
                <a:lnTo>
                  <a:pt x="481456" y="80445"/>
                </a:lnTo>
                <a:lnTo>
                  <a:pt x="481526" y="79363"/>
                </a:lnTo>
                <a:lnTo>
                  <a:pt x="481580" y="78267"/>
                </a:lnTo>
                <a:lnTo>
                  <a:pt x="481619" y="77159"/>
                </a:lnTo>
                <a:lnTo>
                  <a:pt x="481642" y="76036"/>
                </a:lnTo>
                <a:lnTo>
                  <a:pt x="481650" y="74901"/>
                </a:lnTo>
                <a:lnTo>
                  <a:pt x="481642" y="73751"/>
                </a:lnTo>
                <a:lnTo>
                  <a:pt x="481619" y="72615"/>
                </a:lnTo>
                <a:lnTo>
                  <a:pt x="481580" y="71492"/>
                </a:lnTo>
                <a:lnTo>
                  <a:pt x="481526" y="70383"/>
                </a:lnTo>
                <a:lnTo>
                  <a:pt x="481456" y="69287"/>
                </a:lnTo>
                <a:lnTo>
                  <a:pt x="481371" y="68205"/>
                </a:lnTo>
                <a:lnTo>
                  <a:pt x="481270" y="67136"/>
                </a:lnTo>
                <a:lnTo>
                  <a:pt x="481154" y="66081"/>
                </a:lnTo>
                <a:lnTo>
                  <a:pt x="481022" y="65040"/>
                </a:lnTo>
                <a:lnTo>
                  <a:pt x="480875" y="64012"/>
                </a:lnTo>
                <a:lnTo>
                  <a:pt x="480712" y="62998"/>
                </a:lnTo>
                <a:lnTo>
                  <a:pt x="480534" y="61998"/>
                </a:lnTo>
                <a:lnTo>
                  <a:pt x="480340" y="61011"/>
                </a:lnTo>
                <a:lnTo>
                  <a:pt x="480131" y="60037"/>
                </a:lnTo>
                <a:lnTo>
                  <a:pt x="479906" y="59077"/>
                </a:lnTo>
                <a:lnTo>
                  <a:pt x="479666" y="58131"/>
                </a:lnTo>
                <a:lnTo>
                  <a:pt x="479410" y="57198"/>
                </a:lnTo>
                <a:lnTo>
                  <a:pt x="479139" y="56279"/>
                </a:lnTo>
                <a:lnTo>
                  <a:pt x="478852" y="55374"/>
                </a:lnTo>
                <a:lnTo>
                  <a:pt x="478549" y="54482"/>
                </a:lnTo>
                <a:lnTo>
                  <a:pt x="478232" y="53603"/>
                </a:lnTo>
                <a:lnTo>
                  <a:pt x="477898" y="52739"/>
                </a:lnTo>
                <a:lnTo>
                  <a:pt x="477550" y="51887"/>
                </a:lnTo>
                <a:lnTo>
                  <a:pt x="477185" y="51050"/>
                </a:lnTo>
                <a:lnTo>
                  <a:pt x="476806" y="50227"/>
                </a:lnTo>
                <a:lnTo>
                  <a:pt x="476414" y="49420"/>
                </a:lnTo>
                <a:lnTo>
                  <a:pt x="476007" y="48629"/>
                </a:lnTo>
                <a:lnTo>
                  <a:pt x="475587" y="47854"/>
                </a:lnTo>
                <a:lnTo>
                  <a:pt x="475153" y="47096"/>
                </a:lnTo>
                <a:lnTo>
                  <a:pt x="474706" y="46353"/>
                </a:lnTo>
                <a:lnTo>
                  <a:pt x="474244" y="45626"/>
                </a:lnTo>
                <a:lnTo>
                  <a:pt x="473769" y="44915"/>
                </a:lnTo>
                <a:lnTo>
                  <a:pt x="473280" y="44221"/>
                </a:lnTo>
                <a:lnTo>
                  <a:pt x="472777" y="43542"/>
                </a:lnTo>
                <a:lnTo>
                  <a:pt x="472261" y="42879"/>
                </a:lnTo>
                <a:lnTo>
                  <a:pt x="471731" y="42233"/>
                </a:lnTo>
                <a:lnTo>
                  <a:pt x="471187" y="41602"/>
                </a:lnTo>
                <a:lnTo>
                  <a:pt x="470629" y="40987"/>
                </a:lnTo>
                <a:lnTo>
                  <a:pt x="470058" y="40389"/>
                </a:lnTo>
                <a:lnTo>
                  <a:pt x="469473" y="39806"/>
                </a:lnTo>
                <a:lnTo>
                  <a:pt x="468874" y="39239"/>
                </a:lnTo>
                <a:lnTo>
                  <a:pt x="468261" y="38689"/>
                </a:lnTo>
                <a:lnTo>
                  <a:pt x="467635" y="38154"/>
                </a:lnTo>
                <a:lnTo>
                  <a:pt x="466995" y="37636"/>
                </a:lnTo>
                <a:lnTo>
                  <a:pt x="466341" y="37133"/>
                </a:lnTo>
                <a:lnTo>
                  <a:pt x="465673" y="36647"/>
                </a:lnTo>
                <a:lnTo>
                  <a:pt x="464992" y="36176"/>
                </a:lnTo>
                <a:lnTo>
                  <a:pt x="464297" y="35722"/>
                </a:lnTo>
                <a:lnTo>
                  <a:pt x="463589" y="35284"/>
                </a:lnTo>
                <a:lnTo>
                  <a:pt x="462870" y="34865"/>
                </a:lnTo>
                <a:lnTo>
                  <a:pt x="462138" y="34465"/>
                </a:lnTo>
                <a:lnTo>
                  <a:pt x="461395" y="34084"/>
                </a:lnTo>
                <a:lnTo>
                  <a:pt x="460641" y="33721"/>
                </a:lnTo>
                <a:lnTo>
                  <a:pt x="459874" y="33376"/>
                </a:lnTo>
                <a:lnTo>
                  <a:pt x="459096" y="33051"/>
                </a:lnTo>
                <a:lnTo>
                  <a:pt x="458307" y="32744"/>
                </a:lnTo>
                <a:lnTo>
                  <a:pt x="457505" y="32455"/>
                </a:lnTo>
                <a:lnTo>
                  <a:pt x="456692" y="32185"/>
                </a:lnTo>
                <a:lnTo>
                  <a:pt x="455867" y="31934"/>
                </a:lnTo>
                <a:lnTo>
                  <a:pt x="455031" y="31701"/>
                </a:lnTo>
                <a:lnTo>
                  <a:pt x="454183" y="31487"/>
                </a:lnTo>
                <a:lnTo>
                  <a:pt x="453323" y="31292"/>
                </a:lnTo>
                <a:lnTo>
                  <a:pt x="452451" y="31115"/>
                </a:lnTo>
                <a:lnTo>
                  <a:pt x="451568" y="30957"/>
                </a:lnTo>
                <a:lnTo>
                  <a:pt x="450673" y="30817"/>
                </a:lnTo>
                <a:lnTo>
                  <a:pt x="449766" y="30696"/>
                </a:lnTo>
                <a:lnTo>
                  <a:pt x="448848" y="30594"/>
                </a:lnTo>
                <a:lnTo>
                  <a:pt x="447917" y="30510"/>
                </a:lnTo>
                <a:lnTo>
                  <a:pt x="446976" y="30445"/>
                </a:lnTo>
                <a:lnTo>
                  <a:pt x="446022" y="30398"/>
                </a:lnTo>
                <a:lnTo>
                  <a:pt x="445057" y="30370"/>
                </a:lnTo>
                <a:lnTo>
                  <a:pt x="444080" y="30361"/>
                </a:lnTo>
                <a:lnTo>
                  <a:pt x="443124" y="30370"/>
                </a:lnTo>
                <a:lnTo>
                  <a:pt x="442180" y="30398"/>
                </a:lnTo>
                <a:lnTo>
                  <a:pt x="441247" y="30445"/>
                </a:lnTo>
                <a:lnTo>
                  <a:pt x="440327" y="30510"/>
                </a:lnTo>
                <a:lnTo>
                  <a:pt x="439418" y="30594"/>
                </a:lnTo>
                <a:lnTo>
                  <a:pt x="438520" y="30696"/>
                </a:lnTo>
                <a:lnTo>
                  <a:pt x="437635" y="30817"/>
                </a:lnTo>
                <a:lnTo>
                  <a:pt x="436761" y="30957"/>
                </a:lnTo>
                <a:lnTo>
                  <a:pt x="435898" y="31115"/>
                </a:lnTo>
                <a:lnTo>
                  <a:pt x="435048" y="31292"/>
                </a:lnTo>
                <a:lnTo>
                  <a:pt x="434209" y="31487"/>
                </a:lnTo>
                <a:lnTo>
                  <a:pt x="433382" y="31701"/>
                </a:lnTo>
                <a:lnTo>
                  <a:pt x="432566" y="31934"/>
                </a:lnTo>
                <a:lnTo>
                  <a:pt x="431762" y="32185"/>
                </a:lnTo>
                <a:lnTo>
                  <a:pt x="430970" y="32455"/>
                </a:lnTo>
                <a:lnTo>
                  <a:pt x="430190" y="32744"/>
                </a:lnTo>
                <a:lnTo>
                  <a:pt x="429421" y="33051"/>
                </a:lnTo>
                <a:lnTo>
                  <a:pt x="428664" y="33376"/>
                </a:lnTo>
                <a:lnTo>
                  <a:pt x="427919" y="33721"/>
                </a:lnTo>
                <a:lnTo>
                  <a:pt x="427186" y="34084"/>
                </a:lnTo>
                <a:lnTo>
                  <a:pt x="426464" y="34465"/>
                </a:lnTo>
                <a:lnTo>
                  <a:pt x="425754" y="34865"/>
                </a:lnTo>
                <a:lnTo>
                  <a:pt x="425055" y="35284"/>
                </a:lnTo>
                <a:lnTo>
                  <a:pt x="424368" y="35722"/>
                </a:lnTo>
                <a:lnTo>
                  <a:pt x="423694" y="36176"/>
                </a:lnTo>
                <a:lnTo>
                  <a:pt x="423033" y="36647"/>
                </a:lnTo>
                <a:lnTo>
                  <a:pt x="422385" y="37133"/>
                </a:lnTo>
                <a:lnTo>
                  <a:pt x="421751" y="37636"/>
                </a:lnTo>
                <a:lnTo>
                  <a:pt x="421130" y="38154"/>
                </a:lnTo>
                <a:lnTo>
                  <a:pt x="420522" y="38689"/>
                </a:lnTo>
                <a:lnTo>
                  <a:pt x="419928" y="39239"/>
                </a:lnTo>
                <a:lnTo>
                  <a:pt x="419347" y="39806"/>
                </a:lnTo>
                <a:lnTo>
                  <a:pt x="418779" y="40389"/>
                </a:lnTo>
                <a:lnTo>
                  <a:pt x="418225" y="40987"/>
                </a:lnTo>
                <a:lnTo>
                  <a:pt x="417683" y="41602"/>
                </a:lnTo>
                <a:lnTo>
                  <a:pt x="417155" y="42233"/>
                </a:lnTo>
                <a:lnTo>
                  <a:pt x="416641" y="42879"/>
                </a:lnTo>
                <a:lnTo>
                  <a:pt x="416140" y="43542"/>
                </a:lnTo>
                <a:lnTo>
                  <a:pt x="415652" y="44221"/>
                </a:lnTo>
                <a:lnTo>
                  <a:pt x="415177" y="44915"/>
                </a:lnTo>
                <a:lnTo>
                  <a:pt x="414716" y="45626"/>
                </a:lnTo>
                <a:lnTo>
                  <a:pt x="414268" y="46353"/>
                </a:lnTo>
                <a:lnTo>
                  <a:pt x="413833" y="47096"/>
                </a:lnTo>
                <a:lnTo>
                  <a:pt x="413412" y="47854"/>
                </a:lnTo>
                <a:lnTo>
                  <a:pt x="413003" y="48629"/>
                </a:lnTo>
                <a:lnTo>
                  <a:pt x="412609" y="49420"/>
                </a:lnTo>
                <a:lnTo>
                  <a:pt x="412227" y="50227"/>
                </a:lnTo>
                <a:lnTo>
                  <a:pt x="411859" y="51050"/>
                </a:lnTo>
                <a:lnTo>
                  <a:pt x="411505" y="51887"/>
                </a:lnTo>
                <a:lnTo>
                  <a:pt x="411166" y="52739"/>
                </a:lnTo>
                <a:lnTo>
                  <a:pt x="410842" y="53603"/>
                </a:lnTo>
                <a:lnTo>
                  <a:pt x="410533" y="54482"/>
                </a:lnTo>
                <a:lnTo>
                  <a:pt x="410240" y="55374"/>
                </a:lnTo>
                <a:lnTo>
                  <a:pt x="409961" y="56279"/>
                </a:lnTo>
                <a:lnTo>
                  <a:pt x="409697" y="57198"/>
                </a:lnTo>
                <a:lnTo>
                  <a:pt x="409449" y="58131"/>
                </a:lnTo>
                <a:lnTo>
                  <a:pt x="409215" y="59077"/>
                </a:lnTo>
                <a:lnTo>
                  <a:pt x="408997" y="60037"/>
                </a:lnTo>
                <a:lnTo>
                  <a:pt x="408794" y="61011"/>
                </a:lnTo>
                <a:lnTo>
                  <a:pt x="408605" y="61998"/>
                </a:lnTo>
                <a:lnTo>
                  <a:pt x="408432" y="62998"/>
                </a:lnTo>
                <a:lnTo>
                  <a:pt x="408274" y="64012"/>
                </a:lnTo>
                <a:lnTo>
                  <a:pt x="408131" y="65040"/>
                </a:lnTo>
                <a:lnTo>
                  <a:pt x="408003" y="66081"/>
                </a:lnTo>
                <a:lnTo>
                  <a:pt x="407890" y="67136"/>
                </a:lnTo>
                <a:lnTo>
                  <a:pt x="407792" y="68205"/>
                </a:lnTo>
                <a:lnTo>
                  <a:pt x="407709" y="69287"/>
                </a:lnTo>
                <a:lnTo>
                  <a:pt x="407641" y="70383"/>
                </a:lnTo>
                <a:lnTo>
                  <a:pt x="407589" y="71492"/>
                </a:lnTo>
                <a:lnTo>
                  <a:pt x="407551" y="72615"/>
                </a:lnTo>
                <a:lnTo>
                  <a:pt x="407528" y="73751"/>
                </a:lnTo>
                <a:lnTo>
                  <a:pt x="407521" y="74901"/>
                </a:lnTo>
                <a:lnTo>
                  <a:pt x="407528" y="76036"/>
                </a:lnTo>
                <a:lnTo>
                  <a:pt x="407551" y="77159"/>
                </a:lnTo>
                <a:lnTo>
                  <a:pt x="407589" y="78267"/>
                </a:lnTo>
                <a:lnTo>
                  <a:pt x="407641" y="79363"/>
                </a:lnTo>
                <a:lnTo>
                  <a:pt x="407709" y="80445"/>
                </a:lnTo>
                <a:lnTo>
                  <a:pt x="407792" y="81515"/>
                </a:lnTo>
                <a:lnTo>
                  <a:pt x="407890" y="82570"/>
                </a:lnTo>
                <a:lnTo>
                  <a:pt x="408003" y="83613"/>
                </a:lnTo>
                <a:lnTo>
                  <a:pt x="408131" y="84642"/>
                </a:lnTo>
                <a:lnTo>
                  <a:pt x="408274" y="85658"/>
                </a:lnTo>
                <a:lnTo>
                  <a:pt x="408432" y="86661"/>
                </a:lnTo>
                <a:lnTo>
                  <a:pt x="408605" y="87650"/>
                </a:lnTo>
                <a:lnTo>
                  <a:pt x="408794" y="88626"/>
                </a:lnTo>
                <a:lnTo>
                  <a:pt x="408997" y="89589"/>
                </a:lnTo>
                <a:lnTo>
                  <a:pt x="409215" y="90539"/>
                </a:lnTo>
                <a:lnTo>
                  <a:pt x="409449" y="91475"/>
                </a:lnTo>
                <a:lnTo>
                  <a:pt x="409697" y="92399"/>
                </a:lnTo>
                <a:lnTo>
                  <a:pt x="409961" y="93308"/>
                </a:lnTo>
                <a:lnTo>
                  <a:pt x="410240" y="94205"/>
                </a:lnTo>
                <a:lnTo>
                  <a:pt x="410533" y="95088"/>
                </a:lnTo>
                <a:lnTo>
                  <a:pt x="410842" y="95958"/>
                </a:lnTo>
                <a:lnTo>
                  <a:pt x="411166" y="96815"/>
                </a:lnTo>
                <a:lnTo>
                  <a:pt x="411505" y="97659"/>
                </a:lnTo>
                <a:lnTo>
                  <a:pt x="411859" y="98489"/>
                </a:lnTo>
                <a:lnTo>
                  <a:pt x="412227" y="99304"/>
                </a:lnTo>
                <a:lnTo>
                  <a:pt x="412609" y="100104"/>
                </a:lnTo>
                <a:lnTo>
                  <a:pt x="413003" y="100888"/>
                </a:lnTo>
                <a:lnTo>
                  <a:pt x="413412" y="101655"/>
                </a:lnTo>
                <a:lnTo>
                  <a:pt x="413833" y="102407"/>
                </a:lnTo>
                <a:lnTo>
                  <a:pt x="414268" y="103142"/>
                </a:lnTo>
                <a:lnTo>
                  <a:pt x="414716" y="103862"/>
                </a:lnTo>
                <a:lnTo>
                  <a:pt x="415177" y="104565"/>
                </a:lnTo>
                <a:lnTo>
                  <a:pt x="415652" y="105253"/>
                </a:lnTo>
                <a:lnTo>
                  <a:pt x="416140" y="105924"/>
                </a:lnTo>
                <a:lnTo>
                  <a:pt x="416641" y="106580"/>
                </a:lnTo>
                <a:lnTo>
                  <a:pt x="417155" y="107219"/>
                </a:lnTo>
                <a:lnTo>
                  <a:pt x="417683" y="107842"/>
                </a:lnTo>
                <a:lnTo>
                  <a:pt x="418225" y="108450"/>
                </a:lnTo>
                <a:lnTo>
                  <a:pt x="418779" y="109041"/>
                </a:lnTo>
                <a:lnTo>
                  <a:pt x="419347" y="109617"/>
                </a:lnTo>
                <a:lnTo>
                  <a:pt x="419928" y="110176"/>
                </a:lnTo>
                <a:lnTo>
                  <a:pt x="420522" y="110719"/>
                </a:lnTo>
                <a:lnTo>
                  <a:pt x="421130" y="111247"/>
                </a:lnTo>
                <a:lnTo>
                  <a:pt x="421751" y="111758"/>
                </a:lnTo>
                <a:lnTo>
                  <a:pt x="422385" y="112253"/>
                </a:lnTo>
                <a:lnTo>
                  <a:pt x="423033" y="112732"/>
                </a:lnTo>
                <a:lnTo>
                  <a:pt x="423694" y="113196"/>
                </a:lnTo>
                <a:lnTo>
                  <a:pt x="424368" y="113643"/>
                </a:lnTo>
                <a:lnTo>
                  <a:pt x="425055" y="114073"/>
                </a:lnTo>
                <a:lnTo>
                  <a:pt x="425754" y="114485"/>
                </a:lnTo>
                <a:lnTo>
                  <a:pt x="426464" y="114878"/>
                </a:lnTo>
                <a:lnTo>
                  <a:pt x="427186" y="115254"/>
                </a:lnTo>
                <a:lnTo>
                  <a:pt x="427919" y="115610"/>
                </a:lnTo>
                <a:lnTo>
                  <a:pt x="428664" y="115949"/>
                </a:lnTo>
                <a:lnTo>
                  <a:pt x="429421" y="116269"/>
                </a:lnTo>
                <a:lnTo>
                  <a:pt x="430190" y="116571"/>
                </a:lnTo>
                <a:lnTo>
                  <a:pt x="430970" y="116855"/>
                </a:lnTo>
                <a:lnTo>
                  <a:pt x="431762" y="117120"/>
                </a:lnTo>
                <a:lnTo>
                  <a:pt x="432566" y="117367"/>
                </a:lnTo>
                <a:lnTo>
                  <a:pt x="433382" y="117596"/>
                </a:lnTo>
                <a:lnTo>
                  <a:pt x="434209" y="117807"/>
                </a:lnTo>
                <a:lnTo>
                  <a:pt x="435048" y="117999"/>
                </a:lnTo>
                <a:lnTo>
                  <a:pt x="435898" y="118173"/>
                </a:lnTo>
                <a:lnTo>
                  <a:pt x="436761" y="118328"/>
                </a:lnTo>
                <a:lnTo>
                  <a:pt x="437635" y="118466"/>
                </a:lnTo>
                <a:lnTo>
                  <a:pt x="438520" y="118585"/>
                </a:lnTo>
                <a:lnTo>
                  <a:pt x="439418" y="118685"/>
                </a:lnTo>
                <a:lnTo>
                  <a:pt x="440327" y="118768"/>
                </a:lnTo>
                <a:lnTo>
                  <a:pt x="441247" y="118832"/>
                </a:lnTo>
                <a:lnTo>
                  <a:pt x="442180" y="118877"/>
                </a:lnTo>
                <a:lnTo>
                  <a:pt x="443124" y="118905"/>
                </a:lnTo>
                <a:lnTo>
                  <a:pt x="444080" y="118914"/>
                </a:lnTo>
                <a:lnTo>
                  <a:pt x="445057" y="118905"/>
                </a:lnTo>
                <a:lnTo>
                  <a:pt x="446022" y="118877"/>
                </a:lnTo>
                <a:lnTo>
                  <a:pt x="446976" y="118832"/>
                </a:lnTo>
                <a:lnTo>
                  <a:pt x="447917" y="118768"/>
                </a:lnTo>
                <a:close/>
                <a:moveTo>
                  <a:pt x="441499" y="107663"/>
                </a:moveTo>
                <a:lnTo>
                  <a:pt x="440881" y="107596"/>
                </a:lnTo>
                <a:lnTo>
                  <a:pt x="440273" y="107514"/>
                </a:lnTo>
                <a:lnTo>
                  <a:pt x="439677" y="107418"/>
                </a:lnTo>
                <a:lnTo>
                  <a:pt x="439091" y="107306"/>
                </a:lnTo>
                <a:lnTo>
                  <a:pt x="438516" y="107180"/>
                </a:lnTo>
                <a:lnTo>
                  <a:pt x="437952" y="107039"/>
                </a:lnTo>
                <a:lnTo>
                  <a:pt x="437399" y="106883"/>
                </a:lnTo>
                <a:lnTo>
                  <a:pt x="436857" y="106712"/>
                </a:lnTo>
                <a:lnTo>
                  <a:pt x="436325" y="106527"/>
                </a:lnTo>
                <a:lnTo>
                  <a:pt x="435804" y="106326"/>
                </a:lnTo>
                <a:lnTo>
                  <a:pt x="435294" y="106111"/>
                </a:lnTo>
                <a:lnTo>
                  <a:pt x="434795" y="105881"/>
                </a:lnTo>
                <a:lnTo>
                  <a:pt x="434307" y="105635"/>
                </a:lnTo>
                <a:lnTo>
                  <a:pt x="433829" y="105376"/>
                </a:lnTo>
                <a:lnTo>
                  <a:pt x="433363" y="105101"/>
                </a:lnTo>
                <a:lnTo>
                  <a:pt x="432907" y="104811"/>
                </a:lnTo>
                <a:lnTo>
                  <a:pt x="432462" y="104507"/>
                </a:lnTo>
                <a:lnTo>
                  <a:pt x="432027" y="104187"/>
                </a:lnTo>
                <a:lnTo>
                  <a:pt x="431604" y="103853"/>
                </a:lnTo>
                <a:lnTo>
                  <a:pt x="431192" y="103504"/>
                </a:lnTo>
                <a:lnTo>
                  <a:pt x="430789" y="103142"/>
                </a:lnTo>
                <a:lnTo>
                  <a:pt x="430396" y="102770"/>
                </a:lnTo>
                <a:lnTo>
                  <a:pt x="430013" y="102386"/>
                </a:lnTo>
                <a:lnTo>
                  <a:pt x="429639" y="101992"/>
                </a:lnTo>
                <a:lnTo>
                  <a:pt x="429275" y="101587"/>
                </a:lnTo>
                <a:lnTo>
                  <a:pt x="428920" y="101171"/>
                </a:lnTo>
                <a:lnTo>
                  <a:pt x="428574" y="100744"/>
                </a:lnTo>
                <a:lnTo>
                  <a:pt x="428239" y="100306"/>
                </a:lnTo>
                <a:lnTo>
                  <a:pt x="427912" y="99858"/>
                </a:lnTo>
                <a:lnTo>
                  <a:pt x="427595" y="99398"/>
                </a:lnTo>
                <a:lnTo>
                  <a:pt x="427288" y="98928"/>
                </a:lnTo>
                <a:lnTo>
                  <a:pt x="426990" y="98447"/>
                </a:lnTo>
                <a:lnTo>
                  <a:pt x="426702" y="97956"/>
                </a:lnTo>
                <a:lnTo>
                  <a:pt x="426423" y="97453"/>
                </a:lnTo>
                <a:lnTo>
                  <a:pt x="426154" y="96940"/>
                </a:lnTo>
                <a:lnTo>
                  <a:pt x="425894" y="96415"/>
                </a:lnTo>
                <a:lnTo>
                  <a:pt x="425644" y="95880"/>
                </a:lnTo>
                <a:lnTo>
                  <a:pt x="425403" y="95334"/>
                </a:lnTo>
                <a:lnTo>
                  <a:pt x="425172" y="94778"/>
                </a:lnTo>
                <a:lnTo>
                  <a:pt x="424950" y="94210"/>
                </a:lnTo>
                <a:lnTo>
                  <a:pt x="424737" y="93632"/>
                </a:lnTo>
                <a:lnTo>
                  <a:pt x="424535" y="93042"/>
                </a:lnTo>
                <a:lnTo>
                  <a:pt x="424341" y="92442"/>
                </a:lnTo>
                <a:lnTo>
                  <a:pt x="424158" y="91832"/>
                </a:lnTo>
                <a:lnTo>
                  <a:pt x="423982" y="91211"/>
                </a:lnTo>
                <a:lnTo>
                  <a:pt x="423815" y="90584"/>
                </a:lnTo>
                <a:lnTo>
                  <a:pt x="423654" y="89950"/>
                </a:lnTo>
                <a:lnTo>
                  <a:pt x="423501" y="89309"/>
                </a:lnTo>
                <a:lnTo>
                  <a:pt x="423356" y="88660"/>
                </a:lnTo>
                <a:lnTo>
                  <a:pt x="423218" y="88005"/>
                </a:lnTo>
                <a:lnTo>
                  <a:pt x="423087" y="87342"/>
                </a:lnTo>
                <a:lnTo>
                  <a:pt x="422964" y="86672"/>
                </a:lnTo>
                <a:lnTo>
                  <a:pt x="422849" y="85995"/>
                </a:lnTo>
                <a:lnTo>
                  <a:pt x="422741" y="85311"/>
                </a:lnTo>
                <a:lnTo>
                  <a:pt x="422640" y="84620"/>
                </a:lnTo>
                <a:lnTo>
                  <a:pt x="422547" y="83922"/>
                </a:lnTo>
                <a:lnTo>
                  <a:pt x="422461" y="83216"/>
                </a:lnTo>
                <a:lnTo>
                  <a:pt x="422383" y="82504"/>
                </a:lnTo>
                <a:lnTo>
                  <a:pt x="422312" y="81784"/>
                </a:lnTo>
                <a:lnTo>
                  <a:pt x="422248" y="81058"/>
                </a:lnTo>
                <a:lnTo>
                  <a:pt x="422192" y="80324"/>
                </a:lnTo>
                <a:lnTo>
                  <a:pt x="422144" y="79583"/>
                </a:lnTo>
                <a:lnTo>
                  <a:pt x="422103" y="78835"/>
                </a:lnTo>
                <a:lnTo>
                  <a:pt x="422069" y="78080"/>
                </a:lnTo>
                <a:lnTo>
                  <a:pt x="422043" y="77317"/>
                </a:lnTo>
                <a:lnTo>
                  <a:pt x="422025" y="76548"/>
                </a:lnTo>
                <a:lnTo>
                  <a:pt x="422013" y="75772"/>
                </a:lnTo>
                <a:lnTo>
                  <a:pt x="422010" y="74988"/>
                </a:lnTo>
                <a:lnTo>
                  <a:pt x="422013" y="74190"/>
                </a:lnTo>
                <a:lnTo>
                  <a:pt x="422025" y="73399"/>
                </a:lnTo>
                <a:lnTo>
                  <a:pt x="422043" y="72615"/>
                </a:lnTo>
                <a:lnTo>
                  <a:pt x="422069" y="71839"/>
                </a:lnTo>
                <a:lnTo>
                  <a:pt x="422103" y="71071"/>
                </a:lnTo>
                <a:lnTo>
                  <a:pt x="422144" y="70309"/>
                </a:lnTo>
                <a:lnTo>
                  <a:pt x="422192" y="69556"/>
                </a:lnTo>
                <a:lnTo>
                  <a:pt x="422248" y="68809"/>
                </a:lnTo>
                <a:lnTo>
                  <a:pt x="422312" y="68070"/>
                </a:lnTo>
                <a:lnTo>
                  <a:pt x="422383" y="67339"/>
                </a:lnTo>
                <a:lnTo>
                  <a:pt x="422461" y="66615"/>
                </a:lnTo>
                <a:lnTo>
                  <a:pt x="422547" y="65898"/>
                </a:lnTo>
                <a:lnTo>
                  <a:pt x="422640" y="65189"/>
                </a:lnTo>
                <a:lnTo>
                  <a:pt x="422741" y="64487"/>
                </a:lnTo>
                <a:lnTo>
                  <a:pt x="422849" y="63793"/>
                </a:lnTo>
                <a:lnTo>
                  <a:pt x="422964" y="63106"/>
                </a:lnTo>
                <a:lnTo>
                  <a:pt x="423087" y="62427"/>
                </a:lnTo>
                <a:lnTo>
                  <a:pt x="423218" y="61754"/>
                </a:lnTo>
                <a:lnTo>
                  <a:pt x="423356" y="61090"/>
                </a:lnTo>
                <a:lnTo>
                  <a:pt x="423501" y="60433"/>
                </a:lnTo>
                <a:lnTo>
                  <a:pt x="423654" y="59783"/>
                </a:lnTo>
                <a:lnTo>
                  <a:pt x="423815" y="59141"/>
                </a:lnTo>
                <a:lnTo>
                  <a:pt x="423982" y="58506"/>
                </a:lnTo>
                <a:lnTo>
                  <a:pt x="424158" y="57878"/>
                </a:lnTo>
                <a:lnTo>
                  <a:pt x="424341" y="57260"/>
                </a:lnTo>
                <a:lnTo>
                  <a:pt x="424535" y="56652"/>
                </a:lnTo>
                <a:lnTo>
                  <a:pt x="424737" y="56056"/>
                </a:lnTo>
                <a:lnTo>
                  <a:pt x="424950" y="55470"/>
                </a:lnTo>
                <a:lnTo>
                  <a:pt x="425172" y="54896"/>
                </a:lnTo>
                <a:lnTo>
                  <a:pt x="425403" y="54332"/>
                </a:lnTo>
                <a:lnTo>
                  <a:pt x="425644" y="53780"/>
                </a:lnTo>
                <a:lnTo>
                  <a:pt x="425894" y="53238"/>
                </a:lnTo>
                <a:lnTo>
                  <a:pt x="426154" y="52708"/>
                </a:lnTo>
                <a:lnTo>
                  <a:pt x="426423" y="52188"/>
                </a:lnTo>
                <a:lnTo>
                  <a:pt x="426702" y="51680"/>
                </a:lnTo>
                <a:lnTo>
                  <a:pt x="426990" y="51182"/>
                </a:lnTo>
                <a:lnTo>
                  <a:pt x="427288" y="50696"/>
                </a:lnTo>
                <a:lnTo>
                  <a:pt x="427595" y="50220"/>
                </a:lnTo>
                <a:lnTo>
                  <a:pt x="427912" y="49755"/>
                </a:lnTo>
                <a:lnTo>
                  <a:pt x="428239" y="49302"/>
                </a:lnTo>
                <a:lnTo>
                  <a:pt x="428574" y="48859"/>
                </a:lnTo>
                <a:lnTo>
                  <a:pt x="428920" y="48428"/>
                </a:lnTo>
                <a:lnTo>
                  <a:pt x="429275" y="48007"/>
                </a:lnTo>
                <a:lnTo>
                  <a:pt x="429639" y="47597"/>
                </a:lnTo>
                <a:lnTo>
                  <a:pt x="430013" y="47199"/>
                </a:lnTo>
                <a:lnTo>
                  <a:pt x="430396" y="46811"/>
                </a:lnTo>
                <a:lnTo>
                  <a:pt x="430789" y="46434"/>
                </a:lnTo>
                <a:lnTo>
                  <a:pt x="431192" y="46069"/>
                </a:lnTo>
                <a:lnTo>
                  <a:pt x="431604" y="45716"/>
                </a:lnTo>
                <a:lnTo>
                  <a:pt x="432027" y="45378"/>
                </a:lnTo>
                <a:lnTo>
                  <a:pt x="432462" y="45056"/>
                </a:lnTo>
                <a:lnTo>
                  <a:pt x="432907" y="44748"/>
                </a:lnTo>
                <a:lnTo>
                  <a:pt x="433363" y="44455"/>
                </a:lnTo>
                <a:lnTo>
                  <a:pt x="433829" y="44178"/>
                </a:lnTo>
                <a:lnTo>
                  <a:pt x="434307" y="43915"/>
                </a:lnTo>
                <a:lnTo>
                  <a:pt x="434795" y="43667"/>
                </a:lnTo>
                <a:lnTo>
                  <a:pt x="435294" y="43435"/>
                </a:lnTo>
                <a:lnTo>
                  <a:pt x="435804" y="43217"/>
                </a:lnTo>
                <a:lnTo>
                  <a:pt x="436325" y="43015"/>
                </a:lnTo>
                <a:lnTo>
                  <a:pt x="436857" y="42827"/>
                </a:lnTo>
                <a:lnTo>
                  <a:pt x="437399" y="42654"/>
                </a:lnTo>
                <a:lnTo>
                  <a:pt x="437952" y="42497"/>
                </a:lnTo>
                <a:lnTo>
                  <a:pt x="438516" y="42354"/>
                </a:lnTo>
                <a:lnTo>
                  <a:pt x="439091" y="42227"/>
                </a:lnTo>
                <a:lnTo>
                  <a:pt x="439677" y="42114"/>
                </a:lnTo>
                <a:lnTo>
                  <a:pt x="440273" y="42017"/>
                </a:lnTo>
                <a:lnTo>
                  <a:pt x="440881" y="41934"/>
                </a:lnTo>
                <a:lnTo>
                  <a:pt x="441499" y="41866"/>
                </a:lnTo>
                <a:lnTo>
                  <a:pt x="442128" y="41814"/>
                </a:lnTo>
                <a:lnTo>
                  <a:pt x="442768" y="41776"/>
                </a:lnTo>
                <a:lnTo>
                  <a:pt x="443418" y="41754"/>
                </a:lnTo>
                <a:lnTo>
                  <a:pt x="444080" y="41746"/>
                </a:lnTo>
                <a:lnTo>
                  <a:pt x="444783" y="41754"/>
                </a:lnTo>
                <a:lnTo>
                  <a:pt x="445474" y="41776"/>
                </a:lnTo>
                <a:lnTo>
                  <a:pt x="446152" y="41814"/>
                </a:lnTo>
                <a:lnTo>
                  <a:pt x="446819" y="41866"/>
                </a:lnTo>
                <a:lnTo>
                  <a:pt x="447473" y="41934"/>
                </a:lnTo>
                <a:lnTo>
                  <a:pt x="448115" y="42017"/>
                </a:lnTo>
                <a:lnTo>
                  <a:pt x="448746" y="42114"/>
                </a:lnTo>
                <a:lnTo>
                  <a:pt x="449363" y="42227"/>
                </a:lnTo>
                <a:lnTo>
                  <a:pt x="449969" y="42354"/>
                </a:lnTo>
                <a:lnTo>
                  <a:pt x="450563" y="42497"/>
                </a:lnTo>
                <a:lnTo>
                  <a:pt x="451145" y="42654"/>
                </a:lnTo>
                <a:lnTo>
                  <a:pt x="451714" y="42827"/>
                </a:lnTo>
                <a:lnTo>
                  <a:pt x="452271" y="43015"/>
                </a:lnTo>
                <a:lnTo>
                  <a:pt x="452816" y="43217"/>
                </a:lnTo>
                <a:lnTo>
                  <a:pt x="453349" y="43435"/>
                </a:lnTo>
                <a:lnTo>
                  <a:pt x="453870" y="43667"/>
                </a:lnTo>
                <a:lnTo>
                  <a:pt x="454379" y="43915"/>
                </a:lnTo>
                <a:lnTo>
                  <a:pt x="454875" y="44178"/>
                </a:lnTo>
                <a:lnTo>
                  <a:pt x="455360" y="44455"/>
                </a:lnTo>
                <a:lnTo>
                  <a:pt x="455832" y="44748"/>
                </a:lnTo>
                <a:lnTo>
                  <a:pt x="456292" y="45056"/>
                </a:lnTo>
                <a:lnTo>
                  <a:pt x="456740" y="45378"/>
                </a:lnTo>
                <a:lnTo>
                  <a:pt x="457176" y="45716"/>
                </a:lnTo>
                <a:lnTo>
                  <a:pt x="457600" y="46069"/>
                </a:lnTo>
                <a:lnTo>
                  <a:pt x="458013" y="46434"/>
                </a:lnTo>
                <a:lnTo>
                  <a:pt x="458416" y="46811"/>
                </a:lnTo>
                <a:lnTo>
                  <a:pt x="458810" y="47199"/>
                </a:lnTo>
                <a:lnTo>
                  <a:pt x="459194" y="47597"/>
                </a:lnTo>
                <a:lnTo>
                  <a:pt x="459568" y="48007"/>
                </a:lnTo>
                <a:lnTo>
                  <a:pt x="459932" y="48428"/>
                </a:lnTo>
                <a:lnTo>
                  <a:pt x="460287" y="48859"/>
                </a:lnTo>
                <a:lnTo>
                  <a:pt x="460633" y="49302"/>
                </a:lnTo>
                <a:lnTo>
                  <a:pt x="460968" y="49755"/>
                </a:lnTo>
                <a:lnTo>
                  <a:pt x="461294" y="50220"/>
                </a:lnTo>
                <a:lnTo>
                  <a:pt x="461611" y="50696"/>
                </a:lnTo>
                <a:lnTo>
                  <a:pt x="461917" y="51182"/>
                </a:lnTo>
                <a:lnTo>
                  <a:pt x="462214" y="51680"/>
                </a:lnTo>
                <a:lnTo>
                  <a:pt x="462502" y="52188"/>
                </a:lnTo>
                <a:lnTo>
                  <a:pt x="462779" y="52708"/>
                </a:lnTo>
                <a:lnTo>
                  <a:pt x="463047" y="53238"/>
                </a:lnTo>
                <a:lnTo>
                  <a:pt x="463306" y="53780"/>
                </a:lnTo>
                <a:lnTo>
                  <a:pt x="463555" y="54332"/>
                </a:lnTo>
                <a:lnTo>
                  <a:pt x="463794" y="54896"/>
                </a:lnTo>
                <a:lnTo>
                  <a:pt x="464023" y="55470"/>
                </a:lnTo>
                <a:lnTo>
                  <a:pt x="464243" y="56056"/>
                </a:lnTo>
                <a:lnTo>
                  <a:pt x="464453" y="56652"/>
                </a:lnTo>
                <a:lnTo>
                  <a:pt x="464654" y="57260"/>
                </a:lnTo>
                <a:lnTo>
                  <a:pt x="464844" y="57878"/>
                </a:lnTo>
                <a:lnTo>
                  <a:pt x="465027" y="58506"/>
                </a:lnTo>
                <a:lnTo>
                  <a:pt x="465201" y="59140"/>
                </a:lnTo>
                <a:lnTo>
                  <a:pt x="465368" y="59782"/>
                </a:lnTo>
                <a:lnTo>
                  <a:pt x="465527" y="60430"/>
                </a:lnTo>
                <a:lnTo>
                  <a:pt x="465678" y="61086"/>
                </a:lnTo>
                <a:lnTo>
                  <a:pt x="465821" y="61749"/>
                </a:lnTo>
                <a:lnTo>
                  <a:pt x="465957" y="62419"/>
                </a:lnTo>
                <a:lnTo>
                  <a:pt x="466085" y="63096"/>
                </a:lnTo>
                <a:lnTo>
                  <a:pt x="466205" y="63780"/>
                </a:lnTo>
                <a:lnTo>
                  <a:pt x="466317" y="64472"/>
                </a:lnTo>
                <a:lnTo>
                  <a:pt x="466422" y="65170"/>
                </a:lnTo>
                <a:lnTo>
                  <a:pt x="466519" y="65876"/>
                </a:lnTo>
                <a:lnTo>
                  <a:pt x="466608" y="66588"/>
                </a:lnTo>
                <a:lnTo>
                  <a:pt x="466689" y="67308"/>
                </a:lnTo>
                <a:lnTo>
                  <a:pt x="466763" y="68035"/>
                </a:lnTo>
                <a:lnTo>
                  <a:pt x="466829" y="68769"/>
                </a:lnTo>
                <a:lnTo>
                  <a:pt x="466887" y="69511"/>
                </a:lnTo>
                <a:lnTo>
                  <a:pt x="466937" y="70259"/>
                </a:lnTo>
                <a:lnTo>
                  <a:pt x="466980" y="71014"/>
                </a:lnTo>
                <a:lnTo>
                  <a:pt x="467015" y="71777"/>
                </a:lnTo>
                <a:lnTo>
                  <a:pt x="467042" y="72547"/>
                </a:lnTo>
                <a:lnTo>
                  <a:pt x="467061" y="73323"/>
                </a:lnTo>
                <a:lnTo>
                  <a:pt x="467073" y="74107"/>
                </a:lnTo>
                <a:lnTo>
                  <a:pt x="467077" y="74898"/>
                </a:lnTo>
                <a:lnTo>
                  <a:pt x="467073" y="75689"/>
                </a:lnTo>
                <a:lnTo>
                  <a:pt x="467061" y="76473"/>
                </a:lnTo>
                <a:lnTo>
                  <a:pt x="467042" y="77249"/>
                </a:lnTo>
                <a:lnTo>
                  <a:pt x="467015" y="78017"/>
                </a:lnTo>
                <a:lnTo>
                  <a:pt x="466980" y="78779"/>
                </a:lnTo>
                <a:lnTo>
                  <a:pt x="466937" y="79532"/>
                </a:lnTo>
                <a:lnTo>
                  <a:pt x="466887" y="80279"/>
                </a:lnTo>
                <a:lnTo>
                  <a:pt x="466829" y="81018"/>
                </a:lnTo>
                <a:lnTo>
                  <a:pt x="466763" y="81749"/>
                </a:lnTo>
                <a:lnTo>
                  <a:pt x="466689" y="82473"/>
                </a:lnTo>
                <a:lnTo>
                  <a:pt x="466608" y="83190"/>
                </a:lnTo>
                <a:lnTo>
                  <a:pt x="466519" y="83899"/>
                </a:lnTo>
                <a:lnTo>
                  <a:pt x="466422" y="84601"/>
                </a:lnTo>
                <a:lnTo>
                  <a:pt x="466317" y="85296"/>
                </a:lnTo>
                <a:lnTo>
                  <a:pt x="466205" y="85983"/>
                </a:lnTo>
                <a:lnTo>
                  <a:pt x="466085" y="86662"/>
                </a:lnTo>
                <a:lnTo>
                  <a:pt x="465957" y="87334"/>
                </a:lnTo>
                <a:lnTo>
                  <a:pt x="465821" y="87999"/>
                </a:lnTo>
                <a:lnTo>
                  <a:pt x="465678" y="88656"/>
                </a:lnTo>
                <a:lnTo>
                  <a:pt x="465527" y="89306"/>
                </a:lnTo>
                <a:lnTo>
                  <a:pt x="465368" y="89949"/>
                </a:lnTo>
                <a:lnTo>
                  <a:pt x="465201" y="90584"/>
                </a:lnTo>
                <a:lnTo>
                  <a:pt x="465027" y="91211"/>
                </a:lnTo>
                <a:lnTo>
                  <a:pt x="464844" y="91832"/>
                </a:lnTo>
                <a:lnTo>
                  <a:pt x="464654" y="92442"/>
                </a:lnTo>
                <a:lnTo>
                  <a:pt x="464453" y="93042"/>
                </a:lnTo>
                <a:lnTo>
                  <a:pt x="464243" y="93632"/>
                </a:lnTo>
                <a:lnTo>
                  <a:pt x="464023" y="94210"/>
                </a:lnTo>
                <a:lnTo>
                  <a:pt x="463794" y="94778"/>
                </a:lnTo>
                <a:lnTo>
                  <a:pt x="463555" y="95334"/>
                </a:lnTo>
                <a:lnTo>
                  <a:pt x="463306" y="95880"/>
                </a:lnTo>
                <a:lnTo>
                  <a:pt x="463047" y="96415"/>
                </a:lnTo>
                <a:lnTo>
                  <a:pt x="462779" y="96940"/>
                </a:lnTo>
                <a:lnTo>
                  <a:pt x="462502" y="97453"/>
                </a:lnTo>
                <a:lnTo>
                  <a:pt x="462214" y="97956"/>
                </a:lnTo>
                <a:lnTo>
                  <a:pt x="461917" y="98447"/>
                </a:lnTo>
                <a:lnTo>
                  <a:pt x="461611" y="98928"/>
                </a:lnTo>
                <a:lnTo>
                  <a:pt x="461294" y="99398"/>
                </a:lnTo>
                <a:lnTo>
                  <a:pt x="460968" y="99858"/>
                </a:lnTo>
                <a:lnTo>
                  <a:pt x="460633" y="100306"/>
                </a:lnTo>
                <a:lnTo>
                  <a:pt x="460287" y="100744"/>
                </a:lnTo>
                <a:lnTo>
                  <a:pt x="459932" y="101171"/>
                </a:lnTo>
                <a:lnTo>
                  <a:pt x="459568" y="101587"/>
                </a:lnTo>
                <a:lnTo>
                  <a:pt x="459194" y="101992"/>
                </a:lnTo>
                <a:lnTo>
                  <a:pt x="458810" y="102386"/>
                </a:lnTo>
                <a:lnTo>
                  <a:pt x="458416" y="102770"/>
                </a:lnTo>
                <a:lnTo>
                  <a:pt x="458013" y="103142"/>
                </a:lnTo>
                <a:lnTo>
                  <a:pt x="457600" y="103504"/>
                </a:lnTo>
                <a:lnTo>
                  <a:pt x="457176" y="103853"/>
                </a:lnTo>
                <a:lnTo>
                  <a:pt x="456740" y="104187"/>
                </a:lnTo>
                <a:lnTo>
                  <a:pt x="456292" y="104507"/>
                </a:lnTo>
                <a:lnTo>
                  <a:pt x="455832" y="104811"/>
                </a:lnTo>
                <a:lnTo>
                  <a:pt x="455360" y="105101"/>
                </a:lnTo>
                <a:lnTo>
                  <a:pt x="454875" y="105376"/>
                </a:lnTo>
                <a:lnTo>
                  <a:pt x="454379" y="105635"/>
                </a:lnTo>
                <a:lnTo>
                  <a:pt x="453870" y="105881"/>
                </a:lnTo>
                <a:lnTo>
                  <a:pt x="453349" y="106111"/>
                </a:lnTo>
                <a:lnTo>
                  <a:pt x="452816" y="106326"/>
                </a:lnTo>
                <a:lnTo>
                  <a:pt x="452271" y="106527"/>
                </a:lnTo>
                <a:lnTo>
                  <a:pt x="451714" y="106712"/>
                </a:lnTo>
                <a:lnTo>
                  <a:pt x="451145" y="106883"/>
                </a:lnTo>
                <a:lnTo>
                  <a:pt x="450563" y="107039"/>
                </a:lnTo>
                <a:lnTo>
                  <a:pt x="449969" y="107180"/>
                </a:lnTo>
                <a:lnTo>
                  <a:pt x="449363" y="107306"/>
                </a:lnTo>
                <a:lnTo>
                  <a:pt x="448746" y="107418"/>
                </a:lnTo>
                <a:lnTo>
                  <a:pt x="448115" y="107514"/>
                </a:lnTo>
                <a:lnTo>
                  <a:pt x="447473" y="107596"/>
                </a:lnTo>
                <a:lnTo>
                  <a:pt x="446819" y="107663"/>
                </a:lnTo>
                <a:lnTo>
                  <a:pt x="446152" y="107715"/>
                </a:lnTo>
                <a:lnTo>
                  <a:pt x="445474" y="107752"/>
                </a:lnTo>
                <a:lnTo>
                  <a:pt x="444783" y="107774"/>
                </a:lnTo>
                <a:lnTo>
                  <a:pt x="444080" y="107782"/>
                </a:lnTo>
                <a:lnTo>
                  <a:pt x="443418" y="107774"/>
                </a:lnTo>
                <a:lnTo>
                  <a:pt x="442768" y="107752"/>
                </a:lnTo>
                <a:lnTo>
                  <a:pt x="442128" y="107715"/>
                </a:lnTo>
                <a:lnTo>
                  <a:pt x="441499" y="107663"/>
                </a:lnTo>
                <a:close/>
                <a:moveTo>
                  <a:pt x="526979" y="118873"/>
                </a:moveTo>
                <a:lnTo>
                  <a:pt x="527540" y="118851"/>
                </a:lnTo>
                <a:lnTo>
                  <a:pt x="528097" y="118823"/>
                </a:lnTo>
                <a:lnTo>
                  <a:pt x="528651" y="118790"/>
                </a:lnTo>
                <a:lnTo>
                  <a:pt x="529201" y="118751"/>
                </a:lnTo>
                <a:lnTo>
                  <a:pt x="529748" y="118708"/>
                </a:lnTo>
                <a:lnTo>
                  <a:pt x="530292" y="118660"/>
                </a:lnTo>
                <a:lnTo>
                  <a:pt x="530832" y="118607"/>
                </a:lnTo>
                <a:lnTo>
                  <a:pt x="531369" y="118548"/>
                </a:lnTo>
                <a:lnTo>
                  <a:pt x="531903" y="118485"/>
                </a:lnTo>
                <a:lnTo>
                  <a:pt x="532433" y="118416"/>
                </a:lnTo>
                <a:lnTo>
                  <a:pt x="532960" y="118343"/>
                </a:lnTo>
                <a:lnTo>
                  <a:pt x="533483" y="118264"/>
                </a:lnTo>
                <a:lnTo>
                  <a:pt x="534003" y="118180"/>
                </a:lnTo>
                <a:lnTo>
                  <a:pt x="534520" y="118091"/>
                </a:lnTo>
                <a:lnTo>
                  <a:pt x="535034" y="117997"/>
                </a:lnTo>
                <a:lnTo>
                  <a:pt x="535544" y="117898"/>
                </a:lnTo>
                <a:lnTo>
                  <a:pt x="536050" y="117794"/>
                </a:lnTo>
                <a:lnTo>
                  <a:pt x="536554" y="117685"/>
                </a:lnTo>
                <a:lnTo>
                  <a:pt x="537054" y="117571"/>
                </a:lnTo>
                <a:lnTo>
                  <a:pt x="537550" y="117451"/>
                </a:lnTo>
                <a:lnTo>
                  <a:pt x="538042" y="117327"/>
                </a:lnTo>
                <a:lnTo>
                  <a:pt x="538529" y="117197"/>
                </a:lnTo>
                <a:lnTo>
                  <a:pt x="539011" y="117061"/>
                </a:lnTo>
                <a:lnTo>
                  <a:pt x="539488" y="116920"/>
                </a:lnTo>
                <a:lnTo>
                  <a:pt x="539959" y="116774"/>
                </a:lnTo>
                <a:lnTo>
                  <a:pt x="540425" y="116622"/>
                </a:lnTo>
                <a:lnTo>
                  <a:pt x="540885" y="116464"/>
                </a:lnTo>
                <a:lnTo>
                  <a:pt x="541341" y="116301"/>
                </a:lnTo>
                <a:lnTo>
                  <a:pt x="541791" y="116132"/>
                </a:lnTo>
                <a:lnTo>
                  <a:pt x="542236" y="115958"/>
                </a:lnTo>
                <a:lnTo>
                  <a:pt x="542675" y="115778"/>
                </a:lnTo>
                <a:lnTo>
                  <a:pt x="543110" y="115593"/>
                </a:lnTo>
                <a:lnTo>
                  <a:pt x="543539" y="115402"/>
                </a:lnTo>
                <a:lnTo>
                  <a:pt x="543963" y="115205"/>
                </a:lnTo>
                <a:lnTo>
                  <a:pt x="544381" y="115003"/>
                </a:lnTo>
                <a:lnTo>
                  <a:pt x="544795" y="114796"/>
                </a:lnTo>
                <a:lnTo>
                  <a:pt x="545203" y="114583"/>
                </a:lnTo>
                <a:lnTo>
                  <a:pt x="545605" y="114364"/>
                </a:lnTo>
                <a:lnTo>
                  <a:pt x="546003" y="114140"/>
                </a:lnTo>
                <a:lnTo>
                  <a:pt x="546395" y="113911"/>
                </a:lnTo>
                <a:lnTo>
                  <a:pt x="546782" y="113675"/>
                </a:lnTo>
                <a:lnTo>
                  <a:pt x="547164" y="113435"/>
                </a:lnTo>
                <a:lnTo>
                  <a:pt x="547540" y="113188"/>
                </a:lnTo>
                <a:lnTo>
                  <a:pt x="547911" y="112937"/>
                </a:lnTo>
                <a:lnTo>
                  <a:pt x="548276" y="112679"/>
                </a:lnTo>
                <a:lnTo>
                  <a:pt x="548635" y="112416"/>
                </a:lnTo>
                <a:lnTo>
                  <a:pt x="548986" y="112146"/>
                </a:lnTo>
                <a:lnTo>
                  <a:pt x="549331" y="111871"/>
                </a:lnTo>
                <a:lnTo>
                  <a:pt x="549668" y="111589"/>
                </a:lnTo>
                <a:lnTo>
                  <a:pt x="549999" y="111301"/>
                </a:lnTo>
                <a:lnTo>
                  <a:pt x="550323" y="111008"/>
                </a:lnTo>
                <a:lnTo>
                  <a:pt x="550640" y="110708"/>
                </a:lnTo>
                <a:lnTo>
                  <a:pt x="550950" y="110403"/>
                </a:lnTo>
                <a:lnTo>
                  <a:pt x="551253" y="110092"/>
                </a:lnTo>
                <a:lnTo>
                  <a:pt x="551549" y="109774"/>
                </a:lnTo>
                <a:lnTo>
                  <a:pt x="551839" y="109451"/>
                </a:lnTo>
                <a:lnTo>
                  <a:pt x="552122" y="109121"/>
                </a:lnTo>
                <a:lnTo>
                  <a:pt x="552397" y="108786"/>
                </a:lnTo>
                <a:lnTo>
                  <a:pt x="552666" y="108444"/>
                </a:lnTo>
                <a:lnTo>
                  <a:pt x="552928" y="108097"/>
                </a:lnTo>
                <a:lnTo>
                  <a:pt x="553183" y="107743"/>
                </a:lnTo>
                <a:lnTo>
                  <a:pt x="553432" y="107384"/>
                </a:lnTo>
                <a:lnTo>
                  <a:pt x="553673" y="107018"/>
                </a:lnTo>
                <a:lnTo>
                  <a:pt x="553907" y="106647"/>
                </a:lnTo>
                <a:lnTo>
                  <a:pt x="554135" y="106270"/>
                </a:lnTo>
                <a:lnTo>
                  <a:pt x="554356" y="105886"/>
                </a:lnTo>
                <a:lnTo>
                  <a:pt x="554570" y="105497"/>
                </a:lnTo>
                <a:lnTo>
                  <a:pt x="554777" y="105101"/>
                </a:lnTo>
                <a:lnTo>
                  <a:pt x="554976" y="104700"/>
                </a:lnTo>
                <a:lnTo>
                  <a:pt x="555167" y="104292"/>
                </a:lnTo>
                <a:lnTo>
                  <a:pt x="555349" y="103878"/>
                </a:lnTo>
                <a:lnTo>
                  <a:pt x="555523" y="103458"/>
                </a:lnTo>
                <a:lnTo>
                  <a:pt x="555689" y="103031"/>
                </a:lnTo>
                <a:lnTo>
                  <a:pt x="555845" y="102599"/>
                </a:lnTo>
                <a:lnTo>
                  <a:pt x="555994" y="102161"/>
                </a:lnTo>
                <a:lnTo>
                  <a:pt x="556134" y="101716"/>
                </a:lnTo>
                <a:lnTo>
                  <a:pt x="556265" y="101265"/>
                </a:lnTo>
                <a:lnTo>
                  <a:pt x="556388" y="100808"/>
                </a:lnTo>
                <a:lnTo>
                  <a:pt x="556503" y="100345"/>
                </a:lnTo>
                <a:lnTo>
                  <a:pt x="556609" y="99876"/>
                </a:lnTo>
                <a:lnTo>
                  <a:pt x="556706" y="99400"/>
                </a:lnTo>
                <a:lnTo>
                  <a:pt x="556795" y="98919"/>
                </a:lnTo>
                <a:lnTo>
                  <a:pt x="556876" y="98431"/>
                </a:lnTo>
                <a:lnTo>
                  <a:pt x="556948" y="97937"/>
                </a:lnTo>
                <a:lnTo>
                  <a:pt x="557012" y="97437"/>
                </a:lnTo>
                <a:lnTo>
                  <a:pt x="557067" y="96931"/>
                </a:lnTo>
                <a:lnTo>
                  <a:pt x="557114" y="96419"/>
                </a:lnTo>
                <a:lnTo>
                  <a:pt x="557152" y="95901"/>
                </a:lnTo>
                <a:lnTo>
                  <a:pt x="557181" y="95376"/>
                </a:lnTo>
                <a:lnTo>
                  <a:pt x="557203" y="94846"/>
                </a:lnTo>
                <a:lnTo>
                  <a:pt x="557215" y="94309"/>
                </a:lnTo>
                <a:lnTo>
                  <a:pt x="557220" y="93766"/>
                </a:lnTo>
                <a:lnTo>
                  <a:pt x="557214" y="93107"/>
                </a:lnTo>
                <a:lnTo>
                  <a:pt x="557198" y="92458"/>
                </a:lnTo>
                <a:lnTo>
                  <a:pt x="557170" y="91819"/>
                </a:lnTo>
                <a:lnTo>
                  <a:pt x="557132" y="91191"/>
                </a:lnTo>
                <a:lnTo>
                  <a:pt x="557082" y="90572"/>
                </a:lnTo>
                <a:lnTo>
                  <a:pt x="557022" y="89964"/>
                </a:lnTo>
                <a:lnTo>
                  <a:pt x="556951" y="89366"/>
                </a:lnTo>
                <a:lnTo>
                  <a:pt x="556869" y="88778"/>
                </a:lnTo>
                <a:lnTo>
                  <a:pt x="556775" y="88200"/>
                </a:lnTo>
                <a:lnTo>
                  <a:pt x="556671" y="87632"/>
                </a:lnTo>
                <a:lnTo>
                  <a:pt x="556556" y="87074"/>
                </a:lnTo>
                <a:lnTo>
                  <a:pt x="556430" y="86527"/>
                </a:lnTo>
                <a:lnTo>
                  <a:pt x="556293" y="85990"/>
                </a:lnTo>
                <a:lnTo>
                  <a:pt x="556145" y="85462"/>
                </a:lnTo>
                <a:lnTo>
                  <a:pt x="555986" y="84945"/>
                </a:lnTo>
                <a:lnTo>
                  <a:pt x="555816" y="84439"/>
                </a:lnTo>
                <a:lnTo>
                  <a:pt x="555635" y="83942"/>
                </a:lnTo>
                <a:lnTo>
                  <a:pt x="555443" y="83455"/>
                </a:lnTo>
                <a:lnTo>
                  <a:pt x="555240" y="82979"/>
                </a:lnTo>
                <a:lnTo>
                  <a:pt x="555026" y="82513"/>
                </a:lnTo>
                <a:lnTo>
                  <a:pt x="554801" y="82057"/>
                </a:lnTo>
                <a:lnTo>
                  <a:pt x="554565" y="81611"/>
                </a:lnTo>
                <a:lnTo>
                  <a:pt x="554318" y="81175"/>
                </a:lnTo>
                <a:lnTo>
                  <a:pt x="554061" y="80749"/>
                </a:lnTo>
                <a:lnTo>
                  <a:pt x="553792" y="80332"/>
                </a:lnTo>
                <a:lnTo>
                  <a:pt x="553513" y="79921"/>
                </a:lnTo>
                <a:lnTo>
                  <a:pt x="553224" y="79516"/>
                </a:lnTo>
                <a:lnTo>
                  <a:pt x="552923" y="79118"/>
                </a:lnTo>
                <a:lnTo>
                  <a:pt x="552613" y="78726"/>
                </a:lnTo>
                <a:lnTo>
                  <a:pt x="552292" y="78341"/>
                </a:lnTo>
                <a:lnTo>
                  <a:pt x="551960" y="77962"/>
                </a:lnTo>
                <a:lnTo>
                  <a:pt x="551618" y="77590"/>
                </a:lnTo>
                <a:lnTo>
                  <a:pt x="551265" y="77224"/>
                </a:lnTo>
                <a:lnTo>
                  <a:pt x="550902" y="76865"/>
                </a:lnTo>
                <a:lnTo>
                  <a:pt x="550528" y="76512"/>
                </a:lnTo>
                <a:lnTo>
                  <a:pt x="550144" y="76165"/>
                </a:lnTo>
                <a:lnTo>
                  <a:pt x="549749" y="75826"/>
                </a:lnTo>
                <a:lnTo>
                  <a:pt x="549343" y="75492"/>
                </a:lnTo>
                <a:lnTo>
                  <a:pt x="548927" y="75165"/>
                </a:lnTo>
                <a:lnTo>
                  <a:pt x="548501" y="74845"/>
                </a:lnTo>
                <a:lnTo>
                  <a:pt x="548064" y="74530"/>
                </a:lnTo>
                <a:lnTo>
                  <a:pt x="547617" y="74223"/>
                </a:lnTo>
                <a:lnTo>
                  <a:pt x="547158" y="73922"/>
                </a:lnTo>
                <a:lnTo>
                  <a:pt x="546690" y="73627"/>
                </a:lnTo>
                <a:lnTo>
                  <a:pt x="546211" y="73339"/>
                </a:lnTo>
                <a:lnTo>
                  <a:pt x="545721" y="73057"/>
                </a:lnTo>
                <a:lnTo>
                  <a:pt x="545221" y="72782"/>
                </a:lnTo>
                <a:lnTo>
                  <a:pt x="544710" y="72513"/>
                </a:lnTo>
                <a:lnTo>
                  <a:pt x="544189" y="72249"/>
                </a:lnTo>
                <a:lnTo>
                  <a:pt x="543657" y="71988"/>
                </a:lnTo>
                <a:lnTo>
                  <a:pt x="543114" y="71730"/>
                </a:lnTo>
                <a:lnTo>
                  <a:pt x="542561" y="71475"/>
                </a:lnTo>
                <a:lnTo>
                  <a:pt x="541997" y="71223"/>
                </a:lnTo>
                <a:lnTo>
                  <a:pt x="541422" y="70974"/>
                </a:lnTo>
                <a:lnTo>
                  <a:pt x="540837" y="70728"/>
                </a:lnTo>
                <a:lnTo>
                  <a:pt x="540241" y="70486"/>
                </a:lnTo>
                <a:lnTo>
                  <a:pt x="539634" y="70246"/>
                </a:lnTo>
                <a:lnTo>
                  <a:pt x="539017" y="70010"/>
                </a:lnTo>
                <a:lnTo>
                  <a:pt x="538389" y="69776"/>
                </a:lnTo>
                <a:lnTo>
                  <a:pt x="537750" y="69546"/>
                </a:lnTo>
                <a:lnTo>
                  <a:pt x="537101" y="69318"/>
                </a:lnTo>
                <a:lnTo>
                  <a:pt x="536441" y="69094"/>
                </a:lnTo>
                <a:lnTo>
                  <a:pt x="535770" y="68873"/>
                </a:lnTo>
                <a:lnTo>
                  <a:pt x="535088" y="68655"/>
                </a:lnTo>
                <a:lnTo>
                  <a:pt x="534396" y="68440"/>
                </a:lnTo>
                <a:lnTo>
                  <a:pt x="533694" y="68228"/>
                </a:lnTo>
                <a:lnTo>
                  <a:pt x="532980" y="68019"/>
                </a:lnTo>
                <a:lnTo>
                  <a:pt x="532256" y="67813"/>
                </a:lnTo>
                <a:lnTo>
                  <a:pt x="531521" y="67611"/>
                </a:lnTo>
                <a:lnTo>
                  <a:pt x="530776" y="67411"/>
                </a:lnTo>
                <a:lnTo>
                  <a:pt x="530020" y="67214"/>
                </a:lnTo>
                <a:lnTo>
                  <a:pt x="529253" y="67021"/>
                </a:lnTo>
                <a:lnTo>
                  <a:pt x="528564" y="66844"/>
                </a:lnTo>
                <a:lnTo>
                  <a:pt x="527886" y="66668"/>
                </a:lnTo>
                <a:lnTo>
                  <a:pt x="527220" y="66493"/>
                </a:lnTo>
                <a:lnTo>
                  <a:pt x="526566" y="66319"/>
                </a:lnTo>
                <a:lnTo>
                  <a:pt x="525924" y="66145"/>
                </a:lnTo>
                <a:lnTo>
                  <a:pt x="525294" y="65973"/>
                </a:lnTo>
                <a:lnTo>
                  <a:pt x="524675" y="65801"/>
                </a:lnTo>
                <a:lnTo>
                  <a:pt x="524067" y="65629"/>
                </a:lnTo>
                <a:lnTo>
                  <a:pt x="523472" y="65459"/>
                </a:lnTo>
                <a:lnTo>
                  <a:pt x="522888" y="65289"/>
                </a:lnTo>
                <a:lnTo>
                  <a:pt x="522316" y="65120"/>
                </a:lnTo>
                <a:lnTo>
                  <a:pt x="521756" y="64952"/>
                </a:lnTo>
                <a:lnTo>
                  <a:pt x="521207" y="64785"/>
                </a:lnTo>
                <a:lnTo>
                  <a:pt x="520670" y="64618"/>
                </a:lnTo>
                <a:lnTo>
                  <a:pt x="520145" y="64452"/>
                </a:lnTo>
                <a:lnTo>
                  <a:pt x="519631" y="64287"/>
                </a:lnTo>
                <a:lnTo>
                  <a:pt x="519129" y="64123"/>
                </a:lnTo>
                <a:lnTo>
                  <a:pt x="518639" y="63959"/>
                </a:lnTo>
                <a:lnTo>
                  <a:pt x="518160" y="63796"/>
                </a:lnTo>
                <a:lnTo>
                  <a:pt x="517693" y="63634"/>
                </a:lnTo>
                <a:lnTo>
                  <a:pt x="517238" y="63473"/>
                </a:lnTo>
                <a:lnTo>
                  <a:pt x="516795" y="63313"/>
                </a:lnTo>
                <a:lnTo>
                  <a:pt x="516363" y="63153"/>
                </a:lnTo>
                <a:lnTo>
                  <a:pt x="515943" y="62994"/>
                </a:lnTo>
                <a:lnTo>
                  <a:pt x="515534" y="62834"/>
                </a:lnTo>
                <a:lnTo>
                  <a:pt x="515135" y="62673"/>
                </a:lnTo>
                <a:lnTo>
                  <a:pt x="514745" y="62510"/>
                </a:lnTo>
                <a:lnTo>
                  <a:pt x="514366" y="62345"/>
                </a:lnTo>
                <a:lnTo>
                  <a:pt x="513997" y="62179"/>
                </a:lnTo>
                <a:lnTo>
                  <a:pt x="513637" y="62011"/>
                </a:lnTo>
                <a:lnTo>
                  <a:pt x="513288" y="61841"/>
                </a:lnTo>
                <a:lnTo>
                  <a:pt x="512948" y="61670"/>
                </a:lnTo>
                <a:lnTo>
                  <a:pt x="512618" y="61497"/>
                </a:lnTo>
                <a:lnTo>
                  <a:pt x="512299" y="61322"/>
                </a:lnTo>
                <a:lnTo>
                  <a:pt x="511989" y="61145"/>
                </a:lnTo>
                <a:lnTo>
                  <a:pt x="511689" y="60967"/>
                </a:lnTo>
                <a:lnTo>
                  <a:pt x="511399" y="60787"/>
                </a:lnTo>
                <a:lnTo>
                  <a:pt x="511119" y="60606"/>
                </a:lnTo>
                <a:lnTo>
                  <a:pt x="510849" y="60423"/>
                </a:lnTo>
                <a:lnTo>
                  <a:pt x="510589" y="60238"/>
                </a:lnTo>
                <a:lnTo>
                  <a:pt x="510339" y="60051"/>
                </a:lnTo>
                <a:lnTo>
                  <a:pt x="510099" y="59863"/>
                </a:lnTo>
                <a:lnTo>
                  <a:pt x="509869" y="59673"/>
                </a:lnTo>
                <a:lnTo>
                  <a:pt x="509649" y="59481"/>
                </a:lnTo>
                <a:lnTo>
                  <a:pt x="509438" y="59288"/>
                </a:lnTo>
                <a:lnTo>
                  <a:pt x="509238" y="59093"/>
                </a:lnTo>
                <a:lnTo>
                  <a:pt x="509048" y="58896"/>
                </a:lnTo>
                <a:lnTo>
                  <a:pt x="508867" y="58698"/>
                </a:lnTo>
                <a:lnTo>
                  <a:pt x="508695" y="58497"/>
                </a:lnTo>
                <a:lnTo>
                  <a:pt x="508531" y="58292"/>
                </a:lnTo>
                <a:lnTo>
                  <a:pt x="508374" y="58083"/>
                </a:lnTo>
                <a:lnTo>
                  <a:pt x="508224" y="57871"/>
                </a:lnTo>
                <a:lnTo>
                  <a:pt x="508081" y="57655"/>
                </a:lnTo>
                <a:lnTo>
                  <a:pt x="507946" y="57435"/>
                </a:lnTo>
                <a:lnTo>
                  <a:pt x="507818" y="57212"/>
                </a:lnTo>
                <a:lnTo>
                  <a:pt x="507697" y="56985"/>
                </a:lnTo>
                <a:lnTo>
                  <a:pt x="507584" y="56754"/>
                </a:lnTo>
                <a:lnTo>
                  <a:pt x="507478" y="56520"/>
                </a:lnTo>
                <a:lnTo>
                  <a:pt x="507379" y="56282"/>
                </a:lnTo>
                <a:lnTo>
                  <a:pt x="507288" y="56040"/>
                </a:lnTo>
                <a:lnTo>
                  <a:pt x="507204" y="55795"/>
                </a:lnTo>
                <a:lnTo>
                  <a:pt x="507127" y="55546"/>
                </a:lnTo>
                <a:lnTo>
                  <a:pt x="507057" y="55293"/>
                </a:lnTo>
                <a:lnTo>
                  <a:pt x="506995" y="55036"/>
                </a:lnTo>
                <a:lnTo>
                  <a:pt x="506940" y="54776"/>
                </a:lnTo>
                <a:lnTo>
                  <a:pt x="506893" y="54512"/>
                </a:lnTo>
                <a:lnTo>
                  <a:pt x="506853" y="54245"/>
                </a:lnTo>
                <a:lnTo>
                  <a:pt x="506820" y="53974"/>
                </a:lnTo>
                <a:lnTo>
                  <a:pt x="506794" y="53699"/>
                </a:lnTo>
                <a:lnTo>
                  <a:pt x="506776" y="53420"/>
                </a:lnTo>
                <a:lnTo>
                  <a:pt x="506765" y="53138"/>
                </a:lnTo>
                <a:lnTo>
                  <a:pt x="506761" y="52852"/>
                </a:lnTo>
                <a:lnTo>
                  <a:pt x="506769" y="52348"/>
                </a:lnTo>
                <a:lnTo>
                  <a:pt x="506794" y="51855"/>
                </a:lnTo>
                <a:lnTo>
                  <a:pt x="506835" y="51374"/>
                </a:lnTo>
                <a:lnTo>
                  <a:pt x="506892" y="50904"/>
                </a:lnTo>
                <a:lnTo>
                  <a:pt x="506966" y="50444"/>
                </a:lnTo>
                <a:lnTo>
                  <a:pt x="507056" y="49997"/>
                </a:lnTo>
                <a:lnTo>
                  <a:pt x="507163" y="49560"/>
                </a:lnTo>
                <a:lnTo>
                  <a:pt x="507285" y="49135"/>
                </a:lnTo>
                <a:lnTo>
                  <a:pt x="507425" y="48721"/>
                </a:lnTo>
                <a:lnTo>
                  <a:pt x="507580" y="48318"/>
                </a:lnTo>
                <a:lnTo>
                  <a:pt x="507752" y="47927"/>
                </a:lnTo>
                <a:lnTo>
                  <a:pt x="507941" y="47546"/>
                </a:lnTo>
                <a:lnTo>
                  <a:pt x="508145" y="47178"/>
                </a:lnTo>
                <a:lnTo>
                  <a:pt x="508366" y="46820"/>
                </a:lnTo>
                <a:lnTo>
                  <a:pt x="508604" y="46473"/>
                </a:lnTo>
                <a:lnTo>
                  <a:pt x="508858" y="46138"/>
                </a:lnTo>
                <a:lnTo>
                  <a:pt x="509128" y="45814"/>
                </a:lnTo>
                <a:lnTo>
                  <a:pt x="509415" y="45502"/>
                </a:lnTo>
                <a:lnTo>
                  <a:pt x="509718" y="45200"/>
                </a:lnTo>
                <a:lnTo>
                  <a:pt x="510037" y="44910"/>
                </a:lnTo>
                <a:lnTo>
                  <a:pt x="510373" y="44632"/>
                </a:lnTo>
                <a:lnTo>
                  <a:pt x="510725" y="44364"/>
                </a:lnTo>
                <a:lnTo>
                  <a:pt x="511094" y="44108"/>
                </a:lnTo>
                <a:lnTo>
                  <a:pt x="511479" y="43863"/>
                </a:lnTo>
                <a:lnTo>
                  <a:pt x="511877" y="43628"/>
                </a:lnTo>
                <a:lnTo>
                  <a:pt x="512285" y="43403"/>
                </a:lnTo>
                <a:lnTo>
                  <a:pt x="512703" y="43189"/>
                </a:lnTo>
                <a:lnTo>
                  <a:pt x="513131" y="42984"/>
                </a:lnTo>
                <a:lnTo>
                  <a:pt x="513568" y="42789"/>
                </a:lnTo>
                <a:lnTo>
                  <a:pt x="514016" y="42605"/>
                </a:lnTo>
                <a:lnTo>
                  <a:pt x="514474" y="42430"/>
                </a:lnTo>
                <a:lnTo>
                  <a:pt x="514942" y="42265"/>
                </a:lnTo>
                <a:lnTo>
                  <a:pt x="515419" y="42111"/>
                </a:lnTo>
                <a:lnTo>
                  <a:pt x="515907" y="41966"/>
                </a:lnTo>
                <a:lnTo>
                  <a:pt x="516404" y="41831"/>
                </a:lnTo>
                <a:lnTo>
                  <a:pt x="516912" y="41706"/>
                </a:lnTo>
                <a:lnTo>
                  <a:pt x="517429" y="41591"/>
                </a:lnTo>
                <a:lnTo>
                  <a:pt x="517957" y="41487"/>
                </a:lnTo>
                <a:lnTo>
                  <a:pt x="518494" y="41392"/>
                </a:lnTo>
                <a:lnTo>
                  <a:pt x="519041" y="41307"/>
                </a:lnTo>
                <a:lnTo>
                  <a:pt x="519598" y="41232"/>
                </a:lnTo>
                <a:lnTo>
                  <a:pt x="520166" y="41167"/>
                </a:lnTo>
                <a:lnTo>
                  <a:pt x="520743" y="41112"/>
                </a:lnTo>
                <a:lnTo>
                  <a:pt x="521330" y="41067"/>
                </a:lnTo>
                <a:lnTo>
                  <a:pt x="521927" y="41032"/>
                </a:lnTo>
                <a:lnTo>
                  <a:pt x="522534" y="41007"/>
                </a:lnTo>
                <a:lnTo>
                  <a:pt x="523150" y="40992"/>
                </a:lnTo>
                <a:lnTo>
                  <a:pt x="523777" y="40987"/>
                </a:lnTo>
                <a:lnTo>
                  <a:pt x="524405" y="40994"/>
                </a:lnTo>
                <a:lnTo>
                  <a:pt x="525024" y="41014"/>
                </a:lnTo>
                <a:lnTo>
                  <a:pt x="525635" y="41048"/>
                </a:lnTo>
                <a:lnTo>
                  <a:pt x="526238" y="41095"/>
                </a:lnTo>
                <a:lnTo>
                  <a:pt x="526832" y="41156"/>
                </a:lnTo>
                <a:lnTo>
                  <a:pt x="527418" y="41230"/>
                </a:lnTo>
                <a:lnTo>
                  <a:pt x="527995" y="41318"/>
                </a:lnTo>
                <a:lnTo>
                  <a:pt x="528565" y="41419"/>
                </a:lnTo>
                <a:lnTo>
                  <a:pt x="529126" y="41534"/>
                </a:lnTo>
                <a:lnTo>
                  <a:pt x="529678" y="41662"/>
                </a:lnTo>
                <a:lnTo>
                  <a:pt x="530223" y="41803"/>
                </a:lnTo>
                <a:lnTo>
                  <a:pt x="530758" y="41959"/>
                </a:lnTo>
                <a:lnTo>
                  <a:pt x="531286" y="42127"/>
                </a:lnTo>
                <a:lnTo>
                  <a:pt x="531805" y="42309"/>
                </a:lnTo>
                <a:lnTo>
                  <a:pt x="532316" y="42505"/>
                </a:lnTo>
                <a:lnTo>
                  <a:pt x="532819" y="42714"/>
                </a:lnTo>
                <a:lnTo>
                  <a:pt x="533313" y="42936"/>
                </a:lnTo>
                <a:lnTo>
                  <a:pt x="533799" y="43173"/>
                </a:lnTo>
                <a:lnTo>
                  <a:pt x="534276" y="43422"/>
                </a:lnTo>
                <a:lnTo>
                  <a:pt x="534746" y="43685"/>
                </a:lnTo>
                <a:lnTo>
                  <a:pt x="535207" y="43962"/>
                </a:lnTo>
                <a:lnTo>
                  <a:pt x="535659" y="44252"/>
                </a:lnTo>
                <a:lnTo>
                  <a:pt x="536103" y="44555"/>
                </a:lnTo>
                <a:lnTo>
                  <a:pt x="536539" y="44872"/>
                </a:lnTo>
                <a:lnTo>
                  <a:pt x="536962" y="45205"/>
                </a:lnTo>
                <a:lnTo>
                  <a:pt x="537367" y="45557"/>
                </a:lnTo>
                <a:lnTo>
                  <a:pt x="537753" y="45927"/>
                </a:lnTo>
                <a:lnTo>
                  <a:pt x="538122" y="46316"/>
                </a:lnTo>
                <a:lnTo>
                  <a:pt x="538473" y="46723"/>
                </a:lnTo>
                <a:lnTo>
                  <a:pt x="538806" y="47149"/>
                </a:lnTo>
                <a:lnTo>
                  <a:pt x="539121" y="47593"/>
                </a:lnTo>
                <a:lnTo>
                  <a:pt x="539417" y="48056"/>
                </a:lnTo>
                <a:lnTo>
                  <a:pt x="539696" y="48538"/>
                </a:lnTo>
                <a:lnTo>
                  <a:pt x="539957" y="49038"/>
                </a:lnTo>
                <a:lnTo>
                  <a:pt x="540200" y="49556"/>
                </a:lnTo>
                <a:lnTo>
                  <a:pt x="540425" y="50094"/>
                </a:lnTo>
                <a:lnTo>
                  <a:pt x="540632" y="50650"/>
                </a:lnTo>
                <a:lnTo>
                  <a:pt x="540820" y="51224"/>
                </a:lnTo>
                <a:lnTo>
                  <a:pt x="540991" y="51817"/>
                </a:lnTo>
                <a:lnTo>
                  <a:pt x="541144" y="52428"/>
                </a:lnTo>
                <a:lnTo>
                  <a:pt x="541279" y="53058"/>
                </a:lnTo>
                <a:lnTo>
                  <a:pt x="541396" y="53707"/>
                </a:lnTo>
                <a:lnTo>
                  <a:pt x="541495" y="54374"/>
                </a:lnTo>
                <a:lnTo>
                  <a:pt x="541576" y="55060"/>
                </a:lnTo>
                <a:lnTo>
                  <a:pt x="541639" y="55765"/>
                </a:lnTo>
                <a:lnTo>
                  <a:pt x="541684" y="56487"/>
                </a:lnTo>
                <a:lnTo>
                  <a:pt x="541711" y="57229"/>
                </a:lnTo>
                <a:lnTo>
                  <a:pt x="541720" y="57989"/>
                </a:lnTo>
                <a:lnTo>
                  <a:pt x="555366" y="57989"/>
                </a:lnTo>
                <a:lnTo>
                  <a:pt x="555362" y="57387"/>
                </a:lnTo>
                <a:lnTo>
                  <a:pt x="555349" y="56793"/>
                </a:lnTo>
                <a:lnTo>
                  <a:pt x="555328" y="56205"/>
                </a:lnTo>
                <a:lnTo>
                  <a:pt x="555297" y="55624"/>
                </a:lnTo>
                <a:lnTo>
                  <a:pt x="555259" y="55050"/>
                </a:lnTo>
                <a:lnTo>
                  <a:pt x="555211" y="54483"/>
                </a:lnTo>
                <a:lnTo>
                  <a:pt x="555155" y="53923"/>
                </a:lnTo>
                <a:lnTo>
                  <a:pt x="555090" y="53370"/>
                </a:lnTo>
                <a:lnTo>
                  <a:pt x="555017" y="52824"/>
                </a:lnTo>
                <a:lnTo>
                  <a:pt x="554935" y="52284"/>
                </a:lnTo>
                <a:lnTo>
                  <a:pt x="554844" y="51752"/>
                </a:lnTo>
                <a:lnTo>
                  <a:pt x="554745" y="51226"/>
                </a:lnTo>
                <a:lnTo>
                  <a:pt x="554637" y="50708"/>
                </a:lnTo>
                <a:lnTo>
                  <a:pt x="554521" y="50196"/>
                </a:lnTo>
                <a:lnTo>
                  <a:pt x="554396" y="49691"/>
                </a:lnTo>
                <a:lnTo>
                  <a:pt x="554262" y="49193"/>
                </a:lnTo>
                <a:lnTo>
                  <a:pt x="554120" y="48703"/>
                </a:lnTo>
                <a:lnTo>
                  <a:pt x="553969" y="48219"/>
                </a:lnTo>
                <a:lnTo>
                  <a:pt x="553809" y="47741"/>
                </a:lnTo>
                <a:lnTo>
                  <a:pt x="553641" y="47271"/>
                </a:lnTo>
                <a:lnTo>
                  <a:pt x="553464" y="46808"/>
                </a:lnTo>
                <a:lnTo>
                  <a:pt x="553278" y="46352"/>
                </a:lnTo>
                <a:lnTo>
                  <a:pt x="553084" y="45902"/>
                </a:lnTo>
                <a:lnTo>
                  <a:pt x="552881" y="45460"/>
                </a:lnTo>
                <a:lnTo>
                  <a:pt x="552671" y="45024"/>
                </a:lnTo>
                <a:lnTo>
                  <a:pt x="552454" y="44595"/>
                </a:lnTo>
                <a:lnTo>
                  <a:pt x="552230" y="44173"/>
                </a:lnTo>
                <a:lnTo>
                  <a:pt x="552000" y="43758"/>
                </a:lnTo>
                <a:lnTo>
                  <a:pt x="551764" y="43349"/>
                </a:lnTo>
                <a:lnTo>
                  <a:pt x="551520" y="42947"/>
                </a:lnTo>
                <a:lnTo>
                  <a:pt x="551271" y="42552"/>
                </a:lnTo>
                <a:lnTo>
                  <a:pt x="551014" y="42164"/>
                </a:lnTo>
                <a:lnTo>
                  <a:pt x="550751" y="41782"/>
                </a:lnTo>
                <a:lnTo>
                  <a:pt x="550481" y="41408"/>
                </a:lnTo>
                <a:lnTo>
                  <a:pt x="550205" y="41040"/>
                </a:lnTo>
                <a:lnTo>
                  <a:pt x="549923" y="40678"/>
                </a:lnTo>
                <a:lnTo>
                  <a:pt x="549633" y="40324"/>
                </a:lnTo>
                <a:lnTo>
                  <a:pt x="549337" y="39976"/>
                </a:lnTo>
                <a:lnTo>
                  <a:pt x="549035" y="39635"/>
                </a:lnTo>
                <a:lnTo>
                  <a:pt x="548726" y="39301"/>
                </a:lnTo>
                <a:lnTo>
                  <a:pt x="548410" y="38973"/>
                </a:lnTo>
                <a:lnTo>
                  <a:pt x="548088" y="38653"/>
                </a:lnTo>
                <a:lnTo>
                  <a:pt x="547759" y="38339"/>
                </a:lnTo>
                <a:lnTo>
                  <a:pt x="547423" y="38032"/>
                </a:lnTo>
                <a:lnTo>
                  <a:pt x="547081" y="37731"/>
                </a:lnTo>
                <a:lnTo>
                  <a:pt x="546733" y="37438"/>
                </a:lnTo>
                <a:lnTo>
                  <a:pt x="546378" y="37151"/>
                </a:lnTo>
                <a:lnTo>
                  <a:pt x="546016" y="36871"/>
                </a:lnTo>
                <a:lnTo>
                  <a:pt x="545649" y="36597"/>
                </a:lnTo>
                <a:lnTo>
                  <a:pt x="545277" y="36329"/>
                </a:lnTo>
                <a:lnTo>
                  <a:pt x="544900" y="36068"/>
                </a:lnTo>
                <a:lnTo>
                  <a:pt x="544520" y="35812"/>
                </a:lnTo>
                <a:lnTo>
                  <a:pt x="544134" y="35562"/>
                </a:lnTo>
                <a:lnTo>
                  <a:pt x="543744" y="35318"/>
                </a:lnTo>
                <a:lnTo>
                  <a:pt x="543350" y="35080"/>
                </a:lnTo>
                <a:lnTo>
                  <a:pt x="542951" y="34849"/>
                </a:lnTo>
                <a:lnTo>
                  <a:pt x="542547" y="34623"/>
                </a:lnTo>
                <a:lnTo>
                  <a:pt x="542139" y="34403"/>
                </a:lnTo>
                <a:lnTo>
                  <a:pt x="541726" y="34189"/>
                </a:lnTo>
                <a:lnTo>
                  <a:pt x="541309" y="33982"/>
                </a:lnTo>
                <a:lnTo>
                  <a:pt x="540888" y="33780"/>
                </a:lnTo>
                <a:lnTo>
                  <a:pt x="540461" y="33584"/>
                </a:lnTo>
                <a:lnTo>
                  <a:pt x="540031" y="33394"/>
                </a:lnTo>
                <a:lnTo>
                  <a:pt x="539595" y="33210"/>
                </a:lnTo>
                <a:lnTo>
                  <a:pt x="539155" y="33032"/>
                </a:lnTo>
                <a:lnTo>
                  <a:pt x="538711" y="32861"/>
                </a:lnTo>
                <a:lnTo>
                  <a:pt x="538262" y="32695"/>
                </a:lnTo>
                <a:lnTo>
                  <a:pt x="537809" y="32535"/>
                </a:lnTo>
                <a:lnTo>
                  <a:pt x="537351" y="32381"/>
                </a:lnTo>
                <a:lnTo>
                  <a:pt x="536888" y="32233"/>
                </a:lnTo>
                <a:lnTo>
                  <a:pt x="536421" y="32091"/>
                </a:lnTo>
                <a:lnTo>
                  <a:pt x="535950" y="31955"/>
                </a:lnTo>
                <a:lnTo>
                  <a:pt x="535474" y="31825"/>
                </a:lnTo>
                <a:lnTo>
                  <a:pt x="534996" y="31701"/>
                </a:lnTo>
                <a:lnTo>
                  <a:pt x="534516" y="31582"/>
                </a:lnTo>
                <a:lnTo>
                  <a:pt x="534032" y="31468"/>
                </a:lnTo>
                <a:lnTo>
                  <a:pt x="533546" y="31360"/>
                </a:lnTo>
                <a:lnTo>
                  <a:pt x="533057" y="31258"/>
                </a:lnTo>
                <a:lnTo>
                  <a:pt x="532565" y="31161"/>
                </a:lnTo>
                <a:lnTo>
                  <a:pt x="532070" y="31070"/>
                </a:lnTo>
                <a:lnTo>
                  <a:pt x="531573" y="30984"/>
                </a:lnTo>
                <a:lnTo>
                  <a:pt x="531072" y="30904"/>
                </a:lnTo>
                <a:lnTo>
                  <a:pt x="530569" y="30829"/>
                </a:lnTo>
                <a:lnTo>
                  <a:pt x="530063" y="30760"/>
                </a:lnTo>
                <a:lnTo>
                  <a:pt x="529555" y="30696"/>
                </a:lnTo>
                <a:lnTo>
                  <a:pt x="529044" y="30638"/>
                </a:lnTo>
                <a:lnTo>
                  <a:pt x="528529" y="30585"/>
                </a:lnTo>
                <a:lnTo>
                  <a:pt x="528013" y="30538"/>
                </a:lnTo>
                <a:lnTo>
                  <a:pt x="527493" y="30497"/>
                </a:lnTo>
                <a:lnTo>
                  <a:pt x="526970" y="30461"/>
                </a:lnTo>
                <a:lnTo>
                  <a:pt x="526445" y="30430"/>
                </a:lnTo>
                <a:lnTo>
                  <a:pt x="525917" y="30405"/>
                </a:lnTo>
                <a:lnTo>
                  <a:pt x="525386" y="30386"/>
                </a:lnTo>
                <a:lnTo>
                  <a:pt x="524853" y="30372"/>
                </a:lnTo>
                <a:lnTo>
                  <a:pt x="524316" y="30364"/>
                </a:lnTo>
                <a:lnTo>
                  <a:pt x="523777" y="30361"/>
                </a:lnTo>
                <a:lnTo>
                  <a:pt x="523231" y="30364"/>
                </a:lnTo>
                <a:lnTo>
                  <a:pt x="522689" y="30371"/>
                </a:lnTo>
                <a:lnTo>
                  <a:pt x="522150" y="30384"/>
                </a:lnTo>
                <a:lnTo>
                  <a:pt x="521614" y="30402"/>
                </a:lnTo>
                <a:lnTo>
                  <a:pt x="521082" y="30425"/>
                </a:lnTo>
                <a:lnTo>
                  <a:pt x="520553" y="30452"/>
                </a:lnTo>
                <a:lnTo>
                  <a:pt x="520027" y="30485"/>
                </a:lnTo>
                <a:lnTo>
                  <a:pt x="519505" y="30524"/>
                </a:lnTo>
                <a:lnTo>
                  <a:pt x="518986" y="30567"/>
                </a:lnTo>
                <a:lnTo>
                  <a:pt x="518470" y="30615"/>
                </a:lnTo>
                <a:lnTo>
                  <a:pt x="517958" y="30668"/>
                </a:lnTo>
                <a:lnTo>
                  <a:pt x="517449" y="30727"/>
                </a:lnTo>
                <a:lnTo>
                  <a:pt x="516943" y="30790"/>
                </a:lnTo>
                <a:lnTo>
                  <a:pt x="516441" y="30859"/>
                </a:lnTo>
                <a:lnTo>
                  <a:pt x="515942" y="30932"/>
                </a:lnTo>
                <a:lnTo>
                  <a:pt x="515447" y="31011"/>
                </a:lnTo>
                <a:lnTo>
                  <a:pt x="514955" y="31095"/>
                </a:lnTo>
                <a:lnTo>
                  <a:pt x="514466" y="31184"/>
                </a:lnTo>
                <a:lnTo>
                  <a:pt x="513981" y="31278"/>
                </a:lnTo>
                <a:lnTo>
                  <a:pt x="513499" y="31377"/>
                </a:lnTo>
                <a:lnTo>
                  <a:pt x="513021" y="31481"/>
                </a:lnTo>
                <a:lnTo>
                  <a:pt x="512545" y="31590"/>
                </a:lnTo>
                <a:lnTo>
                  <a:pt x="512073" y="31704"/>
                </a:lnTo>
                <a:lnTo>
                  <a:pt x="511605" y="31824"/>
                </a:lnTo>
                <a:lnTo>
                  <a:pt x="511141" y="31948"/>
                </a:lnTo>
                <a:lnTo>
                  <a:pt x="510681" y="32077"/>
                </a:lnTo>
                <a:lnTo>
                  <a:pt x="510227" y="32211"/>
                </a:lnTo>
                <a:lnTo>
                  <a:pt x="509777" y="32350"/>
                </a:lnTo>
                <a:lnTo>
                  <a:pt x="509333" y="32494"/>
                </a:lnTo>
                <a:lnTo>
                  <a:pt x="508894" y="32642"/>
                </a:lnTo>
                <a:lnTo>
                  <a:pt x="508459" y="32796"/>
                </a:lnTo>
                <a:lnTo>
                  <a:pt x="508029" y="32955"/>
                </a:lnTo>
                <a:lnTo>
                  <a:pt x="507605" y="33118"/>
                </a:lnTo>
                <a:lnTo>
                  <a:pt x="507185" y="33287"/>
                </a:lnTo>
                <a:lnTo>
                  <a:pt x="506771" y="33460"/>
                </a:lnTo>
                <a:lnTo>
                  <a:pt x="506361" y="33638"/>
                </a:lnTo>
                <a:lnTo>
                  <a:pt x="505956" y="33821"/>
                </a:lnTo>
                <a:lnTo>
                  <a:pt x="505557" y="34010"/>
                </a:lnTo>
                <a:lnTo>
                  <a:pt x="505162" y="34203"/>
                </a:lnTo>
                <a:lnTo>
                  <a:pt x="504772" y="34401"/>
                </a:lnTo>
                <a:lnTo>
                  <a:pt x="504388" y="34604"/>
                </a:lnTo>
                <a:lnTo>
                  <a:pt x="504008" y="34811"/>
                </a:lnTo>
                <a:lnTo>
                  <a:pt x="503633" y="35024"/>
                </a:lnTo>
                <a:lnTo>
                  <a:pt x="503263" y="35242"/>
                </a:lnTo>
                <a:lnTo>
                  <a:pt x="502898" y="35464"/>
                </a:lnTo>
                <a:lnTo>
                  <a:pt x="502538" y="35692"/>
                </a:lnTo>
                <a:lnTo>
                  <a:pt x="502183" y="35924"/>
                </a:lnTo>
                <a:lnTo>
                  <a:pt x="501833" y="36162"/>
                </a:lnTo>
                <a:lnTo>
                  <a:pt x="501489" y="36404"/>
                </a:lnTo>
                <a:lnTo>
                  <a:pt x="501151" y="36651"/>
                </a:lnTo>
                <a:lnTo>
                  <a:pt x="500820" y="36903"/>
                </a:lnTo>
                <a:lnTo>
                  <a:pt x="500495" y="37160"/>
                </a:lnTo>
                <a:lnTo>
                  <a:pt x="500176" y="37422"/>
                </a:lnTo>
                <a:lnTo>
                  <a:pt x="499864" y="37689"/>
                </a:lnTo>
                <a:lnTo>
                  <a:pt x="499559" y="37961"/>
                </a:lnTo>
                <a:lnTo>
                  <a:pt x="499259" y="38238"/>
                </a:lnTo>
                <a:lnTo>
                  <a:pt x="498967" y="38520"/>
                </a:lnTo>
                <a:lnTo>
                  <a:pt x="498680" y="38806"/>
                </a:lnTo>
                <a:lnTo>
                  <a:pt x="498400" y="39098"/>
                </a:lnTo>
                <a:lnTo>
                  <a:pt x="498127" y="39394"/>
                </a:lnTo>
                <a:lnTo>
                  <a:pt x="497860" y="39696"/>
                </a:lnTo>
                <a:lnTo>
                  <a:pt x="497599" y="40002"/>
                </a:lnTo>
                <a:lnTo>
                  <a:pt x="497345" y="40313"/>
                </a:lnTo>
                <a:lnTo>
                  <a:pt x="497097" y="40629"/>
                </a:lnTo>
                <a:lnTo>
                  <a:pt x="496856" y="40950"/>
                </a:lnTo>
                <a:lnTo>
                  <a:pt x="496621" y="41276"/>
                </a:lnTo>
                <a:lnTo>
                  <a:pt x="496393" y="41607"/>
                </a:lnTo>
                <a:lnTo>
                  <a:pt x="496171" y="41943"/>
                </a:lnTo>
                <a:lnTo>
                  <a:pt x="495955" y="42284"/>
                </a:lnTo>
                <a:lnTo>
                  <a:pt x="495746" y="42629"/>
                </a:lnTo>
                <a:lnTo>
                  <a:pt x="495543" y="42980"/>
                </a:lnTo>
                <a:lnTo>
                  <a:pt x="495347" y="43336"/>
                </a:lnTo>
                <a:lnTo>
                  <a:pt x="495158" y="43696"/>
                </a:lnTo>
                <a:lnTo>
                  <a:pt x="494977" y="44061"/>
                </a:lnTo>
                <a:lnTo>
                  <a:pt x="494804" y="44430"/>
                </a:lnTo>
                <a:lnTo>
                  <a:pt x="494639" y="44805"/>
                </a:lnTo>
                <a:lnTo>
                  <a:pt x="494482" y="45184"/>
                </a:lnTo>
                <a:lnTo>
                  <a:pt x="494334" y="45568"/>
                </a:lnTo>
                <a:lnTo>
                  <a:pt x="494193" y="45957"/>
                </a:lnTo>
                <a:lnTo>
                  <a:pt x="494060" y="46350"/>
                </a:lnTo>
                <a:lnTo>
                  <a:pt x="493935" y="46749"/>
                </a:lnTo>
                <a:lnTo>
                  <a:pt x="493819" y="47152"/>
                </a:lnTo>
                <a:lnTo>
                  <a:pt x="493710" y="47560"/>
                </a:lnTo>
                <a:lnTo>
                  <a:pt x="493610" y="47972"/>
                </a:lnTo>
                <a:lnTo>
                  <a:pt x="493517" y="48389"/>
                </a:lnTo>
                <a:lnTo>
                  <a:pt x="493433" y="48812"/>
                </a:lnTo>
                <a:lnTo>
                  <a:pt x="493356" y="49239"/>
                </a:lnTo>
                <a:lnTo>
                  <a:pt x="493288" y="49670"/>
                </a:lnTo>
                <a:lnTo>
                  <a:pt x="493228" y="50107"/>
                </a:lnTo>
                <a:lnTo>
                  <a:pt x="493175" y="50548"/>
                </a:lnTo>
                <a:lnTo>
                  <a:pt x="493131" y="50994"/>
                </a:lnTo>
                <a:lnTo>
                  <a:pt x="493095" y="51445"/>
                </a:lnTo>
                <a:lnTo>
                  <a:pt x="493067" y="51900"/>
                </a:lnTo>
                <a:lnTo>
                  <a:pt x="493047" y="52360"/>
                </a:lnTo>
                <a:lnTo>
                  <a:pt x="493035" y="52825"/>
                </a:lnTo>
                <a:lnTo>
                  <a:pt x="493031" y="53295"/>
                </a:lnTo>
                <a:lnTo>
                  <a:pt x="493036" y="53903"/>
                </a:lnTo>
                <a:lnTo>
                  <a:pt x="493053" y="54503"/>
                </a:lnTo>
                <a:lnTo>
                  <a:pt x="493082" y="55093"/>
                </a:lnTo>
                <a:lnTo>
                  <a:pt x="493122" y="55675"/>
                </a:lnTo>
                <a:lnTo>
                  <a:pt x="493173" y="56248"/>
                </a:lnTo>
                <a:lnTo>
                  <a:pt x="493236" y="56813"/>
                </a:lnTo>
                <a:lnTo>
                  <a:pt x="493310" y="57368"/>
                </a:lnTo>
                <a:lnTo>
                  <a:pt x="493396" y="57915"/>
                </a:lnTo>
                <a:lnTo>
                  <a:pt x="493493" y="58453"/>
                </a:lnTo>
                <a:lnTo>
                  <a:pt x="493601" y="58982"/>
                </a:lnTo>
                <a:lnTo>
                  <a:pt x="493721" y="59503"/>
                </a:lnTo>
                <a:lnTo>
                  <a:pt x="493852" y="60014"/>
                </a:lnTo>
                <a:lnTo>
                  <a:pt x="493994" y="60517"/>
                </a:lnTo>
                <a:lnTo>
                  <a:pt x="494148" y="61012"/>
                </a:lnTo>
                <a:lnTo>
                  <a:pt x="494314" y="61497"/>
                </a:lnTo>
                <a:lnTo>
                  <a:pt x="494491" y="61974"/>
                </a:lnTo>
                <a:lnTo>
                  <a:pt x="494679" y="62441"/>
                </a:lnTo>
                <a:lnTo>
                  <a:pt x="494878" y="62901"/>
                </a:lnTo>
                <a:lnTo>
                  <a:pt x="495090" y="63351"/>
                </a:lnTo>
                <a:lnTo>
                  <a:pt x="495312" y="63793"/>
                </a:lnTo>
                <a:lnTo>
                  <a:pt x="495546" y="64225"/>
                </a:lnTo>
                <a:lnTo>
                  <a:pt x="495791" y="64649"/>
                </a:lnTo>
                <a:lnTo>
                  <a:pt x="496048" y="65065"/>
                </a:lnTo>
                <a:lnTo>
                  <a:pt x="496316" y="65471"/>
                </a:lnTo>
                <a:lnTo>
                  <a:pt x="496595" y="65870"/>
                </a:lnTo>
                <a:lnTo>
                  <a:pt x="496886" y="66264"/>
                </a:lnTo>
                <a:lnTo>
                  <a:pt x="497187" y="66651"/>
                </a:lnTo>
                <a:lnTo>
                  <a:pt x="497500" y="67033"/>
                </a:lnTo>
                <a:lnTo>
                  <a:pt x="497824" y="67409"/>
                </a:lnTo>
                <a:lnTo>
                  <a:pt x="498158" y="67779"/>
                </a:lnTo>
                <a:lnTo>
                  <a:pt x="498504" y="68143"/>
                </a:lnTo>
                <a:lnTo>
                  <a:pt x="498862" y="68501"/>
                </a:lnTo>
                <a:lnTo>
                  <a:pt x="499230" y="68854"/>
                </a:lnTo>
                <a:lnTo>
                  <a:pt x="499609" y="69201"/>
                </a:lnTo>
                <a:lnTo>
                  <a:pt x="500000" y="69541"/>
                </a:lnTo>
                <a:lnTo>
                  <a:pt x="500401" y="69876"/>
                </a:lnTo>
                <a:lnTo>
                  <a:pt x="500814" y="70206"/>
                </a:lnTo>
                <a:lnTo>
                  <a:pt x="501238" y="70529"/>
                </a:lnTo>
                <a:lnTo>
                  <a:pt x="501673" y="70846"/>
                </a:lnTo>
                <a:lnTo>
                  <a:pt x="502119" y="71158"/>
                </a:lnTo>
                <a:lnTo>
                  <a:pt x="502576" y="71464"/>
                </a:lnTo>
                <a:lnTo>
                  <a:pt x="503044" y="71764"/>
                </a:lnTo>
                <a:lnTo>
                  <a:pt x="503524" y="72058"/>
                </a:lnTo>
                <a:lnTo>
                  <a:pt x="504014" y="72346"/>
                </a:lnTo>
                <a:lnTo>
                  <a:pt x="504516" y="72629"/>
                </a:lnTo>
                <a:lnTo>
                  <a:pt x="505029" y="72905"/>
                </a:lnTo>
                <a:lnTo>
                  <a:pt x="505552" y="73176"/>
                </a:lnTo>
                <a:lnTo>
                  <a:pt x="506087" y="73441"/>
                </a:lnTo>
                <a:lnTo>
                  <a:pt x="506633" y="73702"/>
                </a:lnTo>
                <a:lnTo>
                  <a:pt x="507190" y="73960"/>
                </a:lnTo>
                <a:lnTo>
                  <a:pt x="507758" y="74215"/>
                </a:lnTo>
                <a:lnTo>
                  <a:pt x="508336" y="74468"/>
                </a:lnTo>
                <a:lnTo>
                  <a:pt x="508925" y="74718"/>
                </a:lnTo>
                <a:lnTo>
                  <a:pt x="509525" y="74966"/>
                </a:lnTo>
                <a:lnTo>
                  <a:pt x="510136" y="75211"/>
                </a:lnTo>
                <a:lnTo>
                  <a:pt x="510758" y="75453"/>
                </a:lnTo>
                <a:lnTo>
                  <a:pt x="511390" y="75693"/>
                </a:lnTo>
                <a:lnTo>
                  <a:pt x="512034" y="75930"/>
                </a:lnTo>
                <a:lnTo>
                  <a:pt x="512688" y="76165"/>
                </a:lnTo>
                <a:lnTo>
                  <a:pt x="513353" y="76397"/>
                </a:lnTo>
                <a:lnTo>
                  <a:pt x="514029" y="76626"/>
                </a:lnTo>
                <a:lnTo>
                  <a:pt x="514715" y="76853"/>
                </a:lnTo>
                <a:lnTo>
                  <a:pt x="515413" y="77077"/>
                </a:lnTo>
                <a:lnTo>
                  <a:pt x="516121" y="77298"/>
                </a:lnTo>
                <a:lnTo>
                  <a:pt x="516840" y="77517"/>
                </a:lnTo>
                <a:lnTo>
                  <a:pt x="517570" y="77733"/>
                </a:lnTo>
                <a:lnTo>
                  <a:pt x="518311" y="77947"/>
                </a:lnTo>
                <a:lnTo>
                  <a:pt x="519062" y="78158"/>
                </a:lnTo>
                <a:lnTo>
                  <a:pt x="519825" y="78366"/>
                </a:lnTo>
                <a:lnTo>
                  <a:pt x="520598" y="78572"/>
                </a:lnTo>
                <a:lnTo>
                  <a:pt x="521382" y="78775"/>
                </a:lnTo>
                <a:lnTo>
                  <a:pt x="522177" y="78976"/>
                </a:lnTo>
                <a:lnTo>
                  <a:pt x="523154" y="79234"/>
                </a:lnTo>
                <a:lnTo>
                  <a:pt x="524106" y="79491"/>
                </a:lnTo>
                <a:lnTo>
                  <a:pt x="525034" y="79749"/>
                </a:lnTo>
                <a:lnTo>
                  <a:pt x="525936" y="80006"/>
                </a:lnTo>
                <a:lnTo>
                  <a:pt x="526813" y="80263"/>
                </a:lnTo>
                <a:lnTo>
                  <a:pt x="527665" y="80520"/>
                </a:lnTo>
                <a:lnTo>
                  <a:pt x="528493" y="80776"/>
                </a:lnTo>
                <a:lnTo>
                  <a:pt x="529295" y="81032"/>
                </a:lnTo>
                <a:lnTo>
                  <a:pt x="530072" y="81288"/>
                </a:lnTo>
                <a:lnTo>
                  <a:pt x="530824" y="81543"/>
                </a:lnTo>
                <a:lnTo>
                  <a:pt x="531551" y="81798"/>
                </a:lnTo>
                <a:lnTo>
                  <a:pt x="532254" y="82053"/>
                </a:lnTo>
                <a:lnTo>
                  <a:pt x="532931" y="82308"/>
                </a:lnTo>
                <a:lnTo>
                  <a:pt x="533583" y="82562"/>
                </a:lnTo>
                <a:lnTo>
                  <a:pt x="534210" y="82816"/>
                </a:lnTo>
                <a:lnTo>
                  <a:pt x="534812" y="83069"/>
                </a:lnTo>
                <a:lnTo>
                  <a:pt x="535390" y="83323"/>
                </a:lnTo>
                <a:lnTo>
                  <a:pt x="535942" y="83576"/>
                </a:lnTo>
                <a:lnTo>
                  <a:pt x="536469" y="83828"/>
                </a:lnTo>
                <a:lnTo>
                  <a:pt x="536971" y="84081"/>
                </a:lnTo>
                <a:lnTo>
                  <a:pt x="537448" y="84333"/>
                </a:lnTo>
                <a:lnTo>
                  <a:pt x="537900" y="84585"/>
                </a:lnTo>
                <a:lnTo>
                  <a:pt x="538327" y="84836"/>
                </a:lnTo>
                <a:lnTo>
                  <a:pt x="538729" y="85087"/>
                </a:lnTo>
                <a:lnTo>
                  <a:pt x="539111" y="85344"/>
                </a:lnTo>
                <a:lnTo>
                  <a:pt x="539476" y="85612"/>
                </a:lnTo>
                <a:lnTo>
                  <a:pt x="539825" y="85892"/>
                </a:lnTo>
                <a:lnTo>
                  <a:pt x="540158" y="86184"/>
                </a:lnTo>
                <a:lnTo>
                  <a:pt x="540475" y="86487"/>
                </a:lnTo>
                <a:lnTo>
                  <a:pt x="540775" y="86802"/>
                </a:lnTo>
                <a:lnTo>
                  <a:pt x="541059" y="87129"/>
                </a:lnTo>
                <a:lnTo>
                  <a:pt x="541327" y="87468"/>
                </a:lnTo>
                <a:lnTo>
                  <a:pt x="541578" y="87818"/>
                </a:lnTo>
                <a:lnTo>
                  <a:pt x="541814" y="88180"/>
                </a:lnTo>
                <a:lnTo>
                  <a:pt x="542033" y="88553"/>
                </a:lnTo>
                <a:lnTo>
                  <a:pt x="542236" y="88938"/>
                </a:lnTo>
                <a:lnTo>
                  <a:pt x="542423" y="89335"/>
                </a:lnTo>
                <a:lnTo>
                  <a:pt x="542593" y="89744"/>
                </a:lnTo>
                <a:lnTo>
                  <a:pt x="542747" y="90164"/>
                </a:lnTo>
                <a:lnTo>
                  <a:pt x="542885" y="90596"/>
                </a:lnTo>
                <a:lnTo>
                  <a:pt x="543007" y="91040"/>
                </a:lnTo>
                <a:lnTo>
                  <a:pt x="543112" y="91495"/>
                </a:lnTo>
                <a:lnTo>
                  <a:pt x="543202" y="91962"/>
                </a:lnTo>
                <a:lnTo>
                  <a:pt x="543275" y="92441"/>
                </a:lnTo>
                <a:lnTo>
                  <a:pt x="543332" y="92931"/>
                </a:lnTo>
                <a:lnTo>
                  <a:pt x="543372" y="93433"/>
                </a:lnTo>
                <a:lnTo>
                  <a:pt x="543397" y="93947"/>
                </a:lnTo>
                <a:lnTo>
                  <a:pt x="543405" y="94472"/>
                </a:lnTo>
                <a:lnTo>
                  <a:pt x="543396" y="95086"/>
                </a:lnTo>
                <a:lnTo>
                  <a:pt x="543369" y="95685"/>
                </a:lnTo>
                <a:lnTo>
                  <a:pt x="543324" y="96270"/>
                </a:lnTo>
                <a:lnTo>
                  <a:pt x="543261" y="96840"/>
                </a:lnTo>
                <a:lnTo>
                  <a:pt x="543180" y="97396"/>
                </a:lnTo>
                <a:lnTo>
                  <a:pt x="543081" y="97937"/>
                </a:lnTo>
                <a:lnTo>
                  <a:pt x="542964" y="98464"/>
                </a:lnTo>
                <a:lnTo>
                  <a:pt x="542829" y="98976"/>
                </a:lnTo>
                <a:lnTo>
                  <a:pt x="542676" y="99473"/>
                </a:lnTo>
                <a:lnTo>
                  <a:pt x="542505" y="99956"/>
                </a:lnTo>
                <a:lnTo>
                  <a:pt x="542316" y="100425"/>
                </a:lnTo>
                <a:lnTo>
                  <a:pt x="542109" y="100879"/>
                </a:lnTo>
                <a:lnTo>
                  <a:pt x="541885" y="101318"/>
                </a:lnTo>
                <a:lnTo>
                  <a:pt x="541642" y="101743"/>
                </a:lnTo>
                <a:lnTo>
                  <a:pt x="541381" y="102153"/>
                </a:lnTo>
                <a:lnTo>
                  <a:pt x="541102" y="102549"/>
                </a:lnTo>
                <a:lnTo>
                  <a:pt x="540805" y="102930"/>
                </a:lnTo>
                <a:lnTo>
                  <a:pt x="540491" y="103296"/>
                </a:lnTo>
                <a:lnTo>
                  <a:pt x="540158" y="103649"/>
                </a:lnTo>
                <a:lnTo>
                  <a:pt x="539807" y="103986"/>
                </a:lnTo>
                <a:lnTo>
                  <a:pt x="539438" y="104309"/>
                </a:lnTo>
                <a:lnTo>
                  <a:pt x="539051" y="104618"/>
                </a:lnTo>
                <a:lnTo>
                  <a:pt x="538647" y="104912"/>
                </a:lnTo>
                <a:lnTo>
                  <a:pt x="538224" y="105191"/>
                </a:lnTo>
                <a:lnTo>
                  <a:pt x="537787" y="105457"/>
                </a:lnTo>
                <a:lnTo>
                  <a:pt x="537341" y="105712"/>
                </a:lnTo>
                <a:lnTo>
                  <a:pt x="536885" y="105956"/>
                </a:lnTo>
                <a:lnTo>
                  <a:pt x="536419" y="106189"/>
                </a:lnTo>
                <a:lnTo>
                  <a:pt x="535943" y="106410"/>
                </a:lnTo>
                <a:lnTo>
                  <a:pt x="535457" y="106620"/>
                </a:lnTo>
                <a:lnTo>
                  <a:pt x="534962" y="106818"/>
                </a:lnTo>
                <a:lnTo>
                  <a:pt x="534457" y="107005"/>
                </a:lnTo>
                <a:lnTo>
                  <a:pt x="533942" y="107181"/>
                </a:lnTo>
                <a:lnTo>
                  <a:pt x="533417" y="107345"/>
                </a:lnTo>
                <a:lnTo>
                  <a:pt x="532882" y="107498"/>
                </a:lnTo>
                <a:lnTo>
                  <a:pt x="532338" y="107640"/>
                </a:lnTo>
                <a:lnTo>
                  <a:pt x="531784" y="107770"/>
                </a:lnTo>
                <a:lnTo>
                  <a:pt x="531220" y="107889"/>
                </a:lnTo>
                <a:lnTo>
                  <a:pt x="530646" y="107997"/>
                </a:lnTo>
                <a:lnTo>
                  <a:pt x="530062" y="108093"/>
                </a:lnTo>
                <a:lnTo>
                  <a:pt x="529469" y="108179"/>
                </a:lnTo>
                <a:lnTo>
                  <a:pt x="528866" y="108252"/>
                </a:lnTo>
                <a:lnTo>
                  <a:pt x="528253" y="108315"/>
                </a:lnTo>
                <a:lnTo>
                  <a:pt x="527630" y="108366"/>
                </a:lnTo>
                <a:lnTo>
                  <a:pt x="526997" y="108405"/>
                </a:lnTo>
                <a:lnTo>
                  <a:pt x="526355" y="108434"/>
                </a:lnTo>
                <a:lnTo>
                  <a:pt x="525703" y="108451"/>
                </a:lnTo>
                <a:lnTo>
                  <a:pt x="525041" y="108456"/>
                </a:lnTo>
                <a:lnTo>
                  <a:pt x="524302" y="108449"/>
                </a:lnTo>
                <a:lnTo>
                  <a:pt x="523573" y="108428"/>
                </a:lnTo>
                <a:lnTo>
                  <a:pt x="522855" y="108392"/>
                </a:lnTo>
                <a:lnTo>
                  <a:pt x="522146" y="108342"/>
                </a:lnTo>
                <a:lnTo>
                  <a:pt x="521448" y="108278"/>
                </a:lnTo>
                <a:lnTo>
                  <a:pt x="520760" y="108200"/>
                </a:lnTo>
                <a:lnTo>
                  <a:pt x="520083" y="108107"/>
                </a:lnTo>
                <a:lnTo>
                  <a:pt x="519416" y="108001"/>
                </a:lnTo>
                <a:lnTo>
                  <a:pt x="518759" y="107880"/>
                </a:lnTo>
                <a:lnTo>
                  <a:pt x="518112" y="107744"/>
                </a:lnTo>
                <a:lnTo>
                  <a:pt x="517475" y="107595"/>
                </a:lnTo>
                <a:lnTo>
                  <a:pt x="516849" y="107431"/>
                </a:lnTo>
                <a:lnTo>
                  <a:pt x="516233" y="107253"/>
                </a:lnTo>
                <a:lnTo>
                  <a:pt x="515627" y="107061"/>
                </a:lnTo>
                <a:lnTo>
                  <a:pt x="515031" y="106854"/>
                </a:lnTo>
                <a:lnTo>
                  <a:pt x="514446" y="106634"/>
                </a:lnTo>
                <a:lnTo>
                  <a:pt x="513870" y="106399"/>
                </a:lnTo>
                <a:lnTo>
                  <a:pt x="513305" y="106150"/>
                </a:lnTo>
                <a:lnTo>
                  <a:pt x="512751" y="105886"/>
                </a:lnTo>
                <a:lnTo>
                  <a:pt x="512206" y="105608"/>
                </a:lnTo>
                <a:lnTo>
                  <a:pt x="511672" y="105317"/>
                </a:lnTo>
                <a:lnTo>
                  <a:pt x="511148" y="105010"/>
                </a:lnTo>
                <a:lnTo>
                  <a:pt x="510634" y="104690"/>
                </a:lnTo>
                <a:lnTo>
                  <a:pt x="510131" y="104355"/>
                </a:lnTo>
                <a:lnTo>
                  <a:pt x="509643" y="104003"/>
                </a:lnTo>
                <a:lnTo>
                  <a:pt x="509175" y="103629"/>
                </a:lnTo>
                <a:lnTo>
                  <a:pt x="508729" y="103234"/>
                </a:lnTo>
                <a:lnTo>
                  <a:pt x="508303" y="102818"/>
                </a:lnTo>
                <a:lnTo>
                  <a:pt x="507898" y="102381"/>
                </a:lnTo>
                <a:lnTo>
                  <a:pt x="507514" y="101922"/>
                </a:lnTo>
                <a:lnTo>
                  <a:pt x="507151" y="101443"/>
                </a:lnTo>
                <a:lnTo>
                  <a:pt x="506808" y="100942"/>
                </a:lnTo>
                <a:lnTo>
                  <a:pt x="506486" y="100419"/>
                </a:lnTo>
                <a:lnTo>
                  <a:pt x="506185" y="99876"/>
                </a:lnTo>
                <a:lnTo>
                  <a:pt x="505905" y="99312"/>
                </a:lnTo>
                <a:lnTo>
                  <a:pt x="505645" y="98726"/>
                </a:lnTo>
                <a:lnTo>
                  <a:pt x="505406" y="98119"/>
                </a:lnTo>
                <a:lnTo>
                  <a:pt x="505188" y="97491"/>
                </a:lnTo>
                <a:lnTo>
                  <a:pt x="504991" y="96842"/>
                </a:lnTo>
                <a:lnTo>
                  <a:pt x="504814" y="96171"/>
                </a:lnTo>
                <a:lnTo>
                  <a:pt x="504659" y="95480"/>
                </a:lnTo>
                <a:lnTo>
                  <a:pt x="504524" y="94767"/>
                </a:lnTo>
                <a:lnTo>
                  <a:pt x="504409" y="94033"/>
                </a:lnTo>
                <a:lnTo>
                  <a:pt x="504316" y="93278"/>
                </a:lnTo>
                <a:lnTo>
                  <a:pt x="504243" y="92501"/>
                </a:lnTo>
                <a:lnTo>
                  <a:pt x="504191" y="91703"/>
                </a:lnTo>
                <a:lnTo>
                  <a:pt x="504160" y="90885"/>
                </a:lnTo>
                <a:lnTo>
                  <a:pt x="504150" y="90045"/>
                </a:lnTo>
                <a:lnTo>
                  <a:pt x="490588" y="90045"/>
                </a:lnTo>
                <a:lnTo>
                  <a:pt x="490592" y="90697"/>
                </a:lnTo>
                <a:lnTo>
                  <a:pt x="490606" y="91342"/>
                </a:lnTo>
                <a:lnTo>
                  <a:pt x="490629" y="91978"/>
                </a:lnTo>
                <a:lnTo>
                  <a:pt x="490661" y="92606"/>
                </a:lnTo>
                <a:lnTo>
                  <a:pt x="490703" y="93225"/>
                </a:lnTo>
                <a:lnTo>
                  <a:pt x="490753" y="93836"/>
                </a:lnTo>
                <a:lnTo>
                  <a:pt x="490813" y="94439"/>
                </a:lnTo>
                <a:lnTo>
                  <a:pt x="490882" y="95034"/>
                </a:lnTo>
                <a:lnTo>
                  <a:pt x="490961" y="95620"/>
                </a:lnTo>
                <a:lnTo>
                  <a:pt x="491048" y="96198"/>
                </a:lnTo>
                <a:lnTo>
                  <a:pt x="491145" y="96768"/>
                </a:lnTo>
                <a:lnTo>
                  <a:pt x="491251" y="97329"/>
                </a:lnTo>
                <a:lnTo>
                  <a:pt x="491366" y="97882"/>
                </a:lnTo>
                <a:lnTo>
                  <a:pt x="491491" y="98427"/>
                </a:lnTo>
                <a:lnTo>
                  <a:pt x="491624" y="98963"/>
                </a:lnTo>
                <a:lnTo>
                  <a:pt x="491767" y="99491"/>
                </a:lnTo>
                <a:lnTo>
                  <a:pt x="491919" y="100011"/>
                </a:lnTo>
                <a:lnTo>
                  <a:pt x="492080" y="100523"/>
                </a:lnTo>
                <a:lnTo>
                  <a:pt x="492251" y="101026"/>
                </a:lnTo>
                <a:lnTo>
                  <a:pt x="492430" y="101521"/>
                </a:lnTo>
                <a:lnTo>
                  <a:pt x="492619" y="102007"/>
                </a:lnTo>
                <a:lnTo>
                  <a:pt x="492817" y="102486"/>
                </a:lnTo>
                <a:lnTo>
                  <a:pt x="493025" y="102956"/>
                </a:lnTo>
                <a:lnTo>
                  <a:pt x="493241" y="103417"/>
                </a:lnTo>
                <a:lnTo>
                  <a:pt x="493466" y="103871"/>
                </a:lnTo>
                <a:lnTo>
                  <a:pt x="493698" y="104318"/>
                </a:lnTo>
                <a:lnTo>
                  <a:pt x="493937" y="104758"/>
                </a:lnTo>
                <a:lnTo>
                  <a:pt x="494183" y="105191"/>
                </a:lnTo>
                <a:lnTo>
                  <a:pt x="494436" y="105616"/>
                </a:lnTo>
                <a:lnTo>
                  <a:pt x="494697" y="106035"/>
                </a:lnTo>
                <a:lnTo>
                  <a:pt x="494965" y="106446"/>
                </a:lnTo>
                <a:lnTo>
                  <a:pt x="495239" y="106851"/>
                </a:lnTo>
                <a:lnTo>
                  <a:pt x="495521" y="107248"/>
                </a:lnTo>
                <a:lnTo>
                  <a:pt x="495811" y="107639"/>
                </a:lnTo>
                <a:lnTo>
                  <a:pt x="496107" y="108022"/>
                </a:lnTo>
                <a:lnTo>
                  <a:pt x="496411" y="108398"/>
                </a:lnTo>
                <a:lnTo>
                  <a:pt x="496721" y="108767"/>
                </a:lnTo>
                <a:lnTo>
                  <a:pt x="497039" y="109130"/>
                </a:lnTo>
                <a:lnTo>
                  <a:pt x="497364" y="109485"/>
                </a:lnTo>
                <a:lnTo>
                  <a:pt x="497696" y="109833"/>
                </a:lnTo>
                <a:lnTo>
                  <a:pt x="498036" y="110174"/>
                </a:lnTo>
                <a:lnTo>
                  <a:pt x="498382" y="110507"/>
                </a:lnTo>
                <a:lnTo>
                  <a:pt x="498736" y="110834"/>
                </a:lnTo>
                <a:lnTo>
                  <a:pt x="499097" y="111154"/>
                </a:lnTo>
                <a:lnTo>
                  <a:pt x="499465" y="111467"/>
                </a:lnTo>
                <a:lnTo>
                  <a:pt x="499840" y="111772"/>
                </a:lnTo>
                <a:lnTo>
                  <a:pt x="500222" y="112071"/>
                </a:lnTo>
                <a:lnTo>
                  <a:pt x="500612" y="112362"/>
                </a:lnTo>
                <a:lnTo>
                  <a:pt x="501008" y="112647"/>
                </a:lnTo>
                <a:lnTo>
                  <a:pt x="501408" y="112924"/>
                </a:lnTo>
                <a:lnTo>
                  <a:pt x="501814" y="113196"/>
                </a:lnTo>
                <a:lnTo>
                  <a:pt x="502225" y="113460"/>
                </a:lnTo>
                <a:lnTo>
                  <a:pt x="502641" y="113718"/>
                </a:lnTo>
                <a:lnTo>
                  <a:pt x="503063" y="113969"/>
                </a:lnTo>
                <a:lnTo>
                  <a:pt x="503489" y="114214"/>
                </a:lnTo>
                <a:lnTo>
                  <a:pt x="503921" y="114452"/>
                </a:lnTo>
                <a:lnTo>
                  <a:pt x="504357" y="114684"/>
                </a:lnTo>
                <a:lnTo>
                  <a:pt x="504799" y="114909"/>
                </a:lnTo>
                <a:lnTo>
                  <a:pt x="505246" y="115127"/>
                </a:lnTo>
                <a:lnTo>
                  <a:pt x="505698" y="115339"/>
                </a:lnTo>
                <a:lnTo>
                  <a:pt x="506155" y="115544"/>
                </a:lnTo>
                <a:lnTo>
                  <a:pt x="506617" y="115743"/>
                </a:lnTo>
                <a:lnTo>
                  <a:pt x="507084" y="115934"/>
                </a:lnTo>
                <a:lnTo>
                  <a:pt x="507557" y="116120"/>
                </a:lnTo>
                <a:lnTo>
                  <a:pt x="508034" y="116298"/>
                </a:lnTo>
                <a:lnTo>
                  <a:pt x="508517" y="116471"/>
                </a:lnTo>
                <a:lnTo>
                  <a:pt x="509005" y="116636"/>
                </a:lnTo>
                <a:lnTo>
                  <a:pt x="509498" y="116795"/>
                </a:lnTo>
                <a:lnTo>
                  <a:pt x="509996" y="116947"/>
                </a:lnTo>
                <a:lnTo>
                  <a:pt x="510499" y="117093"/>
                </a:lnTo>
                <a:lnTo>
                  <a:pt x="511007" y="117232"/>
                </a:lnTo>
                <a:lnTo>
                  <a:pt x="511521" y="117364"/>
                </a:lnTo>
                <a:lnTo>
                  <a:pt x="512038" y="117491"/>
                </a:lnTo>
                <a:lnTo>
                  <a:pt x="512558" y="117612"/>
                </a:lnTo>
                <a:lnTo>
                  <a:pt x="513081" y="117728"/>
                </a:lnTo>
                <a:lnTo>
                  <a:pt x="513607" y="117838"/>
                </a:lnTo>
                <a:lnTo>
                  <a:pt x="514135" y="117943"/>
                </a:lnTo>
                <a:lnTo>
                  <a:pt x="514666" y="118042"/>
                </a:lnTo>
                <a:lnTo>
                  <a:pt x="515200" y="118136"/>
                </a:lnTo>
                <a:lnTo>
                  <a:pt x="515737" y="118225"/>
                </a:lnTo>
                <a:lnTo>
                  <a:pt x="516277" y="118309"/>
                </a:lnTo>
                <a:lnTo>
                  <a:pt x="516819" y="118387"/>
                </a:lnTo>
                <a:lnTo>
                  <a:pt x="517364" y="118459"/>
                </a:lnTo>
                <a:lnTo>
                  <a:pt x="517912" y="118527"/>
                </a:lnTo>
                <a:lnTo>
                  <a:pt x="518463" y="118588"/>
                </a:lnTo>
                <a:lnTo>
                  <a:pt x="519016" y="118645"/>
                </a:lnTo>
                <a:lnTo>
                  <a:pt x="519573" y="118696"/>
                </a:lnTo>
                <a:lnTo>
                  <a:pt x="520132" y="118742"/>
                </a:lnTo>
                <a:lnTo>
                  <a:pt x="520693" y="118782"/>
                </a:lnTo>
                <a:lnTo>
                  <a:pt x="521258" y="118817"/>
                </a:lnTo>
                <a:lnTo>
                  <a:pt x="521825" y="118847"/>
                </a:lnTo>
                <a:lnTo>
                  <a:pt x="522396" y="118871"/>
                </a:lnTo>
                <a:lnTo>
                  <a:pt x="522968" y="118890"/>
                </a:lnTo>
                <a:lnTo>
                  <a:pt x="523544" y="118903"/>
                </a:lnTo>
                <a:lnTo>
                  <a:pt x="524123" y="118911"/>
                </a:lnTo>
                <a:lnTo>
                  <a:pt x="524704" y="118914"/>
                </a:lnTo>
                <a:lnTo>
                  <a:pt x="525278" y="118911"/>
                </a:lnTo>
                <a:lnTo>
                  <a:pt x="525848" y="118904"/>
                </a:lnTo>
                <a:lnTo>
                  <a:pt x="526416" y="118891"/>
                </a:lnTo>
                <a:lnTo>
                  <a:pt x="526979" y="118873"/>
                </a:lnTo>
                <a:close/>
                <a:moveTo>
                  <a:pt x="584403" y="117396"/>
                </a:moveTo>
                <a:lnTo>
                  <a:pt x="584403" y="31879"/>
                </a:lnTo>
                <a:lnTo>
                  <a:pt x="570335" y="31879"/>
                </a:lnTo>
                <a:lnTo>
                  <a:pt x="570335" y="117396"/>
                </a:lnTo>
                <a:lnTo>
                  <a:pt x="584403" y="117396"/>
                </a:lnTo>
                <a:close/>
                <a:moveTo>
                  <a:pt x="341108" y="107358"/>
                </a:moveTo>
                <a:lnTo>
                  <a:pt x="341491" y="107844"/>
                </a:lnTo>
                <a:lnTo>
                  <a:pt x="341881" y="108320"/>
                </a:lnTo>
                <a:lnTo>
                  <a:pt x="342278" y="108786"/>
                </a:lnTo>
                <a:lnTo>
                  <a:pt x="342683" y="109242"/>
                </a:lnTo>
                <a:lnTo>
                  <a:pt x="343095" y="109689"/>
                </a:lnTo>
                <a:lnTo>
                  <a:pt x="343514" y="110125"/>
                </a:lnTo>
                <a:lnTo>
                  <a:pt x="343940" y="110552"/>
                </a:lnTo>
                <a:lnTo>
                  <a:pt x="344373" y="110969"/>
                </a:lnTo>
                <a:lnTo>
                  <a:pt x="344813" y="111376"/>
                </a:lnTo>
                <a:lnTo>
                  <a:pt x="345261" y="111774"/>
                </a:lnTo>
                <a:lnTo>
                  <a:pt x="345716" y="112162"/>
                </a:lnTo>
                <a:lnTo>
                  <a:pt x="346178" y="112539"/>
                </a:lnTo>
                <a:lnTo>
                  <a:pt x="346647" y="112907"/>
                </a:lnTo>
                <a:lnTo>
                  <a:pt x="347123" y="113266"/>
                </a:lnTo>
                <a:lnTo>
                  <a:pt x="347606" y="113614"/>
                </a:lnTo>
                <a:lnTo>
                  <a:pt x="348097" y="113953"/>
                </a:lnTo>
                <a:lnTo>
                  <a:pt x="348595" y="114281"/>
                </a:lnTo>
                <a:lnTo>
                  <a:pt x="349100" y="114600"/>
                </a:lnTo>
                <a:lnTo>
                  <a:pt x="349612" y="114909"/>
                </a:lnTo>
                <a:lnTo>
                  <a:pt x="350131" y="115209"/>
                </a:lnTo>
                <a:lnTo>
                  <a:pt x="350657" y="115498"/>
                </a:lnTo>
                <a:lnTo>
                  <a:pt x="351192" y="115777"/>
                </a:lnTo>
                <a:lnTo>
                  <a:pt x="351734" y="116044"/>
                </a:lnTo>
                <a:lnTo>
                  <a:pt x="352285" y="116299"/>
                </a:lnTo>
                <a:lnTo>
                  <a:pt x="352844" y="116542"/>
                </a:lnTo>
                <a:lnTo>
                  <a:pt x="353412" y="116773"/>
                </a:lnTo>
                <a:lnTo>
                  <a:pt x="353987" y="116993"/>
                </a:lnTo>
                <a:lnTo>
                  <a:pt x="354572" y="117200"/>
                </a:lnTo>
                <a:lnTo>
                  <a:pt x="355164" y="117396"/>
                </a:lnTo>
                <a:lnTo>
                  <a:pt x="355765" y="117580"/>
                </a:lnTo>
                <a:lnTo>
                  <a:pt x="356374" y="117752"/>
                </a:lnTo>
                <a:lnTo>
                  <a:pt x="356992" y="117912"/>
                </a:lnTo>
                <a:lnTo>
                  <a:pt x="357618" y="118060"/>
                </a:lnTo>
                <a:lnTo>
                  <a:pt x="358252" y="118196"/>
                </a:lnTo>
                <a:lnTo>
                  <a:pt x="358894" y="118321"/>
                </a:lnTo>
                <a:lnTo>
                  <a:pt x="359545" y="118434"/>
                </a:lnTo>
                <a:lnTo>
                  <a:pt x="360204" y="118534"/>
                </a:lnTo>
                <a:lnTo>
                  <a:pt x="360872" y="118623"/>
                </a:lnTo>
                <a:lnTo>
                  <a:pt x="361548" y="118701"/>
                </a:lnTo>
                <a:lnTo>
                  <a:pt x="362232" y="118766"/>
                </a:lnTo>
                <a:lnTo>
                  <a:pt x="362925" y="118819"/>
                </a:lnTo>
                <a:lnTo>
                  <a:pt x="363625" y="118861"/>
                </a:lnTo>
                <a:lnTo>
                  <a:pt x="364335" y="118890"/>
                </a:lnTo>
                <a:lnTo>
                  <a:pt x="365052" y="118908"/>
                </a:lnTo>
                <a:lnTo>
                  <a:pt x="365778" y="118914"/>
                </a:lnTo>
                <a:lnTo>
                  <a:pt x="366574" y="118905"/>
                </a:lnTo>
                <a:lnTo>
                  <a:pt x="367361" y="118880"/>
                </a:lnTo>
                <a:lnTo>
                  <a:pt x="368139" y="118837"/>
                </a:lnTo>
                <a:lnTo>
                  <a:pt x="368909" y="118776"/>
                </a:lnTo>
                <a:lnTo>
                  <a:pt x="369670" y="118699"/>
                </a:lnTo>
                <a:lnTo>
                  <a:pt x="370422" y="118604"/>
                </a:lnTo>
                <a:lnTo>
                  <a:pt x="371165" y="118492"/>
                </a:lnTo>
                <a:lnTo>
                  <a:pt x="371899" y="118363"/>
                </a:lnTo>
                <a:lnTo>
                  <a:pt x="372625" y="118217"/>
                </a:lnTo>
                <a:lnTo>
                  <a:pt x="373342" y="118053"/>
                </a:lnTo>
                <a:lnTo>
                  <a:pt x="374050" y="117873"/>
                </a:lnTo>
                <a:lnTo>
                  <a:pt x="374749" y="117675"/>
                </a:lnTo>
                <a:lnTo>
                  <a:pt x="375440" y="117459"/>
                </a:lnTo>
                <a:lnTo>
                  <a:pt x="376122" y="117227"/>
                </a:lnTo>
                <a:lnTo>
                  <a:pt x="376795" y="116978"/>
                </a:lnTo>
                <a:lnTo>
                  <a:pt x="377459" y="116711"/>
                </a:lnTo>
                <a:lnTo>
                  <a:pt x="378115" y="116427"/>
                </a:lnTo>
                <a:lnTo>
                  <a:pt x="378761" y="116125"/>
                </a:lnTo>
                <a:lnTo>
                  <a:pt x="379399" y="115807"/>
                </a:lnTo>
                <a:lnTo>
                  <a:pt x="380028" y="115471"/>
                </a:lnTo>
                <a:lnTo>
                  <a:pt x="380649" y="115118"/>
                </a:lnTo>
                <a:lnTo>
                  <a:pt x="381260" y="114748"/>
                </a:lnTo>
                <a:lnTo>
                  <a:pt x="381863" y="114361"/>
                </a:lnTo>
                <a:lnTo>
                  <a:pt x="382457" y="113957"/>
                </a:lnTo>
                <a:lnTo>
                  <a:pt x="383041" y="113535"/>
                </a:lnTo>
                <a:lnTo>
                  <a:pt x="383614" y="113096"/>
                </a:lnTo>
                <a:lnTo>
                  <a:pt x="384176" y="112639"/>
                </a:lnTo>
                <a:lnTo>
                  <a:pt x="384727" y="112166"/>
                </a:lnTo>
                <a:lnTo>
                  <a:pt x="385267" y="111675"/>
                </a:lnTo>
                <a:lnTo>
                  <a:pt x="385795" y="111167"/>
                </a:lnTo>
                <a:lnTo>
                  <a:pt x="386312" y="110642"/>
                </a:lnTo>
                <a:lnTo>
                  <a:pt x="386819" y="110099"/>
                </a:lnTo>
                <a:lnTo>
                  <a:pt x="387314" y="109539"/>
                </a:lnTo>
                <a:lnTo>
                  <a:pt x="387798" y="108963"/>
                </a:lnTo>
                <a:lnTo>
                  <a:pt x="388271" y="108369"/>
                </a:lnTo>
                <a:lnTo>
                  <a:pt x="388733" y="107757"/>
                </a:lnTo>
                <a:lnTo>
                  <a:pt x="389184" y="107129"/>
                </a:lnTo>
                <a:lnTo>
                  <a:pt x="389623" y="106483"/>
                </a:lnTo>
                <a:lnTo>
                  <a:pt x="390052" y="105820"/>
                </a:lnTo>
                <a:lnTo>
                  <a:pt x="390469" y="105140"/>
                </a:lnTo>
                <a:lnTo>
                  <a:pt x="390875" y="104443"/>
                </a:lnTo>
                <a:lnTo>
                  <a:pt x="391271" y="103728"/>
                </a:lnTo>
                <a:lnTo>
                  <a:pt x="391655" y="102996"/>
                </a:lnTo>
                <a:lnTo>
                  <a:pt x="392027" y="102247"/>
                </a:lnTo>
                <a:lnTo>
                  <a:pt x="392389" y="101481"/>
                </a:lnTo>
                <a:lnTo>
                  <a:pt x="392740" y="100698"/>
                </a:lnTo>
                <a:lnTo>
                  <a:pt x="393080" y="99897"/>
                </a:lnTo>
                <a:lnTo>
                  <a:pt x="393408" y="99079"/>
                </a:lnTo>
                <a:lnTo>
                  <a:pt x="393724" y="98245"/>
                </a:lnTo>
                <a:lnTo>
                  <a:pt x="394027" y="97394"/>
                </a:lnTo>
                <a:lnTo>
                  <a:pt x="394316" y="96527"/>
                </a:lnTo>
                <a:lnTo>
                  <a:pt x="394592" y="95644"/>
                </a:lnTo>
                <a:lnTo>
                  <a:pt x="394854" y="94745"/>
                </a:lnTo>
                <a:lnTo>
                  <a:pt x="395103" y="93830"/>
                </a:lnTo>
                <a:lnTo>
                  <a:pt x="395339" y="92898"/>
                </a:lnTo>
                <a:lnTo>
                  <a:pt x="395561" y="91951"/>
                </a:lnTo>
                <a:lnTo>
                  <a:pt x="395769" y="90987"/>
                </a:lnTo>
                <a:lnTo>
                  <a:pt x="395964" y="90007"/>
                </a:lnTo>
                <a:lnTo>
                  <a:pt x="396146" y="89011"/>
                </a:lnTo>
                <a:lnTo>
                  <a:pt x="396314" y="87999"/>
                </a:lnTo>
                <a:lnTo>
                  <a:pt x="396469" y="86971"/>
                </a:lnTo>
                <a:lnTo>
                  <a:pt x="396610" y="85926"/>
                </a:lnTo>
                <a:lnTo>
                  <a:pt x="396738" y="84865"/>
                </a:lnTo>
                <a:lnTo>
                  <a:pt x="396852" y="83789"/>
                </a:lnTo>
                <a:lnTo>
                  <a:pt x="396953" y="82696"/>
                </a:lnTo>
                <a:lnTo>
                  <a:pt x="397041" y="81587"/>
                </a:lnTo>
                <a:lnTo>
                  <a:pt x="397115" y="80461"/>
                </a:lnTo>
                <a:lnTo>
                  <a:pt x="397175" y="79320"/>
                </a:lnTo>
                <a:lnTo>
                  <a:pt x="397222" y="78162"/>
                </a:lnTo>
                <a:lnTo>
                  <a:pt x="397256" y="76989"/>
                </a:lnTo>
                <a:lnTo>
                  <a:pt x="397276" y="75799"/>
                </a:lnTo>
                <a:lnTo>
                  <a:pt x="397283" y="74593"/>
                </a:lnTo>
                <a:lnTo>
                  <a:pt x="397276" y="73380"/>
                </a:lnTo>
                <a:lnTo>
                  <a:pt x="397257" y="72184"/>
                </a:lnTo>
                <a:lnTo>
                  <a:pt x="397224" y="71004"/>
                </a:lnTo>
                <a:lnTo>
                  <a:pt x="397179" y="69841"/>
                </a:lnTo>
                <a:lnTo>
                  <a:pt x="397120" y="68696"/>
                </a:lnTo>
                <a:lnTo>
                  <a:pt x="397049" y="67566"/>
                </a:lnTo>
                <a:lnTo>
                  <a:pt x="396964" y="66454"/>
                </a:lnTo>
                <a:lnTo>
                  <a:pt x="396866" y="65358"/>
                </a:lnTo>
                <a:lnTo>
                  <a:pt x="396756" y="64280"/>
                </a:lnTo>
                <a:lnTo>
                  <a:pt x="396632" y="63218"/>
                </a:lnTo>
                <a:lnTo>
                  <a:pt x="396496" y="62172"/>
                </a:lnTo>
                <a:lnTo>
                  <a:pt x="396346" y="61144"/>
                </a:lnTo>
                <a:lnTo>
                  <a:pt x="396183" y="60132"/>
                </a:lnTo>
                <a:lnTo>
                  <a:pt x="396007" y="59137"/>
                </a:lnTo>
                <a:lnTo>
                  <a:pt x="395819" y="58159"/>
                </a:lnTo>
                <a:lnTo>
                  <a:pt x="395617" y="57197"/>
                </a:lnTo>
                <a:lnTo>
                  <a:pt x="395402" y="56252"/>
                </a:lnTo>
                <a:lnTo>
                  <a:pt x="395174" y="55325"/>
                </a:lnTo>
                <a:lnTo>
                  <a:pt x="394934" y="54413"/>
                </a:lnTo>
                <a:lnTo>
                  <a:pt x="394680" y="53519"/>
                </a:lnTo>
                <a:lnTo>
                  <a:pt x="394413" y="52641"/>
                </a:lnTo>
                <a:lnTo>
                  <a:pt x="394133" y="51780"/>
                </a:lnTo>
                <a:lnTo>
                  <a:pt x="393840" y="50936"/>
                </a:lnTo>
                <a:lnTo>
                  <a:pt x="393534" y="50109"/>
                </a:lnTo>
                <a:lnTo>
                  <a:pt x="393216" y="49298"/>
                </a:lnTo>
                <a:lnTo>
                  <a:pt x="392887" y="48504"/>
                </a:lnTo>
                <a:lnTo>
                  <a:pt x="392547" y="47727"/>
                </a:lnTo>
                <a:lnTo>
                  <a:pt x="392195" y="46967"/>
                </a:lnTo>
                <a:lnTo>
                  <a:pt x="391832" y="46224"/>
                </a:lnTo>
                <a:lnTo>
                  <a:pt x="391457" y="45498"/>
                </a:lnTo>
                <a:lnTo>
                  <a:pt x="391072" y="44789"/>
                </a:lnTo>
                <a:lnTo>
                  <a:pt x="390675" y="44097"/>
                </a:lnTo>
                <a:lnTo>
                  <a:pt x="390267" y="43421"/>
                </a:lnTo>
                <a:lnTo>
                  <a:pt x="389848" y="42763"/>
                </a:lnTo>
                <a:lnTo>
                  <a:pt x="389417" y="42121"/>
                </a:lnTo>
                <a:lnTo>
                  <a:pt x="388975" y="41497"/>
                </a:lnTo>
                <a:lnTo>
                  <a:pt x="388522" y="40889"/>
                </a:lnTo>
                <a:lnTo>
                  <a:pt x="388058" y="40298"/>
                </a:lnTo>
                <a:lnTo>
                  <a:pt x="387582" y="39724"/>
                </a:lnTo>
                <a:lnTo>
                  <a:pt x="387095" y="39167"/>
                </a:lnTo>
                <a:lnTo>
                  <a:pt x="386597" y="38627"/>
                </a:lnTo>
                <a:lnTo>
                  <a:pt x="386087" y="38104"/>
                </a:lnTo>
                <a:lnTo>
                  <a:pt x="385567" y="37598"/>
                </a:lnTo>
                <a:lnTo>
                  <a:pt x="385035" y="37109"/>
                </a:lnTo>
                <a:lnTo>
                  <a:pt x="384491" y="36637"/>
                </a:lnTo>
                <a:lnTo>
                  <a:pt x="383937" y="36181"/>
                </a:lnTo>
                <a:lnTo>
                  <a:pt x="383371" y="35743"/>
                </a:lnTo>
                <a:lnTo>
                  <a:pt x="382794" y="35321"/>
                </a:lnTo>
                <a:lnTo>
                  <a:pt x="382207" y="34916"/>
                </a:lnTo>
                <a:lnTo>
                  <a:pt x="381611" y="34529"/>
                </a:lnTo>
                <a:lnTo>
                  <a:pt x="381005" y="34159"/>
                </a:lnTo>
                <a:lnTo>
                  <a:pt x="380391" y="33805"/>
                </a:lnTo>
                <a:lnTo>
                  <a:pt x="379768" y="33470"/>
                </a:lnTo>
                <a:lnTo>
                  <a:pt x="379135" y="33151"/>
                </a:lnTo>
                <a:lnTo>
                  <a:pt x="378493" y="32850"/>
                </a:lnTo>
                <a:lnTo>
                  <a:pt x="377843" y="32565"/>
                </a:lnTo>
                <a:lnTo>
                  <a:pt x="377183" y="32299"/>
                </a:lnTo>
                <a:lnTo>
                  <a:pt x="376514" y="32049"/>
                </a:lnTo>
                <a:lnTo>
                  <a:pt x="375836" y="31816"/>
                </a:lnTo>
                <a:lnTo>
                  <a:pt x="375150" y="31601"/>
                </a:lnTo>
                <a:lnTo>
                  <a:pt x="374454" y="31403"/>
                </a:lnTo>
                <a:lnTo>
                  <a:pt x="373749" y="31222"/>
                </a:lnTo>
                <a:lnTo>
                  <a:pt x="373034" y="31059"/>
                </a:lnTo>
                <a:lnTo>
                  <a:pt x="372311" y="30912"/>
                </a:lnTo>
                <a:lnTo>
                  <a:pt x="371579" y="30783"/>
                </a:lnTo>
                <a:lnTo>
                  <a:pt x="370838" y="30671"/>
                </a:lnTo>
                <a:lnTo>
                  <a:pt x="370087" y="30576"/>
                </a:lnTo>
                <a:lnTo>
                  <a:pt x="369328" y="30499"/>
                </a:lnTo>
                <a:lnTo>
                  <a:pt x="368559" y="30439"/>
                </a:lnTo>
                <a:lnTo>
                  <a:pt x="367782" y="30395"/>
                </a:lnTo>
                <a:lnTo>
                  <a:pt x="366995" y="30370"/>
                </a:lnTo>
                <a:lnTo>
                  <a:pt x="366199" y="30361"/>
                </a:lnTo>
                <a:lnTo>
                  <a:pt x="365473" y="30368"/>
                </a:lnTo>
                <a:lnTo>
                  <a:pt x="364755" y="30389"/>
                </a:lnTo>
                <a:lnTo>
                  <a:pt x="364045" y="30424"/>
                </a:lnTo>
                <a:lnTo>
                  <a:pt x="363342" y="30473"/>
                </a:lnTo>
                <a:lnTo>
                  <a:pt x="362648" y="30537"/>
                </a:lnTo>
                <a:lnTo>
                  <a:pt x="361961" y="30614"/>
                </a:lnTo>
                <a:lnTo>
                  <a:pt x="361282" y="30705"/>
                </a:lnTo>
                <a:lnTo>
                  <a:pt x="360612" y="30811"/>
                </a:lnTo>
                <a:lnTo>
                  <a:pt x="359949" y="30930"/>
                </a:lnTo>
                <a:lnTo>
                  <a:pt x="359294" y="31064"/>
                </a:lnTo>
                <a:lnTo>
                  <a:pt x="358646" y="31211"/>
                </a:lnTo>
                <a:lnTo>
                  <a:pt x="358007" y="31373"/>
                </a:lnTo>
                <a:lnTo>
                  <a:pt x="357376" y="31549"/>
                </a:lnTo>
                <a:lnTo>
                  <a:pt x="356752" y="31739"/>
                </a:lnTo>
                <a:lnTo>
                  <a:pt x="356137" y="31942"/>
                </a:lnTo>
                <a:lnTo>
                  <a:pt x="355529" y="32160"/>
                </a:lnTo>
                <a:lnTo>
                  <a:pt x="354929" y="32392"/>
                </a:lnTo>
                <a:lnTo>
                  <a:pt x="354338" y="32638"/>
                </a:lnTo>
                <a:lnTo>
                  <a:pt x="353754" y="32898"/>
                </a:lnTo>
                <a:lnTo>
                  <a:pt x="353178" y="33172"/>
                </a:lnTo>
                <a:lnTo>
                  <a:pt x="352609" y="33460"/>
                </a:lnTo>
                <a:lnTo>
                  <a:pt x="352049" y="33763"/>
                </a:lnTo>
                <a:lnTo>
                  <a:pt x="351497" y="34079"/>
                </a:lnTo>
                <a:lnTo>
                  <a:pt x="350952" y="34409"/>
                </a:lnTo>
                <a:lnTo>
                  <a:pt x="350416" y="34751"/>
                </a:lnTo>
                <a:lnTo>
                  <a:pt x="349887" y="35103"/>
                </a:lnTo>
                <a:lnTo>
                  <a:pt x="349366" y="35463"/>
                </a:lnTo>
                <a:lnTo>
                  <a:pt x="348853" y="35833"/>
                </a:lnTo>
                <a:lnTo>
                  <a:pt x="348348" y="36213"/>
                </a:lnTo>
                <a:lnTo>
                  <a:pt x="347851" y="36602"/>
                </a:lnTo>
                <a:lnTo>
                  <a:pt x="347362" y="37000"/>
                </a:lnTo>
                <a:lnTo>
                  <a:pt x="346881" y="37408"/>
                </a:lnTo>
                <a:lnTo>
                  <a:pt x="346407" y="37825"/>
                </a:lnTo>
                <a:lnTo>
                  <a:pt x="345942" y="38251"/>
                </a:lnTo>
                <a:lnTo>
                  <a:pt x="345484" y="38687"/>
                </a:lnTo>
                <a:lnTo>
                  <a:pt x="345035" y="39132"/>
                </a:lnTo>
                <a:lnTo>
                  <a:pt x="344593" y="39586"/>
                </a:lnTo>
                <a:lnTo>
                  <a:pt x="344159" y="40050"/>
                </a:lnTo>
                <a:lnTo>
                  <a:pt x="343733" y="40524"/>
                </a:lnTo>
                <a:lnTo>
                  <a:pt x="343315" y="41006"/>
                </a:lnTo>
                <a:lnTo>
                  <a:pt x="342905" y="41498"/>
                </a:lnTo>
                <a:lnTo>
                  <a:pt x="342502" y="41999"/>
                </a:lnTo>
                <a:lnTo>
                  <a:pt x="342108" y="42510"/>
                </a:lnTo>
                <a:lnTo>
                  <a:pt x="341721" y="43030"/>
                </a:lnTo>
                <a:lnTo>
                  <a:pt x="341343" y="43560"/>
                </a:lnTo>
                <a:lnTo>
                  <a:pt x="340972" y="44098"/>
                </a:lnTo>
                <a:lnTo>
                  <a:pt x="340609" y="44647"/>
                </a:lnTo>
                <a:lnTo>
                  <a:pt x="340254" y="45204"/>
                </a:lnTo>
                <a:lnTo>
                  <a:pt x="340170" y="31879"/>
                </a:lnTo>
                <a:lnTo>
                  <a:pt x="326186" y="31879"/>
                </a:lnTo>
                <a:lnTo>
                  <a:pt x="326186" y="147588"/>
                </a:lnTo>
                <a:lnTo>
                  <a:pt x="340001" y="147588"/>
                </a:lnTo>
                <a:lnTo>
                  <a:pt x="340001" y="105842"/>
                </a:lnTo>
                <a:lnTo>
                  <a:pt x="340363" y="106357"/>
                </a:lnTo>
                <a:lnTo>
                  <a:pt x="340732" y="106862"/>
                </a:lnTo>
                <a:lnTo>
                  <a:pt x="341108" y="107358"/>
                </a:lnTo>
                <a:close/>
                <a:moveTo>
                  <a:pt x="359809" y="107173"/>
                </a:moveTo>
                <a:lnTo>
                  <a:pt x="359165" y="107090"/>
                </a:lnTo>
                <a:lnTo>
                  <a:pt x="358531" y="106993"/>
                </a:lnTo>
                <a:lnTo>
                  <a:pt x="357907" y="106880"/>
                </a:lnTo>
                <a:lnTo>
                  <a:pt x="357291" y="106753"/>
                </a:lnTo>
                <a:lnTo>
                  <a:pt x="356685" y="106610"/>
                </a:lnTo>
                <a:lnTo>
                  <a:pt x="356088" y="106453"/>
                </a:lnTo>
                <a:lnTo>
                  <a:pt x="355501" y="106281"/>
                </a:lnTo>
                <a:lnTo>
                  <a:pt x="354923" y="106093"/>
                </a:lnTo>
                <a:lnTo>
                  <a:pt x="354355" y="105891"/>
                </a:lnTo>
                <a:lnTo>
                  <a:pt x="353795" y="105674"/>
                </a:lnTo>
                <a:lnTo>
                  <a:pt x="353245" y="105441"/>
                </a:lnTo>
                <a:lnTo>
                  <a:pt x="352705" y="105194"/>
                </a:lnTo>
                <a:lnTo>
                  <a:pt x="352174" y="104932"/>
                </a:lnTo>
                <a:lnTo>
                  <a:pt x="351652" y="104654"/>
                </a:lnTo>
                <a:lnTo>
                  <a:pt x="351139" y="104362"/>
                </a:lnTo>
                <a:lnTo>
                  <a:pt x="350636" y="104055"/>
                </a:lnTo>
                <a:lnTo>
                  <a:pt x="350143" y="103732"/>
                </a:lnTo>
                <a:lnTo>
                  <a:pt x="349658" y="103395"/>
                </a:lnTo>
                <a:lnTo>
                  <a:pt x="349183" y="103043"/>
                </a:lnTo>
                <a:lnTo>
                  <a:pt x="348717" y="102679"/>
                </a:lnTo>
                <a:lnTo>
                  <a:pt x="348260" y="102307"/>
                </a:lnTo>
                <a:lnTo>
                  <a:pt x="347810" y="101928"/>
                </a:lnTo>
                <a:lnTo>
                  <a:pt x="347370" y="101540"/>
                </a:lnTo>
                <a:lnTo>
                  <a:pt x="346938" y="101145"/>
                </a:lnTo>
                <a:lnTo>
                  <a:pt x="346514" y="100742"/>
                </a:lnTo>
                <a:lnTo>
                  <a:pt x="346099" y="100330"/>
                </a:lnTo>
                <a:lnTo>
                  <a:pt x="345692" y="99911"/>
                </a:lnTo>
                <a:lnTo>
                  <a:pt x="345294" y="99485"/>
                </a:lnTo>
                <a:lnTo>
                  <a:pt x="344904" y="99050"/>
                </a:lnTo>
                <a:lnTo>
                  <a:pt x="344523" y="98607"/>
                </a:lnTo>
                <a:lnTo>
                  <a:pt x="344150" y="98157"/>
                </a:lnTo>
                <a:lnTo>
                  <a:pt x="343786" y="97698"/>
                </a:lnTo>
                <a:lnTo>
                  <a:pt x="343430" y="97232"/>
                </a:lnTo>
                <a:lnTo>
                  <a:pt x="343083" y="96758"/>
                </a:lnTo>
                <a:lnTo>
                  <a:pt x="342744" y="96276"/>
                </a:lnTo>
                <a:lnTo>
                  <a:pt x="342413" y="95786"/>
                </a:lnTo>
                <a:lnTo>
                  <a:pt x="342092" y="95289"/>
                </a:lnTo>
                <a:lnTo>
                  <a:pt x="341778" y="94783"/>
                </a:lnTo>
                <a:lnTo>
                  <a:pt x="341473" y="94270"/>
                </a:lnTo>
                <a:lnTo>
                  <a:pt x="341177" y="93748"/>
                </a:lnTo>
                <a:lnTo>
                  <a:pt x="340889" y="93219"/>
                </a:lnTo>
                <a:lnTo>
                  <a:pt x="340609" y="92682"/>
                </a:lnTo>
                <a:lnTo>
                  <a:pt x="340338" y="92137"/>
                </a:lnTo>
                <a:lnTo>
                  <a:pt x="340338" y="58661"/>
                </a:lnTo>
                <a:lnTo>
                  <a:pt x="340609" y="58093"/>
                </a:lnTo>
                <a:lnTo>
                  <a:pt x="340889" y="57531"/>
                </a:lnTo>
                <a:lnTo>
                  <a:pt x="341176" y="56976"/>
                </a:lnTo>
                <a:lnTo>
                  <a:pt x="341472" y="56427"/>
                </a:lnTo>
                <a:lnTo>
                  <a:pt x="341776" y="55884"/>
                </a:lnTo>
                <a:lnTo>
                  <a:pt x="342089" y="55348"/>
                </a:lnTo>
                <a:lnTo>
                  <a:pt x="342410" y="54818"/>
                </a:lnTo>
                <a:lnTo>
                  <a:pt x="342739" y="54294"/>
                </a:lnTo>
                <a:lnTo>
                  <a:pt x="343077" y="53777"/>
                </a:lnTo>
                <a:lnTo>
                  <a:pt x="343423" y="53266"/>
                </a:lnTo>
                <a:lnTo>
                  <a:pt x="343777" y="52761"/>
                </a:lnTo>
                <a:lnTo>
                  <a:pt x="344140" y="52263"/>
                </a:lnTo>
                <a:lnTo>
                  <a:pt x="344511" y="51771"/>
                </a:lnTo>
                <a:lnTo>
                  <a:pt x="344890" y="51285"/>
                </a:lnTo>
                <a:lnTo>
                  <a:pt x="345277" y="50806"/>
                </a:lnTo>
                <a:lnTo>
                  <a:pt x="345673" y="50333"/>
                </a:lnTo>
                <a:lnTo>
                  <a:pt x="346078" y="49866"/>
                </a:lnTo>
                <a:lnTo>
                  <a:pt x="346490" y="49406"/>
                </a:lnTo>
                <a:lnTo>
                  <a:pt x="346911" y="48952"/>
                </a:lnTo>
                <a:lnTo>
                  <a:pt x="347341" y="48504"/>
                </a:lnTo>
                <a:lnTo>
                  <a:pt x="347778" y="48063"/>
                </a:lnTo>
                <a:lnTo>
                  <a:pt x="348224" y="47628"/>
                </a:lnTo>
                <a:lnTo>
                  <a:pt x="348679" y="47200"/>
                </a:lnTo>
                <a:lnTo>
                  <a:pt x="349141" y="46778"/>
                </a:lnTo>
                <a:lnTo>
                  <a:pt x="349613" y="46367"/>
                </a:lnTo>
                <a:lnTo>
                  <a:pt x="350095" y="45974"/>
                </a:lnTo>
                <a:lnTo>
                  <a:pt x="350587" y="45598"/>
                </a:lnTo>
                <a:lnTo>
                  <a:pt x="351089" y="45240"/>
                </a:lnTo>
                <a:lnTo>
                  <a:pt x="351601" y="44900"/>
                </a:lnTo>
                <a:lnTo>
                  <a:pt x="352124" y="44576"/>
                </a:lnTo>
                <a:lnTo>
                  <a:pt x="352656" y="44271"/>
                </a:lnTo>
                <a:lnTo>
                  <a:pt x="353199" y="43982"/>
                </a:lnTo>
                <a:lnTo>
                  <a:pt x="353751" y="43712"/>
                </a:lnTo>
                <a:lnTo>
                  <a:pt x="354314" y="43458"/>
                </a:lnTo>
                <a:lnTo>
                  <a:pt x="354887" y="43223"/>
                </a:lnTo>
                <a:lnTo>
                  <a:pt x="355470" y="43004"/>
                </a:lnTo>
                <a:lnTo>
                  <a:pt x="356062" y="42803"/>
                </a:lnTo>
                <a:lnTo>
                  <a:pt x="356666" y="42620"/>
                </a:lnTo>
                <a:lnTo>
                  <a:pt x="357279" y="42454"/>
                </a:lnTo>
                <a:lnTo>
                  <a:pt x="357902" y="42305"/>
                </a:lnTo>
                <a:lnTo>
                  <a:pt x="358535" y="42174"/>
                </a:lnTo>
                <a:lnTo>
                  <a:pt x="359179" y="42061"/>
                </a:lnTo>
                <a:lnTo>
                  <a:pt x="359832" y="41965"/>
                </a:lnTo>
                <a:lnTo>
                  <a:pt x="360496" y="41886"/>
                </a:lnTo>
                <a:lnTo>
                  <a:pt x="361169" y="41825"/>
                </a:lnTo>
                <a:lnTo>
                  <a:pt x="361853" y="41781"/>
                </a:lnTo>
                <a:lnTo>
                  <a:pt x="362547" y="41755"/>
                </a:lnTo>
                <a:lnTo>
                  <a:pt x="363251" y="41746"/>
                </a:lnTo>
                <a:lnTo>
                  <a:pt x="364050" y="41761"/>
                </a:lnTo>
                <a:lnTo>
                  <a:pt x="364832" y="41805"/>
                </a:lnTo>
                <a:lnTo>
                  <a:pt x="365598" y="41879"/>
                </a:lnTo>
                <a:lnTo>
                  <a:pt x="366348" y="41983"/>
                </a:lnTo>
                <a:lnTo>
                  <a:pt x="367081" y="42115"/>
                </a:lnTo>
                <a:lnTo>
                  <a:pt x="367797" y="42278"/>
                </a:lnTo>
                <a:lnTo>
                  <a:pt x="368497" y="42470"/>
                </a:lnTo>
                <a:lnTo>
                  <a:pt x="369180" y="42691"/>
                </a:lnTo>
                <a:lnTo>
                  <a:pt x="369847" y="42942"/>
                </a:lnTo>
                <a:lnTo>
                  <a:pt x="370497" y="43222"/>
                </a:lnTo>
                <a:lnTo>
                  <a:pt x="371131" y="43532"/>
                </a:lnTo>
                <a:lnTo>
                  <a:pt x="371748" y="43872"/>
                </a:lnTo>
                <a:lnTo>
                  <a:pt x="372349" y="44241"/>
                </a:lnTo>
                <a:lnTo>
                  <a:pt x="372933" y="44639"/>
                </a:lnTo>
                <a:lnTo>
                  <a:pt x="373501" y="45068"/>
                </a:lnTo>
                <a:lnTo>
                  <a:pt x="374052" y="45525"/>
                </a:lnTo>
                <a:lnTo>
                  <a:pt x="374587" y="46012"/>
                </a:lnTo>
                <a:lnTo>
                  <a:pt x="375105" y="46529"/>
                </a:lnTo>
                <a:lnTo>
                  <a:pt x="375606" y="47075"/>
                </a:lnTo>
                <a:lnTo>
                  <a:pt x="376091" y="47651"/>
                </a:lnTo>
                <a:lnTo>
                  <a:pt x="376560" y="48256"/>
                </a:lnTo>
                <a:lnTo>
                  <a:pt x="377012" y="48891"/>
                </a:lnTo>
                <a:lnTo>
                  <a:pt x="377447" y="49555"/>
                </a:lnTo>
                <a:lnTo>
                  <a:pt x="377866" y="50249"/>
                </a:lnTo>
                <a:lnTo>
                  <a:pt x="378268" y="50970"/>
                </a:lnTo>
                <a:lnTo>
                  <a:pt x="378653" y="51717"/>
                </a:lnTo>
                <a:lnTo>
                  <a:pt x="379021" y="52489"/>
                </a:lnTo>
                <a:lnTo>
                  <a:pt x="379372" y="53287"/>
                </a:lnTo>
                <a:lnTo>
                  <a:pt x="379706" y="54110"/>
                </a:lnTo>
                <a:lnTo>
                  <a:pt x="380022" y="54959"/>
                </a:lnTo>
                <a:lnTo>
                  <a:pt x="380322" y="55833"/>
                </a:lnTo>
                <a:lnTo>
                  <a:pt x="380604" y="56733"/>
                </a:lnTo>
                <a:lnTo>
                  <a:pt x="380869" y="57658"/>
                </a:lnTo>
                <a:lnTo>
                  <a:pt x="381117" y="58609"/>
                </a:lnTo>
                <a:lnTo>
                  <a:pt x="381348" y="59585"/>
                </a:lnTo>
                <a:lnTo>
                  <a:pt x="381562" y="60587"/>
                </a:lnTo>
                <a:lnTo>
                  <a:pt x="381759" y="61614"/>
                </a:lnTo>
                <a:lnTo>
                  <a:pt x="381939" y="62667"/>
                </a:lnTo>
                <a:lnTo>
                  <a:pt x="382101" y="63745"/>
                </a:lnTo>
                <a:lnTo>
                  <a:pt x="382247" y="64849"/>
                </a:lnTo>
                <a:lnTo>
                  <a:pt x="382375" y="65979"/>
                </a:lnTo>
                <a:lnTo>
                  <a:pt x="382486" y="67133"/>
                </a:lnTo>
                <a:lnTo>
                  <a:pt x="382580" y="68314"/>
                </a:lnTo>
                <a:lnTo>
                  <a:pt x="382657" y="69520"/>
                </a:lnTo>
                <a:lnTo>
                  <a:pt x="382717" y="70751"/>
                </a:lnTo>
                <a:lnTo>
                  <a:pt x="382760" y="72008"/>
                </a:lnTo>
                <a:lnTo>
                  <a:pt x="382786" y="73290"/>
                </a:lnTo>
                <a:lnTo>
                  <a:pt x="382794" y="74598"/>
                </a:lnTo>
                <a:lnTo>
                  <a:pt x="382786" y="75891"/>
                </a:lnTo>
                <a:lnTo>
                  <a:pt x="382760" y="77160"/>
                </a:lnTo>
                <a:lnTo>
                  <a:pt x="382718" y="78404"/>
                </a:lnTo>
                <a:lnTo>
                  <a:pt x="382660" y="79623"/>
                </a:lnTo>
                <a:lnTo>
                  <a:pt x="382584" y="80817"/>
                </a:lnTo>
                <a:lnTo>
                  <a:pt x="382491" y="81987"/>
                </a:lnTo>
                <a:lnTo>
                  <a:pt x="382382" y="83132"/>
                </a:lnTo>
                <a:lnTo>
                  <a:pt x="382256" y="84252"/>
                </a:lnTo>
                <a:lnTo>
                  <a:pt x="382113" y="85348"/>
                </a:lnTo>
                <a:lnTo>
                  <a:pt x="381953" y="86418"/>
                </a:lnTo>
                <a:lnTo>
                  <a:pt x="381777" y="87464"/>
                </a:lnTo>
                <a:lnTo>
                  <a:pt x="381583" y="88486"/>
                </a:lnTo>
                <a:lnTo>
                  <a:pt x="381373" y="89482"/>
                </a:lnTo>
                <a:lnTo>
                  <a:pt x="381146" y="90454"/>
                </a:lnTo>
                <a:lnTo>
                  <a:pt x="380902" y="91401"/>
                </a:lnTo>
                <a:lnTo>
                  <a:pt x="380641" y="92324"/>
                </a:lnTo>
                <a:lnTo>
                  <a:pt x="380364" y="93221"/>
                </a:lnTo>
                <a:lnTo>
                  <a:pt x="380070" y="94094"/>
                </a:lnTo>
                <a:lnTo>
                  <a:pt x="379758" y="94943"/>
                </a:lnTo>
                <a:lnTo>
                  <a:pt x="379430" y="95766"/>
                </a:lnTo>
                <a:lnTo>
                  <a:pt x="379086" y="96565"/>
                </a:lnTo>
                <a:lnTo>
                  <a:pt x="378724" y="97339"/>
                </a:lnTo>
                <a:lnTo>
                  <a:pt x="378346" y="98088"/>
                </a:lnTo>
                <a:lnTo>
                  <a:pt x="377950" y="98813"/>
                </a:lnTo>
                <a:lnTo>
                  <a:pt x="377538" y="99510"/>
                </a:lnTo>
                <a:lnTo>
                  <a:pt x="377108" y="100178"/>
                </a:lnTo>
                <a:lnTo>
                  <a:pt x="376660" y="100816"/>
                </a:lnTo>
                <a:lnTo>
                  <a:pt x="376194" y="101425"/>
                </a:lnTo>
                <a:lnTo>
                  <a:pt x="375711" y="102003"/>
                </a:lnTo>
                <a:lnTo>
                  <a:pt x="375210" y="102552"/>
                </a:lnTo>
                <a:lnTo>
                  <a:pt x="374691" y="103072"/>
                </a:lnTo>
                <a:lnTo>
                  <a:pt x="374155" y="103561"/>
                </a:lnTo>
                <a:lnTo>
                  <a:pt x="373601" y="104021"/>
                </a:lnTo>
                <a:lnTo>
                  <a:pt x="373029" y="104452"/>
                </a:lnTo>
                <a:lnTo>
                  <a:pt x="372440" y="104852"/>
                </a:lnTo>
                <a:lnTo>
                  <a:pt x="371833" y="105223"/>
                </a:lnTo>
                <a:lnTo>
                  <a:pt x="371208" y="105564"/>
                </a:lnTo>
                <a:lnTo>
                  <a:pt x="370565" y="105876"/>
                </a:lnTo>
                <a:lnTo>
                  <a:pt x="369905" y="106158"/>
                </a:lnTo>
                <a:lnTo>
                  <a:pt x="369227" y="106410"/>
                </a:lnTo>
                <a:lnTo>
                  <a:pt x="368532" y="106633"/>
                </a:lnTo>
                <a:lnTo>
                  <a:pt x="367818" y="106826"/>
                </a:lnTo>
                <a:lnTo>
                  <a:pt x="367087" y="106989"/>
                </a:lnTo>
                <a:lnTo>
                  <a:pt x="366339" y="107123"/>
                </a:lnTo>
                <a:lnTo>
                  <a:pt x="365572" y="107226"/>
                </a:lnTo>
                <a:lnTo>
                  <a:pt x="364788" y="107301"/>
                </a:lnTo>
                <a:lnTo>
                  <a:pt x="363986" y="107345"/>
                </a:lnTo>
                <a:lnTo>
                  <a:pt x="363167" y="107360"/>
                </a:lnTo>
                <a:lnTo>
                  <a:pt x="362476" y="107352"/>
                </a:lnTo>
                <a:lnTo>
                  <a:pt x="361796" y="107330"/>
                </a:lnTo>
                <a:lnTo>
                  <a:pt x="361124" y="107292"/>
                </a:lnTo>
                <a:lnTo>
                  <a:pt x="360462" y="107240"/>
                </a:lnTo>
                <a:lnTo>
                  <a:pt x="359809" y="107173"/>
                </a:lnTo>
                <a:close/>
                <a:moveTo>
                  <a:pt x="578689" y="16297"/>
                </a:moveTo>
                <a:lnTo>
                  <a:pt x="578995" y="16261"/>
                </a:lnTo>
                <a:lnTo>
                  <a:pt x="579296" y="16216"/>
                </a:lnTo>
                <a:lnTo>
                  <a:pt x="579591" y="16164"/>
                </a:lnTo>
                <a:lnTo>
                  <a:pt x="579882" y="16104"/>
                </a:lnTo>
                <a:lnTo>
                  <a:pt x="580167" y="16035"/>
                </a:lnTo>
                <a:lnTo>
                  <a:pt x="580447" y="15959"/>
                </a:lnTo>
                <a:lnTo>
                  <a:pt x="580722" y="15874"/>
                </a:lnTo>
                <a:lnTo>
                  <a:pt x="580991" y="15781"/>
                </a:lnTo>
                <a:lnTo>
                  <a:pt x="581255" y="15681"/>
                </a:lnTo>
                <a:lnTo>
                  <a:pt x="581514" y="15572"/>
                </a:lnTo>
                <a:lnTo>
                  <a:pt x="581768" y="15455"/>
                </a:lnTo>
                <a:lnTo>
                  <a:pt x="582016" y="15330"/>
                </a:lnTo>
                <a:lnTo>
                  <a:pt x="582259" y="15198"/>
                </a:lnTo>
                <a:lnTo>
                  <a:pt x="582497" y="15057"/>
                </a:lnTo>
                <a:lnTo>
                  <a:pt x="582729" y="14908"/>
                </a:lnTo>
                <a:lnTo>
                  <a:pt x="582957" y="14751"/>
                </a:lnTo>
                <a:lnTo>
                  <a:pt x="583179" y="14586"/>
                </a:lnTo>
                <a:lnTo>
                  <a:pt x="583395" y="14412"/>
                </a:lnTo>
                <a:lnTo>
                  <a:pt x="583607" y="14231"/>
                </a:lnTo>
                <a:lnTo>
                  <a:pt x="583813" y="14042"/>
                </a:lnTo>
                <a:lnTo>
                  <a:pt x="584012" y="13847"/>
                </a:lnTo>
                <a:lnTo>
                  <a:pt x="584203" y="13647"/>
                </a:lnTo>
                <a:lnTo>
                  <a:pt x="584386" y="13443"/>
                </a:lnTo>
                <a:lnTo>
                  <a:pt x="584559" y="13235"/>
                </a:lnTo>
                <a:lnTo>
                  <a:pt x="584725" y="13023"/>
                </a:lnTo>
                <a:lnTo>
                  <a:pt x="584882" y="12806"/>
                </a:lnTo>
                <a:lnTo>
                  <a:pt x="585030" y="12585"/>
                </a:lnTo>
                <a:lnTo>
                  <a:pt x="585170" y="12360"/>
                </a:lnTo>
                <a:lnTo>
                  <a:pt x="585302" y="12131"/>
                </a:lnTo>
                <a:lnTo>
                  <a:pt x="585425" y="11897"/>
                </a:lnTo>
                <a:lnTo>
                  <a:pt x="585539" y="11659"/>
                </a:lnTo>
                <a:lnTo>
                  <a:pt x="585645" y="11417"/>
                </a:lnTo>
                <a:lnTo>
                  <a:pt x="585743" y="11171"/>
                </a:lnTo>
                <a:lnTo>
                  <a:pt x="585832" y="10920"/>
                </a:lnTo>
                <a:lnTo>
                  <a:pt x="585912" y="10665"/>
                </a:lnTo>
                <a:lnTo>
                  <a:pt x="585984" y="10406"/>
                </a:lnTo>
                <a:lnTo>
                  <a:pt x="586048" y="10143"/>
                </a:lnTo>
                <a:lnTo>
                  <a:pt x="586103" y="9875"/>
                </a:lnTo>
                <a:lnTo>
                  <a:pt x="586150" y="9603"/>
                </a:lnTo>
                <a:lnTo>
                  <a:pt x="586188" y="9327"/>
                </a:lnTo>
                <a:lnTo>
                  <a:pt x="586218" y="9047"/>
                </a:lnTo>
                <a:lnTo>
                  <a:pt x="586239" y="8762"/>
                </a:lnTo>
                <a:lnTo>
                  <a:pt x="586252" y="8474"/>
                </a:lnTo>
                <a:lnTo>
                  <a:pt x="586256" y="8181"/>
                </a:lnTo>
                <a:lnTo>
                  <a:pt x="586252" y="7888"/>
                </a:lnTo>
                <a:lnTo>
                  <a:pt x="586239" y="7599"/>
                </a:lnTo>
                <a:lnTo>
                  <a:pt x="586218" y="7314"/>
                </a:lnTo>
                <a:lnTo>
                  <a:pt x="586188" y="7034"/>
                </a:lnTo>
                <a:lnTo>
                  <a:pt x="586150" y="6758"/>
                </a:lnTo>
                <a:lnTo>
                  <a:pt x="586103" y="6486"/>
                </a:lnTo>
                <a:lnTo>
                  <a:pt x="586048" y="6218"/>
                </a:lnTo>
                <a:lnTo>
                  <a:pt x="585984" y="5955"/>
                </a:lnTo>
                <a:lnTo>
                  <a:pt x="585912" y="5696"/>
                </a:lnTo>
                <a:lnTo>
                  <a:pt x="585832" y="5441"/>
                </a:lnTo>
                <a:lnTo>
                  <a:pt x="585743" y="5191"/>
                </a:lnTo>
                <a:lnTo>
                  <a:pt x="585645" y="4944"/>
                </a:lnTo>
                <a:lnTo>
                  <a:pt x="585539" y="4702"/>
                </a:lnTo>
                <a:lnTo>
                  <a:pt x="585425" y="4464"/>
                </a:lnTo>
                <a:lnTo>
                  <a:pt x="585302" y="4231"/>
                </a:lnTo>
                <a:lnTo>
                  <a:pt x="585170" y="4001"/>
                </a:lnTo>
                <a:lnTo>
                  <a:pt x="585030" y="3776"/>
                </a:lnTo>
                <a:lnTo>
                  <a:pt x="584882" y="3555"/>
                </a:lnTo>
                <a:lnTo>
                  <a:pt x="584725" y="3339"/>
                </a:lnTo>
                <a:lnTo>
                  <a:pt x="584559" y="3126"/>
                </a:lnTo>
                <a:lnTo>
                  <a:pt x="584386" y="2918"/>
                </a:lnTo>
                <a:lnTo>
                  <a:pt x="584203" y="2714"/>
                </a:lnTo>
                <a:lnTo>
                  <a:pt x="584012" y="2515"/>
                </a:lnTo>
                <a:lnTo>
                  <a:pt x="583813" y="2319"/>
                </a:lnTo>
                <a:lnTo>
                  <a:pt x="583607" y="2130"/>
                </a:lnTo>
                <a:lnTo>
                  <a:pt x="583395" y="1949"/>
                </a:lnTo>
                <a:lnTo>
                  <a:pt x="583179" y="1776"/>
                </a:lnTo>
                <a:lnTo>
                  <a:pt x="582957" y="1611"/>
                </a:lnTo>
                <a:lnTo>
                  <a:pt x="582729" y="1454"/>
                </a:lnTo>
                <a:lnTo>
                  <a:pt x="582497" y="1305"/>
                </a:lnTo>
                <a:lnTo>
                  <a:pt x="582259" y="1164"/>
                </a:lnTo>
                <a:lnTo>
                  <a:pt x="582016" y="1031"/>
                </a:lnTo>
                <a:lnTo>
                  <a:pt x="581768" y="906"/>
                </a:lnTo>
                <a:lnTo>
                  <a:pt x="581514" y="789"/>
                </a:lnTo>
                <a:lnTo>
                  <a:pt x="581255" y="680"/>
                </a:lnTo>
                <a:lnTo>
                  <a:pt x="580991" y="580"/>
                </a:lnTo>
                <a:lnTo>
                  <a:pt x="580722" y="487"/>
                </a:lnTo>
                <a:lnTo>
                  <a:pt x="580447" y="403"/>
                </a:lnTo>
                <a:lnTo>
                  <a:pt x="580167" y="326"/>
                </a:lnTo>
                <a:lnTo>
                  <a:pt x="579882" y="258"/>
                </a:lnTo>
                <a:lnTo>
                  <a:pt x="579591" y="197"/>
                </a:lnTo>
                <a:lnTo>
                  <a:pt x="579296" y="145"/>
                </a:lnTo>
                <a:lnTo>
                  <a:pt x="578995" y="101"/>
                </a:lnTo>
                <a:lnTo>
                  <a:pt x="578689" y="64"/>
                </a:lnTo>
                <a:lnTo>
                  <a:pt x="578377" y="36"/>
                </a:lnTo>
                <a:lnTo>
                  <a:pt x="578060" y="16"/>
                </a:lnTo>
                <a:lnTo>
                  <a:pt x="577738" y="4"/>
                </a:lnTo>
                <a:lnTo>
                  <a:pt x="577411" y="0"/>
                </a:lnTo>
                <a:lnTo>
                  <a:pt x="577077" y="4"/>
                </a:lnTo>
                <a:lnTo>
                  <a:pt x="576749" y="16"/>
                </a:lnTo>
                <a:lnTo>
                  <a:pt x="576426" y="36"/>
                </a:lnTo>
                <a:lnTo>
                  <a:pt x="576110" y="64"/>
                </a:lnTo>
                <a:lnTo>
                  <a:pt x="575799" y="101"/>
                </a:lnTo>
                <a:lnTo>
                  <a:pt x="575494" y="145"/>
                </a:lnTo>
                <a:lnTo>
                  <a:pt x="575196" y="197"/>
                </a:lnTo>
                <a:lnTo>
                  <a:pt x="574902" y="258"/>
                </a:lnTo>
                <a:lnTo>
                  <a:pt x="574615" y="326"/>
                </a:lnTo>
                <a:lnTo>
                  <a:pt x="574334" y="403"/>
                </a:lnTo>
                <a:lnTo>
                  <a:pt x="574058" y="487"/>
                </a:lnTo>
                <a:lnTo>
                  <a:pt x="573789" y="580"/>
                </a:lnTo>
                <a:lnTo>
                  <a:pt x="573525" y="680"/>
                </a:lnTo>
                <a:lnTo>
                  <a:pt x="573267" y="789"/>
                </a:lnTo>
                <a:lnTo>
                  <a:pt x="573015" y="906"/>
                </a:lnTo>
                <a:lnTo>
                  <a:pt x="572768" y="1031"/>
                </a:lnTo>
                <a:lnTo>
                  <a:pt x="572528" y="1164"/>
                </a:lnTo>
                <a:lnTo>
                  <a:pt x="572293" y="1305"/>
                </a:lnTo>
                <a:lnTo>
                  <a:pt x="572065" y="1454"/>
                </a:lnTo>
                <a:lnTo>
                  <a:pt x="571842" y="1611"/>
                </a:lnTo>
                <a:lnTo>
                  <a:pt x="571625" y="1776"/>
                </a:lnTo>
                <a:lnTo>
                  <a:pt x="571414" y="1949"/>
                </a:lnTo>
                <a:lnTo>
                  <a:pt x="571208" y="2130"/>
                </a:lnTo>
                <a:lnTo>
                  <a:pt x="571009" y="2319"/>
                </a:lnTo>
                <a:lnTo>
                  <a:pt x="570816" y="2515"/>
                </a:lnTo>
                <a:lnTo>
                  <a:pt x="570632" y="2714"/>
                </a:lnTo>
                <a:lnTo>
                  <a:pt x="570456" y="2918"/>
                </a:lnTo>
                <a:lnTo>
                  <a:pt x="570288" y="3126"/>
                </a:lnTo>
                <a:lnTo>
                  <a:pt x="570128" y="3339"/>
                </a:lnTo>
                <a:lnTo>
                  <a:pt x="569977" y="3555"/>
                </a:lnTo>
                <a:lnTo>
                  <a:pt x="569834" y="3776"/>
                </a:lnTo>
                <a:lnTo>
                  <a:pt x="569698" y="4001"/>
                </a:lnTo>
                <a:lnTo>
                  <a:pt x="569572" y="4231"/>
                </a:lnTo>
                <a:lnTo>
                  <a:pt x="569453" y="4464"/>
                </a:lnTo>
                <a:lnTo>
                  <a:pt x="569342" y="4702"/>
                </a:lnTo>
                <a:lnTo>
                  <a:pt x="569240" y="4944"/>
                </a:lnTo>
                <a:lnTo>
                  <a:pt x="569146" y="5191"/>
                </a:lnTo>
                <a:lnTo>
                  <a:pt x="569060" y="5441"/>
                </a:lnTo>
                <a:lnTo>
                  <a:pt x="568982" y="5696"/>
                </a:lnTo>
                <a:lnTo>
                  <a:pt x="568912" y="5955"/>
                </a:lnTo>
                <a:lnTo>
                  <a:pt x="568851" y="6218"/>
                </a:lnTo>
                <a:lnTo>
                  <a:pt x="568798" y="6486"/>
                </a:lnTo>
                <a:lnTo>
                  <a:pt x="568753" y="6758"/>
                </a:lnTo>
                <a:lnTo>
                  <a:pt x="568716" y="7034"/>
                </a:lnTo>
                <a:lnTo>
                  <a:pt x="568687" y="7314"/>
                </a:lnTo>
                <a:lnTo>
                  <a:pt x="568667" y="7599"/>
                </a:lnTo>
                <a:lnTo>
                  <a:pt x="568654" y="7888"/>
                </a:lnTo>
                <a:lnTo>
                  <a:pt x="568650" y="8181"/>
                </a:lnTo>
                <a:lnTo>
                  <a:pt x="568654" y="8474"/>
                </a:lnTo>
                <a:lnTo>
                  <a:pt x="568667" y="8762"/>
                </a:lnTo>
                <a:lnTo>
                  <a:pt x="568687" y="9047"/>
                </a:lnTo>
                <a:lnTo>
                  <a:pt x="568716" y="9327"/>
                </a:lnTo>
                <a:lnTo>
                  <a:pt x="568753" y="9603"/>
                </a:lnTo>
                <a:lnTo>
                  <a:pt x="568798" y="9875"/>
                </a:lnTo>
                <a:lnTo>
                  <a:pt x="568851" y="10143"/>
                </a:lnTo>
                <a:lnTo>
                  <a:pt x="568912" y="10406"/>
                </a:lnTo>
                <a:lnTo>
                  <a:pt x="568982" y="10665"/>
                </a:lnTo>
                <a:lnTo>
                  <a:pt x="569060" y="10920"/>
                </a:lnTo>
                <a:lnTo>
                  <a:pt x="569146" y="11171"/>
                </a:lnTo>
                <a:lnTo>
                  <a:pt x="569240" y="11417"/>
                </a:lnTo>
                <a:lnTo>
                  <a:pt x="569342" y="11659"/>
                </a:lnTo>
                <a:lnTo>
                  <a:pt x="569453" y="11897"/>
                </a:lnTo>
                <a:lnTo>
                  <a:pt x="569572" y="12131"/>
                </a:lnTo>
                <a:lnTo>
                  <a:pt x="569698" y="12360"/>
                </a:lnTo>
                <a:lnTo>
                  <a:pt x="569834" y="12585"/>
                </a:lnTo>
                <a:lnTo>
                  <a:pt x="569977" y="12806"/>
                </a:lnTo>
                <a:lnTo>
                  <a:pt x="570128" y="13023"/>
                </a:lnTo>
                <a:lnTo>
                  <a:pt x="570288" y="13235"/>
                </a:lnTo>
                <a:lnTo>
                  <a:pt x="570456" y="13443"/>
                </a:lnTo>
                <a:lnTo>
                  <a:pt x="570632" y="13647"/>
                </a:lnTo>
                <a:lnTo>
                  <a:pt x="570816" y="13847"/>
                </a:lnTo>
                <a:lnTo>
                  <a:pt x="571009" y="14042"/>
                </a:lnTo>
                <a:lnTo>
                  <a:pt x="571208" y="14231"/>
                </a:lnTo>
                <a:lnTo>
                  <a:pt x="571414" y="14412"/>
                </a:lnTo>
                <a:lnTo>
                  <a:pt x="571625" y="14586"/>
                </a:lnTo>
                <a:lnTo>
                  <a:pt x="571842" y="14751"/>
                </a:lnTo>
                <a:lnTo>
                  <a:pt x="572065" y="14908"/>
                </a:lnTo>
                <a:lnTo>
                  <a:pt x="572293" y="15057"/>
                </a:lnTo>
                <a:lnTo>
                  <a:pt x="572528" y="15198"/>
                </a:lnTo>
                <a:lnTo>
                  <a:pt x="572768" y="15330"/>
                </a:lnTo>
                <a:lnTo>
                  <a:pt x="573015" y="15455"/>
                </a:lnTo>
                <a:lnTo>
                  <a:pt x="573267" y="15572"/>
                </a:lnTo>
                <a:lnTo>
                  <a:pt x="573525" y="15681"/>
                </a:lnTo>
                <a:lnTo>
                  <a:pt x="573789" y="15781"/>
                </a:lnTo>
                <a:lnTo>
                  <a:pt x="574058" y="15874"/>
                </a:lnTo>
                <a:lnTo>
                  <a:pt x="574334" y="15959"/>
                </a:lnTo>
                <a:lnTo>
                  <a:pt x="574615" y="16035"/>
                </a:lnTo>
                <a:lnTo>
                  <a:pt x="574902" y="16104"/>
                </a:lnTo>
                <a:lnTo>
                  <a:pt x="575196" y="16164"/>
                </a:lnTo>
                <a:lnTo>
                  <a:pt x="575494" y="16216"/>
                </a:lnTo>
                <a:lnTo>
                  <a:pt x="575799" y="16261"/>
                </a:lnTo>
                <a:lnTo>
                  <a:pt x="576110" y="16297"/>
                </a:lnTo>
                <a:lnTo>
                  <a:pt x="576426" y="16325"/>
                </a:lnTo>
                <a:lnTo>
                  <a:pt x="576749" y="16345"/>
                </a:lnTo>
                <a:lnTo>
                  <a:pt x="577077" y="16357"/>
                </a:lnTo>
                <a:lnTo>
                  <a:pt x="577411" y="16361"/>
                </a:lnTo>
                <a:lnTo>
                  <a:pt x="577738" y="16357"/>
                </a:lnTo>
                <a:lnTo>
                  <a:pt x="578060" y="16345"/>
                </a:lnTo>
                <a:lnTo>
                  <a:pt x="578377" y="16325"/>
                </a:lnTo>
                <a:lnTo>
                  <a:pt x="578689" y="16297"/>
                </a:lnTo>
                <a:close/>
                <a:moveTo>
                  <a:pt x="736250" y="38687"/>
                </a:moveTo>
                <a:lnTo>
                  <a:pt x="736539" y="38362"/>
                </a:lnTo>
                <a:lnTo>
                  <a:pt x="736834" y="38050"/>
                </a:lnTo>
                <a:lnTo>
                  <a:pt x="737134" y="37750"/>
                </a:lnTo>
                <a:lnTo>
                  <a:pt x="737439" y="37464"/>
                </a:lnTo>
                <a:lnTo>
                  <a:pt x="737750" y="37190"/>
                </a:lnTo>
                <a:lnTo>
                  <a:pt x="738067" y="36929"/>
                </a:lnTo>
                <a:lnTo>
                  <a:pt x="738389" y="36680"/>
                </a:lnTo>
                <a:lnTo>
                  <a:pt x="738717" y="36445"/>
                </a:lnTo>
                <a:lnTo>
                  <a:pt x="739050" y="36222"/>
                </a:lnTo>
                <a:lnTo>
                  <a:pt x="739389" y="36012"/>
                </a:lnTo>
                <a:lnTo>
                  <a:pt x="739733" y="35814"/>
                </a:lnTo>
                <a:lnTo>
                  <a:pt x="740083" y="35629"/>
                </a:lnTo>
                <a:lnTo>
                  <a:pt x="740439" y="35457"/>
                </a:lnTo>
                <a:lnTo>
                  <a:pt x="740800" y="35298"/>
                </a:lnTo>
                <a:lnTo>
                  <a:pt x="741166" y="35152"/>
                </a:lnTo>
                <a:lnTo>
                  <a:pt x="741539" y="35018"/>
                </a:lnTo>
                <a:lnTo>
                  <a:pt x="741916" y="34897"/>
                </a:lnTo>
                <a:lnTo>
                  <a:pt x="742300" y="34789"/>
                </a:lnTo>
                <a:lnTo>
                  <a:pt x="742687" y="34689"/>
                </a:lnTo>
                <a:lnTo>
                  <a:pt x="743078" y="34593"/>
                </a:lnTo>
                <a:lnTo>
                  <a:pt x="743472" y="34502"/>
                </a:lnTo>
                <a:lnTo>
                  <a:pt x="743870" y="34415"/>
                </a:lnTo>
                <a:lnTo>
                  <a:pt x="744270" y="34332"/>
                </a:lnTo>
                <a:lnTo>
                  <a:pt x="744674" y="34254"/>
                </a:lnTo>
                <a:lnTo>
                  <a:pt x="745081" y="34179"/>
                </a:lnTo>
                <a:lnTo>
                  <a:pt x="745491" y="34109"/>
                </a:lnTo>
                <a:lnTo>
                  <a:pt x="745905" y="34043"/>
                </a:lnTo>
                <a:lnTo>
                  <a:pt x="746321" y="33982"/>
                </a:lnTo>
                <a:lnTo>
                  <a:pt x="746741" y="33925"/>
                </a:lnTo>
                <a:lnTo>
                  <a:pt x="747164" y="33872"/>
                </a:lnTo>
                <a:lnTo>
                  <a:pt x="747591" y="33823"/>
                </a:lnTo>
                <a:lnTo>
                  <a:pt x="748020" y="33778"/>
                </a:lnTo>
                <a:lnTo>
                  <a:pt x="748453" y="33738"/>
                </a:lnTo>
                <a:lnTo>
                  <a:pt x="748889" y="33702"/>
                </a:lnTo>
                <a:lnTo>
                  <a:pt x="749328" y="33670"/>
                </a:lnTo>
                <a:lnTo>
                  <a:pt x="749771" y="33642"/>
                </a:lnTo>
                <a:lnTo>
                  <a:pt x="750216" y="33619"/>
                </a:lnTo>
                <a:lnTo>
                  <a:pt x="750665" y="33600"/>
                </a:lnTo>
                <a:lnTo>
                  <a:pt x="751117" y="33585"/>
                </a:lnTo>
                <a:lnTo>
                  <a:pt x="751572" y="33574"/>
                </a:lnTo>
                <a:lnTo>
                  <a:pt x="752031" y="33568"/>
                </a:lnTo>
                <a:lnTo>
                  <a:pt x="752492" y="33566"/>
                </a:lnTo>
                <a:lnTo>
                  <a:pt x="752492" y="21674"/>
                </a:lnTo>
                <a:lnTo>
                  <a:pt x="751761" y="21700"/>
                </a:lnTo>
                <a:lnTo>
                  <a:pt x="751040" y="21735"/>
                </a:lnTo>
                <a:lnTo>
                  <a:pt x="750329" y="21778"/>
                </a:lnTo>
                <a:lnTo>
                  <a:pt x="749630" y="21831"/>
                </a:lnTo>
                <a:lnTo>
                  <a:pt x="748941" y="21893"/>
                </a:lnTo>
                <a:lnTo>
                  <a:pt x="748262" y="21964"/>
                </a:lnTo>
                <a:lnTo>
                  <a:pt x="747594" y="22044"/>
                </a:lnTo>
                <a:lnTo>
                  <a:pt x="746937" y="22134"/>
                </a:lnTo>
                <a:lnTo>
                  <a:pt x="746291" y="22232"/>
                </a:lnTo>
                <a:lnTo>
                  <a:pt x="745655" y="22339"/>
                </a:lnTo>
                <a:lnTo>
                  <a:pt x="745030" y="22456"/>
                </a:lnTo>
                <a:lnTo>
                  <a:pt x="744416" y="22581"/>
                </a:lnTo>
                <a:lnTo>
                  <a:pt x="743813" y="22716"/>
                </a:lnTo>
                <a:lnTo>
                  <a:pt x="743220" y="22859"/>
                </a:lnTo>
                <a:lnTo>
                  <a:pt x="742637" y="23012"/>
                </a:lnTo>
                <a:lnTo>
                  <a:pt x="742066" y="23174"/>
                </a:lnTo>
                <a:lnTo>
                  <a:pt x="741505" y="23345"/>
                </a:lnTo>
                <a:lnTo>
                  <a:pt x="740955" y="23525"/>
                </a:lnTo>
                <a:lnTo>
                  <a:pt x="740415" y="23714"/>
                </a:lnTo>
                <a:lnTo>
                  <a:pt x="739886" y="23912"/>
                </a:lnTo>
                <a:lnTo>
                  <a:pt x="739368" y="24119"/>
                </a:lnTo>
                <a:lnTo>
                  <a:pt x="738860" y="24335"/>
                </a:lnTo>
                <a:lnTo>
                  <a:pt x="738363" y="24560"/>
                </a:lnTo>
                <a:lnTo>
                  <a:pt x="737877" y="24795"/>
                </a:lnTo>
                <a:lnTo>
                  <a:pt x="737401" y="25043"/>
                </a:lnTo>
                <a:lnTo>
                  <a:pt x="736934" y="25308"/>
                </a:lnTo>
                <a:lnTo>
                  <a:pt x="736476" y="25591"/>
                </a:lnTo>
                <a:lnTo>
                  <a:pt x="736028" y="25891"/>
                </a:lnTo>
                <a:lnTo>
                  <a:pt x="735588" y="26209"/>
                </a:lnTo>
                <a:lnTo>
                  <a:pt x="735158" y="26545"/>
                </a:lnTo>
                <a:lnTo>
                  <a:pt x="734737" y="26898"/>
                </a:lnTo>
                <a:lnTo>
                  <a:pt x="734325" y="27269"/>
                </a:lnTo>
                <a:lnTo>
                  <a:pt x="733923" y="27657"/>
                </a:lnTo>
                <a:lnTo>
                  <a:pt x="733529" y="28063"/>
                </a:lnTo>
                <a:lnTo>
                  <a:pt x="733145" y="28486"/>
                </a:lnTo>
                <a:lnTo>
                  <a:pt x="732770" y="28927"/>
                </a:lnTo>
                <a:lnTo>
                  <a:pt x="732405" y="29386"/>
                </a:lnTo>
                <a:lnTo>
                  <a:pt x="732048" y="29862"/>
                </a:lnTo>
                <a:lnTo>
                  <a:pt x="731701" y="30356"/>
                </a:lnTo>
                <a:lnTo>
                  <a:pt x="731363" y="30867"/>
                </a:lnTo>
                <a:lnTo>
                  <a:pt x="731034" y="31396"/>
                </a:lnTo>
                <a:lnTo>
                  <a:pt x="730714" y="31942"/>
                </a:lnTo>
                <a:lnTo>
                  <a:pt x="730404" y="32506"/>
                </a:lnTo>
                <a:lnTo>
                  <a:pt x="730103" y="33088"/>
                </a:lnTo>
                <a:lnTo>
                  <a:pt x="729811" y="33687"/>
                </a:lnTo>
                <a:lnTo>
                  <a:pt x="729528" y="34304"/>
                </a:lnTo>
                <a:lnTo>
                  <a:pt x="729255" y="34938"/>
                </a:lnTo>
                <a:lnTo>
                  <a:pt x="729229" y="35002"/>
                </a:lnTo>
                <a:lnTo>
                  <a:pt x="728926" y="34851"/>
                </a:lnTo>
                <a:lnTo>
                  <a:pt x="728334" y="34575"/>
                </a:lnTo>
                <a:lnTo>
                  <a:pt x="727729" y="34312"/>
                </a:lnTo>
                <a:lnTo>
                  <a:pt x="727113" y="34063"/>
                </a:lnTo>
                <a:lnTo>
                  <a:pt x="726485" y="33827"/>
                </a:lnTo>
                <a:lnTo>
                  <a:pt x="725845" y="33604"/>
                </a:lnTo>
                <a:lnTo>
                  <a:pt x="725194" y="33396"/>
                </a:lnTo>
                <a:lnTo>
                  <a:pt x="724530" y="33200"/>
                </a:lnTo>
                <a:lnTo>
                  <a:pt x="723855" y="33018"/>
                </a:lnTo>
                <a:lnTo>
                  <a:pt x="723167" y="32850"/>
                </a:lnTo>
                <a:lnTo>
                  <a:pt x="722468" y="32695"/>
                </a:lnTo>
                <a:lnTo>
                  <a:pt x="721757" y="32553"/>
                </a:lnTo>
                <a:lnTo>
                  <a:pt x="721034" y="32425"/>
                </a:lnTo>
                <a:lnTo>
                  <a:pt x="720300" y="32310"/>
                </a:lnTo>
                <a:lnTo>
                  <a:pt x="719553" y="32209"/>
                </a:lnTo>
                <a:lnTo>
                  <a:pt x="718795" y="32122"/>
                </a:lnTo>
                <a:lnTo>
                  <a:pt x="718025" y="32048"/>
                </a:lnTo>
                <a:lnTo>
                  <a:pt x="717243" y="31987"/>
                </a:lnTo>
                <a:lnTo>
                  <a:pt x="716449" y="31940"/>
                </a:lnTo>
                <a:lnTo>
                  <a:pt x="715643" y="31906"/>
                </a:lnTo>
                <a:lnTo>
                  <a:pt x="714825" y="31886"/>
                </a:lnTo>
                <a:lnTo>
                  <a:pt x="713996" y="31879"/>
                </a:lnTo>
                <a:lnTo>
                  <a:pt x="713187" y="31886"/>
                </a:lnTo>
                <a:lnTo>
                  <a:pt x="712389" y="31906"/>
                </a:lnTo>
                <a:lnTo>
                  <a:pt x="711601" y="31940"/>
                </a:lnTo>
                <a:lnTo>
                  <a:pt x="710824" y="31987"/>
                </a:lnTo>
                <a:lnTo>
                  <a:pt x="710058" y="32048"/>
                </a:lnTo>
                <a:lnTo>
                  <a:pt x="709302" y="32122"/>
                </a:lnTo>
                <a:lnTo>
                  <a:pt x="708557" y="32209"/>
                </a:lnTo>
                <a:lnTo>
                  <a:pt x="707823" y="32310"/>
                </a:lnTo>
                <a:lnTo>
                  <a:pt x="707100" y="32425"/>
                </a:lnTo>
                <a:lnTo>
                  <a:pt x="706387" y="32553"/>
                </a:lnTo>
                <a:lnTo>
                  <a:pt x="705685" y="32695"/>
                </a:lnTo>
                <a:lnTo>
                  <a:pt x="704993" y="32850"/>
                </a:lnTo>
                <a:lnTo>
                  <a:pt x="704312" y="33018"/>
                </a:lnTo>
                <a:lnTo>
                  <a:pt x="703642" y="33200"/>
                </a:lnTo>
                <a:lnTo>
                  <a:pt x="702982" y="33396"/>
                </a:lnTo>
                <a:lnTo>
                  <a:pt x="702334" y="33604"/>
                </a:lnTo>
                <a:lnTo>
                  <a:pt x="701695" y="33827"/>
                </a:lnTo>
                <a:lnTo>
                  <a:pt x="701068" y="34063"/>
                </a:lnTo>
                <a:lnTo>
                  <a:pt x="700451" y="34312"/>
                </a:lnTo>
                <a:lnTo>
                  <a:pt x="699845" y="34575"/>
                </a:lnTo>
                <a:lnTo>
                  <a:pt x="699250" y="34851"/>
                </a:lnTo>
                <a:lnTo>
                  <a:pt x="698665" y="35141"/>
                </a:lnTo>
                <a:lnTo>
                  <a:pt x="698091" y="35444"/>
                </a:lnTo>
                <a:lnTo>
                  <a:pt x="697527" y="35761"/>
                </a:lnTo>
                <a:lnTo>
                  <a:pt x="696975" y="36089"/>
                </a:lnTo>
                <a:lnTo>
                  <a:pt x="696433" y="36426"/>
                </a:lnTo>
                <a:lnTo>
                  <a:pt x="695903" y="36773"/>
                </a:lnTo>
                <a:lnTo>
                  <a:pt x="695384" y="37129"/>
                </a:lnTo>
                <a:lnTo>
                  <a:pt x="694876" y="37494"/>
                </a:lnTo>
                <a:lnTo>
                  <a:pt x="694379" y="37868"/>
                </a:lnTo>
                <a:lnTo>
                  <a:pt x="693893" y="38252"/>
                </a:lnTo>
                <a:lnTo>
                  <a:pt x="693418" y="38645"/>
                </a:lnTo>
                <a:lnTo>
                  <a:pt x="692955" y="39047"/>
                </a:lnTo>
                <a:lnTo>
                  <a:pt x="692502" y="39458"/>
                </a:lnTo>
                <a:lnTo>
                  <a:pt x="692061" y="39879"/>
                </a:lnTo>
                <a:lnTo>
                  <a:pt x="691631" y="40309"/>
                </a:lnTo>
                <a:lnTo>
                  <a:pt x="691212" y="40749"/>
                </a:lnTo>
                <a:lnTo>
                  <a:pt x="690804" y="41197"/>
                </a:lnTo>
                <a:lnTo>
                  <a:pt x="690407" y="41655"/>
                </a:lnTo>
                <a:lnTo>
                  <a:pt x="690021" y="42123"/>
                </a:lnTo>
                <a:lnTo>
                  <a:pt x="689646" y="42599"/>
                </a:lnTo>
                <a:lnTo>
                  <a:pt x="689283" y="43085"/>
                </a:lnTo>
                <a:lnTo>
                  <a:pt x="688930" y="43580"/>
                </a:lnTo>
                <a:lnTo>
                  <a:pt x="688589" y="44085"/>
                </a:lnTo>
                <a:lnTo>
                  <a:pt x="688259" y="44598"/>
                </a:lnTo>
                <a:lnTo>
                  <a:pt x="687940" y="45121"/>
                </a:lnTo>
                <a:lnTo>
                  <a:pt x="687632" y="45654"/>
                </a:lnTo>
                <a:lnTo>
                  <a:pt x="687335" y="46195"/>
                </a:lnTo>
                <a:lnTo>
                  <a:pt x="687049" y="46744"/>
                </a:lnTo>
                <a:lnTo>
                  <a:pt x="686776" y="47297"/>
                </a:lnTo>
                <a:lnTo>
                  <a:pt x="686515" y="47856"/>
                </a:lnTo>
                <a:lnTo>
                  <a:pt x="686266" y="48420"/>
                </a:lnTo>
                <a:lnTo>
                  <a:pt x="686030" y="48989"/>
                </a:lnTo>
                <a:lnTo>
                  <a:pt x="685805" y="49563"/>
                </a:lnTo>
                <a:lnTo>
                  <a:pt x="685593" y="50142"/>
                </a:lnTo>
                <a:lnTo>
                  <a:pt x="685393" y="50726"/>
                </a:lnTo>
                <a:lnTo>
                  <a:pt x="685204" y="51315"/>
                </a:lnTo>
                <a:lnTo>
                  <a:pt x="685028" y="51910"/>
                </a:lnTo>
                <a:lnTo>
                  <a:pt x="684864" y="52509"/>
                </a:lnTo>
                <a:lnTo>
                  <a:pt x="684713" y="53114"/>
                </a:lnTo>
                <a:lnTo>
                  <a:pt x="684573" y="53724"/>
                </a:lnTo>
                <a:lnTo>
                  <a:pt x="684446" y="54338"/>
                </a:lnTo>
                <a:lnTo>
                  <a:pt x="684330" y="54958"/>
                </a:lnTo>
                <a:lnTo>
                  <a:pt x="684227" y="55583"/>
                </a:lnTo>
                <a:lnTo>
                  <a:pt x="684136" y="56213"/>
                </a:lnTo>
                <a:lnTo>
                  <a:pt x="684057" y="56849"/>
                </a:lnTo>
                <a:lnTo>
                  <a:pt x="683991" y="57489"/>
                </a:lnTo>
                <a:lnTo>
                  <a:pt x="683936" y="58134"/>
                </a:lnTo>
                <a:lnTo>
                  <a:pt x="683893" y="58785"/>
                </a:lnTo>
                <a:lnTo>
                  <a:pt x="683863" y="59440"/>
                </a:lnTo>
                <a:lnTo>
                  <a:pt x="683845" y="60101"/>
                </a:lnTo>
                <a:lnTo>
                  <a:pt x="683839" y="60767"/>
                </a:lnTo>
                <a:lnTo>
                  <a:pt x="683845" y="61397"/>
                </a:lnTo>
                <a:lnTo>
                  <a:pt x="683863" y="62024"/>
                </a:lnTo>
                <a:lnTo>
                  <a:pt x="683893" y="62648"/>
                </a:lnTo>
                <a:lnTo>
                  <a:pt x="683935" y="63267"/>
                </a:lnTo>
                <a:lnTo>
                  <a:pt x="683989" y="63884"/>
                </a:lnTo>
                <a:lnTo>
                  <a:pt x="684055" y="64496"/>
                </a:lnTo>
                <a:lnTo>
                  <a:pt x="684133" y="65105"/>
                </a:lnTo>
                <a:lnTo>
                  <a:pt x="684223" y="65710"/>
                </a:lnTo>
                <a:lnTo>
                  <a:pt x="684324" y="66312"/>
                </a:lnTo>
                <a:lnTo>
                  <a:pt x="684438" y="66910"/>
                </a:lnTo>
                <a:lnTo>
                  <a:pt x="684564" y="67505"/>
                </a:lnTo>
                <a:lnTo>
                  <a:pt x="684702" y="68096"/>
                </a:lnTo>
                <a:lnTo>
                  <a:pt x="684852" y="68684"/>
                </a:lnTo>
                <a:lnTo>
                  <a:pt x="685014" y="69268"/>
                </a:lnTo>
                <a:lnTo>
                  <a:pt x="685188" y="69848"/>
                </a:lnTo>
                <a:lnTo>
                  <a:pt x="685374" y="70425"/>
                </a:lnTo>
                <a:lnTo>
                  <a:pt x="685572" y="70998"/>
                </a:lnTo>
                <a:lnTo>
                  <a:pt x="685782" y="71567"/>
                </a:lnTo>
                <a:lnTo>
                  <a:pt x="686003" y="72133"/>
                </a:lnTo>
                <a:lnTo>
                  <a:pt x="686237" y="72695"/>
                </a:lnTo>
                <a:lnTo>
                  <a:pt x="686483" y="73254"/>
                </a:lnTo>
                <a:lnTo>
                  <a:pt x="686741" y="73809"/>
                </a:lnTo>
                <a:lnTo>
                  <a:pt x="687011" y="74361"/>
                </a:lnTo>
                <a:lnTo>
                  <a:pt x="687293" y="74909"/>
                </a:lnTo>
                <a:lnTo>
                  <a:pt x="687586" y="75451"/>
                </a:lnTo>
                <a:lnTo>
                  <a:pt x="687891" y="75983"/>
                </a:lnTo>
                <a:lnTo>
                  <a:pt x="688207" y="76507"/>
                </a:lnTo>
                <a:lnTo>
                  <a:pt x="688535" y="77022"/>
                </a:lnTo>
                <a:lnTo>
                  <a:pt x="688874" y="77528"/>
                </a:lnTo>
                <a:lnTo>
                  <a:pt x="689225" y="78024"/>
                </a:lnTo>
                <a:lnTo>
                  <a:pt x="689587" y="78512"/>
                </a:lnTo>
                <a:lnTo>
                  <a:pt x="689960" y="78991"/>
                </a:lnTo>
                <a:lnTo>
                  <a:pt x="690345" y="79461"/>
                </a:lnTo>
                <a:lnTo>
                  <a:pt x="690741" y="79922"/>
                </a:lnTo>
                <a:lnTo>
                  <a:pt x="691149" y="80374"/>
                </a:lnTo>
                <a:lnTo>
                  <a:pt x="691568" y="80816"/>
                </a:lnTo>
                <a:lnTo>
                  <a:pt x="691998" y="81250"/>
                </a:lnTo>
                <a:lnTo>
                  <a:pt x="692440" y="81675"/>
                </a:lnTo>
                <a:lnTo>
                  <a:pt x="692893" y="82091"/>
                </a:lnTo>
                <a:lnTo>
                  <a:pt x="693358" y="82498"/>
                </a:lnTo>
                <a:lnTo>
                  <a:pt x="693834" y="82896"/>
                </a:lnTo>
                <a:lnTo>
                  <a:pt x="694321" y="83285"/>
                </a:lnTo>
                <a:lnTo>
                  <a:pt x="694791" y="83643"/>
                </a:lnTo>
                <a:lnTo>
                  <a:pt x="694458" y="83782"/>
                </a:lnTo>
                <a:lnTo>
                  <a:pt x="693919" y="84018"/>
                </a:lnTo>
                <a:lnTo>
                  <a:pt x="693395" y="84259"/>
                </a:lnTo>
                <a:lnTo>
                  <a:pt x="692885" y="84505"/>
                </a:lnTo>
                <a:lnTo>
                  <a:pt x="692390" y="84757"/>
                </a:lnTo>
                <a:lnTo>
                  <a:pt x="691908" y="85014"/>
                </a:lnTo>
                <a:lnTo>
                  <a:pt x="691441" y="85277"/>
                </a:lnTo>
                <a:lnTo>
                  <a:pt x="690989" y="85545"/>
                </a:lnTo>
                <a:lnTo>
                  <a:pt x="690550" y="85818"/>
                </a:lnTo>
                <a:lnTo>
                  <a:pt x="690126" y="86097"/>
                </a:lnTo>
                <a:lnTo>
                  <a:pt x="689717" y="86381"/>
                </a:lnTo>
                <a:lnTo>
                  <a:pt x="689321" y="86671"/>
                </a:lnTo>
                <a:lnTo>
                  <a:pt x="688940" y="86966"/>
                </a:lnTo>
                <a:lnTo>
                  <a:pt x="688574" y="87266"/>
                </a:lnTo>
                <a:lnTo>
                  <a:pt x="688221" y="87572"/>
                </a:lnTo>
                <a:lnTo>
                  <a:pt x="687884" y="87883"/>
                </a:lnTo>
                <a:lnTo>
                  <a:pt x="687560" y="88199"/>
                </a:lnTo>
                <a:lnTo>
                  <a:pt x="687251" y="88521"/>
                </a:lnTo>
                <a:lnTo>
                  <a:pt x="686956" y="88848"/>
                </a:lnTo>
                <a:lnTo>
                  <a:pt x="686674" y="89178"/>
                </a:lnTo>
                <a:lnTo>
                  <a:pt x="686404" y="89507"/>
                </a:lnTo>
                <a:lnTo>
                  <a:pt x="686146" y="89837"/>
                </a:lnTo>
                <a:lnTo>
                  <a:pt x="685900" y="90167"/>
                </a:lnTo>
                <a:lnTo>
                  <a:pt x="685666" y="90496"/>
                </a:lnTo>
                <a:lnTo>
                  <a:pt x="685445" y="90826"/>
                </a:lnTo>
                <a:lnTo>
                  <a:pt x="685235" y="91156"/>
                </a:lnTo>
                <a:lnTo>
                  <a:pt x="685037" y="91485"/>
                </a:lnTo>
                <a:lnTo>
                  <a:pt x="684851" y="91815"/>
                </a:lnTo>
                <a:lnTo>
                  <a:pt x="684677" y="92145"/>
                </a:lnTo>
                <a:lnTo>
                  <a:pt x="684515" y="92474"/>
                </a:lnTo>
                <a:lnTo>
                  <a:pt x="684365" y="92804"/>
                </a:lnTo>
                <a:lnTo>
                  <a:pt x="684227" y="93134"/>
                </a:lnTo>
                <a:lnTo>
                  <a:pt x="684101" y="93463"/>
                </a:lnTo>
                <a:lnTo>
                  <a:pt x="683988" y="93793"/>
                </a:lnTo>
                <a:lnTo>
                  <a:pt x="683886" y="94123"/>
                </a:lnTo>
                <a:lnTo>
                  <a:pt x="683796" y="94452"/>
                </a:lnTo>
                <a:lnTo>
                  <a:pt x="683718" y="94782"/>
                </a:lnTo>
                <a:lnTo>
                  <a:pt x="683652" y="95112"/>
                </a:lnTo>
                <a:lnTo>
                  <a:pt x="683598" y="95441"/>
                </a:lnTo>
                <a:lnTo>
                  <a:pt x="683556" y="95771"/>
                </a:lnTo>
                <a:lnTo>
                  <a:pt x="683526" y="96101"/>
                </a:lnTo>
                <a:lnTo>
                  <a:pt x="683508" y="96430"/>
                </a:lnTo>
                <a:lnTo>
                  <a:pt x="683502" y="96760"/>
                </a:lnTo>
                <a:lnTo>
                  <a:pt x="683505" y="96983"/>
                </a:lnTo>
                <a:lnTo>
                  <a:pt x="683515" y="97208"/>
                </a:lnTo>
                <a:lnTo>
                  <a:pt x="683532" y="97434"/>
                </a:lnTo>
                <a:lnTo>
                  <a:pt x="683556" y="97662"/>
                </a:lnTo>
                <a:lnTo>
                  <a:pt x="683586" y="97892"/>
                </a:lnTo>
                <a:lnTo>
                  <a:pt x="683623" y="98123"/>
                </a:lnTo>
                <a:lnTo>
                  <a:pt x="683667" y="98356"/>
                </a:lnTo>
                <a:lnTo>
                  <a:pt x="683717" y="98591"/>
                </a:lnTo>
                <a:lnTo>
                  <a:pt x="683774" y="98827"/>
                </a:lnTo>
                <a:lnTo>
                  <a:pt x="683838" y="99065"/>
                </a:lnTo>
                <a:lnTo>
                  <a:pt x="683909" y="99304"/>
                </a:lnTo>
                <a:lnTo>
                  <a:pt x="683986" y="99546"/>
                </a:lnTo>
                <a:lnTo>
                  <a:pt x="684070" y="99789"/>
                </a:lnTo>
                <a:lnTo>
                  <a:pt x="684161" y="100033"/>
                </a:lnTo>
                <a:lnTo>
                  <a:pt x="684259" y="100279"/>
                </a:lnTo>
                <a:lnTo>
                  <a:pt x="684363" y="100527"/>
                </a:lnTo>
                <a:lnTo>
                  <a:pt x="684474" y="100776"/>
                </a:lnTo>
                <a:lnTo>
                  <a:pt x="684592" y="101027"/>
                </a:lnTo>
                <a:lnTo>
                  <a:pt x="684716" y="101280"/>
                </a:lnTo>
                <a:lnTo>
                  <a:pt x="684847" y="101535"/>
                </a:lnTo>
                <a:lnTo>
                  <a:pt x="684985" y="101791"/>
                </a:lnTo>
                <a:lnTo>
                  <a:pt x="685130" y="102048"/>
                </a:lnTo>
                <a:lnTo>
                  <a:pt x="685281" y="102308"/>
                </a:lnTo>
                <a:lnTo>
                  <a:pt x="685439" y="102569"/>
                </a:lnTo>
                <a:lnTo>
                  <a:pt x="685605" y="102829"/>
                </a:lnTo>
                <a:lnTo>
                  <a:pt x="685781" y="103086"/>
                </a:lnTo>
                <a:lnTo>
                  <a:pt x="685966" y="103341"/>
                </a:lnTo>
                <a:lnTo>
                  <a:pt x="686160" y="103592"/>
                </a:lnTo>
                <a:lnTo>
                  <a:pt x="686364" y="103841"/>
                </a:lnTo>
                <a:lnTo>
                  <a:pt x="686577" y="104087"/>
                </a:lnTo>
                <a:lnTo>
                  <a:pt x="686799" y="104330"/>
                </a:lnTo>
                <a:lnTo>
                  <a:pt x="687030" y="104570"/>
                </a:lnTo>
                <a:lnTo>
                  <a:pt x="687271" y="104808"/>
                </a:lnTo>
                <a:lnTo>
                  <a:pt x="687522" y="105042"/>
                </a:lnTo>
                <a:lnTo>
                  <a:pt x="687782" y="105274"/>
                </a:lnTo>
                <a:lnTo>
                  <a:pt x="688051" y="105503"/>
                </a:lnTo>
                <a:lnTo>
                  <a:pt x="688329" y="105729"/>
                </a:lnTo>
                <a:lnTo>
                  <a:pt x="688617" y="105953"/>
                </a:lnTo>
                <a:lnTo>
                  <a:pt x="688914" y="106173"/>
                </a:lnTo>
                <a:lnTo>
                  <a:pt x="689221" y="106391"/>
                </a:lnTo>
                <a:lnTo>
                  <a:pt x="689537" y="106605"/>
                </a:lnTo>
                <a:lnTo>
                  <a:pt x="689862" y="106817"/>
                </a:lnTo>
                <a:lnTo>
                  <a:pt x="690196" y="107026"/>
                </a:lnTo>
                <a:lnTo>
                  <a:pt x="690540" y="107233"/>
                </a:lnTo>
                <a:lnTo>
                  <a:pt x="690894" y="107436"/>
                </a:lnTo>
                <a:lnTo>
                  <a:pt x="691256" y="107637"/>
                </a:lnTo>
                <a:lnTo>
                  <a:pt x="691628" y="107834"/>
                </a:lnTo>
                <a:lnTo>
                  <a:pt x="692010" y="108029"/>
                </a:lnTo>
                <a:lnTo>
                  <a:pt x="692402" y="108219"/>
                </a:lnTo>
                <a:lnTo>
                  <a:pt x="692807" y="108403"/>
                </a:lnTo>
                <a:lnTo>
                  <a:pt x="693223" y="108579"/>
                </a:lnTo>
                <a:lnTo>
                  <a:pt x="693445" y="108667"/>
                </a:lnTo>
                <a:lnTo>
                  <a:pt x="693076" y="108829"/>
                </a:lnTo>
                <a:lnTo>
                  <a:pt x="692323" y="109183"/>
                </a:lnTo>
                <a:lnTo>
                  <a:pt x="691593" y="109549"/>
                </a:lnTo>
                <a:lnTo>
                  <a:pt x="690887" y="109926"/>
                </a:lnTo>
                <a:lnTo>
                  <a:pt x="690203" y="110315"/>
                </a:lnTo>
                <a:lnTo>
                  <a:pt x="689543" y="110715"/>
                </a:lnTo>
                <a:lnTo>
                  <a:pt x="688906" y="111128"/>
                </a:lnTo>
                <a:lnTo>
                  <a:pt x="688293" y="111552"/>
                </a:lnTo>
                <a:lnTo>
                  <a:pt x="687703" y="111988"/>
                </a:lnTo>
                <a:lnTo>
                  <a:pt x="687135" y="112436"/>
                </a:lnTo>
                <a:lnTo>
                  <a:pt x="686592" y="112895"/>
                </a:lnTo>
                <a:lnTo>
                  <a:pt x="686071" y="113366"/>
                </a:lnTo>
                <a:lnTo>
                  <a:pt x="685573" y="113846"/>
                </a:lnTo>
                <a:lnTo>
                  <a:pt x="685096" y="114332"/>
                </a:lnTo>
                <a:lnTo>
                  <a:pt x="684640" y="114823"/>
                </a:lnTo>
                <a:lnTo>
                  <a:pt x="684205" y="115320"/>
                </a:lnTo>
                <a:lnTo>
                  <a:pt x="683791" y="115823"/>
                </a:lnTo>
                <a:lnTo>
                  <a:pt x="683399" y="116332"/>
                </a:lnTo>
                <a:lnTo>
                  <a:pt x="683028" y="116846"/>
                </a:lnTo>
                <a:lnTo>
                  <a:pt x="682678" y="117366"/>
                </a:lnTo>
                <a:lnTo>
                  <a:pt x="682350" y="117891"/>
                </a:lnTo>
                <a:lnTo>
                  <a:pt x="682042" y="118423"/>
                </a:lnTo>
                <a:lnTo>
                  <a:pt x="681756" y="118960"/>
                </a:lnTo>
                <a:lnTo>
                  <a:pt x="681491" y="119503"/>
                </a:lnTo>
                <a:lnTo>
                  <a:pt x="681247" y="120052"/>
                </a:lnTo>
                <a:lnTo>
                  <a:pt x="681024" y="120606"/>
                </a:lnTo>
                <a:lnTo>
                  <a:pt x="680823" y="121166"/>
                </a:lnTo>
                <a:lnTo>
                  <a:pt x="680642" y="121732"/>
                </a:lnTo>
                <a:lnTo>
                  <a:pt x="680483" y="122303"/>
                </a:lnTo>
                <a:lnTo>
                  <a:pt x="680346" y="122881"/>
                </a:lnTo>
                <a:lnTo>
                  <a:pt x="680229" y="123464"/>
                </a:lnTo>
                <a:lnTo>
                  <a:pt x="680134" y="124052"/>
                </a:lnTo>
                <a:lnTo>
                  <a:pt x="680059" y="124647"/>
                </a:lnTo>
                <a:lnTo>
                  <a:pt x="680006" y="125247"/>
                </a:lnTo>
                <a:lnTo>
                  <a:pt x="679974" y="125853"/>
                </a:lnTo>
                <a:lnTo>
                  <a:pt x="679964" y="126465"/>
                </a:lnTo>
                <a:lnTo>
                  <a:pt x="679970" y="126969"/>
                </a:lnTo>
                <a:lnTo>
                  <a:pt x="679988" y="127471"/>
                </a:lnTo>
                <a:lnTo>
                  <a:pt x="680017" y="127969"/>
                </a:lnTo>
                <a:lnTo>
                  <a:pt x="680059" y="128465"/>
                </a:lnTo>
                <a:lnTo>
                  <a:pt x="680112" y="128957"/>
                </a:lnTo>
                <a:lnTo>
                  <a:pt x="680177" y="129446"/>
                </a:lnTo>
                <a:lnTo>
                  <a:pt x="680254" y="129933"/>
                </a:lnTo>
                <a:lnTo>
                  <a:pt x="680343" y="130416"/>
                </a:lnTo>
                <a:lnTo>
                  <a:pt x="680444" y="130897"/>
                </a:lnTo>
                <a:lnTo>
                  <a:pt x="680556" y="131374"/>
                </a:lnTo>
                <a:lnTo>
                  <a:pt x="680681" y="131848"/>
                </a:lnTo>
                <a:lnTo>
                  <a:pt x="680817" y="132319"/>
                </a:lnTo>
                <a:lnTo>
                  <a:pt x="680965" y="132788"/>
                </a:lnTo>
                <a:lnTo>
                  <a:pt x="681125" y="133253"/>
                </a:lnTo>
                <a:lnTo>
                  <a:pt x="681297" y="133715"/>
                </a:lnTo>
                <a:lnTo>
                  <a:pt x="681480" y="134174"/>
                </a:lnTo>
                <a:lnTo>
                  <a:pt x="681676" y="134631"/>
                </a:lnTo>
                <a:lnTo>
                  <a:pt x="681883" y="135084"/>
                </a:lnTo>
                <a:lnTo>
                  <a:pt x="682102" y="135534"/>
                </a:lnTo>
                <a:lnTo>
                  <a:pt x="682333" y="135981"/>
                </a:lnTo>
                <a:lnTo>
                  <a:pt x="682576" y="136425"/>
                </a:lnTo>
                <a:lnTo>
                  <a:pt x="682831" y="136866"/>
                </a:lnTo>
                <a:lnTo>
                  <a:pt x="683097" y="137304"/>
                </a:lnTo>
                <a:lnTo>
                  <a:pt x="683375" y="137739"/>
                </a:lnTo>
                <a:lnTo>
                  <a:pt x="683667" y="138170"/>
                </a:lnTo>
                <a:lnTo>
                  <a:pt x="683974" y="138592"/>
                </a:lnTo>
                <a:lnTo>
                  <a:pt x="684295" y="139008"/>
                </a:lnTo>
                <a:lnTo>
                  <a:pt x="684631" y="139417"/>
                </a:lnTo>
                <a:lnTo>
                  <a:pt x="684982" y="139818"/>
                </a:lnTo>
                <a:lnTo>
                  <a:pt x="685347" y="140212"/>
                </a:lnTo>
                <a:lnTo>
                  <a:pt x="685727" y="140599"/>
                </a:lnTo>
                <a:lnTo>
                  <a:pt x="686123" y="140978"/>
                </a:lnTo>
                <a:lnTo>
                  <a:pt x="686532" y="141350"/>
                </a:lnTo>
                <a:lnTo>
                  <a:pt x="686957" y="141716"/>
                </a:lnTo>
                <a:lnTo>
                  <a:pt x="687396" y="142073"/>
                </a:lnTo>
                <a:lnTo>
                  <a:pt x="687851" y="142424"/>
                </a:lnTo>
                <a:lnTo>
                  <a:pt x="688320" y="142767"/>
                </a:lnTo>
                <a:lnTo>
                  <a:pt x="688803" y="143104"/>
                </a:lnTo>
                <a:lnTo>
                  <a:pt x="689302" y="143433"/>
                </a:lnTo>
                <a:lnTo>
                  <a:pt x="689815" y="143754"/>
                </a:lnTo>
                <a:lnTo>
                  <a:pt x="690343" y="144069"/>
                </a:lnTo>
                <a:lnTo>
                  <a:pt x="690886" y="144376"/>
                </a:lnTo>
                <a:lnTo>
                  <a:pt x="691443" y="144676"/>
                </a:lnTo>
                <a:lnTo>
                  <a:pt x="692016" y="144969"/>
                </a:lnTo>
                <a:lnTo>
                  <a:pt x="692603" y="145254"/>
                </a:lnTo>
                <a:lnTo>
                  <a:pt x="693205" y="145533"/>
                </a:lnTo>
                <a:lnTo>
                  <a:pt x="693821" y="145804"/>
                </a:lnTo>
                <a:lnTo>
                  <a:pt x="694453" y="146068"/>
                </a:lnTo>
                <a:lnTo>
                  <a:pt x="695100" y="146322"/>
                </a:lnTo>
                <a:lnTo>
                  <a:pt x="695765" y="146566"/>
                </a:lnTo>
                <a:lnTo>
                  <a:pt x="696448" y="146800"/>
                </a:lnTo>
                <a:lnTo>
                  <a:pt x="697148" y="147022"/>
                </a:lnTo>
                <a:lnTo>
                  <a:pt x="697866" y="147233"/>
                </a:lnTo>
                <a:lnTo>
                  <a:pt x="698601" y="147434"/>
                </a:lnTo>
                <a:lnTo>
                  <a:pt x="699354" y="147624"/>
                </a:lnTo>
                <a:lnTo>
                  <a:pt x="700125" y="147803"/>
                </a:lnTo>
                <a:lnTo>
                  <a:pt x="700913" y="147971"/>
                </a:lnTo>
                <a:lnTo>
                  <a:pt x="701718" y="148128"/>
                </a:lnTo>
                <a:lnTo>
                  <a:pt x="702541" y="148274"/>
                </a:lnTo>
                <a:lnTo>
                  <a:pt x="703382" y="148410"/>
                </a:lnTo>
                <a:lnTo>
                  <a:pt x="704240" y="148535"/>
                </a:lnTo>
                <a:lnTo>
                  <a:pt x="705116" y="148648"/>
                </a:lnTo>
                <a:lnTo>
                  <a:pt x="706009" y="148751"/>
                </a:lnTo>
                <a:lnTo>
                  <a:pt x="706920" y="148844"/>
                </a:lnTo>
                <a:lnTo>
                  <a:pt x="707848" y="148925"/>
                </a:lnTo>
                <a:lnTo>
                  <a:pt x="708794" y="148995"/>
                </a:lnTo>
                <a:lnTo>
                  <a:pt x="709758" y="149055"/>
                </a:lnTo>
                <a:lnTo>
                  <a:pt x="710739" y="149104"/>
                </a:lnTo>
                <a:lnTo>
                  <a:pt x="711737" y="149142"/>
                </a:lnTo>
                <a:lnTo>
                  <a:pt x="712753" y="149169"/>
                </a:lnTo>
                <a:lnTo>
                  <a:pt x="713787" y="149185"/>
                </a:lnTo>
                <a:lnTo>
                  <a:pt x="714838" y="149191"/>
                </a:lnTo>
                <a:lnTo>
                  <a:pt x="716360" y="149178"/>
                </a:lnTo>
                <a:lnTo>
                  <a:pt x="717852" y="149140"/>
                </a:lnTo>
                <a:lnTo>
                  <a:pt x="719312" y="149076"/>
                </a:lnTo>
                <a:lnTo>
                  <a:pt x="720742" y="148987"/>
                </a:lnTo>
                <a:lnTo>
                  <a:pt x="722141" y="148873"/>
                </a:lnTo>
                <a:lnTo>
                  <a:pt x="723509" y="148733"/>
                </a:lnTo>
                <a:lnTo>
                  <a:pt x="724847" y="148567"/>
                </a:lnTo>
                <a:lnTo>
                  <a:pt x="726154" y="148376"/>
                </a:lnTo>
                <a:lnTo>
                  <a:pt x="727430" y="148160"/>
                </a:lnTo>
                <a:lnTo>
                  <a:pt x="728676" y="147918"/>
                </a:lnTo>
                <a:lnTo>
                  <a:pt x="729891" y="147651"/>
                </a:lnTo>
                <a:lnTo>
                  <a:pt x="731075" y="147358"/>
                </a:lnTo>
                <a:lnTo>
                  <a:pt x="732228" y="147040"/>
                </a:lnTo>
                <a:lnTo>
                  <a:pt x="733351" y="146697"/>
                </a:lnTo>
                <a:lnTo>
                  <a:pt x="734443" y="146328"/>
                </a:lnTo>
                <a:lnTo>
                  <a:pt x="735505" y="145933"/>
                </a:lnTo>
                <a:lnTo>
                  <a:pt x="736535" y="145513"/>
                </a:lnTo>
                <a:lnTo>
                  <a:pt x="737535" y="145068"/>
                </a:lnTo>
                <a:lnTo>
                  <a:pt x="738504" y="144597"/>
                </a:lnTo>
                <a:lnTo>
                  <a:pt x="739443" y="144101"/>
                </a:lnTo>
                <a:lnTo>
                  <a:pt x="740350" y="143579"/>
                </a:lnTo>
                <a:lnTo>
                  <a:pt x="741227" y="143032"/>
                </a:lnTo>
                <a:lnTo>
                  <a:pt x="742074" y="142459"/>
                </a:lnTo>
                <a:lnTo>
                  <a:pt x="742889" y="141861"/>
                </a:lnTo>
                <a:lnTo>
                  <a:pt x="743673" y="141243"/>
                </a:lnTo>
                <a:lnTo>
                  <a:pt x="744423" y="140611"/>
                </a:lnTo>
                <a:lnTo>
                  <a:pt x="745140" y="139965"/>
                </a:lnTo>
                <a:lnTo>
                  <a:pt x="745824" y="139304"/>
                </a:lnTo>
                <a:lnTo>
                  <a:pt x="746474" y="138629"/>
                </a:lnTo>
                <a:lnTo>
                  <a:pt x="747091" y="137939"/>
                </a:lnTo>
                <a:lnTo>
                  <a:pt x="747674" y="137235"/>
                </a:lnTo>
                <a:lnTo>
                  <a:pt x="748224" y="136517"/>
                </a:lnTo>
                <a:lnTo>
                  <a:pt x="748741" y="135785"/>
                </a:lnTo>
                <a:lnTo>
                  <a:pt x="749225" y="135038"/>
                </a:lnTo>
                <a:lnTo>
                  <a:pt x="749675" y="134277"/>
                </a:lnTo>
                <a:lnTo>
                  <a:pt x="750092" y="133502"/>
                </a:lnTo>
                <a:lnTo>
                  <a:pt x="750475" y="132712"/>
                </a:lnTo>
                <a:lnTo>
                  <a:pt x="750825" y="131908"/>
                </a:lnTo>
                <a:lnTo>
                  <a:pt x="751142" y="131090"/>
                </a:lnTo>
                <a:lnTo>
                  <a:pt x="751425" y="130257"/>
                </a:lnTo>
                <a:lnTo>
                  <a:pt x="751676" y="129410"/>
                </a:lnTo>
                <a:lnTo>
                  <a:pt x="751892" y="128549"/>
                </a:lnTo>
                <a:lnTo>
                  <a:pt x="752076" y="127673"/>
                </a:lnTo>
                <a:lnTo>
                  <a:pt x="752226" y="126783"/>
                </a:lnTo>
                <a:lnTo>
                  <a:pt x="752342" y="125879"/>
                </a:lnTo>
                <a:lnTo>
                  <a:pt x="752426" y="124961"/>
                </a:lnTo>
                <a:lnTo>
                  <a:pt x="752476" y="124028"/>
                </a:lnTo>
                <a:lnTo>
                  <a:pt x="752492" y="123081"/>
                </a:lnTo>
                <a:lnTo>
                  <a:pt x="752478" y="122130"/>
                </a:lnTo>
                <a:lnTo>
                  <a:pt x="752435" y="121200"/>
                </a:lnTo>
                <a:lnTo>
                  <a:pt x="752364" y="120291"/>
                </a:lnTo>
                <a:lnTo>
                  <a:pt x="752264" y="119403"/>
                </a:lnTo>
                <a:lnTo>
                  <a:pt x="752136" y="118536"/>
                </a:lnTo>
                <a:lnTo>
                  <a:pt x="751979" y="117690"/>
                </a:lnTo>
                <a:lnTo>
                  <a:pt x="751794" y="116864"/>
                </a:lnTo>
                <a:lnTo>
                  <a:pt x="751580" y="116060"/>
                </a:lnTo>
                <a:lnTo>
                  <a:pt x="751337" y="115277"/>
                </a:lnTo>
                <a:lnTo>
                  <a:pt x="751067" y="114514"/>
                </a:lnTo>
                <a:lnTo>
                  <a:pt x="750767" y="113773"/>
                </a:lnTo>
                <a:lnTo>
                  <a:pt x="750439" y="113052"/>
                </a:lnTo>
                <a:lnTo>
                  <a:pt x="750083" y="112352"/>
                </a:lnTo>
                <a:lnTo>
                  <a:pt x="749698" y="111674"/>
                </a:lnTo>
                <a:lnTo>
                  <a:pt x="749284" y="111016"/>
                </a:lnTo>
                <a:lnTo>
                  <a:pt x="748842" y="110379"/>
                </a:lnTo>
                <a:lnTo>
                  <a:pt x="748372" y="109763"/>
                </a:lnTo>
                <a:lnTo>
                  <a:pt x="747873" y="109168"/>
                </a:lnTo>
                <a:lnTo>
                  <a:pt x="747345" y="108594"/>
                </a:lnTo>
                <a:lnTo>
                  <a:pt x="746789" y="108040"/>
                </a:lnTo>
                <a:lnTo>
                  <a:pt x="746204" y="107508"/>
                </a:lnTo>
                <a:lnTo>
                  <a:pt x="745591" y="106997"/>
                </a:lnTo>
                <a:lnTo>
                  <a:pt x="744949" y="106506"/>
                </a:lnTo>
                <a:lnTo>
                  <a:pt x="744279" y="106037"/>
                </a:lnTo>
                <a:lnTo>
                  <a:pt x="743576" y="105587"/>
                </a:lnTo>
                <a:lnTo>
                  <a:pt x="742835" y="105157"/>
                </a:lnTo>
                <a:lnTo>
                  <a:pt x="742056" y="104746"/>
                </a:lnTo>
                <a:lnTo>
                  <a:pt x="741239" y="104354"/>
                </a:lnTo>
                <a:lnTo>
                  <a:pt x="740384" y="103981"/>
                </a:lnTo>
                <a:lnTo>
                  <a:pt x="739491" y="103627"/>
                </a:lnTo>
                <a:lnTo>
                  <a:pt x="738560" y="103292"/>
                </a:lnTo>
                <a:lnTo>
                  <a:pt x="737592" y="102977"/>
                </a:lnTo>
                <a:lnTo>
                  <a:pt x="736585" y="102680"/>
                </a:lnTo>
                <a:lnTo>
                  <a:pt x="735541" y="102403"/>
                </a:lnTo>
                <a:lnTo>
                  <a:pt x="734459" y="102145"/>
                </a:lnTo>
                <a:lnTo>
                  <a:pt x="733339" y="101906"/>
                </a:lnTo>
                <a:lnTo>
                  <a:pt x="732181" y="101686"/>
                </a:lnTo>
                <a:lnTo>
                  <a:pt x="730985" y="101485"/>
                </a:lnTo>
                <a:lnTo>
                  <a:pt x="729752" y="101303"/>
                </a:lnTo>
                <a:lnTo>
                  <a:pt x="728480" y="101141"/>
                </a:lnTo>
                <a:lnTo>
                  <a:pt x="727171" y="100997"/>
                </a:lnTo>
                <a:lnTo>
                  <a:pt x="725823" y="100873"/>
                </a:lnTo>
                <a:lnTo>
                  <a:pt x="724438" y="100768"/>
                </a:lnTo>
                <a:lnTo>
                  <a:pt x="723015" y="100682"/>
                </a:lnTo>
                <a:lnTo>
                  <a:pt x="721554" y="100615"/>
                </a:lnTo>
                <a:lnTo>
                  <a:pt x="720055" y="100567"/>
                </a:lnTo>
                <a:lnTo>
                  <a:pt x="718519" y="100538"/>
                </a:lnTo>
                <a:lnTo>
                  <a:pt x="716944" y="100529"/>
                </a:lnTo>
                <a:lnTo>
                  <a:pt x="712311" y="100529"/>
                </a:lnTo>
                <a:lnTo>
                  <a:pt x="711782" y="100520"/>
                </a:lnTo>
                <a:lnTo>
                  <a:pt x="711263" y="100510"/>
                </a:lnTo>
                <a:lnTo>
                  <a:pt x="710753" y="100497"/>
                </a:lnTo>
                <a:lnTo>
                  <a:pt x="710252" y="100482"/>
                </a:lnTo>
                <a:lnTo>
                  <a:pt x="709761" y="100464"/>
                </a:lnTo>
                <a:lnTo>
                  <a:pt x="709279" y="100444"/>
                </a:lnTo>
                <a:lnTo>
                  <a:pt x="708806" y="100422"/>
                </a:lnTo>
                <a:lnTo>
                  <a:pt x="708343" y="100397"/>
                </a:lnTo>
                <a:lnTo>
                  <a:pt x="707889" y="100370"/>
                </a:lnTo>
                <a:lnTo>
                  <a:pt x="707444" y="100340"/>
                </a:lnTo>
                <a:lnTo>
                  <a:pt x="707009" y="100309"/>
                </a:lnTo>
                <a:lnTo>
                  <a:pt x="706583" y="100274"/>
                </a:lnTo>
                <a:lnTo>
                  <a:pt x="706166" y="100238"/>
                </a:lnTo>
                <a:lnTo>
                  <a:pt x="705759" y="100199"/>
                </a:lnTo>
                <a:lnTo>
                  <a:pt x="705362" y="100158"/>
                </a:lnTo>
                <a:lnTo>
                  <a:pt x="704973" y="100114"/>
                </a:lnTo>
                <a:lnTo>
                  <a:pt x="704594" y="100068"/>
                </a:lnTo>
                <a:lnTo>
                  <a:pt x="704224" y="100020"/>
                </a:lnTo>
                <a:lnTo>
                  <a:pt x="703864" y="99969"/>
                </a:lnTo>
                <a:lnTo>
                  <a:pt x="703513" y="99916"/>
                </a:lnTo>
                <a:lnTo>
                  <a:pt x="703171" y="99861"/>
                </a:lnTo>
                <a:lnTo>
                  <a:pt x="702839" y="99803"/>
                </a:lnTo>
                <a:lnTo>
                  <a:pt x="702516" y="99743"/>
                </a:lnTo>
                <a:lnTo>
                  <a:pt x="702203" y="99680"/>
                </a:lnTo>
                <a:lnTo>
                  <a:pt x="701898" y="99615"/>
                </a:lnTo>
                <a:lnTo>
                  <a:pt x="701600" y="99549"/>
                </a:lnTo>
                <a:lnTo>
                  <a:pt x="701310" y="99480"/>
                </a:lnTo>
                <a:lnTo>
                  <a:pt x="701028" y="99410"/>
                </a:lnTo>
                <a:lnTo>
                  <a:pt x="700753" y="99338"/>
                </a:lnTo>
                <a:lnTo>
                  <a:pt x="700486" y="99263"/>
                </a:lnTo>
                <a:lnTo>
                  <a:pt x="700227" y="99187"/>
                </a:lnTo>
                <a:lnTo>
                  <a:pt x="699975" y="99109"/>
                </a:lnTo>
                <a:lnTo>
                  <a:pt x="699731" y="99029"/>
                </a:lnTo>
                <a:lnTo>
                  <a:pt x="699494" y="98948"/>
                </a:lnTo>
                <a:lnTo>
                  <a:pt x="699265" y="98864"/>
                </a:lnTo>
                <a:lnTo>
                  <a:pt x="699044" y="98778"/>
                </a:lnTo>
                <a:lnTo>
                  <a:pt x="698830" y="98690"/>
                </a:lnTo>
                <a:lnTo>
                  <a:pt x="698624" y="98601"/>
                </a:lnTo>
                <a:lnTo>
                  <a:pt x="698425" y="98510"/>
                </a:lnTo>
                <a:lnTo>
                  <a:pt x="698234" y="98416"/>
                </a:lnTo>
                <a:lnTo>
                  <a:pt x="698051" y="98321"/>
                </a:lnTo>
                <a:lnTo>
                  <a:pt x="697875" y="98224"/>
                </a:lnTo>
                <a:lnTo>
                  <a:pt x="697707" y="98125"/>
                </a:lnTo>
                <a:lnTo>
                  <a:pt x="697546" y="98024"/>
                </a:lnTo>
                <a:lnTo>
                  <a:pt x="697393" y="97921"/>
                </a:lnTo>
                <a:lnTo>
                  <a:pt x="697248" y="97816"/>
                </a:lnTo>
                <a:lnTo>
                  <a:pt x="697110" y="97709"/>
                </a:lnTo>
                <a:lnTo>
                  <a:pt x="696980" y="97601"/>
                </a:lnTo>
                <a:lnTo>
                  <a:pt x="696856" y="97491"/>
                </a:lnTo>
                <a:lnTo>
                  <a:pt x="696738" y="97379"/>
                </a:lnTo>
                <a:lnTo>
                  <a:pt x="696624" y="97267"/>
                </a:lnTo>
                <a:lnTo>
                  <a:pt x="696517" y="97154"/>
                </a:lnTo>
                <a:lnTo>
                  <a:pt x="696414" y="97040"/>
                </a:lnTo>
                <a:lnTo>
                  <a:pt x="696317" y="96924"/>
                </a:lnTo>
                <a:lnTo>
                  <a:pt x="696224" y="96808"/>
                </a:lnTo>
                <a:lnTo>
                  <a:pt x="696137" y="96691"/>
                </a:lnTo>
                <a:lnTo>
                  <a:pt x="696056" y="96572"/>
                </a:lnTo>
                <a:lnTo>
                  <a:pt x="695980" y="96453"/>
                </a:lnTo>
                <a:lnTo>
                  <a:pt x="695908" y="96333"/>
                </a:lnTo>
                <a:lnTo>
                  <a:pt x="695843" y="96211"/>
                </a:lnTo>
                <a:lnTo>
                  <a:pt x="695782" y="96089"/>
                </a:lnTo>
                <a:lnTo>
                  <a:pt x="695727" y="95965"/>
                </a:lnTo>
                <a:lnTo>
                  <a:pt x="695677" y="95840"/>
                </a:lnTo>
                <a:lnTo>
                  <a:pt x="695632" y="95715"/>
                </a:lnTo>
                <a:lnTo>
                  <a:pt x="695593" y="95588"/>
                </a:lnTo>
                <a:lnTo>
                  <a:pt x="695558" y="95460"/>
                </a:lnTo>
                <a:lnTo>
                  <a:pt x="695529" y="95332"/>
                </a:lnTo>
                <a:lnTo>
                  <a:pt x="695506" y="95202"/>
                </a:lnTo>
                <a:lnTo>
                  <a:pt x="695487" y="95071"/>
                </a:lnTo>
                <a:lnTo>
                  <a:pt x="695474" y="94939"/>
                </a:lnTo>
                <a:lnTo>
                  <a:pt x="695466" y="94807"/>
                </a:lnTo>
                <a:lnTo>
                  <a:pt x="695464" y="94673"/>
                </a:lnTo>
                <a:lnTo>
                  <a:pt x="695468" y="94482"/>
                </a:lnTo>
                <a:lnTo>
                  <a:pt x="695481" y="94292"/>
                </a:lnTo>
                <a:lnTo>
                  <a:pt x="695503" y="94103"/>
                </a:lnTo>
                <a:lnTo>
                  <a:pt x="695534" y="93914"/>
                </a:lnTo>
                <a:lnTo>
                  <a:pt x="695573" y="93726"/>
                </a:lnTo>
                <a:lnTo>
                  <a:pt x="695622" y="93538"/>
                </a:lnTo>
                <a:lnTo>
                  <a:pt x="695679" y="93351"/>
                </a:lnTo>
                <a:lnTo>
                  <a:pt x="695744" y="93165"/>
                </a:lnTo>
                <a:lnTo>
                  <a:pt x="695819" y="92979"/>
                </a:lnTo>
                <a:lnTo>
                  <a:pt x="695902" y="92793"/>
                </a:lnTo>
                <a:lnTo>
                  <a:pt x="695994" y="92609"/>
                </a:lnTo>
                <a:lnTo>
                  <a:pt x="696095" y="92425"/>
                </a:lnTo>
                <a:lnTo>
                  <a:pt x="696205" y="92241"/>
                </a:lnTo>
                <a:lnTo>
                  <a:pt x="696324" y="92058"/>
                </a:lnTo>
                <a:lnTo>
                  <a:pt x="696451" y="91876"/>
                </a:lnTo>
                <a:lnTo>
                  <a:pt x="696587" y="91694"/>
                </a:lnTo>
                <a:lnTo>
                  <a:pt x="696732" y="91513"/>
                </a:lnTo>
                <a:lnTo>
                  <a:pt x="696885" y="91332"/>
                </a:lnTo>
                <a:lnTo>
                  <a:pt x="697047" y="91152"/>
                </a:lnTo>
                <a:lnTo>
                  <a:pt x="697219" y="90973"/>
                </a:lnTo>
                <a:lnTo>
                  <a:pt x="697398" y="90794"/>
                </a:lnTo>
                <a:lnTo>
                  <a:pt x="697587" y="90616"/>
                </a:lnTo>
                <a:lnTo>
                  <a:pt x="697785" y="90438"/>
                </a:lnTo>
                <a:lnTo>
                  <a:pt x="697991" y="90261"/>
                </a:lnTo>
                <a:lnTo>
                  <a:pt x="698205" y="90086"/>
                </a:lnTo>
                <a:lnTo>
                  <a:pt x="698427" y="89914"/>
                </a:lnTo>
                <a:lnTo>
                  <a:pt x="698655" y="89747"/>
                </a:lnTo>
                <a:lnTo>
                  <a:pt x="698892" y="89583"/>
                </a:lnTo>
                <a:lnTo>
                  <a:pt x="699135" y="89424"/>
                </a:lnTo>
                <a:lnTo>
                  <a:pt x="699386" y="89268"/>
                </a:lnTo>
                <a:lnTo>
                  <a:pt x="699644" y="89116"/>
                </a:lnTo>
                <a:lnTo>
                  <a:pt x="699909" y="88968"/>
                </a:lnTo>
                <a:lnTo>
                  <a:pt x="700182" y="88823"/>
                </a:lnTo>
                <a:lnTo>
                  <a:pt x="700462" y="88683"/>
                </a:lnTo>
                <a:lnTo>
                  <a:pt x="700750" y="88546"/>
                </a:lnTo>
                <a:lnTo>
                  <a:pt x="701044" y="88413"/>
                </a:lnTo>
                <a:lnTo>
                  <a:pt x="701346" y="88284"/>
                </a:lnTo>
                <a:lnTo>
                  <a:pt x="701656" y="88159"/>
                </a:lnTo>
                <a:lnTo>
                  <a:pt x="701972" y="88038"/>
                </a:lnTo>
                <a:lnTo>
                  <a:pt x="702296" y="87920"/>
                </a:lnTo>
                <a:lnTo>
                  <a:pt x="702627" y="87807"/>
                </a:lnTo>
                <a:lnTo>
                  <a:pt x="702731" y="87773"/>
                </a:lnTo>
                <a:lnTo>
                  <a:pt x="702954" y="87847"/>
                </a:lnTo>
                <a:lnTo>
                  <a:pt x="703613" y="88047"/>
                </a:lnTo>
                <a:lnTo>
                  <a:pt x="704282" y="88233"/>
                </a:lnTo>
                <a:lnTo>
                  <a:pt x="704961" y="88405"/>
                </a:lnTo>
                <a:lnTo>
                  <a:pt x="705651" y="88563"/>
                </a:lnTo>
                <a:lnTo>
                  <a:pt x="706351" y="88708"/>
                </a:lnTo>
                <a:lnTo>
                  <a:pt x="707061" y="88839"/>
                </a:lnTo>
                <a:lnTo>
                  <a:pt x="707781" y="88956"/>
                </a:lnTo>
                <a:lnTo>
                  <a:pt x="708512" y="89059"/>
                </a:lnTo>
                <a:lnTo>
                  <a:pt x="709252" y="89148"/>
                </a:lnTo>
                <a:lnTo>
                  <a:pt x="710003" y="89224"/>
                </a:lnTo>
                <a:lnTo>
                  <a:pt x="710764" y="89286"/>
                </a:lnTo>
                <a:lnTo>
                  <a:pt x="711536" y="89334"/>
                </a:lnTo>
                <a:lnTo>
                  <a:pt x="712318" y="89369"/>
                </a:lnTo>
                <a:lnTo>
                  <a:pt x="713109" y="89389"/>
                </a:lnTo>
                <a:lnTo>
                  <a:pt x="713912" y="89396"/>
                </a:lnTo>
                <a:lnTo>
                  <a:pt x="714741" y="89390"/>
                </a:lnTo>
                <a:lnTo>
                  <a:pt x="715559" y="89369"/>
                </a:lnTo>
                <a:lnTo>
                  <a:pt x="716364" y="89335"/>
                </a:lnTo>
                <a:lnTo>
                  <a:pt x="717158" y="89287"/>
                </a:lnTo>
                <a:lnTo>
                  <a:pt x="717940" y="89226"/>
                </a:lnTo>
                <a:lnTo>
                  <a:pt x="718711" y="89151"/>
                </a:lnTo>
                <a:lnTo>
                  <a:pt x="719469" y="89063"/>
                </a:lnTo>
                <a:lnTo>
                  <a:pt x="720215" y="88961"/>
                </a:lnTo>
                <a:lnTo>
                  <a:pt x="720950" y="88845"/>
                </a:lnTo>
                <a:lnTo>
                  <a:pt x="721673" y="88715"/>
                </a:lnTo>
                <a:lnTo>
                  <a:pt x="722384" y="88573"/>
                </a:lnTo>
                <a:lnTo>
                  <a:pt x="723083" y="88416"/>
                </a:lnTo>
                <a:lnTo>
                  <a:pt x="723770" y="88246"/>
                </a:lnTo>
                <a:lnTo>
                  <a:pt x="724446" y="88062"/>
                </a:lnTo>
                <a:lnTo>
                  <a:pt x="725109" y="87864"/>
                </a:lnTo>
                <a:lnTo>
                  <a:pt x="725761" y="87653"/>
                </a:lnTo>
                <a:lnTo>
                  <a:pt x="726401" y="87429"/>
                </a:lnTo>
                <a:lnTo>
                  <a:pt x="727029" y="87190"/>
                </a:lnTo>
                <a:lnTo>
                  <a:pt x="727645" y="86939"/>
                </a:lnTo>
                <a:lnTo>
                  <a:pt x="728250" y="86673"/>
                </a:lnTo>
                <a:lnTo>
                  <a:pt x="728842" y="86394"/>
                </a:lnTo>
                <a:lnTo>
                  <a:pt x="729423" y="86101"/>
                </a:lnTo>
                <a:lnTo>
                  <a:pt x="729992" y="85795"/>
                </a:lnTo>
                <a:lnTo>
                  <a:pt x="730549" y="85475"/>
                </a:lnTo>
                <a:lnTo>
                  <a:pt x="731094" y="85143"/>
                </a:lnTo>
                <a:lnTo>
                  <a:pt x="731628" y="84803"/>
                </a:lnTo>
                <a:lnTo>
                  <a:pt x="732151" y="84453"/>
                </a:lnTo>
                <a:lnTo>
                  <a:pt x="732663" y="84095"/>
                </a:lnTo>
                <a:lnTo>
                  <a:pt x="733163" y="83727"/>
                </a:lnTo>
                <a:lnTo>
                  <a:pt x="733652" y="83351"/>
                </a:lnTo>
                <a:lnTo>
                  <a:pt x="734130" y="82966"/>
                </a:lnTo>
                <a:lnTo>
                  <a:pt x="734597" y="82571"/>
                </a:lnTo>
                <a:lnTo>
                  <a:pt x="735052" y="82168"/>
                </a:lnTo>
                <a:lnTo>
                  <a:pt x="735496" y="81756"/>
                </a:lnTo>
                <a:lnTo>
                  <a:pt x="735929" y="81334"/>
                </a:lnTo>
                <a:lnTo>
                  <a:pt x="736350" y="80904"/>
                </a:lnTo>
                <a:lnTo>
                  <a:pt x="736761" y="80465"/>
                </a:lnTo>
                <a:lnTo>
                  <a:pt x="737160" y="80017"/>
                </a:lnTo>
                <a:lnTo>
                  <a:pt x="737548" y="79559"/>
                </a:lnTo>
                <a:lnTo>
                  <a:pt x="737924" y="79093"/>
                </a:lnTo>
                <a:lnTo>
                  <a:pt x="738289" y="78618"/>
                </a:lnTo>
                <a:lnTo>
                  <a:pt x="738643" y="78134"/>
                </a:lnTo>
                <a:lnTo>
                  <a:pt x="738986" y="77641"/>
                </a:lnTo>
                <a:lnTo>
                  <a:pt x="739317" y="77139"/>
                </a:lnTo>
                <a:lnTo>
                  <a:pt x="739638" y="76628"/>
                </a:lnTo>
                <a:lnTo>
                  <a:pt x="739947" y="76108"/>
                </a:lnTo>
                <a:lnTo>
                  <a:pt x="740244" y="75579"/>
                </a:lnTo>
                <a:lnTo>
                  <a:pt x="740531" y="75041"/>
                </a:lnTo>
                <a:lnTo>
                  <a:pt x="740806" y="74496"/>
                </a:lnTo>
                <a:lnTo>
                  <a:pt x="741069" y="73947"/>
                </a:lnTo>
                <a:lnTo>
                  <a:pt x="741320" y="73393"/>
                </a:lnTo>
                <a:lnTo>
                  <a:pt x="741560" y="72835"/>
                </a:lnTo>
                <a:lnTo>
                  <a:pt x="741788" y="72273"/>
                </a:lnTo>
                <a:lnTo>
                  <a:pt x="742005" y="71706"/>
                </a:lnTo>
                <a:lnTo>
                  <a:pt x="742210" y="71136"/>
                </a:lnTo>
                <a:lnTo>
                  <a:pt x="742403" y="70560"/>
                </a:lnTo>
                <a:lnTo>
                  <a:pt x="742584" y="69981"/>
                </a:lnTo>
                <a:lnTo>
                  <a:pt x="742754" y="69397"/>
                </a:lnTo>
                <a:lnTo>
                  <a:pt x="742912" y="68809"/>
                </a:lnTo>
                <a:lnTo>
                  <a:pt x="743058" y="68216"/>
                </a:lnTo>
                <a:lnTo>
                  <a:pt x="743192" y="67619"/>
                </a:lnTo>
                <a:lnTo>
                  <a:pt x="743315" y="67018"/>
                </a:lnTo>
                <a:lnTo>
                  <a:pt x="743426" y="66412"/>
                </a:lnTo>
                <a:lnTo>
                  <a:pt x="743526" y="65802"/>
                </a:lnTo>
                <a:lnTo>
                  <a:pt x="743614" y="65188"/>
                </a:lnTo>
                <a:lnTo>
                  <a:pt x="743690" y="64570"/>
                </a:lnTo>
                <a:lnTo>
                  <a:pt x="743754" y="63947"/>
                </a:lnTo>
                <a:lnTo>
                  <a:pt x="743807" y="63319"/>
                </a:lnTo>
                <a:lnTo>
                  <a:pt x="743848" y="62688"/>
                </a:lnTo>
                <a:lnTo>
                  <a:pt x="743877" y="62052"/>
                </a:lnTo>
                <a:lnTo>
                  <a:pt x="743894" y="61411"/>
                </a:lnTo>
                <a:lnTo>
                  <a:pt x="743900" y="60767"/>
                </a:lnTo>
                <a:lnTo>
                  <a:pt x="743894" y="60101"/>
                </a:lnTo>
                <a:lnTo>
                  <a:pt x="743877" y="59440"/>
                </a:lnTo>
                <a:lnTo>
                  <a:pt x="743848" y="58785"/>
                </a:lnTo>
                <a:lnTo>
                  <a:pt x="743808" y="58134"/>
                </a:lnTo>
                <a:lnTo>
                  <a:pt x="743756" y="57489"/>
                </a:lnTo>
                <a:lnTo>
                  <a:pt x="743692" y="56849"/>
                </a:lnTo>
                <a:lnTo>
                  <a:pt x="743617" y="56213"/>
                </a:lnTo>
                <a:lnTo>
                  <a:pt x="743531" y="55583"/>
                </a:lnTo>
                <a:lnTo>
                  <a:pt x="743432" y="54958"/>
                </a:lnTo>
                <a:lnTo>
                  <a:pt x="743323" y="54338"/>
                </a:lnTo>
                <a:lnTo>
                  <a:pt x="743201" y="53724"/>
                </a:lnTo>
                <a:lnTo>
                  <a:pt x="743068" y="53114"/>
                </a:lnTo>
                <a:lnTo>
                  <a:pt x="742924" y="52509"/>
                </a:lnTo>
                <a:lnTo>
                  <a:pt x="742768" y="51910"/>
                </a:lnTo>
                <a:lnTo>
                  <a:pt x="742600" y="51315"/>
                </a:lnTo>
                <a:lnTo>
                  <a:pt x="742421" y="50726"/>
                </a:lnTo>
                <a:lnTo>
                  <a:pt x="742231" y="50142"/>
                </a:lnTo>
                <a:lnTo>
                  <a:pt x="742029" y="49563"/>
                </a:lnTo>
                <a:lnTo>
                  <a:pt x="741815" y="48989"/>
                </a:lnTo>
                <a:lnTo>
                  <a:pt x="741590" y="48420"/>
                </a:lnTo>
                <a:lnTo>
                  <a:pt x="741353" y="47856"/>
                </a:lnTo>
                <a:lnTo>
                  <a:pt x="741104" y="47297"/>
                </a:lnTo>
                <a:lnTo>
                  <a:pt x="740844" y="46744"/>
                </a:lnTo>
                <a:lnTo>
                  <a:pt x="740573" y="46195"/>
                </a:lnTo>
                <a:lnTo>
                  <a:pt x="740290" y="45654"/>
                </a:lnTo>
                <a:lnTo>
                  <a:pt x="739995" y="45121"/>
                </a:lnTo>
                <a:lnTo>
                  <a:pt x="739690" y="44598"/>
                </a:lnTo>
                <a:lnTo>
                  <a:pt x="739372" y="44085"/>
                </a:lnTo>
                <a:lnTo>
                  <a:pt x="739044" y="43580"/>
                </a:lnTo>
                <a:lnTo>
                  <a:pt x="738704" y="43085"/>
                </a:lnTo>
                <a:lnTo>
                  <a:pt x="738352" y="42599"/>
                </a:lnTo>
                <a:lnTo>
                  <a:pt x="737990" y="42123"/>
                </a:lnTo>
                <a:lnTo>
                  <a:pt x="737615" y="41655"/>
                </a:lnTo>
                <a:lnTo>
                  <a:pt x="737230" y="41197"/>
                </a:lnTo>
                <a:lnTo>
                  <a:pt x="736833" y="40749"/>
                </a:lnTo>
                <a:lnTo>
                  <a:pt x="736424" y="40309"/>
                </a:lnTo>
                <a:lnTo>
                  <a:pt x="736004" y="39879"/>
                </a:lnTo>
                <a:lnTo>
                  <a:pt x="735604" y="39489"/>
                </a:lnTo>
                <a:lnTo>
                  <a:pt x="735689" y="39374"/>
                </a:lnTo>
                <a:lnTo>
                  <a:pt x="735967" y="39024"/>
                </a:lnTo>
                <a:lnTo>
                  <a:pt x="736250" y="38687"/>
                </a:lnTo>
                <a:close/>
                <a:moveTo>
                  <a:pt x="711822" y="79650"/>
                </a:moveTo>
                <a:lnTo>
                  <a:pt x="711293" y="79576"/>
                </a:lnTo>
                <a:lnTo>
                  <a:pt x="710769" y="79485"/>
                </a:lnTo>
                <a:lnTo>
                  <a:pt x="710250" y="79378"/>
                </a:lnTo>
                <a:lnTo>
                  <a:pt x="709737" y="79254"/>
                </a:lnTo>
                <a:lnTo>
                  <a:pt x="709230" y="79114"/>
                </a:lnTo>
                <a:lnTo>
                  <a:pt x="708728" y="78957"/>
                </a:lnTo>
                <a:lnTo>
                  <a:pt x="708232" y="78784"/>
                </a:lnTo>
                <a:lnTo>
                  <a:pt x="707741" y="78594"/>
                </a:lnTo>
                <a:lnTo>
                  <a:pt x="707256" y="78388"/>
                </a:lnTo>
                <a:lnTo>
                  <a:pt x="706777" y="78165"/>
                </a:lnTo>
                <a:lnTo>
                  <a:pt x="706303" y="77926"/>
                </a:lnTo>
                <a:lnTo>
                  <a:pt x="705834" y="77670"/>
                </a:lnTo>
                <a:lnTo>
                  <a:pt x="705371" y="77398"/>
                </a:lnTo>
                <a:lnTo>
                  <a:pt x="704914" y="77109"/>
                </a:lnTo>
                <a:lnTo>
                  <a:pt x="704462" y="76804"/>
                </a:lnTo>
                <a:lnTo>
                  <a:pt x="704016" y="76482"/>
                </a:lnTo>
                <a:lnTo>
                  <a:pt x="703575" y="76144"/>
                </a:lnTo>
                <a:lnTo>
                  <a:pt x="703140" y="75789"/>
                </a:lnTo>
                <a:lnTo>
                  <a:pt x="702711" y="75418"/>
                </a:lnTo>
                <a:lnTo>
                  <a:pt x="702287" y="75030"/>
                </a:lnTo>
                <a:lnTo>
                  <a:pt x="701874" y="74626"/>
                </a:lnTo>
                <a:lnTo>
                  <a:pt x="701480" y="74204"/>
                </a:lnTo>
                <a:lnTo>
                  <a:pt x="701102" y="73766"/>
                </a:lnTo>
                <a:lnTo>
                  <a:pt x="700742" y="73311"/>
                </a:lnTo>
                <a:lnTo>
                  <a:pt x="700400" y="72839"/>
                </a:lnTo>
                <a:lnTo>
                  <a:pt x="700076" y="72351"/>
                </a:lnTo>
                <a:lnTo>
                  <a:pt x="699768" y="71845"/>
                </a:lnTo>
                <a:lnTo>
                  <a:pt x="699479" y="71323"/>
                </a:lnTo>
                <a:lnTo>
                  <a:pt x="699207" y="70784"/>
                </a:lnTo>
                <a:lnTo>
                  <a:pt x="698952" y="70228"/>
                </a:lnTo>
                <a:lnTo>
                  <a:pt x="698716" y="69655"/>
                </a:lnTo>
                <a:lnTo>
                  <a:pt x="698496" y="69066"/>
                </a:lnTo>
                <a:lnTo>
                  <a:pt x="698294" y="68460"/>
                </a:lnTo>
                <a:lnTo>
                  <a:pt x="698110" y="67837"/>
                </a:lnTo>
                <a:lnTo>
                  <a:pt x="697943" y="67197"/>
                </a:lnTo>
                <a:lnTo>
                  <a:pt x="697794" y="66540"/>
                </a:lnTo>
                <a:lnTo>
                  <a:pt x="697663" y="65867"/>
                </a:lnTo>
                <a:lnTo>
                  <a:pt x="697548" y="65177"/>
                </a:lnTo>
                <a:lnTo>
                  <a:pt x="697452" y="64470"/>
                </a:lnTo>
                <a:lnTo>
                  <a:pt x="697373" y="63746"/>
                </a:lnTo>
                <a:lnTo>
                  <a:pt x="697312" y="63005"/>
                </a:lnTo>
                <a:lnTo>
                  <a:pt x="697268" y="62248"/>
                </a:lnTo>
                <a:lnTo>
                  <a:pt x="697241" y="61474"/>
                </a:lnTo>
                <a:lnTo>
                  <a:pt x="697233" y="60683"/>
                </a:lnTo>
                <a:lnTo>
                  <a:pt x="697241" y="59898"/>
                </a:lnTo>
                <a:lnTo>
                  <a:pt x="697265" y="59130"/>
                </a:lnTo>
                <a:lnTo>
                  <a:pt x="697306" y="58378"/>
                </a:lnTo>
                <a:lnTo>
                  <a:pt x="697364" y="57642"/>
                </a:lnTo>
                <a:lnTo>
                  <a:pt x="697437" y="56922"/>
                </a:lnTo>
                <a:lnTo>
                  <a:pt x="697527" y="56218"/>
                </a:lnTo>
                <a:lnTo>
                  <a:pt x="697634" y="55530"/>
                </a:lnTo>
                <a:lnTo>
                  <a:pt x="697757" y="54859"/>
                </a:lnTo>
                <a:lnTo>
                  <a:pt x="697896" y="54203"/>
                </a:lnTo>
                <a:lnTo>
                  <a:pt x="698052" y="53563"/>
                </a:lnTo>
                <a:lnTo>
                  <a:pt x="698224" y="52940"/>
                </a:lnTo>
                <a:lnTo>
                  <a:pt x="698412" y="52332"/>
                </a:lnTo>
                <a:lnTo>
                  <a:pt x="698617" y="51740"/>
                </a:lnTo>
                <a:lnTo>
                  <a:pt x="698838" y="51165"/>
                </a:lnTo>
                <a:lnTo>
                  <a:pt x="699075" y="50605"/>
                </a:lnTo>
                <a:lnTo>
                  <a:pt x="699329" y="50062"/>
                </a:lnTo>
                <a:lnTo>
                  <a:pt x="699599" y="49535"/>
                </a:lnTo>
                <a:lnTo>
                  <a:pt x="699886" y="49023"/>
                </a:lnTo>
                <a:lnTo>
                  <a:pt x="700189" y="48528"/>
                </a:lnTo>
                <a:lnTo>
                  <a:pt x="700508" y="48049"/>
                </a:lnTo>
                <a:lnTo>
                  <a:pt x="700844" y="47586"/>
                </a:lnTo>
                <a:lnTo>
                  <a:pt x="701196" y="47139"/>
                </a:lnTo>
                <a:lnTo>
                  <a:pt x="701565" y="46708"/>
                </a:lnTo>
                <a:lnTo>
                  <a:pt x="701950" y="46293"/>
                </a:lnTo>
                <a:lnTo>
                  <a:pt x="702348" y="45894"/>
                </a:lnTo>
                <a:lnTo>
                  <a:pt x="702755" y="45513"/>
                </a:lnTo>
                <a:lnTo>
                  <a:pt x="703173" y="45148"/>
                </a:lnTo>
                <a:lnTo>
                  <a:pt x="703600" y="44800"/>
                </a:lnTo>
                <a:lnTo>
                  <a:pt x="704036" y="44470"/>
                </a:lnTo>
                <a:lnTo>
                  <a:pt x="704482" y="44156"/>
                </a:lnTo>
                <a:lnTo>
                  <a:pt x="704938" y="43859"/>
                </a:lnTo>
                <a:lnTo>
                  <a:pt x="705404" y="43580"/>
                </a:lnTo>
                <a:lnTo>
                  <a:pt x="705879" y="43317"/>
                </a:lnTo>
                <a:lnTo>
                  <a:pt x="706364" y="43071"/>
                </a:lnTo>
                <a:lnTo>
                  <a:pt x="706858" y="42842"/>
                </a:lnTo>
                <a:lnTo>
                  <a:pt x="707362" y="42630"/>
                </a:lnTo>
                <a:lnTo>
                  <a:pt x="707876" y="42435"/>
                </a:lnTo>
                <a:lnTo>
                  <a:pt x="708399" y="42257"/>
                </a:lnTo>
                <a:lnTo>
                  <a:pt x="708932" y="42096"/>
                </a:lnTo>
                <a:lnTo>
                  <a:pt x="709475" y="41952"/>
                </a:lnTo>
                <a:lnTo>
                  <a:pt x="710027" y="41824"/>
                </a:lnTo>
                <a:lnTo>
                  <a:pt x="710590" y="41714"/>
                </a:lnTo>
                <a:lnTo>
                  <a:pt x="711161" y="41621"/>
                </a:lnTo>
                <a:lnTo>
                  <a:pt x="711743" y="41545"/>
                </a:lnTo>
                <a:lnTo>
                  <a:pt x="712333" y="41485"/>
                </a:lnTo>
                <a:lnTo>
                  <a:pt x="712934" y="41443"/>
                </a:lnTo>
                <a:lnTo>
                  <a:pt x="713544" y="41418"/>
                </a:lnTo>
                <a:lnTo>
                  <a:pt x="714164" y="41409"/>
                </a:lnTo>
                <a:lnTo>
                  <a:pt x="714784" y="41417"/>
                </a:lnTo>
                <a:lnTo>
                  <a:pt x="715393" y="41442"/>
                </a:lnTo>
                <a:lnTo>
                  <a:pt x="715992" y="41483"/>
                </a:lnTo>
                <a:lnTo>
                  <a:pt x="716580" y="41541"/>
                </a:lnTo>
                <a:lnTo>
                  <a:pt x="717158" y="41615"/>
                </a:lnTo>
                <a:lnTo>
                  <a:pt x="717726" y="41706"/>
                </a:lnTo>
                <a:lnTo>
                  <a:pt x="718283" y="41814"/>
                </a:lnTo>
                <a:lnTo>
                  <a:pt x="718830" y="41937"/>
                </a:lnTo>
                <a:lnTo>
                  <a:pt x="719367" y="42078"/>
                </a:lnTo>
                <a:lnTo>
                  <a:pt x="719893" y="42234"/>
                </a:lnTo>
                <a:lnTo>
                  <a:pt x="720409" y="42408"/>
                </a:lnTo>
                <a:lnTo>
                  <a:pt x="720914" y="42598"/>
                </a:lnTo>
                <a:lnTo>
                  <a:pt x="721409" y="42804"/>
                </a:lnTo>
                <a:lnTo>
                  <a:pt x="721893" y="43027"/>
                </a:lnTo>
                <a:lnTo>
                  <a:pt x="722368" y="43266"/>
                </a:lnTo>
                <a:lnTo>
                  <a:pt x="722831" y="43522"/>
                </a:lnTo>
                <a:lnTo>
                  <a:pt x="723285" y="43795"/>
                </a:lnTo>
                <a:lnTo>
                  <a:pt x="723728" y="44083"/>
                </a:lnTo>
                <a:lnTo>
                  <a:pt x="724161" y="44389"/>
                </a:lnTo>
                <a:lnTo>
                  <a:pt x="724583" y="44711"/>
                </a:lnTo>
                <a:lnTo>
                  <a:pt x="724995" y="45049"/>
                </a:lnTo>
                <a:lnTo>
                  <a:pt x="725396" y="45404"/>
                </a:lnTo>
                <a:lnTo>
                  <a:pt x="725787" y="45776"/>
                </a:lnTo>
                <a:lnTo>
                  <a:pt x="726168" y="46164"/>
                </a:lnTo>
                <a:lnTo>
                  <a:pt x="726536" y="46568"/>
                </a:lnTo>
                <a:lnTo>
                  <a:pt x="726888" y="46991"/>
                </a:lnTo>
                <a:lnTo>
                  <a:pt x="727224" y="47431"/>
                </a:lnTo>
                <a:lnTo>
                  <a:pt x="727545" y="47889"/>
                </a:lnTo>
                <a:lnTo>
                  <a:pt x="727850" y="48365"/>
                </a:lnTo>
                <a:lnTo>
                  <a:pt x="728140" y="48858"/>
                </a:lnTo>
                <a:lnTo>
                  <a:pt x="728414" y="49369"/>
                </a:lnTo>
                <a:lnTo>
                  <a:pt x="728672" y="49898"/>
                </a:lnTo>
                <a:lnTo>
                  <a:pt x="728914" y="50445"/>
                </a:lnTo>
                <a:lnTo>
                  <a:pt x="729141" y="51009"/>
                </a:lnTo>
                <a:lnTo>
                  <a:pt x="729353" y="51591"/>
                </a:lnTo>
                <a:lnTo>
                  <a:pt x="729548" y="52191"/>
                </a:lnTo>
                <a:lnTo>
                  <a:pt x="729728" y="52808"/>
                </a:lnTo>
                <a:lnTo>
                  <a:pt x="729893" y="53444"/>
                </a:lnTo>
                <a:lnTo>
                  <a:pt x="730041" y="54096"/>
                </a:lnTo>
                <a:lnTo>
                  <a:pt x="730174" y="54767"/>
                </a:lnTo>
                <a:lnTo>
                  <a:pt x="730292" y="55455"/>
                </a:lnTo>
                <a:lnTo>
                  <a:pt x="730393" y="56161"/>
                </a:lnTo>
                <a:lnTo>
                  <a:pt x="730479" y="56885"/>
                </a:lnTo>
                <a:lnTo>
                  <a:pt x="730550" y="57626"/>
                </a:lnTo>
                <a:lnTo>
                  <a:pt x="730605" y="58386"/>
                </a:lnTo>
                <a:lnTo>
                  <a:pt x="730644" y="59163"/>
                </a:lnTo>
                <a:lnTo>
                  <a:pt x="730667" y="59957"/>
                </a:lnTo>
                <a:lnTo>
                  <a:pt x="730675" y="60769"/>
                </a:lnTo>
                <a:lnTo>
                  <a:pt x="730667" y="61546"/>
                </a:lnTo>
                <a:lnTo>
                  <a:pt x="730643" y="62307"/>
                </a:lnTo>
                <a:lnTo>
                  <a:pt x="730603" y="63052"/>
                </a:lnTo>
                <a:lnTo>
                  <a:pt x="730546" y="63781"/>
                </a:lnTo>
                <a:lnTo>
                  <a:pt x="730474" y="64494"/>
                </a:lnTo>
                <a:lnTo>
                  <a:pt x="730385" y="65190"/>
                </a:lnTo>
                <a:lnTo>
                  <a:pt x="730281" y="65871"/>
                </a:lnTo>
                <a:lnTo>
                  <a:pt x="730160" y="66535"/>
                </a:lnTo>
                <a:lnTo>
                  <a:pt x="730023" y="67184"/>
                </a:lnTo>
                <a:lnTo>
                  <a:pt x="729871" y="67816"/>
                </a:lnTo>
                <a:lnTo>
                  <a:pt x="729702" y="68433"/>
                </a:lnTo>
                <a:lnTo>
                  <a:pt x="729517" y="69033"/>
                </a:lnTo>
                <a:lnTo>
                  <a:pt x="729316" y="69617"/>
                </a:lnTo>
                <a:lnTo>
                  <a:pt x="729098" y="70186"/>
                </a:lnTo>
                <a:lnTo>
                  <a:pt x="728865" y="70738"/>
                </a:lnTo>
                <a:lnTo>
                  <a:pt x="728616" y="71274"/>
                </a:lnTo>
                <a:lnTo>
                  <a:pt x="728350" y="71794"/>
                </a:lnTo>
                <a:lnTo>
                  <a:pt x="728069" y="72298"/>
                </a:lnTo>
                <a:lnTo>
                  <a:pt x="727771" y="72786"/>
                </a:lnTo>
                <a:lnTo>
                  <a:pt x="727458" y="73258"/>
                </a:lnTo>
                <a:lnTo>
                  <a:pt x="727128" y="73714"/>
                </a:lnTo>
                <a:lnTo>
                  <a:pt x="726782" y="74154"/>
                </a:lnTo>
                <a:lnTo>
                  <a:pt x="726420" y="74578"/>
                </a:lnTo>
                <a:lnTo>
                  <a:pt x="726042" y="74985"/>
                </a:lnTo>
                <a:lnTo>
                  <a:pt x="725651" y="75377"/>
                </a:lnTo>
                <a:lnTo>
                  <a:pt x="725250" y="75752"/>
                </a:lnTo>
                <a:lnTo>
                  <a:pt x="724840" y="76110"/>
                </a:lnTo>
                <a:lnTo>
                  <a:pt x="724420" y="76451"/>
                </a:lnTo>
                <a:lnTo>
                  <a:pt x="723991" y="76776"/>
                </a:lnTo>
                <a:lnTo>
                  <a:pt x="723552" y="77084"/>
                </a:lnTo>
                <a:lnTo>
                  <a:pt x="723103" y="77375"/>
                </a:lnTo>
                <a:lnTo>
                  <a:pt x="722644" y="77650"/>
                </a:lnTo>
                <a:lnTo>
                  <a:pt x="722176" y="77908"/>
                </a:lnTo>
                <a:lnTo>
                  <a:pt x="721698" y="78150"/>
                </a:lnTo>
                <a:lnTo>
                  <a:pt x="721211" y="78375"/>
                </a:lnTo>
                <a:lnTo>
                  <a:pt x="720714" y="78583"/>
                </a:lnTo>
                <a:lnTo>
                  <a:pt x="720207" y="78774"/>
                </a:lnTo>
                <a:lnTo>
                  <a:pt x="719691" y="78949"/>
                </a:lnTo>
                <a:lnTo>
                  <a:pt x="719165" y="79107"/>
                </a:lnTo>
                <a:lnTo>
                  <a:pt x="718629" y="79249"/>
                </a:lnTo>
                <a:lnTo>
                  <a:pt x="718084" y="79374"/>
                </a:lnTo>
                <a:lnTo>
                  <a:pt x="717529" y="79482"/>
                </a:lnTo>
                <a:lnTo>
                  <a:pt x="716964" y="79574"/>
                </a:lnTo>
                <a:lnTo>
                  <a:pt x="716390" y="79649"/>
                </a:lnTo>
                <a:lnTo>
                  <a:pt x="715806" y="79707"/>
                </a:lnTo>
                <a:lnTo>
                  <a:pt x="715212" y="79749"/>
                </a:lnTo>
                <a:lnTo>
                  <a:pt x="714609" y="79774"/>
                </a:lnTo>
                <a:lnTo>
                  <a:pt x="713996" y="79782"/>
                </a:lnTo>
                <a:lnTo>
                  <a:pt x="713444" y="79774"/>
                </a:lnTo>
                <a:lnTo>
                  <a:pt x="712898" y="79749"/>
                </a:lnTo>
                <a:lnTo>
                  <a:pt x="712357" y="79708"/>
                </a:lnTo>
                <a:lnTo>
                  <a:pt x="711822" y="79650"/>
                </a:lnTo>
                <a:close/>
                <a:moveTo>
                  <a:pt x="710013" y="138814"/>
                </a:moveTo>
                <a:lnTo>
                  <a:pt x="709184" y="138738"/>
                </a:lnTo>
                <a:lnTo>
                  <a:pt x="708377" y="138648"/>
                </a:lnTo>
                <a:lnTo>
                  <a:pt x="707594" y="138545"/>
                </a:lnTo>
                <a:lnTo>
                  <a:pt x="706833" y="138428"/>
                </a:lnTo>
                <a:lnTo>
                  <a:pt x="706095" y="138297"/>
                </a:lnTo>
                <a:lnTo>
                  <a:pt x="705380" y="138152"/>
                </a:lnTo>
                <a:lnTo>
                  <a:pt x="704688" y="137994"/>
                </a:lnTo>
                <a:lnTo>
                  <a:pt x="704018" y="137821"/>
                </a:lnTo>
                <a:lnTo>
                  <a:pt x="703371" y="137635"/>
                </a:lnTo>
                <a:lnTo>
                  <a:pt x="702748" y="137436"/>
                </a:lnTo>
                <a:lnTo>
                  <a:pt x="702146" y="137222"/>
                </a:lnTo>
                <a:lnTo>
                  <a:pt x="701568" y="136995"/>
                </a:lnTo>
                <a:lnTo>
                  <a:pt x="701013" y="136753"/>
                </a:lnTo>
                <a:lnTo>
                  <a:pt x="700480" y="136498"/>
                </a:lnTo>
                <a:lnTo>
                  <a:pt x="699970" y="136230"/>
                </a:lnTo>
                <a:lnTo>
                  <a:pt x="699483" y="135947"/>
                </a:lnTo>
                <a:lnTo>
                  <a:pt x="699019" y="135651"/>
                </a:lnTo>
                <a:lnTo>
                  <a:pt x="698578" y="135341"/>
                </a:lnTo>
                <a:lnTo>
                  <a:pt x="698159" y="135017"/>
                </a:lnTo>
                <a:lnTo>
                  <a:pt x="697761" y="134684"/>
                </a:lnTo>
                <a:lnTo>
                  <a:pt x="697379" y="134347"/>
                </a:lnTo>
                <a:lnTo>
                  <a:pt x="697014" y="134005"/>
                </a:lnTo>
                <a:lnTo>
                  <a:pt x="696666" y="133659"/>
                </a:lnTo>
                <a:lnTo>
                  <a:pt x="696336" y="133308"/>
                </a:lnTo>
                <a:lnTo>
                  <a:pt x="696022" y="132953"/>
                </a:lnTo>
                <a:lnTo>
                  <a:pt x="695725" y="132594"/>
                </a:lnTo>
                <a:lnTo>
                  <a:pt x="695445" y="132230"/>
                </a:lnTo>
                <a:lnTo>
                  <a:pt x="695182" y="131862"/>
                </a:lnTo>
                <a:lnTo>
                  <a:pt x="694936" y="131490"/>
                </a:lnTo>
                <a:lnTo>
                  <a:pt x="694707" y="131113"/>
                </a:lnTo>
                <a:lnTo>
                  <a:pt x="694495" y="130732"/>
                </a:lnTo>
                <a:lnTo>
                  <a:pt x="694300" y="130346"/>
                </a:lnTo>
                <a:lnTo>
                  <a:pt x="694122" y="129956"/>
                </a:lnTo>
                <a:lnTo>
                  <a:pt x="693960" y="129561"/>
                </a:lnTo>
                <a:lnTo>
                  <a:pt x="693816" y="129163"/>
                </a:lnTo>
                <a:lnTo>
                  <a:pt x="693689" y="128759"/>
                </a:lnTo>
                <a:lnTo>
                  <a:pt x="693579" y="128352"/>
                </a:lnTo>
                <a:lnTo>
                  <a:pt x="693485" y="127940"/>
                </a:lnTo>
                <a:lnTo>
                  <a:pt x="693409" y="127523"/>
                </a:lnTo>
                <a:lnTo>
                  <a:pt x="693350" y="127103"/>
                </a:lnTo>
                <a:lnTo>
                  <a:pt x="693307" y="126677"/>
                </a:lnTo>
                <a:lnTo>
                  <a:pt x="693282" y="126248"/>
                </a:lnTo>
                <a:lnTo>
                  <a:pt x="693273" y="125814"/>
                </a:lnTo>
                <a:lnTo>
                  <a:pt x="693279" y="125423"/>
                </a:lnTo>
                <a:lnTo>
                  <a:pt x="693294" y="125037"/>
                </a:lnTo>
                <a:lnTo>
                  <a:pt x="693320" y="124654"/>
                </a:lnTo>
                <a:lnTo>
                  <a:pt x="693356" y="124275"/>
                </a:lnTo>
                <a:lnTo>
                  <a:pt x="693403" y="123901"/>
                </a:lnTo>
                <a:lnTo>
                  <a:pt x="693460" y="123530"/>
                </a:lnTo>
                <a:lnTo>
                  <a:pt x="693528" y="123163"/>
                </a:lnTo>
                <a:lnTo>
                  <a:pt x="693606" y="122800"/>
                </a:lnTo>
                <a:lnTo>
                  <a:pt x="693694" y="122441"/>
                </a:lnTo>
                <a:lnTo>
                  <a:pt x="693793" y="122086"/>
                </a:lnTo>
                <a:lnTo>
                  <a:pt x="693902" y="121735"/>
                </a:lnTo>
                <a:lnTo>
                  <a:pt x="694021" y="121387"/>
                </a:lnTo>
                <a:lnTo>
                  <a:pt x="694151" y="121044"/>
                </a:lnTo>
                <a:lnTo>
                  <a:pt x="694291" y="120705"/>
                </a:lnTo>
                <a:lnTo>
                  <a:pt x="694442" y="120369"/>
                </a:lnTo>
                <a:lnTo>
                  <a:pt x="694602" y="120038"/>
                </a:lnTo>
                <a:lnTo>
                  <a:pt x="694774" y="119710"/>
                </a:lnTo>
                <a:lnTo>
                  <a:pt x="694956" y="119387"/>
                </a:lnTo>
                <a:lnTo>
                  <a:pt x="695148" y="119067"/>
                </a:lnTo>
                <a:lnTo>
                  <a:pt x="695350" y="118751"/>
                </a:lnTo>
                <a:lnTo>
                  <a:pt x="695563" y="118440"/>
                </a:lnTo>
                <a:lnTo>
                  <a:pt x="695786" y="118132"/>
                </a:lnTo>
                <a:lnTo>
                  <a:pt x="696020" y="117828"/>
                </a:lnTo>
                <a:lnTo>
                  <a:pt x="696264" y="117528"/>
                </a:lnTo>
                <a:lnTo>
                  <a:pt x="696518" y="117233"/>
                </a:lnTo>
                <a:lnTo>
                  <a:pt x="696782" y="116946"/>
                </a:lnTo>
                <a:lnTo>
                  <a:pt x="697056" y="116666"/>
                </a:lnTo>
                <a:lnTo>
                  <a:pt x="697339" y="116394"/>
                </a:lnTo>
                <a:lnTo>
                  <a:pt x="697632" y="116128"/>
                </a:lnTo>
                <a:lnTo>
                  <a:pt x="697935" y="115870"/>
                </a:lnTo>
                <a:lnTo>
                  <a:pt x="698248" y="115620"/>
                </a:lnTo>
                <a:lnTo>
                  <a:pt x="698571" y="115376"/>
                </a:lnTo>
                <a:lnTo>
                  <a:pt x="698904" y="115140"/>
                </a:lnTo>
                <a:lnTo>
                  <a:pt x="699246" y="114911"/>
                </a:lnTo>
                <a:lnTo>
                  <a:pt x="699598" y="114689"/>
                </a:lnTo>
                <a:lnTo>
                  <a:pt x="699960" y="114474"/>
                </a:lnTo>
                <a:lnTo>
                  <a:pt x="700331" y="114267"/>
                </a:lnTo>
                <a:lnTo>
                  <a:pt x="700713" y="114067"/>
                </a:lnTo>
                <a:lnTo>
                  <a:pt x="701104" y="113875"/>
                </a:lnTo>
                <a:lnTo>
                  <a:pt x="701505" y="113689"/>
                </a:lnTo>
                <a:lnTo>
                  <a:pt x="701916" y="113511"/>
                </a:lnTo>
                <a:lnTo>
                  <a:pt x="702337" y="113340"/>
                </a:lnTo>
                <a:lnTo>
                  <a:pt x="702767" y="113177"/>
                </a:lnTo>
                <a:lnTo>
                  <a:pt x="703208" y="113020"/>
                </a:lnTo>
                <a:lnTo>
                  <a:pt x="703658" y="112871"/>
                </a:lnTo>
                <a:lnTo>
                  <a:pt x="704118" y="112729"/>
                </a:lnTo>
                <a:lnTo>
                  <a:pt x="704587" y="112595"/>
                </a:lnTo>
                <a:lnTo>
                  <a:pt x="705067" y="112468"/>
                </a:lnTo>
                <a:lnTo>
                  <a:pt x="716439" y="112468"/>
                </a:lnTo>
                <a:lnTo>
                  <a:pt x="717190" y="112470"/>
                </a:lnTo>
                <a:lnTo>
                  <a:pt x="717926" y="112478"/>
                </a:lnTo>
                <a:lnTo>
                  <a:pt x="718647" y="112491"/>
                </a:lnTo>
                <a:lnTo>
                  <a:pt x="719354" y="112509"/>
                </a:lnTo>
                <a:lnTo>
                  <a:pt x="720047" y="112532"/>
                </a:lnTo>
                <a:lnTo>
                  <a:pt x="720724" y="112560"/>
                </a:lnTo>
                <a:lnTo>
                  <a:pt x="721387" y="112594"/>
                </a:lnTo>
                <a:lnTo>
                  <a:pt x="722036" y="112632"/>
                </a:lnTo>
                <a:lnTo>
                  <a:pt x="722670" y="112676"/>
                </a:lnTo>
                <a:lnTo>
                  <a:pt x="723289" y="112725"/>
                </a:lnTo>
                <a:lnTo>
                  <a:pt x="723894" y="112779"/>
                </a:lnTo>
                <a:lnTo>
                  <a:pt x="724483" y="112838"/>
                </a:lnTo>
                <a:lnTo>
                  <a:pt x="725059" y="112903"/>
                </a:lnTo>
                <a:lnTo>
                  <a:pt x="725619" y="112972"/>
                </a:lnTo>
                <a:lnTo>
                  <a:pt x="726166" y="113047"/>
                </a:lnTo>
                <a:lnTo>
                  <a:pt x="726697" y="113127"/>
                </a:lnTo>
                <a:lnTo>
                  <a:pt x="727214" y="113212"/>
                </a:lnTo>
                <a:lnTo>
                  <a:pt x="727716" y="113302"/>
                </a:lnTo>
                <a:lnTo>
                  <a:pt x="728204" y="113397"/>
                </a:lnTo>
                <a:lnTo>
                  <a:pt x="728677" y="113498"/>
                </a:lnTo>
                <a:lnTo>
                  <a:pt x="729135" y="113604"/>
                </a:lnTo>
                <a:lnTo>
                  <a:pt x="729579" y="113714"/>
                </a:lnTo>
                <a:lnTo>
                  <a:pt x="730008" y="113830"/>
                </a:lnTo>
                <a:lnTo>
                  <a:pt x="730422" y="113951"/>
                </a:lnTo>
                <a:lnTo>
                  <a:pt x="730824" y="114077"/>
                </a:lnTo>
                <a:lnTo>
                  <a:pt x="731215" y="114206"/>
                </a:lnTo>
                <a:lnTo>
                  <a:pt x="731596" y="114340"/>
                </a:lnTo>
                <a:lnTo>
                  <a:pt x="731967" y="114478"/>
                </a:lnTo>
                <a:lnTo>
                  <a:pt x="732326" y="114620"/>
                </a:lnTo>
                <a:lnTo>
                  <a:pt x="732676" y="114766"/>
                </a:lnTo>
                <a:lnTo>
                  <a:pt x="733014" y="114916"/>
                </a:lnTo>
                <a:lnTo>
                  <a:pt x="733342" y="115070"/>
                </a:lnTo>
                <a:lnTo>
                  <a:pt x="733660" y="115228"/>
                </a:lnTo>
                <a:lnTo>
                  <a:pt x="733967" y="115390"/>
                </a:lnTo>
                <a:lnTo>
                  <a:pt x="734264" y="115557"/>
                </a:lnTo>
                <a:lnTo>
                  <a:pt x="734550" y="115727"/>
                </a:lnTo>
                <a:lnTo>
                  <a:pt x="734825" y="115902"/>
                </a:lnTo>
                <a:lnTo>
                  <a:pt x="735090" y="116080"/>
                </a:lnTo>
                <a:lnTo>
                  <a:pt x="735345" y="116263"/>
                </a:lnTo>
                <a:lnTo>
                  <a:pt x="735589" y="116450"/>
                </a:lnTo>
                <a:lnTo>
                  <a:pt x="735822" y="116641"/>
                </a:lnTo>
                <a:lnTo>
                  <a:pt x="736045" y="116836"/>
                </a:lnTo>
                <a:lnTo>
                  <a:pt x="736257" y="117035"/>
                </a:lnTo>
                <a:lnTo>
                  <a:pt x="736459" y="117238"/>
                </a:lnTo>
                <a:lnTo>
                  <a:pt x="736651" y="117445"/>
                </a:lnTo>
                <a:lnTo>
                  <a:pt x="736831" y="117657"/>
                </a:lnTo>
                <a:lnTo>
                  <a:pt x="737002" y="117872"/>
                </a:lnTo>
                <a:lnTo>
                  <a:pt x="737161" y="118092"/>
                </a:lnTo>
                <a:lnTo>
                  <a:pt x="737312" y="118315"/>
                </a:lnTo>
                <a:lnTo>
                  <a:pt x="737457" y="118542"/>
                </a:lnTo>
                <a:lnTo>
                  <a:pt x="737596" y="118773"/>
                </a:lnTo>
                <a:lnTo>
                  <a:pt x="737727" y="119007"/>
                </a:lnTo>
                <a:lnTo>
                  <a:pt x="737853" y="119244"/>
                </a:lnTo>
                <a:lnTo>
                  <a:pt x="737972" y="119485"/>
                </a:lnTo>
                <a:lnTo>
                  <a:pt x="738085" y="119730"/>
                </a:lnTo>
                <a:lnTo>
                  <a:pt x="738191" y="119978"/>
                </a:lnTo>
                <a:lnTo>
                  <a:pt x="738291" y="120229"/>
                </a:lnTo>
                <a:lnTo>
                  <a:pt x="738384" y="120484"/>
                </a:lnTo>
                <a:lnTo>
                  <a:pt x="738471" y="120743"/>
                </a:lnTo>
                <a:lnTo>
                  <a:pt x="738551" y="121005"/>
                </a:lnTo>
                <a:lnTo>
                  <a:pt x="738625" y="121270"/>
                </a:lnTo>
                <a:lnTo>
                  <a:pt x="738693" y="121539"/>
                </a:lnTo>
                <a:lnTo>
                  <a:pt x="738754" y="121811"/>
                </a:lnTo>
                <a:lnTo>
                  <a:pt x="738809" y="122087"/>
                </a:lnTo>
                <a:lnTo>
                  <a:pt x="738857" y="122366"/>
                </a:lnTo>
                <a:lnTo>
                  <a:pt x="738899" y="122649"/>
                </a:lnTo>
                <a:lnTo>
                  <a:pt x="738934" y="122936"/>
                </a:lnTo>
                <a:lnTo>
                  <a:pt x="738963" y="123225"/>
                </a:lnTo>
                <a:lnTo>
                  <a:pt x="738985" y="123519"/>
                </a:lnTo>
                <a:lnTo>
                  <a:pt x="739002" y="123816"/>
                </a:lnTo>
                <a:lnTo>
                  <a:pt x="739011" y="124116"/>
                </a:lnTo>
                <a:lnTo>
                  <a:pt x="739014" y="124420"/>
                </a:lnTo>
                <a:lnTo>
                  <a:pt x="739005" y="124932"/>
                </a:lnTo>
                <a:lnTo>
                  <a:pt x="738976" y="125438"/>
                </a:lnTo>
                <a:lnTo>
                  <a:pt x="738927" y="125937"/>
                </a:lnTo>
                <a:lnTo>
                  <a:pt x="738859" y="126428"/>
                </a:lnTo>
                <a:lnTo>
                  <a:pt x="738771" y="126913"/>
                </a:lnTo>
                <a:lnTo>
                  <a:pt x="738664" y="127391"/>
                </a:lnTo>
                <a:lnTo>
                  <a:pt x="738538" y="127862"/>
                </a:lnTo>
                <a:lnTo>
                  <a:pt x="738392" y="128325"/>
                </a:lnTo>
                <a:lnTo>
                  <a:pt x="738227" y="128782"/>
                </a:lnTo>
                <a:lnTo>
                  <a:pt x="738042" y="129232"/>
                </a:lnTo>
                <a:lnTo>
                  <a:pt x="737838" y="129675"/>
                </a:lnTo>
                <a:lnTo>
                  <a:pt x="737614" y="130111"/>
                </a:lnTo>
                <a:lnTo>
                  <a:pt x="737371" y="130540"/>
                </a:lnTo>
                <a:lnTo>
                  <a:pt x="737108" y="130962"/>
                </a:lnTo>
                <a:lnTo>
                  <a:pt x="736826" y="131377"/>
                </a:lnTo>
                <a:lnTo>
                  <a:pt x="736525" y="131785"/>
                </a:lnTo>
                <a:lnTo>
                  <a:pt x="736204" y="132186"/>
                </a:lnTo>
                <a:lnTo>
                  <a:pt x="735863" y="132580"/>
                </a:lnTo>
                <a:lnTo>
                  <a:pt x="735504" y="132967"/>
                </a:lnTo>
                <a:lnTo>
                  <a:pt x="735124" y="133347"/>
                </a:lnTo>
                <a:lnTo>
                  <a:pt x="734726" y="133721"/>
                </a:lnTo>
                <a:lnTo>
                  <a:pt x="734307" y="134087"/>
                </a:lnTo>
                <a:lnTo>
                  <a:pt x="733870" y="134446"/>
                </a:lnTo>
                <a:lnTo>
                  <a:pt x="733413" y="134798"/>
                </a:lnTo>
                <a:lnTo>
                  <a:pt x="732932" y="135140"/>
                </a:lnTo>
                <a:lnTo>
                  <a:pt x="732425" y="135467"/>
                </a:lnTo>
                <a:lnTo>
                  <a:pt x="731892" y="135780"/>
                </a:lnTo>
                <a:lnTo>
                  <a:pt x="731331" y="136078"/>
                </a:lnTo>
                <a:lnTo>
                  <a:pt x="730744" y="136361"/>
                </a:lnTo>
                <a:lnTo>
                  <a:pt x="730130" y="136630"/>
                </a:lnTo>
                <a:lnTo>
                  <a:pt x="729489" y="136885"/>
                </a:lnTo>
                <a:lnTo>
                  <a:pt x="728822" y="137125"/>
                </a:lnTo>
                <a:lnTo>
                  <a:pt x="728127" y="137350"/>
                </a:lnTo>
                <a:lnTo>
                  <a:pt x="727406" y="137561"/>
                </a:lnTo>
                <a:lnTo>
                  <a:pt x="726659" y="137757"/>
                </a:lnTo>
                <a:lnTo>
                  <a:pt x="725884" y="137939"/>
                </a:lnTo>
                <a:lnTo>
                  <a:pt x="725083" y="138106"/>
                </a:lnTo>
                <a:lnTo>
                  <a:pt x="724254" y="138259"/>
                </a:lnTo>
                <a:lnTo>
                  <a:pt x="723400" y="138397"/>
                </a:lnTo>
                <a:lnTo>
                  <a:pt x="722518" y="138521"/>
                </a:lnTo>
                <a:lnTo>
                  <a:pt x="721610" y="138630"/>
                </a:lnTo>
                <a:lnTo>
                  <a:pt x="720674" y="138724"/>
                </a:lnTo>
                <a:lnTo>
                  <a:pt x="719712" y="138804"/>
                </a:lnTo>
                <a:lnTo>
                  <a:pt x="718724" y="138870"/>
                </a:lnTo>
                <a:lnTo>
                  <a:pt x="717708" y="138921"/>
                </a:lnTo>
                <a:lnTo>
                  <a:pt x="716666" y="138957"/>
                </a:lnTo>
                <a:lnTo>
                  <a:pt x="715597" y="138979"/>
                </a:lnTo>
                <a:lnTo>
                  <a:pt x="714501" y="138986"/>
                </a:lnTo>
                <a:lnTo>
                  <a:pt x="713558" y="138979"/>
                </a:lnTo>
                <a:lnTo>
                  <a:pt x="712638" y="138958"/>
                </a:lnTo>
                <a:lnTo>
                  <a:pt x="711740" y="138924"/>
                </a:lnTo>
                <a:lnTo>
                  <a:pt x="710865" y="138876"/>
                </a:lnTo>
                <a:lnTo>
                  <a:pt x="710013" y="138814"/>
                </a:lnTo>
                <a:close/>
                <a:moveTo>
                  <a:pt x="619236" y="54994"/>
                </a:moveTo>
                <a:lnTo>
                  <a:pt x="619551" y="54583"/>
                </a:lnTo>
                <a:lnTo>
                  <a:pt x="619874" y="54175"/>
                </a:lnTo>
                <a:lnTo>
                  <a:pt x="620205" y="53769"/>
                </a:lnTo>
                <a:lnTo>
                  <a:pt x="620544" y="53365"/>
                </a:lnTo>
                <a:lnTo>
                  <a:pt x="620891" y="52963"/>
                </a:lnTo>
                <a:lnTo>
                  <a:pt x="621246" y="52564"/>
                </a:lnTo>
                <a:lnTo>
                  <a:pt x="621610" y="52167"/>
                </a:lnTo>
                <a:lnTo>
                  <a:pt x="621981" y="51773"/>
                </a:lnTo>
                <a:lnTo>
                  <a:pt x="622360" y="51381"/>
                </a:lnTo>
                <a:lnTo>
                  <a:pt x="622747" y="50991"/>
                </a:lnTo>
                <a:lnTo>
                  <a:pt x="623143" y="50604"/>
                </a:lnTo>
                <a:lnTo>
                  <a:pt x="623546" y="50219"/>
                </a:lnTo>
                <a:lnTo>
                  <a:pt x="623958" y="49836"/>
                </a:lnTo>
                <a:lnTo>
                  <a:pt x="624377" y="49455"/>
                </a:lnTo>
                <a:lnTo>
                  <a:pt x="624805" y="49077"/>
                </a:lnTo>
                <a:lnTo>
                  <a:pt x="625240" y="48701"/>
                </a:lnTo>
                <a:lnTo>
                  <a:pt x="625684" y="48328"/>
                </a:lnTo>
                <a:lnTo>
                  <a:pt x="626136" y="47957"/>
                </a:lnTo>
                <a:lnTo>
                  <a:pt x="626595" y="47588"/>
                </a:lnTo>
                <a:lnTo>
                  <a:pt x="627063" y="47221"/>
                </a:lnTo>
                <a:lnTo>
                  <a:pt x="627539" y="46857"/>
                </a:lnTo>
                <a:lnTo>
                  <a:pt x="628023" y="46496"/>
                </a:lnTo>
                <a:lnTo>
                  <a:pt x="628515" y="46142"/>
                </a:lnTo>
                <a:lnTo>
                  <a:pt x="629017" y="45804"/>
                </a:lnTo>
                <a:lnTo>
                  <a:pt x="629528" y="45481"/>
                </a:lnTo>
                <a:lnTo>
                  <a:pt x="630048" y="45173"/>
                </a:lnTo>
                <a:lnTo>
                  <a:pt x="630577" y="44880"/>
                </a:lnTo>
                <a:lnTo>
                  <a:pt x="631116" y="44602"/>
                </a:lnTo>
                <a:lnTo>
                  <a:pt x="631664" y="44339"/>
                </a:lnTo>
                <a:lnTo>
                  <a:pt x="632221" y="44091"/>
                </a:lnTo>
                <a:lnTo>
                  <a:pt x="632787" y="43859"/>
                </a:lnTo>
                <a:lnTo>
                  <a:pt x="633362" y="43641"/>
                </a:lnTo>
                <a:lnTo>
                  <a:pt x="633947" y="43438"/>
                </a:lnTo>
                <a:lnTo>
                  <a:pt x="634541" y="43250"/>
                </a:lnTo>
                <a:lnTo>
                  <a:pt x="635144" y="43077"/>
                </a:lnTo>
                <a:lnTo>
                  <a:pt x="635756" y="42919"/>
                </a:lnTo>
                <a:lnTo>
                  <a:pt x="636377" y="42777"/>
                </a:lnTo>
                <a:lnTo>
                  <a:pt x="637008" y="42649"/>
                </a:lnTo>
                <a:lnTo>
                  <a:pt x="637648" y="42536"/>
                </a:lnTo>
                <a:lnTo>
                  <a:pt x="638297" y="42439"/>
                </a:lnTo>
                <a:lnTo>
                  <a:pt x="638956" y="42356"/>
                </a:lnTo>
                <a:lnTo>
                  <a:pt x="639623" y="42288"/>
                </a:lnTo>
                <a:lnTo>
                  <a:pt x="640300" y="42236"/>
                </a:lnTo>
                <a:lnTo>
                  <a:pt x="640986" y="42198"/>
                </a:lnTo>
                <a:lnTo>
                  <a:pt x="641681" y="42176"/>
                </a:lnTo>
                <a:lnTo>
                  <a:pt x="642385" y="42168"/>
                </a:lnTo>
                <a:lnTo>
                  <a:pt x="642844" y="42173"/>
                </a:lnTo>
                <a:lnTo>
                  <a:pt x="643294" y="42187"/>
                </a:lnTo>
                <a:lnTo>
                  <a:pt x="643735" y="42211"/>
                </a:lnTo>
                <a:lnTo>
                  <a:pt x="644167" y="42244"/>
                </a:lnTo>
                <a:lnTo>
                  <a:pt x="644590" y="42286"/>
                </a:lnTo>
                <a:lnTo>
                  <a:pt x="645005" y="42338"/>
                </a:lnTo>
                <a:lnTo>
                  <a:pt x="645410" y="42400"/>
                </a:lnTo>
                <a:lnTo>
                  <a:pt x="645806" y="42471"/>
                </a:lnTo>
                <a:lnTo>
                  <a:pt x="646194" y="42551"/>
                </a:lnTo>
                <a:lnTo>
                  <a:pt x="646572" y="42641"/>
                </a:lnTo>
                <a:lnTo>
                  <a:pt x="646942" y="42740"/>
                </a:lnTo>
                <a:lnTo>
                  <a:pt x="647303" y="42849"/>
                </a:lnTo>
                <a:lnTo>
                  <a:pt x="647655" y="42967"/>
                </a:lnTo>
                <a:lnTo>
                  <a:pt x="647997" y="43094"/>
                </a:lnTo>
                <a:lnTo>
                  <a:pt x="648331" y="43232"/>
                </a:lnTo>
                <a:lnTo>
                  <a:pt x="648656" y="43378"/>
                </a:lnTo>
                <a:lnTo>
                  <a:pt x="648972" y="43534"/>
                </a:lnTo>
                <a:lnTo>
                  <a:pt x="649280" y="43699"/>
                </a:lnTo>
                <a:lnTo>
                  <a:pt x="649578" y="43874"/>
                </a:lnTo>
                <a:lnTo>
                  <a:pt x="649867" y="44059"/>
                </a:lnTo>
                <a:lnTo>
                  <a:pt x="650148" y="44252"/>
                </a:lnTo>
                <a:lnTo>
                  <a:pt x="650419" y="44456"/>
                </a:lnTo>
                <a:lnTo>
                  <a:pt x="650682" y="44668"/>
                </a:lnTo>
                <a:lnTo>
                  <a:pt x="650935" y="44891"/>
                </a:lnTo>
                <a:lnTo>
                  <a:pt x="651181" y="45121"/>
                </a:lnTo>
                <a:lnTo>
                  <a:pt x="651421" y="45358"/>
                </a:lnTo>
                <a:lnTo>
                  <a:pt x="651654" y="45603"/>
                </a:lnTo>
                <a:lnTo>
                  <a:pt x="651881" y="45856"/>
                </a:lnTo>
                <a:lnTo>
                  <a:pt x="652101" y="46115"/>
                </a:lnTo>
                <a:lnTo>
                  <a:pt x="652315" y="46382"/>
                </a:lnTo>
                <a:lnTo>
                  <a:pt x="652522" y="46656"/>
                </a:lnTo>
                <a:lnTo>
                  <a:pt x="652723" y="46937"/>
                </a:lnTo>
                <a:lnTo>
                  <a:pt x="652918" y="47226"/>
                </a:lnTo>
                <a:lnTo>
                  <a:pt x="653106" y="47522"/>
                </a:lnTo>
                <a:lnTo>
                  <a:pt x="653287" y="47825"/>
                </a:lnTo>
                <a:lnTo>
                  <a:pt x="653463" y="48136"/>
                </a:lnTo>
                <a:lnTo>
                  <a:pt x="653631" y="48453"/>
                </a:lnTo>
                <a:lnTo>
                  <a:pt x="653794" y="48778"/>
                </a:lnTo>
                <a:lnTo>
                  <a:pt x="653950" y="49111"/>
                </a:lnTo>
                <a:lnTo>
                  <a:pt x="654099" y="49451"/>
                </a:lnTo>
                <a:lnTo>
                  <a:pt x="654242" y="49798"/>
                </a:lnTo>
                <a:lnTo>
                  <a:pt x="654379" y="50152"/>
                </a:lnTo>
                <a:lnTo>
                  <a:pt x="654509" y="50513"/>
                </a:lnTo>
                <a:lnTo>
                  <a:pt x="654633" y="50882"/>
                </a:lnTo>
                <a:lnTo>
                  <a:pt x="654750" y="51258"/>
                </a:lnTo>
                <a:lnTo>
                  <a:pt x="654861" y="51642"/>
                </a:lnTo>
                <a:lnTo>
                  <a:pt x="654965" y="52033"/>
                </a:lnTo>
                <a:lnTo>
                  <a:pt x="655063" y="52431"/>
                </a:lnTo>
                <a:lnTo>
                  <a:pt x="655156" y="52835"/>
                </a:lnTo>
                <a:lnTo>
                  <a:pt x="655245" y="53243"/>
                </a:lnTo>
                <a:lnTo>
                  <a:pt x="655330" y="53656"/>
                </a:lnTo>
                <a:lnTo>
                  <a:pt x="655411" y="54074"/>
                </a:lnTo>
                <a:lnTo>
                  <a:pt x="655488" y="54496"/>
                </a:lnTo>
                <a:lnTo>
                  <a:pt x="655561" y="54923"/>
                </a:lnTo>
                <a:lnTo>
                  <a:pt x="655630" y="55355"/>
                </a:lnTo>
                <a:lnTo>
                  <a:pt x="655695" y="55792"/>
                </a:lnTo>
                <a:lnTo>
                  <a:pt x="655756" y="56233"/>
                </a:lnTo>
                <a:lnTo>
                  <a:pt x="655813" y="56678"/>
                </a:lnTo>
                <a:lnTo>
                  <a:pt x="655867" y="57129"/>
                </a:lnTo>
                <a:lnTo>
                  <a:pt x="655916" y="57584"/>
                </a:lnTo>
                <a:lnTo>
                  <a:pt x="655961" y="58044"/>
                </a:lnTo>
                <a:lnTo>
                  <a:pt x="656003" y="58508"/>
                </a:lnTo>
                <a:lnTo>
                  <a:pt x="656040" y="58977"/>
                </a:lnTo>
                <a:lnTo>
                  <a:pt x="656074" y="59451"/>
                </a:lnTo>
                <a:lnTo>
                  <a:pt x="656104" y="59929"/>
                </a:lnTo>
                <a:lnTo>
                  <a:pt x="656129" y="60412"/>
                </a:lnTo>
                <a:lnTo>
                  <a:pt x="656151" y="60900"/>
                </a:lnTo>
                <a:lnTo>
                  <a:pt x="656169" y="61392"/>
                </a:lnTo>
                <a:lnTo>
                  <a:pt x="656183" y="61889"/>
                </a:lnTo>
                <a:lnTo>
                  <a:pt x="656192" y="62390"/>
                </a:lnTo>
                <a:lnTo>
                  <a:pt x="656198" y="62897"/>
                </a:lnTo>
                <a:lnTo>
                  <a:pt x="656200" y="63408"/>
                </a:lnTo>
                <a:lnTo>
                  <a:pt x="656200" y="117396"/>
                </a:lnTo>
                <a:lnTo>
                  <a:pt x="670184" y="117396"/>
                </a:lnTo>
                <a:lnTo>
                  <a:pt x="670184" y="61792"/>
                </a:lnTo>
                <a:lnTo>
                  <a:pt x="670174" y="60557"/>
                </a:lnTo>
                <a:lnTo>
                  <a:pt x="670145" y="59345"/>
                </a:lnTo>
                <a:lnTo>
                  <a:pt x="670096" y="58157"/>
                </a:lnTo>
                <a:lnTo>
                  <a:pt x="670027" y="56992"/>
                </a:lnTo>
                <a:lnTo>
                  <a:pt x="669939" y="55850"/>
                </a:lnTo>
                <a:lnTo>
                  <a:pt x="669831" y="54732"/>
                </a:lnTo>
                <a:lnTo>
                  <a:pt x="669704" y="53637"/>
                </a:lnTo>
                <a:lnTo>
                  <a:pt x="669557" y="52565"/>
                </a:lnTo>
                <a:lnTo>
                  <a:pt x="669390" y="51517"/>
                </a:lnTo>
                <a:lnTo>
                  <a:pt x="669204" y="50492"/>
                </a:lnTo>
                <a:lnTo>
                  <a:pt x="668998" y="49491"/>
                </a:lnTo>
                <a:lnTo>
                  <a:pt x="668773" y="48512"/>
                </a:lnTo>
                <a:lnTo>
                  <a:pt x="668528" y="47558"/>
                </a:lnTo>
                <a:lnTo>
                  <a:pt x="668263" y="46626"/>
                </a:lnTo>
                <a:lnTo>
                  <a:pt x="667979" y="45718"/>
                </a:lnTo>
                <a:lnTo>
                  <a:pt x="667675" y="44833"/>
                </a:lnTo>
                <a:lnTo>
                  <a:pt x="667352" y="43972"/>
                </a:lnTo>
                <a:lnTo>
                  <a:pt x="667009" y="43134"/>
                </a:lnTo>
                <a:lnTo>
                  <a:pt x="666647" y="42320"/>
                </a:lnTo>
                <a:lnTo>
                  <a:pt x="666264" y="41528"/>
                </a:lnTo>
                <a:lnTo>
                  <a:pt x="665863" y="40760"/>
                </a:lnTo>
                <a:lnTo>
                  <a:pt x="665441" y="40016"/>
                </a:lnTo>
                <a:lnTo>
                  <a:pt x="665000" y="39295"/>
                </a:lnTo>
                <a:lnTo>
                  <a:pt x="664540" y="38597"/>
                </a:lnTo>
                <a:lnTo>
                  <a:pt x="664056" y="37925"/>
                </a:lnTo>
                <a:lnTo>
                  <a:pt x="663547" y="37282"/>
                </a:lnTo>
                <a:lnTo>
                  <a:pt x="663012" y="36667"/>
                </a:lnTo>
                <a:lnTo>
                  <a:pt x="662450" y="36080"/>
                </a:lnTo>
                <a:lnTo>
                  <a:pt x="661863" y="35523"/>
                </a:lnTo>
                <a:lnTo>
                  <a:pt x="661249" y="34994"/>
                </a:lnTo>
                <a:lnTo>
                  <a:pt x="660610" y="34493"/>
                </a:lnTo>
                <a:lnTo>
                  <a:pt x="659944" y="34021"/>
                </a:lnTo>
                <a:lnTo>
                  <a:pt x="659253" y="33578"/>
                </a:lnTo>
                <a:lnTo>
                  <a:pt x="658535" y="33164"/>
                </a:lnTo>
                <a:lnTo>
                  <a:pt x="657791" y="32777"/>
                </a:lnTo>
                <a:lnTo>
                  <a:pt x="657022" y="32420"/>
                </a:lnTo>
                <a:lnTo>
                  <a:pt x="656226" y="32091"/>
                </a:lnTo>
                <a:lnTo>
                  <a:pt x="655404" y="31791"/>
                </a:lnTo>
                <a:lnTo>
                  <a:pt x="654556" y="31519"/>
                </a:lnTo>
                <a:lnTo>
                  <a:pt x="653683" y="31276"/>
                </a:lnTo>
                <a:lnTo>
                  <a:pt x="652783" y="31062"/>
                </a:lnTo>
                <a:lnTo>
                  <a:pt x="651857" y="30876"/>
                </a:lnTo>
                <a:lnTo>
                  <a:pt x="650905" y="30718"/>
                </a:lnTo>
                <a:lnTo>
                  <a:pt x="649927" y="30590"/>
                </a:lnTo>
                <a:lnTo>
                  <a:pt x="648923" y="30490"/>
                </a:lnTo>
                <a:lnTo>
                  <a:pt x="647893" y="30418"/>
                </a:lnTo>
                <a:lnTo>
                  <a:pt x="646837" y="30375"/>
                </a:lnTo>
                <a:lnTo>
                  <a:pt x="645755" y="30361"/>
                </a:lnTo>
                <a:lnTo>
                  <a:pt x="644918" y="30368"/>
                </a:lnTo>
                <a:lnTo>
                  <a:pt x="644093" y="30391"/>
                </a:lnTo>
                <a:lnTo>
                  <a:pt x="643280" y="30428"/>
                </a:lnTo>
                <a:lnTo>
                  <a:pt x="642479" y="30479"/>
                </a:lnTo>
                <a:lnTo>
                  <a:pt x="641689" y="30546"/>
                </a:lnTo>
                <a:lnTo>
                  <a:pt x="640911" y="30627"/>
                </a:lnTo>
                <a:lnTo>
                  <a:pt x="640145" y="30723"/>
                </a:lnTo>
                <a:lnTo>
                  <a:pt x="639390" y="30834"/>
                </a:lnTo>
                <a:lnTo>
                  <a:pt x="638647" y="30960"/>
                </a:lnTo>
                <a:lnTo>
                  <a:pt x="637916" y="31100"/>
                </a:lnTo>
                <a:lnTo>
                  <a:pt x="637197" y="31256"/>
                </a:lnTo>
                <a:lnTo>
                  <a:pt x="636489" y="31426"/>
                </a:lnTo>
                <a:lnTo>
                  <a:pt x="635793" y="31611"/>
                </a:lnTo>
                <a:lnTo>
                  <a:pt x="635108" y="31810"/>
                </a:lnTo>
                <a:lnTo>
                  <a:pt x="634435" y="32025"/>
                </a:lnTo>
                <a:lnTo>
                  <a:pt x="633774" y="32254"/>
                </a:lnTo>
                <a:lnTo>
                  <a:pt x="633125" y="32498"/>
                </a:lnTo>
                <a:lnTo>
                  <a:pt x="632487" y="32757"/>
                </a:lnTo>
                <a:lnTo>
                  <a:pt x="631861" y="33030"/>
                </a:lnTo>
                <a:lnTo>
                  <a:pt x="631247" y="33319"/>
                </a:lnTo>
                <a:lnTo>
                  <a:pt x="630645" y="33622"/>
                </a:lnTo>
                <a:lnTo>
                  <a:pt x="630054" y="33940"/>
                </a:lnTo>
                <a:lnTo>
                  <a:pt x="629475" y="34272"/>
                </a:lnTo>
                <a:lnTo>
                  <a:pt x="628907" y="34620"/>
                </a:lnTo>
                <a:lnTo>
                  <a:pt x="628351" y="34976"/>
                </a:lnTo>
                <a:lnTo>
                  <a:pt x="627806" y="35334"/>
                </a:lnTo>
                <a:lnTo>
                  <a:pt x="627271" y="35695"/>
                </a:lnTo>
                <a:lnTo>
                  <a:pt x="626748" y="36057"/>
                </a:lnTo>
                <a:lnTo>
                  <a:pt x="626235" y="36422"/>
                </a:lnTo>
                <a:lnTo>
                  <a:pt x="625733" y="36789"/>
                </a:lnTo>
                <a:lnTo>
                  <a:pt x="625241" y="37158"/>
                </a:lnTo>
                <a:lnTo>
                  <a:pt x="624761" y="37530"/>
                </a:lnTo>
                <a:lnTo>
                  <a:pt x="624291" y="37903"/>
                </a:lnTo>
                <a:lnTo>
                  <a:pt x="623833" y="38279"/>
                </a:lnTo>
                <a:lnTo>
                  <a:pt x="623385" y="38657"/>
                </a:lnTo>
                <a:lnTo>
                  <a:pt x="622948" y="39037"/>
                </a:lnTo>
                <a:lnTo>
                  <a:pt x="622521" y="39419"/>
                </a:lnTo>
                <a:lnTo>
                  <a:pt x="622106" y="39804"/>
                </a:lnTo>
                <a:lnTo>
                  <a:pt x="621701" y="40191"/>
                </a:lnTo>
                <a:lnTo>
                  <a:pt x="621307" y="40580"/>
                </a:lnTo>
                <a:lnTo>
                  <a:pt x="620924" y="40971"/>
                </a:lnTo>
                <a:lnTo>
                  <a:pt x="620552" y="41364"/>
                </a:lnTo>
                <a:lnTo>
                  <a:pt x="620191" y="41760"/>
                </a:lnTo>
                <a:lnTo>
                  <a:pt x="619840" y="42158"/>
                </a:lnTo>
                <a:lnTo>
                  <a:pt x="619500" y="42557"/>
                </a:lnTo>
                <a:lnTo>
                  <a:pt x="619171" y="42960"/>
                </a:lnTo>
                <a:lnTo>
                  <a:pt x="618853" y="43364"/>
                </a:lnTo>
                <a:lnTo>
                  <a:pt x="618546" y="43770"/>
                </a:lnTo>
                <a:lnTo>
                  <a:pt x="618209" y="31879"/>
                </a:lnTo>
                <a:lnTo>
                  <a:pt x="604563" y="31879"/>
                </a:lnTo>
                <a:lnTo>
                  <a:pt x="604563" y="117396"/>
                </a:lnTo>
                <a:lnTo>
                  <a:pt x="618630" y="117396"/>
                </a:lnTo>
                <a:lnTo>
                  <a:pt x="618630" y="55823"/>
                </a:lnTo>
                <a:lnTo>
                  <a:pt x="618929" y="55407"/>
                </a:lnTo>
                <a:lnTo>
                  <a:pt x="619236" y="54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9C04E-7157-4F70-8138-E86B42DF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004" y="1560981"/>
            <a:ext cx="249383" cy="82041"/>
          </a:xfrm>
          <a:custGeom xmlns:a="http://schemas.openxmlformats.org/drawingml/2006/main">
            <a:pathLst>
              <a:path w="249383" h="82041">
                <a:moveTo>
                  <a:pt x="0" y="34183"/>
                </a:moveTo>
                <a:lnTo>
                  <a:pt x="0" y="47857"/>
                </a:lnTo>
                <a:lnTo>
                  <a:pt x="167436" y="47857"/>
                </a:lnTo>
                <a:lnTo>
                  <a:pt x="167436" y="82041"/>
                </a:lnTo>
                <a:lnTo>
                  <a:pt x="249383" y="41021"/>
                </a:lnTo>
                <a:lnTo>
                  <a:pt x="167436" y="0"/>
                </a:lnTo>
                <a:lnTo>
                  <a:pt x="167436" y="34184"/>
                </a:lnTo>
                <a:lnTo>
                  <a:pt x="0" y="34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370B5-5355-4EC3-BE54-52262172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102" y="509045"/>
            <a:ext cx="1408555" cy="237964"/>
          </a:xfrm>
          <a:custGeom xmlns:a="http://schemas.openxmlformats.org/drawingml/2006/main">
            <a:pathLst>
              <a:path w="1408555" h="237964">
                <a:moveTo>
                  <a:pt x="0" y="0"/>
                </a:moveTo>
                <a:lnTo>
                  <a:pt x="1408555" y="0"/>
                </a:lnTo>
                <a:lnTo>
                  <a:pt x="1408555" y="237964"/>
                </a:lnTo>
                <a:lnTo>
                  <a:pt x="0" y="2379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OfflineProcessing">
            <a:extLst xmlns:a="http://schemas.openxmlformats.org/drawingml/2006/main">
              <a:ext uri="{FF2B5EF4-FFF2-40B4-BE49-F238E27FC236}">
                <a16:creationId xmlns:a16="http://schemas.microsoft.com/office/drawing/2014/main" id="{8C4F1640-0FC7-4F91-8367-FA38706A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998" y="568026"/>
            <a:ext cx="1193933" cy="149191"/>
          </a:xfrm>
          <a:custGeom xmlns:a="http://schemas.openxmlformats.org/drawingml/2006/main">
            <a:pathLst>
              <a:path w="1193933" h="149191">
                <a:moveTo>
                  <a:pt x="257563" y="16297"/>
                </a:moveTo>
                <a:lnTo>
                  <a:pt x="257869" y="16261"/>
                </a:lnTo>
                <a:lnTo>
                  <a:pt x="258170" y="16216"/>
                </a:lnTo>
                <a:lnTo>
                  <a:pt x="258466" y="16164"/>
                </a:lnTo>
                <a:lnTo>
                  <a:pt x="258756" y="16104"/>
                </a:lnTo>
                <a:lnTo>
                  <a:pt x="259041" y="16035"/>
                </a:lnTo>
                <a:lnTo>
                  <a:pt x="259321" y="15959"/>
                </a:lnTo>
                <a:lnTo>
                  <a:pt x="259596" y="15874"/>
                </a:lnTo>
                <a:lnTo>
                  <a:pt x="259865" y="15781"/>
                </a:lnTo>
                <a:lnTo>
                  <a:pt x="260129" y="15681"/>
                </a:lnTo>
                <a:lnTo>
                  <a:pt x="260388" y="15572"/>
                </a:lnTo>
                <a:lnTo>
                  <a:pt x="260642" y="15455"/>
                </a:lnTo>
                <a:lnTo>
                  <a:pt x="260890" y="15330"/>
                </a:lnTo>
                <a:lnTo>
                  <a:pt x="261133" y="15198"/>
                </a:lnTo>
                <a:lnTo>
                  <a:pt x="261371" y="15057"/>
                </a:lnTo>
                <a:lnTo>
                  <a:pt x="261603" y="14908"/>
                </a:lnTo>
                <a:lnTo>
                  <a:pt x="261831" y="14751"/>
                </a:lnTo>
                <a:lnTo>
                  <a:pt x="262053" y="14586"/>
                </a:lnTo>
                <a:lnTo>
                  <a:pt x="262269" y="14412"/>
                </a:lnTo>
                <a:lnTo>
                  <a:pt x="262481" y="14231"/>
                </a:lnTo>
                <a:lnTo>
                  <a:pt x="262687" y="14042"/>
                </a:lnTo>
                <a:lnTo>
                  <a:pt x="262886" y="13847"/>
                </a:lnTo>
                <a:lnTo>
                  <a:pt x="263077" y="13647"/>
                </a:lnTo>
                <a:lnTo>
                  <a:pt x="263260" y="13443"/>
                </a:lnTo>
                <a:lnTo>
                  <a:pt x="263434" y="13235"/>
                </a:lnTo>
                <a:lnTo>
                  <a:pt x="263599" y="13023"/>
                </a:lnTo>
                <a:lnTo>
                  <a:pt x="263756" y="12806"/>
                </a:lnTo>
                <a:lnTo>
                  <a:pt x="263904" y="12585"/>
                </a:lnTo>
                <a:lnTo>
                  <a:pt x="264044" y="12360"/>
                </a:lnTo>
                <a:lnTo>
                  <a:pt x="264176" y="12131"/>
                </a:lnTo>
                <a:lnTo>
                  <a:pt x="264299" y="11897"/>
                </a:lnTo>
                <a:lnTo>
                  <a:pt x="264413" y="11659"/>
                </a:lnTo>
                <a:lnTo>
                  <a:pt x="264519" y="11417"/>
                </a:lnTo>
                <a:lnTo>
                  <a:pt x="264617" y="11171"/>
                </a:lnTo>
                <a:lnTo>
                  <a:pt x="264706" y="10920"/>
                </a:lnTo>
                <a:lnTo>
                  <a:pt x="264786" y="10665"/>
                </a:lnTo>
                <a:lnTo>
                  <a:pt x="264859" y="10406"/>
                </a:lnTo>
                <a:lnTo>
                  <a:pt x="264922" y="10143"/>
                </a:lnTo>
                <a:lnTo>
                  <a:pt x="264977" y="9875"/>
                </a:lnTo>
                <a:lnTo>
                  <a:pt x="265024" y="9603"/>
                </a:lnTo>
                <a:lnTo>
                  <a:pt x="265062" y="9327"/>
                </a:lnTo>
                <a:lnTo>
                  <a:pt x="265092" y="9047"/>
                </a:lnTo>
                <a:lnTo>
                  <a:pt x="265113" y="8762"/>
                </a:lnTo>
                <a:lnTo>
                  <a:pt x="265126" y="8474"/>
                </a:lnTo>
                <a:lnTo>
                  <a:pt x="265130" y="8181"/>
                </a:lnTo>
                <a:lnTo>
                  <a:pt x="265126" y="7888"/>
                </a:lnTo>
                <a:lnTo>
                  <a:pt x="265113" y="7599"/>
                </a:lnTo>
                <a:lnTo>
                  <a:pt x="265092" y="7314"/>
                </a:lnTo>
                <a:lnTo>
                  <a:pt x="265062" y="7034"/>
                </a:lnTo>
                <a:lnTo>
                  <a:pt x="265024" y="6758"/>
                </a:lnTo>
                <a:lnTo>
                  <a:pt x="264977" y="6486"/>
                </a:lnTo>
                <a:lnTo>
                  <a:pt x="264922" y="6218"/>
                </a:lnTo>
                <a:lnTo>
                  <a:pt x="264859" y="5955"/>
                </a:lnTo>
                <a:lnTo>
                  <a:pt x="264786" y="5696"/>
                </a:lnTo>
                <a:lnTo>
                  <a:pt x="264706" y="5441"/>
                </a:lnTo>
                <a:lnTo>
                  <a:pt x="264617" y="5191"/>
                </a:lnTo>
                <a:lnTo>
                  <a:pt x="264519" y="4944"/>
                </a:lnTo>
                <a:lnTo>
                  <a:pt x="264413" y="4702"/>
                </a:lnTo>
                <a:lnTo>
                  <a:pt x="264299" y="4464"/>
                </a:lnTo>
                <a:lnTo>
                  <a:pt x="264176" y="4231"/>
                </a:lnTo>
                <a:lnTo>
                  <a:pt x="264044" y="4001"/>
                </a:lnTo>
                <a:lnTo>
                  <a:pt x="263904" y="3776"/>
                </a:lnTo>
                <a:lnTo>
                  <a:pt x="263756" y="3555"/>
                </a:lnTo>
                <a:lnTo>
                  <a:pt x="263599" y="3339"/>
                </a:lnTo>
                <a:lnTo>
                  <a:pt x="263434" y="3126"/>
                </a:lnTo>
                <a:lnTo>
                  <a:pt x="263260" y="2918"/>
                </a:lnTo>
                <a:lnTo>
                  <a:pt x="263077" y="2714"/>
                </a:lnTo>
                <a:lnTo>
                  <a:pt x="262886" y="2515"/>
                </a:lnTo>
                <a:lnTo>
                  <a:pt x="262687" y="2319"/>
                </a:lnTo>
                <a:lnTo>
                  <a:pt x="262481" y="2130"/>
                </a:lnTo>
                <a:lnTo>
                  <a:pt x="262269" y="1949"/>
                </a:lnTo>
                <a:lnTo>
                  <a:pt x="262053" y="1776"/>
                </a:lnTo>
                <a:lnTo>
                  <a:pt x="261831" y="1611"/>
                </a:lnTo>
                <a:lnTo>
                  <a:pt x="261603" y="1454"/>
                </a:lnTo>
                <a:lnTo>
                  <a:pt x="261371" y="1305"/>
                </a:lnTo>
                <a:lnTo>
                  <a:pt x="261133" y="1164"/>
                </a:lnTo>
                <a:lnTo>
                  <a:pt x="260890" y="1031"/>
                </a:lnTo>
                <a:lnTo>
                  <a:pt x="260642" y="906"/>
                </a:lnTo>
                <a:lnTo>
                  <a:pt x="260388" y="789"/>
                </a:lnTo>
                <a:lnTo>
                  <a:pt x="260129" y="680"/>
                </a:lnTo>
                <a:lnTo>
                  <a:pt x="259865" y="580"/>
                </a:lnTo>
                <a:lnTo>
                  <a:pt x="259596" y="487"/>
                </a:lnTo>
                <a:lnTo>
                  <a:pt x="259321" y="403"/>
                </a:lnTo>
                <a:lnTo>
                  <a:pt x="259041" y="326"/>
                </a:lnTo>
                <a:lnTo>
                  <a:pt x="258756" y="258"/>
                </a:lnTo>
                <a:lnTo>
                  <a:pt x="258466" y="197"/>
                </a:lnTo>
                <a:lnTo>
                  <a:pt x="258170" y="145"/>
                </a:lnTo>
                <a:lnTo>
                  <a:pt x="257869" y="101"/>
                </a:lnTo>
                <a:lnTo>
                  <a:pt x="257563" y="64"/>
                </a:lnTo>
                <a:lnTo>
                  <a:pt x="257251" y="36"/>
                </a:lnTo>
                <a:lnTo>
                  <a:pt x="256934" y="16"/>
                </a:lnTo>
                <a:lnTo>
                  <a:pt x="256612" y="4"/>
                </a:lnTo>
                <a:lnTo>
                  <a:pt x="256285" y="0"/>
                </a:lnTo>
                <a:lnTo>
                  <a:pt x="255951" y="4"/>
                </a:lnTo>
                <a:lnTo>
                  <a:pt x="255623" y="16"/>
                </a:lnTo>
                <a:lnTo>
                  <a:pt x="255301" y="36"/>
                </a:lnTo>
                <a:lnTo>
                  <a:pt x="254984" y="64"/>
                </a:lnTo>
                <a:lnTo>
                  <a:pt x="254673" y="101"/>
                </a:lnTo>
                <a:lnTo>
                  <a:pt x="254369" y="145"/>
                </a:lnTo>
                <a:lnTo>
                  <a:pt x="254070" y="197"/>
                </a:lnTo>
                <a:lnTo>
                  <a:pt x="253777" y="258"/>
                </a:lnTo>
                <a:lnTo>
                  <a:pt x="253489" y="326"/>
                </a:lnTo>
                <a:lnTo>
                  <a:pt x="253208" y="403"/>
                </a:lnTo>
                <a:lnTo>
                  <a:pt x="252933" y="487"/>
                </a:lnTo>
                <a:lnTo>
                  <a:pt x="252663" y="580"/>
                </a:lnTo>
                <a:lnTo>
                  <a:pt x="252399" y="680"/>
                </a:lnTo>
                <a:lnTo>
                  <a:pt x="252141" y="789"/>
                </a:lnTo>
                <a:lnTo>
                  <a:pt x="251889" y="906"/>
                </a:lnTo>
                <a:lnTo>
                  <a:pt x="251643" y="1031"/>
                </a:lnTo>
                <a:lnTo>
                  <a:pt x="251402" y="1164"/>
                </a:lnTo>
                <a:lnTo>
                  <a:pt x="251168" y="1305"/>
                </a:lnTo>
                <a:lnTo>
                  <a:pt x="250939" y="1454"/>
                </a:lnTo>
                <a:lnTo>
                  <a:pt x="250716" y="1611"/>
                </a:lnTo>
                <a:lnTo>
                  <a:pt x="250499" y="1776"/>
                </a:lnTo>
                <a:lnTo>
                  <a:pt x="250288" y="1949"/>
                </a:lnTo>
                <a:lnTo>
                  <a:pt x="250082" y="2130"/>
                </a:lnTo>
                <a:lnTo>
                  <a:pt x="249883" y="2319"/>
                </a:lnTo>
                <a:lnTo>
                  <a:pt x="249691" y="2515"/>
                </a:lnTo>
                <a:lnTo>
                  <a:pt x="249506" y="2714"/>
                </a:lnTo>
                <a:lnTo>
                  <a:pt x="249330" y="2918"/>
                </a:lnTo>
                <a:lnTo>
                  <a:pt x="249162" y="3126"/>
                </a:lnTo>
                <a:lnTo>
                  <a:pt x="249003" y="3339"/>
                </a:lnTo>
                <a:lnTo>
                  <a:pt x="248851" y="3555"/>
                </a:lnTo>
                <a:lnTo>
                  <a:pt x="248708" y="3776"/>
                </a:lnTo>
                <a:lnTo>
                  <a:pt x="248573" y="4001"/>
                </a:lnTo>
                <a:lnTo>
                  <a:pt x="248446" y="4231"/>
                </a:lnTo>
                <a:lnTo>
                  <a:pt x="248327" y="4464"/>
                </a:lnTo>
                <a:lnTo>
                  <a:pt x="248216" y="4702"/>
                </a:lnTo>
                <a:lnTo>
                  <a:pt x="248114" y="4944"/>
                </a:lnTo>
                <a:lnTo>
                  <a:pt x="248020" y="5191"/>
                </a:lnTo>
                <a:lnTo>
                  <a:pt x="247934" y="5441"/>
                </a:lnTo>
                <a:lnTo>
                  <a:pt x="247856" y="5696"/>
                </a:lnTo>
                <a:lnTo>
                  <a:pt x="247786" y="5955"/>
                </a:lnTo>
                <a:lnTo>
                  <a:pt x="247725" y="6218"/>
                </a:lnTo>
                <a:lnTo>
                  <a:pt x="247672" y="6486"/>
                </a:lnTo>
                <a:lnTo>
                  <a:pt x="247627" y="6758"/>
                </a:lnTo>
                <a:lnTo>
                  <a:pt x="247590" y="7034"/>
                </a:lnTo>
                <a:lnTo>
                  <a:pt x="247561" y="7314"/>
                </a:lnTo>
                <a:lnTo>
                  <a:pt x="247541" y="7599"/>
                </a:lnTo>
                <a:lnTo>
                  <a:pt x="247528" y="7888"/>
                </a:lnTo>
                <a:lnTo>
                  <a:pt x="247524" y="8181"/>
                </a:lnTo>
                <a:lnTo>
                  <a:pt x="247528" y="8474"/>
                </a:lnTo>
                <a:lnTo>
                  <a:pt x="247541" y="8762"/>
                </a:lnTo>
                <a:lnTo>
                  <a:pt x="247561" y="9047"/>
                </a:lnTo>
                <a:lnTo>
                  <a:pt x="247590" y="9327"/>
                </a:lnTo>
                <a:lnTo>
                  <a:pt x="247627" y="9603"/>
                </a:lnTo>
                <a:lnTo>
                  <a:pt x="247672" y="9875"/>
                </a:lnTo>
                <a:lnTo>
                  <a:pt x="247725" y="10143"/>
                </a:lnTo>
                <a:lnTo>
                  <a:pt x="247786" y="10406"/>
                </a:lnTo>
                <a:lnTo>
                  <a:pt x="247856" y="10665"/>
                </a:lnTo>
                <a:lnTo>
                  <a:pt x="247934" y="10920"/>
                </a:lnTo>
                <a:lnTo>
                  <a:pt x="248020" y="11171"/>
                </a:lnTo>
                <a:lnTo>
                  <a:pt x="248114" y="11417"/>
                </a:lnTo>
                <a:lnTo>
                  <a:pt x="248216" y="11659"/>
                </a:lnTo>
                <a:lnTo>
                  <a:pt x="248327" y="11897"/>
                </a:lnTo>
                <a:lnTo>
                  <a:pt x="248446" y="12131"/>
                </a:lnTo>
                <a:lnTo>
                  <a:pt x="248573" y="12360"/>
                </a:lnTo>
                <a:lnTo>
                  <a:pt x="248708" y="12585"/>
                </a:lnTo>
                <a:lnTo>
                  <a:pt x="248851" y="12806"/>
                </a:lnTo>
                <a:lnTo>
                  <a:pt x="249003" y="13023"/>
                </a:lnTo>
                <a:lnTo>
                  <a:pt x="249162" y="13235"/>
                </a:lnTo>
                <a:lnTo>
                  <a:pt x="249330" y="13443"/>
                </a:lnTo>
                <a:lnTo>
                  <a:pt x="249506" y="13647"/>
                </a:lnTo>
                <a:lnTo>
                  <a:pt x="249691" y="13847"/>
                </a:lnTo>
                <a:lnTo>
                  <a:pt x="249883" y="14042"/>
                </a:lnTo>
                <a:lnTo>
                  <a:pt x="250082" y="14231"/>
                </a:lnTo>
                <a:lnTo>
                  <a:pt x="250288" y="14412"/>
                </a:lnTo>
                <a:lnTo>
                  <a:pt x="250499" y="14586"/>
                </a:lnTo>
                <a:lnTo>
                  <a:pt x="250716" y="14751"/>
                </a:lnTo>
                <a:lnTo>
                  <a:pt x="250939" y="14908"/>
                </a:lnTo>
                <a:lnTo>
                  <a:pt x="251168" y="15057"/>
                </a:lnTo>
                <a:lnTo>
                  <a:pt x="251402" y="15198"/>
                </a:lnTo>
                <a:lnTo>
                  <a:pt x="251643" y="15330"/>
                </a:lnTo>
                <a:lnTo>
                  <a:pt x="251889" y="15455"/>
                </a:lnTo>
                <a:lnTo>
                  <a:pt x="252141" y="15572"/>
                </a:lnTo>
                <a:lnTo>
                  <a:pt x="252399" y="15681"/>
                </a:lnTo>
                <a:lnTo>
                  <a:pt x="252663" y="15781"/>
                </a:lnTo>
                <a:lnTo>
                  <a:pt x="252933" y="15874"/>
                </a:lnTo>
                <a:lnTo>
                  <a:pt x="253208" y="15959"/>
                </a:lnTo>
                <a:lnTo>
                  <a:pt x="253489" y="16035"/>
                </a:lnTo>
                <a:lnTo>
                  <a:pt x="253777" y="16104"/>
                </a:lnTo>
                <a:lnTo>
                  <a:pt x="254070" y="16164"/>
                </a:lnTo>
                <a:lnTo>
                  <a:pt x="254369" y="16216"/>
                </a:lnTo>
                <a:lnTo>
                  <a:pt x="254673" y="16261"/>
                </a:lnTo>
                <a:lnTo>
                  <a:pt x="254984" y="16297"/>
                </a:lnTo>
                <a:lnTo>
                  <a:pt x="255301" y="16325"/>
                </a:lnTo>
                <a:lnTo>
                  <a:pt x="255623" y="16345"/>
                </a:lnTo>
                <a:lnTo>
                  <a:pt x="255951" y="16357"/>
                </a:lnTo>
                <a:lnTo>
                  <a:pt x="256285" y="16361"/>
                </a:lnTo>
                <a:lnTo>
                  <a:pt x="256612" y="16357"/>
                </a:lnTo>
                <a:lnTo>
                  <a:pt x="256934" y="16345"/>
                </a:lnTo>
                <a:lnTo>
                  <a:pt x="257251" y="16325"/>
                </a:lnTo>
                <a:lnTo>
                  <a:pt x="257563" y="16297"/>
                </a:lnTo>
                <a:close/>
                <a:moveTo>
                  <a:pt x="135537" y="27104"/>
                </a:moveTo>
                <a:lnTo>
                  <a:pt x="135555" y="26597"/>
                </a:lnTo>
                <a:lnTo>
                  <a:pt x="135579" y="26100"/>
                </a:lnTo>
                <a:lnTo>
                  <a:pt x="135610" y="25613"/>
                </a:lnTo>
                <a:lnTo>
                  <a:pt x="135647" y="25137"/>
                </a:lnTo>
                <a:lnTo>
                  <a:pt x="135692" y="24671"/>
                </a:lnTo>
                <a:lnTo>
                  <a:pt x="135744" y="24216"/>
                </a:lnTo>
                <a:lnTo>
                  <a:pt x="135802" y="23771"/>
                </a:lnTo>
                <a:lnTo>
                  <a:pt x="135867" y="23336"/>
                </a:lnTo>
                <a:lnTo>
                  <a:pt x="135940" y="22912"/>
                </a:lnTo>
                <a:lnTo>
                  <a:pt x="136019" y="22498"/>
                </a:lnTo>
                <a:lnTo>
                  <a:pt x="136104" y="22094"/>
                </a:lnTo>
                <a:lnTo>
                  <a:pt x="136197" y="21701"/>
                </a:lnTo>
                <a:lnTo>
                  <a:pt x="136297" y="21319"/>
                </a:lnTo>
                <a:lnTo>
                  <a:pt x="136403" y="20946"/>
                </a:lnTo>
                <a:lnTo>
                  <a:pt x="136517" y="20584"/>
                </a:lnTo>
                <a:lnTo>
                  <a:pt x="136637" y="20232"/>
                </a:lnTo>
                <a:lnTo>
                  <a:pt x="136764" y="19891"/>
                </a:lnTo>
                <a:lnTo>
                  <a:pt x="136898" y="19560"/>
                </a:lnTo>
                <a:lnTo>
                  <a:pt x="137039" y="19240"/>
                </a:lnTo>
                <a:lnTo>
                  <a:pt x="137187" y="18930"/>
                </a:lnTo>
                <a:lnTo>
                  <a:pt x="137342" y="18630"/>
                </a:lnTo>
                <a:lnTo>
                  <a:pt x="137503" y="18340"/>
                </a:lnTo>
                <a:lnTo>
                  <a:pt x="137678" y="18062"/>
                </a:lnTo>
                <a:lnTo>
                  <a:pt x="137871" y="17795"/>
                </a:lnTo>
                <a:lnTo>
                  <a:pt x="138083" y="17541"/>
                </a:lnTo>
                <a:lnTo>
                  <a:pt x="138314" y="17298"/>
                </a:lnTo>
                <a:lnTo>
                  <a:pt x="138564" y="17067"/>
                </a:lnTo>
                <a:lnTo>
                  <a:pt x="138833" y="16847"/>
                </a:lnTo>
                <a:lnTo>
                  <a:pt x="139120" y="16640"/>
                </a:lnTo>
                <a:lnTo>
                  <a:pt x="139427" y="16444"/>
                </a:lnTo>
                <a:lnTo>
                  <a:pt x="139752" y="16261"/>
                </a:lnTo>
                <a:lnTo>
                  <a:pt x="140096" y="16089"/>
                </a:lnTo>
                <a:lnTo>
                  <a:pt x="140459" y="15929"/>
                </a:lnTo>
                <a:lnTo>
                  <a:pt x="140841" y="15781"/>
                </a:lnTo>
                <a:lnTo>
                  <a:pt x="141242" y="15644"/>
                </a:lnTo>
                <a:lnTo>
                  <a:pt x="141662" y="15520"/>
                </a:lnTo>
                <a:lnTo>
                  <a:pt x="142100" y="15407"/>
                </a:lnTo>
                <a:lnTo>
                  <a:pt x="142557" y="15307"/>
                </a:lnTo>
                <a:lnTo>
                  <a:pt x="143034" y="15218"/>
                </a:lnTo>
                <a:lnTo>
                  <a:pt x="143529" y="15141"/>
                </a:lnTo>
                <a:lnTo>
                  <a:pt x="144043" y="15076"/>
                </a:lnTo>
                <a:lnTo>
                  <a:pt x="144576" y="15022"/>
                </a:lnTo>
                <a:lnTo>
                  <a:pt x="145127" y="14981"/>
                </a:lnTo>
                <a:lnTo>
                  <a:pt x="145698" y="14951"/>
                </a:lnTo>
                <a:lnTo>
                  <a:pt x="146287" y="14933"/>
                </a:lnTo>
                <a:lnTo>
                  <a:pt x="146896" y="14928"/>
                </a:lnTo>
                <a:lnTo>
                  <a:pt x="154646" y="14928"/>
                </a:lnTo>
                <a:lnTo>
                  <a:pt x="154646" y="3879"/>
                </a:lnTo>
                <a:lnTo>
                  <a:pt x="146053" y="3879"/>
                </a:lnTo>
                <a:lnTo>
                  <a:pt x="145426" y="3882"/>
                </a:lnTo>
                <a:lnTo>
                  <a:pt x="144809" y="3890"/>
                </a:lnTo>
                <a:lnTo>
                  <a:pt x="144202" y="3904"/>
                </a:lnTo>
                <a:lnTo>
                  <a:pt x="143605" y="3923"/>
                </a:lnTo>
                <a:lnTo>
                  <a:pt x="143017" y="3948"/>
                </a:lnTo>
                <a:lnTo>
                  <a:pt x="142439" y="3978"/>
                </a:lnTo>
                <a:lnTo>
                  <a:pt x="141871" y="4014"/>
                </a:lnTo>
                <a:lnTo>
                  <a:pt x="141313" y="4055"/>
                </a:lnTo>
                <a:lnTo>
                  <a:pt x="140764" y="4102"/>
                </a:lnTo>
                <a:lnTo>
                  <a:pt x="140225" y="4154"/>
                </a:lnTo>
                <a:lnTo>
                  <a:pt x="139697" y="4212"/>
                </a:lnTo>
                <a:lnTo>
                  <a:pt x="139177" y="4275"/>
                </a:lnTo>
                <a:lnTo>
                  <a:pt x="138668" y="4343"/>
                </a:lnTo>
                <a:lnTo>
                  <a:pt x="138169" y="4418"/>
                </a:lnTo>
                <a:lnTo>
                  <a:pt x="137679" y="4497"/>
                </a:lnTo>
                <a:lnTo>
                  <a:pt x="137199" y="4582"/>
                </a:lnTo>
                <a:lnTo>
                  <a:pt x="136729" y="4673"/>
                </a:lnTo>
                <a:lnTo>
                  <a:pt x="136269" y="4769"/>
                </a:lnTo>
                <a:lnTo>
                  <a:pt x="135818" y="4871"/>
                </a:lnTo>
                <a:lnTo>
                  <a:pt x="135377" y="4978"/>
                </a:lnTo>
                <a:lnTo>
                  <a:pt x="134946" y="5090"/>
                </a:lnTo>
                <a:lnTo>
                  <a:pt x="134525" y="5208"/>
                </a:lnTo>
                <a:lnTo>
                  <a:pt x="134114" y="5332"/>
                </a:lnTo>
                <a:lnTo>
                  <a:pt x="133713" y="5461"/>
                </a:lnTo>
                <a:lnTo>
                  <a:pt x="133320" y="5595"/>
                </a:lnTo>
                <a:lnTo>
                  <a:pt x="132934" y="5734"/>
                </a:lnTo>
                <a:lnTo>
                  <a:pt x="132555" y="5879"/>
                </a:lnTo>
                <a:lnTo>
                  <a:pt x="132183" y="6029"/>
                </a:lnTo>
                <a:lnTo>
                  <a:pt x="131819" y="6184"/>
                </a:lnTo>
                <a:lnTo>
                  <a:pt x="131462" y="6344"/>
                </a:lnTo>
                <a:lnTo>
                  <a:pt x="131112" y="6510"/>
                </a:lnTo>
                <a:lnTo>
                  <a:pt x="130769" y="6681"/>
                </a:lnTo>
                <a:lnTo>
                  <a:pt x="130433" y="6857"/>
                </a:lnTo>
                <a:lnTo>
                  <a:pt x="130105" y="7038"/>
                </a:lnTo>
                <a:lnTo>
                  <a:pt x="129783" y="7225"/>
                </a:lnTo>
                <a:lnTo>
                  <a:pt x="129469" y="7416"/>
                </a:lnTo>
                <a:lnTo>
                  <a:pt x="129162" y="7613"/>
                </a:lnTo>
                <a:lnTo>
                  <a:pt x="128862" y="7816"/>
                </a:lnTo>
                <a:lnTo>
                  <a:pt x="128569" y="8023"/>
                </a:lnTo>
                <a:lnTo>
                  <a:pt x="128284" y="8236"/>
                </a:lnTo>
                <a:lnTo>
                  <a:pt x="128006" y="8454"/>
                </a:lnTo>
                <a:lnTo>
                  <a:pt x="127734" y="8677"/>
                </a:lnTo>
                <a:lnTo>
                  <a:pt x="127470" y="8905"/>
                </a:lnTo>
                <a:lnTo>
                  <a:pt x="127213" y="9139"/>
                </a:lnTo>
                <a:lnTo>
                  <a:pt x="126964" y="9378"/>
                </a:lnTo>
                <a:lnTo>
                  <a:pt x="126721" y="9622"/>
                </a:lnTo>
                <a:lnTo>
                  <a:pt x="126486" y="9871"/>
                </a:lnTo>
                <a:lnTo>
                  <a:pt x="126258" y="10126"/>
                </a:lnTo>
                <a:lnTo>
                  <a:pt x="126036" y="10385"/>
                </a:lnTo>
                <a:lnTo>
                  <a:pt x="125820" y="10649"/>
                </a:lnTo>
                <a:lnTo>
                  <a:pt x="125609" y="10918"/>
                </a:lnTo>
                <a:lnTo>
                  <a:pt x="125405" y="11191"/>
                </a:lnTo>
                <a:lnTo>
                  <a:pt x="125206" y="11469"/>
                </a:lnTo>
                <a:lnTo>
                  <a:pt x="125012" y="11751"/>
                </a:lnTo>
                <a:lnTo>
                  <a:pt x="124825" y="12038"/>
                </a:lnTo>
                <a:lnTo>
                  <a:pt x="124643" y="12329"/>
                </a:lnTo>
                <a:lnTo>
                  <a:pt x="124467" y="12626"/>
                </a:lnTo>
                <a:lnTo>
                  <a:pt x="124296" y="12926"/>
                </a:lnTo>
                <a:lnTo>
                  <a:pt x="124132" y="13231"/>
                </a:lnTo>
                <a:lnTo>
                  <a:pt x="123973" y="13541"/>
                </a:lnTo>
                <a:lnTo>
                  <a:pt x="123819" y="13856"/>
                </a:lnTo>
                <a:lnTo>
                  <a:pt x="123672" y="14175"/>
                </a:lnTo>
                <a:lnTo>
                  <a:pt x="123530" y="14498"/>
                </a:lnTo>
                <a:lnTo>
                  <a:pt x="123393" y="14826"/>
                </a:lnTo>
                <a:lnTo>
                  <a:pt x="123263" y="15159"/>
                </a:lnTo>
                <a:lnTo>
                  <a:pt x="123138" y="15496"/>
                </a:lnTo>
                <a:lnTo>
                  <a:pt x="123019" y="15838"/>
                </a:lnTo>
                <a:lnTo>
                  <a:pt x="122906" y="16184"/>
                </a:lnTo>
                <a:lnTo>
                  <a:pt x="122798" y="16535"/>
                </a:lnTo>
                <a:lnTo>
                  <a:pt x="122696" y="16891"/>
                </a:lnTo>
                <a:lnTo>
                  <a:pt x="122600" y="17251"/>
                </a:lnTo>
                <a:lnTo>
                  <a:pt x="122509" y="17616"/>
                </a:lnTo>
                <a:lnTo>
                  <a:pt x="122423" y="17985"/>
                </a:lnTo>
                <a:lnTo>
                  <a:pt x="122341" y="18358"/>
                </a:lnTo>
                <a:lnTo>
                  <a:pt x="122262" y="18736"/>
                </a:lnTo>
                <a:lnTo>
                  <a:pt x="122187" y="19118"/>
                </a:lnTo>
                <a:lnTo>
                  <a:pt x="122116" y="19505"/>
                </a:lnTo>
                <a:lnTo>
                  <a:pt x="122048" y="19895"/>
                </a:lnTo>
                <a:lnTo>
                  <a:pt x="121984" y="20290"/>
                </a:lnTo>
                <a:lnTo>
                  <a:pt x="121924" y="20690"/>
                </a:lnTo>
                <a:lnTo>
                  <a:pt x="121867" y="21093"/>
                </a:lnTo>
                <a:lnTo>
                  <a:pt x="121814" y="21501"/>
                </a:lnTo>
                <a:lnTo>
                  <a:pt x="121765" y="21913"/>
                </a:lnTo>
                <a:lnTo>
                  <a:pt x="121719" y="22330"/>
                </a:lnTo>
                <a:lnTo>
                  <a:pt x="121677" y="22751"/>
                </a:lnTo>
                <a:lnTo>
                  <a:pt x="121639" y="23176"/>
                </a:lnTo>
                <a:lnTo>
                  <a:pt x="121604" y="23606"/>
                </a:lnTo>
                <a:lnTo>
                  <a:pt x="121573" y="24039"/>
                </a:lnTo>
                <a:lnTo>
                  <a:pt x="121546" y="24477"/>
                </a:lnTo>
                <a:lnTo>
                  <a:pt x="121522" y="24920"/>
                </a:lnTo>
                <a:lnTo>
                  <a:pt x="121502" y="25367"/>
                </a:lnTo>
                <a:lnTo>
                  <a:pt x="121485" y="25818"/>
                </a:lnTo>
                <a:lnTo>
                  <a:pt x="121472" y="26273"/>
                </a:lnTo>
                <a:lnTo>
                  <a:pt x="121463" y="26733"/>
                </a:lnTo>
                <a:lnTo>
                  <a:pt x="121458" y="27197"/>
                </a:lnTo>
                <a:lnTo>
                  <a:pt x="121456" y="27665"/>
                </a:lnTo>
                <a:lnTo>
                  <a:pt x="121456" y="31879"/>
                </a:lnTo>
                <a:lnTo>
                  <a:pt x="107809" y="31879"/>
                </a:lnTo>
                <a:lnTo>
                  <a:pt x="107809" y="43264"/>
                </a:lnTo>
                <a:lnTo>
                  <a:pt x="121456" y="43264"/>
                </a:lnTo>
                <a:lnTo>
                  <a:pt x="121456" y="117396"/>
                </a:lnTo>
                <a:lnTo>
                  <a:pt x="135524" y="117396"/>
                </a:lnTo>
                <a:lnTo>
                  <a:pt x="135524" y="43264"/>
                </a:lnTo>
                <a:lnTo>
                  <a:pt x="153872" y="43264"/>
                </a:lnTo>
                <a:lnTo>
                  <a:pt x="154477" y="43264"/>
                </a:lnTo>
                <a:lnTo>
                  <a:pt x="167518" y="43264"/>
                </a:lnTo>
                <a:lnTo>
                  <a:pt x="167518" y="117396"/>
                </a:lnTo>
                <a:lnTo>
                  <a:pt x="181586" y="117396"/>
                </a:lnTo>
                <a:lnTo>
                  <a:pt x="181586" y="43264"/>
                </a:lnTo>
                <a:lnTo>
                  <a:pt x="200539" y="43264"/>
                </a:lnTo>
                <a:lnTo>
                  <a:pt x="200539" y="31879"/>
                </a:lnTo>
                <a:lnTo>
                  <a:pt x="181586" y="31879"/>
                </a:lnTo>
                <a:lnTo>
                  <a:pt x="181586" y="28150"/>
                </a:lnTo>
                <a:lnTo>
                  <a:pt x="181589" y="27622"/>
                </a:lnTo>
                <a:lnTo>
                  <a:pt x="181600" y="27104"/>
                </a:lnTo>
                <a:lnTo>
                  <a:pt x="181617" y="26597"/>
                </a:lnTo>
                <a:lnTo>
                  <a:pt x="181641" y="26100"/>
                </a:lnTo>
                <a:lnTo>
                  <a:pt x="181672" y="25613"/>
                </a:lnTo>
                <a:lnTo>
                  <a:pt x="181710" y="25137"/>
                </a:lnTo>
                <a:lnTo>
                  <a:pt x="181754" y="24671"/>
                </a:lnTo>
                <a:lnTo>
                  <a:pt x="181806" y="24216"/>
                </a:lnTo>
                <a:lnTo>
                  <a:pt x="181864" y="23771"/>
                </a:lnTo>
                <a:lnTo>
                  <a:pt x="181930" y="23336"/>
                </a:lnTo>
                <a:lnTo>
                  <a:pt x="182002" y="22912"/>
                </a:lnTo>
                <a:lnTo>
                  <a:pt x="182081" y="22498"/>
                </a:lnTo>
                <a:lnTo>
                  <a:pt x="182167" y="22094"/>
                </a:lnTo>
                <a:lnTo>
                  <a:pt x="182260" y="21701"/>
                </a:lnTo>
                <a:lnTo>
                  <a:pt x="182359" y="21319"/>
                </a:lnTo>
                <a:lnTo>
                  <a:pt x="182466" y="20946"/>
                </a:lnTo>
                <a:lnTo>
                  <a:pt x="182579" y="20584"/>
                </a:lnTo>
                <a:lnTo>
                  <a:pt x="182700" y="20232"/>
                </a:lnTo>
                <a:lnTo>
                  <a:pt x="182827" y="19891"/>
                </a:lnTo>
                <a:lnTo>
                  <a:pt x="182961" y="19560"/>
                </a:lnTo>
                <a:lnTo>
                  <a:pt x="183102" y="19240"/>
                </a:lnTo>
                <a:lnTo>
                  <a:pt x="183249" y="18930"/>
                </a:lnTo>
                <a:lnTo>
                  <a:pt x="183404" y="18630"/>
                </a:lnTo>
                <a:lnTo>
                  <a:pt x="183566" y="18340"/>
                </a:lnTo>
                <a:lnTo>
                  <a:pt x="183740" y="18062"/>
                </a:lnTo>
                <a:lnTo>
                  <a:pt x="183933" y="17795"/>
                </a:lnTo>
                <a:lnTo>
                  <a:pt x="184145" y="17541"/>
                </a:lnTo>
                <a:lnTo>
                  <a:pt x="184376" y="17298"/>
                </a:lnTo>
                <a:lnTo>
                  <a:pt x="184626" y="17067"/>
                </a:lnTo>
                <a:lnTo>
                  <a:pt x="184895" y="16847"/>
                </a:lnTo>
                <a:lnTo>
                  <a:pt x="185183" y="16640"/>
                </a:lnTo>
                <a:lnTo>
                  <a:pt x="185489" y="16444"/>
                </a:lnTo>
                <a:lnTo>
                  <a:pt x="185814" y="16261"/>
                </a:lnTo>
                <a:lnTo>
                  <a:pt x="186159" y="16089"/>
                </a:lnTo>
                <a:lnTo>
                  <a:pt x="186522" y="15929"/>
                </a:lnTo>
                <a:lnTo>
                  <a:pt x="186903" y="15781"/>
                </a:lnTo>
                <a:lnTo>
                  <a:pt x="187304" y="15644"/>
                </a:lnTo>
                <a:lnTo>
                  <a:pt x="187724" y="15520"/>
                </a:lnTo>
                <a:lnTo>
                  <a:pt x="188162" y="15407"/>
                </a:lnTo>
                <a:lnTo>
                  <a:pt x="188620" y="15307"/>
                </a:lnTo>
                <a:lnTo>
                  <a:pt x="189096" y="15218"/>
                </a:lnTo>
                <a:lnTo>
                  <a:pt x="189591" y="15141"/>
                </a:lnTo>
                <a:lnTo>
                  <a:pt x="190105" y="15076"/>
                </a:lnTo>
                <a:lnTo>
                  <a:pt x="190638" y="15022"/>
                </a:lnTo>
                <a:lnTo>
                  <a:pt x="191190" y="14981"/>
                </a:lnTo>
                <a:lnTo>
                  <a:pt x="191760" y="14951"/>
                </a:lnTo>
                <a:lnTo>
                  <a:pt x="192350" y="14933"/>
                </a:lnTo>
                <a:lnTo>
                  <a:pt x="192958" y="14928"/>
                </a:lnTo>
                <a:lnTo>
                  <a:pt x="200708" y="14928"/>
                </a:lnTo>
                <a:lnTo>
                  <a:pt x="200708" y="3879"/>
                </a:lnTo>
                <a:lnTo>
                  <a:pt x="192116" y="3879"/>
                </a:lnTo>
                <a:lnTo>
                  <a:pt x="191489" y="3882"/>
                </a:lnTo>
                <a:lnTo>
                  <a:pt x="190872" y="3890"/>
                </a:lnTo>
                <a:lnTo>
                  <a:pt x="190264" y="3904"/>
                </a:lnTo>
                <a:lnTo>
                  <a:pt x="189667" y="3923"/>
                </a:lnTo>
                <a:lnTo>
                  <a:pt x="189079" y="3948"/>
                </a:lnTo>
                <a:lnTo>
                  <a:pt x="188501" y="3978"/>
                </a:lnTo>
                <a:lnTo>
                  <a:pt x="187933" y="4014"/>
                </a:lnTo>
                <a:lnTo>
                  <a:pt x="187375" y="4055"/>
                </a:lnTo>
                <a:lnTo>
                  <a:pt x="186826" y="4102"/>
                </a:lnTo>
                <a:lnTo>
                  <a:pt x="186288" y="4154"/>
                </a:lnTo>
                <a:lnTo>
                  <a:pt x="185759" y="4212"/>
                </a:lnTo>
                <a:lnTo>
                  <a:pt x="185240" y="4275"/>
                </a:lnTo>
                <a:lnTo>
                  <a:pt x="184730" y="4343"/>
                </a:lnTo>
                <a:lnTo>
                  <a:pt x="184231" y="4418"/>
                </a:lnTo>
                <a:lnTo>
                  <a:pt x="183741" y="4497"/>
                </a:lnTo>
                <a:lnTo>
                  <a:pt x="183261" y="4582"/>
                </a:lnTo>
                <a:lnTo>
                  <a:pt x="182791" y="4673"/>
                </a:lnTo>
                <a:lnTo>
                  <a:pt x="182331" y="4769"/>
                </a:lnTo>
                <a:lnTo>
                  <a:pt x="181880" y="4871"/>
                </a:lnTo>
                <a:lnTo>
                  <a:pt x="181440" y="4978"/>
                </a:lnTo>
                <a:lnTo>
                  <a:pt x="181009" y="5090"/>
                </a:lnTo>
                <a:lnTo>
                  <a:pt x="180588" y="5208"/>
                </a:lnTo>
                <a:lnTo>
                  <a:pt x="180176" y="5332"/>
                </a:lnTo>
                <a:lnTo>
                  <a:pt x="179775" y="5461"/>
                </a:lnTo>
                <a:lnTo>
                  <a:pt x="179382" y="5595"/>
                </a:lnTo>
                <a:lnTo>
                  <a:pt x="178996" y="5734"/>
                </a:lnTo>
                <a:lnTo>
                  <a:pt x="178617" y="5879"/>
                </a:lnTo>
                <a:lnTo>
                  <a:pt x="178246" y="6029"/>
                </a:lnTo>
                <a:lnTo>
                  <a:pt x="177881" y="6184"/>
                </a:lnTo>
                <a:lnTo>
                  <a:pt x="177524" y="6344"/>
                </a:lnTo>
                <a:lnTo>
                  <a:pt x="177174" y="6510"/>
                </a:lnTo>
                <a:lnTo>
                  <a:pt x="176831" y="6681"/>
                </a:lnTo>
                <a:lnTo>
                  <a:pt x="176496" y="6857"/>
                </a:lnTo>
                <a:lnTo>
                  <a:pt x="176167" y="7038"/>
                </a:lnTo>
                <a:lnTo>
                  <a:pt x="175846" y="7225"/>
                </a:lnTo>
                <a:lnTo>
                  <a:pt x="175531" y="7416"/>
                </a:lnTo>
                <a:lnTo>
                  <a:pt x="175224" y="7613"/>
                </a:lnTo>
                <a:lnTo>
                  <a:pt x="174924" y="7816"/>
                </a:lnTo>
                <a:lnTo>
                  <a:pt x="174632" y="8023"/>
                </a:lnTo>
                <a:lnTo>
                  <a:pt x="174346" y="8236"/>
                </a:lnTo>
                <a:lnTo>
                  <a:pt x="174068" y="8454"/>
                </a:lnTo>
                <a:lnTo>
                  <a:pt x="173797" y="8677"/>
                </a:lnTo>
                <a:lnTo>
                  <a:pt x="173533" y="8905"/>
                </a:lnTo>
                <a:lnTo>
                  <a:pt x="173276" y="9139"/>
                </a:lnTo>
                <a:lnTo>
                  <a:pt x="173026" y="9378"/>
                </a:lnTo>
                <a:lnTo>
                  <a:pt x="172783" y="9622"/>
                </a:lnTo>
                <a:lnTo>
                  <a:pt x="172548" y="9871"/>
                </a:lnTo>
                <a:lnTo>
                  <a:pt x="172320" y="10126"/>
                </a:lnTo>
                <a:lnTo>
                  <a:pt x="172098" y="10385"/>
                </a:lnTo>
                <a:lnTo>
                  <a:pt x="171882" y="10649"/>
                </a:lnTo>
                <a:lnTo>
                  <a:pt x="171672" y="10918"/>
                </a:lnTo>
                <a:lnTo>
                  <a:pt x="171467" y="11191"/>
                </a:lnTo>
                <a:lnTo>
                  <a:pt x="171268" y="11469"/>
                </a:lnTo>
                <a:lnTo>
                  <a:pt x="171075" y="11751"/>
                </a:lnTo>
                <a:lnTo>
                  <a:pt x="170887" y="12038"/>
                </a:lnTo>
                <a:lnTo>
                  <a:pt x="170705" y="12329"/>
                </a:lnTo>
                <a:lnTo>
                  <a:pt x="170529" y="12626"/>
                </a:lnTo>
                <a:lnTo>
                  <a:pt x="170359" y="12926"/>
                </a:lnTo>
                <a:lnTo>
                  <a:pt x="170194" y="13231"/>
                </a:lnTo>
                <a:lnTo>
                  <a:pt x="170035" y="13541"/>
                </a:lnTo>
                <a:lnTo>
                  <a:pt x="169882" y="13856"/>
                </a:lnTo>
                <a:lnTo>
                  <a:pt x="169734" y="14175"/>
                </a:lnTo>
                <a:lnTo>
                  <a:pt x="169592" y="14498"/>
                </a:lnTo>
                <a:lnTo>
                  <a:pt x="169456" y="14826"/>
                </a:lnTo>
                <a:lnTo>
                  <a:pt x="169325" y="15159"/>
                </a:lnTo>
                <a:lnTo>
                  <a:pt x="169200" y="15496"/>
                </a:lnTo>
                <a:lnTo>
                  <a:pt x="169081" y="15838"/>
                </a:lnTo>
                <a:lnTo>
                  <a:pt x="168968" y="16184"/>
                </a:lnTo>
                <a:lnTo>
                  <a:pt x="168860" y="16535"/>
                </a:lnTo>
                <a:lnTo>
                  <a:pt x="168758" y="16891"/>
                </a:lnTo>
                <a:lnTo>
                  <a:pt x="168662" y="17251"/>
                </a:lnTo>
                <a:lnTo>
                  <a:pt x="168571" y="17616"/>
                </a:lnTo>
                <a:lnTo>
                  <a:pt x="168485" y="17985"/>
                </a:lnTo>
                <a:lnTo>
                  <a:pt x="168403" y="18358"/>
                </a:lnTo>
                <a:lnTo>
                  <a:pt x="168324" y="18736"/>
                </a:lnTo>
                <a:lnTo>
                  <a:pt x="168250" y="19118"/>
                </a:lnTo>
                <a:lnTo>
                  <a:pt x="168178" y="19505"/>
                </a:lnTo>
                <a:lnTo>
                  <a:pt x="168111" y="19895"/>
                </a:lnTo>
                <a:lnTo>
                  <a:pt x="168047" y="20290"/>
                </a:lnTo>
                <a:lnTo>
                  <a:pt x="167986" y="20690"/>
                </a:lnTo>
                <a:lnTo>
                  <a:pt x="167930" y="21093"/>
                </a:lnTo>
                <a:lnTo>
                  <a:pt x="167877" y="21501"/>
                </a:lnTo>
                <a:lnTo>
                  <a:pt x="167827" y="21913"/>
                </a:lnTo>
                <a:lnTo>
                  <a:pt x="167782" y="22330"/>
                </a:lnTo>
                <a:lnTo>
                  <a:pt x="167739" y="22751"/>
                </a:lnTo>
                <a:lnTo>
                  <a:pt x="167701" y="23176"/>
                </a:lnTo>
                <a:lnTo>
                  <a:pt x="167666" y="23606"/>
                </a:lnTo>
                <a:lnTo>
                  <a:pt x="167635" y="24039"/>
                </a:lnTo>
                <a:lnTo>
                  <a:pt x="167608" y="24477"/>
                </a:lnTo>
                <a:lnTo>
                  <a:pt x="167584" y="24920"/>
                </a:lnTo>
                <a:lnTo>
                  <a:pt x="167564" y="25367"/>
                </a:lnTo>
                <a:lnTo>
                  <a:pt x="167548" y="25818"/>
                </a:lnTo>
                <a:lnTo>
                  <a:pt x="167535" y="26273"/>
                </a:lnTo>
                <a:lnTo>
                  <a:pt x="167526" y="26733"/>
                </a:lnTo>
                <a:lnTo>
                  <a:pt x="167520" y="27197"/>
                </a:lnTo>
                <a:lnTo>
                  <a:pt x="167518" y="27665"/>
                </a:lnTo>
                <a:lnTo>
                  <a:pt x="167518" y="31879"/>
                </a:lnTo>
                <a:lnTo>
                  <a:pt x="154477" y="31879"/>
                </a:lnTo>
                <a:lnTo>
                  <a:pt x="153872" y="31879"/>
                </a:lnTo>
                <a:lnTo>
                  <a:pt x="135524" y="31879"/>
                </a:lnTo>
                <a:lnTo>
                  <a:pt x="135524" y="28150"/>
                </a:lnTo>
                <a:lnTo>
                  <a:pt x="135527" y="27622"/>
                </a:lnTo>
                <a:lnTo>
                  <a:pt x="135537" y="27104"/>
                </a:lnTo>
                <a:close/>
                <a:moveTo>
                  <a:pt x="233442" y="105898"/>
                </a:moveTo>
                <a:lnTo>
                  <a:pt x="232872" y="105863"/>
                </a:lnTo>
                <a:lnTo>
                  <a:pt x="232320" y="105814"/>
                </a:lnTo>
                <a:lnTo>
                  <a:pt x="231787" y="105751"/>
                </a:lnTo>
                <a:lnTo>
                  <a:pt x="231273" y="105673"/>
                </a:lnTo>
                <a:lnTo>
                  <a:pt x="230778" y="105582"/>
                </a:lnTo>
                <a:lnTo>
                  <a:pt x="230302" y="105476"/>
                </a:lnTo>
                <a:lnTo>
                  <a:pt x="229844" y="105357"/>
                </a:lnTo>
                <a:lnTo>
                  <a:pt x="229406" y="105223"/>
                </a:lnTo>
                <a:lnTo>
                  <a:pt x="228986" y="105076"/>
                </a:lnTo>
                <a:lnTo>
                  <a:pt x="228585" y="104914"/>
                </a:lnTo>
                <a:lnTo>
                  <a:pt x="228204" y="104738"/>
                </a:lnTo>
                <a:lnTo>
                  <a:pt x="227840" y="104549"/>
                </a:lnTo>
                <a:lnTo>
                  <a:pt x="227496" y="104345"/>
                </a:lnTo>
                <a:lnTo>
                  <a:pt x="227171" y="104127"/>
                </a:lnTo>
                <a:lnTo>
                  <a:pt x="226865" y="103895"/>
                </a:lnTo>
                <a:lnTo>
                  <a:pt x="226577" y="103649"/>
                </a:lnTo>
                <a:lnTo>
                  <a:pt x="226308" y="103389"/>
                </a:lnTo>
                <a:lnTo>
                  <a:pt x="226058" y="103115"/>
                </a:lnTo>
                <a:lnTo>
                  <a:pt x="225827" y="102827"/>
                </a:lnTo>
                <a:lnTo>
                  <a:pt x="225615" y="102525"/>
                </a:lnTo>
                <a:lnTo>
                  <a:pt x="225422" y="102208"/>
                </a:lnTo>
                <a:lnTo>
                  <a:pt x="225248" y="101878"/>
                </a:lnTo>
                <a:lnTo>
                  <a:pt x="225086" y="101534"/>
                </a:lnTo>
                <a:lnTo>
                  <a:pt x="224931" y="101178"/>
                </a:lnTo>
                <a:lnTo>
                  <a:pt x="224784" y="100809"/>
                </a:lnTo>
                <a:lnTo>
                  <a:pt x="224643" y="100428"/>
                </a:lnTo>
                <a:lnTo>
                  <a:pt x="224509" y="100034"/>
                </a:lnTo>
                <a:lnTo>
                  <a:pt x="224381" y="99627"/>
                </a:lnTo>
                <a:lnTo>
                  <a:pt x="224261" y="99208"/>
                </a:lnTo>
                <a:lnTo>
                  <a:pt x="224148" y="98776"/>
                </a:lnTo>
                <a:lnTo>
                  <a:pt x="224041" y="98332"/>
                </a:lnTo>
                <a:lnTo>
                  <a:pt x="223942" y="97875"/>
                </a:lnTo>
                <a:lnTo>
                  <a:pt x="223849" y="97405"/>
                </a:lnTo>
                <a:lnTo>
                  <a:pt x="223763" y="96923"/>
                </a:lnTo>
                <a:lnTo>
                  <a:pt x="223684" y="96429"/>
                </a:lnTo>
                <a:lnTo>
                  <a:pt x="223612" y="95921"/>
                </a:lnTo>
                <a:lnTo>
                  <a:pt x="223546" y="95401"/>
                </a:lnTo>
                <a:lnTo>
                  <a:pt x="223488" y="94869"/>
                </a:lnTo>
                <a:lnTo>
                  <a:pt x="223436" y="94324"/>
                </a:lnTo>
                <a:lnTo>
                  <a:pt x="223392" y="93766"/>
                </a:lnTo>
                <a:lnTo>
                  <a:pt x="223354" y="93196"/>
                </a:lnTo>
                <a:lnTo>
                  <a:pt x="223323" y="92613"/>
                </a:lnTo>
                <a:lnTo>
                  <a:pt x="223299" y="92017"/>
                </a:lnTo>
                <a:lnTo>
                  <a:pt x="223282" y="91409"/>
                </a:lnTo>
                <a:lnTo>
                  <a:pt x="223271" y="90789"/>
                </a:lnTo>
                <a:lnTo>
                  <a:pt x="223268" y="90155"/>
                </a:lnTo>
                <a:lnTo>
                  <a:pt x="223268" y="3879"/>
                </a:lnTo>
                <a:lnTo>
                  <a:pt x="209200" y="3879"/>
                </a:lnTo>
                <a:lnTo>
                  <a:pt x="209200" y="90830"/>
                </a:lnTo>
                <a:lnTo>
                  <a:pt x="209204" y="91522"/>
                </a:lnTo>
                <a:lnTo>
                  <a:pt x="209214" y="92205"/>
                </a:lnTo>
                <a:lnTo>
                  <a:pt x="209231" y="92880"/>
                </a:lnTo>
                <a:lnTo>
                  <a:pt x="209255" y="93546"/>
                </a:lnTo>
                <a:lnTo>
                  <a:pt x="209286" y="94205"/>
                </a:lnTo>
                <a:lnTo>
                  <a:pt x="209324" y="94854"/>
                </a:lnTo>
                <a:lnTo>
                  <a:pt x="209369" y="95496"/>
                </a:lnTo>
                <a:lnTo>
                  <a:pt x="209420" y="96129"/>
                </a:lnTo>
                <a:lnTo>
                  <a:pt x="209479" y="96754"/>
                </a:lnTo>
                <a:lnTo>
                  <a:pt x="209544" y="97370"/>
                </a:lnTo>
                <a:lnTo>
                  <a:pt x="209616" y="97979"/>
                </a:lnTo>
                <a:lnTo>
                  <a:pt x="209695" y="98578"/>
                </a:lnTo>
                <a:lnTo>
                  <a:pt x="209781" y="99170"/>
                </a:lnTo>
                <a:lnTo>
                  <a:pt x="209874" y="99753"/>
                </a:lnTo>
                <a:lnTo>
                  <a:pt x="209974" y="100328"/>
                </a:lnTo>
                <a:lnTo>
                  <a:pt x="210080" y="100894"/>
                </a:lnTo>
                <a:lnTo>
                  <a:pt x="210194" y="101452"/>
                </a:lnTo>
                <a:lnTo>
                  <a:pt x="210314" y="102002"/>
                </a:lnTo>
                <a:lnTo>
                  <a:pt x="210441" y="102543"/>
                </a:lnTo>
                <a:lnTo>
                  <a:pt x="210575" y="103076"/>
                </a:lnTo>
                <a:lnTo>
                  <a:pt x="210716" y="103601"/>
                </a:lnTo>
                <a:lnTo>
                  <a:pt x="210864" y="104117"/>
                </a:lnTo>
                <a:lnTo>
                  <a:pt x="211018" y="104625"/>
                </a:lnTo>
                <a:lnTo>
                  <a:pt x="211180" y="105125"/>
                </a:lnTo>
                <a:lnTo>
                  <a:pt x="211351" y="105616"/>
                </a:lnTo>
                <a:lnTo>
                  <a:pt x="211533" y="106097"/>
                </a:lnTo>
                <a:lnTo>
                  <a:pt x="211727" y="106568"/>
                </a:lnTo>
                <a:lnTo>
                  <a:pt x="211932" y="107030"/>
                </a:lnTo>
                <a:lnTo>
                  <a:pt x="212149" y="107482"/>
                </a:lnTo>
                <a:lnTo>
                  <a:pt x="212378" y="107924"/>
                </a:lnTo>
                <a:lnTo>
                  <a:pt x="212618" y="108357"/>
                </a:lnTo>
                <a:lnTo>
                  <a:pt x="212869" y="108780"/>
                </a:lnTo>
                <a:lnTo>
                  <a:pt x="213132" y="109193"/>
                </a:lnTo>
                <a:lnTo>
                  <a:pt x="213407" y="109597"/>
                </a:lnTo>
                <a:lnTo>
                  <a:pt x="213693" y="109991"/>
                </a:lnTo>
                <a:lnTo>
                  <a:pt x="213991" y="110375"/>
                </a:lnTo>
                <a:lnTo>
                  <a:pt x="214301" y="110750"/>
                </a:lnTo>
                <a:lnTo>
                  <a:pt x="214622" y="111115"/>
                </a:lnTo>
                <a:lnTo>
                  <a:pt x="214954" y="111470"/>
                </a:lnTo>
                <a:lnTo>
                  <a:pt x="215298" y="111816"/>
                </a:lnTo>
                <a:lnTo>
                  <a:pt x="215654" y="112152"/>
                </a:lnTo>
                <a:lnTo>
                  <a:pt x="216021" y="112478"/>
                </a:lnTo>
                <a:lnTo>
                  <a:pt x="216400" y="112795"/>
                </a:lnTo>
                <a:lnTo>
                  <a:pt x="216790" y="113102"/>
                </a:lnTo>
                <a:lnTo>
                  <a:pt x="217192" y="113399"/>
                </a:lnTo>
                <a:lnTo>
                  <a:pt x="217605" y="113687"/>
                </a:lnTo>
                <a:lnTo>
                  <a:pt x="218030" y="113965"/>
                </a:lnTo>
                <a:lnTo>
                  <a:pt x="218466" y="114233"/>
                </a:lnTo>
                <a:lnTo>
                  <a:pt x="218917" y="114491"/>
                </a:lnTo>
                <a:lnTo>
                  <a:pt x="219383" y="114738"/>
                </a:lnTo>
                <a:lnTo>
                  <a:pt x="219866" y="114975"/>
                </a:lnTo>
                <a:lnTo>
                  <a:pt x="220364" y="115200"/>
                </a:lnTo>
                <a:lnTo>
                  <a:pt x="220879" y="115414"/>
                </a:lnTo>
                <a:lnTo>
                  <a:pt x="221409" y="115617"/>
                </a:lnTo>
                <a:lnTo>
                  <a:pt x="221956" y="115809"/>
                </a:lnTo>
                <a:lnTo>
                  <a:pt x="222519" y="115990"/>
                </a:lnTo>
                <a:lnTo>
                  <a:pt x="223098" y="116161"/>
                </a:lnTo>
                <a:lnTo>
                  <a:pt x="223693" y="116320"/>
                </a:lnTo>
                <a:lnTo>
                  <a:pt x="224304" y="116468"/>
                </a:lnTo>
                <a:lnTo>
                  <a:pt x="224932" y="116605"/>
                </a:lnTo>
                <a:lnTo>
                  <a:pt x="225575" y="116732"/>
                </a:lnTo>
                <a:lnTo>
                  <a:pt x="226234" y="116847"/>
                </a:lnTo>
                <a:lnTo>
                  <a:pt x="226910" y="116951"/>
                </a:lnTo>
                <a:lnTo>
                  <a:pt x="227602" y="117045"/>
                </a:lnTo>
                <a:lnTo>
                  <a:pt x="228309" y="117127"/>
                </a:lnTo>
                <a:lnTo>
                  <a:pt x="229033" y="117198"/>
                </a:lnTo>
                <a:lnTo>
                  <a:pt x="229773" y="117259"/>
                </a:lnTo>
                <a:lnTo>
                  <a:pt x="230529" y="117308"/>
                </a:lnTo>
                <a:lnTo>
                  <a:pt x="231301" y="117347"/>
                </a:lnTo>
                <a:lnTo>
                  <a:pt x="232089" y="117374"/>
                </a:lnTo>
                <a:lnTo>
                  <a:pt x="232893" y="117390"/>
                </a:lnTo>
                <a:lnTo>
                  <a:pt x="233713" y="117396"/>
                </a:lnTo>
                <a:lnTo>
                  <a:pt x="238431" y="117396"/>
                </a:lnTo>
                <a:lnTo>
                  <a:pt x="238431" y="105926"/>
                </a:lnTo>
                <a:lnTo>
                  <a:pt x="234640" y="105926"/>
                </a:lnTo>
                <a:lnTo>
                  <a:pt x="234032" y="105919"/>
                </a:lnTo>
                <a:lnTo>
                  <a:pt x="233442" y="105898"/>
                </a:lnTo>
                <a:close/>
                <a:moveTo>
                  <a:pt x="523974" y="72502"/>
                </a:moveTo>
                <a:lnTo>
                  <a:pt x="524833" y="72469"/>
                </a:lnTo>
                <a:lnTo>
                  <a:pt x="525684" y="72421"/>
                </a:lnTo>
                <a:lnTo>
                  <a:pt x="526528" y="72361"/>
                </a:lnTo>
                <a:lnTo>
                  <a:pt x="527365" y="72287"/>
                </a:lnTo>
                <a:lnTo>
                  <a:pt x="528193" y="72200"/>
                </a:lnTo>
                <a:lnTo>
                  <a:pt x="529015" y="72099"/>
                </a:lnTo>
                <a:lnTo>
                  <a:pt x="529829" y="71984"/>
                </a:lnTo>
                <a:lnTo>
                  <a:pt x="530636" y="71856"/>
                </a:lnTo>
                <a:lnTo>
                  <a:pt x="531435" y="71715"/>
                </a:lnTo>
                <a:lnTo>
                  <a:pt x="532227" y="71561"/>
                </a:lnTo>
                <a:lnTo>
                  <a:pt x="533011" y="71392"/>
                </a:lnTo>
                <a:lnTo>
                  <a:pt x="533788" y="71211"/>
                </a:lnTo>
                <a:lnTo>
                  <a:pt x="534557" y="71016"/>
                </a:lnTo>
                <a:lnTo>
                  <a:pt x="535319" y="70807"/>
                </a:lnTo>
                <a:lnTo>
                  <a:pt x="536073" y="70585"/>
                </a:lnTo>
                <a:lnTo>
                  <a:pt x="536820" y="70350"/>
                </a:lnTo>
                <a:lnTo>
                  <a:pt x="537560" y="70101"/>
                </a:lnTo>
                <a:lnTo>
                  <a:pt x="538292" y="69839"/>
                </a:lnTo>
                <a:lnTo>
                  <a:pt x="539016" y="69563"/>
                </a:lnTo>
                <a:lnTo>
                  <a:pt x="539733" y="69274"/>
                </a:lnTo>
                <a:lnTo>
                  <a:pt x="540443" y="68971"/>
                </a:lnTo>
                <a:lnTo>
                  <a:pt x="541145" y="68655"/>
                </a:lnTo>
                <a:lnTo>
                  <a:pt x="541838" y="68326"/>
                </a:lnTo>
                <a:lnTo>
                  <a:pt x="542518" y="67984"/>
                </a:lnTo>
                <a:lnTo>
                  <a:pt x="543186" y="67630"/>
                </a:lnTo>
                <a:lnTo>
                  <a:pt x="543842" y="67263"/>
                </a:lnTo>
                <a:lnTo>
                  <a:pt x="544486" y="66883"/>
                </a:lnTo>
                <a:lnTo>
                  <a:pt x="545118" y="66491"/>
                </a:lnTo>
                <a:lnTo>
                  <a:pt x="545737" y="66087"/>
                </a:lnTo>
                <a:lnTo>
                  <a:pt x="546345" y="65670"/>
                </a:lnTo>
                <a:lnTo>
                  <a:pt x="546940" y="65240"/>
                </a:lnTo>
                <a:lnTo>
                  <a:pt x="547523" y="64798"/>
                </a:lnTo>
                <a:lnTo>
                  <a:pt x="548094" y="64343"/>
                </a:lnTo>
                <a:lnTo>
                  <a:pt x="548653" y="63875"/>
                </a:lnTo>
                <a:lnTo>
                  <a:pt x="549200" y="63395"/>
                </a:lnTo>
                <a:lnTo>
                  <a:pt x="549734" y="62903"/>
                </a:lnTo>
                <a:lnTo>
                  <a:pt x="550257" y="62398"/>
                </a:lnTo>
                <a:lnTo>
                  <a:pt x="550767" y="61880"/>
                </a:lnTo>
                <a:lnTo>
                  <a:pt x="551265" y="61350"/>
                </a:lnTo>
                <a:lnTo>
                  <a:pt x="551751" y="60807"/>
                </a:lnTo>
                <a:lnTo>
                  <a:pt x="552225" y="60251"/>
                </a:lnTo>
                <a:lnTo>
                  <a:pt x="552687" y="59683"/>
                </a:lnTo>
                <a:lnTo>
                  <a:pt x="553137" y="59103"/>
                </a:lnTo>
                <a:lnTo>
                  <a:pt x="553574" y="58509"/>
                </a:lnTo>
                <a:lnTo>
                  <a:pt x="553999" y="57904"/>
                </a:lnTo>
                <a:lnTo>
                  <a:pt x="554413" y="57285"/>
                </a:lnTo>
                <a:lnTo>
                  <a:pt x="554811" y="56654"/>
                </a:lnTo>
                <a:lnTo>
                  <a:pt x="555193" y="56011"/>
                </a:lnTo>
                <a:lnTo>
                  <a:pt x="555558" y="55356"/>
                </a:lnTo>
                <a:lnTo>
                  <a:pt x="555906" y="54688"/>
                </a:lnTo>
                <a:lnTo>
                  <a:pt x="556236" y="54008"/>
                </a:lnTo>
                <a:lnTo>
                  <a:pt x="556550" y="53315"/>
                </a:lnTo>
                <a:lnTo>
                  <a:pt x="556847" y="52611"/>
                </a:lnTo>
                <a:lnTo>
                  <a:pt x="557127" y="51894"/>
                </a:lnTo>
                <a:lnTo>
                  <a:pt x="557390" y="51164"/>
                </a:lnTo>
                <a:lnTo>
                  <a:pt x="557636" y="50423"/>
                </a:lnTo>
                <a:lnTo>
                  <a:pt x="557865" y="49669"/>
                </a:lnTo>
                <a:lnTo>
                  <a:pt x="558077" y="48903"/>
                </a:lnTo>
                <a:lnTo>
                  <a:pt x="558272" y="48125"/>
                </a:lnTo>
                <a:lnTo>
                  <a:pt x="558450" y="47334"/>
                </a:lnTo>
                <a:lnTo>
                  <a:pt x="558611" y="46531"/>
                </a:lnTo>
                <a:lnTo>
                  <a:pt x="558756" y="45716"/>
                </a:lnTo>
                <a:lnTo>
                  <a:pt x="558883" y="44889"/>
                </a:lnTo>
                <a:lnTo>
                  <a:pt x="558993" y="44049"/>
                </a:lnTo>
                <a:lnTo>
                  <a:pt x="559086" y="43197"/>
                </a:lnTo>
                <a:lnTo>
                  <a:pt x="559163" y="42333"/>
                </a:lnTo>
                <a:lnTo>
                  <a:pt x="559222" y="41456"/>
                </a:lnTo>
                <a:lnTo>
                  <a:pt x="559265" y="40567"/>
                </a:lnTo>
                <a:lnTo>
                  <a:pt x="559290" y="39666"/>
                </a:lnTo>
                <a:lnTo>
                  <a:pt x="559298" y="38752"/>
                </a:lnTo>
                <a:lnTo>
                  <a:pt x="559290" y="37818"/>
                </a:lnTo>
                <a:lnTo>
                  <a:pt x="559265" y="36895"/>
                </a:lnTo>
                <a:lnTo>
                  <a:pt x="559222" y="35985"/>
                </a:lnTo>
                <a:lnTo>
                  <a:pt x="559163" y="35087"/>
                </a:lnTo>
                <a:lnTo>
                  <a:pt x="559086" y="34201"/>
                </a:lnTo>
                <a:lnTo>
                  <a:pt x="558993" y="33327"/>
                </a:lnTo>
                <a:lnTo>
                  <a:pt x="558883" y="32465"/>
                </a:lnTo>
                <a:lnTo>
                  <a:pt x="558756" y="31616"/>
                </a:lnTo>
                <a:lnTo>
                  <a:pt x="558611" y="30778"/>
                </a:lnTo>
                <a:lnTo>
                  <a:pt x="558450" y="29953"/>
                </a:lnTo>
                <a:lnTo>
                  <a:pt x="558272" y="29140"/>
                </a:lnTo>
                <a:lnTo>
                  <a:pt x="558077" y="28339"/>
                </a:lnTo>
                <a:lnTo>
                  <a:pt x="557865" y="27550"/>
                </a:lnTo>
                <a:lnTo>
                  <a:pt x="557636" y="26773"/>
                </a:lnTo>
                <a:lnTo>
                  <a:pt x="557390" y="26009"/>
                </a:lnTo>
                <a:lnTo>
                  <a:pt x="557127" y="25256"/>
                </a:lnTo>
                <a:lnTo>
                  <a:pt x="556847" y="24516"/>
                </a:lnTo>
                <a:lnTo>
                  <a:pt x="556550" y="23788"/>
                </a:lnTo>
                <a:lnTo>
                  <a:pt x="556236" y="23072"/>
                </a:lnTo>
                <a:lnTo>
                  <a:pt x="555906" y="22368"/>
                </a:lnTo>
                <a:lnTo>
                  <a:pt x="555558" y="21676"/>
                </a:lnTo>
                <a:lnTo>
                  <a:pt x="555193" y="20997"/>
                </a:lnTo>
                <a:lnTo>
                  <a:pt x="554811" y="20329"/>
                </a:lnTo>
                <a:lnTo>
                  <a:pt x="554413" y="19674"/>
                </a:lnTo>
                <a:lnTo>
                  <a:pt x="553999" y="19031"/>
                </a:lnTo>
                <a:lnTo>
                  <a:pt x="553574" y="18402"/>
                </a:lnTo>
                <a:lnTo>
                  <a:pt x="553137" y="17785"/>
                </a:lnTo>
                <a:lnTo>
                  <a:pt x="552687" y="17182"/>
                </a:lnTo>
                <a:lnTo>
                  <a:pt x="552225" y="16591"/>
                </a:lnTo>
                <a:lnTo>
                  <a:pt x="551751" y="16014"/>
                </a:lnTo>
                <a:lnTo>
                  <a:pt x="551265" y="15451"/>
                </a:lnTo>
                <a:lnTo>
                  <a:pt x="550767" y="14900"/>
                </a:lnTo>
                <a:lnTo>
                  <a:pt x="550257" y="14362"/>
                </a:lnTo>
                <a:lnTo>
                  <a:pt x="549734" y="13838"/>
                </a:lnTo>
                <a:lnTo>
                  <a:pt x="549200" y="13327"/>
                </a:lnTo>
                <a:lnTo>
                  <a:pt x="548653" y="12829"/>
                </a:lnTo>
                <a:lnTo>
                  <a:pt x="548094" y="12344"/>
                </a:lnTo>
                <a:lnTo>
                  <a:pt x="547523" y="11872"/>
                </a:lnTo>
                <a:lnTo>
                  <a:pt x="546940" y="11414"/>
                </a:lnTo>
                <a:lnTo>
                  <a:pt x="546345" y="10969"/>
                </a:lnTo>
                <a:lnTo>
                  <a:pt x="545737" y="10537"/>
                </a:lnTo>
                <a:lnTo>
                  <a:pt x="545118" y="10118"/>
                </a:lnTo>
                <a:lnTo>
                  <a:pt x="544486" y="9712"/>
                </a:lnTo>
                <a:lnTo>
                  <a:pt x="543842" y="9319"/>
                </a:lnTo>
                <a:lnTo>
                  <a:pt x="543186" y="8940"/>
                </a:lnTo>
                <a:lnTo>
                  <a:pt x="542518" y="8573"/>
                </a:lnTo>
                <a:lnTo>
                  <a:pt x="541838" y="8220"/>
                </a:lnTo>
                <a:lnTo>
                  <a:pt x="541145" y="7880"/>
                </a:lnTo>
                <a:lnTo>
                  <a:pt x="540443" y="7554"/>
                </a:lnTo>
                <a:lnTo>
                  <a:pt x="539733" y="7241"/>
                </a:lnTo>
                <a:lnTo>
                  <a:pt x="539016" y="6942"/>
                </a:lnTo>
                <a:lnTo>
                  <a:pt x="538292" y="6658"/>
                </a:lnTo>
                <a:lnTo>
                  <a:pt x="537560" y="6387"/>
                </a:lnTo>
                <a:lnTo>
                  <a:pt x="536820" y="6130"/>
                </a:lnTo>
                <a:lnTo>
                  <a:pt x="536073" y="5887"/>
                </a:lnTo>
                <a:lnTo>
                  <a:pt x="535319" y="5658"/>
                </a:lnTo>
                <a:lnTo>
                  <a:pt x="534557" y="5442"/>
                </a:lnTo>
                <a:lnTo>
                  <a:pt x="533788" y="5241"/>
                </a:lnTo>
                <a:lnTo>
                  <a:pt x="533011" y="5053"/>
                </a:lnTo>
                <a:lnTo>
                  <a:pt x="532227" y="4880"/>
                </a:lnTo>
                <a:lnTo>
                  <a:pt x="531435" y="4720"/>
                </a:lnTo>
                <a:lnTo>
                  <a:pt x="530636" y="4574"/>
                </a:lnTo>
                <a:lnTo>
                  <a:pt x="529829" y="4442"/>
                </a:lnTo>
                <a:lnTo>
                  <a:pt x="529015" y="4324"/>
                </a:lnTo>
                <a:lnTo>
                  <a:pt x="528193" y="4220"/>
                </a:lnTo>
                <a:lnTo>
                  <a:pt x="527365" y="4130"/>
                </a:lnTo>
                <a:lnTo>
                  <a:pt x="526528" y="4053"/>
                </a:lnTo>
                <a:lnTo>
                  <a:pt x="525684" y="3991"/>
                </a:lnTo>
                <a:lnTo>
                  <a:pt x="524833" y="3942"/>
                </a:lnTo>
                <a:lnTo>
                  <a:pt x="523974" y="3907"/>
                </a:lnTo>
                <a:lnTo>
                  <a:pt x="523108" y="3886"/>
                </a:lnTo>
                <a:lnTo>
                  <a:pt x="522234" y="3879"/>
                </a:lnTo>
                <a:lnTo>
                  <a:pt x="481294" y="3879"/>
                </a:lnTo>
                <a:lnTo>
                  <a:pt x="481294" y="117396"/>
                </a:lnTo>
                <a:lnTo>
                  <a:pt x="496457" y="117396"/>
                </a:lnTo>
                <a:lnTo>
                  <a:pt x="496457" y="72529"/>
                </a:lnTo>
                <a:lnTo>
                  <a:pt x="522234" y="72529"/>
                </a:lnTo>
                <a:lnTo>
                  <a:pt x="523108" y="72522"/>
                </a:lnTo>
                <a:lnTo>
                  <a:pt x="523974" y="72502"/>
                </a:lnTo>
                <a:close/>
                <a:moveTo>
                  <a:pt x="523544" y="16447"/>
                </a:moveTo>
                <a:lnTo>
                  <a:pt x="524347" y="16513"/>
                </a:lnTo>
                <a:lnTo>
                  <a:pt x="525137" y="16599"/>
                </a:lnTo>
                <a:lnTo>
                  <a:pt x="525914" y="16703"/>
                </a:lnTo>
                <a:lnTo>
                  <a:pt x="526678" y="16827"/>
                </a:lnTo>
                <a:lnTo>
                  <a:pt x="527429" y="16969"/>
                </a:lnTo>
                <a:lnTo>
                  <a:pt x="528166" y="17131"/>
                </a:lnTo>
                <a:lnTo>
                  <a:pt x="528890" y="17311"/>
                </a:lnTo>
                <a:lnTo>
                  <a:pt x="529602" y="17511"/>
                </a:lnTo>
                <a:lnTo>
                  <a:pt x="530300" y="17729"/>
                </a:lnTo>
                <a:lnTo>
                  <a:pt x="530985" y="17967"/>
                </a:lnTo>
                <a:lnTo>
                  <a:pt x="531656" y="18223"/>
                </a:lnTo>
                <a:lnTo>
                  <a:pt x="532315" y="18498"/>
                </a:lnTo>
                <a:lnTo>
                  <a:pt x="532960" y="18793"/>
                </a:lnTo>
                <a:lnTo>
                  <a:pt x="533592" y="19106"/>
                </a:lnTo>
                <a:lnTo>
                  <a:pt x="534211" y="19439"/>
                </a:lnTo>
                <a:lnTo>
                  <a:pt x="534817" y="19790"/>
                </a:lnTo>
                <a:lnTo>
                  <a:pt x="535410" y="20161"/>
                </a:lnTo>
                <a:lnTo>
                  <a:pt x="535990" y="20550"/>
                </a:lnTo>
                <a:lnTo>
                  <a:pt x="536556" y="20959"/>
                </a:lnTo>
                <a:lnTo>
                  <a:pt x="537109" y="21386"/>
                </a:lnTo>
                <a:lnTo>
                  <a:pt x="537649" y="21833"/>
                </a:lnTo>
                <a:lnTo>
                  <a:pt x="538172" y="22299"/>
                </a:lnTo>
                <a:lnTo>
                  <a:pt x="538672" y="22786"/>
                </a:lnTo>
                <a:lnTo>
                  <a:pt x="539150" y="23294"/>
                </a:lnTo>
                <a:lnTo>
                  <a:pt x="539606" y="23822"/>
                </a:lnTo>
                <a:lnTo>
                  <a:pt x="540039" y="24372"/>
                </a:lnTo>
                <a:lnTo>
                  <a:pt x="540450" y="24942"/>
                </a:lnTo>
                <a:lnTo>
                  <a:pt x="540839" y="25533"/>
                </a:lnTo>
                <a:lnTo>
                  <a:pt x="541206" y="26144"/>
                </a:lnTo>
                <a:lnTo>
                  <a:pt x="541551" y="26777"/>
                </a:lnTo>
                <a:lnTo>
                  <a:pt x="541873" y="27430"/>
                </a:lnTo>
                <a:lnTo>
                  <a:pt x="542173" y="28104"/>
                </a:lnTo>
                <a:lnTo>
                  <a:pt x="542451" y="28798"/>
                </a:lnTo>
                <a:lnTo>
                  <a:pt x="542707" y="29514"/>
                </a:lnTo>
                <a:lnTo>
                  <a:pt x="542940" y="30250"/>
                </a:lnTo>
                <a:lnTo>
                  <a:pt x="543151" y="31007"/>
                </a:lnTo>
                <a:lnTo>
                  <a:pt x="543340" y="31784"/>
                </a:lnTo>
                <a:lnTo>
                  <a:pt x="543507" y="32583"/>
                </a:lnTo>
                <a:lnTo>
                  <a:pt x="543651" y="33402"/>
                </a:lnTo>
                <a:lnTo>
                  <a:pt x="543774" y="34242"/>
                </a:lnTo>
                <a:lnTo>
                  <a:pt x="543874" y="35102"/>
                </a:lnTo>
                <a:lnTo>
                  <a:pt x="543951" y="35984"/>
                </a:lnTo>
                <a:lnTo>
                  <a:pt x="544007" y="36886"/>
                </a:lnTo>
                <a:lnTo>
                  <a:pt x="544040" y="37809"/>
                </a:lnTo>
                <a:lnTo>
                  <a:pt x="544051" y="38752"/>
                </a:lnTo>
                <a:lnTo>
                  <a:pt x="544040" y="39634"/>
                </a:lnTo>
                <a:lnTo>
                  <a:pt x="544007" y="40496"/>
                </a:lnTo>
                <a:lnTo>
                  <a:pt x="543951" y="41340"/>
                </a:lnTo>
                <a:lnTo>
                  <a:pt x="543874" y="42165"/>
                </a:lnTo>
                <a:lnTo>
                  <a:pt x="543774" y="42971"/>
                </a:lnTo>
                <a:lnTo>
                  <a:pt x="543651" y="43758"/>
                </a:lnTo>
                <a:lnTo>
                  <a:pt x="543507" y="44526"/>
                </a:lnTo>
                <a:lnTo>
                  <a:pt x="543340" y="45276"/>
                </a:lnTo>
                <a:lnTo>
                  <a:pt x="543151" y="46006"/>
                </a:lnTo>
                <a:lnTo>
                  <a:pt x="542940" y="46718"/>
                </a:lnTo>
                <a:lnTo>
                  <a:pt x="542707" y="47411"/>
                </a:lnTo>
                <a:lnTo>
                  <a:pt x="542451" y="48085"/>
                </a:lnTo>
                <a:lnTo>
                  <a:pt x="542173" y="48740"/>
                </a:lnTo>
                <a:lnTo>
                  <a:pt x="541873" y="49376"/>
                </a:lnTo>
                <a:lnTo>
                  <a:pt x="541551" y="49994"/>
                </a:lnTo>
                <a:lnTo>
                  <a:pt x="541206" y="50592"/>
                </a:lnTo>
                <a:lnTo>
                  <a:pt x="540839" y="51172"/>
                </a:lnTo>
                <a:lnTo>
                  <a:pt x="540450" y="51733"/>
                </a:lnTo>
                <a:lnTo>
                  <a:pt x="540039" y="52275"/>
                </a:lnTo>
                <a:lnTo>
                  <a:pt x="539606" y="52798"/>
                </a:lnTo>
                <a:lnTo>
                  <a:pt x="539150" y="53303"/>
                </a:lnTo>
                <a:lnTo>
                  <a:pt x="538672" y="53788"/>
                </a:lnTo>
                <a:lnTo>
                  <a:pt x="538172" y="54255"/>
                </a:lnTo>
                <a:lnTo>
                  <a:pt x="537649" y="54703"/>
                </a:lnTo>
                <a:lnTo>
                  <a:pt x="537109" y="55132"/>
                </a:lnTo>
                <a:lnTo>
                  <a:pt x="536556" y="55543"/>
                </a:lnTo>
                <a:lnTo>
                  <a:pt x="535990" y="55935"/>
                </a:lnTo>
                <a:lnTo>
                  <a:pt x="535410" y="56310"/>
                </a:lnTo>
                <a:lnTo>
                  <a:pt x="534817" y="56666"/>
                </a:lnTo>
                <a:lnTo>
                  <a:pt x="534211" y="57004"/>
                </a:lnTo>
                <a:lnTo>
                  <a:pt x="533592" y="57324"/>
                </a:lnTo>
                <a:lnTo>
                  <a:pt x="532960" y="57625"/>
                </a:lnTo>
                <a:lnTo>
                  <a:pt x="532315" y="57908"/>
                </a:lnTo>
                <a:lnTo>
                  <a:pt x="531656" y="58173"/>
                </a:lnTo>
                <a:lnTo>
                  <a:pt x="530985" y="58420"/>
                </a:lnTo>
                <a:lnTo>
                  <a:pt x="530300" y="58648"/>
                </a:lnTo>
                <a:lnTo>
                  <a:pt x="529602" y="58858"/>
                </a:lnTo>
                <a:lnTo>
                  <a:pt x="528890" y="59050"/>
                </a:lnTo>
                <a:lnTo>
                  <a:pt x="528166" y="59223"/>
                </a:lnTo>
                <a:lnTo>
                  <a:pt x="527429" y="59379"/>
                </a:lnTo>
                <a:lnTo>
                  <a:pt x="526678" y="59516"/>
                </a:lnTo>
                <a:lnTo>
                  <a:pt x="525914" y="59634"/>
                </a:lnTo>
                <a:lnTo>
                  <a:pt x="525137" y="59735"/>
                </a:lnTo>
                <a:lnTo>
                  <a:pt x="524347" y="59817"/>
                </a:lnTo>
                <a:lnTo>
                  <a:pt x="523544" y="59881"/>
                </a:lnTo>
                <a:lnTo>
                  <a:pt x="522727" y="59926"/>
                </a:lnTo>
                <a:lnTo>
                  <a:pt x="521897" y="59954"/>
                </a:lnTo>
                <a:lnTo>
                  <a:pt x="521055" y="59963"/>
                </a:lnTo>
                <a:lnTo>
                  <a:pt x="496457" y="59963"/>
                </a:lnTo>
                <a:lnTo>
                  <a:pt x="496457" y="16361"/>
                </a:lnTo>
                <a:lnTo>
                  <a:pt x="521055" y="16361"/>
                </a:lnTo>
                <a:lnTo>
                  <a:pt x="521897" y="16371"/>
                </a:lnTo>
                <a:lnTo>
                  <a:pt x="522727" y="16399"/>
                </a:lnTo>
                <a:lnTo>
                  <a:pt x="523544" y="16447"/>
                </a:lnTo>
                <a:close/>
                <a:moveTo>
                  <a:pt x="57968" y="118708"/>
                </a:moveTo>
                <a:lnTo>
                  <a:pt x="59313" y="118592"/>
                </a:lnTo>
                <a:lnTo>
                  <a:pt x="60638" y="118450"/>
                </a:lnTo>
                <a:lnTo>
                  <a:pt x="61944" y="118283"/>
                </a:lnTo>
                <a:lnTo>
                  <a:pt x="63230" y="118089"/>
                </a:lnTo>
                <a:lnTo>
                  <a:pt x="64496" y="117870"/>
                </a:lnTo>
                <a:lnTo>
                  <a:pt x="65744" y="117626"/>
                </a:lnTo>
                <a:lnTo>
                  <a:pt x="66971" y="117355"/>
                </a:lnTo>
                <a:lnTo>
                  <a:pt x="68180" y="117059"/>
                </a:lnTo>
                <a:lnTo>
                  <a:pt x="69369" y="116736"/>
                </a:lnTo>
                <a:lnTo>
                  <a:pt x="70538" y="116389"/>
                </a:lnTo>
                <a:lnTo>
                  <a:pt x="71688" y="116015"/>
                </a:lnTo>
                <a:lnTo>
                  <a:pt x="72819" y="115616"/>
                </a:lnTo>
                <a:lnTo>
                  <a:pt x="73930" y="115190"/>
                </a:lnTo>
                <a:lnTo>
                  <a:pt x="75022" y="114739"/>
                </a:lnTo>
                <a:lnTo>
                  <a:pt x="76094" y="114263"/>
                </a:lnTo>
                <a:lnTo>
                  <a:pt x="77146" y="113760"/>
                </a:lnTo>
                <a:lnTo>
                  <a:pt x="78180" y="113232"/>
                </a:lnTo>
                <a:lnTo>
                  <a:pt x="79194" y="112678"/>
                </a:lnTo>
                <a:lnTo>
                  <a:pt x="80188" y="112098"/>
                </a:lnTo>
                <a:lnTo>
                  <a:pt x="81163" y="111492"/>
                </a:lnTo>
                <a:lnTo>
                  <a:pt x="82118" y="110864"/>
                </a:lnTo>
                <a:lnTo>
                  <a:pt x="83054" y="110216"/>
                </a:lnTo>
                <a:lnTo>
                  <a:pt x="83970" y="109549"/>
                </a:lnTo>
                <a:lnTo>
                  <a:pt x="84866" y="108862"/>
                </a:lnTo>
                <a:lnTo>
                  <a:pt x="85742" y="108155"/>
                </a:lnTo>
                <a:lnTo>
                  <a:pt x="86599" y="107428"/>
                </a:lnTo>
                <a:lnTo>
                  <a:pt x="87436" y="106682"/>
                </a:lnTo>
                <a:lnTo>
                  <a:pt x="88253" y="105917"/>
                </a:lnTo>
                <a:lnTo>
                  <a:pt x="89050" y="105132"/>
                </a:lnTo>
                <a:lnTo>
                  <a:pt x="89828" y="104327"/>
                </a:lnTo>
                <a:lnTo>
                  <a:pt x="90586" y="103502"/>
                </a:lnTo>
                <a:lnTo>
                  <a:pt x="91324" y="102658"/>
                </a:lnTo>
                <a:lnTo>
                  <a:pt x="92043" y="101794"/>
                </a:lnTo>
                <a:lnTo>
                  <a:pt x="92741" y="100911"/>
                </a:lnTo>
                <a:lnTo>
                  <a:pt x="93420" y="100008"/>
                </a:lnTo>
                <a:lnTo>
                  <a:pt x="94079" y="99086"/>
                </a:lnTo>
                <a:lnTo>
                  <a:pt x="94719" y="98143"/>
                </a:lnTo>
                <a:lnTo>
                  <a:pt x="95339" y="97182"/>
                </a:lnTo>
                <a:lnTo>
                  <a:pt x="95939" y="96200"/>
                </a:lnTo>
                <a:lnTo>
                  <a:pt x="96519" y="95199"/>
                </a:lnTo>
                <a:lnTo>
                  <a:pt x="97079" y="94178"/>
                </a:lnTo>
                <a:lnTo>
                  <a:pt x="97620" y="93138"/>
                </a:lnTo>
                <a:lnTo>
                  <a:pt x="98141" y="92078"/>
                </a:lnTo>
                <a:lnTo>
                  <a:pt x="98642" y="90999"/>
                </a:lnTo>
                <a:lnTo>
                  <a:pt x="99123" y="89902"/>
                </a:lnTo>
                <a:lnTo>
                  <a:pt x="99584" y="88791"/>
                </a:lnTo>
                <a:lnTo>
                  <a:pt x="100024" y="87666"/>
                </a:lnTo>
                <a:lnTo>
                  <a:pt x="100444" y="86527"/>
                </a:lnTo>
                <a:lnTo>
                  <a:pt x="100843" y="85373"/>
                </a:lnTo>
                <a:lnTo>
                  <a:pt x="101222" y="84204"/>
                </a:lnTo>
                <a:lnTo>
                  <a:pt x="101580" y="83022"/>
                </a:lnTo>
                <a:lnTo>
                  <a:pt x="101918" y="81825"/>
                </a:lnTo>
                <a:lnTo>
                  <a:pt x="102236" y="80614"/>
                </a:lnTo>
                <a:lnTo>
                  <a:pt x="102532" y="79388"/>
                </a:lnTo>
                <a:lnTo>
                  <a:pt x="102809" y="78148"/>
                </a:lnTo>
                <a:lnTo>
                  <a:pt x="103065" y="76893"/>
                </a:lnTo>
                <a:lnTo>
                  <a:pt x="103300" y="75625"/>
                </a:lnTo>
                <a:lnTo>
                  <a:pt x="103515" y="74342"/>
                </a:lnTo>
                <a:lnTo>
                  <a:pt x="103710" y="73044"/>
                </a:lnTo>
                <a:lnTo>
                  <a:pt x="103884" y="71733"/>
                </a:lnTo>
                <a:lnTo>
                  <a:pt x="104037" y="70406"/>
                </a:lnTo>
                <a:lnTo>
                  <a:pt x="104170" y="69066"/>
                </a:lnTo>
                <a:lnTo>
                  <a:pt x="104283" y="67711"/>
                </a:lnTo>
                <a:lnTo>
                  <a:pt x="104375" y="66342"/>
                </a:lnTo>
                <a:lnTo>
                  <a:pt x="104447" y="64959"/>
                </a:lnTo>
                <a:lnTo>
                  <a:pt x="104498" y="63561"/>
                </a:lnTo>
                <a:lnTo>
                  <a:pt x="104529" y="62149"/>
                </a:lnTo>
                <a:lnTo>
                  <a:pt x="104539" y="60722"/>
                </a:lnTo>
                <a:lnTo>
                  <a:pt x="104529" y="59295"/>
                </a:lnTo>
                <a:lnTo>
                  <a:pt x="104498" y="57883"/>
                </a:lnTo>
                <a:lnTo>
                  <a:pt x="104447" y="56484"/>
                </a:lnTo>
                <a:lnTo>
                  <a:pt x="104375" y="55100"/>
                </a:lnTo>
                <a:lnTo>
                  <a:pt x="104283" y="53729"/>
                </a:lnTo>
                <a:lnTo>
                  <a:pt x="104170" y="52373"/>
                </a:lnTo>
                <a:lnTo>
                  <a:pt x="104037" y="51030"/>
                </a:lnTo>
                <a:lnTo>
                  <a:pt x="103884" y="49702"/>
                </a:lnTo>
                <a:lnTo>
                  <a:pt x="103710" y="48388"/>
                </a:lnTo>
                <a:lnTo>
                  <a:pt x="103515" y="47088"/>
                </a:lnTo>
                <a:lnTo>
                  <a:pt x="103300" y="45802"/>
                </a:lnTo>
                <a:lnTo>
                  <a:pt x="103065" y="44529"/>
                </a:lnTo>
                <a:lnTo>
                  <a:pt x="102809" y="43271"/>
                </a:lnTo>
                <a:lnTo>
                  <a:pt x="102532" y="42028"/>
                </a:lnTo>
                <a:lnTo>
                  <a:pt x="102236" y="40798"/>
                </a:lnTo>
                <a:lnTo>
                  <a:pt x="101918" y="39582"/>
                </a:lnTo>
                <a:lnTo>
                  <a:pt x="101580" y="38380"/>
                </a:lnTo>
                <a:lnTo>
                  <a:pt x="101222" y="37192"/>
                </a:lnTo>
                <a:lnTo>
                  <a:pt x="100843" y="36019"/>
                </a:lnTo>
                <a:lnTo>
                  <a:pt x="100444" y="34859"/>
                </a:lnTo>
                <a:lnTo>
                  <a:pt x="100024" y="33713"/>
                </a:lnTo>
                <a:lnTo>
                  <a:pt x="99584" y="32582"/>
                </a:lnTo>
                <a:lnTo>
                  <a:pt x="99123" y="31464"/>
                </a:lnTo>
                <a:lnTo>
                  <a:pt x="98642" y="30361"/>
                </a:lnTo>
                <a:lnTo>
                  <a:pt x="98141" y="29275"/>
                </a:lnTo>
                <a:lnTo>
                  <a:pt x="97620" y="28208"/>
                </a:lnTo>
                <a:lnTo>
                  <a:pt x="97079" y="27162"/>
                </a:lnTo>
                <a:lnTo>
                  <a:pt x="96519" y="26135"/>
                </a:lnTo>
                <a:lnTo>
                  <a:pt x="95939" y="25128"/>
                </a:lnTo>
                <a:lnTo>
                  <a:pt x="95339" y="24141"/>
                </a:lnTo>
                <a:lnTo>
                  <a:pt x="94719" y="23174"/>
                </a:lnTo>
                <a:lnTo>
                  <a:pt x="94079" y="22227"/>
                </a:lnTo>
                <a:lnTo>
                  <a:pt x="93420" y="21300"/>
                </a:lnTo>
                <a:lnTo>
                  <a:pt x="92741" y="20393"/>
                </a:lnTo>
                <a:lnTo>
                  <a:pt x="92043" y="19506"/>
                </a:lnTo>
                <a:lnTo>
                  <a:pt x="91324" y="18638"/>
                </a:lnTo>
                <a:lnTo>
                  <a:pt x="90586" y="17791"/>
                </a:lnTo>
                <a:lnTo>
                  <a:pt x="89828" y="16963"/>
                </a:lnTo>
                <a:lnTo>
                  <a:pt x="89050" y="16156"/>
                </a:lnTo>
                <a:lnTo>
                  <a:pt x="88253" y="15368"/>
                </a:lnTo>
                <a:lnTo>
                  <a:pt x="87436" y="14600"/>
                </a:lnTo>
                <a:lnTo>
                  <a:pt x="86599" y="13852"/>
                </a:lnTo>
                <a:lnTo>
                  <a:pt x="85742" y="13124"/>
                </a:lnTo>
                <a:lnTo>
                  <a:pt x="84866" y="12416"/>
                </a:lnTo>
                <a:lnTo>
                  <a:pt x="83970" y="11728"/>
                </a:lnTo>
                <a:lnTo>
                  <a:pt x="83054" y="11060"/>
                </a:lnTo>
                <a:lnTo>
                  <a:pt x="82118" y="10411"/>
                </a:lnTo>
                <a:lnTo>
                  <a:pt x="81163" y="9783"/>
                </a:lnTo>
                <a:lnTo>
                  <a:pt x="80188" y="9177"/>
                </a:lnTo>
                <a:lnTo>
                  <a:pt x="79194" y="8598"/>
                </a:lnTo>
                <a:lnTo>
                  <a:pt x="78180" y="8044"/>
                </a:lnTo>
                <a:lnTo>
                  <a:pt x="77146" y="7515"/>
                </a:lnTo>
                <a:lnTo>
                  <a:pt x="76094" y="7013"/>
                </a:lnTo>
                <a:lnTo>
                  <a:pt x="75022" y="6536"/>
                </a:lnTo>
                <a:lnTo>
                  <a:pt x="73930" y="6085"/>
                </a:lnTo>
                <a:lnTo>
                  <a:pt x="72819" y="5660"/>
                </a:lnTo>
                <a:lnTo>
                  <a:pt x="71688" y="5260"/>
                </a:lnTo>
                <a:lnTo>
                  <a:pt x="70538" y="4887"/>
                </a:lnTo>
                <a:lnTo>
                  <a:pt x="69369" y="4539"/>
                </a:lnTo>
                <a:lnTo>
                  <a:pt x="68180" y="4217"/>
                </a:lnTo>
                <a:lnTo>
                  <a:pt x="66971" y="3920"/>
                </a:lnTo>
                <a:lnTo>
                  <a:pt x="65744" y="3650"/>
                </a:lnTo>
                <a:lnTo>
                  <a:pt x="64496" y="3405"/>
                </a:lnTo>
                <a:lnTo>
                  <a:pt x="63230" y="3186"/>
                </a:lnTo>
                <a:lnTo>
                  <a:pt x="61944" y="2993"/>
                </a:lnTo>
                <a:lnTo>
                  <a:pt x="60638" y="2825"/>
                </a:lnTo>
                <a:lnTo>
                  <a:pt x="59313" y="2684"/>
                </a:lnTo>
                <a:lnTo>
                  <a:pt x="57968" y="2568"/>
                </a:lnTo>
                <a:lnTo>
                  <a:pt x="56604" y="2477"/>
                </a:lnTo>
                <a:lnTo>
                  <a:pt x="55221" y="2413"/>
                </a:lnTo>
                <a:lnTo>
                  <a:pt x="53818" y="2374"/>
                </a:lnTo>
                <a:lnTo>
                  <a:pt x="52396" y="2361"/>
                </a:lnTo>
                <a:lnTo>
                  <a:pt x="50960" y="2374"/>
                </a:lnTo>
                <a:lnTo>
                  <a:pt x="49543" y="2413"/>
                </a:lnTo>
                <a:lnTo>
                  <a:pt x="48147" y="2477"/>
                </a:lnTo>
                <a:lnTo>
                  <a:pt x="46771" y="2568"/>
                </a:lnTo>
                <a:lnTo>
                  <a:pt x="45414" y="2684"/>
                </a:lnTo>
                <a:lnTo>
                  <a:pt x="44077" y="2825"/>
                </a:lnTo>
                <a:lnTo>
                  <a:pt x="42761" y="2993"/>
                </a:lnTo>
                <a:lnTo>
                  <a:pt x="41464" y="3186"/>
                </a:lnTo>
                <a:lnTo>
                  <a:pt x="40187" y="3405"/>
                </a:lnTo>
                <a:lnTo>
                  <a:pt x="38929" y="3650"/>
                </a:lnTo>
                <a:lnTo>
                  <a:pt x="37692" y="3920"/>
                </a:lnTo>
                <a:lnTo>
                  <a:pt x="36475" y="4217"/>
                </a:lnTo>
                <a:lnTo>
                  <a:pt x="35277" y="4539"/>
                </a:lnTo>
                <a:lnTo>
                  <a:pt x="34100" y="4887"/>
                </a:lnTo>
                <a:lnTo>
                  <a:pt x="32942" y="5260"/>
                </a:lnTo>
                <a:lnTo>
                  <a:pt x="31804" y="5660"/>
                </a:lnTo>
                <a:lnTo>
                  <a:pt x="30686" y="6085"/>
                </a:lnTo>
                <a:lnTo>
                  <a:pt x="29588" y="6536"/>
                </a:lnTo>
                <a:lnTo>
                  <a:pt x="28510" y="7013"/>
                </a:lnTo>
                <a:lnTo>
                  <a:pt x="27452" y="7515"/>
                </a:lnTo>
                <a:lnTo>
                  <a:pt x="26414" y="8044"/>
                </a:lnTo>
                <a:lnTo>
                  <a:pt x="25395" y="8598"/>
                </a:lnTo>
                <a:lnTo>
                  <a:pt x="24397" y="9177"/>
                </a:lnTo>
                <a:lnTo>
                  <a:pt x="23418" y="9783"/>
                </a:lnTo>
                <a:lnTo>
                  <a:pt x="22459" y="10411"/>
                </a:lnTo>
                <a:lnTo>
                  <a:pt x="21520" y="11060"/>
                </a:lnTo>
                <a:lnTo>
                  <a:pt x="20601" y="11728"/>
                </a:lnTo>
                <a:lnTo>
                  <a:pt x="19702" y="12416"/>
                </a:lnTo>
                <a:lnTo>
                  <a:pt x="18823" y="13124"/>
                </a:lnTo>
                <a:lnTo>
                  <a:pt x="17964" y="13852"/>
                </a:lnTo>
                <a:lnTo>
                  <a:pt x="17124" y="14600"/>
                </a:lnTo>
                <a:lnTo>
                  <a:pt x="16305" y="15368"/>
                </a:lnTo>
                <a:lnTo>
                  <a:pt x="15505" y="16156"/>
                </a:lnTo>
                <a:lnTo>
                  <a:pt x="14725" y="16963"/>
                </a:lnTo>
                <a:lnTo>
                  <a:pt x="13965" y="17791"/>
                </a:lnTo>
                <a:lnTo>
                  <a:pt x="13225" y="18638"/>
                </a:lnTo>
                <a:lnTo>
                  <a:pt x="12505" y="19506"/>
                </a:lnTo>
                <a:lnTo>
                  <a:pt x="11805" y="20393"/>
                </a:lnTo>
                <a:lnTo>
                  <a:pt x="11125" y="21300"/>
                </a:lnTo>
                <a:lnTo>
                  <a:pt x="10464" y="22227"/>
                </a:lnTo>
                <a:lnTo>
                  <a:pt x="9824" y="23174"/>
                </a:lnTo>
                <a:lnTo>
                  <a:pt x="9203" y="24141"/>
                </a:lnTo>
                <a:lnTo>
                  <a:pt x="8602" y="25128"/>
                </a:lnTo>
                <a:lnTo>
                  <a:pt x="8021" y="26135"/>
                </a:lnTo>
                <a:lnTo>
                  <a:pt x="7460" y="27162"/>
                </a:lnTo>
                <a:lnTo>
                  <a:pt x="6919" y="28208"/>
                </a:lnTo>
                <a:lnTo>
                  <a:pt x="6398" y="29275"/>
                </a:lnTo>
                <a:lnTo>
                  <a:pt x="5897" y="30361"/>
                </a:lnTo>
                <a:lnTo>
                  <a:pt x="5415" y="31464"/>
                </a:lnTo>
                <a:lnTo>
                  <a:pt x="4955" y="32582"/>
                </a:lnTo>
                <a:lnTo>
                  <a:pt x="4515" y="33713"/>
                </a:lnTo>
                <a:lnTo>
                  <a:pt x="4095" y="34859"/>
                </a:lnTo>
                <a:lnTo>
                  <a:pt x="3696" y="36019"/>
                </a:lnTo>
                <a:lnTo>
                  <a:pt x="3317" y="37192"/>
                </a:lnTo>
                <a:lnTo>
                  <a:pt x="2959" y="38380"/>
                </a:lnTo>
                <a:lnTo>
                  <a:pt x="2621" y="39582"/>
                </a:lnTo>
                <a:lnTo>
                  <a:pt x="2303" y="40798"/>
                </a:lnTo>
                <a:lnTo>
                  <a:pt x="2006" y="42028"/>
                </a:lnTo>
                <a:lnTo>
                  <a:pt x="1730" y="43271"/>
                </a:lnTo>
                <a:lnTo>
                  <a:pt x="1474" y="44529"/>
                </a:lnTo>
                <a:lnTo>
                  <a:pt x="1239" y="45802"/>
                </a:lnTo>
                <a:lnTo>
                  <a:pt x="1024" y="47088"/>
                </a:lnTo>
                <a:lnTo>
                  <a:pt x="829" y="48388"/>
                </a:lnTo>
                <a:lnTo>
                  <a:pt x="655" y="49702"/>
                </a:lnTo>
                <a:lnTo>
                  <a:pt x="502" y="51030"/>
                </a:lnTo>
                <a:lnTo>
                  <a:pt x="369" y="52373"/>
                </a:lnTo>
                <a:lnTo>
                  <a:pt x="256" y="53729"/>
                </a:lnTo>
                <a:lnTo>
                  <a:pt x="164" y="55100"/>
                </a:lnTo>
                <a:lnTo>
                  <a:pt x="92" y="56484"/>
                </a:lnTo>
                <a:lnTo>
                  <a:pt x="41" y="57883"/>
                </a:lnTo>
                <a:lnTo>
                  <a:pt x="10" y="59295"/>
                </a:lnTo>
                <a:lnTo>
                  <a:pt x="0" y="60722"/>
                </a:lnTo>
                <a:lnTo>
                  <a:pt x="10" y="62149"/>
                </a:lnTo>
                <a:lnTo>
                  <a:pt x="41" y="63561"/>
                </a:lnTo>
                <a:lnTo>
                  <a:pt x="92" y="64959"/>
                </a:lnTo>
                <a:lnTo>
                  <a:pt x="164" y="66342"/>
                </a:lnTo>
                <a:lnTo>
                  <a:pt x="256" y="67711"/>
                </a:lnTo>
                <a:lnTo>
                  <a:pt x="369" y="69066"/>
                </a:lnTo>
                <a:lnTo>
                  <a:pt x="502" y="70406"/>
                </a:lnTo>
                <a:lnTo>
                  <a:pt x="655" y="71733"/>
                </a:lnTo>
                <a:lnTo>
                  <a:pt x="829" y="73044"/>
                </a:lnTo>
                <a:lnTo>
                  <a:pt x="1024" y="74342"/>
                </a:lnTo>
                <a:lnTo>
                  <a:pt x="1239" y="75625"/>
                </a:lnTo>
                <a:lnTo>
                  <a:pt x="1474" y="76893"/>
                </a:lnTo>
                <a:lnTo>
                  <a:pt x="1730" y="78148"/>
                </a:lnTo>
                <a:lnTo>
                  <a:pt x="2006" y="79388"/>
                </a:lnTo>
                <a:lnTo>
                  <a:pt x="2303" y="80614"/>
                </a:lnTo>
                <a:lnTo>
                  <a:pt x="2621" y="81825"/>
                </a:lnTo>
                <a:lnTo>
                  <a:pt x="2959" y="83022"/>
                </a:lnTo>
                <a:lnTo>
                  <a:pt x="3317" y="84204"/>
                </a:lnTo>
                <a:lnTo>
                  <a:pt x="3696" y="85373"/>
                </a:lnTo>
                <a:lnTo>
                  <a:pt x="4095" y="86527"/>
                </a:lnTo>
                <a:lnTo>
                  <a:pt x="4515" y="87666"/>
                </a:lnTo>
                <a:lnTo>
                  <a:pt x="4955" y="88791"/>
                </a:lnTo>
                <a:lnTo>
                  <a:pt x="5415" y="89902"/>
                </a:lnTo>
                <a:lnTo>
                  <a:pt x="5897" y="90999"/>
                </a:lnTo>
                <a:lnTo>
                  <a:pt x="6398" y="92078"/>
                </a:lnTo>
                <a:lnTo>
                  <a:pt x="6919" y="93138"/>
                </a:lnTo>
                <a:lnTo>
                  <a:pt x="7460" y="94178"/>
                </a:lnTo>
                <a:lnTo>
                  <a:pt x="8021" y="95199"/>
                </a:lnTo>
                <a:lnTo>
                  <a:pt x="8602" y="96200"/>
                </a:lnTo>
                <a:lnTo>
                  <a:pt x="9203" y="97182"/>
                </a:lnTo>
                <a:lnTo>
                  <a:pt x="9824" y="98143"/>
                </a:lnTo>
                <a:lnTo>
                  <a:pt x="10464" y="99086"/>
                </a:lnTo>
                <a:lnTo>
                  <a:pt x="11125" y="100008"/>
                </a:lnTo>
                <a:lnTo>
                  <a:pt x="11805" y="100911"/>
                </a:lnTo>
                <a:lnTo>
                  <a:pt x="12505" y="101794"/>
                </a:lnTo>
                <a:lnTo>
                  <a:pt x="13225" y="102658"/>
                </a:lnTo>
                <a:lnTo>
                  <a:pt x="13965" y="103502"/>
                </a:lnTo>
                <a:lnTo>
                  <a:pt x="14725" y="104327"/>
                </a:lnTo>
                <a:lnTo>
                  <a:pt x="15505" y="105132"/>
                </a:lnTo>
                <a:lnTo>
                  <a:pt x="16305" y="105917"/>
                </a:lnTo>
                <a:lnTo>
                  <a:pt x="17124" y="106682"/>
                </a:lnTo>
                <a:lnTo>
                  <a:pt x="17964" y="107428"/>
                </a:lnTo>
                <a:lnTo>
                  <a:pt x="18823" y="108155"/>
                </a:lnTo>
                <a:lnTo>
                  <a:pt x="19702" y="108862"/>
                </a:lnTo>
                <a:lnTo>
                  <a:pt x="20601" y="109549"/>
                </a:lnTo>
                <a:lnTo>
                  <a:pt x="21520" y="110216"/>
                </a:lnTo>
                <a:lnTo>
                  <a:pt x="22459" y="110864"/>
                </a:lnTo>
                <a:lnTo>
                  <a:pt x="23418" y="111492"/>
                </a:lnTo>
                <a:lnTo>
                  <a:pt x="24397" y="112098"/>
                </a:lnTo>
                <a:lnTo>
                  <a:pt x="25395" y="112678"/>
                </a:lnTo>
                <a:lnTo>
                  <a:pt x="26414" y="113232"/>
                </a:lnTo>
                <a:lnTo>
                  <a:pt x="27452" y="113760"/>
                </a:lnTo>
                <a:lnTo>
                  <a:pt x="28510" y="114263"/>
                </a:lnTo>
                <a:lnTo>
                  <a:pt x="29588" y="114739"/>
                </a:lnTo>
                <a:lnTo>
                  <a:pt x="30686" y="115190"/>
                </a:lnTo>
                <a:lnTo>
                  <a:pt x="31804" y="115616"/>
                </a:lnTo>
                <a:lnTo>
                  <a:pt x="32942" y="116015"/>
                </a:lnTo>
                <a:lnTo>
                  <a:pt x="34100" y="116389"/>
                </a:lnTo>
                <a:lnTo>
                  <a:pt x="35277" y="116736"/>
                </a:lnTo>
                <a:lnTo>
                  <a:pt x="36475" y="117059"/>
                </a:lnTo>
                <a:lnTo>
                  <a:pt x="37692" y="117355"/>
                </a:lnTo>
                <a:lnTo>
                  <a:pt x="38929" y="117626"/>
                </a:lnTo>
                <a:lnTo>
                  <a:pt x="40187" y="117870"/>
                </a:lnTo>
                <a:lnTo>
                  <a:pt x="41464" y="118089"/>
                </a:lnTo>
                <a:lnTo>
                  <a:pt x="42761" y="118283"/>
                </a:lnTo>
                <a:lnTo>
                  <a:pt x="44077" y="118450"/>
                </a:lnTo>
                <a:lnTo>
                  <a:pt x="45414" y="118592"/>
                </a:lnTo>
                <a:lnTo>
                  <a:pt x="46771" y="118708"/>
                </a:lnTo>
                <a:lnTo>
                  <a:pt x="48147" y="118798"/>
                </a:lnTo>
                <a:lnTo>
                  <a:pt x="49543" y="118862"/>
                </a:lnTo>
                <a:lnTo>
                  <a:pt x="50960" y="118901"/>
                </a:lnTo>
                <a:lnTo>
                  <a:pt x="52396" y="118914"/>
                </a:lnTo>
                <a:lnTo>
                  <a:pt x="53818" y="118901"/>
                </a:lnTo>
                <a:lnTo>
                  <a:pt x="55221" y="118862"/>
                </a:lnTo>
                <a:lnTo>
                  <a:pt x="56604" y="118798"/>
                </a:lnTo>
                <a:lnTo>
                  <a:pt x="57968" y="118708"/>
                </a:lnTo>
                <a:close/>
                <a:moveTo>
                  <a:pt x="48097" y="106346"/>
                </a:moveTo>
                <a:lnTo>
                  <a:pt x="47087" y="106249"/>
                </a:lnTo>
                <a:lnTo>
                  <a:pt x="46094" y="106132"/>
                </a:lnTo>
                <a:lnTo>
                  <a:pt x="45118" y="105993"/>
                </a:lnTo>
                <a:lnTo>
                  <a:pt x="44159" y="105833"/>
                </a:lnTo>
                <a:lnTo>
                  <a:pt x="43218" y="105651"/>
                </a:lnTo>
                <a:lnTo>
                  <a:pt x="42294" y="105448"/>
                </a:lnTo>
                <a:lnTo>
                  <a:pt x="41387" y="105223"/>
                </a:lnTo>
                <a:lnTo>
                  <a:pt x="40497" y="104977"/>
                </a:lnTo>
                <a:lnTo>
                  <a:pt x="39625" y="104710"/>
                </a:lnTo>
                <a:lnTo>
                  <a:pt x="38770" y="104422"/>
                </a:lnTo>
                <a:lnTo>
                  <a:pt x="37932" y="104112"/>
                </a:lnTo>
                <a:lnTo>
                  <a:pt x="37111" y="103780"/>
                </a:lnTo>
                <a:lnTo>
                  <a:pt x="36308" y="103428"/>
                </a:lnTo>
                <a:lnTo>
                  <a:pt x="35522" y="103054"/>
                </a:lnTo>
                <a:lnTo>
                  <a:pt x="34753" y="102658"/>
                </a:lnTo>
                <a:lnTo>
                  <a:pt x="34002" y="102241"/>
                </a:lnTo>
                <a:lnTo>
                  <a:pt x="33267" y="101803"/>
                </a:lnTo>
                <a:lnTo>
                  <a:pt x="32550" y="101343"/>
                </a:lnTo>
                <a:lnTo>
                  <a:pt x="31850" y="100862"/>
                </a:lnTo>
                <a:lnTo>
                  <a:pt x="31168" y="100360"/>
                </a:lnTo>
                <a:lnTo>
                  <a:pt x="30502" y="99840"/>
                </a:lnTo>
                <a:lnTo>
                  <a:pt x="29850" y="99304"/>
                </a:lnTo>
                <a:lnTo>
                  <a:pt x="29214" y="98754"/>
                </a:lnTo>
                <a:lnTo>
                  <a:pt x="28593" y="98190"/>
                </a:lnTo>
                <a:lnTo>
                  <a:pt x="27987" y="97610"/>
                </a:lnTo>
                <a:lnTo>
                  <a:pt x="27396" y="97016"/>
                </a:lnTo>
                <a:lnTo>
                  <a:pt x="26820" y="96406"/>
                </a:lnTo>
                <a:lnTo>
                  <a:pt x="26259" y="95782"/>
                </a:lnTo>
                <a:lnTo>
                  <a:pt x="25713" y="95144"/>
                </a:lnTo>
                <a:lnTo>
                  <a:pt x="25182" y="94490"/>
                </a:lnTo>
                <a:lnTo>
                  <a:pt x="24666" y="93822"/>
                </a:lnTo>
                <a:lnTo>
                  <a:pt x="24166" y="93139"/>
                </a:lnTo>
                <a:lnTo>
                  <a:pt x="23680" y="92441"/>
                </a:lnTo>
                <a:lnTo>
                  <a:pt x="23210" y="91728"/>
                </a:lnTo>
                <a:lnTo>
                  <a:pt x="22754" y="91001"/>
                </a:lnTo>
                <a:lnTo>
                  <a:pt x="22314" y="90258"/>
                </a:lnTo>
                <a:lnTo>
                  <a:pt x="21888" y="89501"/>
                </a:lnTo>
                <a:lnTo>
                  <a:pt x="21478" y="88730"/>
                </a:lnTo>
                <a:lnTo>
                  <a:pt x="21083" y="87943"/>
                </a:lnTo>
                <a:lnTo>
                  <a:pt x="20703" y="87142"/>
                </a:lnTo>
                <a:lnTo>
                  <a:pt x="20337" y="86325"/>
                </a:lnTo>
                <a:lnTo>
                  <a:pt x="19987" y="85494"/>
                </a:lnTo>
                <a:lnTo>
                  <a:pt x="19652" y="84649"/>
                </a:lnTo>
                <a:lnTo>
                  <a:pt x="19333" y="83788"/>
                </a:lnTo>
                <a:lnTo>
                  <a:pt x="19027" y="82916"/>
                </a:lnTo>
                <a:lnTo>
                  <a:pt x="18734" y="82037"/>
                </a:lnTo>
                <a:lnTo>
                  <a:pt x="18454" y="81149"/>
                </a:lnTo>
                <a:lnTo>
                  <a:pt x="18187" y="80254"/>
                </a:lnTo>
                <a:lnTo>
                  <a:pt x="17933" y="79351"/>
                </a:lnTo>
                <a:lnTo>
                  <a:pt x="17693" y="78441"/>
                </a:lnTo>
                <a:lnTo>
                  <a:pt x="17465" y="77522"/>
                </a:lnTo>
                <a:lnTo>
                  <a:pt x="17250" y="76596"/>
                </a:lnTo>
                <a:lnTo>
                  <a:pt x="17048" y="75662"/>
                </a:lnTo>
                <a:lnTo>
                  <a:pt x="16860" y="74720"/>
                </a:lnTo>
                <a:lnTo>
                  <a:pt x="16684" y="73771"/>
                </a:lnTo>
                <a:lnTo>
                  <a:pt x="16521" y="72814"/>
                </a:lnTo>
                <a:lnTo>
                  <a:pt x="16371" y="71849"/>
                </a:lnTo>
                <a:lnTo>
                  <a:pt x="16235" y="70876"/>
                </a:lnTo>
                <a:lnTo>
                  <a:pt x="16111" y="69896"/>
                </a:lnTo>
                <a:lnTo>
                  <a:pt x="16000" y="68907"/>
                </a:lnTo>
                <a:lnTo>
                  <a:pt x="15903" y="67911"/>
                </a:lnTo>
                <a:lnTo>
                  <a:pt x="15818" y="66908"/>
                </a:lnTo>
                <a:lnTo>
                  <a:pt x="15747" y="65896"/>
                </a:lnTo>
                <a:lnTo>
                  <a:pt x="15688" y="64877"/>
                </a:lnTo>
                <a:lnTo>
                  <a:pt x="15643" y="63850"/>
                </a:lnTo>
                <a:lnTo>
                  <a:pt x="15610" y="62815"/>
                </a:lnTo>
                <a:lnTo>
                  <a:pt x="15590" y="61772"/>
                </a:lnTo>
                <a:lnTo>
                  <a:pt x="15584" y="60722"/>
                </a:lnTo>
                <a:lnTo>
                  <a:pt x="15590" y="59665"/>
                </a:lnTo>
                <a:lnTo>
                  <a:pt x="15610" y="58616"/>
                </a:lnTo>
                <a:lnTo>
                  <a:pt x="15643" y="57575"/>
                </a:lnTo>
                <a:lnTo>
                  <a:pt x="15688" y="56542"/>
                </a:lnTo>
                <a:lnTo>
                  <a:pt x="15747" y="55517"/>
                </a:lnTo>
                <a:lnTo>
                  <a:pt x="15818" y="54500"/>
                </a:lnTo>
                <a:lnTo>
                  <a:pt x="15903" y="53491"/>
                </a:lnTo>
                <a:lnTo>
                  <a:pt x="16000" y="52490"/>
                </a:lnTo>
                <a:lnTo>
                  <a:pt x="16111" y="51497"/>
                </a:lnTo>
                <a:lnTo>
                  <a:pt x="16235" y="50512"/>
                </a:lnTo>
                <a:lnTo>
                  <a:pt x="16371" y="49536"/>
                </a:lnTo>
                <a:lnTo>
                  <a:pt x="16521" y="48567"/>
                </a:lnTo>
                <a:lnTo>
                  <a:pt x="16684" y="47607"/>
                </a:lnTo>
                <a:lnTo>
                  <a:pt x="16860" y="46654"/>
                </a:lnTo>
                <a:lnTo>
                  <a:pt x="17048" y="45710"/>
                </a:lnTo>
                <a:lnTo>
                  <a:pt x="17250" y="44773"/>
                </a:lnTo>
                <a:lnTo>
                  <a:pt x="17465" y="43845"/>
                </a:lnTo>
                <a:lnTo>
                  <a:pt x="17693" y="42924"/>
                </a:lnTo>
                <a:lnTo>
                  <a:pt x="17933" y="42012"/>
                </a:lnTo>
                <a:lnTo>
                  <a:pt x="18187" y="41108"/>
                </a:lnTo>
                <a:lnTo>
                  <a:pt x="18454" y="40212"/>
                </a:lnTo>
                <a:lnTo>
                  <a:pt x="18734" y="39324"/>
                </a:lnTo>
                <a:lnTo>
                  <a:pt x="19027" y="38444"/>
                </a:lnTo>
                <a:lnTo>
                  <a:pt x="19333" y="37572"/>
                </a:lnTo>
                <a:lnTo>
                  <a:pt x="19652" y="36711"/>
                </a:lnTo>
                <a:lnTo>
                  <a:pt x="19987" y="35865"/>
                </a:lnTo>
                <a:lnTo>
                  <a:pt x="20337" y="35034"/>
                </a:lnTo>
                <a:lnTo>
                  <a:pt x="20703" y="34217"/>
                </a:lnTo>
                <a:lnTo>
                  <a:pt x="21083" y="33415"/>
                </a:lnTo>
                <a:lnTo>
                  <a:pt x="21478" y="32628"/>
                </a:lnTo>
                <a:lnTo>
                  <a:pt x="21888" y="31855"/>
                </a:lnTo>
                <a:lnTo>
                  <a:pt x="22314" y="31097"/>
                </a:lnTo>
                <a:lnTo>
                  <a:pt x="22754" y="30353"/>
                </a:lnTo>
                <a:lnTo>
                  <a:pt x="23210" y="29624"/>
                </a:lnTo>
                <a:lnTo>
                  <a:pt x="23680" y="28910"/>
                </a:lnTo>
                <a:lnTo>
                  <a:pt x="24166" y="28210"/>
                </a:lnTo>
                <a:lnTo>
                  <a:pt x="24666" y="27526"/>
                </a:lnTo>
                <a:lnTo>
                  <a:pt x="25182" y="26855"/>
                </a:lnTo>
                <a:lnTo>
                  <a:pt x="25713" y="26200"/>
                </a:lnTo>
                <a:lnTo>
                  <a:pt x="26259" y="25559"/>
                </a:lnTo>
                <a:lnTo>
                  <a:pt x="26820" y="24932"/>
                </a:lnTo>
                <a:lnTo>
                  <a:pt x="27396" y="24320"/>
                </a:lnTo>
                <a:lnTo>
                  <a:pt x="27987" y="23723"/>
                </a:lnTo>
                <a:lnTo>
                  <a:pt x="28593" y="23141"/>
                </a:lnTo>
                <a:lnTo>
                  <a:pt x="29214" y="22573"/>
                </a:lnTo>
                <a:lnTo>
                  <a:pt x="29850" y="22020"/>
                </a:lnTo>
                <a:lnTo>
                  <a:pt x="30502" y="21481"/>
                </a:lnTo>
                <a:lnTo>
                  <a:pt x="31168" y="20958"/>
                </a:lnTo>
                <a:lnTo>
                  <a:pt x="31850" y="20452"/>
                </a:lnTo>
                <a:lnTo>
                  <a:pt x="32550" y="19967"/>
                </a:lnTo>
                <a:lnTo>
                  <a:pt x="33267" y="19505"/>
                </a:lnTo>
                <a:lnTo>
                  <a:pt x="34002" y="19063"/>
                </a:lnTo>
                <a:lnTo>
                  <a:pt x="34753" y="18644"/>
                </a:lnTo>
                <a:lnTo>
                  <a:pt x="35522" y="18246"/>
                </a:lnTo>
                <a:lnTo>
                  <a:pt x="36308" y="17869"/>
                </a:lnTo>
                <a:lnTo>
                  <a:pt x="37111" y="17514"/>
                </a:lnTo>
                <a:lnTo>
                  <a:pt x="37932" y="17180"/>
                </a:lnTo>
                <a:lnTo>
                  <a:pt x="38770" y="16868"/>
                </a:lnTo>
                <a:lnTo>
                  <a:pt x="39625" y="16578"/>
                </a:lnTo>
                <a:lnTo>
                  <a:pt x="40497" y="16309"/>
                </a:lnTo>
                <a:lnTo>
                  <a:pt x="41387" y="16061"/>
                </a:lnTo>
                <a:lnTo>
                  <a:pt x="42294" y="15835"/>
                </a:lnTo>
                <a:lnTo>
                  <a:pt x="43218" y="15631"/>
                </a:lnTo>
                <a:lnTo>
                  <a:pt x="44159" y="15448"/>
                </a:lnTo>
                <a:lnTo>
                  <a:pt x="45118" y="15286"/>
                </a:lnTo>
                <a:lnTo>
                  <a:pt x="46094" y="15146"/>
                </a:lnTo>
                <a:lnTo>
                  <a:pt x="47087" y="15028"/>
                </a:lnTo>
                <a:lnTo>
                  <a:pt x="48097" y="14931"/>
                </a:lnTo>
                <a:lnTo>
                  <a:pt x="49125" y="14856"/>
                </a:lnTo>
                <a:lnTo>
                  <a:pt x="50170" y="14802"/>
                </a:lnTo>
                <a:lnTo>
                  <a:pt x="51232" y="14770"/>
                </a:lnTo>
                <a:lnTo>
                  <a:pt x="52312" y="14759"/>
                </a:lnTo>
                <a:lnTo>
                  <a:pt x="53391" y="14770"/>
                </a:lnTo>
                <a:lnTo>
                  <a:pt x="54453" y="14802"/>
                </a:lnTo>
                <a:lnTo>
                  <a:pt x="55497" y="14856"/>
                </a:lnTo>
                <a:lnTo>
                  <a:pt x="56525" y="14931"/>
                </a:lnTo>
                <a:lnTo>
                  <a:pt x="57534" y="15028"/>
                </a:lnTo>
                <a:lnTo>
                  <a:pt x="58527" y="15146"/>
                </a:lnTo>
                <a:lnTo>
                  <a:pt x="59502" y="15286"/>
                </a:lnTo>
                <a:lnTo>
                  <a:pt x="60459" y="15448"/>
                </a:lnTo>
                <a:lnTo>
                  <a:pt x="61399" y="15631"/>
                </a:lnTo>
                <a:lnTo>
                  <a:pt x="62322" y="15835"/>
                </a:lnTo>
                <a:lnTo>
                  <a:pt x="63227" y="16061"/>
                </a:lnTo>
                <a:lnTo>
                  <a:pt x="64115" y="16309"/>
                </a:lnTo>
                <a:lnTo>
                  <a:pt x="64986" y="16578"/>
                </a:lnTo>
                <a:lnTo>
                  <a:pt x="65839" y="16868"/>
                </a:lnTo>
                <a:lnTo>
                  <a:pt x="66675" y="17180"/>
                </a:lnTo>
                <a:lnTo>
                  <a:pt x="67493" y="17514"/>
                </a:lnTo>
                <a:lnTo>
                  <a:pt x="68294" y="17869"/>
                </a:lnTo>
                <a:lnTo>
                  <a:pt x="69077" y="18246"/>
                </a:lnTo>
                <a:lnTo>
                  <a:pt x="69844" y="18644"/>
                </a:lnTo>
                <a:lnTo>
                  <a:pt x="70592" y="19063"/>
                </a:lnTo>
                <a:lnTo>
                  <a:pt x="71324" y="19505"/>
                </a:lnTo>
                <a:lnTo>
                  <a:pt x="72038" y="19967"/>
                </a:lnTo>
                <a:lnTo>
                  <a:pt x="72734" y="20452"/>
                </a:lnTo>
                <a:lnTo>
                  <a:pt x="73413" y="20958"/>
                </a:lnTo>
                <a:lnTo>
                  <a:pt x="74076" y="21481"/>
                </a:lnTo>
                <a:lnTo>
                  <a:pt x="74724" y="22020"/>
                </a:lnTo>
                <a:lnTo>
                  <a:pt x="75357" y="22573"/>
                </a:lnTo>
                <a:lnTo>
                  <a:pt x="75975" y="23141"/>
                </a:lnTo>
                <a:lnTo>
                  <a:pt x="76579" y="23723"/>
                </a:lnTo>
                <a:lnTo>
                  <a:pt x="77167" y="24320"/>
                </a:lnTo>
                <a:lnTo>
                  <a:pt x="77740" y="24932"/>
                </a:lnTo>
                <a:lnTo>
                  <a:pt x="78299" y="25559"/>
                </a:lnTo>
                <a:lnTo>
                  <a:pt x="78842" y="26200"/>
                </a:lnTo>
                <a:lnTo>
                  <a:pt x="79371" y="26855"/>
                </a:lnTo>
                <a:lnTo>
                  <a:pt x="79885" y="27526"/>
                </a:lnTo>
                <a:lnTo>
                  <a:pt x="80384" y="28210"/>
                </a:lnTo>
                <a:lnTo>
                  <a:pt x="80868" y="28910"/>
                </a:lnTo>
                <a:lnTo>
                  <a:pt x="81337" y="29624"/>
                </a:lnTo>
                <a:lnTo>
                  <a:pt x="81791" y="30353"/>
                </a:lnTo>
                <a:lnTo>
                  <a:pt x="82230" y="31097"/>
                </a:lnTo>
                <a:lnTo>
                  <a:pt x="82654" y="31855"/>
                </a:lnTo>
                <a:lnTo>
                  <a:pt x="83064" y="32628"/>
                </a:lnTo>
                <a:lnTo>
                  <a:pt x="83458" y="33415"/>
                </a:lnTo>
                <a:lnTo>
                  <a:pt x="83838" y="34217"/>
                </a:lnTo>
                <a:lnTo>
                  <a:pt x="84202" y="35034"/>
                </a:lnTo>
                <a:lnTo>
                  <a:pt x="84552" y="35865"/>
                </a:lnTo>
                <a:lnTo>
                  <a:pt x="84887" y="36711"/>
                </a:lnTo>
                <a:lnTo>
                  <a:pt x="85206" y="37572"/>
                </a:lnTo>
                <a:lnTo>
                  <a:pt x="85512" y="38444"/>
                </a:lnTo>
                <a:lnTo>
                  <a:pt x="85805" y="39324"/>
                </a:lnTo>
                <a:lnTo>
                  <a:pt x="86085" y="40212"/>
                </a:lnTo>
                <a:lnTo>
                  <a:pt x="86352" y="41108"/>
                </a:lnTo>
                <a:lnTo>
                  <a:pt x="86606" y="42012"/>
                </a:lnTo>
                <a:lnTo>
                  <a:pt x="86846" y="42924"/>
                </a:lnTo>
                <a:lnTo>
                  <a:pt x="87074" y="43845"/>
                </a:lnTo>
                <a:lnTo>
                  <a:pt x="87289" y="44773"/>
                </a:lnTo>
                <a:lnTo>
                  <a:pt x="87491" y="45710"/>
                </a:lnTo>
                <a:lnTo>
                  <a:pt x="87679" y="46654"/>
                </a:lnTo>
                <a:lnTo>
                  <a:pt x="87855" y="47607"/>
                </a:lnTo>
                <a:lnTo>
                  <a:pt x="88018" y="48567"/>
                </a:lnTo>
                <a:lnTo>
                  <a:pt x="88167" y="49536"/>
                </a:lnTo>
                <a:lnTo>
                  <a:pt x="88304" y="50512"/>
                </a:lnTo>
                <a:lnTo>
                  <a:pt x="88428" y="51497"/>
                </a:lnTo>
                <a:lnTo>
                  <a:pt x="88538" y="52490"/>
                </a:lnTo>
                <a:lnTo>
                  <a:pt x="88636" y="53491"/>
                </a:lnTo>
                <a:lnTo>
                  <a:pt x="88721" y="54500"/>
                </a:lnTo>
                <a:lnTo>
                  <a:pt x="88792" y="55517"/>
                </a:lnTo>
                <a:lnTo>
                  <a:pt x="88851" y="56542"/>
                </a:lnTo>
                <a:lnTo>
                  <a:pt x="88896" y="57575"/>
                </a:lnTo>
                <a:lnTo>
                  <a:pt x="88929" y="58616"/>
                </a:lnTo>
                <a:lnTo>
                  <a:pt x="88948" y="59665"/>
                </a:lnTo>
                <a:lnTo>
                  <a:pt x="88955" y="60722"/>
                </a:lnTo>
                <a:lnTo>
                  <a:pt x="88948" y="61772"/>
                </a:lnTo>
                <a:lnTo>
                  <a:pt x="88929" y="62815"/>
                </a:lnTo>
                <a:lnTo>
                  <a:pt x="88896" y="63850"/>
                </a:lnTo>
                <a:lnTo>
                  <a:pt x="88851" y="64877"/>
                </a:lnTo>
                <a:lnTo>
                  <a:pt x="88792" y="65896"/>
                </a:lnTo>
                <a:lnTo>
                  <a:pt x="88721" y="66908"/>
                </a:lnTo>
                <a:lnTo>
                  <a:pt x="88636" y="67911"/>
                </a:lnTo>
                <a:lnTo>
                  <a:pt x="88538" y="68907"/>
                </a:lnTo>
                <a:lnTo>
                  <a:pt x="88428" y="69896"/>
                </a:lnTo>
                <a:lnTo>
                  <a:pt x="88304" y="70876"/>
                </a:lnTo>
                <a:lnTo>
                  <a:pt x="88167" y="71849"/>
                </a:lnTo>
                <a:lnTo>
                  <a:pt x="88018" y="72814"/>
                </a:lnTo>
                <a:lnTo>
                  <a:pt x="87855" y="73771"/>
                </a:lnTo>
                <a:lnTo>
                  <a:pt x="87679" y="74720"/>
                </a:lnTo>
                <a:lnTo>
                  <a:pt x="87491" y="75662"/>
                </a:lnTo>
                <a:lnTo>
                  <a:pt x="87289" y="76596"/>
                </a:lnTo>
                <a:lnTo>
                  <a:pt x="87074" y="77522"/>
                </a:lnTo>
                <a:lnTo>
                  <a:pt x="86846" y="78441"/>
                </a:lnTo>
                <a:lnTo>
                  <a:pt x="86606" y="79351"/>
                </a:lnTo>
                <a:lnTo>
                  <a:pt x="86352" y="80254"/>
                </a:lnTo>
                <a:lnTo>
                  <a:pt x="86085" y="81149"/>
                </a:lnTo>
                <a:lnTo>
                  <a:pt x="85805" y="82037"/>
                </a:lnTo>
                <a:lnTo>
                  <a:pt x="85512" y="82916"/>
                </a:lnTo>
                <a:lnTo>
                  <a:pt x="85206" y="83788"/>
                </a:lnTo>
                <a:lnTo>
                  <a:pt x="84887" y="84649"/>
                </a:lnTo>
                <a:lnTo>
                  <a:pt x="84552" y="85494"/>
                </a:lnTo>
                <a:lnTo>
                  <a:pt x="84202" y="86325"/>
                </a:lnTo>
                <a:lnTo>
                  <a:pt x="83838" y="87142"/>
                </a:lnTo>
                <a:lnTo>
                  <a:pt x="83458" y="87943"/>
                </a:lnTo>
                <a:lnTo>
                  <a:pt x="83064" y="88730"/>
                </a:lnTo>
                <a:lnTo>
                  <a:pt x="82654" y="89501"/>
                </a:lnTo>
                <a:lnTo>
                  <a:pt x="82230" y="90258"/>
                </a:lnTo>
                <a:lnTo>
                  <a:pt x="81791" y="91001"/>
                </a:lnTo>
                <a:lnTo>
                  <a:pt x="81337" y="91728"/>
                </a:lnTo>
                <a:lnTo>
                  <a:pt x="80868" y="92441"/>
                </a:lnTo>
                <a:lnTo>
                  <a:pt x="80384" y="93139"/>
                </a:lnTo>
                <a:lnTo>
                  <a:pt x="79885" y="93822"/>
                </a:lnTo>
                <a:lnTo>
                  <a:pt x="79371" y="94490"/>
                </a:lnTo>
                <a:lnTo>
                  <a:pt x="78842" y="95144"/>
                </a:lnTo>
                <a:lnTo>
                  <a:pt x="78299" y="95782"/>
                </a:lnTo>
                <a:lnTo>
                  <a:pt x="77740" y="96406"/>
                </a:lnTo>
                <a:lnTo>
                  <a:pt x="77167" y="97016"/>
                </a:lnTo>
                <a:lnTo>
                  <a:pt x="76579" y="97610"/>
                </a:lnTo>
                <a:lnTo>
                  <a:pt x="75975" y="98190"/>
                </a:lnTo>
                <a:lnTo>
                  <a:pt x="75357" y="98754"/>
                </a:lnTo>
                <a:lnTo>
                  <a:pt x="74724" y="99304"/>
                </a:lnTo>
                <a:lnTo>
                  <a:pt x="74076" y="99840"/>
                </a:lnTo>
                <a:lnTo>
                  <a:pt x="73413" y="100360"/>
                </a:lnTo>
                <a:lnTo>
                  <a:pt x="72734" y="100862"/>
                </a:lnTo>
                <a:lnTo>
                  <a:pt x="72038" y="101343"/>
                </a:lnTo>
                <a:lnTo>
                  <a:pt x="71324" y="101803"/>
                </a:lnTo>
                <a:lnTo>
                  <a:pt x="70592" y="102241"/>
                </a:lnTo>
                <a:lnTo>
                  <a:pt x="69844" y="102658"/>
                </a:lnTo>
                <a:lnTo>
                  <a:pt x="69077" y="103054"/>
                </a:lnTo>
                <a:lnTo>
                  <a:pt x="68294" y="103428"/>
                </a:lnTo>
                <a:lnTo>
                  <a:pt x="67493" y="103780"/>
                </a:lnTo>
                <a:lnTo>
                  <a:pt x="66675" y="104112"/>
                </a:lnTo>
                <a:lnTo>
                  <a:pt x="65839" y="104422"/>
                </a:lnTo>
                <a:lnTo>
                  <a:pt x="64986" y="104710"/>
                </a:lnTo>
                <a:lnTo>
                  <a:pt x="64115" y="104977"/>
                </a:lnTo>
                <a:lnTo>
                  <a:pt x="63227" y="105223"/>
                </a:lnTo>
                <a:lnTo>
                  <a:pt x="62322" y="105448"/>
                </a:lnTo>
                <a:lnTo>
                  <a:pt x="61399" y="105651"/>
                </a:lnTo>
                <a:lnTo>
                  <a:pt x="60459" y="105833"/>
                </a:lnTo>
                <a:lnTo>
                  <a:pt x="59502" y="105993"/>
                </a:lnTo>
                <a:lnTo>
                  <a:pt x="58527" y="106132"/>
                </a:lnTo>
                <a:lnTo>
                  <a:pt x="57534" y="106249"/>
                </a:lnTo>
                <a:lnTo>
                  <a:pt x="56525" y="106346"/>
                </a:lnTo>
                <a:lnTo>
                  <a:pt x="55497" y="106420"/>
                </a:lnTo>
                <a:lnTo>
                  <a:pt x="54453" y="106474"/>
                </a:lnTo>
                <a:lnTo>
                  <a:pt x="53391" y="106506"/>
                </a:lnTo>
                <a:lnTo>
                  <a:pt x="52312" y="106517"/>
                </a:lnTo>
                <a:lnTo>
                  <a:pt x="51232" y="106506"/>
                </a:lnTo>
                <a:lnTo>
                  <a:pt x="50170" y="106474"/>
                </a:lnTo>
                <a:lnTo>
                  <a:pt x="49125" y="106420"/>
                </a:lnTo>
                <a:lnTo>
                  <a:pt x="48097" y="106346"/>
                </a:lnTo>
                <a:close/>
                <a:moveTo>
                  <a:pt x="298356" y="54583"/>
                </a:moveTo>
                <a:lnTo>
                  <a:pt x="298679" y="54175"/>
                </a:lnTo>
                <a:lnTo>
                  <a:pt x="299010" y="53769"/>
                </a:lnTo>
                <a:lnTo>
                  <a:pt x="299349" y="53365"/>
                </a:lnTo>
                <a:lnTo>
                  <a:pt x="299696" y="52963"/>
                </a:lnTo>
                <a:lnTo>
                  <a:pt x="300051" y="52564"/>
                </a:lnTo>
                <a:lnTo>
                  <a:pt x="300415" y="52167"/>
                </a:lnTo>
                <a:lnTo>
                  <a:pt x="300786" y="51773"/>
                </a:lnTo>
                <a:lnTo>
                  <a:pt x="301165" y="51381"/>
                </a:lnTo>
                <a:lnTo>
                  <a:pt x="301552" y="50991"/>
                </a:lnTo>
                <a:lnTo>
                  <a:pt x="301948" y="50604"/>
                </a:lnTo>
                <a:lnTo>
                  <a:pt x="302351" y="50219"/>
                </a:lnTo>
                <a:lnTo>
                  <a:pt x="302763" y="49836"/>
                </a:lnTo>
                <a:lnTo>
                  <a:pt x="303182" y="49455"/>
                </a:lnTo>
                <a:lnTo>
                  <a:pt x="303610" y="49077"/>
                </a:lnTo>
                <a:lnTo>
                  <a:pt x="304045" y="48701"/>
                </a:lnTo>
                <a:lnTo>
                  <a:pt x="304489" y="48328"/>
                </a:lnTo>
                <a:lnTo>
                  <a:pt x="304941" y="47957"/>
                </a:lnTo>
                <a:lnTo>
                  <a:pt x="305400" y="47588"/>
                </a:lnTo>
                <a:lnTo>
                  <a:pt x="305868" y="47221"/>
                </a:lnTo>
                <a:lnTo>
                  <a:pt x="306344" y="46857"/>
                </a:lnTo>
                <a:lnTo>
                  <a:pt x="306828" y="46496"/>
                </a:lnTo>
                <a:lnTo>
                  <a:pt x="307320" y="46142"/>
                </a:lnTo>
                <a:lnTo>
                  <a:pt x="307822" y="45804"/>
                </a:lnTo>
                <a:lnTo>
                  <a:pt x="308333" y="45481"/>
                </a:lnTo>
                <a:lnTo>
                  <a:pt x="308853" y="45173"/>
                </a:lnTo>
                <a:lnTo>
                  <a:pt x="309382" y="44880"/>
                </a:lnTo>
                <a:lnTo>
                  <a:pt x="309921" y="44602"/>
                </a:lnTo>
                <a:lnTo>
                  <a:pt x="310469" y="44339"/>
                </a:lnTo>
                <a:lnTo>
                  <a:pt x="311026" y="44091"/>
                </a:lnTo>
                <a:lnTo>
                  <a:pt x="311592" y="43859"/>
                </a:lnTo>
                <a:lnTo>
                  <a:pt x="312167" y="43641"/>
                </a:lnTo>
                <a:lnTo>
                  <a:pt x="312752" y="43438"/>
                </a:lnTo>
                <a:lnTo>
                  <a:pt x="313346" y="43250"/>
                </a:lnTo>
                <a:lnTo>
                  <a:pt x="313949" y="43077"/>
                </a:lnTo>
                <a:lnTo>
                  <a:pt x="314561" y="42919"/>
                </a:lnTo>
                <a:lnTo>
                  <a:pt x="315182" y="42777"/>
                </a:lnTo>
                <a:lnTo>
                  <a:pt x="315813" y="42649"/>
                </a:lnTo>
                <a:lnTo>
                  <a:pt x="316453" y="42536"/>
                </a:lnTo>
                <a:lnTo>
                  <a:pt x="317102" y="42439"/>
                </a:lnTo>
                <a:lnTo>
                  <a:pt x="317761" y="42356"/>
                </a:lnTo>
                <a:lnTo>
                  <a:pt x="318428" y="42288"/>
                </a:lnTo>
                <a:lnTo>
                  <a:pt x="319105" y="42236"/>
                </a:lnTo>
                <a:lnTo>
                  <a:pt x="319791" y="42198"/>
                </a:lnTo>
                <a:lnTo>
                  <a:pt x="320486" y="42176"/>
                </a:lnTo>
                <a:lnTo>
                  <a:pt x="321190" y="42168"/>
                </a:lnTo>
                <a:lnTo>
                  <a:pt x="321649" y="42173"/>
                </a:lnTo>
                <a:lnTo>
                  <a:pt x="322099" y="42187"/>
                </a:lnTo>
                <a:lnTo>
                  <a:pt x="322540" y="42211"/>
                </a:lnTo>
                <a:lnTo>
                  <a:pt x="322972" y="42244"/>
                </a:lnTo>
                <a:lnTo>
                  <a:pt x="323395" y="42286"/>
                </a:lnTo>
                <a:lnTo>
                  <a:pt x="323810" y="42338"/>
                </a:lnTo>
                <a:lnTo>
                  <a:pt x="324215" y="42400"/>
                </a:lnTo>
                <a:lnTo>
                  <a:pt x="324611" y="42471"/>
                </a:lnTo>
                <a:lnTo>
                  <a:pt x="324999" y="42551"/>
                </a:lnTo>
                <a:lnTo>
                  <a:pt x="325377" y="42641"/>
                </a:lnTo>
                <a:lnTo>
                  <a:pt x="325747" y="42740"/>
                </a:lnTo>
                <a:lnTo>
                  <a:pt x="326108" y="42849"/>
                </a:lnTo>
                <a:lnTo>
                  <a:pt x="326460" y="42967"/>
                </a:lnTo>
                <a:lnTo>
                  <a:pt x="326802" y="43094"/>
                </a:lnTo>
                <a:lnTo>
                  <a:pt x="327136" y="43232"/>
                </a:lnTo>
                <a:lnTo>
                  <a:pt x="327461" y="43378"/>
                </a:lnTo>
                <a:lnTo>
                  <a:pt x="327777" y="43534"/>
                </a:lnTo>
                <a:lnTo>
                  <a:pt x="328085" y="43699"/>
                </a:lnTo>
                <a:lnTo>
                  <a:pt x="328383" y="43874"/>
                </a:lnTo>
                <a:lnTo>
                  <a:pt x="328672" y="44059"/>
                </a:lnTo>
                <a:lnTo>
                  <a:pt x="328953" y="44252"/>
                </a:lnTo>
                <a:lnTo>
                  <a:pt x="329224" y="44456"/>
                </a:lnTo>
                <a:lnTo>
                  <a:pt x="329487" y="44668"/>
                </a:lnTo>
                <a:lnTo>
                  <a:pt x="329740" y="44891"/>
                </a:lnTo>
                <a:lnTo>
                  <a:pt x="329986" y="45121"/>
                </a:lnTo>
                <a:lnTo>
                  <a:pt x="330226" y="45358"/>
                </a:lnTo>
                <a:lnTo>
                  <a:pt x="330459" y="45603"/>
                </a:lnTo>
                <a:lnTo>
                  <a:pt x="330686" y="45856"/>
                </a:lnTo>
                <a:lnTo>
                  <a:pt x="330906" y="46115"/>
                </a:lnTo>
                <a:lnTo>
                  <a:pt x="331120" y="46382"/>
                </a:lnTo>
                <a:lnTo>
                  <a:pt x="331327" y="46656"/>
                </a:lnTo>
                <a:lnTo>
                  <a:pt x="331528" y="46937"/>
                </a:lnTo>
                <a:lnTo>
                  <a:pt x="331723" y="47226"/>
                </a:lnTo>
                <a:lnTo>
                  <a:pt x="331911" y="47522"/>
                </a:lnTo>
                <a:lnTo>
                  <a:pt x="332092" y="47825"/>
                </a:lnTo>
                <a:lnTo>
                  <a:pt x="332268" y="48136"/>
                </a:lnTo>
                <a:lnTo>
                  <a:pt x="332436" y="48453"/>
                </a:lnTo>
                <a:lnTo>
                  <a:pt x="332599" y="48778"/>
                </a:lnTo>
                <a:lnTo>
                  <a:pt x="332755" y="49111"/>
                </a:lnTo>
                <a:lnTo>
                  <a:pt x="332904" y="49451"/>
                </a:lnTo>
                <a:lnTo>
                  <a:pt x="333047" y="49798"/>
                </a:lnTo>
                <a:lnTo>
                  <a:pt x="333184" y="50152"/>
                </a:lnTo>
                <a:lnTo>
                  <a:pt x="333314" y="50513"/>
                </a:lnTo>
                <a:lnTo>
                  <a:pt x="333438" y="50882"/>
                </a:lnTo>
                <a:lnTo>
                  <a:pt x="333555" y="51258"/>
                </a:lnTo>
                <a:lnTo>
                  <a:pt x="333666" y="51642"/>
                </a:lnTo>
                <a:lnTo>
                  <a:pt x="333770" y="52033"/>
                </a:lnTo>
                <a:lnTo>
                  <a:pt x="333868" y="52431"/>
                </a:lnTo>
                <a:lnTo>
                  <a:pt x="333961" y="52835"/>
                </a:lnTo>
                <a:lnTo>
                  <a:pt x="334050" y="53243"/>
                </a:lnTo>
                <a:lnTo>
                  <a:pt x="334135" y="53656"/>
                </a:lnTo>
                <a:lnTo>
                  <a:pt x="334216" y="54074"/>
                </a:lnTo>
                <a:lnTo>
                  <a:pt x="334293" y="54496"/>
                </a:lnTo>
                <a:lnTo>
                  <a:pt x="334366" y="54923"/>
                </a:lnTo>
                <a:lnTo>
                  <a:pt x="334435" y="55355"/>
                </a:lnTo>
                <a:lnTo>
                  <a:pt x="334500" y="55792"/>
                </a:lnTo>
                <a:lnTo>
                  <a:pt x="334561" y="56233"/>
                </a:lnTo>
                <a:lnTo>
                  <a:pt x="334618" y="56678"/>
                </a:lnTo>
                <a:lnTo>
                  <a:pt x="334672" y="57129"/>
                </a:lnTo>
                <a:lnTo>
                  <a:pt x="334721" y="57584"/>
                </a:lnTo>
                <a:lnTo>
                  <a:pt x="334766" y="58044"/>
                </a:lnTo>
                <a:lnTo>
                  <a:pt x="334808" y="58508"/>
                </a:lnTo>
                <a:lnTo>
                  <a:pt x="334845" y="58977"/>
                </a:lnTo>
                <a:lnTo>
                  <a:pt x="334879" y="59451"/>
                </a:lnTo>
                <a:lnTo>
                  <a:pt x="334909" y="59929"/>
                </a:lnTo>
                <a:lnTo>
                  <a:pt x="334934" y="60412"/>
                </a:lnTo>
                <a:lnTo>
                  <a:pt x="334956" y="60900"/>
                </a:lnTo>
                <a:lnTo>
                  <a:pt x="334974" y="61392"/>
                </a:lnTo>
                <a:lnTo>
                  <a:pt x="334988" y="61889"/>
                </a:lnTo>
                <a:lnTo>
                  <a:pt x="334997" y="62390"/>
                </a:lnTo>
                <a:lnTo>
                  <a:pt x="335003" y="62897"/>
                </a:lnTo>
                <a:lnTo>
                  <a:pt x="335005" y="63408"/>
                </a:lnTo>
                <a:lnTo>
                  <a:pt x="335005" y="117396"/>
                </a:lnTo>
                <a:lnTo>
                  <a:pt x="348989" y="117396"/>
                </a:lnTo>
                <a:lnTo>
                  <a:pt x="348989" y="61792"/>
                </a:lnTo>
                <a:lnTo>
                  <a:pt x="348979" y="60557"/>
                </a:lnTo>
                <a:lnTo>
                  <a:pt x="348950" y="59345"/>
                </a:lnTo>
                <a:lnTo>
                  <a:pt x="348901" y="58157"/>
                </a:lnTo>
                <a:lnTo>
                  <a:pt x="348832" y="56992"/>
                </a:lnTo>
                <a:lnTo>
                  <a:pt x="348744" y="55850"/>
                </a:lnTo>
                <a:lnTo>
                  <a:pt x="348636" y="54732"/>
                </a:lnTo>
                <a:lnTo>
                  <a:pt x="348509" y="53637"/>
                </a:lnTo>
                <a:lnTo>
                  <a:pt x="348362" y="52565"/>
                </a:lnTo>
                <a:lnTo>
                  <a:pt x="348195" y="51517"/>
                </a:lnTo>
                <a:lnTo>
                  <a:pt x="348009" y="50492"/>
                </a:lnTo>
                <a:lnTo>
                  <a:pt x="347803" y="49491"/>
                </a:lnTo>
                <a:lnTo>
                  <a:pt x="347578" y="48512"/>
                </a:lnTo>
                <a:lnTo>
                  <a:pt x="347333" y="47558"/>
                </a:lnTo>
                <a:lnTo>
                  <a:pt x="347068" y="46626"/>
                </a:lnTo>
                <a:lnTo>
                  <a:pt x="346784" y="45718"/>
                </a:lnTo>
                <a:lnTo>
                  <a:pt x="346480" y="44833"/>
                </a:lnTo>
                <a:lnTo>
                  <a:pt x="346157" y="43972"/>
                </a:lnTo>
                <a:lnTo>
                  <a:pt x="345814" y="43134"/>
                </a:lnTo>
                <a:lnTo>
                  <a:pt x="345452" y="42320"/>
                </a:lnTo>
                <a:lnTo>
                  <a:pt x="345069" y="41528"/>
                </a:lnTo>
                <a:lnTo>
                  <a:pt x="344668" y="40760"/>
                </a:lnTo>
                <a:lnTo>
                  <a:pt x="344246" y="40016"/>
                </a:lnTo>
                <a:lnTo>
                  <a:pt x="343805" y="39295"/>
                </a:lnTo>
                <a:lnTo>
                  <a:pt x="343345" y="38597"/>
                </a:lnTo>
                <a:lnTo>
                  <a:pt x="342861" y="37925"/>
                </a:lnTo>
                <a:lnTo>
                  <a:pt x="342352" y="37282"/>
                </a:lnTo>
                <a:lnTo>
                  <a:pt x="341817" y="36667"/>
                </a:lnTo>
                <a:lnTo>
                  <a:pt x="341255" y="36080"/>
                </a:lnTo>
                <a:lnTo>
                  <a:pt x="340668" y="35523"/>
                </a:lnTo>
                <a:lnTo>
                  <a:pt x="340054" y="34994"/>
                </a:lnTo>
                <a:lnTo>
                  <a:pt x="339415" y="34493"/>
                </a:lnTo>
                <a:lnTo>
                  <a:pt x="338749" y="34021"/>
                </a:lnTo>
                <a:lnTo>
                  <a:pt x="338058" y="33578"/>
                </a:lnTo>
                <a:lnTo>
                  <a:pt x="337340" y="33164"/>
                </a:lnTo>
                <a:lnTo>
                  <a:pt x="336596" y="32777"/>
                </a:lnTo>
                <a:lnTo>
                  <a:pt x="335827" y="32420"/>
                </a:lnTo>
                <a:lnTo>
                  <a:pt x="335031" y="32091"/>
                </a:lnTo>
                <a:lnTo>
                  <a:pt x="334209" y="31791"/>
                </a:lnTo>
                <a:lnTo>
                  <a:pt x="333361" y="31519"/>
                </a:lnTo>
                <a:lnTo>
                  <a:pt x="332488" y="31276"/>
                </a:lnTo>
                <a:lnTo>
                  <a:pt x="331588" y="31062"/>
                </a:lnTo>
                <a:lnTo>
                  <a:pt x="330662" y="30876"/>
                </a:lnTo>
                <a:lnTo>
                  <a:pt x="329710" y="30718"/>
                </a:lnTo>
                <a:lnTo>
                  <a:pt x="328732" y="30590"/>
                </a:lnTo>
                <a:lnTo>
                  <a:pt x="327728" y="30490"/>
                </a:lnTo>
                <a:lnTo>
                  <a:pt x="326698" y="30418"/>
                </a:lnTo>
                <a:lnTo>
                  <a:pt x="325642" y="30375"/>
                </a:lnTo>
                <a:lnTo>
                  <a:pt x="324560" y="30361"/>
                </a:lnTo>
                <a:lnTo>
                  <a:pt x="323723" y="30368"/>
                </a:lnTo>
                <a:lnTo>
                  <a:pt x="322898" y="30391"/>
                </a:lnTo>
                <a:lnTo>
                  <a:pt x="322085" y="30428"/>
                </a:lnTo>
                <a:lnTo>
                  <a:pt x="321284" y="30479"/>
                </a:lnTo>
                <a:lnTo>
                  <a:pt x="320494" y="30546"/>
                </a:lnTo>
                <a:lnTo>
                  <a:pt x="319716" y="30627"/>
                </a:lnTo>
                <a:lnTo>
                  <a:pt x="318950" y="30723"/>
                </a:lnTo>
                <a:lnTo>
                  <a:pt x="318195" y="30834"/>
                </a:lnTo>
                <a:lnTo>
                  <a:pt x="317452" y="30960"/>
                </a:lnTo>
                <a:lnTo>
                  <a:pt x="316721" y="31100"/>
                </a:lnTo>
                <a:lnTo>
                  <a:pt x="316002" y="31256"/>
                </a:lnTo>
                <a:lnTo>
                  <a:pt x="315294" y="31426"/>
                </a:lnTo>
                <a:lnTo>
                  <a:pt x="314598" y="31611"/>
                </a:lnTo>
                <a:lnTo>
                  <a:pt x="313913" y="31810"/>
                </a:lnTo>
                <a:lnTo>
                  <a:pt x="313240" y="32025"/>
                </a:lnTo>
                <a:lnTo>
                  <a:pt x="312579" y="32254"/>
                </a:lnTo>
                <a:lnTo>
                  <a:pt x="311930" y="32498"/>
                </a:lnTo>
                <a:lnTo>
                  <a:pt x="311292" y="32757"/>
                </a:lnTo>
                <a:lnTo>
                  <a:pt x="310666" y="33030"/>
                </a:lnTo>
                <a:lnTo>
                  <a:pt x="310052" y="33319"/>
                </a:lnTo>
                <a:lnTo>
                  <a:pt x="309450" y="33622"/>
                </a:lnTo>
                <a:lnTo>
                  <a:pt x="308859" y="33940"/>
                </a:lnTo>
                <a:lnTo>
                  <a:pt x="308280" y="34272"/>
                </a:lnTo>
                <a:lnTo>
                  <a:pt x="307712" y="34620"/>
                </a:lnTo>
                <a:lnTo>
                  <a:pt x="307156" y="34976"/>
                </a:lnTo>
                <a:lnTo>
                  <a:pt x="306611" y="35334"/>
                </a:lnTo>
                <a:lnTo>
                  <a:pt x="306076" y="35695"/>
                </a:lnTo>
                <a:lnTo>
                  <a:pt x="305553" y="36057"/>
                </a:lnTo>
                <a:lnTo>
                  <a:pt x="305040" y="36422"/>
                </a:lnTo>
                <a:lnTo>
                  <a:pt x="304538" y="36789"/>
                </a:lnTo>
                <a:lnTo>
                  <a:pt x="304046" y="37158"/>
                </a:lnTo>
                <a:lnTo>
                  <a:pt x="303566" y="37530"/>
                </a:lnTo>
                <a:lnTo>
                  <a:pt x="303096" y="37903"/>
                </a:lnTo>
                <a:lnTo>
                  <a:pt x="302638" y="38279"/>
                </a:lnTo>
                <a:lnTo>
                  <a:pt x="302190" y="38657"/>
                </a:lnTo>
                <a:lnTo>
                  <a:pt x="301753" y="39037"/>
                </a:lnTo>
                <a:lnTo>
                  <a:pt x="301326" y="39419"/>
                </a:lnTo>
                <a:lnTo>
                  <a:pt x="300911" y="39804"/>
                </a:lnTo>
                <a:lnTo>
                  <a:pt x="300506" y="40191"/>
                </a:lnTo>
                <a:lnTo>
                  <a:pt x="300112" y="40580"/>
                </a:lnTo>
                <a:lnTo>
                  <a:pt x="299729" y="40971"/>
                </a:lnTo>
                <a:lnTo>
                  <a:pt x="299357" y="41364"/>
                </a:lnTo>
                <a:lnTo>
                  <a:pt x="298996" y="41760"/>
                </a:lnTo>
                <a:lnTo>
                  <a:pt x="298645" y="42158"/>
                </a:lnTo>
                <a:lnTo>
                  <a:pt x="298305" y="42557"/>
                </a:lnTo>
                <a:lnTo>
                  <a:pt x="297976" y="42960"/>
                </a:lnTo>
                <a:lnTo>
                  <a:pt x="297658" y="43364"/>
                </a:lnTo>
                <a:lnTo>
                  <a:pt x="297351" y="43770"/>
                </a:lnTo>
                <a:lnTo>
                  <a:pt x="297014" y="31879"/>
                </a:lnTo>
                <a:lnTo>
                  <a:pt x="283368" y="31879"/>
                </a:lnTo>
                <a:lnTo>
                  <a:pt x="283368" y="117396"/>
                </a:lnTo>
                <a:lnTo>
                  <a:pt x="297435" y="117396"/>
                </a:lnTo>
                <a:lnTo>
                  <a:pt x="297435" y="55823"/>
                </a:lnTo>
                <a:lnTo>
                  <a:pt x="297734" y="55407"/>
                </a:lnTo>
                <a:lnTo>
                  <a:pt x="298041" y="54994"/>
                </a:lnTo>
                <a:lnTo>
                  <a:pt x="298356" y="54583"/>
                </a:lnTo>
                <a:close/>
                <a:moveTo>
                  <a:pt x="583313" y="55560"/>
                </a:moveTo>
                <a:lnTo>
                  <a:pt x="583553" y="55245"/>
                </a:lnTo>
                <a:lnTo>
                  <a:pt x="583794" y="54933"/>
                </a:lnTo>
                <a:lnTo>
                  <a:pt x="584038" y="54625"/>
                </a:lnTo>
                <a:lnTo>
                  <a:pt x="584284" y="54320"/>
                </a:lnTo>
                <a:lnTo>
                  <a:pt x="584532" y="54018"/>
                </a:lnTo>
                <a:lnTo>
                  <a:pt x="584782" y="53720"/>
                </a:lnTo>
                <a:lnTo>
                  <a:pt x="585035" y="53424"/>
                </a:lnTo>
                <a:lnTo>
                  <a:pt x="585289" y="53132"/>
                </a:lnTo>
                <a:lnTo>
                  <a:pt x="585546" y="52843"/>
                </a:lnTo>
                <a:lnTo>
                  <a:pt x="585805" y="52558"/>
                </a:lnTo>
                <a:lnTo>
                  <a:pt x="586067" y="52275"/>
                </a:lnTo>
                <a:lnTo>
                  <a:pt x="586330" y="51996"/>
                </a:lnTo>
                <a:lnTo>
                  <a:pt x="586596" y="51720"/>
                </a:lnTo>
                <a:lnTo>
                  <a:pt x="586863" y="51447"/>
                </a:lnTo>
                <a:lnTo>
                  <a:pt x="587134" y="51178"/>
                </a:lnTo>
                <a:lnTo>
                  <a:pt x="587406" y="50912"/>
                </a:lnTo>
                <a:lnTo>
                  <a:pt x="587680" y="50649"/>
                </a:lnTo>
                <a:lnTo>
                  <a:pt x="587957" y="50389"/>
                </a:lnTo>
                <a:lnTo>
                  <a:pt x="588236" y="50132"/>
                </a:lnTo>
                <a:lnTo>
                  <a:pt x="588517" y="49879"/>
                </a:lnTo>
                <a:lnTo>
                  <a:pt x="588800" y="49629"/>
                </a:lnTo>
                <a:lnTo>
                  <a:pt x="589086" y="49383"/>
                </a:lnTo>
                <a:lnTo>
                  <a:pt x="589377" y="49141"/>
                </a:lnTo>
                <a:lnTo>
                  <a:pt x="589672" y="48904"/>
                </a:lnTo>
                <a:lnTo>
                  <a:pt x="589971" y="48671"/>
                </a:lnTo>
                <a:lnTo>
                  <a:pt x="590274" y="48442"/>
                </a:lnTo>
                <a:lnTo>
                  <a:pt x="590582" y="48218"/>
                </a:lnTo>
                <a:lnTo>
                  <a:pt x="590894" y="47999"/>
                </a:lnTo>
                <a:lnTo>
                  <a:pt x="591210" y="47784"/>
                </a:lnTo>
                <a:lnTo>
                  <a:pt x="591530" y="47574"/>
                </a:lnTo>
                <a:lnTo>
                  <a:pt x="591855" y="47368"/>
                </a:lnTo>
                <a:lnTo>
                  <a:pt x="592184" y="47166"/>
                </a:lnTo>
                <a:lnTo>
                  <a:pt x="592517" y="46969"/>
                </a:lnTo>
                <a:lnTo>
                  <a:pt x="592854" y="46777"/>
                </a:lnTo>
                <a:lnTo>
                  <a:pt x="593196" y="46589"/>
                </a:lnTo>
                <a:lnTo>
                  <a:pt x="593542" y="46405"/>
                </a:lnTo>
                <a:lnTo>
                  <a:pt x="593892" y="46226"/>
                </a:lnTo>
                <a:lnTo>
                  <a:pt x="594246" y="46052"/>
                </a:lnTo>
                <a:lnTo>
                  <a:pt x="594604" y="45882"/>
                </a:lnTo>
                <a:lnTo>
                  <a:pt x="594967" y="45717"/>
                </a:lnTo>
                <a:lnTo>
                  <a:pt x="595334" y="45556"/>
                </a:lnTo>
                <a:lnTo>
                  <a:pt x="595705" y="45399"/>
                </a:lnTo>
                <a:lnTo>
                  <a:pt x="596081" y="45247"/>
                </a:lnTo>
                <a:lnTo>
                  <a:pt x="596461" y="45099"/>
                </a:lnTo>
                <a:lnTo>
                  <a:pt x="596845" y="44956"/>
                </a:lnTo>
                <a:lnTo>
                  <a:pt x="597233" y="44818"/>
                </a:lnTo>
                <a:lnTo>
                  <a:pt x="597627" y="44686"/>
                </a:lnTo>
                <a:lnTo>
                  <a:pt x="598027" y="44560"/>
                </a:lnTo>
                <a:lnTo>
                  <a:pt x="598431" y="44439"/>
                </a:lnTo>
                <a:lnTo>
                  <a:pt x="598841" y="44325"/>
                </a:lnTo>
                <a:lnTo>
                  <a:pt x="599256" y="44216"/>
                </a:lnTo>
                <a:lnTo>
                  <a:pt x="599676" y="44113"/>
                </a:lnTo>
                <a:lnTo>
                  <a:pt x="600102" y="44016"/>
                </a:lnTo>
                <a:lnTo>
                  <a:pt x="600533" y="43925"/>
                </a:lnTo>
                <a:lnTo>
                  <a:pt x="600969" y="43840"/>
                </a:lnTo>
                <a:lnTo>
                  <a:pt x="601410" y="43761"/>
                </a:lnTo>
                <a:lnTo>
                  <a:pt x="601857" y="43687"/>
                </a:lnTo>
                <a:lnTo>
                  <a:pt x="602309" y="43620"/>
                </a:lnTo>
                <a:lnTo>
                  <a:pt x="602766" y="43558"/>
                </a:lnTo>
                <a:lnTo>
                  <a:pt x="603228" y="43502"/>
                </a:lnTo>
                <a:lnTo>
                  <a:pt x="603696" y="43452"/>
                </a:lnTo>
                <a:lnTo>
                  <a:pt x="604169" y="43408"/>
                </a:lnTo>
                <a:lnTo>
                  <a:pt x="604647" y="43370"/>
                </a:lnTo>
                <a:lnTo>
                  <a:pt x="605131" y="43338"/>
                </a:lnTo>
                <a:lnTo>
                  <a:pt x="605619" y="43311"/>
                </a:lnTo>
                <a:lnTo>
                  <a:pt x="606113" y="43291"/>
                </a:lnTo>
                <a:lnTo>
                  <a:pt x="606613" y="43276"/>
                </a:lnTo>
                <a:lnTo>
                  <a:pt x="607117" y="43267"/>
                </a:lnTo>
                <a:lnTo>
                  <a:pt x="607627" y="43264"/>
                </a:lnTo>
                <a:lnTo>
                  <a:pt x="609564" y="43264"/>
                </a:lnTo>
                <a:lnTo>
                  <a:pt x="609564" y="30361"/>
                </a:lnTo>
                <a:lnTo>
                  <a:pt x="607880" y="30361"/>
                </a:lnTo>
                <a:lnTo>
                  <a:pt x="607072" y="30368"/>
                </a:lnTo>
                <a:lnTo>
                  <a:pt x="606276" y="30391"/>
                </a:lnTo>
                <a:lnTo>
                  <a:pt x="605493" y="30428"/>
                </a:lnTo>
                <a:lnTo>
                  <a:pt x="604723" y="30480"/>
                </a:lnTo>
                <a:lnTo>
                  <a:pt x="603965" y="30548"/>
                </a:lnTo>
                <a:lnTo>
                  <a:pt x="603220" y="30630"/>
                </a:lnTo>
                <a:lnTo>
                  <a:pt x="602488" y="30727"/>
                </a:lnTo>
                <a:lnTo>
                  <a:pt x="601768" y="30839"/>
                </a:lnTo>
                <a:lnTo>
                  <a:pt x="601060" y="30966"/>
                </a:lnTo>
                <a:lnTo>
                  <a:pt x="600366" y="31108"/>
                </a:lnTo>
                <a:lnTo>
                  <a:pt x="599683" y="31265"/>
                </a:lnTo>
                <a:lnTo>
                  <a:pt x="599014" y="31436"/>
                </a:lnTo>
                <a:lnTo>
                  <a:pt x="598357" y="31623"/>
                </a:lnTo>
                <a:lnTo>
                  <a:pt x="597712" y="31825"/>
                </a:lnTo>
                <a:lnTo>
                  <a:pt x="597080" y="32041"/>
                </a:lnTo>
                <a:lnTo>
                  <a:pt x="596461" y="32273"/>
                </a:lnTo>
                <a:lnTo>
                  <a:pt x="595854" y="32519"/>
                </a:lnTo>
                <a:lnTo>
                  <a:pt x="595260" y="32780"/>
                </a:lnTo>
                <a:lnTo>
                  <a:pt x="594678" y="33057"/>
                </a:lnTo>
                <a:lnTo>
                  <a:pt x="594109" y="33348"/>
                </a:lnTo>
                <a:lnTo>
                  <a:pt x="593553" y="33654"/>
                </a:lnTo>
                <a:lnTo>
                  <a:pt x="593009" y="33975"/>
                </a:lnTo>
                <a:lnTo>
                  <a:pt x="592478" y="34311"/>
                </a:lnTo>
                <a:lnTo>
                  <a:pt x="591959" y="34662"/>
                </a:lnTo>
                <a:lnTo>
                  <a:pt x="591451" y="35024"/>
                </a:lnTo>
                <a:lnTo>
                  <a:pt x="590952" y="35393"/>
                </a:lnTo>
                <a:lnTo>
                  <a:pt x="590462" y="35769"/>
                </a:lnTo>
                <a:lnTo>
                  <a:pt x="589982" y="36152"/>
                </a:lnTo>
                <a:lnTo>
                  <a:pt x="589510" y="36542"/>
                </a:lnTo>
                <a:lnTo>
                  <a:pt x="589047" y="36939"/>
                </a:lnTo>
                <a:lnTo>
                  <a:pt x="588594" y="37343"/>
                </a:lnTo>
                <a:lnTo>
                  <a:pt x="588149" y="37754"/>
                </a:lnTo>
                <a:lnTo>
                  <a:pt x="587714" y="38173"/>
                </a:lnTo>
                <a:lnTo>
                  <a:pt x="587288" y="38598"/>
                </a:lnTo>
                <a:lnTo>
                  <a:pt x="586870" y="39030"/>
                </a:lnTo>
                <a:lnTo>
                  <a:pt x="586462" y="39469"/>
                </a:lnTo>
                <a:lnTo>
                  <a:pt x="586063" y="39916"/>
                </a:lnTo>
                <a:lnTo>
                  <a:pt x="585673" y="40369"/>
                </a:lnTo>
                <a:lnTo>
                  <a:pt x="585292" y="40829"/>
                </a:lnTo>
                <a:lnTo>
                  <a:pt x="584920" y="41297"/>
                </a:lnTo>
                <a:lnTo>
                  <a:pt x="584557" y="41771"/>
                </a:lnTo>
                <a:lnTo>
                  <a:pt x="584204" y="42252"/>
                </a:lnTo>
                <a:lnTo>
                  <a:pt x="583859" y="42741"/>
                </a:lnTo>
                <a:lnTo>
                  <a:pt x="583523" y="43236"/>
                </a:lnTo>
                <a:lnTo>
                  <a:pt x="583197" y="43739"/>
                </a:lnTo>
                <a:lnTo>
                  <a:pt x="582879" y="44248"/>
                </a:lnTo>
                <a:lnTo>
                  <a:pt x="582571" y="44765"/>
                </a:lnTo>
                <a:lnTo>
                  <a:pt x="582271" y="45289"/>
                </a:lnTo>
                <a:lnTo>
                  <a:pt x="581766" y="31879"/>
                </a:lnTo>
                <a:lnTo>
                  <a:pt x="568541" y="31879"/>
                </a:lnTo>
                <a:lnTo>
                  <a:pt x="568541" y="117396"/>
                </a:lnTo>
                <a:lnTo>
                  <a:pt x="582608" y="117396"/>
                </a:lnTo>
                <a:lnTo>
                  <a:pt x="582608" y="56524"/>
                </a:lnTo>
                <a:lnTo>
                  <a:pt x="582841" y="56199"/>
                </a:lnTo>
                <a:lnTo>
                  <a:pt x="583076" y="55878"/>
                </a:lnTo>
                <a:lnTo>
                  <a:pt x="583313" y="55560"/>
                </a:lnTo>
                <a:close/>
                <a:moveTo>
                  <a:pt x="404825" y="118760"/>
                </a:moveTo>
                <a:lnTo>
                  <a:pt x="405615" y="118692"/>
                </a:lnTo>
                <a:lnTo>
                  <a:pt x="406394" y="118612"/>
                </a:lnTo>
                <a:lnTo>
                  <a:pt x="407164" y="118520"/>
                </a:lnTo>
                <a:lnTo>
                  <a:pt x="407924" y="118415"/>
                </a:lnTo>
                <a:lnTo>
                  <a:pt x="408675" y="118298"/>
                </a:lnTo>
                <a:lnTo>
                  <a:pt x="409416" y="118168"/>
                </a:lnTo>
                <a:lnTo>
                  <a:pt x="410148" y="118026"/>
                </a:lnTo>
                <a:lnTo>
                  <a:pt x="410869" y="117872"/>
                </a:lnTo>
                <a:lnTo>
                  <a:pt x="411581" y="117706"/>
                </a:lnTo>
                <a:lnTo>
                  <a:pt x="412284" y="117527"/>
                </a:lnTo>
                <a:lnTo>
                  <a:pt x="412977" y="117336"/>
                </a:lnTo>
                <a:lnTo>
                  <a:pt x="413660" y="117133"/>
                </a:lnTo>
                <a:lnTo>
                  <a:pt x="414333" y="116917"/>
                </a:lnTo>
                <a:lnTo>
                  <a:pt x="414997" y="116689"/>
                </a:lnTo>
                <a:lnTo>
                  <a:pt x="415651" y="116449"/>
                </a:lnTo>
                <a:lnTo>
                  <a:pt x="416296" y="116196"/>
                </a:lnTo>
                <a:lnTo>
                  <a:pt x="416930" y="115931"/>
                </a:lnTo>
                <a:lnTo>
                  <a:pt x="417556" y="115654"/>
                </a:lnTo>
                <a:lnTo>
                  <a:pt x="418171" y="115364"/>
                </a:lnTo>
                <a:lnTo>
                  <a:pt x="418776" y="115063"/>
                </a:lnTo>
                <a:lnTo>
                  <a:pt x="419370" y="114751"/>
                </a:lnTo>
                <a:lnTo>
                  <a:pt x="419953" y="114429"/>
                </a:lnTo>
                <a:lnTo>
                  <a:pt x="420524" y="114097"/>
                </a:lnTo>
                <a:lnTo>
                  <a:pt x="421084" y="113754"/>
                </a:lnTo>
                <a:lnTo>
                  <a:pt x="421633" y="113401"/>
                </a:lnTo>
                <a:lnTo>
                  <a:pt x="422170" y="113038"/>
                </a:lnTo>
                <a:lnTo>
                  <a:pt x="422697" y="112665"/>
                </a:lnTo>
                <a:lnTo>
                  <a:pt x="423212" y="112281"/>
                </a:lnTo>
                <a:lnTo>
                  <a:pt x="423715" y="111886"/>
                </a:lnTo>
                <a:lnTo>
                  <a:pt x="424208" y="111482"/>
                </a:lnTo>
                <a:lnTo>
                  <a:pt x="424689" y="111067"/>
                </a:lnTo>
                <a:lnTo>
                  <a:pt x="425159" y="110641"/>
                </a:lnTo>
                <a:lnTo>
                  <a:pt x="425618" y="110206"/>
                </a:lnTo>
                <a:lnTo>
                  <a:pt x="426065" y="109760"/>
                </a:lnTo>
                <a:lnTo>
                  <a:pt x="426501" y="109303"/>
                </a:lnTo>
                <a:lnTo>
                  <a:pt x="426926" y="108837"/>
                </a:lnTo>
                <a:lnTo>
                  <a:pt x="427340" y="108360"/>
                </a:lnTo>
                <a:lnTo>
                  <a:pt x="427742" y="107872"/>
                </a:lnTo>
                <a:lnTo>
                  <a:pt x="428133" y="107375"/>
                </a:lnTo>
                <a:lnTo>
                  <a:pt x="428513" y="106867"/>
                </a:lnTo>
                <a:lnTo>
                  <a:pt x="428882" y="106348"/>
                </a:lnTo>
                <a:lnTo>
                  <a:pt x="429239" y="105820"/>
                </a:lnTo>
                <a:lnTo>
                  <a:pt x="429585" y="105281"/>
                </a:lnTo>
                <a:lnTo>
                  <a:pt x="429919" y="104732"/>
                </a:lnTo>
                <a:lnTo>
                  <a:pt x="430240" y="104174"/>
                </a:lnTo>
                <a:lnTo>
                  <a:pt x="430547" y="103608"/>
                </a:lnTo>
                <a:lnTo>
                  <a:pt x="430841" y="103033"/>
                </a:lnTo>
                <a:lnTo>
                  <a:pt x="431121" y="102450"/>
                </a:lnTo>
                <a:lnTo>
                  <a:pt x="431389" y="101858"/>
                </a:lnTo>
                <a:lnTo>
                  <a:pt x="431643" y="101257"/>
                </a:lnTo>
                <a:lnTo>
                  <a:pt x="431883" y="100647"/>
                </a:lnTo>
                <a:lnTo>
                  <a:pt x="432111" y="100029"/>
                </a:lnTo>
                <a:lnTo>
                  <a:pt x="432325" y="99402"/>
                </a:lnTo>
                <a:lnTo>
                  <a:pt x="432525" y="98767"/>
                </a:lnTo>
                <a:lnTo>
                  <a:pt x="432713" y="98122"/>
                </a:lnTo>
                <a:lnTo>
                  <a:pt x="432887" y="97470"/>
                </a:lnTo>
                <a:lnTo>
                  <a:pt x="433048" y="96808"/>
                </a:lnTo>
                <a:lnTo>
                  <a:pt x="433195" y="96138"/>
                </a:lnTo>
                <a:lnTo>
                  <a:pt x="433329" y="95459"/>
                </a:lnTo>
                <a:lnTo>
                  <a:pt x="433450" y="94771"/>
                </a:lnTo>
                <a:lnTo>
                  <a:pt x="433558" y="94075"/>
                </a:lnTo>
                <a:lnTo>
                  <a:pt x="433652" y="93370"/>
                </a:lnTo>
                <a:lnTo>
                  <a:pt x="433733" y="92656"/>
                </a:lnTo>
                <a:lnTo>
                  <a:pt x="433801" y="91934"/>
                </a:lnTo>
                <a:lnTo>
                  <a:pt x="433855" y="91203"/>
                </a:lnTo>
                <a:lnTo>
                  <a:pt x="433896" y="90464"/>
                </a:lnTo>
                <a:lnTo>
                  <a:pt x="433924" y="89715"/>
                </a:lnTo>
                <a:lnTo>
                  <a:pt x="420024" y="89715"/>
                </a:lnTo>
                <a:lnTo>
                  <a:pt x="419995" y="90449"/>
                </a:lnTo>
                <a:lnTo>
                  <a:pt x="419949" y="91168"/>
                </a:lnTo>
                <a:lnTo>
                  <a:pt x="419887" y="91872"/>
                </a:lnTo>
                <a:lnTo>
                  <a:pt x="419808" y="92562"/>
                </a:lnTo>
                <a:lnTo>
                  <a:pt x="419713" y="93238"/>
                </a:lnTo>
                <a:lnTo>
                  <a:pt x="419601" y="93899"/>
                </a:lnTo>
                <a:lnTo>
                  <a:pt x="419472" y="94546"/>
                </a:lnTo>
                <a:lnTo>
                  <a:pt x="419327" y="95178"/>
                </a:lnTo>
                <a:lnTo>
                  <a:pt x="419166" y="95795"/>
                </a:lnTo>
                <a:lnTo>
                  <a:pt x="418988" y="96398"/>
                </a:lnTo>
                <a:lnTo>
                  <a:pt x="418793" y="96987"/>
                </a:lnTo>
                <a:lnTo>
                  <a:pt x="418582" y="97561"/>
                </a:lnTo>
                <a:lnTo>
                  <a:pt x="418354" y="98121"/>
                </a:lnTo>
                <a:lnTo>
                  <a:pt x="418110" y="98666"/>
                </a:lnTo>
                <a:lnTo>
                  <a:pt x="417849" y="99196"/>
                </a:lnTo>
                <a:lnTo>
                  <a:pt x="417572" y="99713"/>
                </a:lnTo>
                <a:lnTo>
                  <a:pt x="417278" y="100214"/>
                </a:lnTo>
                <a:lnTo>
                  <a:pt x="416968" y="100701"/>
                </a:lnTo>
                <a:lnTo>
                  <a:pt x="416641" y="101174"/>
                </a:lnTo>
                <a:lnTo>
                  <a:pt x="416298" y="101632"/>
                </a:lnTo>
                <a:lnTo>
                  <a:pt x="415938" y="102076"/>
                </a:lnTo>
                <a:lnTo>
                  <a:pt x="415562" y="102505"/>
                </a:lnTo>
                <a:lnTo>
                  <a:pt x="415169" y="102920"/>
                </a:lnTo>
                <a:lnTo>
                  <a:pt x="414760" y="103320"/>
                </a:lnTo>
                <a:lnTo>
                  <a:pt x="414335" y="103704"/>
                </a:lnTo>
                <a:lnTo>
                  <a:pt x="413896" y="104073"/>
                </a:lnTo>
                <a:lnTo>
                  <a:pt x="413444" y="104425"/>
                </a:lnTo>
                <a:lnTo>
                  <a:pt x="412978" y="104760"/>
                </a:lnTo>
                <a:lnTo>
                  <a:pt x="412498" y="105080"/>
                </a:lnTo>
                <a:lnTo>
                  <a:pt x="412003" y="105382"/>
                </a:lnTo>
                <a:lnTo>
                  <a:pt x="411495" y="105669"/>
                </a:lnTo>
                <a:lnTo>
                  <a:pt x="410974" y="105939"/>
                </a:lnTo>
                <a:lnTo>
                  <a:pt x="410438" y="106193"/>
                </a:lnTo>
                <a:lnTo>
                  <a:pt x="409888" y="106430"/>
                </a:lnTo>
                <a:lnTo>
                  <a:pt x="409325" y="106651"/>
                </a:lnTo>
                <a:lnTo>
                  <a:pt x="408747" y="106856"/>
                </a:lnTo>
                <a:lnTo>
                  <a:pt x="408156" y="107044"/>
                </a:lnTo>
                <a:lnTo>
                  <a:pt x="407551" y="107216"/>
                </a:lnTo>
                <a:lnTo>
                  <a:pt x="406931" y="107372"/>
                </a:lnTo>
                <a:lnTo>
                  <a:pt x="406298" y="107511"/>
                </a:lnTo>
                <a:lnTo>
                  <a:pt x="405651" y="107634"/>
                </a:lnTo>
                <a:lnTo>
                  <a:pt x="404991" y="107740"/>
                </a:lnTo>
                <a:lnTo>
                  <a:pt x="404316" y="107830"/>
                </a:lnTo>
                <a:lnTo>
                  <a:pt x="403627" y="107904"/>
                </a:lnTo>
                <a:lnTo>
                  <a:pt x="402925" y="107961"/>
                </a:lnTo>
                <a:lnTo>
                  <a:pt x="402208" y="108002"/>
                </a:lnTo>
                <a:lnTo>
                  <a:pt x="401478" y="108026"/>
                </a:lnTo>
                <a:lnTo>
                  <a:pt x="400734" y="108035"/>
                </a:lnTo>
                <a:lnTo>
                  <a:pt x="400045" y="108027"/>
                </a:lnTo>
                <a:lnTo>
                  <a:pt x="399366" y="108005"/>
                </a:lnTo>
                <a:lnTo>
                  <a:pt x="398698" y="107968"/>
                </a:lnTo>
                <a:lnTo>
                  <a:pt x="398042" y="107916"/>
                </a:lnTo>
                <a:lnTo>
                  <a:pt x="397396" y="107849"/>
                </a:lnTo>
                <a:lnTo>
                  <a:pt x="396762" y="107768"/>
                </a:lnTo>
                <a:lnTo>
                  <a:pt x="396138" y="107672"/>
                </a:lnTo>
                <a:lnTo>
                  <a:pt x="395525" y="107561"/>
                </a:lnTo>
                <a:lnTo>
                  <a:pt x="394924" y="107435"/>
                </a:lnTo>
                <a:lnTo>
                  <a:pt x="394333" y="107294"/>
                </a:lnTo>
                <a:lnTo>
                  <a:pt x="393753" y="107138"/>
                </a:lnTo>
                <a:lnTo>
                  <a:pt x="393184" y="106968"/>
                </a:lnTo>
                <a:lnTo>
                  <a:pt x="392626" y="106783"/>
                </a:lnTo>
                <a:lnTo>
                  <a:pt x="392079" y="106583"/>
                </a:lnTo>
                <a:lnTo>
                  <a:pt x="391544" y="106368"/>
                </a:lnTo>
                <a:lnTo>
                  <a:pt x="391019" y="106138"/>
                </a:lnTo>
                <a:lnTo>
                  <a:pt x="390505" y="105894"/>
                </a:lnTo>
                <a:lnTo>
                  <a:pt x="390002" y="105635"/>
                </a:lnTo>
                <a:lnTo>
                  <a:pt x="389510" y="105360"/>
                </a:lnTo>
                <a:lnTo>
                  <a:pt x="389028" y="105072"/>
                </a:lnTo>
                <a:lnTo>
                  <a:pt x="388558" y="104768"/>
                </a:lnTo>
                <a:lnTo>
                  <a:pt x="388099" y="104449"/>
                </a:lnTo>
                <a:lnTo>
                  <a:pt x="387651" y="104116"/>
                </a:lnTo>
                <a:lnTo>
                  <a:pt x="387214" y="103768"/>
                </a:lnTo>
                <a:lnTo>
                  <a:pt x="386787" y="103407"/>
                </a:lnTo>
                <a:lnTo>
                  <a:pt x="386370" y="103037"/>
                </a:lnTo>
                <a:lnTo>
                  <a:pt x="385963" y="102657"/>
                </a:lnTo>
                <a:lnTo>
                  <a:pt x="385565" y="102267"/>
                </a:lnTo>
                <a:lnTo>
                  <a:pt x="385178" y="101867"/>
                </a:lnTo>
                <a:lnTo>
                  <a:pt x="384800" y="101458"/>
                </a:lnTo>
                <a:lnTo>
                  <a:pt x="384432" y="101039"/>
                </a:lnTo>
                <a:lnTo>
                  <a:pt x="384074" y="100610"/>
                </a:lnTo>
                <a:lnTo>
                  <a:pt x="383725" y="100172"/>
                </a:lnTo>
                <a:lnTo>
                  <a:pt x="383387" y="99724"/>
                </a:lnTo>
                <a:lnTo>
                  <a:pt x="383058" y="99266"/>
                </a:lnTo>
                <a:lnTo>
                  <a:pt x="382739" y="98798"/>
                </a:lnTo>
                <a:lnTo>
                  <a:pt x="382430" y="98321"/>
                </a:lnTo>
                <a:lnTo>
                  <a:pt x="382130" y="97834"/>
                </a:lnTo>
                <a:lnTo>
                  <a:pt x="381840" y="97338"/>
                </a:lnTo>
                <a:lnTo>
                  <a:pt x="381561" y="96831"/>
                </a:lnTo>
                <a:lnTo>
                  <a:pt x="381291" y="96315"/>
                </a:lnTo>
                <a:lnTo>
                  <a:pt x="381030" y="95789"/>
                </a:lnTo>
                <a:lnTo>
                  <a:pt x="380780" y="95253"/>
                </a:lnTo>
                <a:lnTo>
                  <a:pt x="380539" y="94708"/>
                </a:lnTo>
                <a:lnTo>
                  <a:pt x="380308" y="94153"/>
                </a:lnTo>
                <a:lnTo>
                  <a:pt x="380087" y="93588"/>
                </a:lnTo>
                <a:lnTo>
                  <a:pt x="379876" y="93014"/>
                </a:lnTo>
                <a:lnTo>
                  <a:pt x="379675" y="92430"/>
                </a:lnTo>
                <a:lnTo>
                  <a:pt x="379482" y="91838"/>
                </a:lnTo>
                <a:lnTo>
                  <a:pt x="379297" y="91242"/>
                </a:lnTo>
                <a:lnTo>
                  <a:pt x="379120" y="90641"/>
                </a:lnTo>
                <a:lnTo>
                  <a:pt x="378952" y="90035"/>
                </a:lnTo>
                <a:lnTo>
                  <a:pt x="378791" y="89425"/>
                </a:lnTo>
                <a:lnTo>
                  <a:pt x="378637" y="88809"/>
                </a:lnTo>
                <a:lnTo>
                  <a:pt x="378492" y="88189"/>
                </a:lnTo>
                <a:lnTo>
                  <a:pt x="378355" y="87564"/>
                </a:lnTo>
                <a:lnTo>
                  <a:pt x="378225" y="86935"/>
                </a:lnTo>
                <a:lnTo>
                  <a:pt x="378104" y="86300"/>
                </a:lnTo>
                <a:lnTo>
                  <a:pt x="377990" y="85661"/>
                </a:lnTo>
                <a:lnTo>
                  <a:pt x="377885" y="85017"/>
                </a:lnTo>
                <a:lnTo>
                  <a:pt x="377787" y="84368"/>
                </a:lnTo>
                <a:lnTo>
                  <a:pt x="377697" y="83714"/>
                </a:lnTo>
                <a:lnTo>
                  <a:pt x="377615" y="83056"/>
                </a:lnTo>
                <a:lnTo>
                  <a:pt x="377541" y="82393"/>
                </a:lnTo>
                <a:lnTo>
                  <a:pt x="377474" y="81725"/>
                </a:lnTo>
                <a:lnTo>
                  <a:pt x="377416" y="81052"/>
                </a:lnTo>
                <a:lnTo>
                  <a:pt x="377366" y="80374"/>
                </a:lnTo>
                <a:lnTo>
                  <a:pt x="377323" y="79692"/>
                </a:lnTo>
                <a:lnTo>
                  <a:pt x="377288" y="79005"/>
                </a:lnTo>
                <a:lnTo>
                  <a:pt x="377262" y="78313"/>
                </a:lnTo>
                <a:lnTo>
                  <a:pt x="377243" y="77616"/>
                </a:lnTo>
                <a:lnTo>
                  <a:pt x="377232" y="76915"/>
                </a:lnTo>
                <a:lnTo>
                  <a:pt x="433587" y="76915"/>
                </a:lnTo>
                <a:lnTo>
                  <a:pt x="433601" y="76847"/>
                </a:lnTo>
                <a:lnTo>
                  <a:pt x="433614" y="76776"/>
                </a:lnTo>
                <a:lnTo>
                  <a:pt x="433627" y="76701"/>
                </a:lnTo>
                <a:lnTo>
                  <a:pt x="433639" y="76623"/>
                </a:lnTo>
                <a:lnTo>
                  <a:pt x="433651" y="76541"/>
                </a:lnTo>
                <a:lnTo>
                  <a:pt x="433663" y="76456"/>
                </a:lnTo>
                <a:lnTo>
                  <a:pt x="433674" y="76367"/>
                </a:lnTo>
                <a:lnTo>
                  <a:pt x="433685" y="76275"/>
                </a:lnTo>
                <a:lnTo>
                  <a:pt x="433695" y="76180"/>
                </a:lnTo>
                <a:lnTo>
                  <a:pt x="433705" y="76080"/>
                </a:lnTo>
                <a:lnTo>
                  <a:pt x="433715" y="75978"/>
                </a:lnTo>
                <a:lnTo>
                  <a:pt x="433724" y="75872"/>
                </a:lnTo>
                <a:lnTo>
                  <a:pt x="433732" y="75762"/>
                </a:lnTo>
                <a:lnTo>
                  <a:pt x="433740" y="75649"/>
                </a:lnTo>
                <a:lnTo>
                  <a:pt x="433748" y="75532"/>
                </a:lnTo>
                <a:lnTo>
                  <a:pt x="433755" y="75412"/>
                </a:lnTo>
                <a:lnTo>
                  <a:pt x="433762" y="75288"/>
                </a:lnTo>
                <a:lnTo>
                  <a:pt x="433768" y="75161"/>
                </a:lnTo>
                <a:lnTo>
                  <a:pt x="433774" y="75030"/>
                </a:lnTo>
                <a:lnTo>
                  <a:pt x="433780" y="74896"/>
                </a:lnTo>
                <a:lnTo>
                  <a:pt x="433785" y="74758"/>
                </a:lnTo>
                <a:lnTo>
                  <a:pt x="433789" y="74617"/>
                </a:lnTo>
                <a:lnTo>
                  <a:pt x="433794" y="74472"/>
                </a:lnTo>
                <a:lnTo>
                  <a:pt x="433797" y="74324"/>
                </a:lnTo>
                <a:lnTo>
                  <a:pt x="433801" y="74175"/>
                </a:lnTo>
                <a:lnTo>
                  <a:pt x="433804" y="74027"/>
                </a:lnTo>
                <a:lnTo>
                  <a:pt x="433807" y="73881"/>
                </a:lnTo>
                <a:lnTo>
                  <a:pt x="433810" y="73737"/>
                </a:lnTo>
                <a:lnTo>
                  <a:pt x="433813" y="73595"/>
                </a:lnTo>
                <a:lnTo>
                  <a:pt x="433816" y="73454"/>
                </a:lnTo>
                <a:lnTo>
                  <a:pt x="433818" y="73315"/>
                </a:lnTo>
                <a:lnTo>
                  <a:pt x="433821" y="73177"/>
                </a:lnTo>
                <a:lnTo>
                  <a:pt x="433823" y="73042"/>
                </a:lnTo>
                <a:lnTo>
                  <a:pt x="433825" y="72908"/>
                </a:lnTo>
                <a:lnTo>
                  <a:pt x="433827" y="72775"/>
                </a:lnTo>
                <a:lnTo>
                  <a:pt x="433829" y="72644"/>
                </a:lnTo>
                <a:lnTo>
                  <a:pt x="433831" y="72515"/>
                </a:lnTo>
                <a:lnTo>
                  <a:pt x="433832" y="72388"/>
                </a:lnTo>
                <a:lnTo>
                  <a:pt x="433833" y="72262"/>
                </a:lnTo>
                <a:lnTo>
                  <a:pt x="433835" y="72138"/>
                </a:lnTo>
                <a:lnTo>
                  <a:pt x="433836" y="72016"/>
                </a:lnTo>
                <a:lnTo>
                  <a:pt x="433837" y="71895"/>
                </a:lnTo>
                <a:lnTo>
                  <a:pt x="433838" y="71776"/>
                </a:lnTo>
                <a:lnTo>
                  <a:pt x="433838" y="71659"/>
                </a:lnTo>
                <a:lnTo>
                  <a:pt x="433839" y="71543"/>
                </a:lnTo>
                <a:lnTo>
                  <a:pt x="433839" y="71429"/>
                </a:lnTo>
                <a:lnTo>
                  <a:pt x="433839" y="71317"/>
                </a:lnTo>
                <a:lnTo>
                  <a:pt x="433839" y="71206"/>
                </a:lnTo>
                <a:lnTo>
                  <a:pt x="433823" y="69575"/>
                </a:lnTo>
                <a:lnTo>
                  <a:pt x="433776" y="67976"/>
                </a:lnTo>
                <a:lnTo>
                  <a:pt x="433696" y="66409"/>
                </a:lnTo>
                <a:lnTo>
                  <a:pt x="433584" y="64874"/>
                </a:lnTo>
                <a:lnTo>
                  <a:pt x="433441" y="63372"/>
                </a:lnTo>
                <a:lnTo>
                  <a:pt x="433266" y="61901"/>
                </a:lnTo>
                <a:lnTo>
                  <a:pt x="433058" y="60462"/>
                </a:lnTo>
                <a:lnTo>
                  <a:pt x="432819" y="59055"/>
                </a:lnTo>
                <a:lnTo>
                  <a:pt x="432548" y="57680"/>
                </a:lnTo>
                <a:lnTo>
                  <a:pt x="432245" y="56338"/>
                </a:lnTo>
                <a:lnTo>
                  <a:pt x="431911" y="55027"/>
                </a:lnTo>
                <a:lnTo>
                  <a:pt x="431544" y="53748"/>
                </a:lnTo>
                <a:lnTo>
                  <a:pt x="431145" y="52502"/>
                </a:lnTo>
                <a:lnTo>
                  <a:pt x="430715" y="51287"/>
                </a:lnTo>
                <a:lnTo>
                  <a:pt x="430253" y="50105"/>
                </a:lnTo>
                <a:lnTo>
                  <a:pt x="429759" y="48954"/>
                </a:lnTo>
                <a:lnTo>
                  <a:pt x="429233" y="47836"/>
                </a:lnTo>
                <a:lnTo>
                  <a:pt x="428675" y="46749"/>
                </a:lnTo>
                <a:lnTo>
                  <a:pt x="428085" y="45695"/>
                </a:lnTo>
                <a:lnTo>
                  <a:pt x="427463" y="44672"/>
                </a:lnTo>
                <a:lnTo>
                  <a:pt x="426810" y="43682"/>
                </a:lnTo>
                <a:lnTo>
                  <a:pt x="426124" y="42724"/>
                </a:lnTo>
                <a:lnTo>
                  <a:pt x="425407" y="41797"/>
                </a:lnTo>
                <a:lnTo>
                  <a:pt x="424658" y="40903"/>
                </a:lnTo>
                <a:lnTo>
                  <a:pt x="423880" y="40043"/>
                </a:lnTo>
                <a:lnTo>
                  <a:pt x="423078" y="39219"/>
                </a:lnTo>
                <a:lnTo>
                  <a:pt x="422251" y="38432"/>
                </a:lnTo>
                <a:lnTo>
                  <a:pt x="421400" y="37682"/>
                </a:lnTo>
                <a:lnTo>
                  <a:pt x="420525" y="36968"/>
                </a:lnTo>
                <a:lnTo>
                  <a:pt x="419624" y="36291"/>
                </a:lnTo>
                <a:lnTo>
                  <a:pt x="418699" y="35650"/>
                </a:lnTo>
                <a:lnTo>
                  <a:pt x="417750" y="35046"/>
                </a:lnTo>
                <a:lnTo>
                  <a:pt x="416776" y="34479"/>
                </a:lnTo>
                <a:lnTo>
                  <a:pt x="415777" y="33948"/>
                </a:lnTo>
                <a:lnTo>
                  <a:pt x="414754" y="33454"/>
                </a:lnTo>
                <a:lnTo>
                  <a:pt x="413707" y="32997"/>
                </a:lnTo>
                <a:lnTo>
                  <a:pt x="412634" y="32576"/>
                </a:lnTo>
                <a:lnTo>
                  <a:pt x="411537" y="32191"/>
                </a:lnTo>
                <a:lnTo>
                  <a:pt x="410416" y="31843"/>
                </a:lnTo>
                <a:lnTo>
                  <a:pt x="409270" y="31532"/>
                </a:lnTo>
                <a:lnTo>
                  <a:pt x="408100" y="31258"/>
                </a:lnTo>
                <a:lnTo>
                  <a:pt x="406904" y="31020"/>
                </a:lnTo>
                <a:lnTo>
                  <a:pt x="405685" y="30819"/>
                </a:lnTo>
                <a:lnTo>
                  <a:pt x="404440" y="30654"/>
                </a:lnTo>
                <a:lnTo>
                  <a:pt x="403172" y="30526"/>
                </a:lnTo>
                <a:lnTo>
                  <a:pt x="401878" y="30434"/>
                </a:lnTo>
                <a:lnTo>
                  <a:pt x="400560" y="30379"/>
                </a:lnTo>
                <a:lnTo>
                  <a:pt x="399218" y="30361"/>
                </a:lnTo>
                <a:lnTo>
                  <a:pt x="398214" y="30371"/>
                </a:lnTo>
                <a:lnTo>
                  <a:pt x="397224" y="30400"/>
                </a:lnTo>
                <a:lnTo>
                  <a:pt x="396249" y="30449"/>
                </a:lnTo>
                <a:lnTo>
                  <a:pt x="395288" y="30517"/>
                </a:lnTo>
                <a:lnTo>
                  <a:pt x="394341" y="30605"/>
                </a:lnTo>
                <a:lnTo>
                  <a:pt x="393408" y="30712"/>
                </a:lnTo>
                <a:lnTo>
                  <a:pt x="392489" y="30839"/>
                </a:lnTo>
                <a:lnTo>
                  <a:pt x="391585" y="30985"/>
                </a:lnTo>
                <a:lnTo>
                  <a:pt x="390695" y="31151"/>
                </a:lnTo>
                <a:lnTo>
                  <a:pt x="389819" y="31336"/>
                </a:lnTo>
                <a:lnTo>
                  <a:pt x="388957" y="31541"/>
                </a:lnTo>
                <a:lnTo>
                  <a:pt x="388109" y="31765"/>
                </a:lnTo>
                <a:lnTo>
                  <a:pt x="387275" y="32009"/>
                </a:lnTo>
                <a:lnTo>
                  <a:pt x="386456" y="32272"/>
                </a:lnTo>
                <a:lnTo>
                  <a:pt x="385651" y="32555"/>
                </a:lnTo>
                <a:lnTo>
                  <a:pt x="384860" y="32857"/>
                </a:lnTo>
                <a:lnTo>
                  <a:pt x="384083" y="33179"/>
                </a:lnTo>
                <a:lnTo>
                  <a:pt x="383321" y="33520"/>
                </a:lnTo>
                <a:lnTo>
                  <a:pt x="382572" y="33881"/>
                </a:lnTo>
                <a:lnTo>
                  <a:pt x="381838" y="34261"/>
                </a:lnTo>
                <a:lnTo>
                  <a:pt x="381118" y="34661"/>
                </a:lnTo>
                <a:lnTo>
                  <a:pt x="380412" y="35080"/>
                </a:lnTo>
                <a:lnTo>
                  <a:pt x="379720" y="35519"/>
                </a:lnTo>
                <a:lnTo>
                  <a:pt x="379043" y="35977"/>
                </a:lnTo>
                <a:lnTo>
                  <a:pt x="378380" y="36453"/>
                </a:lnTo>
                <a:lnTo>
                  <a:pt x="377730" y="36944"/>
                </a:lnTo>
                <a:lnTo>
                  <a:pt x="377095" y="37449"/>
                </a:lnTo>
                <a:lnTo>
                  <a:pt x="376475" y="37970"/>
                </a:lnTo>
                <a:lnTo>
                  <a:pt x="375868" y="38506"/>
                </a:lnTo>
                <a:lnTo>
                  <a:pt x="375276" y="39057"/>
                </a:lnTo>
                <a:lnTo>
                  <a:pt x="374698" y="39623"/>
                </a:lnTo>
                <a:lnTo>
                  <a:pt x="374134" y="40204"/>
                </a:lnTo>
                <a:lnTo>
                  <a:pt x="373584" y="40801"/>
                </a:lnTo>
                <a:lnTo>
                  <a:pt x="373048" y="41412"/>
                </a:lnTo>
                <a:lnTo>
                  <a:pt x="372527" y="42038"/>
                </a:lnTo>
                <a:lnTo>
                  <a:pt x="372020" y="42680"/>
                </a:lnTo>
                <a:lnTo>
                  <a:pt x="371526" y="43337"/>
                </a:lnTo>
                <a:lnTo>
                  <a:pt x="371048" y="44008"/>
                </a:lnTo>
                <a:lnTo>
                  <a:pt x="370583" y="44695"/>
                </a:lnTo>
                <a:lnTo>
                  <a:pt x="370132" y="45397"/>
                </a:lnTo>
                <a:lnTo>
                  <a:pt x="369696" y="46114"/>
                </a:lnTo>
                <a:lnTo>
                  <a:pt x="369274" y="46846"/>
                </a:lnTo>
                <a:lnTo>
                  <a:pt x="368866" y="47593"/>
                </a:lnTo>
                <a:lnTo>
                  <a:pt x="368472" y="48356"/>
                </a:lnTo>
                <a:lnTo>
                  <a:pt x="368093" y="49133"/>
                </a:lnTo>
                <a:lnTo>
                  <a:pt x="367727" y="49926"/>
                </a:lnTo>
                <a:lnTo>
                  <a:pt x="367376" y="50733"/>
                </a:lnTo>
                <a:lnTo>
                  <a:pt x="367039" y="51556"/>
                </a:lnTo>
                <a:lnTo>
                  <a:pt x="366716" y="52391"/>
                </a:lnTo>
                <a:lnTo>
                  <a:pt x="366407" y="53238"/>
                </a:lnTo>
                <a:lnTo>
                  <a:pt x="366111" y="54095"/>
                </a:lnTo>
                <a:lnTo>
                  <a:pt x="365829" y="54963"/>
                </a:lnTo>
                <a:lnTo>
                  <a:pt x="365561" y="55842"/>
                </a:lnTo>
                <a:lnTo>
                  <a:pt x="365307" y="56731"/>
                </a:lnTo>
                <a:lnTo>
                  <a:pt x="365066" y="57632"/>
                </a:lnTo>
                <a:lnTo>
                  <a:pt x="364839" y="58543"/>
                </a:lnTo>
                <a:lnTo>
                  <a:pt x="364626" y="59465"/>
                </a:lnTo>
                <a:lnTo>
                  <a:pt x="364427" y="60398"/>
                </a:lnTo>
                <a:lnTo>
                  <a:pt x="364241" y="61342"/>
                </a:lnTo>
                <a:lnTo>
                  <a:pt x="364070" y="62296"/>
                </a:lnTo>
                <a:lnTo>
                  <a:pt x="363911" y="63261"/>
                </a:lnTo>
                <a:lnTo>
                  <a:pt x="363767" y="64237"/>
                </a:lnTo>
                <a:lnTo>
                  <a:pt x="363637" y="65224"/>
                </a:lnTo>
                <a:lnTo>
                  <a:pt x="363520" y="66222"/>
                </a:lnTo>
                <a:lnTo>
                  <a:pt x="363417" y="67231"/>
                </a:lnTo>
                <a:lnTo>
                  <a:pt x="363327" y="68250"/>
                </a:lnTo>
                <a:lnTo>
                  <a:pt x="363252" y="69280"/>
                </a:lnTo>
                <a:lnTo>
                  <a:pt x="363190" y="70321"/>
                </a:lnTo>
                <a:lnTo>
                  <a:pt x="363142" y="71373"/>
                </a:lnTo>
                <a:lnTo>
                  <a:pt x="363107" y="72435"/>
                </a:lnTo>
                <a:lnTo>
                  <a:pt x="363087" y="73509"/>
                </a:lnTo>
                <a:lnTo>
                  <a:pt x="363080" y="74593"/>
                </a:lnTo>
                <a:lnTo>
                  <a:pt x="363087" y="75634"/>
                </a:lnTo>
                <a:lnTo>
                  <a:pt x="363108" y="76667"/>
                </a:lnTo>
                <a:lnTo>
                  <a:pt x="363144" y="77691"/>
                </a:lnTo>
                <a:lnTo>
                  <a:pt x="363193" y="78707"/>
                </a:lnTo>
                <a:lnTo>
                  <a:pt x="363257" y="79713"/>
                </a:lnTo>
                <a:lnTo>
                  <a:pt x="363335" y="80712"/>
                </a:lnTo>
                <a:lnTo>
                  <a:pt x="363427" y="81701"/>
                </a:lnTo>
                <a:lnTo>
                  <a:pt x="363534" y="82682"/>
                </a:lnTo>
                <a:lnTo>
                  <a:pt x="363654" y="83654"/>
                </a:lnTo>
                <a:lnTo>
                  <a:pt x="363789" y="84617"/>
                </a:lnTo>
                <a:lnTo>
                  <a:pt x="363938" y="85572"/>
                </a:lnTo>
                <a:lnTo>
                  <a:pt x="364101" y="86518"/>
                </a:lnTo>
                <a:lnTo>
                  <a:pt x="364278" y="87455"/>
                </a:lnTo>
                <a:lnTo>
                  <a:pt x="364470" y="88384"/>
                </a:lnTo>
                <a:lnTo>
                  <a:pt x="364676" y="89304"/>
                </a:lnTo>
                <a:lnTo>
                  <a:pt x="364896" y="90215"/>
                </a:lnTo>
                <a:lnTo>
                  <a:pt x="365130" y="91117"/>
                </a:lnTo>
                <a:lnTo>
                  <a:pt x="365378" y="92011"/>
                </a:lnTo>
                <a:lnTo>
                  <a:pt x="365640" y="92896"/>
                </a:lnTo>
                <a:lnTo>
                  <a:pt x="365917" y="93773"/>
                </a:lnTo>
                <a:lnTo>
                  <a:pt x="366208" y="94641"/>
                </a:lnTo>
                <a:lnTo>
                  <a:pt x="366513" y="95500"/>
                </a:lnTo>
                <a:lnTo>
                  <a:pt x="366832" y="96350"/>
                </a:lnTo>
                <a:lnTo>
                  <a:pt x="367165" y="97192"/>
                </a:lnTo>
                <a:lnTo>
                  <a:pt x="367513" y="98022"/>
                </a:lnTo>
                <a:lnTo>
                  <a:pt x="367876" y="98838"/>
                </a:lnTo>
                <a:lnTo>
                  <a:pt x="368253" y="99639"/>
                </a:lnTo>
                <a:lnTo>
                  <a:pt x="368645" y="100425"/>
                </a:lnTo>
                <a:lnTo>
                  <a:pt x="369052" y="101197"/>
                </a:lnTo>
                <a:lnTo>
                  <a:pt x="369474" y="101954"/>
                </a:lnTo>
                <a:lnTo>
                  <a:pt x="369910" y="102696"/>
                </a:lnTo>
                <a:lnTo>
                  <a:pt x="370362" y="103424"/>
                </a:lnTo>
                <a:lnTo>
                  <a:pt x="370828" y="104137"/>
                </a:lnTo>
                <a:lnTo>
                  <a:pt x="371308" y="104835"/>
                </a:lnTo>
                <a:lnTo>
                  <a:pt x="371804" y="105519"/>
                </a:lnTo>
                <a:lnTo>
                  <a:pt x="372314" y="106188"/>
                </a:lnTo>
                <a:lnTo>
                  <a:pt x="372839" y="106843"/>
                </a:lnTo>
                <a:lnTo>
                  <a:pt x="373379" y="107483"/>
                </a:lnTo>
                <a:lnTo>
                  <a:pt x="373934" y="108108"/>
                </a:lnTo>
                <a:lnTo>
                  <a:pt x="374503" y="108719"/>
                </a:lnTo>
                <a:lnTo>
                  <a:pt x="375088" y="109315"/>
                </a:lnTo>
                <a:lnTo>
                  <a:pt x="375686" y="109897"/>
                </a:lnTo>
                <a:lnTo>
                  <a:pt x="376300" y="110464"/>
                </a:lnTo>
                <a:lnTo>
                  <a:pt x="376929" y="111016"/>
                </a:lnTo>
                <a:lnTo>
                  <a:pt x="377572" y="111554"/>
                </a:lnTo>
                <a:lnTo>
                  <a:pt x="378230" y="112077"/>
                </a:lnTo>
                <a:lnTo>
                  <a:pt x="378903" y="112585"/>
                </a:lnTo>
                <a:lnTo>
                  <a:pt x="379590" y="113079"/>
                </a:lnTo>
                <a:lnTo>
                  <a:pt x="380293" y="113555"/>
                </a:lnTo>
                <a:lnTo>
                  <a:pt x="381011" y="114011"/>
                </a:lnTo>
                <a:lnTo>
                  <a:pt x="381745" y="114447"/>
                </a:lnTo>
                <a:lnTo>
                  <a:pt x="382494" y="114862"/>
                </a:lnTo>
                <a:lnTo>
                  <a:pt x="383259" y="115257"/>
                </a:lnTo>
                <a:lnTo>
                  <a:pt x="384039" y="115632"/>
                </a:lnTo>
                <a:lnTo>
                  <a:pt x="384835" y="115986"/>
                </a:lnTo>
                <a:lnTo>
                  <a:pt x="385646" y="116321"/>
                </a:lnTo>
                <a:lnTo>
                  <a:pt x="386473" y="116635"/>
                </a:lnTo>
                <a:lnTo>
                  <a:pt x="387315" y="116928"/>
                </a:lnTo>
                <a:lnTo>
                  <a:pt x="388173" y="117202"/>
                </a:lnTo>
                <a:lnTo>
                  <a:pt x="389046" y="117455"/>
                </a:lnTo>
                <a:lnTo>
                  <a:pt x="389935" y="117688"/>
                </a:lnTo>
                <a:lnTo>
                  <a:pt x="390839" y="117901"/>
                </a:lnTo>
                <a:lnTo>
                  <a:pt x="391759" y="118093"/>
                </a:lnTo>
                <a:lnTo>
                  <a:pt x="392694" y="118266"/>
                </a:lnTo>
                <a:lnTo>
                  <a:pt x="393645" y="118418"/>
                </a:lnTo>
                <a:lnTo>
                  <a:pt x="394611" y="118549"/>
                </a:lnTo>
                <a:lnTo>
                  <a:pt x="395593" y="118661"/>
                </a:lnTo>
                <a:lnTo>
                  <a:pt x="396590" y="118752"/>
                </a:lnTo>
                <a:lnTo>
                  <a:pt x="397603" y="118823"/>
                </a:lnTo>
                <a:lnTo>
                  <a:pt x="398631" y="118873"/>
                </a:lnTo>
                <a:lnTo>
                  <a:pt x="399675" y="118904"/>
                </a:lnTo>
                <a:lnTo>
                  <a:pt x="400734" y="118914"/>
                </a:lnTo>
                <a:lnTo>
                  <a:pt x="401572" y="118908"/>
                </a:lnTo>
                <a:lnTo>
                  <a:pt x="402399" y="118889"/>
                </a:lnTo>
                <a:lnTo>
                  <a:pt x="403218" y="118859"/>
                </a:lnTo>
                <a:lnTo>
                  <a:pt x="404026" y="118815"/>
                </a:lnTo>
                <a:lnTo>
                  <a:pt x="404825" y="118760"/>
                </a:lnTo>
                <a:close/>
                <a:moveTo>
                  <a:pt x="377933" y="61692"/>
                </a:moveTo>
                <a:lnTo>
                  <a:pt x="378103" y="60767"/>
                </a:lnTo>
                <a:lnTo>
                  <a:pt x="378289" y="59864"/>
                </a:lnTo>
                <a:lnTo>
                  <a:pt x="378491" y="58980"/>
                </a:lnTo>
                <a:lnTo>
                  <a:pt x="378708" y="58118"/>
                </a:lnTo>
                <a:lnTo>
                  <a:pt x="378941" y="57276"/>
                </a:lnTo>
                <a:lnTo>
                  <a:pt x="379189" y="56455"/>
                </a:lnTo>
                <a:lnTo>
                  <a:pt x="379453" y="55654"/>
                </a:lnTo>
                <a:lnTo>
                  <a:pt x="379733" y="54874"/>
                </a:lnTo>
                <a:lnTo>
                  <a:pt x="380029" y="54115"/>
                </a:lnTo>
                <a:lnTo>
                  <a:pt x="380340" y="53376"/>
                </a:lnTo>
                <a:lnTo>
                  <a:pt x="380667" y="52659"/>
                </a:lnTo>
                <a:lnTo>
                  <a:pt x="381009" y="51961"/>
                </a:lnTo>
                <a:lnTo>
                  <a:pt x="381367" y="51285"/>
                </a:lnTo>
                <a:lnTo>
                  <a:pt x="381741" y="50629"/>
                </a:lnTo>
                <a:lnTo>
                  <a:pt x="382130" y="49994"/>
                </a:lnTo>
                <a:lnTo>
                  <a:pt x="382535" y="49380"/>
                </a:lnTo>
                <a:lnTo>
                  <a:pt x="382956" y="48786"/>
                </a:lnTo>
                <a:lnTo>
                  <a:pt x="383392" y="48213"/>
                </a:lnTo>
                <a:lnTo>
                  <a:pt x="383844" y="47660"/>
                </a:lnTo>
                <a:lnTo>
                  <a:pt x="384312" y="47130"/>
                </a:lnTo>
                <a:lnTo>
                  <a:pt x="384794" y="46622"/>
                </a:lnTo>
                <a:lnTo>
                  <a:pt x="385292" y="46136"/>
                </a:lnTo>
                <a:lnTo>
                  <a:pt x="385804" y="45673"/>
                </a:lnTo>
                <a:lnTo>
                  <a:pt x="386332" y="45233"/>
                </a:lnTo>
                <a:lnTo>
                  <a:pt x="386874" y="44815"/>
                </a:lnTo>
                <a:lnTo>
                  <a:pt x="387432" y="44420"/>
                </a:lnTo>
                <a:lnTo>
                  <a:pt x="388005" y="44047"/>
                </a:lnTo>
                <a:lnTo>
                  <a:pt x="388593" y="43697"/>
                </a:lnTo>
                <a:lnTo>
                  <a:pt x="389196" y="43369"/>
                </a:lnTo>
                <a:lnTo>
                  <a:pt x="389813" y="43064"/>
                </a:lnTo>
                <a:lnTo>
                  <a:pt x="390446" y="42782"/>
                </a:lnTo>
                <a:lnTo>
                  <a:pt x="391095" y="42522"/>
                </a:lnTo>
                <a:lnTo>
                  <a:pt x="391758" y="42285"/>
                </a:lnTo>
                <a:lnTo>
                  <a:pt x="392436" y="42071"/>
                </a:lnTo>
                <a:lnTo>
                  <a:pt x="393129" y="41879"/>
                </a:lnTo>
                <a:lnTo>
                  <a:pt x="393838" y="41709"/>
                </a:lnTo>
                <a:lnTo>
                  <a:pt x="394561" y="41563"/>
                </a:lnTo>
                <a:lnTo>
                  <a:pt x="395299" y="41438"/>
                </a:lnTo>
                <a:lnTo>
                  <a:pt x="396053" y="41337"/>
                </a:lnTo>
                <a:lnTo>
                  <a:pt x="396822" y="41258"/>
                </a:lnTo>
                <a:lnTo>
                  <a:pt x="397605" y="41201"/>
                </a:lnTo>
                <a:lnTo>
                  <a:pt x="398404" y="41167"/>
                </a:lnTo>
                <a:lnTo>
                  <a:pt x="399218" y="41156"/>
                </a:lnTo>
                <a:lnTo>
                  <a:pt x="400018" y="41167"/>
                </a:lnTo>
                <a:lnTo>
                  <a:pt x="400802" y="41202"/>
                </a:lnTo>
                <a:lnTo>
                  <a:pt x="401572" y="41258"/>
                </a:lnTo>
                <a:lnTo>
                  <a:pt x="402328" y="41338"/>
                </a:lnTo>
                <a:lnTo>
                  <a:pt x="403068" y="41440"/>
                </a:lnTo>
                <a:lnTo>
                  <a:pt x="403793" y="41565"/>
                </a:lnTo>
                <a:lnTo>
                  <a:pt x="404503" y="41713"/>
                </a:lnTo>
                <a:lnTo>
                  <a:pt x="405199" y="41884"/>
                </a:lnTo>
                <a:lnTo>
                  <a:pt x="405879" y="42077"/>
                </a:lnTo>
                <a:lnTo>
                  <a:pt x="406545" y="42293"/>
                </a:lnTo>
                <a:lnTo>
                  <a:pt x="407195" y="42532"/>
                </a:lnTo>
                <a:lnTo>
                  <a:pt x="407831" y="42793"/>
                </a:lnTo>
                <a:lnTo>
                  <a:pt x="408452" y="43078"/>
                </a:lnTo>
                <a:lnTo>
                  <a:pt x="409058" y="43385"/>
                </a:lnTo>
                <a:lnTo>
                  <a:pt x="409649" y="43714"/>
                </a:lnTo>
                <a:lnTo>
                  <a:pt x="410225" y="44067"/>
                </a:lnTo>
                <a:lnTo>
                  <a:pt x="410786" y="44442"/>
                </a:lnTo>
                <a:lnTo>
                  <a:pt x="411332" y="44840"/>
                </a:lnTo>
                <a:lnTo>
                  <a:pt x="411863" y="45261"/>
                </a:lnTo>
                <a:lnTo>
                  <a:pt x="412380" y="45704"/>
                </a:lnTo>
                <a:lnTo>
                  <a:pt x="412881" y="46170"/>
                </a:lnTo>
                <a:lnTo>
                  <a:pt x="413368" y="46659"/>
                </a:lnTo>
                <a:lnTo>
                  <a:pt x="413840" y="47171"/>
                </a:lnTo>
                <a:lnTo>
                  <a:pt x="414296" y="47705"/>
                </a:lnTo>
                <a:lnTo>
                  <a:pt x="414737" y="48261"/>
                </a:lnTo>
                <a:lnTo>
                  <a:pt x="415159" y="48837"/>
                </a:lnTo>
                <a:lnTo>
                  <a:pt x="415564" y="49434"/>
                </a:lnTo>
                <a:lnTo>
                  <a:pt x="415951" y="50050"/>
                </a:lnTo>
                <a:lnTo>
                  <a:pt x="416320" y="50687"/>
                </a:lnTo>
                <a:lnTo>
                  <a:pt x="416671" y="51344"/>
                </a:lnTo>
                <a:lnTo>
                  <a:pt x="417004" y="52021"/>
                </a:lnTo>
                <a:lnTo>
                  <a:pt x="417319" y="52718"/>
                </a:lnTo>
                <a:lnTo>
                  <a:pt x="417617" y="53436"/>
                </a:lnTo>
                <a:lnTo>
                  <a:pt x="417897" y="54174"/>
                </a:lnTo>
                <a:lnTo>
                  <a:pt x="418159" y="54932"/>
                </a:lnTo>
                <a:lnTo>
                  <a:pt x="418403" y="55710"/>
                </a:lnTo>
                <a:lnTo>
                  <a:pt x="418629" y="56508"/>
                </a:lnTo>
                <a:lnTo>
                  <a:pt x="418838" y="57327"/>
                </a:lnTo>
                <a:lnTo>
                  <a:pt x="419028" y="58166"/>
                </a:lnTo>
                <a:lnTo>
                  <a:pt x="419201" y="59025"/>
                </a:lnTo>
                <a:lnTo>
                  <a:pt x="419356" y="59904"/>
                </a:lnTo>
                <a:lnTo>
                  <a:pt x="419493" y="60804"/>
                </a:lnTo>
                <a:lnTo>
                  <a:pt x="419612" y="61724"/>
                </a:lnTo>
                <a:lnTo>
                  <a:pt x="419713" y="62664"/>
                </a:lnTo>
                <a:lnTo>
                  <a:pt x="419797" y="63624"/>
                </a:lnTo>
                <a:lnTo>
                  <a:pt x="419862" y="64604"/>
                </a:lnTo>
                <a:lnTo>
                  <a:pt x="419910" y="65605"/>
                </a:lnTo>
                <a:lnTo>
                  <a:pt x="419940" y="66626"/>
                </a:lnTo>
                <a:lnTo>
                  <a:pt x="377316" y="66626"/>
                </a:lnTo>
                <a:lnTo>
                  <a:pt x="377408" y="65598"/>
                </a:lnTo>
                <a:lnTo>
                  <a:pt x="377516" y="64590"/>
                </a:lnTo>
                <a:lnTo>
                  <a:pt x="377639" y="63603"/>
                </a:lnTo>
                <a:lnTo>
                  <a:pt x="377778" y="62637"/>
                </a:lnTo>
                <a:lnTo>
                  <a:pt x="377933" y="61692"/>
                </a:lnTo>
                <a:close/>
                <a:moveTo>
                  <a:pt x="655076" y="118685"/>
                </a:moveTo>
                <a:lnTo>
                  <a:pt x="655995" y="118585"/>
                </a:lnTo>
                <a:lnTo>
                  <a:pt x="656901" y="118466"/>
                </a:lnTo>
                <a:lnTo>
                  <a:pt x="657796" y="118328"/>
                </a:lnTo>
                <a:lnTo>
                  <a:pt x="658680" y="118173"/>
                </a:lnTo>
                <a:lnTo>
                  <a:pt x="659551" y="117999"/>
                </a:lnTo>
                <a:lnTo>
                  <a:pt x="660411" y="117807"/>
                </a:lnTo>
                <a:lnTo>
                  <a:pt x="661259" y="117596"/>
                </a:lnTo>
                <a:lnTo>
                  <a:pt x="662096" y="117367"/>
                </a:lnTo>
                <a:lnTo>
                  <a:pt x="662921" y="117120"/>
                </a:lnTo>
                <a:lnTo>
                  <a:pt x="663734" y="116855"/>
                </a:lnTo>
                <a:lnTo>
                  <a:pt x="664535" y="116571"/>
                </a:lnTo>
                <a:lnTo>
                  <a:pt x="665325" y="116269"/>
                </a:lnTo>
                <a:lnTo>
                  <a:pt x="666103" y="115949"/>
                </a:lnTo>
                <a:lnTo>
                  <a:pt x="666869" y="115610"/>
                </a:lnTo>
                <a:lnTo>
                  <a:pt x="667624" y="115254"/>
                </a:lnTo>
                <a:lnTo>
                  <a:pt x="668367" y="114878"/>
                </a:lnTo>
                <a:lnTo>
                  <a:pt x="669098" y="114485"/>
                </a:lnTo>
                <a:lnTo>
                  <a:pt x="669818" y="114073"/>
                </a:lnTo>
                <a:lnTo>
                  <a:pt x="670526" y="113643"/>
                </a:lnTo>
                <a:lnTo>
                  <a:pt x="671221" y="113196"/>
                </a:lnTo>
                <a:lnTo>
                  <a:pt x="671902" y="112732"/>
                </a:lnTo>
                <a:lnTo>
                  <a:pt x="672570" y="112253"/>
                </a:lnTo>
                <a:lnTo>
                  <a:pt x="673224" y="111758"/>
                </a:lnTo>
                <a:lnTo>
                  <a:pt x="673864" y="111247"/>
                </a:lnTo>
                <a:lnTo>
                  <a:pt x="674490" y="110719"/>
                </a:lnTo>
                <a:lnTo>
                  <a:pt x="675103" y="110176"/>
                </a:lnTo>
                <a:lnTo>
                  <a:pt x="675702" y="109617"/>
                </a:lnTo>
                <a:lnTo>
                  <a:pt x="676287" y="109041"/>
                </a:lnTo>
                <a:lnTo>
                  <a:pt x="676858" y="108450"/>
                </a:lnTo>
                <a:lnTo>
                  <a:pt x="677416" y="107842"/>
                </a:lnTo>
                <a:lnTo>
                  <a:pt x="677960" y="107219"/>
                </a:lnTo>
                <a:lnTo>
                  <a:pt x="678490" y="106580"/>
                </a:lnTo>
                <a:lnTo>
                  <a:pt x="679006" y="105924"/>
                </a:lnTo>
                <a:lnTo>
                  <a:pt x="679509" y="105253"/>
                </a:lnTo>
                <a:lnTo>
                  <a:pt x="679998" y="104565"/>
                </a:lnTo>
                <a:lnTo>
                  <a:pt x="680473" y="103862"/>
                </a:lnTo>
                <a:lnTo>
                  <a:pt x="680934" y="103142"/>
                </a:lnTo>
                <a:lnTo>
                  <a:pt x="681382" y="102407"/>
                </a:lnTo>
                <a:lnTo>
                  <a:pt x="681816" y="101655"/>
                </a:lnTo>
                <a:lnTo>
                  <a:pt x="682236" y="100888"/>
                </a:lnTo>
                <a:lnTo>
                  <a:pt x="682642" y="100104"/>
                </a:lnTo>
                <a:lnTo>
                  <a:pt x="683035" y="99304"/>
                </a:lnTo>
                <a:lnTo>
                  <a:pt x="683414" y="98489"/>
                </a:lnTo>
                <a:lnTo>
                  <a:pt x="683778" y="97659"/>
                </a:lnTo>
                <a:lnTo>
                  <a:pt x="684127" y="96815"/>
                </a:lnTo>
                <a:lnTo>
                  <a:pt x="684460" y="95958"/>
                </a:lnTo>
                <a:lnTo>
                  <a:pt x="684778" y="95088"/>
                </a:lnTo>
                <a:lnTo>
                  <a:pt x="685080" y="94205"/>
                </a:lnTo>
                <a:lnTo>
                  <a:pt x="685367" y="93308"/>
                </a:lnTo>
                <a:lnTo>
                  <a:pt x="685638" y="92399"/>
                </a:lnTo>
                <a:lnTo>
                  <a:pt x="685894" y="91475"/>
                </a:lnTo>
                <a:lnTo>
                  <a:pt x="686135" y="90539"/>
                </a:lnTo>
                <a:lnTo>
                  <a:pt x="686359" y="89589"/>
                </a:lnTo>
                <a:lnTo>
                  <a:pt x="686569" y="88626"/>
                </a:lnTo>
                <a:lnTo>
                  <a:pt x="686762" y="87650"/>
                </a:lnTo>
                <a:lnTo>
                  <a:pt x="686941" y="86661"/>
                </a:lnTo>
                <a:lnTo>
                  <a:pt x="687103" y="85658"/>
                </a:lnTo>
                <a:lnTo>
                  <a:pt x="687251" y="84642"/>
                </a:lnTo>
                <a:lnTo>
                  <a:pt x="687382" y="83613"/>
                </a:lnTo>
                <a:lnTo>
                  <a:pt x="687499" y="82570"/>
                </a:lnTo>
                <a:lnTo>
                  <a:pt x="687599" y="81515"/>
                </a:lnTo>
                <a:lnTo>
                  <a:pt x="687685" y="80445"/>
                </a:lnTo>
                <a:lnTo>
                  <a:pt x="687755" y="79363"/>
                </a:lnTo>
                <a:lnTo>
                  <a:pt x="687809" y="78267"/>
                </a:lnTo>
                <a:lnTo>
                  <a:pt x="687848" y="77159"/>
                </a:lnTo>
                <a:lnTo>
                  <a:pt x="687871" y="76036"/>
                </a:lnTo>
                <a:lnTo>
                  <a:pt x="687879" y="74901"/>
                </a:lnTo>
                <a:lnTo>
                  <a:pt x="687871" y="73751"/>
                </a:lnTo>
                <a:lnTo>
                  <a:pt x="687848" y="72615"/>
                </a:lnTo>
                <a:lnTo>
                  <a:pt x="687809" y="71492"/>
                </a:lnTo>
                <a:lnTo>
                  <a:pt x="687755" y="70383"/>
                </a:lnTo>
                <a:lnTo>
                  <a:pt x="687685" y="69287"/>
                </a:lnTo>
                <a:lnTo>
                  <a:pt x="687599" y="68205"/>
                </a:lnTo>
                <a:lnTo>
                  <a:pt x="687499" y="67136"/>
                </a:lnTo>
                <a:lnTo>
                  <a:pt x="687382" y="66081"/>
                </a:lnTo>
                <a:lnTo>
                  <a:pt x="687251" y="65040"/>
                </a:lnTo>
                <a:lnTo>
                  <a:pt x="687103" y="64012"/>
                </a:lnTo>
                <a:lnTo>
                  <a:pt x="686941" y="62998"/>
                </a:lnTo>
                <a:lnTo>
                  <a:pt x="686762" y="61998"/>
                </a:lnTo>
                <a:lnTo>
                  <a:pt x="686569" y="61011"/>
                </a:lnTo>
                <a:lnTo>
                  <a:pt x="686359" y="60037"/>
                </a:lnTo>
                <a:lnTo>
                  <a:pt x="686135" y="59077"/>
                </a:lnTo>
                <a:lnTo>
                  <a:pt x="685894" y="58131"/>
                </a:lnTo>
                <a:lnTo>
                  <a:pt x="685638" y="57198"/>
                </a:lnTo>
                <a:lnTo>
                  <a:pt x="685367" y="56279"/>
                </a:lnTo>
                <a:lnTo>
                  <a:pt x="685080" y="55374"/>
                </a:lnTo>
                <a:lnTo>
                  <a:pt x="684778" y="54482"/>
                </a:lnTo>
                <a:lnTo>
                  <a:pt x="684460" y="53603"/>
                </a:lnTo>
                <a:lnTo>
                  <a:pt x="684127" y="52739"/>
                </a:lnTo>
                <a:lnTo>
                  <a:pt x="683778" y="51887"/>
                </a:lnTo>
                <a:lnTo>
                  <a:pt x="683414" y="51050"/>
                </a:lnTo>
                <a:lnTo>
                  <a:pt x="683035" y="50227"/>
                </a:lnTo>
                <a:lnTo>
                  <a:pt x="682642" y="49420"/>
                </a:lnTo>
                <a:lnTo>
                  <a:pt x="682236" y="48629"/>
                </a:lnTo>
                <a:lnTo>
                  <a:pt x="681816" y="47854"/>
                </a:lnTo>
                <a:lnTo>
                  <a:pt x="681382" y="47096"/>
                </a:lnTo>
                <a:lnTo>
                  <a:pt x="680934" y="46353"/>
                </a:lnTo>
                <a:lnTo>
                  <a:pt x="680473" y="45626"/>
                </a:lnTo>
                <a:lnTo>
                  <a:pt x="679998" y="44915"/>
                </a:lnTo>
                <a:lnTo>
                  <a:pt x="679509" y="44221"/>
                </a:lnTo>
                <a:lnTo>
                  <a:pt x="679006" y="43542"/>
                </a:lnTo>
                <a:lnTo>
                  <a:pt x="678490" y="42879"/>
                </a:lnTo>
                <a:lnTo>
                  <a:pt x="677960" y="42233"/>
                </a:lnTo>
                <a:lnTo>
                  <a:pt x="677416" y="41602"/>
                </a:lnTo>
                <a:lnTo>
                  <a:pt x="676858" y="40987"/>
                </a:lnTo>
                <a:lnTo>
                  <a:pt x="676287" y="40389"/>
                </a:lnTo>
                <a:lnTo>
                  <a:pt x="675702" y="39806"/>
                </a:lnTo>
                <a:lnTo>
                  <a:pt x="675103" y="39239"/>
                </a:lnTo>
                <a:lnTo>
                  <a:pt x="674490" y="38689"/>
                </a:lnTo>
                <a:lnTo>
                  <a:pt x="673864" y="38154"/>
                </a:lnTo>
                <a:lnTo>
                  <a:pt x="673224" y="37636"/>
                </a:lnTo>
                <a:lnTo>
                  <a:pt x="672570" y="37133"/>
                </a:lnTo>
                <a:lnTo>
                  <a:pt x="671902" y="36647"/>
                </a:lnTo>
                <a:lnTo>
                  <a:pt x="671221" y="36176"/>
                </a:lnTo>
                <a:lnTo>
                  <a:pt x="670526" y="35722"/>
                </a:lnTo>
                <a:lnTo>
                  <a:pt x="669818" y="35284"/>
                </a:lnTo>
                <a:lnTo>
                  <a:pt x="669098" y="34865"/>
                </a:lnTo>
                <a:lnTo>
                  <a:pt x="668367" y="34465"/>
                </a:lnTo>
                <a:lnTo>
                  <a:pt x="667624" y="34084"/>
                </a:lnTo>
                <a:lnTo>
                  <a:pt x="666869" y="33721"/>
                </a:lnTo>
                <a:lnTo>
                  <a:pt x="666103" y="33376"/>
                </a:lnTo>
                <a:lnTo>
                  <a:pt x="665325" y="33051"/>
                </a:lnTo>
                <a:lnTo>
                  <a:pt x="664535" y="32744"/>
                </a:lnTo>
                <a:lnTo>
                  <a:pt x="663734" y="32455"/>
                </a:lnTo>
                <a:lnTo>
                  <a:pt x="662921" y="32185"/>
                </a:lnTo>
                <a:lnTo>
                  <a:pt x="662096" y="31934"/>
                </a:lnTo>
                <a:lnTo>
                  <a:pt x="661259" y="31701"/>
                </a:lnTo>
                <a:lnTo>
                  <a:pt x="660411" y="31487"/>
                </a:lnTo>
                <a:lnTo>
                  <a:pt x="659551" y="31292"/>
                </a:lnTo>
                <a:lnTo>
                  <a:pt x="658680" y="31115"/>
                </a:lnTo>
                <a:lnTo>
                  <a:pt x="657796" y="30957"/>
                </a:lnTo>
                <a:lnTo>
                  <a:pt x="656901" y="30817"/>
                </a:lnTo>
                <a:lnTo>
                  <a:pt x="655995" y="30696"/>
                </a:lnTo>
                <a:lnTo>
                  <a:pt x="655076" y="30594"/>
                </a:lnTo>
                <a:lnTo>
                  <a:pt x="654146" y="30510"/>
                </a:lnTo>
                <a:lnTo>
                  <a:pt x="653204" y="30445"/>
                </a:lnTo>
                <a:lnTo>
                  <a:pt x="652251" y="30398"/>
                </a:lnTo>
                <a:lnTo>
                  <a:pt x="651285" y="30370"/>
                </a:lnTo>
                <a:lnTo>
                  <a:pt x="650309" y="30361"/>
                </a:lnTo>
                <a:lnTo>
                  <a:pt x="649353" y="30370"/>
                </a:lnTo>
                <a:lnTo>
                  <a:pt x="648409" y="30398"/>
                </a:lnTo>
                <a:lnTo>
                  <a:pt x="647476" y="30445"/>
                </a:lnTo>
                <a:lnTo>
                  <a:pt x="646555" y="30510"/>
                </a:lnTo>
                <a:lnTo>
                  <a:pt x="645646" y="30594"/>
                </a:lnTo>
                <a:lnTo>
                  <a:pt x="644749" y="30696"/>
                </a:lnTo>
                <a:lnTo>
                  <a:pt x="643863" y="30817"/>
                </a:lnTo>
                <a:lnTo>
                  <a:pt x="642989" y="30957"/>
                </a:lnTo>
                <a:lnTo>
                  <a:pt x="642127" y="31115"/>
                </a:lnTo>
                <a:lnTo>
                  <a:pt x="641276" y="31292"/>
                </a:lnTo>
                <a:lnTo>
                  <a:pt x="640438" y="31487"/>
                </a:lnTo>
                <a:lnTo>
                  <a:pt x="639610" y="31701"/>
                </a:lnTo>
                <a:lnTo>
                  <a:pt x="638795" y="31934"/>
                </a:lnTo>
                <a:lnTo>
                  <a:pt x="637991" y="32185"/>
                </a:lnTo>
                <a:lnTo>
                  <a:pt x="637199" y="32455"/>
                </a:lnTo>
                <a:lnTo>
                  <a:pt x="636419" y="32744"/>
                </a:lnTo>
                <a:lnTo>
                  <a:pt x="635650" y="33051"/>
                </a:lnTo>
                <a:lnTo>
                  <a:pt x="634893" y="33376"/>
                </a:lnTo>
                <a:lnTo>
                  <a:pt x="634148" y="33721"/>
                </a:lnTo>
                <a:lnTo>
                  <a:pt x="633414" y="34084"/>
                </a:lnTo>
                <a:lnTo>
                  <a:pt x="632692" y="34465"/>
                </a:lnTo>
                <a:lnTo>
                  <a:pt x="631982" y="34865"/>
                </a:lnTo>
                <a:lnTo>
                  <a:pt x="631284" y="35284"/>
                </a:lnTo>
                <a:lnTo>
                  <a:pt x="630597" y="35722"/>
                </a:lnTo>
                <a:lnTo>
                  <a:pt x="629923" y="36176"/>
                </a:lnTo>
                <a:lnTo>
                  <a:pt x="629262" y="36647"/>
                </a:lnTo>
                <a:lnTo>
                  <a:pt x="628614" y="37133"/>
                </a:lnTo>
                <a:lnTo>
                  <a:pt x="627980" y="37636"/>
                </a:lnTo>
                <a:lnTo>
                  <a:pt x="627359" y="38154"/>
                </a:lnTo>
                <a:lnTo>
                  <a:pt x="626751" y="38689"/>
                </a:lnTo>
                <a:lnTo>
                  <a:pt x="626157" y="39239"/>
                </a:lnTo>
                <a:lnTo>
                  <a:pt x="625575" y="39806"/>
                </a:lnTo>
                <a:lnTo>
                  <a:pt x="625008" y="40389"/>
                </a:lnTo>
                <a:lnTo>
                  <a:pt x="624453" y="40987"/>
                </a:lnTo>
                <a:lnTo>
                  <a:pt x="623912" y="41602"/>
                </a:lnTo>
                <a:lnTo>
                  <a:pt x="623384" y="42233"/>
                </a:lnTo>
                <a:lnTo>
                  <a:pt x="622870" y="42879"/>
                </a:lnTo>
                <a:lnTo>
                  <a:pt x="622368" y="43542"/>
                </a:lnTo>
                <a:lnTo>
                  <a:pt x="621880" y="44221"/>
                </a:lnTo>
                <a:lnTo>
                  <a:pt x="621406" y="44915"/>
                </a:lnTo>
                <a:lnTo>
                  <a:pt x="620944" y="45626"/>
                </a:lnTo>
                <a:lnTo>
                  <a:pt x="620496" y="46353"/>
                </a:lnTo>
                <a:lnTo>
                  <a:pt x="620062" y="47096"/>
                </a:lnTo>
                <a:lnTo>
                  <a:pt x="619640" y="47854"/>
                </a:lnTo>
                <a:lnTo>
                  <a:pt x="619232" y="48629"/>
                </a:lnTo>
                <a:lnTo>
                  <a:pt x="618837" y="49420"/>
                </a:lnTo>
                <a:lnTo>
                  <a:pt x="618456" y="50227"/>
                </a:lnTo>
                <a:lnTo>
                  <a:pt x="618088" y="51050"/>
                </a:lnTo>
                <a:lnTo>
                  <a:pt x="617734" y="51887"/>
                </a:lnTo>
                <a:lnTo>
                  <a:pt x="617395" y="52739"/>
                </a:lnTo>
                <a:lnTo>
                  <a:pt x="617071" y="53603"/>
                </a:lnTo>
                <a:lnTo>
                  <a:pt x="616762" y="54482"/>
                </a:lnTo>
                <a:lnTo>
                  <a:pt x="616468" y="55374"/>
                </a:lnTo>
                <a:lnTo>
                  <a:pt x="616190" y="56279"/>
                </a:lnTo>
                <a:lnTo>
                  <a:pt x="615926" y="57198"/>
                </a:lnTo>
                <a:lnTo>
                  <a:pt x="615678" y="58131"/>
                </a:lnTo>
                <a:lnTo>
                  <a:pt x="615444" y="59077"/>
                </a:lnTo>
                <a:lnTo>
                  <a:pt x="615226" y="60037"/>
                </a:lnTo>
                <a:lnTo>
                  <a:pt x="615022" y="61011"/>
                </a:lnTo>
                <a:lnTo>
                  <a:pt x="614834" y="61998"/>
                </a:lnTo>
                <a:lnTo>
                  <a:pt x="614661" y="62998"/>
                </a:lnTo>
                <a:lnTo>
                  <a:pt x="614503" y="64012"/>
                </a:lnTo>
                <a:lnTo>
                  <a:pt x="614359" y="65040"/>
                </a:lnTo>
                <a:lnTo>
                  <a:pt x="614231" y="66081"/>
                </a:lnTo>
                <a:lnTo>
                  <a:pt x="614118" y="67136"/>
                </a:lnTo>
                <a:lnTo>
                  <a:pt x="614021" y="68205"/>
                </a:lnTo>
                <a:lnTo>
                  <a:pt x="613938" y="69287"/>
                </a:lnTo>
                <a:lnTo>
                  <a:pt x="613870" y="70383"/>
                </a:lnTo>
                <a:lnTo>
                  <a:pt x="613817" y="71492"/>
                </a:lnTo>
                <a:lnTo>
                  <a:pt x="613780" y="72615"/>
                </a:lnTo>
                <a:lnTo>
                  <a:pt x="613757" y="73751"/>
                </a:lnTo>
                <a:lnTo>
                  <a:pt x="613749" y="74901"/>
                </a:lnTo>
                <a:lnTo>
                  <a:pt x="613757" y="76036"/>
                </a:lnTo>
                <a:lnTo>
                  <a:pt x="613780" y="77159"/>
                </a:lnTo>
                <a:lnTo>
                  <a:pt x="613817" y="78267"/>
                </a:lnTo>
                <a:lnTo>
                  <a:pt x="613870" y="79363"/>
                </a:lnTo>
                <a:lnTo>
                  <a:pt x="613938" y="80445"/>
                </a:lnTo>
                <a:lnTo>
                  <a:pt x="614021" y="81515"/>
                </a:lnTo>
                <a:lnTo>
                  <a:pt x="614118" y="82570"/>
                </a:lnTo>
                <a:lnTo>
                  <a:pt x="614231" y="83613"/>
                </a:lnTo>
                <a:lnTo>
                  <a:pt x="614359" y="84642"/>
                </a:lnTo>
                <a:lnTo>
                  <a:pt x="614503" y="85658"/>
                </a:lnTo>
                <a:lnTo>
                  <a:pt x="614661" y="86661"/>
                </a:lnTo>
                <a:lnTo>
                  <a:pt x="614834" y="87650"/>
                </a:lnTo>
                <a:lnTo>
                  <a:pt x="615022" y="88626"/>
                </a:lnTo>
                <a:lnTo>
                  <a:pt x="615226" y="89589"/>
                </a:lnTo>
                <a:lnTo>
                  <a:pt x="615444" y="90539"/>
                </a:lnTo>
                <a:lnTo>
                  <a:pt x="615678" y="91475"/>
                </a:lnTo>
                <a:lnTo>
                  <a:pt x="615926" y="92399"/>
                </a:lnTo>
                <a:lnTo>
                  <a:pt x="616190" y="93308"/>
                </a:lnTo>
                <a:lnTo>
                  <a:pt x="616468" y="94205"/>
                </a:lnTo>
                <a:lnTo>
                  <a:pt x="616762" y="95088"/>
                </a:lnTo>
                <a:lnTo>
                  <a:pt x="617071" y="95958"/>
                </a:lnTo>
                <a:lnTo>
                  <a:pt x="617395" y="96815"/>
                </a:lnTo>
                <a:lnTo>
                  <a:pt x="617734" y="97659"/>
                </a:lnTo>
                <a:lnTo>
                  <a:pt x="618088" y="98489"/>
                </a:lnTo>
                <a:lnTo>
                  <a:pt x="618456" y="99304"/>
                </a:lnTo>
                <a:lnTo>
                  <a:pt x="618837" y="100104"/>
                </a:lnTo>
                <a:lnTo>
                  <a:pt x="619232" y="100888"/>
                </a:lnTo>
                <a:lnTo>
                  <a:pt x="619640" y="101655"/>
                </a:lnTo>
                <a:lnTo>
                  <a:pt x="620062" y="102407"/>
                </a:lnTo>
                <a:lnTo>
                  <a:pt x="620496" y="103142"/>
                </a:lnTo>
                <a:lnTo>
                  <a:pt x="620944" y="103862"/>
                </a:lnTo>
                <a:lnTo>
                  <a:pt x="621406" y="104565"/>
                </a:lnTo>
                <a:lnTo>
                  <a:pt x="621880" y="105253"/>
                </a:lnTo>
                <a:lnTo>
                  <a:pt x="622368" y="105924"/>
                </a:lnTo>
                <a:lnTo>
                  <a:pt x="622870" y="106580"/>
                </a:lnTo>
                <a:lnTo>
                  <a:pt x="623384" y="107219"/>
                </a:lnTo>
                <a:lnTo>
                  <a:pt x="623912" y="107842"/>
                </a:lnTo>
                <a:lnTo>
                  <a:pt x="624453" y="108450"/>
                </a:lnTo>
                <a:lnTo>
                  <a:pt x="625008" y="109041"/>
                </a:lnTo>
                <a:lnTo>
                  <a:pt x="625575" y="109617"/>
                </a:lnTo>
                <a:lnTo>
                  <a:pt x="626157" y="110176"/>
                </a:lnTo>
                <a:lnTo>
                  <a:pt x="626751" y="110719"/>
                </a:lnTo>
                <a:lnTo>
                  <a:pt x="627359" y="111247"/>
                </a:lnTo>
                <a:lnTo>
                  <a:pt x="627980" y="111758"/>
                </a:lnTo>
                <a:lnTo>
                  <a:pt x="628614" y="112253"/>
                </a:lnTo>
                <a:lnTo>
                  <a:pt x="629262" y="112732"/>
                </a:lnTo>
                <a:lnTo>
                  <a:pt x="629923" y="113196"/>
                </a:lnTo>
                <a:lnTo>
                  <a:pt x="630597" y="113643"/>
                </a:lnTo>
                <a:lnTo>
                  <a:pt x="631284" y="114073"/>
                </a:lnTo>
                <a:lnTo>
                  <a:pt x="631982" y="114485"/>
                </a:lnTo>
                <a:lnTo>
                  <a:pt x="632692" y="114878"/>
                </a:lnTo>
                <a:lnTo>
                  <a:pt x="633414" y="115254"/>
                </a:lnTo>
                <a:lnTo>
                  <a:pt x="634148" y="115610"/>
                </a:lnTo>
                <a:lnTo>
                  <a:pt x="634893" y="115949"/>
                </a:lnTo>
                <a:lnTo>
                  <a:pt x="635650" y="116269"/>
                </a:lnTo>
                <a:lnTo>
                  <a:pt x="636419" y="116571"/>
                </a:lnTo>
                <a:lnTo>
                  <a:pt x="637199" y="116855"/>
                </a:lnTo>
                <a:lnTo>
                  <a:pt x="637991" y="117120"/>
                </a:lnTo>
                <a:lnTo>
                  <a:pt x="638795" y="117367"/>
                </a:lnTo>
                <a:lnTo>
                  <a:pt x="639610" y="117596"/>
                </a:lnTo>
                <a:lnTo>
                  <a:pt x="640438" y="117807"/>
                </a:lnTo>
                <a:lnTo>
                  <a:pt x="641276" y="117999"/>
                </a:lnTo>
                <a:lnTo>
                  <a:pt x="642127" y="118173"/>
                </a:lnTo>
                <a:lnTo>
                  <a:pt x="642989" y="118328"/>
                </a:lnTo>
                <a:lnTo>
                  <a:pt x="643863" y="118466"/>
                </a:lnTo>
                <a:lnTo>
                  <a:pt x="644749" y="118585"/>
                </a:lnTo>
                <a:lnTo>
                  <a:pt x="645646" y="118685"/>
                </a:lnTo>
                <a:lnTo>
                  <a:pt x="646555" y="118768"/>
                </a:lnTo>
                <a:lnTo>
                  <a:pt x="647476" y="118832"/>
                </a:lnTo>
                <a:lnTo>
                  <a:pt x="648409" y="118877"/>
                </a:lnTo>
                <a:lnTo>
                  <a:pt x="649353" y="118905"/>
                </a:lnTo>
                <a:lnTo>
                  <a:pt x="650309" y="118914"/>
                </a:lnTo>
                <a:lnTo>
                  <a:pt x="651285" y="118905"/>
                </a:lnTo>
                <a:lnTo>
                  <a:pt x="652251" y="118877"/>
                </a:lnTo>
                <a:lnTo>
                  <a:pt x="653204" y="118832"/>
                </a:lnTo>
                <a:lnTo>
                  <a:pt x="654146" y="118768"/>
                </a:lnTo>
                <a:lnTo>
                  <a:pt x="655076" y="118685"/>
                </a:lnTo>
                <a:close/>
                <a:moveTo>
                  <a:pt x="647109" y="107596"/>
                </a:moveTo>
                <a:lnTo>
                  <a:pt x="646502" y="107514"/>
                </a:lnTo>
                <a:lnTo>
                  <a:pt x="645906" y="107418"/>
                </a:lnTo>
                <a:lnTo>
                  <a:pt x="645320" y="107306"/>
                </a:lnTo>
                <a:lnTo>
                  <a:pt x="644745" y="107180"/>
                </a:lnTo>
                <a:lnTo>
                  <a:pt x="644181" y="107039"/>
                </a:lnTo>
                <a:lnTo>
                  <a:pt x="643628" y="106883"/>
                </a:lnTo>
                <a:lnTo>
                  <a:pt x="643085" y="106712"/>
                </a:lnTo>
                <a:lnTo>
                  <a:pt x="642554" y="106527"/>
                </a:lnTo>
                <a:lnTo>
                  <a:pt x="642033" y="106326"/>
                </a:lnTo>
                <a:lnTo>
                  <a:pt x="641523" y="106111"/>
                </a:lnTo>
                <a:lnTo>
                  <a:pt x="641024" y="105881"/>
                </a:lnTo>
                <a:lnTo>
                  <a:pt x="640535" y="105635"/>
                </a:lnTo>
                <a:lnTo>
                  <a:pt x="640058" y="105376"/>
                </a:lnTo>
                <a:lnTo>
                  <a:pt x="639591" y="105101"/>
                </a:lnTo>
                <a:lnTo>
                  <a:pt x="639135" y="104811"/>
                </a:lnTo>
                <a:lnTo>
                  <a:pt x="638690" y="104507"/>
                </a:lnTo>
                <a:lnTo>
                  <a:pt x="638256" y="104187"/>
                </a:lnTo>
                <a:lnTo>
                  <a:pt x="637833" y="103853"/>
                </a:lnTo>
                <a:lnTo>
                  <a:pt x="637420" y="103504"/>
                </a:lnTo>
                <a:lnTo>
                  <a:pt x="637018" y="103142"/>
                </a:lnTo>
                <a:lnTo>
                  <a:pt x="636625" y="102770"/>
                </a:lnTo>
                <a:lnTo>
                  <a:pt x="636242" y="102386"/>
                </a:lnTo>
                <a:lnTo>
                  <a:pt x="635868" y="101992"/>
                </a:lnTo>
                <a:lnTo>
                  <a:pt x="635503" y="101587"/>
                </a:lnTo>
                <a:lnTo>
                  <a:pt x="635148" y="101171"/>
                </a:lnTo>
                <a:lnTo>
                  <a:pt x="634803" y="100744"/>
                </a:lnTo>
                <a:lnTo>
                  <a:pt x="634467" y="100306"/>
                </a:lnTo>
                <a:lnTo>
                  <a:pt x="634141" y="99858"/>
                </a:lnTo>
                <a:lnTo>
                  <a:pt x="633824" y="99398"/>
                </a:lnTo>
                <a:lnTo>
                  <a:pt x="633517" y="98928"/>
                </a:lnTo>
                <a:lnTo>
                  <a:pt x="633219" y="98447"/>
                </a:lnTo>
                <a:lnTo>
                  <a:pt x="632931" y="97956"/>
                </a:lnTo>
                <a:lnTo>
                  <a:pt x="632652" y="97453"/>
                </a:lnTo>
                <a:lnTo>
                  <a:pt x="632382" y="96940"/>
                </a:lnTo>
                <a:lnTo>
                  <a:pt x="632123" y="96415"/>
                </a:lnTo>
                <a:lnTo>
                  <a:pt x="631872" y="95880"/>
                </a:lnTo>
                <a:lnTo>
                  <a:pt x="631631" y="95334"/>
                </a:lnTo>
                <a:lnTo>
                  <a:pt x="631400" y="94778"/>
                </a:lnTo>
                <a:lnTo>
                  <a:pt x="631178" y="94210"/>
                </a:lnTo>
                <a:lnTo>
                  <a:pt x="630966" y="93632"/>
                </a:lnTo>
                <a:lnTo>
                  <a:pt x="630763" y="93042"/>
                </a:lnTo>
                <a:lnTo>
                  <a:pt x="630570" y="92442"/>
                </a:lnTo>
                <a:lnTo>
                  <a:pt x="630386" y="91832"/>
                </a:lnTo>
                <a:lnTo>
                  <a:pt x="630211" y="91211"/>
                </a:lnTo>
                <a:lnTo>
                  <a:pt x="630043" y="90584"/>
                </a:lnTo>
                <a:lnTo>
                  <a:pt x="629883" y="89950"/>
                </a:lnTo>
                <a:lnTo>
                  <a:pt x="629730" y="89309"/>
                </a:lnTo>
                <a:lnTo>
                  <a:pt x="629585" y="88660"/>
                </a:lnTo>
                <a:lnTo>
                  <a:pt x="629447" y="88005"/>
                </a:lnTo>
                <a:lnTo>
                  <a:pt x="629316" y="87342"/>
                </a:lnTo>
                <a:lnTo>
                  <a:pt x="629193" y="86672"/>
                </a:lnTo>
                <a:lnTo>
                  <a:pt x="629077" y="85995"/>
                </a:lnTo>
                <a:lnTo>
                  <a:pt x="628969" y="85311"/>
                </a:lnTo>
                <a:lnTo>
                  <a:pt x="628869" y="84620"/>
                </a:lnTo>
                <a:lnTo>
                  <a:pt x="628775" y="83922"/>
                </a:lnTo>
                <a:lnTo>
                  <a:pt x="628690" y="83216"/>
                </a:lnTo>
                <a:lnTo>
                  <a:pt x="628611" y="82504"/>
                </a:lnTo>
                <a:lnTo>
                  <a:pt x="628540" y="81784"/>
                </a:lnTo>
                <a:lnTo>
                  <a:pt x="628477" y="81058"/>
                </a:lnTo>
                <a:lnTo>
                  <a:pt x="628421" y="80324"/>
                </a:lnTo>
                <a:lnTo>
                  <a:pt x="628373" y="79583"/>
                </a:lnTo>
                <a:lnTo>
                  <a:pt x="628332" y="78835"/>
                </a:lnTo>
                <a:lnTo>
                  <a:pt x="628298" y="78080"/>
                </a:lnTo>
                <a:lnTo>
                  <a:pt x="628272" y="77317"/>
                </a:lnTo>
                <a:lnTo>
                  <a:pt x="628253" y="76548"/>
                </a:lnTo>
                <a:lnTo>
                  <a:pt x="628242" y="75772"/>
                </a:lnTo>
                <a:lnTo>
                  <a:pt x="628238" y="74988"/>
                </a:lnTo>
                <a:lnTo>
                  <a:pt x="628242" y="74190"/>
                </a:lnTo>
                <a:lnTo>
                  <a:pt x="628253" y="73399"/>
                </a:lnTo>
                <a:lnTo>
                  <a:pt x="628272" y="72615"/>
                </a:lnTo>
                <a:lnTo>
                  <a:pt x="628298" y="71839"/>
                </a:lnTo>
                <a:lnTo>
                  <a:pt x="628332" y="71071"/>
                </a:lnTo>
                <a:lnTo>
                  <a:pt x="628373" y="70309"/>
                </a:lnTo>
                <a:lnTo>
                  <a:pt x="628421" y="69556"/>
                </a:lnTo>
                <a:lnTo>
                  <a:pt x="628477" y="68809"/>
                </a:lnTo>
                <a:lnTo>
                  <a:pt x="628540" y="68070"/>
                </a:lnTo>
                <a:lnTo>
                  <a:pt x="628611" y="67339"/>
                </a:lnTo>
                <a:lnTo>
                  <a:pt x="628690" y="66615"/>
                </a:lnTo>
                <a:lnTo>
                  <a:pt x="628775" y="65898"/>
                </a:lnTo>
                <a:lnTo>
                  <a:pt x="628869" y="65189"/>
                </a:lnTo>
                <a:lnTo>
                  <a:pt x="628969" y="64487"/>
                </a:lnTo>
                <a:lnTo>
                  <a:pt x="629077" y="63793"/>
                </a:lnTo>
                <a:lnTo>
                  <a:pt x="629193" y="63106"/>
                </a:lnTo>
                <a:lnTo>
                  <a:pt x="629316" y="62427"/>
                </a:lnTo>
                <a:lnTo>
                  <a:pt x="629447" y="61754"/>
                </a:lnTo>
                <a:lnTo>
                  <a:pt x="629585" y="61090"/>
                </a:lnTo>
                <a:lnTo>
                  <a:pt x="629730" y="60433"/>
                </a:lnTo>
                <a:lnTo>
                  <a:pt x="629883" y="59783"/>
                </a:lnTo>
                <a:lnTo>
                  <a:pt x="630043" y="59141"/>
                </a:lnTo>
                <a:lnTo>
                  <a:pt x="630211" y="58506"/>
                </a:lnTo>
                <a:lnTo>
                  <a:pt x="630386" y="57878"/>
                </a:lnTo>
                <a:lnTo>
                  <a:pt x="630570" y="57260"/>
                </a:lnTo>
                <a:lnTo>
                  <a:pt x="630763" y="56652"/>
                </a:lnTo>
                <a:lnTo>
                  <a:pt x="630966" y="56056"/>
                </a:lnTo>
                <a:lnTo>
                  <a:pt x="631178" y="55470"/>
                </a:lnTo>
                <a:lnTo>
                  <a:pt x="631400" y="54896"/>
                </a:lnTo>
                <a:lnTo>
                  <a:pt x="631631" y="54332"/>
                </a:lnTo>
                <a:lnTo>
                  <a:pt x="631872" y="53780"/>
                </a:lnTo>
                <a:lnTo>
                  <a:pt x="632123" y="53238"/>
                </a:lnTo>
                <a:lnTo>
                  <a:pt x="632382" y="52708"/>
                </a:lnTo>
                <a:lnTo>
                  <a:pt x="632652" y="52188"/>
                </a:lnTo>
                <a:lnTo>
                  <a:pt x="632931" y="51680"/>
                </a:lnTo>
                <a:lnTo>
                  <a:pt x="633219" y="51182"/>
                </a:lnTo>
                <a:lnTo>
                  <a:pt x="633517" y="50696"/>
                </a:lnTo>
                <a:lnTo>
                  <a:pt x="633824" y="50220"/>
                </a:lnTo>
                <a:lnTo>
                  <a:pt x="634141" y="49755"/>
                </a:lnTo>
                <a:lnTo>
                  <a:pt x="634467" y="49302"/>
                </a:lnTo>
                <a:lnTo>
                  <a:pt x="634803" y="48859"/>
                </a:lnTo>
                <a:lnTo>
                  <a:pt x="635148" y="48428"/>
                </a:lnTo>
                <a:lnTo>
                  <a:pt x="635503" y="48007"/>
                </a:lnTo>
                <a:lnTo>
                  <a:pt x="635868" y="47597"/>
                </a:lnTo>
                <a:lnTo>
                  <a:pt x="636242" y="47199"/>
                </a:lnTo>
                <a:lnTo>
                  <a:pt x="636625" y="46811"/>
                </a:lnTo>
                <a:lnTo>
                  <a:pt x="637018" y="46434"/>
                </a:lnTo>
                <a:lnTo>
                  <a:pt x="637420" y="46069"/>
                </a:lnTo>
                <a:lnTo>
                  <a:pt x="637833" y="45716"/>
                </a:lnTo>
                <a:lnTo>
                  <a:pt x="638256" y="45378"/>
                </a:lnTo>
                <a:lnTo>
                  <a:pt x="638690" y="45056"/>
                </a:lnTo>
                <a:lnTo>
                  <a:pt x="639135" y="44748"/>
                </a:lnTo>
                <a:lnTo>
                  <a:pt x="639591" y="44455"/>
                </a:lnTo>
                <a:lnTo>
                  <a:pt x="640058" y="44178"/>
                </a:lnTo>
                <a:lnTo>
                  <a:pt x="640535" y="43915"/>
                </a:lnTo>
                <a:lnTo>
                  <a:pt x="641024" y="43667"/>
                </a:lnTo>
                <a:lnTo>
                  <a:pt x="641523" y="43435"/>
                </a:lnTo>
                <a:lnTo>
                  <a:pt x="642033" y="43217"/>
                </a:lnTo>
                <a:lnTo>
                  <a:pt x="642554" y="43015"/>
                </a:lnTo>
                <a:lnTo>
                  <a:pt x="643085" y="42827"/>
                </a:lnTo>
                <a:lnTo>
                  <a:pt x="643628" y="42654"/>
                </a:lnTo>
                <a:lnTo>
                  <a:pt x="644181" y="42497"/>
                </a:lnTo>
                <a:lnTo>
                  <a:pt x="644745" y="42354"/>
                </a:lnTo>
                <a:lnTo>
                  <a:pt x="645320" y="42227"/>
                </a:lnTo>
                <a:lnTo>
                  <a:pt x="645906" y="42114"/>
                </a:lnTo>
                <a:lnTo>
                  <a:pt x="646502" y="42017"/>
                </a:lnTo>
                <a:lnTo>
                  <a:pt x="647109" y="41934"/>
                </a:lnTo>
                <a:lnTo>
                  <a:pt x="647728" y="41866"/>
                </a:lnTo>
                <a:lnTo>
                  <a:pt x="648357" y="41814"/>
                </a:lnTo>
                <a:lnTo>
                  <a:pt x="648996" y="41776"/>
                </a:lnTo>
                <a:lnTo>
                  <a:pt x="649647" y="41754"/>
                </a:lnTo>
                <a:lnTo>
                  <a:pt x="650309" y="41746"/>
                </a:lnTo>
                <a:lnTo>
                  <a:pt x="651011" y="41754"/>
                </a:lnTo>
                <a:lnTo>
                  <a:pt x="651702" y="41776"/>
                </a:lnTo>
                <a:lnTo>
                  <a:pt x="652381" y="41814"/>
                </a:lnTo>
                <a:lnTo>
                  <a:pt x="653047" y="41866"/>
                </a:lnTo>
                <a:lnTo>
                  <a:pt x="653702" y="41934"/>
                </a:lnTo>
                <a:lnTo>
                  <a:pt x="654344" y="42017"/>
                </a:lnTo>
                <a:lnTo>
                  <a:pt x="654974" y="42114"/>
                </a:lnTo>
                <a:lnTo>
                  <a:pt x="655592" y="42227"/>
                </a:lnTo>
                <a:lnTo>
                  <a:pt x="656198" y="42354"/>
                </a:lnTo>
                <a:lnTo>
                  <a:pt x="656792" y="42497"/>
                </a:lnTo>
                <a:lnTo>
                  <a:pt x="657373" y="42654"/>
                </a:lnTo>
                <a:lnTo>
                  <a:pt x="657943" y="42827"/>
                </a:lnTo>
                <a:lnTo>
                  <a:pt x="658500" y="43015"/>
                </a:lnTo>
                <a:lnTo>
                  <a:pt x="659045" y="43217"/>
                </a:lnTo>
                <a:lnTo>
                  <a:pt x="659578" y="43435"/>
                </a:lnTo>
                <a:lnTo>
                  <a:pt x="660099" y="43667"/>
                </a:lnTo>
                <a:lnTo>
                  <a:pt x="660608" y="43915"/>
                </a:lnTo>
                <a:lnTo>
                  <a:pt x="661104" y="44178"/>
                </a:lnTo>
                <a:lnTo>
                  <a:pt x="661589" y="44455"/>
                </a:lnTo>
                <a:lnTo>
                  <a:pt x="662061" y="44748"/>
                </a:lnTo>
                <a:lnTo>
                  <a:pt x="662521" y="45056"/>
                </a:lnTo>
                <a:lnTo>
                  <a:pt x="662969" y="45378"/>
                </a:lnTo>
                <a:lnTo>
                  <a:pt x="663405" y="45716"/>
                </a:lnTo>
                <a:lnTo>
                  <a:pt x="663829" y="46069"/>
                </a:lnTo>
                <a:lnTo>
                  <a:pt x="664242" y="46434"/>
                </a:lnTo>
                <a:lnTo>
                  <a:pt x="664645" y="46811"/>
                </a:lnTo>
                <a:lnTo>
                  <a:pt x="665038" y="47199"/>
                </a:lnTo>
                <a:lnTo>
                  <a:pt x="665422" y="47597"/>
                </a:lnTo>
                <a:lnTo>
                  <a:pt x="665796" y="48007"/>
                </a:lnTo>
                <a:lnTo>
                  <a:pt x="666161" y="48428"/>
                </a:lnTo>
                <a:lnTo>
                  <a:pt x="666516" y="48859"/>
                </a:lnTo>
                <a:lnTo>
                  <a:pt x="666861" y="49302"/>
                </a:lnTo>
                <a:lnTo>
                  <a:pt x="667197" y="49755"/>
                </a:lnTo>
                <a:lnTo>
                  <a:pt x="667523" y="50220"/>
                </a:lnTo>
                <a:lnTo>
                  <a:pt x="667839" y="50696"/>
                </a:lnTo>
                <a:lnTo>
                  <a:pt x="668146" y="51182"/>
                </a:lnTo>
                <a:lnTo>
                  <a:pt x="668443" y="51680"/>
                </a:lnTo>
                <a:lnTo>
                  <a:pt x="668730" y="52188"/>
                </a:lnTo>
                <a:lnTo>
                  <a:pt x="669008" y="52708"/>
                </a:lnTo>
                <a:lnTo>
                  <a:pt x="669276" y="53238"/>
                </a:lnTo>
                <a:lnTo>
                  <a:pt x="669534" y="53780"/>
                </a:lnTo>
                <a:lnTo>
                  <a:pt x="669783" y="54332"/>
                </a:lnTo>
                <a:lnTo>
                  <a:pt x="670022" y="54896"/>
                </a:lnTo>
                <a:lnTo>
                  <a:pt x="670252" y="55470"/>
                </a:lnTo>
                <a:lnTo>
                  <a:pt x="670472" y="56056"/>
                </a:lnTo>
                <a:lnTo>
                  <a:pt x="670682" y="56652"/>
                </a:lnTo>
                <a:lnTo>
                  <a:pt x="670882" y="57260"/>
                </a:lnTo>
                <a:lnTo>
                  <a:pt x="671073" y="57878"/>
                </a:lnTo>
                <a:lnTo>
                  <a:pt x="671255" y="58506"/>
                </a:lnTo>
                <a:lnTo>
                  <a:pt x="671430" y="59140"/>
                </a:lnTo>
                <a:lnTo>
                  <a:pt x="671596" y="59782"/>
                </a:lnTo>
                <a:lnTo>
                  <a:pt x="671755" y="60430"/>
                </a:lnTo>
                <a:lnTo>
                  <a:pt x="671906" y="61086"/>
                </a:lnTo>
                <a:lnTo>
                  <a:pt x="672050" y="61749"/>
                </a:lnTo>
                <a:lnTo>
                  <a:pt x="672185" y="62419"/>
                </a:lnTo>
                <a:lnTo>
                  <a:pt x="672313" y="63096"/>
                </a:lnTo>
                <a:lnTo>
                  <a:pt x="672433" y="63780"/>
                </a:lnTo>
                <a:lnTo>
                  <a:pt x="672546" y="64472"/>
                </a:lnTo>
                <a:lnTo>
                  <a:pt x="672650" y="65170"/>
                </a:lnTo>
                <a:lnTo>
                  <a:pt x="672747" y="65876"/>
                </a:lnTo>
                <a:lnTo>
                  <a:pt x="672836" y="66588"/>
                </a:lnTo>
                <a:lnTo>
                  <a:pt x="672918" y="67308"/>
                </a:lnTo>
                <a:lnTo>
                  <a:pt x="672991" y="68035"/>
                </a:lnTo>
                <a:lnTo>
                  <a:pt x="673057" y="68769"/>
                </a:lnTo>
                <a:lnTo>
                  <a:pt x="673116" y="69511"/>
                </a:lnTo>
                <a:lnTo>
                  <a:pt x="673166" y="70259"/>
                </a:lnTo>
                <a:lnTo>
                  <a:pt x="673209" y="71014"/>
                </a:lnTo>
                <a:lnTo>
                  <a:pt x="673243" y="71777"/>
                </a:lnTo>
                <a:lnTo>
                  <a:pt x="673271" y="72547"/>
                </a:lnTo>
                <a:lnTo>
                  <a:pt x="673290" y="73323"/>
                </a:lnTo>
                <a:lnTo>
                  <a:pt x="673302" y="74107"/>
                </a:lnTo>
                <a:lnTo>
                  <a:pt x="673305" y="74898"/>
                </a:lnTo>
                <a:lnTo>
                  <a:pt x="673302" y="75689"/>
                </a:lnTo>
                <a:lnTo>
                  <a:pt x="673290" y="76473"/>
                </a:lnTo>
                <a:lnTo>
                  <a:pt x="673271" y="77249"/>
                </a:lnTo>
                <a:lnTo>
                  <a:pt x="673243" y="78017"/>
                </a:lnTo>
                <a:lnTo>
                  <a:pt x="673209" y="78779"/>
                </a:lnTo>
                <a:lnTo>
                  <a:pt x="673166" y="79532"/>
                </a:lnTo>
                <a:lnTo>
                  <a:pt x="673116" y="80279"/>
                </a:lnTo>
                <a:lnTo>
                  <a:pt x="673057" y="81018"/>
                </a:lnTo>
                <a:lnTo>
                  <a:pt x="672991" y="81749"/>
                </a:lnTo>
                <a:lnTo>
                  <a:pt x="672918" y="82473"/>
                </a:lnTo>
                <a:lnTo>
                  <a:pt x="672836" y="83190"/>
                </a:lnTo>
                <a:lnTo>
                  <a:pt x="672747" y="83899"/>
                </a:lnTo>
                <a:lnTo>
                  <a:pt x="672650" y="84601"/>
                </a:lnTo>
                <a:lnTo>
                  <a:pt x="672546" y="85296"/>
                </a:lnTo>
                <a:lnTo>
                  <a:pt x="672433" y="85983"/>
                </a:lnTo>
                <a:lnTo>
                  <a:pt x="672313" y="86662"/>
                </a:lnTo>
                <a:lnTo>
                  <a:pt x="672185" y="87334"/>
                </a:lnTo>
                <a:lnTo>
                  <a:pt x="672050" y="87999"/>
                </a:lnTo>
                <a:lnTo>
                  <a:pt x="671906" y="88656"/>
                </a:lnTo>
                <a:lnTo>
                  <a:pt x="671755" y="89306"/>
                </a:lnTo>
                <a:lnTo>
                  <a:pt x="671596" y="89949"/>
                </a:lnTo>
                <a:lnTo>
                  <a:pt x="671430" y="90584"/>
                </a:lnTo>
                <a:lnTo>
                  <a:pt x="671255" y="91211"/>
                </a:lnTo>
                <a:lnTo>
                  <a:pt x="671073" y="91832"/>
                </a:lnTo>
                <a:lnTo>
                  <a:pt x="670882" y="92442"/>
                </a:lnTo>
                <a:lnTo>
                  <a:pt x="670682" y="93042"/>
                </a:lnTo>
                <a:lnTo>
                  <a:pt x="670472" y="93632"/>
                </a:lnTo>
                <a:lnTo>
                  <a:pt x="670252" y="94210"/>
                </a:lnTo>
                <a:lnTo>
                  <a:pt x="670022" y="94778"/>
                </a:lnTo>
                <a:lnTo>
                  <a:pt x="669783" y="95334"/>
                </a:lnTo>
                <a:lnTo>
                  <a:pt x="669534" y="95880"/>
                </a:lnTo>
                <a:lnTo>
                  <a:pt x="669276" y="96415"/>
                </a:lnTo>
                <a:lnTo>
                  <a:pt x="669008" y="96940"/>
                </a:lnTo>
                <a:lnTo>
                  <a:pt x="668730" y="97453"/>
                </a:lnTo>
                <a:lnTo>
                  <a:pt x="668443" y="97956"/>
                </a:lnTo>
                <a:lnTo>
                  <a:pt x="668146" y="98447"/>
                </a:lnTo>
                <a:lnTo>
                  <a:pt x="667839" y="98928"/>
                </a:lnTo>
                <a:lnTo>
                  <a:pt x="667523" y="99398"/>
                </a:lnTo>
                <a:lnTo>
                  <a:pt x="667197" y="99858"/>
                </a:lnTo>
                <a:lnTo>
                  <a:pt x="666861" y="100306"/>
                </a:lnTo>
                <a:lnTo>
                  <a:pt x="666516" y="100744"/>
                </a:lnTo>
                <a:lnTo>
                  <a:pt x="666161" y="101171"/>
                </a:lnTo>
                <a:lnTo>
                  <a:pt x="665796" y="101587"/>
                </a:lnTo>
                <a:lnTo>
                  <a:pt x="665422" y="101992"/>
                </a:lnTo>
                <a:lnTo>
                  <a:pt x="665038" y="102386"/>
                </a:lnTo>
                <a:lnTo>
                  <a:pt x="664645" y="102770"/>
                </a:lnTo>
                <a:lnTo>
                  <a:pt x="664242" y="103142"/>
                </a:lnTo>
                <a:lnTo>
                  <a:pt x="663829" y="103504"/>
                </a:lnTo>
                <a:lnTo>
                  <a:pt x="663405" y="103853"/>
                </a:lnTo>
                <a:lnTo>
                  <a:pt x="662969" y="104187"/>
                </a:lnTo>
                <a:lnTo>
                  <a:pt x="662521" y="104507"/>
                </a:lnTo>
                <a:lnTo>
                  <a:pt x="662061" y="104811"/>
                </a:lnTo>
                <a:lnTo>
                  <a:pt x="661589" y="105101"/>
                </a:lnTo>
                <a:lnTo>
                  <a:pt x="661104" y="105376"/>
                </a:lnTo>
                <a:lnTo>
                  <a:pt x="660608" y="105635"/>
                </a:lnTo>
                <a:lnTo>
                  <a:pt x="660099" y="105881"/>
                </a:lnTo>
                <a:lnTo>
                  <a:pt x="659578" y="106111"/>
                </a:lnTo>
                <a:lnTo>
                  <a:pt x="659045" y="106326"/>
                </a:lnTo>
                <a:lnTo>
                  <a:pt x="658500" y="106527"/>
                </a:lnTo>
                <a:lnTo>
                  <a:pt x="657943" y="106712"/>
                </a:lnTo>
                <a:lnTo>
                  <a:pt x="657373" y="106883"/>
                </a:lnTo>
                <a:lnTo>
                  <a:pt x="656792" y="107039"/>
                </a:lnTo>
                <a:lnTo>
                  <a:pt x="656198" y="107180"/>
                </a:lnTo>
                <a:lnTo>
                  <a:pt x="655592" y="107306"/>
                </a:lnTo>
                <a:lnTo>
                  <a:pt x="654974" y="107418"/>
                </a:lnTo>
                <a:lnTo>
                  <a:pt x="654344" y="107514"/>
                </a:lnTo>
                <a:lnTo>
                  <a:pt x="653702" y="107596"/>
                </a:lnTo>
                <a:lnTo>
                  <a:pt x="653047" y="107663"/>
                </a:lnTo>
                <a:lnTo>
                  <a:pt x="652381" y="107715"/>
                </a:lnTo>
                <a:lnTo>
                  <a:pt x="651702" y="107752"/>
                </a:lnTo>
                <a:lnTo>
                  <a:pt x="651011" y="107774"/>
                </a:lnTo>
                <a:lnTo>
                  <a:pt x="650309" y="107782"/>
                </a:lnTo>
                <a:lnTo>
                  <a:pt x="649647" y="107774"/>
                </a:lnTo>
                <a:lnTo>
                  <a:pt x="648996" y="107752"/>
                </a:lnTo>
                <a:lnTo>
                  <a:pt x="648357" y="107715"/>
                </a:lnTo>
                <a:lnTo>
                  <a:pt x="647728" y="107663"/>
                </a:lnTo>
                <a:lnTo>
                  <a:pt x="647109" y="107596"/>
                </a:lnTo>
                <a:close/>
                <a:moveTo>
                  <a:pt x="738166" y="118765"/>
                </a:moveTo>
                <a:lnTo>
                  <a:pt x="738916" y="118699"/>
                </a:lnTo>
                <a:lnTo>
                  <a:pt x="739660" y="118622"/>
                </a:lnTo>
                <a:lnTo>
                  <a:pt x="740397" y="118532"/>
                </a:lnTo>
                <a:lnTo>
                  <a:pt x="741127" y="118431"/>
                </a:lnTo>
                <a:lnTo>
                  <a:pt x="741851" y="118317"/>
                </a:lnTo>
                <a:lnTo>
                  <a:pt x="742568" y="118192"/>
                </a:lnTo>
                <a:lnTo>
                  <a:pt x="743278" y="118055"/>
                </a:lnTo>
                <a:lnTo>
                  <a:pt x="743982" y="117906"/>
                </a:lnTo>
                <a:lnTo>
                  <a:pt x="744679" y="117745"/>
                </a:lnTo>
                <a:lnTo>
                  <a:pt x="745370" y="117572"/>
                </a:lnTo>
                <a:lnTo>
                  <a:pt x="746054" y="117387"/>
                </a:lnTo>
                <a:lnTo>
                  <a:pt x="746732" y="117190"/>
                </a:lnTo>
                <a:lnTo>
                  <a:pt x="747403" y="116981"/>
                </a:lnTo>
                <a:lnTo>
                  <a:pt x="748068" y="116760"/>
                </a:lnTo>
                <a:lnTo>
                  <a:pt x="748726" y="116527"/>
                </a:lnTo>
                <a:lnTo>
                  <a:pt x="749377" y="116283"/>
                </a:lnTo>
                <a:lnTo>
                  <a:pt x="750022" y="116026"/>
                </a:lnTo>
                <a:lnTo>
                  <a:pt x="750660" y="115758"/>
                </a:lnTo>
                <a:lnTo>
                  <a:pt x="751291" y="115477"/>
                </a:lnTo>
                <a:lnTo>
                  <a:pt x="751914" y="115185"/>
                </a:lnTo>
                <a:lnTo>
                  <a:pt x="752527" y="114880"/>
                </a:lnTo>
                <a:lnTo>
                  <a:pt x="753129" y="114563"/>
                </a:lnTo>
                <a:lnTo>
                  <a:pt x="753720" y="114234"/>
                </a:lnTo>
                <a:lnTo>
                  <a:pt x="754301" y="113893"/>
                </a:lnTo>
                <a:lnTo>
                  <a:pt x="754871" y="113540"/>
                </a:lnTo>
                <a:lnTo>
                  <a:pt x="755431" y="113175"/>
                </a:lnTo>
                <a:lnTo>
                  <a:pt x="755980" y="112798"/>
                </a:lnTo>
                <a:lnTo>
                  <a:pt x="756519" y="112408"/>
                </a:lnTo>
                <a:lnTo>
                  <a:pt x="757047" y="112007"/>
                </a:lnTo>
                <a:lnTo>
                  <a:pt x="757565" y="111593"/>
                </a:lnTo>
                <a:lnTo>
                  <a:pt x="758072" y="111168"/>
                </a:lnTo>
                <a:lnTo>
                  <a:pt x="758569" y="110730"/>
                </a:lnTo>
                <a:lnTo>
                  <a:pt x="759055" y="110280"/>
                </a:lnTo>
                <a:lnTo>
                  <a:pt x="759531" y="109818"/>
                </a:lnTo>
                <a:lnTo>
                  <a:pt x="759996" y="109344"/>
                </a:lnTo>
                <a:lnTo>
                  <a:pt x="760450" y="108858"/>
                </a:lnTo>
                <a:lnTo>
                  <a:pt x="760894" y="108360"/>
                </a:lnTo>
                <a:lnTo>
                  <a:pt x="761328" y="107850"/>
                </a:lnTo>
                <a:lnTo>
                  <a:pt x="761751" y="107327"/>
                </a:lnTo>
                <a:lnTo>
                  <a:pt x="762163" y="106793"/>
                </a:lnTo>
                <a:lnTo>
                  <a:pt x="762565" y="106246"/>
                </a:lnTo>
                <a:lnTo>
                  <a:pt x="762956" y="105688"/>
                </a:lnTo>
                <a:lnTo>
                  <a:pt x="763337" y="105117"/>
                </a:lnTo>
                <a:lnTo>
                  <a:pt x="763705" y="104534"/>
                </a:lnTo>
                <a:lnTo>
                  <a:pt x="764058" y="103940"/>
                </a:lnTo>
                <a:lnTo>
                  <a:pt x="764396" y="103333"/>
                </a:lnTo>
                <a:lnTo>
                  <a:pt x="764719" y="102715"/>
                </a:lnTo>
                <a:lnTo>
                  <a:pt x="765027" y="102085"/>
                </a:lnTo>
                <a:lnTo>
                  <a:pt x="765319" y="101443"/>
                </a:lnTo>
                <a:lnTo>
                  <a:pt x="765597" y="100790"/>
                </a:lnTo>
                <a:lnTo>
                  <a:pt x="765860" y="100125"/>
                </a:lnTo>
                <a:lnTo>
                  <a:pt x="766107" y="99448"/>
                </a:lnTo>
                <a:lnTo>
                  <a:pt x="766340" y="98759"/>
                </a:lnTo>
                <a:lnTo>
                  <a:pt x="766557" y="98058"/>
                </a:lnTo>
                <a:lnTo>
                  <a:pt x="766759" y="97346"/>
                </a:lnTo>
                <a:lnTo>
                  <a:pt x="766947" y="96621"/>
                </a:lnTo>
                <a:lnTo>
                  <a:pt x="767119" y="95886"/>
                </a:lnTo>
                <a:lnTo>
                  <a:pt x="767276" y="95138"/>
                </a:lnTo>
                <a:lnTo>
                  <a:pt x="767418" y="94378"/>
                </a:lnTo>
                <a:lnTo>
                  <a:pt x="767545" y="93607"/>
                </a:lnTo>
                <a:lnTo>
                  <a:pt x="767657" y="92824"/>
                </a:lnTo>
                <a:lnTo>
                  <a:pt x="767754" y="92029"/>
                </a:lnTo>
                <a:lnTo>
                  <a:pt x="767836" y="91223"/>
                </a:lnTo>
                <a:lnTo>
                  <a:pt x="767903" y="90404"/>
                </a:lnTo>
                <a:lnTo>
                  <a:pt x="767954" y="89574"/>
                </a:lnTo>
                <a:lnTo>
                  <a:pt x="767991" y="88732"/>
                </a:lnTo>
                <a:lnTo>
                  <a:pt x="768012" y="87878"/>
                </a:lnTo>
                <a:lnTo>
                  <a:pt x="754197" y="87878"/>
                </a:lnTo>
                <a:lnTo>
                  <a:pt x="754167" y="88677"/>
                </a:lnTo>
                <a:lnTo>
                  <a:pt x="754119" y="89460"/>
                </a:lnTo>
                <a:lnTo>
                  <a:pt x="754053" y="90227"/>
                </a:lnTo>
                <a:lnTo>
                  <a:pt x="753968" y="90977"/>
                </a:lnTo>
                <a:lnTo>
                  <a:pt x="753865" y="91711"/>
                </a:lnTo>
                <a:lnTo>
                  <a:pt x="753745" y="92428"/>
                </a:lnTo>
                <a:lnTo>
                  <a:pt x="753606" y="93129"/>
                </a:lnTo>
                <a:lnTo>
                  <a:pt x="753449" y="93814"/>
                </a:lnTo>
                <a:lnTo>
                  <a:pt x="753273" y="94482"/>
                </a:lnTo>
                <a:lnTo>
                  <a:pt x="753080" y="95135"/>
                </a:lnTo>
                <a:lnTo>
                  <a:pt x="752869" y="95770"/>
                </a:lnTo>
                <a:lnTo>
                  <a:pt x="752639" y="96390"/>
                </a:lnTo>
                <a:lnTo>
                  <a:pt x="752391" y="96993"/>
                </a:lnTo>
                <a:lnTo>
                  <a:pt x="752125" y="97579"/>
                </a:lnTo>
                <a:lnTo>
                  <a:pt x="751841" y="98150"/>
                </a:lnTo>
                <a:lnTo>
                  <a:pt x="751539" y="98704"/>
                </a:lnTo>
                <a:lnTo>
                  <a:pt x="751219" y="99241"/>
                </a:lnTo>
                <a:lnTo>
                  <a:pt x="750881" y="99763"/>
                </a:lnTo>
                <a:lnTo>
                  <a:pt x="750524" y="100268"/>
                </a:lnTo>
                <a:lnTo>
                  <a:pt x="750149" y="100756"/>
                </a:lnTo>
                <a:lnTo>
                  <a:pt x="749757" y="101229"/>
                </a:lnTo>
                <a:lnTo>
                  <a:pt x="749346" y="101685"/>
                </a:lnTo>
                <a:lnTo>
                  <a:pt x="748917" y="102124"/>
                </a:lnTo>
                <a:lnTo>
                  <a:pt x="748469" y="102548"/>
                </a:lnTo>
                <a:lnTo>
                  <a:pt x="748008" y="102954"/>
                </a:lnTo>
                <a:lnTo>
                  <a:pt x="747536" y="103343"/>
                </a:lnTo>
                <a:lnTo>
                  <a:pt x="747054" y="103715"/>
                </a:lnTo>
                <a:lnTo>
                  <a:pt x="746562" y="104070"/>
                </a:lnTo>
                <a:lnTo>
                  <a:pt x="746060" y="104407"/>
                </a:lnTo>
                <a:lnTo>
                  <a:pt x="745547" y="104727"/>
                </a:lnTo>
                <a:lnTo>
                  <a:pt x="745024" y="105029"/>
                </a:lnTo>
                <a:lnTo>
                  <a:pt x="744491" y="105315"/>
                </a:lnTo>
                <a:lnTo>
                  <a:pt x="743948" y="105583"/>
                </a:lnTo>
                <a:lnTo>
                  <a:pt x="743395" y="105834"/>
                </a:lnTo>
                <a:lnTo>
                  <a:pt x="742831" y="106067"/>
                </a:lnTo>
                <a:lnTo>
                  <a:pt x="742257" y="106283"/>
                </a:lnTo>
                <a:lnTo>
                  <a:pt x="741673" y="106482"/>
                </a:lnTo>
                <a:lnTo>
                  <a:pt x="741078" y="106664"/>
                </a:lnTo>
                <a:lnTo>
                  <a:pt x="740473" y="106828"/>
                </a:lnTo>
                <a:lnTo>
                  <a:pt x="739858" y="106975"/>
                </a:lnTo>
                <a:lnTo>
                  <a:pt x="739233" y="107105"/>
                </a:lnTo>
                <a:lnTo>
                  <a:pt x="738598" y="107217"/>
                </a:lnTo>
                <a:lnTo>
                  <a:pt x="737952" y="107312"/>
                </a:lnTo>
                <a:lnTo>
                  <a:pt x="737296" y="107390"/>
                </a:lnTo>
                <a:lnTo>
                  <a:pt x="736630" y="107451"/>
                </a:lnTo>
                <a:lnTo>
                  <a:pt x="735954" y="107494"/>
                </a:lnTo>
                <a:lnTo>
                  <a:pt x="735267" y="107520"/>
                </a:lnTo>
                <a:lnTo>
                  <a:pt x="734570" y="107529"/>
                </a:lnTo>
                <a:lnTo>
                  <a:pt x="733950" y="107522"/>
                </a:lnTo>
                <a:lnTo>
                  <a:pt x="733338" y="107502"/>
                </a:lnTo>
                <a:lnTo>
                  <a:pt x="732734" y="107469"/>
                </a:lnTo>
                <a:lnTo>
                  <a:pt x="732139" y="107422"/>
                </a:lnTo>
                <a:lnTo>
                  <a:pt x="731552" y="107362"/>
                </a:lnTo>
                <a:lnTo>
                  <a:pt x="730974" y="107289"/>
                </a:lnTo>
                <a:lnTo>
                  <a:pt x="730405" y="107202"/>
                </a:lnTo>
                <a:lnTo>
                  <a:pt x="729843" y="107102"/>
                </a:lnTo>
                <a:lnTo>
                  <a:pt x="729291" y="106989"/>
                </a:lnTo>
                <a:lnTo>
                  <a:pt x="728747" y="106862"/>
                </a:lnTo>
                <a:lnTo>
                  <a:pt x="728211" y="106723"/>
                </a:lnTo>
                <a:lnTo>
                  <a:pt x="727684" y="106569"/>
                </a:lnTo>
                <a:lnTo>
                  <a:pt x="727165" y="106403"/>
                </a:lnTo>
                <a:lnTo>
                  <a:pt x="726655" y="106223"/>
                </a:lnTo>
                <a:lnTo>
                  <a:pt x="726153" y="106030"/>
                </a:lnTo>
                <a:lnTo>
                  <a:pt x="725660" y="105823"/>
                </a:lnTo>
                <a:lnTo>
                  <a:pt x="725175" y="105603"/>
                </a:lnTo>
                <a:lnTo>
                  <a:pt x="724698" y="105370"/>
                </a:lnTo>
                <a:lnTo>
                  <a:pt x="724231" y="105124"/>
                </a:lnTo>
                <a:lnTo>
                  <a:pt x="723771" y="104864"/>
                </a:lnTo>
                <a:lnTo>
                  <a:pt x="723320" y="104591"/>
                </a:lnTo>
                <a:lnTo>
                  <a:pt x="722878" y="104304"/>
                </a:lnTo>
                <a:lnTo>
                  <a:pt x="722444" y="104004"/>
                </a:lnTo>
                <a:lnTo>
                  <a:pt x="722019" y="103691"/>
                </a:lnTo>
                <a:lnTo>
                  <a:pt x="721602" y="103365"/>
                </a:lnTo>
                <a:lnTo>
                  <a:pt x="721194" y="103027"/>
                </a:lnTo>
                <a:lnTo>
                  <a:pt x="720795" y="102677"/>
                </a:lnTo>
                <a:lnTo>
                  <a:pt x="720404" y="102315"/>
                </a:lnTo>
                <a:lnTo>
                  <a:pt x="720022" y="101940"/>
                </a:lnTo>
                <a:lnTo>
                  <a:pt x="719649" y="101554"/>
                </a:lnTo>
                <a:lnTo>
                  <a:pt x="719285" y="101155"/>
                </a:lnTo>
                <a:lnTo>
                  <a:pt x="718930" y="100745"/>
                </a:lnTo>
                <a:lnTo>
                  <a:pt x="718583" y="100322"/>
                </a:lnTo>
                <a:lnTo>
                  <a:pt x="718246" y="99887"/>
                </a:lnTo>
                <a:lnTo>
                  <a:pt x="717916" y="99441"/>
                </a:lnTo>
                <a:lnTo>
                  <a:pt x="717596" y="98982"/>
                </a:lnTo>
                <a:lnTo>
                  <a:pt x="717285" y="98511"/>
                </a:lnTo>
                <a:lnTo>
                  <a:pt x="716982" y="98028"/>
                </a:lnTo>
                <a:lnTo>
                  <a:pt x="716688" y="97532"/>
                </a:lnTo>
                <a:lnTo>
                  <a:pt x="716403" y="97025"/>
                </a:lnTo>
                <a:lnTo>
                  <a:pt x="716126" y="96506"/>
                </a:lnTo>
                <a:lnTo>
                  <a:pt x="715859" y="95975"/>
                </a:lnTo>
                <a:lnTo>
                  <a:pt x="715600" y="95431"/>
                </a:lnTo>
                <a:lnTo>
                  <a:pt x="715350" y="94876"/>
                </a:lnTo>
                <a:lnTo>
                  <a:pt x="715109" y="94308"/>
                </a:lnTo>
                <a:lnTo>
                  <a:pt x="714876" y="93728"/>
                </a:lnTo>
                <a:lnTo>
                  <a:pt x="714652" y="93136"/>
                </a:lnTo>
                <a:lnTo>
                  <a:pt x="714437" y="92533"/>
                </a:lnTo>
                <a:lnTo>
                  <a:pt x="714231" y="91917"/>
                </a:lnTo>
                <a:lnTo>
                  <a:pt x="714034" y="91292"/>
                </a:lnTo>
                <a:lnTo>
                  <a:pt x="713845" y="90655"/>
                </a:lnTo>
                <a:lnTo>
                  <a:pt x="713665" y="90009"/>
                </a:lnTo>
                <a:lnTo>
                  <a:pt x="713494" y="89351"/>
                </a:lnTo>
                <a:lnTo>
                  <a:pt x="713332" y="88684"/>
                </a:lnTo>
                <a:lnTo>
                  <a:pt x="713178" y="88005"/>
                </a:lnTo>
                <a:lnTo>
                  <a:pt x="713033" y="87316"/>
                </a:lnTo>
                <a:lnTo>
                  <a:pt x="712897" y="86617"/>
                </a:lnTo>
                <a:lnTo>
                  <a:pt x="712770" y="85907"/>
                </a:lnTo>
                <a:lnTo>
                  <a:pt x="712652" y="85186"/>
                </a:lnTo>
                <a:lnTo>
                  <a:pt x="712542" y="84455"/>
                </a:lnTo>
                <a:lnTo>
                  <a:pt x="712441" y="83714"/>
                </a:lnTo>
                <a:lnTo>
                  <a:pt x="712349" y="82962"/>
                </a:lnTo>
                <a:lnTo>
                  <a:pt x="712266" y="82199"/>
                </a:lnTo>
                <a:lnTo>
                  <a:pt x="712191" y="81426"/>
                </a:lnTo>
                <a:lnTo>
                  <a:pt x="712125" y="80642"/>
                </a:lnTo>
                <a:lnTo>
                  <a:pt x="712068" y="79848"/>
                </a:lnTo>
                <a:lnTo>
                  <a:pt x="712020" y="79043"/>
                </a:lnTo>
                <a:lnTo>
                  <a:pt x="711980" y="78228"/>
                </a:lnTo>
                <a:lnTo>
                  <a:pt x="711950" y="77402"/>
                </a:lnTo>
                <a:lnTo>
                  <a:pt x="711928" y="76566"/>
                </a:lnTo>
                <a:lnTo>
                  <a:pt x="711915" y="75719"/>
                </a:lnTo>
                <a:lnTo>
                  <a:pt x="711910" y="74862"/>
                </a:lnTo>
                <a:lnTo>
                  <a:pt x="711920" y="73564"/>
                </a:lnTo>
                <a:lnTo>
                  <a:pt x="711950" y="72292"/>
                </a:lnTo>
                <a:lnTo>
                  <a:pt x="712000" y="71043"/>
                </a:lnTo>
                <a:lnTo>
                  <a:pt x="712069" y="69819"/>
                </a:lnTo>
                <a:lnTo>
                  <a:pt x="712159" y="68620"/>
                </a:lnTo>
                <a:lnTo>
                  <a:pt x="712268" y="67444"/>
                </a:lnTo>
                <a:lnTo>
                  <a:pt x="712397" y="66293"/>
                </a:lnTo>
                <a:lnTo>
                  <a:pt x="712547" y="65167"/>
                </a:lnTo>
                <a:lnTo>
                  <a:pt x="712716" y="64064"/>
                </a:lnTo>
                <a:lnTo>
                  <a:pt x="712905" y="62986"/>
                </a:lnTo>
                <a:lnTo>
                  <a:pt x="713113" y="61933"/>
                </a:lnTo>
                <a:lnTo>
                  <a:pt x="713342" y="60903"/>
                </a:lnTo>
                <a:lnTo>
                  <a:pt x="713591" y="59898"/>
                </a:lnTo>
                <a:lnTo>
                  <a:pt x="713859" y="58918"/>
                </a:lnTo>
                <a:lnTo>
                  <a:pt x="714148" y="57961"/>
                </a:lnTo>
                <a:lnTo>
                  <a:pt x="714456" y="57029"/>
                </a:lnTo>
                <a:lnTo>
                  <a:pt x="714784" y="56121"/>
                </a:lnTo>
                <a:lnTo>
                  <a:pt x="715132" y="55238"/>
                </a:lnTo>
                <a:lnTo>
                  <a:pt x="715500" y="54379"/>
                </a:lnTo>
                <a:lnTo>
                  <a:pt x="715888" y="53544"/>
                </a:lnTo>
                <a:lnTo>
                  <a:pt x="716296" y="52734"/>
                </a:lnTo>
                <a:lnTo>
                  <a:pt x="716723" y="51948"/>
                </a:lnTo>
                <a:lnTo>
                  <a:pt x="717171" y="51186"/>
                </a:lnTo>
                <a:lnTo>
                  <a:pt x="717638" y="50449"/>
                </a:lnTo>
                <a:lnTo>
                  <a:pt x="718125" y="49739"/>
                </a:lnTo>
                <a:lnTo>
                  <a:pt x="718631" y="49059"/>
                </a:lnTo>
                <a:lnTo>
                  <a:pt x="719156" y="48409"/>
                </a:lnTo>
                <a:lnTo>
                  <a:pt x="719700" y="47790"/>
                </a:lnTo>
                <a:lnTo>
                  <a:pt x="720263" y="47201"/>
                </a:lnTo>
                <a:lnTo>
                  <a:pt x="720845" y="46642"/>
                </a:lnTo>
                <a:lnTo>
                  <a:pt x="721446" y="46113"/>
                </a:lnTo>
                <a:lnTo>
                  <a:pt x="722065" y="45614"/>
                </a:lnTo>
                <a:lnTo>
                  <a:pt x="722704" y="45146"/>
                </a:lnTo>
                <a:lnTo>
                  <a:pt x="723362" y="44708"/>
                </a:lnTo>
                <a:lnTo>
                  <a:pt x="724039" y="44300"/>
                </a:lnTo>
                <a:lnTo>
                  <a:pt x="724735" y="43922"/>
                </a:lnTo>
                <a:lnTo>
                  <a:pt x="725450" y="43575"/>
                </a:lnTo>
                <a:lnTo>
                  <a:pt x="726184" y="43257"/>
                </a:lnTo>
                <a:lnTo>
                  <a:pt x="726937" y="42970"/>
                </a:lnTo>
                <a:lnTo>
                  <a:pt x="727709" y="42713"/>
                </a:lnTo>
                <a:lnTo>
                  <a:pt x="728500" y="42487"/>
                </a:lnTo>
                <a:lnTo>
                  <a:pt x="729311" y="42290"/>
                </a:lnTo>
                <a:lnTo>
                  <a:pt x="730140" y="42124"/>
                </a:lnTo>
                <a:lnTo>
                  <a:pt x="730988" y="41988"/>
                </a:lnTo>
                <a:lnTo>
                  <a:pt x="731855" y="41882"/>
                </a:lnTo>
                <a:lnTo>
                  <a:pt x="732741" y="41807"/>
                </a:lnTo>
                <a:lnTo>
                  <a:pt x="733646" y="41762"/>
                </a:lnTo>
                <a:lnTo>
                  <a:pt x="734570" y="41746"/>
                </a:lnTo>
                <a:lnTo>
                  <a:pt x="735253" y="41755"/>
                </a:lnTo>
                <a:lnTo>
                  <a:pt x="735924" y="41780"/>
                </a:lnTo>
                <a:lnTo>
                  <a:pt x="736585" y="41823"/>
                </a:lnTo>
                <a:lnTo>
                  <a:pt x="737234" y="41882"/>
                </a:lnTo>
                <a:lnTo>
                  <a:pt x="737873" y="41959"/>
                </a:lnTo>
                <a:lnTo>
                  <a:pt x="738500" y="42052"/>
                </a:lnTo>
                <a:lnTo>
                  <a:pt x="739117" y="42163"/>
                </a:lnTo>
                <a:lnTo>
                  <a:pt x="739723" y="42290"/>
                </a:lnTo>
                <a:lnTo>
                  <a:pt x="740317" y="42435"/>
                </a:lnTo>
                <a:lnTo>
                  <a:pt x="740901" y="42596"/>
                </a:lnTo>
                <a:lnTo>
                  <a:pt x="741474" y="42775"/>
                </a:lnTo>
                <a:lnTo>
                  <a:pt x="742036" y="42970"/>
                </a:lnTo>
                <a:lnTo>
                  <a:pt x="742586" y="43182"/>
                </a:lnTo>
                <a:lnTo>
                  <a:pt x="743126" y="43412"/>
                </a:lnTo>
                <a:lnTo>
                  <a:pt x="743655" y="43658"/>
                </a:lnTo>
                <a:lnTo>
                  <a:pt x="744173" y="43922"/>
                </a:lnTo>
                <a:lnTo>
                  <a:pt x="744680" y="44202"/>
                </a:lnTo>
                <a:lnTo>
                  <a:pt x="745176" y="44499"/>
                </a:lnTo>
                <a:lnTo>
                  <a:pt x="745661" y="44814"/>
                </a:lnTo>
                <a:lnTo>
                  <a:pt x="746135" y="45145"/>
                </a:lnTo>
                <a:lnTo>
                  <a:pt x="746598" y="45493"/>
                </a:lnTo>
                <a:lnTo>
                  <a:pt x="747050" y="45859"/>
                </a:lnTo>
                <a:lnTo>
                  <a:pt x="747492" y="46241"/>
                </a:lnTo>
                <a:lnTo>
                  <a:pt x="747922" y="46641"/>
                </a:lnTo>
                <a:lnTo>
                  <a:pt x="748339" y="47054"/>
                </a:lnTo>
                <a:lnTo>
                  <a:pt x="748740" y="47481"/>
                </a:lnTo>
                <a:lnTo>
                  <a:pt x="749125" y="47920"/>
                </a:lnTo>
                <a:lnTo>
                  <a:pt x="749495" y="48372"/>
                </a:lnTo>
                <a:lnTo>
                  <a:pt x="749850" y="48836"/>
                </a:lnTo>
                <a:lnTo>
                  <a:pt x="750188" y="49313"/>
                </a:lnTo>
                <a:lnTo>
                  <a:pt x="750511" y="49802"/>
                </a:lnTo>
                <a:lnTo>
                  <a:pt x="750819" y="50304"/>
                </a:lnTo>
                <a:lnTo>
                  <a:pt x="751110" y="50819"/>
                </a:lnTo>
                <a:lnTo>
                  <a:pt x="751386" y="51346"/>
                </a:lnTo>
                <a:lnTo>
                  <a:pt x="751647" y="51886"/>
                </a:lnTo>
                <a:lnTo>
                  <a:pt x="751891" y="52438"/>
                </a:lnTo>
                <a:lnTo>
                  <a:pt x="752121" y="53003"/>
                </a:lnTo>
                <a:lnTo>
                  <a:pt x="752334" y="53580"/>
                </a:lnTo>
                <a:lnTo>
                  <a:pt x="752532" y="54170"/>
                </a:lnTo>
                <a:lnTo>
                  <a:pt x="752714" y="54773"/>
                </a:lnTo>
                <a:lnTo>
                  <a:pt x="752880" y="55388"/>
                </a:lnTo>
                <a:lnTo>
                  <a:pt x="753031" y="56016"/>
                </a:lnTo>
                <a:lnTo>
                  <a:pt x="753166" y="56657"/>
                </a:lnTo>
                <a:lnTo>
                  <a:pt x="753286" y="57310"/>
                </a:lnTo>
                <a:lnTo>
                  <a:pt x="753390" y="57975"/>
                </a:lnTo>
                <a:lnTo>
                  <a:pt x="753478" y="58653"/>
                </a:lnTo>
                <a:lnTo>
                  <a:pt x="753551" y="59344"/>
                </a:lnTo>
                <a:lnTo>
                  <a:pt x="753608" y="60047"/>
                </a:lnTo>
                <a:lnTo>
                  <a:pt x="767507" y="60047"/>
                </a:lnTo>
                <a:lnTo>
                  <a:pt x="767472" y="59217"/>
                </a:lnTo>
                <a:lnTo>
                  <a:pt x="767422" y="58398"/>
                </a:lnTo>
                <a:lnTo>
                  <a:pt x="767359" y="57591"/>
                </a:lnTo>
                <a:lnTo>
                  <a:pt x="767281" y="56797"/>
                </a:lnTo>
                <a:lnTo>
                  <a:pt x="767189" y="56014"/>
                </a:lnTo>
                <a:lnTo>
                  <a:pt x="767083" y="55244"/>
                </a:lnTo>
                <a:lnTo>
                  <a:pt x="766963" y="54486"/>
                </a:lnTo>
                <a:lnTo>
                  <a:pt x="766828" y="53740"/>
                </a:lnTo>
                <a:lnTo>
                  <a:pt x="766680" y="53006"/>
                </a:lnTo>
                <a:lnTo>
                  <a:pt x="766517" y="52284"/>
                </a:lnTo>
                <a:lnTo>
                  <a:pt x="766340" y="51574"/>
                </a:lnTo>
                <a:lnTo>
                  <a:pt x="766149" y="50876"/>
                </a:lnTo>
                <a:lnTo>
                  <a:pt x="765943" y="50190"/>
                </a:lnTo>
                <a:lnTo>
                  <a:pt x="765724" y="49516"/>
                </a:lnTo>
                <a:lnTo>
                  <a:pt x="765490" y="48855"/>
                </a:lnTo>
                <a:lnTo>
                  <a:pt x="765242" y="48205"/>
                </a:lnTo>
                <a:lnTo>
                  <a:pt x="764980" y="47568"/>
                </a:lnTo>
                <a:lnTo>
                  <a:pt x="764703" y="46942"/>
                </a:lnTo>
                <a:lnTo>
                  <a:pt x="764413" y="46329"/>
                </a:lnTo>
                <a:lnTo>
                  <a:pt x="764108" y="45728"/>
                </a:lnTo>
                <a:lnTo>
                  <a:pt x="763789" y="45139"/>
                </a:lnTo>
                <a:lnTo>
                  <a:pt x="763456" y="44562"/>
                </a:lnTo>
                <a:lnTo>
                  <a:pt x="763109" y="43997"/>
                </a:lnTo>
                <a:lnTo>
                  <a:pt x="762748" y="43444"/>
                </a:lnTo>
                <a:lnTo>
                  <a:pt x="762374" y="42902"/>
                </a:lnTo>
                <a:lnTo>
                  <a:pt x="761990" y="42372"/>
                </a:lnTo>
                <a:lnTo>
                  <a:pt x="761596" y="41854"/>
                </a:lnTo>
                <a:lnTo>
                  <a:pt x="761192" y="41347"/>
                </a:lnTo>
                <a:lnTo>
                  <a:pt x="760777" y="40852"/>
                </a:lnTo>
                <a:lnTo>
                  <a:pt x="760352" y="40368"/>
                </a:lnTo>
                <a:lnTo>
                  <a:pt x="759917" y="39895"/>
                </a:lnTo>
                <a:lnTo>
                  <a:pt x="759472" y="39434"/>
                </a:lnTo>
                <a:lnTo>
                  <a:pt x="759016" y="38985"/>
                </a:lnTo>
                <a:lnTo>
                  <a:pt x="758550" y="38547"/>
                </a:lnTo>
                <a:lnTo>
                  <a:pt x="758074" y="38121"/>
                </a:lnTo>
                <a:lnTo>
                  <a:pt x="757588" y="37706"/>
                </a:lnTo>
                <a:lnTo>
                  <a:pt x="757092" y="37302"/>
                </a:lnTo>
                <a:lnTo>
                  <a:pt x="756585" y="36910"/>
                </a:lnTo>
                <a:lnTo>
                  <a:pt x="756068" y="36529"/>
                </a:lnTo>
                <a:lnTo>
                  <a:pt x="755541" y="36160"/>
                </a:lnTo>
                <a:lnTo>
                  <a:pt x="755003" y="35803"/>
                </a:lnTo>
                <a:lnTo>
                  <a:pt x="754455" y="35457"/>
                </a:lnTo>
                <a:lnTo>
                  <a:pt x="753898" y="35122"/>
                </a:lnTo>
                <a:lnTo>
                  <a:pt x="753329" y="34799"/>
                </a:lnTo>
                <a:lnTo>
                  <a:pt x="752751" y="34487"/>
                </a:lnTo>
                <a:lnTo>
                  <a:pt x="752162" y="34187"/>
                </a:lnTo>
                <a:lnTo>
                  <a:pt x="751563" y="33898"/>
                </a:lnTo>
                <a:lnTo>
                  <a:pt x="750954" y="33621"/>
                </a:lnTo>
                <a:lnTo>
                  <a:pt x="750337" y="33355"/>
                </a:lnTo>
                <a:lnTo>
                  <a:pt x="749713" y="33100"/>
                </a:lnTo>
                <a:lnTo>
                  <a:pt x="749082" y="32857"/>
                </a:lnTo>
                <a:lnTo>
                  <a:pt x="748445" y="32625"/>
                </a:lnTo>
                <a:lnTo>
                  <a:pt x="747801" y="32404"/>
                </a:lnTo>
                <a:lnTo>
                  <a:pt x="747150" y="32195"/>
                </a:lnTo>
                <a:lnTo>
                  <a:pt x="746493" y="31997"/>
                </a:lnTo>
                <a:lnTo>
                  <a:pt x="745830" y="31810"/>
                </a:lnTo>
                <a:lnTo>
                  <a:pt x="745160" y="31635"/>
                </a:lnTo>
                <a:lnTo>
                  <a:pt x="744483" y="31470"/>
                </a:lnTo>
                <a:lnTo>
                  <a:pt x="743800" y="31318"/>
                </a:lnTo>
                <a:lnTo>
                  <a:pt x="743110" y="31176"/>
                </a:lnTo>
                <a:lnTo>
                  <a:pt x="742413" y="31046"/>
                </a:lnTo>
                <a:lnTo>
                  <a:pt x="741710" y="30927"/>
                </a:lnTo>
                <a:lnTo>
                  <a:pt x="741000" y="30819"/>
                </a:lnTo>
                <a:lnTo>
                  <a:pt x="740284" y="30723"/>
                </a:lnTo>
                <a:lnTo>
                  <a:pt x="739561" y="30638"/>
                </a:lnTo>
                <a:lnTo>
                  <a:pt x="738832" y="30565"/>
                </a:lnTo>
                <a:lnTo>
                  <a:pt x="738096" y="30503"/>
                </a:lnTo>
                <a:lnTo>
                  <a:pt x="737353" y="30452"/>
                </a:lnTo>
                <a:lnTo>
                  <a:pt x="736604" y="30412"/>
                </a:lnTo>
                <a:lnTo>
                  <a:pt x="735849" y="30384"/>
                </a:lnTo>
                <a:lnTo>
                  <a:pt x="735086" y="30367"/>
                </a:lnTo>
                <a:lnTo>
                  <a:pt x="734317" y="30361"/>
                </a:lnTo>
                <a:lnTo>
                  <a:pt x="733403" y="30370"/>
                </a:lnTo>
                <a:lnTo>
                  <a:pt x="732497" y="30396"/>
                </a:lnTo>
                <a:lnTo>
                  <a:pt x="731601" y="30439"/>
                </a:lnTo>
                <a:lnTo>
                  <a:pt x="730715" y="30500"/>
                </a:lnTo>
                <a:lnTo>
                  <a:pt x="729838" y="30579"/>
                </a:lnTo>
                <a:lnTo>
                  <a:pt x="728971" y="30674"/>
                </a:lnTo>
                <a:lnTo>
                  <a:pt x="728113" y="30787"/>
                </a:lnTo>
                <a:lnTo>
                  <a:pt x="727265" y="30918"/>
                </a:lnTo>
                <a:lnTo>
                  <a:pt x="726426" y="31066"/>
                </a:lnTo>
                <a:lnTo>
                  <a:pt x="725597" y="31231"/>
                </a:lnTo>
                <a:lnTo>
                  <a:pt x="724777" y="31414"/>
                </a:lnTo>
                <a:lnTo>
                  <a:pt x="723967" y="31614"/>
                </a:lnTo>
                <a:lnTo>
                  <a:pt x="723166" y="31832"/>
                </a:lnTo>
                <a:lnTo>
                  <a:pt x="722375" y="32067"/>
                </a:lnTo>
                <a:lnTo>
                  <a:pt x="721593" y="32319"/>
                </a:lnTo>
                <a:lnTo>
                  <a:pt x="720821" y="32589"/>
                </a:lnTo>
                <a:lnTo>
                  <a:pt x="720058" y="32876"/>
                </a:lnTo>
                <a:lnTo>
                  <a:pt x="719305" y="33181"/>
                </a:lnTo>
                <a:lnTo>
                  <a:pt x="718561" y="33503"/>
                </a:lnTo>
                <a:lnTo>
                  <a:pt x="717827" y="33842"/>
                </a:lnTo>
                <a:lnTo>
                  <a:pt x="717102" y="34199"/>
                </a:lnTo>
                <a:lnTo>
                  <a:pt x="716387" y="34573"/>
                </a:lnTo>
                <a:lnTo>
                  <a:pt x="715681" y="34965"/>
                </a:lnTo>
                <a:lnTo>
                  <a:pt x="714985" y="35374"/>
                </a:lnTo>
                <a:lnTo>
                  <a:pt x="714300" y="35800"/>
                </a:lnTo>
                <a:lnTo>
                  <a:pt x="713627" y="36243"/>
                </a:lnTo>
                <a:lnTo>
                  <a:pt x="712968" y="36704"/>
                </a:lnTo>
                <a:lnTo>
                  <a:pt x="712321" y="37181"/>
                </a:lnTo>
                <a:lnTo>
                  <a:pt x="711687" y="37676"/>
                </a:lnTo>
                <a:lnTo>
                  <a:pt x="711065" y="38188"/>
                </a:lnTo>
                <a:lnTo>
                  <a:pt x="710456" y="38717"/>
                </a:lnTo>
                <a:lnTo>
                  <a:pt x="709860" y="39263"/>
                </a:lnTo>
                <a:lnTo>
                  <a:pt x="709277" y="39826"/>
                </a:lnTo>
                <a:lnTo>
                  <a:pt x="708707" y="40406"/>
                </a:lnTo>
                <a:lnTo>
                  <a:pt x="708149" y="41004"/>
                </a:lnTo>
                <a:lnTo>
                  <a:pt x="707604" y="41618"/>
                </a:lnTo>
                <a:lnTo>
                  <a:pt x="707071" y="42249"/>
                </a:lnTo>
                <a:lnTo>
                  <a:pt x="706551" y="42898"/>
                </a:lnTo>
                <a:lnTo>
                  <a:pt x="706044" y="43564"/>
                </a:lnTo>
                <a:lnTo>
                  <a:pt x="705550" y="44247"/>
                </a:lnTo>
                <a:lnTo>
                  <a:pt x="705069" y="44947"/>
                </a:lnTo>
                <a:lnTo>
                  <a:pt x="704600" y="45664"/>
                </a:lnTo>
                <a:lnTo>
                  <a:pt x="704144" y="46398"/>
                </a:lnTo>
                <a:lnTo>
                  <a:pt x="703701" y="47149"/>
                </a:lnTo>
                <a:lnTo>
                  <a:pt x="703270" y="47917"/>
                </a:lnTo>
                <a:lnTo>
                  <a:pt x="702852" y="48703"/>
                </a:lnTo>
                <a:lnTo>
                  <a:pt x="702447" y="49505"/>
                </a:lnTo>
                <a:lnTo>
                  <a:pt x="702054" y="50325"/>
                </a:lnTo>
                <a:lnTo>
                  <a:pt x="701676" y="51161"/>
                </a:lnTo>
                <a:lnTo>
                  <a:pt x="701314" y="52013"/>
                </a:lnTo>
                <a:lnTo>
                  <a:pt x="700968" y="52882"/>
                </a:lnTo>
                <a:lnTo>
                  <a:pt x="700639" y="53766"/>
                </a:lnTo>
                <a:lnTo>
                  <a:pt x="700325" y="54667"/>
                </a:lnTo>
                <a:lnTo>
                  <a:pt x="700027" y="55584"/>
                </a:lnTo>
                <a:lnTo>
                  <a:pt x="699746" y="56517"/>
                </a:lnTo>
                <a:lnTo>
                  <a:pt x="699480" y="57467"/>
                </a:lnTo>
                <a:lnTo>
                  <a:pt x="699231" y="58432"/>
                </a:lnTo>
                <a:lnTo>
                  <a:pt x="698998" y="59414"/>
                </a:lnTo>
                <a:lnTo>
                  <a:pt x="698781" y="60412"/>
                </a:lnTo>
                <a:lnTo>
                  <a:pt x="698580" y="61426"/>
                </a:lnTo>
                <a:lnTo>
                  <a:pt x="698395" y="62456"/>
                </a:lnTo>
                <a:lnTo>
                  <a:pt x="698226" y="63502"/>
                </a:lnTo>
                <a:lnTo>
                  <a:pt x="698073" y="64565"/>
                </a:lnTo>
                <a:lnTo>
                  <a:pt x="697936" y="65644"/>
                </a:lnTo>
                <a:lnTo>
                  <a:pt x="697815" y="66739"/>
                </a:lnTo>
                <a:lnTo>
                  <a:pt x="697711" y="67850"/>
                </a:lnTo>
                <a:lnTo>
                  <a:pt x="697622" y="68977"/>
                </a:lnTo>
                <a:lnTo>
                  <a:pt x="697550" y="70121"/>
                </a:lnTo>
                <a:lnTo>
                  <a:pt x="697494" y="71280"/>
                </a:lnTo>
                <a:lnTo>
                  <a:pt x="697453" y="72456"/>
                </a:lnTo>
                <a:lnTo>
                  <a:pt x="697429" y="73648"/>
                </a:lnTo>
                <a:lnTo>
                  <a:pt x="697421" y="74856"/>
                </a:lnTo>
                <a:lnTo>
                  <a:pt x="697429" y="76064"/>
                </a:lnTo>
                <a:lnTo>
                  <a:pt x="697454" y="77256"/>
                </a:lnTo>
                <a:lnTo>
                  <a:pt x="697495" y="78431"/>
                </a:lnTo>
                <a:lnTo>
                  <a:pt x="697552" y="79589"/>
                </a:lnTo>
                <a:lnTo>
                  <a:pt x="697626" y="80731"/>
                </a:lnTo>
                <a:lnTo>
                  <a:pt x="697716" y="81856"/>
                </a:lnTo>
                <a:lnTo>
                  <a:pt x="697823" y="82964"/>
                </a:lnTo>
                <a:lnTo>
                  <a:pt x="697945" y="84056"/>
                </a:lnTo>
                <a:lnTo>
                  <a:pt x="698085" y="85131"/>
                </a:lnTo>
                <a:lnTo>
                  <a:pt x="698240" y="86189"/>
                </a:lnTo>
                <a:lnTo>
                  <a:pt x="698412" y="87231"/>
                </a:lnTo>
                <a:lnTo>
                  <a:pt x="698601" y="88256"/>
                </a:lnTo>
                <a:lnTo>
                  <a:pt x="698805" y="89265"/>
                </a:lnTo>
                <a:lnTo>
                  <a:pt x="699026" y="90257"/>
                </a:lnTo>
                <a:lnTo>
                  <a:pt x="699264" y="91232"/>
                </a:lnTo>
                <a:lnTo>
                  <a:pt x="699518" y="92191"/>
                </a:lnTo>
                <a:lnTo>
                  <a:pt x="699788" y="93133"/>
                </a:lnTo>
                <a:lnTo>
                  <a:pt x="700075" y="94058"/>
                </a:lnTo>
                <a:lnTo>
                  <a:pt x="700378" y="94967"/>
                </a:lnTo>
                <a:lnTo>
                  <a:pt x="700697" y="95859"/>
                </a:lnTo>
                <a:lnTo>
                  <a:pt x="701033" y="96734"/>
                </a:lnTo>
                <a:lnTo>
                  <a:pt x="701385" y="97593"/>
                </a:lnTo>
                <a:lnTo>
                  <a:pt x="701754" y="98435"/>
                </a:lnTo>
                <a:lnTo>
                  <a:pt x="702139" y="99261"/>
                </a:lnTo>
                <a:lnTo>
                  <a:pt x="702538" y="100070"/>
                </a:lnTo>
                <a:lnTo>
                  <a:pt x="702950" y="100861"/>
                </a:lnTo>
                <a:lnTo>
                  <a:pt x="703375" y="101636"/>
                </a:lnTo>
                <a:lnTo>
                  <a:pt x="703812" y="102394"/>
                </a:lnTo>
                <a:lnTo>
                  <a:pt x="704261" y="103134"/>
                </a:lnTo>
                <a:lnTo>
                  <a:pt x="704724" y="103858"/>
                </a:lnTo>
                <a:lnTo>
                  <a:pt x="705199" y="104565"/>
                </a:lnTo>
                <a:lnTo>
                  <a:pt x="705686" y="105255"/>
                </a:lnTo>
                <a:lnTo>
                  <a:pt x="706186" y="105928"/>
                </a:lnTo>
                <a:lnTo>
                  <a:pt x="706699" y="106584"/>
                </a:lnTo>
                <a:lnTo>
                  <a:pt x="707224" y="107223"/>
                </a:lnTo>
                <a:lnTo>
                  <a:pt x="707761" y="107846"/>
                </a:lnTo>
                <a:lnTo>
                  <a:pt x="708312" y="108451"/>
                </a:lnTo>
                <a:lnTo>
                  <a:pt x="708875" y="109039"/>
                </a:lnTo>
                <a:lnTo>
                  <a:pt x="709450" y="109611"/>
                </a:lnTo>
                <a:lnTo>
                  <a:pt x="710038" y="110165"/>
                </a:lnTo>
                <a:lnTo>
                  <a:pt x="710639" y="110703"/>
                </a:lnTo>
                <a:lnTo>
                  <a:pt x="711252" y="111223"/>
                </a:lnTo>
                <a:lnTo>
                  <a:pt x="711878" y="111727"/>
                </a:lnTo>
                <a:lnTo>
                  <a:pt x="712516" y="112213"/>
                </a:lnTo>
                <a:lnTo>
                  <a:pt x="713167" y="112683"/>
                </a:lnTo>
                <a:lnTo>
                  <a:pt x="713831" y="113136"/>
                </a:lnTo>
                <a:lnTo>
                  <a:pt x="714507" y="113572"/>
                </a:lnTo>
                <a:lnTo>
                  <a:pt x="715195" y="113991"/>
                </a:lnTo>
                <a:lnTo>
                  <a:pt x="715895" y="114393"/>
                </a:lnTo>
                <a:lnTo>
                  <a:pt x="716602" y="114777"/>
                </a:lnTo>
                <a:lnTo>
                  <a:pt x="717318" y="115145"/>
                </a:lnTo>
                <a:lnTo>
                  <a:pt x="718043" y="115495"/>
                </a:lnTo>
                <a:lnTo>
                  <a:pt x="718776" y="115828"/>
                </a:lnTo>
                <a:lnTo>
                  <a:pt x="719518" y="116145"/>
                </a:lnTo>
                <a:lnTo>
                  <a:pt x="720268" y="116444"/>
                </a:lnTo>
                <a:lnTo>
                  <a:pt x="721027" y="116726"/>
                </a:lnTo>
                <a:lnTo>
                  <a:pt x="721794" y="116991"/>
                </a:lnTo>
                <a:lnTo>
                  <a:pt x="722569" y="117239"/>
                </a:lnTo>
                <a:lnTo>
                  <a:pt x="723353" y="117470"/>
                </a:lnTo>
                <a:lnTo>
                  <a:pt x="724146" y="117683"/>
                </a:lnTo>
                <a:lnTo>
                  <a:pt x="724947" y="117880"/>
                </a:lnTo>
                <a:lnTo>
                  <a:pt x="725756" y="118059"/>
                </a:lnTo>
                <a:lnTo>
                  <a:pt x="726574" y="118222"/>
                </a:lnTo>
                <a:lnTo>
                  <a:pt x="727401" y="118367"/>
                </a:lnTo>
                <a:lnTo>
                  <a:pt x="728235" y="118495"/>
                </a:lnTo>
                <a:lnTo>
                  <a:pt x="729079" y="118606"/>
                </a:lnTo>
                <a:lnTo>
                  <a:pt x="729931" y="118700"/>
                </a:lnTo>
                <a:lnTo>
                  <a:pt x="730791" y="118777"/>
                </a:lnTo>
                <a:lnTo>
                  <a:pt x="731660" y="118837"/>
                </a:lnTo>
                <a:lnTo>
                  <a:pt x="732537" y="118880"/>
                </a:lnTo>
                <a:lnTo>
                  <a:pt x="733423" y="118905"/>
                </a:lnTo>
                <a:lnTo>
                  <a:pt x="734317" y="118914"/>
                </a:lnTo>
                <a:lnTo>
                  <a:pt x="735100" y="118908"/>
                </a:lnTo>
                <a:lnTo>
                  <a:pt x="735877" y="118890"/>
                </a:lnTo>
                <a:lnTo>
                  <a:pt x="736646" y="118860"/>
                </a:lnTo>
                <a:lnTo>
                  <a:pt x="737410" y="118819"/>
                </a:lnTo>
                <a:lnTo>
                  <a:pt x="738166" y="118765"/>
                </a:lnTo>
                <a:close/>
                <a:moveTo>
                  <a:pt x="263277" y="117396"/>
                </a:moveTo>
                <a:lnTo>
                  <a:pt x="263277" y="31879"/>
                </a:lnTo>
                <a:lnTo>
                  <a:pt x="249209" y="31879"/>
                </a:lnTo>
                <a:lnTo>
                  <a:pt x="249209" y="117396"/>
                </a:lnTo>
                <a:lnTo>
                  <a:pt x="263277" y="117396"/>
                </a:lnTo>
                <a:close/>
                <a:moveTo>
                  <a:pt x="1020268" y="16297"/>
                </a:moveTo>
                <a:lnTo>
                  <a:pt x="1020574" y="16261"/>
                </a:lnTo>
                <a:lnTo>
                  <a:pt x="1020875" y="16216"/>
                </a:lnTo>
                <a:lnTo>
                  <a:pt x="1021171" y="16164"/>
                </a:lnTo>
                <a:lnTo>
                  <a:pt x="1021461" y="16104"/>
                </a:lnTo>
                <a:lnTo>
                  <a:pt x="1021746" y="16035"/>
                </a:lnTo>
                <a:lnTo>
                  <a:pt x="1022026" y="15959"/>
                </a:lnTo>
                <a:lnTo>
                  <a:pt x="1022301" y="15874"/>
                </a:lnTo>
                <a:lnTo>
                  <a:pt x="1022570" y="15781"/>
                </a:lnTo>
                <a:lnTo>
                  <a:pt x="1022834" y="15681"/>
                </a:lnTo>
                <a:lnTo>
                  <a:pt x="1023093" y="15572"/>
                </a:lnTo>
                <a:lnTo>
                  <a:pt x="1023347" y="15455"/>
                </a:lnTo>
                <a:lnTo>
                  <a:pt x="1023595" y="15330"/>
                </a:lnTo>
                <a:lnTo>
                  <a:pt x="1023838" y="15198"/>
                </a:lnTo>
                <a:lnTo>
                  <a:pt x="1024076" y="15057"/>
                </a:lnTo>
                <a:lnTo>
                  <a:pt x="1024308" y="14908"/>
                </a:lnTo>
                <a:lnTo>
                  <a:pt x="1024536" y="14751"/>
                </a:lnTo>
                <a:lnTo>
                  <a:pt x="1024758" y="14586"/>
                </a:lnTo>
                <a:lnTo>
                  <a:pt x="1024974" y="14412"/>
                </a:lnTo>
                <a:lnTo>
                  <a:pt x="1025186" y="14231"/>
                </a:lnTo>
                <a:lnTo>
                  <a:pt x="1025392" y="14042"/>
                </a:lnTo>
                <a:lnTo>
                  <a:pt x="1025591" y="13847"/>
                </a:lnTo>
                <a:lnTo>
                  <a:pt x="1025782" y="13647"/>
                </a:lnTo>
                <a:lnTo>
                  <a:pt x="1025965" y="13443"/>
                </a:lnTo>
                <a:lnTo>
                  <a:pt x="1026139" y="13235"/>
                </a:lnTo>
                <a:lnTo>
                  <a:pt x="1026304" y="13023"/>
                </a:lnTo>
                <a:lnTo>
                  <a:pt x="1026461" y="12806"/>
                </a:lnTo>
                <a:lnTo>
                  <a:pt x="1026609" y="12585"/>
                </a:lnTo>
                <a:lnTo>
                  <a:pt x="1026749" y="12360"/>
                </a:lnTo>
                <a:lnTo>
                  <a:pt x="1026881" y="12131"/>
                </a:lnTo>
                <a:lnTo>
                  <a:pt x="1027004" y="11897"/>
                </a:lnTo>
                <a:lnTo>
                  <a:pt x="1027118" y="11659"/>
                </a:lnTo>
                <a:lnTo>
                  <a:pt x="1027224" y="11417"/>
                </a:lnTo>
                <a:lnTo>
                  <a:pt x="1027322" y="11171"/>
                </a:lnTo>
                <a:lnTo>
                  <a:pt x="1027411" y="10920"/>
                </a:lnTo>
                <a:lnTo>
                  <a:pt x="1027492" y="10665"/>
                </a:lnTo>
                <a:lnTo>
                  <a:pt x="1027564" y="10406"/>
                </a:lnTo>
                <a:lnTo>
                  <a:pt x="1027627" y="10143"/>
                </a:lnTo>
                <a:lnTo>
                  <a:pt x="1027682" y="9875"/>
                </a:lnTo>
                <a:lnTo>
                  <a:pt x="1027729" y="9603"/>
                </a:lnTo>
                <a:lnTo>
                  <a:pt x="1027767" y="9327"/>
                </a:lnTo>
                <a:lnTo>
                  <a:pt x="1027797" y="9047"/>
                </a:lnTo>
                <a:lnTo>
                  <a:pt x="1027818" y="8762"/>
                </a:lnTo>
                <a:lnTo>
                  <a:pt x="1027831" y="8474"/>
                </a:lnTo>
                <a:lnTo>
                  <a:pt x="1027835" y="8181"/>
                </a:lnTo>
                <a:lnTo>
                  <a:pt x="1027831" y="7888"/>
                </a:lnTo>
                <a:lnTo>
                  <a:pt x="1027818" y="7599"/>
                </a:lnTo>
                <a:lnTo>
                  <a:pt x="1027797" y="7314"/>
                </a:lnTo>
                <a:lnTo>
                  <a:pt x="1027767" y="7034"/>
                </a:lnTo>
                <a:lnTo>
                  <a:pt x="1027729" y="6758"/>
                </a:lnTo>
                <a:lnTo>
                  <a:pt x="1027682" y="6486"/>
                </a:lnTo>
                <a:lnTo>
                  <a:pt x="1027627" y="6218"/>
                </a:lnTo>
                <a:lnTo>
                  <a:pt x="1027564" y="5955"/>
                </a:lnTo>
                <a:lnTo>
                  <a:pt x="1027492" y="5696"/>
                </a:lnTo>
                <a:lnTo>
                  <a:pt x="1027411" y="5441"/>
                </a:lnTo>
                <a:lnTo>
                  <a:pt x="1027322" y="5191"/>
                </a:lnTo>
                <a:lnTo>
                  <a:pt x="1027224" y="4944"/>
                </a:lnTo>
                <a:lnTo>
                  <a:pt x="1027118" y="4702"/>
                </a:lnTo>
                <a:lnTo>
                  <a:pt x="1027004" y="4464"/>
                </a:lnTo>
                <a:lnTo>
                  <a:pt x="1026881" y="4231"/>
                </a:lnTo>
                <a:lnTo>
                  <a:pt x="1026749" y="4001"/>
                </a:lnTo>
                <a:lnTo>
                  <a:pt x="1026609" y="3776"/>
                </a:lnTo>
                <a:lnTo>
                  <a:pt x="1026461" y="3555"/>
                </a:lnTo>
                <a:lnTo>
                  <a:pt x="1026304" y="3339"/>
                </a:lnTo>
                <a:lnTo>
                  <a:pt x="1026139" y="3126"/>
                </a:lnTo>
                <a:lnTo>
                  <a:pt x="1025965" y="2918"/>
                </a:lnTo>
                <a:lnTo>
                  <a:pt x="1025782" y="2714"/>
                </a:lnTo>
                <a:lnTo>
                  <a:pt x="1025591" y="2515"/>
                </a:lnTo>
                <a:lnTo>
                  <a:pt x="1025392" y="2319"/>
                </a:lnTo>
                <a:lnTo>
                  <a:pt x="1025186" y="2130"/>
                </a:lnTo>
                <a:lnTo>
                  <a:pt x="1024974" y="1949"/>
                </a:lnTo>
                <a:lnTo>
                  <a:pt x="1024758" y="1776"/>
                </a:lnTo>
                <a:lnTo>
                  <a:pt x="1024536" y="1611"/>
                </a:lnTo>
                <a:lnTo>
                  <a:pt x="1024308" y="1454"/>
                </a:lnTo>
                <a:lnTo>
                  <a:pt x="1024076" y="1305"/>
                </a:lnTo>
                <a:lnTo>
                  <a:pt x="1023838" y="1164"/>
                </a:lnTo>
                <a:lnTo>
                  <a:pt x="1023595" y="1031"/>
                </a:lnTo>
                <a:lnTo>
                  <a:pt x="1023347" y="906"/>
                </a:lnTo>
                <a:lnTo>
                  <a:pt x="1023093" y="789"/>
                </a:lnTo>
                <a:lnTo>
                  <a:pt x="1022834" y="680"/>
                </a:lnTo>
                <a:lnTo>
                  <a:pt x="1022570" y="580"/>
                </a:lnTo>
                <a:lnTo>
                  <a:pt x="1022301" y="487"/>
                </a:lnTo>
                <a:lnTo>
                  <a:pt x="1022026" y="403"/>
                </a:lnTo>
                <a:lnTo>
                  <a:pt x="1021746" y="326"/>
                </a:lnTo>
                <a:lnTo>
                  <a:pt x="1021461" y="258"/>
                </a:lnTo>
                <a:lnTo>
                  <a:pt x="1021171" y="197"/>
                </a:lnTo>
                <a:lnTo>
                  <a:pt x="1020875" y="145"/>
                </a:lnTo>
                <a:lnTo>
                  <a:pt x="1020574" y="101"/>
                </a:lnTo>
                <a:lnTo>
                  <a:pt x="1020268" y="64"/>
                </a:lnTo>
                <a:lnTo>
                  <a:pt x="1019956" y="36"/>
                </a:lnTo>
                <a:lnTo>
                  <a:pt x="1019639" y="16"/>
                </a:lnTo>
                <a:lnTo>
                  <a:pt x="1019317" y="4"/>
                </a:lnTo>
                <a:lnTo>
                  <a:pt x="1018990" y="0"/>
                </a:lnTo>
                <a:lnTo>
                  <a:pt x="1018656" y="4"/>
                </a:lnTo>
                <a:lnTo>
                  <a:pt x="1018328" y="16"/>
                </a:lnTo>
                <a:lnTo>
                  <a:pt x="1018006" y="36"/>
                </a:lnTo>
                <a:lnTo>
                  <a:pt x="1017689" y="64"/>
                </a:lnTo>
                <a:lnTo>
                  <a:pt x="1017378" y="101"/>
                </a:lnTo>
                <a:lnTo>
                  <a:pt x="1017074" y="145"/>
                </a:lnTo>
                <a:lnTo>
                  <a:pt x="1016775" y="197"/>
                </a:lnTo>
                <a:lnTo>
                  <a:pt x="1016482" y="258"/>
                </a:lnTo>
                <a:lnTo>
                  <a:pt x="1016194" y="326"/>
                </a:lnTo>
                <a:lnTo>
                  <a:pt x="1015913" y="403"/>
                </a:lnTo>
                <a:lnTo>
                  <a:pt x="1015638" y="487"/>
                </a:lnTo>
                <a:lnTo>
                  <a:pt x="1015368" y="580"/>
                </a:lnTo>
                <a:lnTo>
                  <a:pt x="1015104" y="680"/>
                </a:lnTo>
                <a:lnTo>
                  <a:pt x="1014846" y="789"/>
                </a:lnTo>
                <a:lnTo>
                  <a:pt x="1014594" y="906"/>
                </a:lnTo>
                <a:lnTo>
                  <a:pt x="1014348" y="1031"/>
                </a:lnTo>
                <a:lnTo>
                  <a:pt x="1014107" y="1164"/>
                </a:lnTo>
                <a:lnTo>
                  <a:pt x="1013873" y="1305"/>
                </a:lnTo>
                <a:lnTo>
                  <a:pt x="1013644" y="1454"/>
                </a:lnTo>
                <a:lnTo>
                  <a:pt x="1013421" y="1611"/>
                </a:lnTo>
                <a:lnTo>
                  <a:pt x="1013204" y="1776"/>
                </a:lnTo>
                <a:lnTo>
                  <a:pt x="1012993" y="1949"/>
                </a:lnTo>
                <a:lnTo>
                  <a:pt x="1012788" y="2130"/>
                </a:lnTo>
                <a:lnTo>
                  <a:pt x="1012588" y="2319"/>
                </a:lnTo>
                <a:lnTo>
                  <a:pt x="1012396" y="2515"/>
                </a:lnTo>
                <a:lnTo>
                  <a:pt x="1012211" y="2714"/>
                </a:lnTo>
                <a:lnTo>
                  <a:pt x="1012035" y="2918"/>
                </a:lnTo>
                <a:lnTo>
                  <a:pt x="1011867" y="3126"/>
                </a:lnTo>
                <a:lnTo>
                  <a:pt x="1011708" y="3339"/>
                </a:lnTo>
                <a:lnTo>
                  <a:pt x="1011556" y="3555"/>
                </a:lnTo>
                <a:lnTo>
                  <a:pt x="1011413" y="3776"/>
                </a:lnTo>
                <a:lnTo>
                  <a:pt x="1011278" y="4001"/>
                </a:lnTo>
                <a:lnTo>
                  <a:pt x="1011151" y="4231"/>
                </a:lnTo>
                <a:lnTo>
                  <a:pt x="1011032" y="4464"/>
                </a:lnTo>
                <a:lnTo>
                  <a:pt x="1010921" y="4702"/>
                </a:lnTo>
                <a:lnTo>
                  <a:pt x="1010819" y="4944"/>
                </a:lnTo>
                <a:lnTo>
                  <a:pt x="1010725" y="5191"/>
                </a:lnTo>
                <a:lnTo>
                  <a:pt x="1010639" y="5441"/>
                </a:lnTo>
                <a:lnTo>
                  <a:pt x="1010561" y="5696"/>
                </a:lnTo>
                <a:lnTo>
                  <a:pt x="1010491" y="5955"/>
                </a:lnTo>
                <a:lnTo>
                  <a:pt x="1010430" y="6218"/>
                </a:lnTo>
                <a:lnTo>
                  <a:pt x="1010377" y="6486"/>
                </a:lnTo>
                <a:lnTo>
                  <a:pt x="1010332" y="6758"/>
                </a:lnTo>
                <a:lnTo>
                  <a:pt x="1010295" y="7034"/>
                </a:lnTo>
                <a:lnTo>
                  <a:pt x="1010266" y="7314"/>
                </a:lnTo>
                <a:lnTo>
                  <a:pt x="1010246" y="7599"/>
                </a:lnTo>
                <a:lnTo>
                  <a:pt x="1010233" y="7888"/>
                </a:lnTo>
                <a:lnTo>
                  <a:pt x="1010229" y="8181"/>
                </a:lnTo>
                <a:lnTo>
                  <a:pt x="1010233" y="8474"/>
                </a:lnTo>
                <a:lnTo>
                  <a:pt x="1010246" y="8762"/>
                </a:lnTo>
                <a:lnTo>
                  <a:pt x="1010266" y="9047"/>
                </a:lnTo>
                <a:lnTo>
                  <a:pt x="1010295" y="9327"/>
                </a:lnTo>
                <a:lnTo>
                  <a:pt x="1010332" y="9603"/>
                </a:lnTo>
                <a:lnTo>
                  <a:pt x="1010377" y="9875"/>
                </a:lnTo>
                <a:lnTo>
                  <a:pt x="1010430" y="10143"/>
                </a:lnTo>
                <a:lnTo>
                  <a:pt x="1010491" y="10406"/>
                </a:lnTo>
                <a:lnTo>
                  <a:pt x="1010561" y="10665"/>
                </a:lnTo>
                <a:lnTo>
                  <a:pt x="1010639" y="10920"/>
                </a:lnTo>
                <a:lnTo>
                  <a:pt x="1010725" y="11171"/>
                </a:lnTo>
                <a:lnTo>
                  <a:pt x="1010819" y="11417"/>
                </a:lnTo>
                <a:lnTo>
                  <a:pt x="1010921" y="11659"/>
                </a:lnTo>
                <a:lnTo>
                  <a:pt x="1011032" y="11897"/>
                </a:lnTo>
                <a:lnTo>
                  <a:pt x="1011151" y="12131"/>
                </a:lnTo>
                <a:lnTo>
                  <a:pt x="1011278" y="12360"/>
                </a:lnTo>
                <a:lnTo>
                  <a:pt x="1011413" y="12585"/>
                </a:lnTo>
                <a:lnTo>
                  <a:pt x="1011556" y="12806"/>
                </a:lnTo>
                <a:lnTo>
                  <a:pt x="1011708" y="13023"/>
                </a:lnTo>
                <a:lnTo>
                  <a:pt x="1011867" y="13235"/>
                </a:lnTo>
                <a:lnTo>
                  <a:pt x="1012035" y="13443"/>
                </a:lnTo>
                <a:lnTo>
                  <a:pt x="1012211" y="13647"/>
                </a:lnTo>
                <a:lnTo>
                  <a:pt x="1012396" y="13847"/>
                </a:lnTo>
                <a:lnTo>
                  <a:pt x="1012588" y="14042"/>
                </a:lnTo>
                <a:lnTo>
                  <a:pt x="1012788" y="14231"/>
                </a:lnTo>
                <a:lnTo>
                  <a:pt x="1012993" y="14412"/>
                </a:lnTo>
                <a:lnTo>
                  <a:pt x="1013204" y="14586"/>
                </a:lnTo>
                <a:lnTo>
                  <a:pt x="1013421" y="14751"/>
                </a:lnTo>
                <a:lnTo>
                  <a:pt x="1013644" y="14908"/>
                </a:lnTo>
                <a:lnTo>
                  <a:pt x="1013873" y="15057"/>
                </a:lnTo>
                <a:lnTo>
                  <a:pt x="1014107" y="15198"/>
                </a:lnTo>
                <a:lnTo>
                  <a:pt x="1014348" y="15330"/>
                </a:lnTo>
                <a:lnTo>
                  <a:pt x="1014594" y="15455"/>
                </a:lnTo>
                <a:lnTo>
                  <a:pt x="1014846" y="15572"/>
                </a:lnTo>
                <a:lnTo>
                  <a:pt x="1015104" y="15681"/>
                </a:lnTo>
                <a:lnTo>
                  <a:pt x="1015368" y="15781"/>
                </a:lnTo>
                <a:lnTo>
                  <a:pt x="1015638" y="15874"/>
                </a:lnTo>
                <a:lnTo>
                  <a:pt x="1015913" y="15959"/>
                </a:lnTo>
                <a:lnTo>
                  <a:pt x="1016194" y="16035"/>
                </a:lnTo>
                <a:lnTo>
                  <a:pt x="1016482" y="16104"/>
                </a:lnTo>
                <a:lnTo>
                  <a:pt x="1016775" y="16164"/>
                </a:lnTo>
                <a:lnTo>
                  <a:pt x="1017074" y="16216"/>
                </a:lnTo>
                <a:lnTo>
                  <a:pt x="1017378" y="16261"/>
                </a:lnTo>
                <a:lnTo>
                  <a:pt x="1017689" y="16297"/>
                </a:lnTo>
                <a:lnTo>
                  <a:pt x="1018006" y="16325"/>
                </a:lnTo>
                <a:lnTo>
                  <a:pt x="1018328" y="16345"/>
                </a:lnTo>
                <a:lnTo>
                  <a:pt x="1018656" y="16357"/>
                </a:lnTo>
                <a:lnTo>
                  <a:pt x="1018990" y="16361"/>
                </a:lnTo>
                <a:lnTo>
                  <a:pt x="1019317" y="16357"/>
                </a:lnTo>
                <a:lnTo>
                  <a:pt x="1019639" y="16345"/>
                </a:lnTo>
                <a:lnTo>
                  <a:pt x="1019956" y="16325"/>
                </a:lnTo>
                <a:lnTo>
                  <a:pt x="1020268" y="16297"/>
                </a:lnTo>
                <a:close/>
                <a:moveTo>
                  <a:pt x="1178275" y="38050"/>
                </a:moveTo>
                <a:lnTo>
                  <a:pt x="1178574" y="37750"/>
                </a:lnTo>
                <a:lnTo>
                  <a:pt x="1178880" y="37464"/>
                </a:lnTo>
                <a:lnTo>
                  <a:pt x="1179191" y="37190"/>
                </a:lnTo>
                <a:lnTo>
                  <a:pt x="1179508" y="36929"/>
                </a:lnTo>
                <a:lnTo>
                  <a:pt x="1179830" y="36680"/>
                </a:lnTo>
                <a:lnTo>
                  <a:pt x="1180158" y="36445"/>
                </a:lnTo>
                <a:lnTo>
                  <a:pt x="1180491" y="36222"/>
                </a:lnTo>
                <a:lnTo>
                  <a:pt x="1180830" y="36012"/>
                </a:lnTo>
                <a:lnTo>
                  <a:pt x="1181174" y="35814"/>
                </a:lnTo>
                <a:lnTo>
                  <a:pt x="1181524" y="35629"/>
                </a:lnTo>
                <a:lnTo>
                  <a:pt x="1181880" y="35457"/>
                </a:lnTo>
                <a:lnTo>
                  <a:pt x="1182241" y="35298"/>
                </a:lnTo>
                <a:lnTo>
                  <a:pt x="1182607" y="35152"/>
                </a:lnTo>
                <a:lnTo>
                  <a:pt x="1182980" y="35018"/>
                </a:lnTo>
                <a:lnTo>
                  <a:pt x="1183357" y="34897"/>
                </a:lnTo>
                <a:lnTo>
                  <a:pt x="1183741" y="34789"/>
                </a:lnTo>
                <a:lnTo>
                  <a:pt x="1184128" y="34689"/>
                </a:lnTo>
                <a:lnTo>
                  <a:pt x="1184519" y="34593"/>
                </a:lnTo>
                <a:lnTo>
                  <a:pt x="1184913" y="34502"/>
                </a:lnTo>
                <a:lnTo>
                  <a:pt x="1185311" y="34415"/>
                </a:lnTo>
                <a:lnTo>
                  <a:pt x="1185711" y="34332"/>
                </a:lnTo>
                <a:lnTo>
                  <a:pt x="1186115" y="34254"/>
                </a:lnTo>
                <a:lnTo>
                  <a:pt x="1186522" y="34179"/>
                </a:lnTo>
                <a:lnTo>
                  <a:pt x="1186932" y="34109"/>
                </a:lnTo>
                <a:lnTo>
                  <a:pt x="1187346" y="34043"/>
                </a:lnTo>
                <a:lnTo>
                  <a:pt x="1187762" y="33982"/>
                </a:lnTo>
                <a:lnTo>
                  <a:pt x="1188182" y="33925"/>
                </a:lnTo>
                <a:lnTo>
                  <a:pt x="1188605" y="33872"/>
                </a:lnTo>
                <a:lnTo>
                  <a:pt x="1189032" y="33823"/>
                </a:lnTo>
                <a:lnTo>
                  <a:pt x="1189461" y="33778"/>
                </a:lnTo>
                <a:lnTo>
                  <a:pt x="1189894" y="33738"/>
                </a:lnTo>
                <a:lnTo>
                  <a:pt x="1190330" y="33702"/>
                </a:lnTo>
                <a:lnTo>
                  <a:pt x="1190769" y="33670"/>
                </a:lnTo>
                <a:lnTo>
                  <a:pt x="1191211" y="33642"/>
                </a:lnTo>
                <a:lnTo>
                  <a:pt x="1191657" y="33619"/>
                </a:lnTo>
                <a:lnTo>
                  <a:pt x="1192106" y="33600"/>
                </a:lnTo>
                <a:lnTo>
                  <a:pt x="1192558" y="33585"/>
                </a:lnTo>
                <a:lnTo>
                  <a:pt x="1193013" y="33574"/>
                </a:lnTo>
                <a:lnTo>
                  <a:pt x="1193472" y="33568"/>
                </a:lnTo>
                <a:lnTo>
                  <a:pt x="1193933" y="33566"/>
                </a:lnTo>
                <a:lnTo>
                  <a:pt x="1193933" y="21674"/>
                </a:lnTo>
                <a:lnTo>
                  <a:pt x="1193202" y="21700"/>
                </a:lnTo>
                <a:lnTo>
                  <a:pt x="1192481" y="21735"/>
                </a:lnTo>
                <a:lnTo>
                  <a:pt x="1191770" y="21778"/>
                </a:lnTo>
                <a:lnTo>
                  <a:pt x="1191070" y="21831"/>
                </a:lnTo>
                <a:lnTo>
                  <a:pt x="1190381" y="21893"/>
                </a:lnTo>
                <a:lnTo>
                  <a:pt x="1189703" y="21964"/>
                </a:lnTo>
                <a:lnTo>
                  <a:pt x="1189035" y="22044"/>
                </a:lnTo>
                <a:lnTo>
                  <a:pt x="1188378" y="22134"/>
                </a:lnTo>
                <a:lnTo>
                  <a:pt x="1187732" y="22232"/>
                </a:lnTo>
                <a:lnTo>
                  <a:pt x="1187096" y="22339"/>
                </a:lnTo>
                <a:lnTo>
                  <a:pt x="1186471" y="22456"/>
                </a:lnTo>
                <a:lnTo>
                  <a:pt x="1185857" y="22581"/>
                </a:lnTo>
                <a:lnTo>
                  <a:pt x="1185253" y="22716"/>
                </a:lnTo>
                <a:lnTo>
                  <a:pt x="1184660" y="22859"/>
                </a:lnTo>
                <a:lnTo>
                  <a:pt x="1184078" y="23012"/>
                </a:lnTo>
                <a:lnTo>
                  <a:pt x="1183507" y="23174"/>
                </a:lnTo>
                <a:lnTo>
                  <a:pt x="1182946" y="23345"/>
                </a:lnTo>
                <a:lnTo>
                  <a:pt x="1182395" y="23525"/>
                </a:lnTo>
                <a:lnTo>
                  <a:pt x="1181856" y="23714"/>
                </a:lnTo>
                <a:lnTo>
                  <a:pt x="1181327" y="23912"/>
                </a:lnTo>
                <a:lnTo>
                  <a:pt x="1180809" y="24119"/>
                </a:lnTo>
                <a:lnTo>
                  <a:pt x="1180301" y="24335"/>
                </a:lnTo>
                <a:lnTo>
                  <a:pt x="1179804" y="24560"/>
                </a:lnTo>
                <a:lnTo>
                  <a:pt x="1179318" y="24795"/>
                </a:lnTo>
                <a:lnTo>
                  <a:pt x="1178842" y="25043"/>
                </a:lnTo>
                <a:lnTo>
                  <a:pt x="1178375" y="25308"/>
                </a:lnTo>
                <a:lnTo>
                  <a:pt x="1177917" y="25591"/>
                </a:lnTo>
                <a:lnTo>
                  <a:pt x="1177468" y="25891"/>
                </a:lnTo>
                <a:lnTo>
                  <a:pt x="1177029" y="26209"/>
                </a:lnTo>
                <a:lnTo>
                  <a:pt x="1176599" y="26545"/>
                </a:lnTo>
                <a:lnTo>
                  <a:pt x="1176178" y="26898"/>
                </a:lnTo>
                <a:lnTo>
                  <a:pt x="1175766" y="27269"/>
                </a:lnTo>
                <a:lnTo>
                  <a:pt x="1175364" y="27657"/>
                </a:lnTo>
                <a:lnTo>
                  <a:pt x="1174970" y="28063"/>
                </a:lnTo>
                <a:lnTo>
                  <a:pt x="1174586" y="28486"/>
                </a:lnTo>
                <a:lnTo>
                  <a:pt x="1174211" y="28927"/>
                </a:lnTo>
                <a:lnTo>
                  <a:pt x="1173846" y="29386"/>
                </a:lnTo>
                <a:lnTo>
                  <a:pt x="1173489" y="29862"/>
                </a:lnTo>
                <a:lnTo>
                  <a:pt x="1173142" y="30356"/>
                </a:lnTo>
                <a:lnTo>
                  <a:pt x="1172804" y="30867"/>
                </a:lnTo>
                <a:lnTo>
                  <a:pt x="1172475" y="31396"/>
                </a:lnTo>
                <a:lnTo>
                  <a:pt x="1172155" y="31942"/>
                </a:lnTo>
                <a:lnTo>
                  <a:pt x="1171845" y="32506"/>
                </a:lnTo>
                <a:lnTo>
                  <a:pt x="1171544" y="33088"/>
                </a:lnTo>
                <a:lnTo>
                  <a:pt x="1171252" y="33687"/>
                </a:lnTo>
                <a:lnTo>
                  <a:pt x="1170969" y="34304"/>
                </a:lnTo>
                <a:lnTo>
                  <a:pt x="1170695" y="34938"/>
                </a:lnTo>
                <a:lnTo>
                  <a:pt x="1170669" y="35002"/>
                </a:lnTo>
                <a:lnTo>
                  <a:pt x="1170367" y="34851"/>
                </a:lnTo>
                <a:lnTo>
                  <a:pt x="1169775" y="34575"/>
                </a:lnTo>
                <a:lnTo>
                  <a:pt x="1169170" y="34312"/>
                </a:lnTo>
                <a:lnTo>
                  <a:pt x="1168554" y="34063"/>
                </a:lnTo>
                <a:lnTo>
                  <a:pt x="1167926" y="33827"/>
                </a:lnTo>
                <a:lnTo>
                  <a:pt x="1167286" y="33604"/>
                </a:lnTo>
                <a:lnTo>
                  <a:pt x="1166634" y="33396"/>
                </a:lnTo>
                <a:lnTo>
                  <a:pt x="1165971" y="33200"/>
                </a:lnTo>
                <a:lnTo>
                  <a:pt x="1165295" y="33018"/>
                </a:lnTo>
                <a:lnTo>
                  <a:pt x="1164608" y="32850"/>
                </a:lnTo>
                <a:lnTo>
                  <a:pt x="1163909" y="32695"/>
                </a:lnTo>
                <a:lnTo>
                  <a:pt x="1163198" y="32553"/>
                </a:lnTo>
                <a:lnTo>
                  <a:pt x="1162475" y="32425"/>
                </a:lnTo>
                <a:lnTo>
                  <a:pt x="1161741" y="32310"/>
                </a:lnTo>
                <a:lnTo>
                  <a:pt x="1160994" y="32209"/>
                </a:lnTo>
                <a:lnTo>
                  <a:pt x="1160236" y="32122"/>
                </a:lnTo>
                <a:lnTo>
                  <a:pt x="1159465" y="32048"/>
                </a:lnTo>
                <a:lnTo>
                  <a:pt x="1158683" y="31987"/>
                </a:lnTo>
                <a:lnTo>
                  <a:pt x="1157890" y="31940"/>
                </a:lnTo>
                <a:lnTo>
                  <a:pt x="1157084" y="31906"/>
                </a:lnTo>
                <a:lnTo>
                  <a:pt x="1156266" y="31886"/>
                </a:lnTo>
                <a:lnTo>
                  <a:pt x="1155437" y="31879"/>
                </a:lnTo>
                <a:lnTo>
                  <a:pt x="1154628" y="31886"/>
                </a:lnTo>
                <a:lnTo>
                  <a:pt x="1153830" y="31906"/>
                </a:lnTo>
                <a:lnTo>
                  <a:pt x="1153042" y="31940"/>
                </a:lnTo>
                <a:lnTo>
                  <a:pt x="1152265" y="31987"/>
                </a:lnTo>
                <a:lnTo>
                  <a:pt x="1151499" y="32048"/>
                </a:lnTo>
                <a:lnTo>
                  <a:pt x="1150743" y="32122"/>
                </a:lnTo>
                <a:lnTo>
                  <a:pt x="1149998" y="32209"/>
                </a:lnTo>
                <a:lnTo>
                  <a:pt x="1149264" y="32310"/>
                </a:lnTo>
                <a:lnTo>
                  <a:pt x="1148540" y="32425"/>
                </a:lnTo>
                <a:lnTo>
                  <a:pt x="1147828" y="32553"/>
                </a:lnTo>
                <a:lnTo>
                  <a:pt x="1147125" y="32695"/>
                </a:lnTo>
                <a:lnTo>
                  <a:pt x="1146434" y="32850"/>
                </a:lnTo>
                <a:lnTo>
                  <a:pt x="1145753" y="33018"/>
                </a:lnTo>
                <a:lnTo>
                  <a:pt x="1145083" y="33200"/>
                </a:lnTo>
                <a:lnTo>
                  <a:pt x="1144423" y="33396"/>
                </a:lnTo>
                <a:lnTo>
                  <a:pt x="1143775" y="33604"/>
                </a:lnTo>
                <a:lnTo>
                  <a:pt x="1143136" y="33827"/>
                </a:lnTo>
                <a:lnTo>
                  <a:pt x="1142509" y="34063"/>
                </a:lnTo>
                <a:lnTo>
                  <a:pt x="1141892" y="34312"/>
                </a:lnTo>
                <a:lnTo>
                  <a:pt x="1141286" y="34575"/>
                </a:lnTo>
                <a:lnTo>
                  <a:pt x="1140691" y="34851"/>
                </a:lnTo>
                <a:lnTo>
                  <a:pt x="1140106" y="35141"/>
                </a:lnTo>
                <a:lnTo>
                  <a:pt x="1139532" y="35444"/>
                </a:lnTo>
                <a:lnTo>
                  <a:pt x="1138968" y="35761"/>
                </a:lnTo>
                <a:lnTo>
                  <a:pt x="1138416" y="36089"/>
                </a:lnTo>
                <a:lnTo>
                  <a:pt x="1137874" y="36426"/>
                </a:lnTo>
                <a:lnTo>
                  <a:pt x="1137344" y="36773"/>
                </a:lnTo>
                <a:lnTo>
                  <a:pt x="1136825" y="37129"/>
                </a:lnTo>
                <a:lnTo>
                  <a:pt x="1136317" y="37494"/>
                </a:lnTo>
                <a:lnTo>
                  <a:pt x="1135820" y="37868"/>
                </a:lnTo>
                <a:lnTo>
                  <a:pt x="1135334" y="38252"/>
                </a:lnTo>
                <a:lnTo>
                  <a:pt x="1134859" y="38645"/>
                </a:lnTo>
                <a:lnTo>
                  <a:pt x="1134396" y="39047"/>
                </a:lnTo>
                <a:lnTo>
                  <a:pt x="1133943" y="39458"/>
                </a:lnTo>
                <a:lnTo>
                  <a:pt x="1133502" y="39879"/>
                </a:lnTo>
                <a:lnTo>
                  <a:pt x="1133072" y="40309"/>
                </a:lnTo>
                <a:lnTo>
                  <a:pt x="1132653" y="40749"/>
                </a:lnTo>
                <a:lnTo>
                  <a:pt x="1132245" y="41197"/>
                </a:lnTo>
                <a:lnTo>
                  <a:pt x="1131848" y="41655"/>
                </a:lnTo>
                <a:lnTo>
                  <a:pt x="1131462" y="42123"/>
                </a:lnTo>
                <a:lnTo>
                  <a:pt x="1131087" y="42599"/>
                </a:lnTo>
                <a:lnTo>
                  <a:pt x="1130724" y="43085"/>
                </a:lnTo>
                <a:lnTo>
                  <a:pt x="1130371" y="43580"/>
                </a:lnTo>
                <a:lnTo>
                  <a:pt x="1130030" y="44085"/>
                </a:lnTo>
                <a:lnTo>
                  <a:pt x="1129700" y="44598"/>
                </a:lnTo>
                <a:lnTo>
                  <a:pt x="1129380" y="45121"/>
                </a:lnTo>
                <a:lnTo>
                  <a:pt x="1129072" y="45654"/>
                </a:lnTo>
                <a:lnTo>
                  <a:pt x="1128776" y="46195"/>
                </a:lnTo>
                <a:lnTo>
                  <a:pt x="1128490" y="46744"/>
                </a:lnTo>
                <a:lnTo>
                  <a:pt x="1128217" y="47297"/>
                </a:lnTo>
                <a:lnTo>
                  <a:pt x="1127956" y="47856"/>
                </a:lnTo>
                <a:lnTo>
                  <a:pt x="1127707" y="48420"/>
                </a:lnTo>
                <a:lnTo>
                  <a:pt x="1127471" y="48989"/>
                </a:lnTo>
                <a:lnTo>
                  <a:pt x="1127246" y="49563"/>
                </a:lnTo>
                <a:lnTo>
                  <a:pt x="1127034" y="50142"/>
                </a:lnTo>
                <a:lnTo>
                  <a:pt x="1126833" y="50726"/>
                </a:lnTo>
                <a:lnTo>
                  <a:pt x="1126645" y="51315"/>
                </a:lnTo>
                <a:lnTo>
                  <a:pt x="1126469" y="51910"/>
                </a:lnTo>
                <a:lnTo>
                  <a:pt x="1126305" y="52509"/>
                </a:lnTo>
                <a:lnTo>
                  <a:pt x="1126154" y="53114"/>
                </a:lnTo>
                <a:lnTo>
                  <a:pt x="1126014" y="53724"/>
                </a:lnTo>
                <a:lnTo>
                  <a:pt x="1125887" y="54338"/>
                </a:lnTo>
                <a:lnTo>
                  <a:pt x="1125771" y="54958"/>
                </a:lnTo>
                <a:lnTo>
                  <a:pt x="1125668" y="55583"/>
                </a:lnTo>
                <a:lnTo>
                  <a:pt x="1125577" y="56213"/>
                </a:lnTo>
                <a:lnTo>
                  <a:pt x="1125498" y="56849"/>
                </a:lnTo>
                <a:lnTo>
                  <a:pt x="1125431" y="57489"/>
                </a:lnTo>
                <a:lnTo>
                  <a:pt x="1125377" y="58134"/>
                </a:lnTo>
                <a:lnTo>
                  <a:pt x="1125334" y="58785"/>
                </a:lnTo>
                <a:lnTo>
                  <a:pt x="1125304" y="59440"/>
                </a:lnTo>
                <a:lnTo>
                  <a:pt x="1125286" y="60101"/>
                </a:lnTo>
                <a:lnTo>
                  <a:pt x="1125280" y="60767"/>
                </a:lnTo>
                <a:lnTo>
                  <a:pt x="1125286" y="61397"/>
                </a:lnTo>
                <a:lnTo>
                  <a:pt x="1125304" y="62024"/>
                </a:lnTo>
                <a:lnTo>
                  <a:pt x="1125334" y="62648"/>
                </a:lnTo>
                <a:lnTo>
                  <a:pt x="1125376" y="63267"/>
                </a:lnTo>
                <a:lnTo>
                  <a:pt x="1125430" y="63884"/>
                </a:lnTo>
                <a:lnTo>
                  <a:pt x="1125496" y="64496"/>
                </a:lnTo>
                <a:lnTo>
                  <a:pt x="1125573" y="65105"/>
                </a:lnTo>
                <a:lnTo>
                  <a:pt x="1125663" y="65710"/>
                </a:lnTo>
                <a:lnTo>
                  <a:pt x="1125765" y="66312"/>
                </a:lnTo>
                <a:lnTo>
                  <a:pt x="1125879" y="66910"/>
                </a:lnTo>
                <a:lnTo>
                  <a:pt x="1126005" y="67505"/>
                </a:lnTo>
                <a:lnTo>
                  <a:pt x="1126143" y="68096"/>
                </a:lnTo>
                <a:lnTo>
                  <a:pt x="1126293" y="68684"/>
                </a:lnTo>
                <a:lnTo>
                  <a:pt x="1126455" y="69268"/>
                </a:lnTo>
                <a:lnTo>
                  <a:pt x="1126629" y="69848"/>
                </a:lnTo>
                <a:lnTo>
                  <a:pt x="1126815" y="70425"/>
                </a:lnTo>
                <a:lnTo>
                  <a:pt x="1127013" y="70998"/>
                </a:lnTo>
                <a:lnTo>
                  <a:pt x="1127222" y="71567"/>
                </a:lnTo>
                <a:lnTo>
                  <a:pt x="1127444" y="72133"/>
                </a:lnTo>
                <a:lnTo>
                  <a:pt x="1127678" y="72695"/>
                </a:lnTo>
                <a:lnTo>
                  <a:pt x="1127924" y="73254"/>
                </a:lnTo>
                <a:lnTo>
                  <a:pt x="1128182" y="73809"/>
                </a:lnTo>
                <a:lnTo>
                  <a:pt x="1128452" y="74361"/>
                </a:lnTo>
                <a:lnTo>
                  <a:pt x="1128733" y="74909"/>
                </a:lnTo>
                <a:lnTo>
                  <a:pt x="1129027" y="75451"/>
                </a:lnTo>
                <a:lnTo>
                  <a:pt x="1129332" y="75983"/>
                </a:lnTo>
                <a:lnTo>
                  <a:pt x="1129648" y="76507"/>
                </a:lnTo>
                <a:lnTo>
                  <a:pt x="1129976" y="77022"/>
                </a:lnTo>
                <a:lnTo>
                  <a:pt x="1130315" y="77528"/>
                </a:lnTo>
                <a:lnTo>
                  <a:pt x="1130666" y="78024"/>
                </a:lnTo>
                <a:lnTo>
                  <a:pt x="1131028" y="78512"/>
                </a:lnTo>
                <a:lnTo>
                  <a:pt x="1131401" y="78991"/>
                </a:lnTo>
                <a:lnTo>
                  <a:pt x="1131786" y="79461"/>
                </a:lnTo>
                <a:lnTo>
                  <a:pt x="1132182" y="79922"/>
                </a:lnTo>
                <a:lnTo>
                  <a:pt x="1132589" y="80374"/>
                </a:lnTo>
                <a:lnTo>
                  <a:pt x="1133008" y="80816"/>
                </a:lnTo>
                <a:lnTo>
                  <a:pt x="1133439" y="81250"/>
                </a:lnTo>
                <a:lnTo>
                  <a:pt x="1133881" y="81675"/>
                </a:lnTo>
                <a:lnTo>
                  <a:pt x="1134334" y="82091"/>
                </a:lnTo>
                <a:lnTo>
                  <a:pt x="1134799" y="82498"/>
                </a:lnTo>
                <a:lnTo>
                  <a:pt x="1135275" y="82896"/>
                </a:lnTo>
                <a:lnTo>
                  <a:pt x="1135762" y="83285"/>
                </a:lnTo>
                <a:lnTo>
                  <a:pt x="1136232" y="83643"/>
                </a:lnTo>
                <a:lnTo>
                  <a:pt x="1135899" y="83782"/>
                </a:lnTo>
                <a:lnTo>
                  <a:pt x="1135360" y="84018"/>
                </a:lnTo>
                <a:lnTo>
                  <a:pt x="1134836" y="84259"/>
                </a:lnTo>
                <a:lnTo>
                  <a:pt x="1134326" y="84505"/>
                </a:lnTo>
                <a:lnTo>
                  <a:pt x="1133830" y="84757"/>
                </a:lnTo>
                <a:lnTo>
                  <a:pt x="1133349" y="85014"/>
                </a:lnTo>
                <a:lnTo>
                  <a:pt x="1132882" y="85277"/>
                </a:lnTo>
                <a:lnTo>
                  <a:pt x="1132430" y="85545"/>
                </a:lnTo>
                <a:lnTo>
                  <a:pt x="1131991" y="85818"/>
                </a:lnTo>
                <a:lnTo>
                  <a:pt x="1131567" y="86097"/>
                </a:lnTo>
                <a:lnTo>
                  <a:pt x="1131158" y="86381"/>
                </a:lnTo>
                <a:lnTo>
                  <a:pt x="1130762" y="86671"/>
                </a:lnTo>
                <a:lnTo>
                  <a:pt x="1130381" y="86966"/>
                </a:lnTo>
                <a:lnTo>
                  <a:pt x="1130015" y="87266"/>
                </a:lnTo>
                <a:lnTo>
                  <a:pt x="1129662" y="87572"/>
                </a:lnTo>
                <a:lnTo>
                  <a:pt x="1129324" y="87883"/>
                </a:lnTo>
                <a:lnTo>
                  <a:pt x="1129001" y="88199"/>
                </a:lnTo>
                <a:lnTo>
                  <a:pt x="1128691" y="88521"/>
                </a:lnTo>
                <a:lnTo>
                  <a:pt x="1128396" y="88848"/>
                </a:lnTo>
                <a:lnTo>
                  <a:pt x="1128115" y="89178"/>
                </a:lnTo>
                <a:lnTo>
                  <a:pt x="1127845" y="89507"/>
                </a:lnTo>
                <a:lnTo>
                  <a:pt x="1127587" y="89837"/>
                </a:lnTo>
                <a:lnTo>
                  <a:pt x="1127341" y="90167"/>
                </a:lnTo>
                <a:lnTo>
                  <a:pt x="1127107" y="90496"/>
                </a:lnTo>
                <a:lnTo>
                  <a:pt x="1126885" y="90826"/>
                </a:lnTo>
                <a:lnTo>
                  <a:pt x="1126676" y="91156"/>
                </a:lnTo>
                <a:lnTo>
                  <a:pt x="1126478" y="91485"/>
                </a:lnTo>
                <a:lnTo>
                  <a:pt x="1126292" y="91815"/>
                </a:lnTo>
                <a:lnTo>
                  <a:pt x="1126118" y="92145"/>
                </a:lnTo>
                <a:lnTo>
                  <a:pt x="1125956" y="92474"/>
                </a:lnTo>
                <a:lnTo>
                  <a:pt x="1125806" y="92804"/>
                </a:lnTo>
                <a:lnTo>
                  <a:pt x="1125668" y="93134"/>
                </a:lnTo>
                <a:lnTo>
                  <a:pt x="1125542" y="93463"/>
                </a:lnTo>
                <a:lnTo>
                  <a:pt x="1125428" y="93793"/>
                </a:lnTo>
                <a:lnTo>
                  <a:pt x="1125326" y="94123"/>
                </a:lnTo>
                <a:lnTo>
                  <a:pt x="1125237" y="94452"/>
                </a:lnTo>
                <a:lnTo>
                  <a:pt x="1125159" y="94782"/>
                </a:lnTo>
                <a:lnTo>
                  <a:pt x="1125093" y="95112"/>
                </a:lnTo>
                <a:lnTo>
                  <a:pt x="1125039" y="95441"/>
                </a:lnTo>
                <a:lnTo>
                  <a:pt x="1124997" y="95771"/>
                </a:lnTo>
                <a:lnTo>
                  <a:pt x="1124967" y="96101"/>
                </a:lnTo>
                <a:lnTo>
                  <a:pt x="1124949" y="96430"/>
                </a:lnTo>
                <a:lnTo>
                  <a:pt x="1124943" y="96760"/>
                </a:lnTo>
                <a:lnTo>
                  <a:pt x="1124946" y="96983"/>
                </a:lnTo>
                <a:lnTo>
                  <a:pt x="1124956" y="97208"/>
                </a:lnTo>
                <a:lnTo>
                  <a:pt x="1124973" y="97434"/>
                </a:lnTo>
                <a:lnTo>
                  <a:pt x="1124997" y="97662"/>
                </a:lnTo>
                <a:lnTo>
                  <a:pt x="1125027" y="97892"/>
                </a:lnTo>
                <a:lnTo>
                  <a:pt x="1125064" y="98123"/>
                </a:lnTo>
                <a:lnTo>
                  <a:pt x="1125108" y="98356"/>
                </a:lnTo>
                <a:lnTo>
                  <a:pt x="1125158" y="98591"/>
                </a:lnTo>
                <a:lnTo>
                  <a:pt x="1125215" y="98827"/>
                </a:lnTo>
                <a:lnTo>
                  <a:pt x="1125279" y="99065"/>
                </a:lnTo>
                <a:lnTo>
                  <a:pt x="1125350" y="99304"/>
                </a:lnTo>
                <a:lnTo>
                  <a:pt x="1125427" y="99546"/>
                </a:lnTo>
                <a:lnTo>
                  <a:pt x="1125511" y="99789"/>
                </a:lnTo>
                <a:lnTo>
                  <a:pt x="1125602" y="100033"/>
                </a:lnTo>
                <a:lnTo>
                  <a:pt x="1125700" y="100279"/>
                </a:lnTo>
                <a:lnTo>
                  <a:pt x="1125804" y="100527"/>
                </a:lnTo>
                <a:lnTo>
                  <a:pt x="1125915" y="100776"/>
                </a:lnTo>
                <a:lnTo>
                  <a:pt x="1126033" y="101027"/>
                </a:lnTo>
                <a:lnTo>
                  <a:pt x="1126157" y="101280"/>
                </a:lnTo>
                <a:lnTo>
                  <a:pt x="1126288" y="101535"/>
                </a:lnTo>
                <a:lnTo>
                  <a:pt x="1126426" y="101791"/>
                </a:lnTo>
                <a:lnTo>
                  <a:pt x="1126571" y="102048"/>
                </a:lnTo>
                <a:lnTo>
                  <a:pt x="1126722" y="102308"/>
                </a:lnTo>
                <a:lnTo>
                  <a:pt x="1126880" y="102569"/>
                </a:lnTo>
                <a:lnTo>
                  <a:pt x="1127046" y="102829"/>
                </a:lnTo>
                <a:lnTo>
                  <a:pt x="1127222" y="103086"/>
                </a:lnTo>
                <a:lnTo>
                  <a:pt x="1127407" y="103341"/>
                </a:lnTo>
                <a:lnTo>
                  <a:pt x="1127601" y="103592"/>
                </a:lnTo>
                <a:lnTo>
                  <a:pt x="1127804" y="103841"/>
                </a:lnTo>
                <a:lnTo>
                  <a:pt x="1128017" y="104087"/>
                </a:lnTo>
                <a:lnTo>
                  <a:pt x="1128240" y="104330"/>
                </a:lnTo>
                <a:lnTo>
                  <a:pt x="1128471" y="104570"/>
                </a:lnTo>
                <a:lnTo>
                  <a:pt x="1128712" y="104808"/>
                </a:lnTo>
                <a:lnTo>
                  <a:pt x="1128963" y="105042"/>
                </a:lnTo>
                <a:lnTo>
                  <a:pt x="1129222" y="105274"/>
                </a:lnTo>
                <a:lnTo>
                  <a:pt x="1129492" y="105503"/>
                </a:lnTo>
                <a:lnTo>
                  <a:pt x="1129770" y="105729"/>
                </a:lnTo>
                <a:lnTo>
                  <a:pt x="1130058" y="105953"/>
                </a:lnTo>
                <a:lnTo>
                  <a:pt x="1130355" y="106173"/>
                </a:lnTo>
                <a:lnTo>
                  <a:pt x="1130662" y="106391"/>
                </a:lnTo>
                <a:lnTo>
                  <a:pt x="1130977" y="106605"/>
                </a:lnTo>
                <a:lnTo>
                  <a:pt x="1131303" y="106817"/>
                </a:lnTo>
                <a:lnTo>
                  <a:pt x="1131637" y="107026"/>
                </a:lnTo>
                <a:lnTo>
                  <a:pt x="1131981" y="107233"/>
                </a:lnTo>
                <a:lnTo>
                  <a:pt x="1132335" y="107436"/>
                </a:lnTo>
                <a:lnTo>
                  <a:pt x="1132697" y="107637"/>
                </a:lnTo>
                <a:lnTo>
                  <a:pt x="1133069" y="107834"/>
                </a:lnTo>
                <a:lnTo>
                  <a:pt x="1133451" y="108029"/>
                </a:lnTo>
                <a:lnTo>
                  <a:pt x="1133843" y="108219"/>
                </a:lnTo>
                <a:lnTo>
                  <a:pt x="1134247" y="108403"/>
                </a:lnTo>
                <a:lnTo>
                  <a:pt x="1134664" y="108579"/>
                </a:lnTo>
                <a:lnTo>
                  <a:pt x="1134886" y="108667"/>
                </a:lnTo>
                <a:lnTo>
                  <a:pt x="1134517" y="108829"/>
                </a:lnTo>
                <a:lnTo>
                  <a:pt x="1133764" y="109183"/>
                </a:lnTo>
                <a:lnTo>
                  <a:pt x="1133034" y="109549"/>
                </a:lnTo>
                <a:lnTo>
                  <a:pt x="1132328" y="109926"/>
                </a:lnTo>
                <a:lnTo>
                  <a:pt x="1131644" y="110315"/>
                </a:lnTo>
                <a:lnTo>
                  <a:pt x="1130984" y="110715"/>
                </a:lnTo>
                <a:lnTo>
                  <a:pt x="1130347" y="111128"/>
                </a:lnTo>
                <a:lnTo>
                  <a:pt x="1129734" y="111552"/>
                </a:lnTo>
                <a:lnTo>
                  <a:pt x="1129143" y="111988"/>
                </a:lnTo>
                <a:lnTo>
                  <a:pt x="1128576" y="112436"/>
                </a:lnTo>
                <a:lnTo>
                  <a:pt x="1128033" y="112895"/>
                </a:lnTo>
                <a:lnTo>
                  <a:pt x="1127512" y="113366"/>
                </a:lnTo>
                <a:lnTo>
                  <a:pt x="1127014" y="113846"/>
                </a:lnTo>
                <a:lnTo>
                  <a:pt x="1126537" y="114332"/>
                </a:lnTo>
                <a:lnTo>
                  <a:pt x="1126081" y="114823"/>
                </a:lnTo>
                <a:lnTo>
                  <a:pt x="1125646" y="115320"/>
                </a:lnTo>
                <a:lnTo>
                  <a:pt x="1125232" y="115823"/>
                </a:lnTo>
                <a:lnTo>
                  <a:pt x="1124840" y="116332"/>
                </a:lnTo>
                <a:lnTo>
                  <a:pt x="1124469" y="116846"/>
                </a:lnTo>
                <a:lnTo>
                  <a:pt x="1124119" y="117366"/>
                </a:lnTo>
                <a:lnTo>
                  <a:pt x="1123790" y="117891"/>
                </a:lnTo>
                <a:lnTo>
                  <a:pt x="1123483" y="118423"/>
                </a:lnTo>
                <a:lnTo>
                  <a:pt x="1123197" y="118960"/>
                </a:lnTo>
                <a:lnTo>
                  <a:pt x="1122932" y="119503"/>
                </a:lnTo>
                <a:lnTo>
                  <a:pt x="1122688" y="120052"/>
                </a:lnTo>
                <a:lnTo>
                  <a:pt x="1122465" y="120606"/>
                </a:lnTo>
                <a:lnTo>
                  <a:pt x="1122264" y="121166"/>
                </a:lnTo>
                <a:lnTo>
                  <a:pt x="1122083" y="121732"/>
                </a:lnTo>
                <a:lnTo>
                  <a:pt x="1121924" y="122303"/>
                </a:lnTo>
                <a:lnTo>
                  <a:pt x="1121786" y="122881"/>
                </a:lnTo>
                <a:lnTo>
                  <a:pt x="1121670" y="123464"/>
                </a:lnTo>
                <a:lnTo>
                  <a:pt x="1121574" y="124052"/>
                </a:lnTo>
                <a:lnTo>
                  <a:pt x="1121500" y="124647"/>
                </a:lnTo>
                <a:lnTo>
                  <a:pt x="1121447" y="125247"/>
                </a:lnTo>
                <a:lnTo>
                  <a:pt x="1121415" y="125853"/>
                </a:lnTo>
                <a:lnTo>
                  <a:pt x="1121405" y="126465"/>
                </a:lnTo>
                <a:lnTo>
                  <a:pt x="1121411" y="126969"/>
                </a:lnTo>
                <a:lnTo>
                  <a:pt x="1121428" y="127471"/>
                </a:lnTo>
                <a:lnTo>
                  <a:pt x="1121458" y="127969"/>
                </a:lnTo>
                <a:lnTo>
                  <a:pt x="1121500" y="128465"/>
                </a:lnTo>
                <a:lnTo>
                  <a:pt x="1121553" y="128957"/>
                </a:lnTo>
                <a:lnTo>
                  <a:pt x="1121618" y="129446"/>
                </a:lnTo>
                <a:lnTo>
                  <a:pt x="1121695" y="129933"/>
                </a:lnTo>
                <a:lnTo>
                  <a:pt x="1121784" y="130416"/>
                </a:lnTo>
                <a:lnTo>
                  <a:pt x="1121885" y="130897"/>
                </a:lnTo>
                <a:lnTo>
                  <a:pt x="1121997" y="131374"/>
                </a:lnTo>
                <a:lnTo>
                  <a:pt x="1122121" y="131848"/>
                </a:lnTo>
                <a:lnTo>
                  <a:pt x="1122258" y="132319"/>
                </a:lnTo>
                <a:lnTo>
                  <a:pt x="1122406" y="132788"/>
                </a:lnTo>
                <a:lnTo>
                  <a:pt x="1122566" y="133253"/>
                </a:lnTo>
                <a:lnTo>
                  <a:pt x="1122737" y="133715"/>
                </a:lnTo>
                <a:lnTo>
                  <a:pt x="1122921" y="134174"/>
                </a:lnTo>
                <a:lnTo>
                  <a:pt x="1123116" y="134631"/>
                </a:lnTo>
                <a:lnTo>
                  <a:pt x="1123324" y="135084"/>
                </a:lnTo>
                <a:lnTo>
                  <a:pt x="1123543" y="135534"/>
                </a:lnTo>
                <a:lnTo>
                  <a:pt x="1123774" y="135981"/>
                </a:lnTo>
                <a:lnTo>
                  <a:pt x="1124017" y="136425"/>
                </a:lnTo>
                <a:lnTo>
                  <a:pt x="1124271" y="136866"/>
                </a:lnTo>
                <a:lnTo>
                  <a:pt x="1124538" y="137304"/>
                </a:lnTo>
                <a:lnTo>
                  <a:pt x="1124816" y="137739"/>
                </a:lnTo>
                <a:lnTo>
                  <a:pt x="1125108" y="138170"/>
                </a:lnTo>
                <a:lnTo>
                  <a:pt x="1125415" y="138592"/>
                </a:lnTo>
                <a:lnTo>
                  <a:pt x="1125736" y="139008"/>
                </a:lnTo>
                <a:lnTo>
                  <a:pt x="1126072" y="139417"/>
                </a:lnTo>
                <a:lnTo>
                  <a:pt x="1126423" y="139818"/>
                </a:lnTo>
                <a:lnTo>
                  <a:pt x="1126788" y="140212"/>
                </a:lnTo>
                <a:lnTo>
                  <a:pt x="1127168" y="140599"/>
                </a:lnTo>
                <a:lnTo>
                  <a:pt x="1127563" y="140978"/>
                </a:lnTo>
                <a:lnTo>
                  <a:pt x="1127973" y="141350"/>
                </a:lnTo>
                <a:lnTo>
                  <a:pt x="1128398" y="141716"/>
                </a:lnTo>
                <a:lnTo>
                  <a:pt x="1128837" y="142073"/>
                </a:lnTo>
                <a:lnTo>
                  <a:pt x="1129292" y="142424"/>
                </a:lnTo>
                <a:lnTo>
                  <a:pt x="1129760" y="142767"/>
                </a:lnTo>
                <a:lnTo>
                  <a:pt x="1130244" y="143104"/>
                </a:lnTo>
                <a:lnTo>
                  <a:pt x="1130743" y="143433"/>
                </a:lnTo>
                <a:lnTo>
                  <a:pt x="1131256" y="143754"/>
                </a:lnTo>
                <a:lnTo>
                  <a:pt x="1131784" y="144069"/>
                </a:lnTo>
                <a:lnTo>
                  <a:pt x="1132327" y="144376"/>
                </a:lnTo>
                <a:lnTo>
                  <a:pt x="1132884" y="144676"/>
                </a:lnTo>
                <a:lnTo>
                  <a:pt x="1133457" y="144969"/>
                </a:lnTo>
                <a:lnTo>
                  <a:pt x="1134044" y="145254"/>
                </a:lnTo>
                <a:lnTo>
                  <a:pt x="1134646" y="145533"/>
                </a:lnTo>
                <a:lnTo>
                  <a:pt x="1135262" y="145804"/>
                </a:lnTo>
                <a:lnTo>
                  <a:pt x="1135894" y="146068"/>
                </a:lnTo>
                <a:lnTo>
                  <a:pt x="1136541" y="146322"/>
                </a:lnTo>
                <a:lnTo>
                  <a:pt x="1137206" y="146566"/>
                </a:lnTo>
                <a:lnTo>
                  <a:pt x="1137889" y="146800"/>
                </a:lnTo>
                <a:lnTo>
                  <a:pt x="1138589" y="147022"/>
                </a:lnTo>
                <a:lnTo>
                  <a:pt x="1139307" y="147233"/>
                </a:lnTo>
                <a:lnTo>
                  <a:pt x="1140042" y="147434"/>
                </a:lnTo>
                <a:lnTo>
                  <a:pt x="1140795" y="147624"/>
                </a:lnTo>
                <a:lnTo>
                  <a:pt x="1141566" y="147803"/>
                </a:lnTo>
                <a:lnTo>
                  <a:pt x="1142354" y="147971"/>
                </a:lnTo>
                <a:lnTo>
                  <a:pt x="1143159" y="148128"/>
                </a:lnTo>
                <a:lnTo>
                  <a:pt x="1143982" y="148274"/>
                </a:lnTo>
                <a:lnTo>
                  <a:pt x="1144823" y="148410"/>
                </a:lnTo>
                <a:lnTo>
                  <a:pt x="1145681" y="148535"/>
                </a:lnTo>
                <a:lnTo>
                  <a:pt x="1146557" y="148648"/>
                </a:lnTo>
                <a:lnTo>
                  <a:pt x="1147450" y="148751"/>
                </a:lnTo>
                <a:lnTo>
                  <a:pt x="1148361" y="148844"/>
                </a:lnTo>
                <a:lnTo>
                  <a:pt x="1149289" y="148925"/>
                </a:lnTo>
                <a:lnTo>
                  <a:pt x="1150235" y="148995"/>
                </a:lnTo>
                <a:lnTo>
                  <a:pt x="1151199" y="149055"/>
                </a:lnTo>
                <a:lnTo>
                  <a:pt x="1152180" y="149104"/>
                </a:lnTo>
                <a:lnTo>
                  <a:pt x="1153178" y="149142"/>
                </a:lnTo>
                <a:lnTo>
                  <a:pt x="1154194" y="149169"/>
                </a:lnTo>
                <a:lnTo>
                  <a:pt x="1155228" y="149185"/>
                </a:lnTo>
                <a:lnTo>
                  <a:pt x="1156279" y="149191"/>
                </a:lnTo>
                <a:lnTo>
                  <a:pt x="1157801" y="149178"/>
                </a:lnTo>
                <a:lnTo>
                  <a:pt x="1159292" y="149140"/>
                </a:lnTo>
                <a:lnTo>
                  <a:pt x="1160753" y="149076"/>
                </a:lnTo>
                <a:lnTo>
                  <a:pt x="1162183" y="148987"/>
                </a:lnTo>
                <a:lnTo>
                  <a:pt x="1163582" y="148873"/>
                </a:lnTo>
                <a:lnTo>
                  <a:pt x="1164950" y="148733"/>
                </a:lnTo>
                <a:lnTo>
                  <a:pt x="1166288" y="148567"/>
                </a:lnTo>
                <a:lnTo>
                  <a:pt x="1167595" y="148376"/>
                </a:lnTo>
                <a:lnTo>
                  <a:pt x="1168871" y="148160"/>
                </a:lnTo>
                <a:lnTo>
                  <a:pt x="1170117" y="147918"/>
                </a:lnTo>
                <a:lnTo>
                  <a:pt x="1171332" y="147651"/>
                </a:lnTo>
                <a:lnTo>
                  <a:pt x="1172516" y="147358"/>
                </a:lnTo>
                <a:lnTo>
                  <a:pt x="1173669" y="147040"/>
                </a:lnTo>
                <a:lnTo>
                  <a:pt x="1174792" y="146697"/>
                </a:lnTo>
                <a:lnTo>
                  <a:pt x="1175884" y="146328"/>
                </a:lnTo>
                <a:lnTo>
                  <a:pt x="1176945" y="145933"/>
                </a:lnTo>
                <a:lnTo>
                  <a:pt x="1177976" y="145513"/>
                </a:lnTo>
                <a:lnTo>
                  <a:pt x="1178976" y="145068"/>
                </a:lnTo>
                <a:lnTo>
                  <a:pt x="1179945" y="144597"/>
                </a:lnTo>
                <a:lnTo>
                  <a:pt x="1180884" y="144101"/>
                </a:lnTo>
                <a:lnTo>
                  <a:pt x="1181791" y="143579"/>
                </a:lnTo>
                <a:lnTo>
                  <a:pt x="1182668" y="143032"/>
                </a:lnTo>
                <a:lnTo>
                  <a:pt x="1183515" y="142459"/>
                </a:lnTo>
                <a:lnTo>
                  <a:pt x="1184330" y="141861"/>
                </a:lnTo>
                <a:lnTo>
                  <a:pt x="1185114" y="141243"/>
                </a:lnTo>
                <a:lnTo>
                  <a:pt x="1185864" y="140611"/>
                </a:lnTo>
                <a:lnTo>
                  <a:pt x="1186581" y="139965"/>
                </a:lnTo>
                <a:lnTo>
                  <a:pt x="1187265" y="139304"/>
                </a:lnTo>
                <a:lnTo>
                  <a:pt x="1187915" y="138629"/>
                </a:lnTo>
                <a:lnTo>
                  <a:pt x="1188532" y="137939"/>
                </a:lnTo>
                <a:lnTo>
                  <a:pt x="1189115" y="137235"/>
                </a:lnTo>
                <a:lnTo>
                  <a:pt x="1189665" y="136517"/>
                </a:lnTo>
                <a:lnTo>
                  <a:pt x="1190182" y="135785"/>
                </a:lnTo>
                <a:lnTo>
                  <a:pt x="1190666" y="135038"/>
                </a:lnTo>
                <a:lnTo>
                  <a:pt x="1191116" y="134277"/>
                </a:lnTo>
                <a:lnTo>
                  <a:pt x="1191533" y="133502"/>
                </a:lnTo>
                <a:lnTo>
                  <a:pt x="1191916" y="132712"/>
                </a:lnTo>
                <a:lnTo>
                  <a:pt x="1192266" y="131908"/>
                </a:lnTo>
                <a:lnTo>
                  <a:pt x="1192583" y="131090"/>
                </a:lnTo>
                <a:lnTo>
                  <a:pt x="1192866" y="130257"/>
                </a:lnTo>
                <a:lnTo>
                  <a:pt x="1193116" y="129410"/>
                </a:lnTo>
                <a:lnTo>
                  <a:pt x="1193333" y="128549"/>
                </a:lnTo>
                <a:lnTo>
                  <a:pt x="1193517" y="127673"/>
                </a:lnTo>
                <a:lnTo>
                  <a:pt x="1193667" y="126783"/>
                </a:lnTo>
                <a:lnTo>
                  <a:pt x="1193783" y="125879"/>
                </a:lnTo>
                <a:lnTo>
                  <a:pt x="1193867" y="124961"/>
                </a:lnTo>
                <a:lnTo>
                  <a:pt x="1193917" y="124028"/>
                </a:lnTo>
                <a:lnTo>
                  <a:pt x="1193933" y="123081"/>
                </a:lnTo>
                <a:lnTo>
                  <a:pt x="1193919" y="122130"/>
                </a:lnTo>
                <a:lnTo>
                  <a:pt x="1193876" y="121200"/>
                </a:lnTo>
                <a:lnTo>
                  <a:pt x="1193805" y="120291"/>
                </a:lnTo>
                <a:lnTo>
                  <a:pt x="1193705" y="119403"/>
                </a:lnTo>
                <a:lnTo>
                  <a:pt x="1193577" y="118536"/>
                </a:lnTo>
                <a:lnTo>
                  <a:pt x="1193420" y="117690"/>
                </a:lnTo>
                <a:lnTo>
                  <a:pt x="1193235" y="116864"/>
                </a:lnTo>
                <a:lnTo>
                  <a:pt x="1193021" y="116060"/>
                </a:lnTo>
                <a:lnTo>
                  <a:pt x="1192778" y="115277"/>
                </a:lnTo>
                <a:lnTo>
                  <a:pt x="1192507" y="114514"/>
                </a:lnTo>
                <a:lnTo>
                  <a:pt x="1192208" y="113773"/>
                </a:lnTo>
                <a:lnTo>
                  <a:pt x="1191880" y="113052"/>
                </a:lnTo>
                <a:lnTo>
                  <a:pt x="1191524" y="112352"/>
                </a:lnTo>
                <a:lnTo>
                  <a:pt x="1191139" y="111674"/>
                </a:lnTo>
                <a:lnTo>
                  <a:pt x="1190725" y="111016"/>
                </a:lnTo>
                <a:lnTo>
                  <a:pt x="1190283" y="110379"/>
                </a:lnTo>
                <a:lnTo>
                  <a:pt x="1189813" y="109763"/>
                </a:lnTo>
                <a:lnTo>
                  <a:pt x="1189313" y="109168"/>
                </a:lnTo>
                <a:lnTo>
                  <a:pt x="1188786" y="108594"/>
                </a:lnTo>
                <a:lnTo>
                  <a:pt x="1188230" y="108040"/>
                </a:lnTo>
                <a:lnTo>
                  <a:pt x="1187645" y="107508"/>
                </a:lnTo>
                <a:lnTo>
                  <a:pt x="1187032" y="106997"/>
                </a:lnTo>
                <a:lnTo>
                  <a:pt x="1186390" y="106506"/>
                </a:lnTo>
                <a:lnTo>
                  <a:pt x="1185720" y="106037"/>
                </a:lnTo>
                <a:lnTo>
                  <a:pt x="1185017" y="105587"/>
                </a:lnTo>
                <a:lnTo>
                  <a:pt x="1184276" y="105157"/>
                </a:lnTo>
                <a:lnTo>
                  <a:pt x="1183496" y="104746"/>
                </a:lnTo>
                <a:lnTo>
                  <a:pt x="1182679" y="104354"/>
                </a:lnTo>
                <a:lnTo>
                  <a:pt x="1181825" y="103981"/>
                </a:lnTo>
                <a:lnTo>
                  <a:pt x="1180932" y="103627"/>
                </a:lnTo>
                <a:lnTo>
                  <a:pt x="1180001" y="103292"/>
                </a:lnTo>
                <a:lnTo>
                  <a:pt x="1179033" y="102977"/>
                </a:lnTo>
                <a:lnTo>
                  <a:pt x="1178026" y="102680"/>
                </a:lnTo>
                <a:lnTo>
                  <a:pt x="1176982" y="102403"/>
                </a:lnTo>
                <a:lnTo>
                  <a:pt x="1175900" y="102145"/>
                </a:lnTo>
                <a:lnTo>
                  <a:pt x="1174780" y="101906"/>
                </a:lnTo>
                <a:lnTo>
                  <a:pt x="1173622" y="101686"/>
                </a:lnTo>
                <a:lnTo>
                  <a:pt x="1172426" y="101485"/>
                </a:lnTo>
                <a:lnTo>
                  <a:pt x="1171192" y="101303"/>
                </a:lnTo>
                <a:lnTo>
                  <a:pt x="1169921" y="101141"/>
                </a:lnTo>
                <a:lnTo>
                  <a:pt x="1168612" y="100997"/>
                </a:lnTo>
                <a:lnTo>
                  <a:pt x="1167264" y="100873"/>
                </a:lnTo>
                <a:lnTo>
                  <a:pt x="1165879" y="100768"/>
                </a:lnTo>
                <a:lnTo>
                  <a:pt x="1164456" y="100682"/>
                </a:lnTo>
                <a:lnTo>
                  <a:pt x="1162995" y="100615"/>
                </a:lnTo>
                <a:lnTo>
                  <a:pt x="1161496" y="100567"/>
                </a:lnTo>
                <a:lnTo>
                  <a:pt x="1159960" y="100538"/>
                </a:lnTo>
                <a:lnTo>
                  <a:pt x="1158385" y="100529"/>
                </a:lnTo>
                <a:lnTo>
                  <a:pt x="1153752" y="100529"/>
                </a:lnTo>
                <a:lnTo>
                  <a:pt x="1153223" y="100520"/>
                </a:lnTo>
                <a:lnTo>
                  <a:pt x="1152704" y="100510"/>
                </a:lnTo>
                <a:lnTo>
                  <a:pt x="1152194" y="100497"/>
                </a:lnTo>
                <a:lnTo>
                  <a:pt x="1151693" y="100482"/>
                </a:lnTo>
                <a:lnTo>
                  <a:pt x="1151201" y="100464"/>
                </a:lnTo>
                <a:lnTo>
                  <a:pt x="1150719" y="100444"/>
                </a:lnTo>
                <a:lnTo>
                  <a:pt x="1150247" y="100422"/>
                </a:lnTo>
                <a:lnTo>
                  <a:pt x="1149783" y="100397"/>
                </a:lnTo>
                <a:lnTo>
                  <a:pt x="1149330" y="100370"/>
                </a:lnTo>
                <a:lnTo>
                  <a:pt x="1148885" y="100340"/>
                </a:lnTo>
                <a:lnTo>
                  <a:pt x="1148450" y="100309"/>
                </a:lnTo>
                <a:lnTo>
                  <a:pt x="1148024" y="100274"/>
                </a:lnTo>
                <a:lnTo>
                  <a:pt x="1147607" y="100238"/>
                </a:lnTo>
                <a:lnTo>
                  <a:pt x="1147200" y="100199"/>
                </a:lnTo>
                <a:lnTo>
                  <a:pt x="1146802" y="100158"/>
                </a:lnTo>
                <a:lnTo>
                  <a:pt x="1146414" y="100114"/>
                </a:lnTo>
                <a:lnTo>
                  <a:pt x="1146035" y="100068"/>
                </a:lnTo>
                <a:lnTo>
                  <a:pt x="1145665" y="100020"/>
                </a:lnTo>
                <a:lnTo>
                  <a:pt x="1145305" y="99969"/>
                </a:lnTo>
                <a:lnTo>
                  <a:pt x="1144954" y="99916"/>
                </a:lnTo>
                <a:lnTo>
                  <a:pt x="1144612" y="99861"/>
                </a:lnTo>
                <a:lnTo>
                  <a:pt x="1144280" y="99803"/>
                </a:lnTo>
                <a:lnTo>
                  <a:pt x="1143957" y="99743"/>
                </a:lnTo>
                <a:lnTo>
                  <a:pt x="1143643" y="99680"/>
                </a:lnTo>
                <a:lnTo>
                  <a:pt x="1143338" y="99615"/>
                </a:lnTo>
                <a:lnTo>
                  <a:pt x="1143041" y="99549"/>
                </a:lnTo>
                <a:lnTo>
                  <a:pt x="1142751" y="99480"/>
                </a:lnTo>
                <a:lnTo>
                  <a:pt x="1142469" y="99410"/>
                </a:lnTo>
                <a:lnTo>
                  <a:pt x="1142194" y="99338"/>
                </a:lnTo>
                <a:lnTo>
                  <a:pt x="1141927" y="99263"/>
                </a:lnTo>
                <a:lnTo>
                  <a:pt x="1141668" y="99187"/>
                </a:lnTo>
                <a:lnTo>
                  <a:pt x="1141416" y="99109"/>
                </a:lnTo>
                <a:lnTo>
                  <a:pt x="1141172" y="99029"/>
                </a:lnTo>
                <a:lnTo>
                  <a:pt x="1140935" y="98948"/>
                </a:lnTo>
                <a:lnTo>
                  <a:pt x="1140706" y="98864"/>
                </a:lnTo>
                <a:lnTo>
                  <a:pt x="1140485" y="98778"/>
                </a:lnTo>
                <a:lnTo>
                  <a:pt x="1140271" y="98690"/>
                </a:lnTo>
                <a:lnTo>
                  <a:pt x="1140065" y="98601"/>
                </a:lnTo>
                <a:lnTo>
                  <a:pt x="1139866" y="98510"/>
                </a:lnTo>
                <a:lnTo>
                  <a:pt x="1139675" y="98416"/>
                </a:lnTo>
                <a:lnTo>
                  <a:pt x="1139492" y="98321"/>
                </a:lnTo>
                <a:lnTo>
                  <a:pt x="1139316" y="98224"/>
                </a:lnTo>
                <a:lnTo>
                  <a:pt x="1139148" y="98125"/>
                </a:lnTo>
                <a:lnTo>
                  <a:pt x="1138987" y="98024"/>
                </a:lnTo>
                <a:lnTo>
                  <a:pt x="1138834" y="97921"/>
                </a:lnTo>
                <a:lnTo>
                  <a:pt x="1138689" y="97816"/>
                </a:lnTo>
                <a:lnTo>
                  <a:pt x="1138551" y="97709"/>
                </a:lnTo>
                <a:lnTo>
                  <a:pt x="1138421" y="97601"/>
                </a:lnTo>
                <a:lnTo>
                  <a:pt x="1138297" y="97491"/>
                </a:lnTo>
                <a:lnTo>
                  <a:pt x="1138179" y="97379"/>
                </a:lnTo>
                <a:lnTo>
                  <a:pt x="1138065" y="97267"/>
                </a:lnTo>
                <a:lnTo>
                  <a:pt x="1137957" y="97154"/>
                </a:lnTo>
                <a:lnTo>
                  <a:pt x="1137855" y="97040"/>
                </a:lnTo>
                <a:lnTo>
                  <a:pt x="1137757" y="96924"/>
                </a:lnTo>
                <a:lnTo>
                  <a:pt x="1137665" y="96808"/>
                </a:lnTo>
                <a:lnTo>
                  <a:pt x="1137578" y="96691"/>
                </a:lnTo>
                <a:lnTo>
                  <a:pt x="1137497" y="96572"/>
                </a:lnTo>
                <a:lnTo>
                  <a:pt x="1137420" y="96453"/>
                </a:lnTo>
                <a:lnTo>
                  <a:pt x="1137349" y="96333"/>
                </a:lnTo>
                <a:lnTo>
                  <a:pt x="1137284" y="96211"/>
                </a:lnTo>
                <a:lnTo>
                  <a:pt x="1137223" y="96089"/>
                </a:lnTo>
                <a:lnTo>
                  <a:pt x="1137168" y="95965"/>
                </a:lnTo>
                <a:lnTo>
                  <a:pt x="1137118" y="95840"/>
                </a:lnTo>
                <a:lnTo>
                  <a:pt x="1137073" y="95715"/>
                </a:lnTo>
                <a:lnTo>
                  <a:pt x="1137033" y="95588"/>
                </a:lnTo>
                <a:lnTo>
                  <a:pt x="1136999" y="95460"/>
                </a:lnTo>
                <a:lnTo>
                  <a:pt x="1136970" y="95332"/>
                </a:lnTo>
                <a:lnTo>
                  <a:pt x="1136947" y="95202"/>
                </a:lnTo>
                <a:lnTo>
                  <a:pt x="1136928" y="95071"/>
                </a:lnTo>
                <a:lnTo>
                  <a:pt x="1136915" y="94939"/>
                </a:lnTo>
                <a:lnTo>
                  <a:pt x="1136907" y="94807"/>
                </a:lnTo>
                <a:lnTo>
                  <a:pt x="1136904" y="94673"/>
                </a:lnTo>
                <a:lnTo>
                  <a:pt x="1136909" y="94482"/>
                </a:lnTo>
                <a:lnTo>
                  <a:pt x="1136922" y="94292"/>
                </a:lnTo>
                <a:lnTo>
                  <a:pt x="1136944" y="94103"/>
                </a:lnTo>
                <a:lnTo>
                  <a:pt x="1136975" y="93914"/>
                </a:lnTo>
                <a:lnTo>
                  <a:pt x="1137014" y="93726"/>
                </a:lnTo>
                <a:lnTo>
                  <a:pt x="1137062" y="93538"/>
                </a:lnTo>
                <a:lnTo>
                  <a:pt x="1137119" y="93351"/>
                </a:lnTo>
                <a:lnTo>
                  <a:pt x="1137185" y="93165"/>
                </a:lnTo>
                <a:lnTo>
                  <a:pt x="1137260" y="92979"/>
                </a:lnTo>
                <a:lnTo>
                  <a:pt x="1137343" y="92793"/>
                </a:lnTo>
                <a:lnTo>
                  <a:pt x="1137435" y="92609"/>
                </a:lnTo>
                <a:lnTo>
                  <a:pt x="1137536" y="92425"/>
                </a:lnTo>
                <a:lnTo>
                  <a:pt x="1137646" y="92241"/>
                </a:lnTo>
                <a:lnTo>
                  <a:pt x="1137764" y="92058"/>
                </a:lnTo>
                <a:lnTo>
                  <a:pt x="1137892" y="91876"/>
                </a:lnTo>
                <a:lnTo>
                  <a:pt x="1138028" y="91694"/>
                </a:lnTo>
                <a:lnTo>
                  <a:pt x="1138172" y="91513"/>
                </a:lnTo>
                <a:lnTo>
                  <a:pt x="1138326" y="91332"/>
                </a:lnTo>
                <a:lnTo>
                  <a:pt x="1138488" y="91152"/>
                </a:lnTo>
                <a:lnTo>
                  <a:pt x="1138659" y="90973"/>
                </a:lnTo>
                <a:lnTo>
                  <a:pt x="1138839" y="90794"/>
                </a:lnTo>
                <a:lnTo>
                  <a:pt x="1139028" y="90616"/>
                </a:lnTo>
                <a:lnTo>
                  <a:pt x="1139225" y="90438"/>
                </a:lnTo>
                <a:lnTo>
                  <a:pt x="1139432" y="90261"/>
                </a:lnTo>
                <a:lnTo>
                  <a:pt x="1139646" y="90086"/>
                </a:lnTo>
                <a:lnTo>
                  <a:pt x="1139867" y="89914"/>
                </a:lnTo>
                <a:lnTo>
                  <a:pt x="1140096" y="89747"/>
                </a:lnTo>
                <a:lnTo>
                  <a:pt x="1140332" y="89583"/>
                </a:lnTo>
                <a:lnTo>
                  <a:pt x="1140576" y="89424"/>
                </a:lnTo>
                <a:lnTo>
                  <a:pt x="1140827" y="89268"/>
                </a:lnTo>
                <a:lnTo>
                  <a:pt x="1141085" y="89116"/>
                </a:lnTo>
                <a:lnTo>
                  <a:pt x="1141350" y="88968"/>
                </a:lnTo>
                <a:lnTo>
                  <a:pt x="1141623" y="88823"/>
                </a:lnTo>
                <a:lnTo>
                  <a:pt x="1141903" y="88683"/>
                </a:lnTo>
                <a:lnTo>
                  <a:pt x="1142191" y="88546"/>
                </a:lnTo>
                <a:lnTo>
                  <a:pt x="1142485" y="88413"/>
                </a:lnTo>
                <a:lnTo>
                  <a:pt x="1142787" y="88284"/>
                </a:lnTo>
                <a:lnTo>
                  <a:pt x="1143097" y="88159"/>
                </a:lnTo>
                <a:lnTo>
                  <a:pt x="1143413" y="88038"/>
                </a:lnTo>
                <a:lnTo>
                  <a:pt x="1143737" y="87920"/>
                </a:lnTo>
                <a:lnTo>
                  <a:pt x="1144068" y="87807"/>
                </a:lnTo>
                <a:lnTo>
                  <a:pt x="1144172" y="87773"/>
                </a:lnTo>
                <a:lnTo>
                  <a:pt x="1144395" y="87847"/>
                </a:lnTo>
                <a:lnTo>
                  <a:pt x="1145054" y="88047"/>
                </a:lnTo>
                <a:lnTo>
                  <a:pt x="1145723" y="88233"/>
                </a:lnTo>
                <a:lnTo>
                  <a:pt x="1146402" y="88405"/>
                </a:lnTo>
                <a:lnTo>
                  <a:pt x="1147092" y="88563"/>
                </a:lnTo>
                <a:lnTo>
                  <a:pt x="1147792" y="88708"/>
                </a:lnTo>
                <a:lnTo>
                  <a:pt x="1148502" y="88839"/>
                </a:lnTo>
                <a:lnTo>
                  <a:pt x="1149222" y="88956"/>
                </a:lnTo>
                <a:lnTo>
                  <a:pt x="1149952" y="89059"/>
                </a:lnTo>
                <a:lnTo>
                  <a:pt x="1150693" y="89148"/>
                </a:lnTo>
                <a:lnTo>
                  <a:pt x="1151444" y="89224"/>
                </a:lnTo>
                <a:lnTo>
                  <a:pt x="1152205" y="89286"/>
                </a:lnTo>
                <a:lnTo>
                  <a:pt x="1152977" y="89334"/>
                </a:lnTo>
                <a:lnTo>
                  <a:pt x="1153758" y="89369"/>
                </a:lnTo>
                <a:lnTo>
                  <a:pt x="1154550" y="89389"/>
                </a:lnTo>
                <a:lnTo>
                  <a:pt x="1155353" y="89396"/>
                </a:lnTo>
                <a:lnTo>
                  <a:pt x="1156182" y="89390"/>
                </a:lnTo>
                <a:lnTo>
                  <a:pt x="1157000" y="89369"/>
                </a:lnTo>
                <a:lnTo>
                  <a:pt x="1157805" y="89335"/>
                </a:lnTo>
                <a:lnTo>
                  <a:pt x="1158599" y="89287"/>
                </a:lnTo>
                <a:lnTo>
                  <a:pt x="1159381" y="89226"/>
                </a:lnTo>
                <a:lnTo>
                  <a:pt x="1160151" y="89151"/>
                </a:lnTo>
                <a:lnTo>
                  <a:pt x="1160910" y="89063"/>
                </a:lnTo>
                <a:lnTo>
                  <a:pt x="1161656" y="88961"/>
                </a:lnTo>
                <a:lnTo>
                  <a:pt x="1162391" y="88845"/>
                </a:lnTo>
                <a:lnTo>
                  <a:pt x="1163114" y="88715"/>
                </a:lnTo>
                <a:lnTo>
                  <a:pt x="1163825" y="88573"/>
                </a:lnTo>
                <a:lnTo>
                  <a:pt x="1164524" y="88416"/>
                </a:lnTo>
                <a:lnTo>
                  <a:pt x="1165211" y="88246"/>
                </a:lnTo>
                <a:lnTo>
                  <a:pt x="1165887" y="88062"/>
                </a:lnTo>
                <a:lnTo>
                  <a:pt x="1166550" y="87864"/>
                </a:lnTo>
                <a:lnTo>
                  <a:pt x="1167202" y="87653"/>
                </a:lnTo>
                <a:lnTo>
                  <a:pt x="1167842" y="87429"/>
                </a:lnTo>
                <a:lnTo>
                  <a:pt x="1168470" y="87190"/>
                </a:lnTo>
                <a:lnTo>
                  <a:pt x="1169086" y="86939"/>
                </a:lnTo>
                <a:lnTo>
                  <a:pt x="1169690" y="86673"/>
                </a:lnTo>
                <a:lnTo>
                  <a:pt x="1170283" y="86394"/>
                </a:lnTo>
                <a:lnTo>
                  <a:pt x="1170864" y="86101"/>
                </a:lnTo>
                <a:lnTo>
                  <a:pt x="1171432" y="85795"/>
                </a:lnTo>
                <a:lnTo>
                  <a:pt x="1171989" y="85475"/>
                </a:lnTo>
                <a:lnTo>
                  <a:pt x="1172535" y="85143"/>
                </a:lnTo>
                <a:lnTo>
                  <a:pt x="1173069" y="84803"/>
                </a:lnTo>
                <a:lnTo>
                  <a:pt x="1173592" y="84453"/>
                </a:lnTo>
                <a:lnTo>
                  <a:pt x="1174104" y="84095"/>
                </a:lnTo>
                <a:lnTo>
                  <a:pt x="1174604" y="83727"/>
                </a:lnTo>
                <a:lnTo>
                  <a:pt x="1175093" y="83351"/>
                </a:lnTo>
                <a:lnTo>
                  <a:pt x="1175571" y="82966"/>
                </a:lnTo>
                <a:lnTo>
                  <a:pt x="1176038" y="82571"/>
                </a:lnTo>
                <a:lnTo>
                  <a:pt x="1176493" y="82168"/>
                </a:lnTo>
                <a:lnTo>
                  <a:pt x="1176937" y="81756"/>
                </a:lnTo>
                <a:lnTo>
                  <a:pt x="1177370" y="81334"/>
                </a:lnTo>
                <a:lnTo>
                  <a:pt x="1177791" y="80904"/>
                </a:lnTo>
                <a:lnTo>
                  <a:pt x="1178202" y="80465"/>
                </a:lnTo>
                <a:lnTo>
                  <a:pt x="1178601" y="80017"/>
                </a:lnTo>
                <a:lnTo>
                  <a:pt x="1178988" y="79559"/>
                </a:lnTo>
                <a:lnTo>
                  <a:pt x="1179365" y="79093"/>
                </a:lnTo>
                <a:lnTo>
                  <a:pt x="1179730" y="78618"/>
                </a:lnTo>
                <a:lnTo>
                  <a:pt x="1180084" y="78134"/>
                </a:lnTo>
                <a:lnTo>
                  <a:pt x="1180427" y="77641"/>
                </a:lnTo>
                <a:lnTo>
                  <a:pt x="1180758" y="77139"/>
                </a:lnTo>
                <a:lnTo>
                  <a:pt x="1181079" y="76628"/>
                </a:lnTo>
                <a:lnTo>
                  <a:pt x="1181388" y="76108"/>
                </a:lnTo>
                <a:lnTo>
                  <a:pt x="1181685" y="75579"/>
                </a:lnTo>
                <a:lnTo>
                  <a:pt x="1181972" y="75041"/>
                </a:lnTo>
                <a:lnTo>
                  <a:pt x="1182247" y="74496"/>
                </a:lnTo>
                <a:lnTo>
                  <a:pt x="1182510" y="73947"/>
                </a:lnTo>
                <a:lnTo>
                  <a:pt x="1182761" y="73393"/>
                </a:lnTo>
                <a:lnTo>
                  <a:pt x="1183001" y="72835"/>
                </a:lnTo>
                <a:lnTo>
                  <a:pt x="1183229" y="72273"/>
                </a:lnTo>
                <a:lnTo>
                  <a:pt x="1183446" y="71706"/>
                </a:lnTo>
                <a:lnTo>
                  <a:pt x="1183651" y="71136"/>
                </a:lnTo>
                <a:lnTo>
                  <a:pt x="1183844" y="70560"/>
                </a:lnTo>
                <a:lnTo>
                  <a:pt x="1184025" y="69981"/>
                </a:lnTo>
                <a:lnTo>
                  <a:pt x="1184195" y="69397"/>
                </a:lnTo>
                <a:lnTo>
                  <a:pt x="1184353" y="68809"/>
                </a:lnTo>
                <a:lnTo>
                  <a:pt x="1184499" y="68216"/>
                </a:lnTo>
                <a:lnTo>
                  <a:pt x="1184633" y="67619"/>
                </a:lnTo>
                <a:lnTo>
                  <a:pt x="1184756" y="67018"/>
                </a:lnTo>
                <a:lnTo>
                  <a:pt x="1184867" y="66412"/>
                </a:lnTo>
                <a:lnTo>
                  <a:pt x="1184967" y="65802"/>
                </a:lnTo>
                <a:lnTo>
                  <a:pt x="1185054" y="65188"/>
                </a:lnTo>
                <a:lnTo>
                  <a:pt x="1185131" y="64570"/>
                </a:lnTo>
                <a:lnTo>
                  <a:pt x="1185195" y="63947"/>
                </a:lnTo>
                <a:lnTo>
                  <a:pt x="1185248" y="63319"/>
                </a:lnTo>
                <a:lnTo>
                  <a:pt x="1185288" y="62688"/>
                </a:lnTo>
                <a:lnTo>
                  <a:pt x="1185318" y="62052"/>
                </a:lnTo>
                <a:lnTo>
                  <a:pt x="1185335" y="61411"/>
                </a:lnTo>
                <a:lnTo>
                  <a:pt x="1185341" y="60767"/>
                </a:lnTo>
                <a:lnTo>
                  <a:pt x="1185335" y="60101"/>
                </a:lnTo>
                <a:lnTo>
                  <a:pt x="1185318" y="59440"/>
                </a:lnTo>
                <a:lnTo>
                  <a:pt x="1185289" y="58785"/>
                </a:lnTo>
                <a:lnTo>
                  <a:pt x="1185249" y="58134"/>
                </a:lnTo>
                <a:lnTo>
                  <a:pt x="1185197" y="57489"/>
                </a:lnTo>
                <a:lnTo>
                  <a:pt x="1185133" y="56849"/>
                </a:lnTo>
                <a:lnTo>
                  <a:pt x="1185058" y="56213"/>
                </a:lnTo>
                <a:lnTo>
                  <a:pt x="1184971" y="55583"/>
                </a:lnTo>
                <a:lnTo>
                  <a:pt x="1184873" y="54958"/>
                </a:lnTo>
                <a:lnTo>
                  <a:pt x="1184763" y="54338"/>
                </a:lnTo>
                <a:lnTo>
                  <a:pt x="1184642" y="53724"/>
                </a:lnTo>
                <a:lnTo>
                  <a:pt x="1184509" y="53114"/>
                </a:lnTo>
                <a:lnTo>
                  <a:pt x="1184365" y="52509"/>
                </a:lnTo>
                <a:lnTo>
                  <a:pt x="1184209" y="51910"/>
                </a:lnTo>
                <a:lnTo>
                  <a:pt x="1184041" y="51315"/>
                </a:lnTo>
                <a:lnTo>
                  <a:pt x="1183862" y="50726"/>
                </a:lnTo>
                <a:lnTo>
                  <a:pt x="1183672" y="50142"/>
                </a:lnTo>
                <a:lnTo>
                  <a:pt x="1183469" y="49563"/>
                </a:lnTo>
                <a:lnTo>
                  <a:pt x="1183256" y="48989"/>
                </a:lnTo>
                <a:lnTo>
                  <a:pt x="1183030" y="48420"/>
                </a:lnTo>
                <a:lnTo>
                  <a:pt x="1182794" y="47856"/>
                </a:lnTo>
                <a:lnTo>
                  <a:pt x="1182545" y="47297"/>
                </a:lnTo>
                <a:lnTo>
                  <a:pt x="1182285" y="46744"/>
                </a:lnTo>
                <a:lnTo>
                  <a:pt x="1182014" y="46195"/>
                </a:lnTo>
                <a:lnTo>
                  <a:pt x="1181731" y="45654"/>
                </a:lnTo>
                <a:lnTo>
                  <a:pt x="1181436" y="45121"/>
                </a:lnTo>
                <a:lnTo>
                  <a:pt x="1181131" y="44598"/>
                </a:lnTo>
                <a:lnTo>
                  <a:pt x="1180813" y="44085"/>
                </a:lnTo>
                <a:lnTo>
                  <a:pt x="1180485" y="43580"/>
                </a:lnTo>
                <a:lnTo>
                  <a:pt x="1180145" y="43085"/>
                </a:lnTo>
                <a:lnTo>
                  <a:pt x="1179793" y="42599"/>
                </a:lnTo>
                <a:lnTo>
                  <a:pt x="1179430" y="42123"/>
                </a:lnTo>
                <a:lnTo>
                  <a:pt x="1179056" y="41655"/>
                </a:lnTo>
                <a:lnTo>
                  <a:pt x="1178671" y="41197"/>
                </a:lnTo>
                <a:lnTo>
                  <a:pt x="1178274" y="40749"/>
                </a:lnTo>
                <a:lnTo>
                  <a:pt x="1177865" y="40309"/>
                </a:lnTo>
                <a:lnTo>
                  <a:pt x="1177445" y="39879"/>
                </a:lnTo>
                <a:lnTo>
                  <a:pt x="1177045" y="39489"/>
                </a:lnTo>
                <a:lnTo>
                  <a:pt x="1177130" y="39374"/>
                </a:lnTo>
                <a:lnTo>
                  <a:pt x="1177408" y="39024"/>
                </a:lnTo>
                <a:lnTo>
                  <a:pt x="1177691" y="38687"/>
                </a:lnTo>
                <a:lnTo>
                  <a:pt x="1177980" y="38362"/>
                </a:lnTo>
                <a:lnTo>
                  <a:pt x="1178275" y="38050"/>
                </a:lnTo>
                <a:close/>
                <a:moveTo>
                  <a:pt x="1153263" y="79650"/>
                </a:moveTo>
                <a:lnTo>
                  <a:pt x="1152733" y="79576"/>
                </a:lnTo>
                <a:lnTo>
                  <a:pt x="1152209" y="79485"/>
                </a:lnTo>
                <a:lnTo>
                  <a:pt x="1151691" y="79378"/>
                </a:lnTo>
                <a:lnTo>
                  <a:pt x="1151178" y="79254"/>
                </a:lnTo>
                <a:lnTo>
                  <a:pt x="1150671" y="79114"/>
                </a:lnTo>
                <a:lnTo>
                  <a:pt x="1150169" y="78957"/>
                </a:lnTo>
                <a:lnTo>
                  <a:pt x="1149673" y="78784"/>
                </a:lnTo>
                <a:lnTo>
                  <a:pt x="1149182" y="78594"/>
                </a:lnTo>
                <a:lnTo>
                  <a:pt x="1148697" y="78388"/>
                </a:lnTo>
                <a:lnTo>
                  <a:pt x="1148217" y="78165"/>
                </a:lnTo>
                <a:lnTo>
                  <a:pt x="1147743" y="77926"/>
                </a:lnTo>
                <a:lnTo>
                  <a:pt x="1147275" y="77670"/>
                </a:lnTo>
                <a:lnTo>
                  <a:pt x="1146812" y="77398"/>
                </a:lnTo>
                <a:lnTo>
                  <a:pt x="1146355" y="77109"/>
                </a:lnTo>
                <a:lnTo>
                  <a:pt x="1145903" y="76804"/>
                </a:lnTo>
                <a:lnTo>
                  <a:pt x="1145457" y="76482"/>
                </a:lnTo>
                <a:lnTo>
                  <a:pt x="1145016" y="76144"/>
                </a:lnTo>
                <a:lnTo>
                  <a:pt x="1144581" y="75789"/>
                </a:lnTo>
                <a:lnTo>
                  <a:pt x="1144152" y="75418"/>
                </a:lnTo>
                <a:lnTo>
                  <a:pt x="1143728" y="75030"/>
                </a:lnTo>
                <a:lnTo>
                  <a:pt x="1143315" y="74626"/>
                </a:lnTo>
                <a:lnTo>
                  <a:pt x="1142920" y="74204"/>
                </a:lnTo>
                <a:lnTo>
                  <a:pt x="1142543" y="73766"/>
                </a:lnTo>
                <a:lnTo>
                  <a:pt x="1142183" y="73311"/>
                </a:lnTo>
                <a:lnTo>
                  <a:pt x="1141841" y="72839"/>
                </a:lnTo>
                <a:lnTo>
                  <a:pt x="1141516" y="72351"/>
                </a:lnTo>
                <a:lnTo>
                  <a:pt x="1141209" y="71845"/>
                </a:lnTo>
                <a:lnTo>
                  <a:pt x="1140920" y="71323"/>
                </a:lnTo>
                <a:lnTo>
                  <a:pt x="1140648" y="70784"/>
                </a:lnTo>
                <a:lnTo>
                  <a:pt x="1140393" y="70228"/>
                </a:lnTo>
                <a:lnTo>
                  <a:pt x="1140156" y="69655"/>
                </a:lnTo>
                <a:lnTo>
                  <a:pt x="1139937" y="69066"/>
                </a:lnTo>
                <a:lnTo>
                  <a:pt x="1139735" y="68460"/>
                </a:lnTo>
                <a:lnTo>
                  <a:pt x="1139551" y="67837"/>
                </a:lnTo>
                <a:lnTo>
                  <a:pt x="1139384" y="67197"/>
                </a:lnTo>
                <a:lnTo>
                  <a:pt x="1139235" y="66540"/>
                </a:lnTo>
                <a:lnTo>
                  <a:pt x="1139103" y="65867"/>
                </a:lnTo>
                <a:lnTo>
                  <a:pt x="1138989" y="65177"/>
                </a:lnTo>
                <a:lnTo>
                  <a:pt x="1138893" y="64470"/>
                </a:lnTo>
                <a:lnTo>
                  <a:pt x="1138814" y="63746"/>
                </a:lnTo>
                <a:lnTo>
                  <a:pt x="1138752" y="63005"/>
                </a:lnTo>
                <a:lnTo>
                  <a:pt x="1138709" y="62248"/>
                </a:lnTo>
                <a:lnTo>
                  <a:pt x="1138682" y="61474"/>
                </a:lnTo>
                <a:lnTo>
                  <a:pt x="1138673" y="60683"/>
                </a:lnTo>
                <a:lnTo>
                  <a:pt x="1138682" y="59898"/>
                </a:lnTo>
                <a:lnTo>
                  <a:pt x="1138706" y="59130"/>
                </a:lnTo>
                <a:lnTo>
                  <a:pt x="1138747" y="58378"/>
                </a:lnTo>
                <a:lnTo>
                  <a:pt x="1138805" y="57642"/>
                </a:lnTo>
                <a:lnTo>
                  <a:pt x="1138878" y="56922"/>
                </a:lnTo>
                <a:lnTo>
                  <a:pt x="1138968" y="56218"/>
                </a:lnTo>
                <a:lnTo>
                  <a:pt x="1139075" y="55530"/>
                </a:lnTo>
                <a:lnTo>
                  <a:pt x="1139198" y="54859"/>
                </a:lnTo>
                <a:lnTo>
                  <a:pt x="1139337" y="54203"/>
                </a:lnTo>
                <a:lnTo>
                  <a:pt x="1139492" y="53563"/>
                </a:lnTo>
                <a:lnTo>
                  <a:pt x="1139664" y="52940"/>
                </a:lnTo>
                <a:lnTo>
                  <a:pt x="1139853" y="52332"/>
                </a:lnTo>
                <a:lnTo>
                  <a:pt x="1140058" y="51740"/>
                </a:lnTo>
                <a:lnTo>
                  <a:pt x="1140279" y="51165"/>
                </a:lnTo>
                <a:lnTo>
                  <a:pt x="1140516" y="50605"/>
                </a:lnTo>
                <a:lnTo>
                  <a:pt x="1140770" y="50062"/>
                </a:lnTo>
                <a:lnTo>
                  <a:pt x="1141040" y="49535"/>
                </a:lnTo>
                <a:lnTo>
                  <a:pt x="1141327" y="49023"/>
                </a:lnTo>
                <a:lnTo>
                  <a:pt x="1141630" y="48528"/>
                </a:lnTo>
                <a:lnTo>
                  <a:pt x="1141949" y="48049"/>
                </a:lnTo>
                <a:lnTo>
                  <a:pt x="1142285" y="47586"/>
                </a:lnTo>
                <a:lnTo>
                  <a:pt x="1142637" y="47139"/>
                </a:lnTo>
                <a:lnTo>
                  <a:pt x="1143006" y="46708"/>
                </a:lnTo>
                <a:lnTo>
                  <a:pt x="1143391" y="46293"/>
                </a:lnTo>
                <a:lnTo>
                  <a:pt x="1143789" y="45894"/>
                </a:lnTo>
                <a:lnTo>
                  <a:pt x="1144196" y="45513"/>
                </a:lnTo>
                <a:lnTo>
                  <a:pt x="1144614" y="45148"/>
                </a:lnTo>
                <a:lnTo>
                  <a:pt x="1145040" y="44800"/>
                </a:lnTo>
                <a:lnTo>
                  <a:pt x="1145477" y="44470"/>
                </a:lnTo>
                <a:lnTo>
                  <a:pt x="1145923" y="44156"/>
                </a:lnTo>
                <a:lnTo>
                  <a:pt x="1146379" y="43859"/>
                </a:lnTo>
                <a:lnTo>
                  <a:pt x="1146845" y="43580"/>
                </a:lnTo>
                <a:lnTo>
                  <a:pt x="1147320" y="43317"/>
                </a:lnTo>
                <a:lnTo>
                  <a:pt x="1147804" y="43071"/>
                </a:lnTo>
                <a:lnTo>
                  <a:pt x="1148299" y="42842"/>
                </a:lnTo>
                <a:lnTo>
                  <a:pt x="1148803" y="42630"/>
                </a:lnTo>
                <a:lnTo>
                  <a:pt x="1149317" y="42435"/>
                </a:lnTo>
                <a:lnTo>
                  <a:pt x="1149840" y="42257"/>
                </a:lnTo>
                <a:lnTo>
                  <a:pt x="1150373" y="42096"/>
                </a:lnTo>
                <a:lnTo>
                  <a:pt x="1150916" y="41952"/>
                </a:lnTo>
                <a:lnTo>
                  <a:pt x="1151468" y="41824"/>
                </a:lnTo>
                <a:lnTo>
                  <a:pt x="1152030" y="41714"/>
                </a:lnTo>
                <a:lnTo>
                  <a:pt x="1152602" y="41621"/>
                </a:lnTo>
                <a:lnTo>
                  <a:pt x="1153183" y="41545"/>
                </a:lnTo>
                <a:lnTo>
                  <a:pt x="1153774" y="41485"/>
                </a:lnTo>
                <a:lnTo>
                  <a:pt x="1154375" y="41443"/>
                </a:lnTo>
                <a:lnTo>
                  <a:pt x="1154985" y="41418"/>
                </a:lnTo>
                <a:lnTo>
                  <a:pt x="1155605" y="41409"/>
                </a:lnTo>
                <a:lnTo>
                  <a:pt x="1156225" y="41417"/>
                </a:lnTo>
                <a:lnTo>
                  <a:pt x="1156834" y="41442"/>
                </a:lnTo>
                <a:lnTo>
                  <a:pt x="1157433" y="41483"/>
                </a:lnTo>
                <a:lnTo>
                  <a:pt x="1158021" y="41541"/>
                </a:lnTo>
                <a:lnTo>
                  <a:pt x="1158599" y="41615"/>
                </a:lnTo>
                <a:lnTo>
                  <a:pt x="1159167" y="41706"/>
                </a:lnTo>
                <a:lnTo>
                  <a:pt x="1159724" y="41814"/>
                </a:lnTo>
                <a:lnTo>
                  <a:pt x="1160271" y="41937"/>
                </a:lnTo>
                <a:lnTo>
                  <a:pt x="1160808" y="42078"/>
                </a:lnTo>
                <a:lnTo>
                  <a:pt x="1161334" y="42234"/>
                </a:lnTo>
                <a:lnTo>
                  <a:pt x="1161849" y="42408"/>
                </a:lnTo>
                <a:lnTo>
                  <a:pt x="1162355" y="42598"/>
                </a:lnTo>
                <a:lnTo>
                  <a:pt x="1162850" y="42804"/>
                </a:lnTo>
                <a:lnTo>
                  <a:pt x="1163334" y="43027"/>
                </a:lnTo>
                <a:lnTo>
                  <a:pt x="1163809" y="43266"/>
                </a:lnTo>
                <a:lnTo>
                  <a:pt x="1164272" y="43522"/>
                </a:lnTo>
                <a:lnTo>
                  <a:pt x="1164726" y="43795"/>
                </a:lnTo>
                <a:lnTo>
                  <a:pt x="1165169" y="44083"/>
                </a:lnTo>
                <a:lnTo>
                  <a:pt x="1165602" y="44389"/>
                </a:lnTo>
                <a:lnTo>
                  <a:pt x="1166024" y="44711"/>
                </a:lnTo>
                <a:lnTo>
                  <a:pt x="1166436" y="45049"/>
                </a:lnTo>
                <a:lnTo>
                  <a:pt x="1166837" y="45404"/>
                </a:lnTo>
                <a:lnTo>
                  <a:pt x="1167228" y="45776"/>
                </a:lnTo>
                <a:lnTo>
                  <a:pt x="1167609" y="46164"/>
                </a:lnTo>
                <a:lnTo>
                  <a:pt x="1167977" y="46568"/>
                </a:lnTo>
                <a:lnTo>
                  <a:pt x="1168329" y="46991"/>
                </a:lnTo>
                <a:lnTo>
                  <a:pt x="1168665" y="47431"/>
                </a:lnTo>
                <a:lnTo>
                  <a:pt x="1168986" y="47889"/>
                </a:lnTo>
                <a:lnTo>
                  <a:pt x="1169291" y="48365"/>
                </a:lnTo>
                <a:lnTo>
                  <a:pt x="1169581" y="48858"/>
                </a:lnTo>
                <a:lnTo>
                  <a:pt x="1169855" y="49369"/>
                </a:lnTo>
                <a:lnTo>
                  <a:pt x="1170113" y="49898"/>
                </a:lnTo>
                <a:lnTo>
                  <a:pt x="1170355" y="50445"/>
                </a:lnTo>
                <a:lnTo>
                  <a:pt x="1170582" y="51009"/>
                </a:lnTo>
                <a:lnTo>
                  <a:pt x="1170794" y="51591"/>
                </a:lnTo>
                <a:lnTo>
                  <a:pt x="1170989" y="52191"/>
                </a:lnTo>
                <a:lnTo>
                  <a:pt x="1171169" y="52808"/>
                </a:lnTo>
                <a:lnTo>
                  <a:pt x="1171333" y="53444"/>
                </a:lnTo>
                <a:lnTo>
                  <a:pt x="1171482" y="54096"/>
                </a:lnTo>
                <a:lnTo>
                  <a:pt x="1171615" y="54767"/>
                </a:lnTo>
                <a:lnTo>
                  <a:pt x="1171732" y="55455"/>
                </a:lnTo>
                <a:lnTo>
                  <a:pt x="1171834" y="56161"/>
                </a:lnTo>
                <a:lnTo>
                  <a:pt x="1171920" y="56885"/>
                </a:lnTo>
                <a:lnTo>
                  <a:pt x="1171991" y="57626"/>
                </a:lnTo>
                <a:lnTo>
                  <a:pt x="1172045" y="58386"/>
                </a:lnTo>
                <a:lnTo>
                  <a:pt x="1172085" y="59163"/>
                </a:lnTo>
                <a:lnTo>
                  <a:pt x="1172108" y="59957"/>
                </a:lnTo>
                <a:lnTo>
                  <a:pt x="1172116" y="60769"/>
                </a:lnTo>
                <a:lnTo>
                  <a:pt x="1172108" y="61546"/>
                </a:lnTo>
                <a:lnTo>
                  <a:pt x="1172084" y="62307"/>
                </a:lnTo>
                <a:lnTo>
                  <a:pt x="1172043" y="63052"/>
                </a:lnTo>
                <a:lnTo>
                  <a:pt x="1171987" y="63781"/>
                </a:lnTo>
                <a:lnTo>
                  <a:pt x="1171915" y="64494"/>
                </a:lnTo>
                <a:lnTo>
                  <a:pt x="1171826" y="65190"/>
                </a:lnTo>
                <a:lnTo>
                  <a:pt x="1171722" y="65871"/>
                </a:lnTo>
                <a:lnTo>
                  <a:pt x="1171601" y="66535"/>
                </a:lnTo>
                <a:lnTo>
                  <a:pt x="1171464" y="67184"/>
                </a:lnTo>
                <a:lnTo>
                  <a:pt x="1171311" y="67816"/>
                </a:lnTo>
                <a:lnTo>
                  <a:pt x="1171143" y="68433"/>
                </a:lnTo>
                <a:lnTo>
                  <a:pt x="1170958" y="69033"/>
                </a:lnTo>
                <a:lnTo>
                  <a:pt x="1170756" y="69617"/>
                </a:lnTo>
                <a:lnTo>
                  <a:pt x="1170539" y="70186"/>
                </a:lnTo>
                <a:lnTo>
                  <a:pt x="1170306" y="70738"/>
                </a:lnTo>
                <a:lnTo>
                  <a:pt x="1170057" y="71274"/>
                </a:lnTo>
                <a:lnTo>
                  <a:pt x="1169791" y="71794"/>
                </a:lnTo>
                <a:lnTo>
                  <a:pt x="1169510" y="72298"/>
                </a:lnTo>
                <a:lnTo>
                  <a:pt x="1169212" y="72786"/>
                </a:lnTo>
                <a:lnTo>
                  <a:pt x="1168898" y="73258"/>
                </a:lnTo>
                <a:lnTo>
                  <a:pt x="1168569" y="73714"/>
                </a:lnTo>
                <a:lnTo>
                  <a:pt x="1168223" y="74154"/>
                </a:lnTo>
                <a:lnTo>
                  <a:pt x="1167861" y="74578"/>
                </a:lnTo>
                <a:lnTo>
                  <a:pt x="1167483" y="74985"/>
                </a:lnTo>
                <a:lnTo>
                  <a:pt x="1167092" y="75377"/>
                </a:lnTo>
                <a:lnTo>
                  <a:pt x="1166691" y="75752"/>
                </a:lnTo>
                <a:lnTo>
                  <a:pt x="1166281" y="76110"/>
                </a:lnTo>
                <a:lnTo>
                  <a:pt x="1165861" y="76451"/>
                </a:lnTo>
                <a:lnTo>
                  <a:pt x="1165432" y="76776"/>
                </a:lnTo>
                <a:lnTo>
                  <a:pt x="1164992" y="77084"/>
                </a:lnTo>
                <a:lnTo>
                  <a:pt x="1164544" y="77375"/>
                </a:lnTo>
                <a:lnTo>
                  <a:pt x="1164085" y="77650"/>
                </a:lnTo>
                <a:lnTo>
                  <a:pt x="1163617" y="77908"/>
                </a:lnTo>
                <a:lnTo>
                  <a:pt x="1163139" y="78150"/>
                </a:lnTo>
                <a:lnTo>
                  <a:pt x="1162652" y="78375"/>
                </a:lnTo>
                <a:lnTo>
                  <a:pt x="1162155" y="78583"/>
                </a:lnTo>
                <a:lnTo>
                  <a:pt x="1161648" y="78774"/>
                </a:lnTo>
                <a:lnTo>
                  <a:pt x="1161132" y="78949"/>
                </a:lnTo>
                <a:lnTo>
                  <a:pt x="1160606" y="79107"/>
                </a:lnTo>
                <a:lnTo>
                  <a:pt x="1160070" y="79249"/>
                </a:lnTo>
                <a:lnTo>
                  <a:pt x="1159524" y="79374"/>
                </a:lnTo>
                <a:lnTo>
                  <a:pt x="1158969" y="79482"/>
                </a:lnTo>
                <a:lnTo>
                  <a:pt x="1158405" y="79574"/>
                </a:lnTo>
                <a:lnTo>
                  <a:pt x="1157831" y="79649"/>
                </a:lnTo>
                <a:lnTo>
                  <a:pt x="1157247" y="79707"/>
                </a:lnTo>
                <a:lnTo>
                  <a:pt x="1156653" y="79749"/>
                </a:lnTo>
                <a:lnTo>
                  <a:pt x="1156050" y="79774"/>
                </a:lnTo>
                <a:lnTo>
                  <a:pt x="1155437" y="79782"/>
                </a:lnTo>
                <a:lnTo>
                  <a:pt x="1154885" y="79774"/>
                </a:lnTo>
                <a:lnTo>
                  <a:pt x="1154339" y="79749"/>
                </a:lnTo>
                <a:lnTo>
                  <a:pt x="1153798" y="79708"/>
                </a:lnTo>
                <a:lnTo>
                  <a:pt x="1153263" y="79650"/>
                </a:lnTo>
                <a:close/>
                <a:moveTo>
                  <a:pt x="1151454" y="138814"/>
                </a:moveTo>
                <a:lnTo>
                  <a:pt x="1150625" y="138738"/>
                </a:lnTo>
                <a:lnTo>
                  <a:pt x="1149818" y="138648"/>
                </a:lnTo>
                <a:lnTo>
                  <a:pt x="1149035" y="138545"/>
                </a:lnTo>
                <a:lnTo>
                  <a:pt x="1148274" y="138428"/>
                </a:lnTo>
                <a:lnTo>
                  <a:pt x="1147536" y="138297"/>
                </a:lnTo>
                <a:lnTo>
                  <a:pt x="1146821" y="138152"/>
                </a:lnTo>
                <a:lnTo>
                  <a:pt x="1146129" y="137994"/>
                </a:lnTo>
                <a:lnTo>
                  <a:pt x="1145459" y="137821"/>
                </a:lnTo>
                <a:lnTo>
                  <a:pt x="1144812" y="137635"/>
                </a:lnTo>
                <a:lnTo>
                  <a:pt x="1144188" y="137436"/>
                </a:lnTo>
                <a:lnTo>
                  <a:pt x="1143587" y="137222"/>
                </a:lnTo>
                <a:lnTo>
                  <a:pt x="1143009" y="136995"/>
                </a:lnTo>
                <a:lnTo>
                  <a:pt x="1142454" y="136753"/>
                </a:lnTo>
                <a:lnTo>
                  <a:pt x="1141921" y="136498"/>
                </a:lnTo>
                <a:lnTo>
                  <a:pt x="1141411" y="136230"/>
                </a:lnTo>
                <a:lnTo>
                  <a:pt x="1140924" y="135947"/>
                </a:lnTo>
                <a:lnTo>
                  <a:pt x="1140460" y="135651"/>
                </a:lnTo>
                <a:lnTo>
                  <a:pt x="1140019" y="135341"/>
                </a:lnTo>
                <a:lnTo>
                  <a:pt x="1139600" y="135017"/>
                </a:lnTo>
                <a:lnTo>
                  <a:pt x="1139201" y="134684"/>
                </a:lnTo>
                <a:lnTo>
                  <a:pt x="1138820" y="134347"/>
                </a:lnTo>
                <a:lnTo>
                  <a:pt x="1138455" y="134005"/>
                </a:lnTo>
                <a:lnTo>
                  <a:pt x="1138107" y="133659"/>
                </a:lnTo>
                <a:lnTo>
                  <a:pt x="1137776" y="133308"/>
                </a:lnTo>
                <a:lnTo>
                  <a:pt x="1137463" y="132953"/>
                </a:lnTo>
                <a:lnTo>
                  <a:pt x="1137166" y="132594"/>
                </a:lnTo>
                <a:lnTo>
                  <a:pt x="1136886" y="132230"/>
                </a:lnTo>
                <a:lnTo>
                  <a:pt x="1136623" y="131862"/>
                </a:lnTo>
                <a:lnTo>
                  <a:pt x="1136377" y="131490"/>
                </a:lnTo>
                <a:lnTo>
                  <a:pt x="1136148" y="131113"/>
                </a:lnTo>
                <a:lnTo>
                  <a:pt x="1135936" y="130732"/>
                </a:lnTo>
                <a:lnTo>
                  <a:pt x="1135741" y="130346"/>
                </a:lnTo>
                <a:lnTo>
                  <a:pt x="1135563" y="129956"/>
                </a:lnTo>
                <a:lnTo>
                  <a:pt x="1135401" y="129561"/>
                </a:lnTo>
                <a:lnTo>
                  <a:pt x="1135257" y="129163"/>
                </a:lnTo>
                <a:lnTo>
                  <a:pt x="1135130" y="128759"/>
                </a:lnTo>
                <a:lnTo>
                  <a:pt x="1135020" y="128352"/>
                </a:lnTo>
                <a:lnTo>
                  <a:pt x="1134926" y="127940"/>
                </a:lnTo>
                <a:lnTo>
                  <a:pt x="1134850" y="127523"/>
                </a:lnTo>
                <a:lnTo>
                  <a:pt x="1134791" y="127103"/>
                </a:lnTo>
                <a:lnTo>
                  <a:pt x="1134748" y="126677"/>
                </a:lnTo>
                <a:lnTo>
                  <a:pt x="1134723" y="126248"/>
                </a:lnTo>
                <a:lnTo>
                  <a:pt x="1134714" y="125814"/>
                </a:lnTo>
                <a:lnTo>
                  <a:pt x="1134719" y="125423"/>
                </a:lnTo>
                <a:lnTo>
                  <a:pt x="1134735" y="125037"/>
                </a:lnTo>
                <a:lnTo>
                  <a:pt x="1134761" y="124654"/>
                </a:lnTo>
                <a:lnTo>
                  <a:pt x="1134797" y="124275"/>
                </a:lnTo>
                <a:lnTo>
                  <a:pt x="1134844" y="123901"/>
                </a:lnTo>
                <a:lnTo>
                  <a:pt x="1134901" y="123530"/>
                </a:lnTo>
                <a:lnTo>
                  <a:pt x="1134969" y="123163"/>
                </a:lnTo>
                <a:lnTo>
                  <a:pt x="1135047" y="122800"/>
                </a:lnTo>
                <a:lnTo>
                  <a:pt x="1135135" y="122441"/>
                </a:lnTo>
                <a:lnTo>
                  <a:pt x="1135233" y="122086"/>
                </a:lnTo>
                <a:lnTo>
                  <a:pt x="1135343" y="121735"/>
                </a:lnTo>
                <a:lnTo>
                  <a:pt x="1135462" y="121387"/>
                </a:lnTo>
                <a:lnTo>
                  <a:pt x="1135592" y="121044"/>
                </a:lnTo>
                <a:lnTo>
                  <a:pt x="1135732" y="120705"/>
                </a:lnTo>
                <a:lnTo>
                  <a:pt x="1135882" y="120369"/>
                </a:lnTo>
                <a:lnTo>
                  <a:pt x="1136043" y="120038"/>
                </a:lnTo>
                <a:lnTo>
                  <a:pt x="1136215" y="119710"/>
                </a:lnTo>
                <a:lnTo>
                  <a:pt x="1136396" y="119387"/>
                </a:lnTo>
                <a:lnTo>
                  <a:pt x="1136589" y="119067"/>
                </a:lnTo>
                <a:lnTo>
                  <a:pt x="1136791" y="118751"/>
                </a:lnTo>
                <a:lnTo>
                  <a:pt x="1137004" y="118440"/>
                </a:lnTo>
                <a:lnTo>
                  <a:pt x="1137227" y="118132"/>
                </a:lnTo>
                <a:lnTo>
                  <a:pt x="1137461" y="117828"/>
                </a:lnTo>
                <a:lnTo>
                  <a:pt x="1137705" y="117528"/>
                </a:lnTo>
                <a:lnTo>
                  <a:pt x="1137959" y="117233"/>
                </a:lnTo>
                <a:lnTo>
                  <a:pt x="1138223" y="116946"/>
                </a:lnTo>
                <a:lnTo>
                  <a:pt x="1138496" y="116666"/>
                </a:lnTo>
                <a:lnTo>
                  <a:pt x="1138780" y="116394"/>
                </a:lnTo>
                <a:lnTo>
                  <a:pt x="1139073" y="116128"/>
                </a:lnTo>
                <a:lnTo>
                  <a:pt x="1139376" y="115870"/>
                </a:lnTo>
                <a:lnTo>
                  <a:pt x="1139689" y="115620"/>
                </a:lnTo>
                <a:lnTo>
                  <a:pt x="1140012" y="115376"/>
                </a:lnTo>
                <a:lnTo>
                  <a:pt x="1140344" y="115140"/>
                </a:lnTo>
                <a:lnTo>
                  <a:pt x="1140687" y="114911"/>
                </a:lnTo>
                <a:lnTo>
                  <a:pt x="1141039" y="114689"/>
                </a:lnTo>
                <a:lnTo>
                  <a:pt x="1141401" y="114474"/>
                </a:lnTo>
                <a:lnTo>
                  <a:pt x="1141772" y="114267"/>
                </a:lnTo>
                <a:lnTo>
                  <a:pt x="1142154" y="114067"/>
                </a:lnTo>
                <a:lnTo>
                  <a:pt x="1142545" y="113875"/>
                </a:lnTo>
                <a:lnTo>
                  <a:pt x="1142946" y="113689"/>
                </a:lnTo>
                <a:lnTo>
                  <a:pt x="1143357" y="113511"/>
                </a:lnTo>
                <a:lnTo>
                  <a:pt x="1143778" y="113340"/>
                </a:lnTo>
                <a:lnTo>
                  <a:pt x="1144208" y="113177"/>
                </a:lnTo>
                <a:lnTo>
                  <a:pt x="1144648" y="113020"/>
                </a:lnTo>
                <a:lnTo>
                  <a:pt x="1145099" y="112871"/>
                </a:lnTo>
                <a:lnTo>
                  <a:pt x="1145558" y="112729"/>
                </a:lnTo>
                <a:lnTo>
                  <a:pt x="1146028" y="112595"/>
                </a:lnTo>
                <a:lnTo>
                  <a:pt x="1146508" y="112468"/>
                </a:lnTo>
                <a:lnTo>
                  <a:pt x="1157880" y="112468"/>
                </a:lnTo>
                <a:lnTo>
                  <a:pt x="1158630" y="112470"/>
                </a:lnTo>
                <a:lnTo>
                  <a:pt x="1159367" y="112478"/>
                </a:lnTo>
                <a:lnTo>
                  <a:pt x="1160088" y="112491"/>
                </a:lnTo>
                <a:lnTo>
                  <a:pt x="1160795" y="112509"/>
                </a:lnTo>
                <a:lnTo>
                  <a:pt x="1161488" y="112532"/>
                </a:lnTo>
                <a:lnTo>
                  <a:pt x="1162165" y="112560"/>
                </a:lnTo>
                <a:lnTo>
                  <a:pt x="1162828" y="112594"/>
                </a:lnTo>
                <a:lnTo>
                  <a:pt x="1163477" y="112632"/>
                </a:lnTo>
                <a:lnTo>
                  <a:pt x="1164111" y="112676"/>
                </a:lnTo>
                <a:lnTo>
                  <a:pt x="1164730" y="112725"/>
                </a:lnTo>
                <a:lnTo>
                  <a:pt x="1165334" y="112779"/>
                </a:lnTo>
                <a:lnTo>
                  <a:pt x="1165924" y="112838"/>
                </a:lnTo>
                <a:lnTo>
                  <a:pt x="1166500" y="112903"/>
                </a:lnTo>
                <a:lnTo>
                  <a:pt x="1167060" y="112972"/>
                </a:lnTo>
                <a:lnTo>
                  <a:pt x="1167606" y="113047"/>
                </a:lnTo>
                <a:lnTo>
                  <a:pt x="1168138" y="113127"/>
                </a:lnTo>
                <a:lnTo>
                  <a:pt x="1168655" y="113212"/>
                </a:lnTo>
                <a:lnTo>
                  <a:pt x="1169157" y="113302"/>
                </a:lnTo>
                <a:lnTo>
                  <a:pt x="1169645" y="113397"/>
                </a:lnTo>
                <a:lnTo>
                  <a:pt x="1170118" y="113498"/>
                </a:lnTo>
                <a:lnTo>
                  <a:pt x="1170576" y="113604"/>
                </a:lnTo>
                <a:lnTo>
                  <a:pt x="1171020" y="113714"/>
                </a:lnTo>
                <a:lnTo>
                  <a:pt x="1171449" y="113830"/>
                </a:lnTo>
                <a:lnTo>
                  <a:pt x="1171863" y="113951"/>
                </a:lnTo>
                <a:lnTo>
                  <a:pt x="1172265" y="114077"/>
                </a:lnTo>
                <a:lnTo>
                  <a:pt x="1172656" y="114206"/>
                </a:lnTo>
                <a:lnTo>
                  <a:pt x="1173037" y="114340"/>
                </a:lnTo>
                <a:lnTo>
                  <a:pt x="1173407" y="114478"/>
                </a:lnTo>
                <a:lnTo>
                  <a:pt x="1173767" y="114620"/>
                </a:lnTo>
                <a:lnTo>
                  <a:pt x="1174116" y="114766"/>
                </a:lnTo>
                <a:lnTo>
                  <a:pt x="1174455" y="114916"/>
                </a:lnTo>
                <a:lnTo>
                  <a:pt x="1174783" y="115070"/>
                </a:lnTo>
                <a:lnTo>
                  <a:pt x="1175101" y="115228"/>
                </a:lnTo>
                <a:lnTo>
                  <a:pt x="1175408" y="115390"/>
                </a:lnTo>
                <a:lnTo>
                  <a:pt x="1175705" y="115557"/>
                </a:lnTo>
                <a:lnTo>
                  <a:pt x="1175991" y="115727"/>
                </a:lnTo>
                <a:lnTo>
                  <a:pt x="1176266" y="115902"/>
                </a:lnTo>
                <a:lnTo>
                  <a:pt x="1176531" y="116080"/>
                </a:lnTo>
                <a:lnTo>
                  <a:pt x="1176786" y="116263"/>
                </a:lnTo>
                <a:lnTo>
                  <a:pt x="1177030" y="116450"/>
                </a:lnTo>
                <a:lnTo>
                  <a:pt x="1177263" y="116641"/>
                </a:lnTo>
                <a:lnTo>
                  <a:pt x="1177486" y="116836"/>
                </a:lnTo>
                <a:lnTo>
                  <a:pt x="1177698" y="117035"/>
                </a:lnTo>
                <a:lnTo>
                  <a:pt x="1177900" y="117238"/>
                </a:lnTo>
                <a:lnTo>
                  <a:pt x="1178091" y="117445"/>
                </a:lnTo>
                <a:lnTo>
                  <a:pt x="1178272" y="117657"/>
                </a:lnTo>
                <a:lnTo>
                  <a:pt x="1178442" y="117872"/>
                </a:lnTo>
                <a:lnTo>
                  <a:pt x="1178602" y="118092"/>
                </a:lnTo>
                <a:lnTo>
                  <a:pt x="1178753" y="118315"/>
                </a:lnTo>
                <a:lnTo>
                  <a:pt x="1178898" y="118542"/>
                </a:lnTo>
                <a:lnTo>
                  <a:pt x="1179036" y="118773"/>
                </a:lnTo>
                <a:lnTo>
                  <a:pt x="1179168" y="119007"/>
                </a:lnTo>
                <a:lnTo>
                  <a:pt x="1179294" y="119244"/>
                </a:lnTo>
                <a:lnTo>
                  <a:pt x="1179413" y="119485"/>
                </a:lnTo>
                <a:lnTo>
                  <a:pt x="1179526" y="119730"/>
                </a:lnTo>
                <a:lnTo>
                  <a:pt x="1179632" y="119978"/>
                </a:lnTo>
                <a:lnTo>
                  <a:pt x="1179731" y="120229"/>
                </a:lnTo>
                <a:lnTo>
                  <a:pt x="1179825" y="120484"/>
                </a:lnTo>
                <a:lnTo>
                  <a:pt x="1179912" y="120743"/>
                </a:lnTo>
                <a:lnTo>
                  <a:pt x="1179992" y="121005"/>
                </a:lnTo>
                <a:lnTo>
                  <a:pt x="1180066" y="121270"/>
                </a:lnTo>
                <a:lnTo>
                  <a:pt x="1180134" y="121539"/>
                </a:lnTo>
                <a:lnTo>
                  <a:pt x="1180195" y="121811"/>
                </a:lnTo>
                <a:lnTo>
                  <a:pt x="1180249" y="122087"/>
                </a:lnTo>
                <a:lnTo>
                  <a:pt x="1180298" y="122366"/>
                </a:lnTo>
                <a:lnTo>
                  <a:pt x="1180340" y="122649"/>
                </a:lnTo>
                <a:lnTo>
                  <a:pt x="1180375" y="122936"/>
                </a:lnTo>
                <a:lnTo>
                  <a:pt x="1180404" y="123225"/>
                </a:lnTo>
                <a:lnTo>
                  <a:pt x="1180426" y="123519"/>
                </a:lnTo>
                <a:lnTo>
                  <a:pt x="1180442" y="123816"/>
                </a:lnTo>
                <a:lnTo>
                  <a:pt x="1180452" y="124116"/>
                </a:lnTo>
                <a:lnTo>
                  <a:pt x="1180455" y="124420"/>
                </a:lnTo>
                <a:lnTo>
                  <a:pt x="1180446" y="124932"/>
                </a:lnTo>
                <a:lnTo>
                  <a:pt x="1180416" y="125438"/>
                </a:lnTo>
                <a:lnTo>
                  <a:pt x="1180368" y="125937"/>
                </a:lnTo>
                <a:lnTo>
                  <a:pt x="1180300" y="126428"/>
                </a:lnTo>
                <a:lnTo>
                  <a:pt x="1180212" y="126913"/>
                </a:lnTo>
                <a:lnTo>
                  <a:pt x="1180105" y="127391"/>
                </a:lnTo>
                <a:lnTo>
                  <a:pt x="1179979" y="127862"/>
                </a:lnTo>
                <a:lnTo>
                  <a:pt x="1179833" y="128325"/>
                </a:lnTo>
                <a:lnTo>
                  <a:pt x="1179668" y="128782"/>
                </a:lnTo>
                <a:lnTo>
                  <a:pt x="1179483" y="129232"/>
                </a:lnTo>
                <a:lnTo>
                  <a:pt x="1179279" y="129675"/>
                </a:lnTo>
                <a:lnTo>
                  <a:pt x="1179055" y="130111"/>
                </a:lnTo>
                <a:lnTo>
                  <a:pt x="1178812" y="130540"/>
                </a:lnTo>
                <a:lnTo>
                  <a:pt x="1178549" y="130962"/>
                </a:lnTo>
                <a:lnTo>
                  <a:pt x="1178267" y="131377"/>
                </a:lnTo>
                <a:lnTo>
                  <a:pt x="1177966" y="131785"/>
                </a:lnTo>
                <a:lnTo>
                  <a:pt x="1177645" y="132186"/>
                </a:lnTo>
                <a:lnTo>
                  <a:pt x="1177304" y="132580"/>
                </a:lnTo>
                <a:lnTo>
                  <a:pt x="1176944" y="132967"/>
                </a:lnTo>
                <a:lnTo>
                  <a:pt x="1176565" y="133347"/>
                </a:lnTo>
                <a:lnTo>
                  <a:pt x="1176166" y="133721"/>
                </a:lnTo>
                <a:lnTo>
                  <a:pt x="1175748" y="134087"/>
                </a:lnTo>
                <a:lnTo>
                  <a:pt x="1175311" y="134446"/>
                </a:lnTo>
                <a:lnTo>
                  <a:pt x="1174854" y="134798"/>
                </a:lnTo>
                <a:lnTo>
                  <a:pt x="1174373" y="135140"/>
                </a:lnTo>
                <a:lnTo>
                  <a:pt x="1173866" y="135467"/>
                </a:lnTo>
                <a:lnTo>
                  <a:pt x="1173333" y="135780"/>
                </a:lnTo>
                <a:lnTo>
                  <a:pt x="1172772" y="136078"/>
                </a:lnTo>
                <a:lnTo>
                  <a:pt x="1172185" y="136361"/>
                </a:lnTo>
                <a:lnTo>
                  <a:pt x="1171571" y="136630"/>
                </a:lnTo>
                <a:lnTo>
                  <a:pt x="1170930" y="136885"/>
                </a:lnTo>
                <a:lnTo>
                  <a:pt x="1170263" y="137125"/>
                </a:lnTo>
                <a:lnTo>
                  <a:pt x="1169568" y="137350"/>
                </a:lnTo>
                <a:lnTo>
                  <a:pt x="1168847" y="137561"/>
                </a:lnTo>
                <a:lnTo>
                  <a:pt x="1168099" y="137757"/>
                </a:lnTo>
                <a:lnTo>
                  <a:pt x="1167325" y="137939"/>
                </a:lnTo>
                <a:lnTo>
                  <a:pt x="1166523" y="138106"/>
                </a:lnTo>
                <a:lnTo>
                  <a:pt x="1165695" y="138259"/>
                </a:lnTo>
                <a:lnTo>
                  <a:pt x="1164840" y="138397"/>
                </a:lnTo>
                <a:lnTo>
                  <a:pt x="1163959" y="138521"/>
                </a:lnTo>
                <a:lnTo>
                  <a:pt x="1163050" y="138630"/>
                </a:lnTo>
                <a:lnTo>
                  <a:pt x="1162115" y="138724"/>
                </a:lnTo>
                <a:lnTo>
                  <a:pt x="1161153" y="138804"/>
                </a:lnTo>
                <a:lnTo>
                  <a:pt x="1160165" y="138870"/>
                </a:lnTo>
                <a:lnTo>
                  <a:pt x="1159149" y="138921"/>
                </a:lnTo>
                <a:lnTo>
                  <a:pt x="1158107" y="138957"/>
                </a:lnTo>
                <a:lnTo>
                  <a:pt x="1157038" y="138979"/>
                </a:lnTo>
                <a:lnTo>
                  <a:pt x="1155942" y="138986"/>
                </a:lnTo>
                <a:lnTo>
                  <a:pt x="1154999" y="138979"/>
                </a:lnTo>
                <a:lnTo>
                  <a:pt x="1154078" y="138958"/>
                </a:lnTo>
                <a:lnTo>
                  <a:pt x="1153181" y="138924"/>
                </a:lnTo>
                <a:lnTo>
                  <a:pt x="1152306" y="138876"/>
                </a:lnTo>
                <a:lnTo>
                  <a:pt x="1151454" y="138814"/>
                </a:lnTo>
                <a:close/>
                <a:moveTo>
                  <a:pt x="1061061" y="54583"/>
                </a:moveTo>
                <a:lnTo>
                  <a:pt x="1061384" y="54175"/>
                </a:lnTo>
                <a:lnTo>
                  <a:pt x="1061715" y="53769"/>
                </a:lnTo>
                <a:lnTo>
                  <a:pt x="1062054" y="53365"/>
                </a:lnTo>
                <a:lnTo>
                  <a:pt x="1062401" y="52963"/>
                </a:lnTo>
                <a:lnTo>
                  <a:pt x="1062756" y="52564"/>
                </a:lnTo>
                <a:lnTo>
                  <a:pt x="1063120" y="52167"/>
                </a:lnTo>
                <a:lnTo>
                  <a:pt x="1063491" y="51773"/>
                </a:lnTo>
                <a:lnTo>
                  <a:pt x="1063870" y="51381"/>
                </a:lnTo>
                <a:lnTo>
                  <a:pt x="1064257" y="50991"/>
                </a:lnTo>
                <a:lnTo>
                  <a:pt x="1064653" y="50604"/>
                </a:lnTo>
                <a:lnTo>
                  <a:pt x="1065056" y="50219"/>
                </a:lnTo>
                <a:lnTo>
                  <a:pt x="1065468" y="49836"/>
                </a:lnTo>
                <a:lnTo>
                  <a:pt x="1065887" y="49455"/>
                </a:lnTo>
                <a:lnTo>
                  <a:pt x="1066315" y="49077"/>
                </a:lnTo>
                <a:lnTo>
                  <a:pt x="1066750" y="48701"/>
                </a:lnTo>
                <a:lnTo>
                  <a:pt x="1067194" y="48328"/>
                </a:lnTo>
                <a:lnTo>
                  <a:pt x="1067646" y="47957"/>
                </a:lnTo>
                <a:lnTo>
                  <a:pt x="1068105" y="47588"/>
                </a:lnTo>
                <a:lnTo>
                  <a:pt x="1068573" y="47221"/>
                </a:lnTo>
                <a:lnTo>
                  <a:pt x="1069049" y="46857"/>
                </a:lnTo>
                <a:lnTo>
                  <a:pt x="1069533" y="46496"/>
                </a:lnTo>
                <a:lnTo>
                  <a:pt x="1070025" y="46142"/>
                </a:lnTo>
                <a:lnTo>
                  <a:pt x="1070527" y="45804"/>
                </a:lnTo>
                <a:lnTo>
                  <a:pt x="1071038" y="45481"/>
                </a:lnTo>
                <a:lnTo>
                  <a:pt x="1071558" y="45173"/>
                </a:lnTo>
                <a:lnTo>
                  <a:pt x="1072087" y="44880"/>
                </a:lnTo>
                <a:lnTo>
                  <a:pt x="1072626" y="44602"/>
                </a:lnTo>
                <a:lnTo>
                  <a:pt x="1073174" y="44339"/>
                </a:lnTo>
                <a:lnTo>
                  <a:pt x="1073731" y="44091"/>
                </a:lnTo>
                <a:lnTo>
                  <a:pt x="1074297" y="43859"/>
                </a:lnTo>
                <a:lnTo>
                  <a:pt x="1074872" y="43641"/>
                </a:lnTo>
                <a:lnTo>
                  <a:pt x="1075457" y="43438"/>
                </a:lnTo>
                <a:lnTo>
                  <a:pt x="1076051" y="43250"/>
                </a:lnTo>
                <a:lnTo>
                  <a:pt x="1076654" y="43077"/>
                </a:lnTo>
                <a:lnTo>
                  <a:pt x="1077266" y="42919"/>
                </a:lnTo>
                <a:lnTo>
                  <a:pt x="1077888" y="42777"/>
                </a:lnTo>
                <a:lnTo>
                  <a:pt x="1078518" y="42649"/>
                </a:lnTo>
                <a:lnTo>
                  <a:pt x="1079158" y="42536"/>
                </a:lnTo>
                <a:lnTo>
                  <a:pt x="1079807" y="42439"/>
                </a:lnTo>
                <a:lnTo>
                  <a:pt x="1080466" y="42356"/>
                </a:lnTo>
                <a:lnTo>
                  <a:pt x="1081133" y="42288"/>
                </a:lnTo>
                <a:lnTo>
                  <a:pt x="1081810" y="42236"/>
                </a:lnTo>
                <a:lnTo>
                  <a:pt x="1082496" y="42198"/>
                </a:lnTo>
                <a:lnTo>
                  <a:pt x="1083191" y="42176"/>
                </a:lnTo>
                <a:lnTo>
                  <a:pt x="1083895" y="42168"/>
                </a:lnTo>
                <a:lnTo>
                  <a:pt x="1084354" y="42173"/>
                </a:lnTo>
                <a:lnTo>
                  <a:pt x="1084804" y="42187"/>
                </a:lnTo>
                <a:lnTo>
                  <a:pt x="1085245" y="42211"/>
                </a:lnTo>
                <a:lnTo>
                  <a:pt x="1085677" y="42244"/>
                </a:lnTo>
                <a:lnTo>
                  <a:pt x="1086100" y="42286"/>
                </a:lnTo>
                <a:lnTo>
                  <a:pt x="1086515" y="42338"/>
                </a:lnTo>
                <a:lnTo>
                  <a:pt x="1086920" y="42400"/>
                </a:lnTo>
                <a:lnTo>
                  <a:pt x="1087316" y="42471"/>
                </a:lnTo>
                <a:lnTo>
                  <a:pt x="1087704" y="42551"/>
                </a:lnTo>
                <a:lnTo>
                  <a:pt x="1088082" y="42641"/>
                </a:lnTo>
                <a:lnTo>
                  <a:pt x="1088452" y="42740"/>
                </a:lnTo>
                <a:lnTo>
                  <a:pt x="1088813" y="42849"/>
                </a:lnTo>
                <a:lnTo>
                  <a:pt x="1089165" y="42967"/>
                </a:lnTo>
                <a:lnTo>
                  <a:pt x="1089507" y="43094"/>
                </a:lnTo>
                <a:lnTo>
                  <a:pt x="1089841" y="43232"/>
                </a:lnTo>
                <a:lnTo>
                  <a:pt x="1090166" y="43378"/>
                </a:lnTo>
                <a:lnTo>
                  <a:pt x="1090483" y="43534"/>
                </a:lnTo>
                <a:lnTo>
                  <a:pt x="1090790" y="43699"/>
                </a:lnTo>
                <a:lnTo>
                  <a:pt x="1091088" y="43874"/>
                </a:lnTo>
                <a:lnTo>
                  <a:pt x="1091377" y="44059"/>
                </a:lnTo>
                <a:lnTo>
                  <a:pt x="1091658" y="44252"/>
                </a:lnTo>
                <a:lnTo>
                  <a:pt x="1091929" y="44456"/>
                </a:lnTo>
                <a:lnTo>
                  <a:pt x="1092192" y="44668"/>
                </a:lnTo>
                <a:lnTo>
                  <a:pt x="1092446" y="44891"/>
                </a:lnTo>
                <a:lnTo>
                  <a:pt x="1092691" y="45121"/>
                </a:lnTo>
                <a:lnTo>
                  <a:pt x="1092931" y="45358"/>
                </a:lnTo>
                <a:lnTo>
                  <a:pt x="1093164" y="45603"/>
                </a:lnTo>
                <a:lnTo>
                  <a:pt x="1093391" y="45856"/>
                </a:lnTo>
                <a:lnTo>
                  <a:pt x="1093611" y="46115"/>
                </a:lnTo>
                <a:lnTo>
                  <a:pt x="1093825" y="46382"/>
                </a:lnTo>
                <a:lnTo>
                  <a:pt x="1094032" y="46656"/>
                </a:lnTo>
                <a:lnTo>
                  <a:pt x="1094233" y="46937"/>
                </a:lnTo>
                <a:lnTo>
                  <a:pt x="1094428" y="47226"/>
                </a:lnTo>
                <a:lnTo>
                  <a:pt x="1094616" y="47522"/>
                </a:lnTo>
                <a:lnTo>
                  <a:pt x="1094797" y="47825"/>
                </a:lnTo>
                <a:lnTo>
                  <a:pt x="1094973" y="48136"/>
                </a:lnTo>
                <a:lnTo>
                  <a:pt x="1095141" y="48453"/>
                </a:lnTo>
                <a:lnTo>
                  <a:pt x="1095304" y="48778"/>
                </a:lnTo>
                <a:lnTo>
                  <a:pt x="1095460" y="49111"/>
                </a:lnTo>
                <a:lnTo>
                  <a:pt x="1095609" y="49451"/>
                </a:lnTo>
                <a:lnTo>
                  <a:pt x="1095752" y="49798"/>
                </a:lnTo>
                <a:lnTo>
                  <a:pt x="1095889" y="50152"/>
                </a:lnTo>
                <a:lnTo>
                  <a:pt x="1096019" y="50513"/>
                </a:lnTo>
                <a:lnTo>
                  <a:pt x="1096143" y="50882"/>
                </a:lnTo>
                <a:lnTo>
                  <a:pt x="1096260" y="51258"/>
                </a:lnTo>
                <a:lnTo>
                  <a:pt x="1096371" y="51642"/>
                </a:lnTo>
                <a:lnTo>
                  <a:pt x="1096475" y="52033"/>
                </a:lnTo>
                <a:lnTo>
                  <a:pt x="1096573" y="52431"/>
                </a:lnTo>
                <a:lnTo>
                  <a:pt x="1096666" y="52835"/>
                </a:lnTo>
                <a:lnTo>
                  <a:pt x="1096755" y="53243"/>
                </a:lnTo>
                <a:lnTo>
                  <a:pt x="1096840" y="53656"/>
                </a:lnTo>
                <a:lnTo>
                  <a:pt x="1096921" y="54074"/>
                </a:lnTo>
                <a:lnTo>
                  <a:pt x="1096998" y="54496"/>
                </a:lnTo>
                <a:lnTo>
                  <a:pt x="1097071" y="54923"/>
                </a:lnTo>
                <a:lnTo>
                  <a:pt x="1097140" y="55355"/>
                </a:lnTo>
                <a:lnTo>
                  <a:pt x="1097205" y="55792"/>
                </a:lnTo>
                <a:lnTo>
                  <a:pt x="1097266" y="56233"/>
                </a:lnTo>
                <a:lnTo>
                  <a:pt x="1097323" y="56678"/>
                </a:lnTo>
                <a:lnTo>
                  <a:pt x="1097377" y="57129"/>
                </a:lnTo>
                <a:lnTo>
                  <a:pt x="1097426" y="57584"/>
                </a:lnTo>
                <a:lnTo>
                  <a:pt x="1097471" y="58044"/>
                </a:lnTo>
                <a:lnTo>
                  <a:pt x="1097513" y="58508"/>
                </a:lnTo>
                <a:lnTo>
                  <a:pt x="1097550" y="58977"/>
                </a:lnTo>
                <a:lnTo>
                  <a:pt x="1097584" y="59451"/>
                </a:lnTo>
                <a:lnTo>
                  <a:pt x="1097614" y="59929"/>
                </a:lnTo>
                <a:lnTo>
                  <a:pt x="1097639" y="60412"/>
                </a:lnTo>
                <a:lnTo>
                  <a:pt x="1097661" y="60900"/>
                </a:lnTo>
                <a:lnTo>
                  <a:pt x="1097679" y="61392"/>
                </a:lnTo>
                <a:lnTo>
                  <a:pt x="1097693" y="61889"/>
                </a:lnTo>
                <a:lnTo>
                  <a:pt x="1097702" y="62390"/>
                </a:lnTo>
                <a:lnTo>
                  <a:pt x="1097708" y="62897"/>
                </a:lnTo>
                <a:lnTo>
                  <a:pt x="1097710" y="63408"/>
                </a:lnTo>
                <a:lnTo>
                  <a:pt x="1097710" y="117396"/>
                </a:lnTo>
                <a:lnTo>
                  <a:pt x="1111694" y="117396"/>
                </a:lnTo>
                <a:lnTo>
                  <a:pt x="1111694" y="61792"/>
                </a:lnTo>
                <a:lnTo>
                  <a:pt x="1111684" y="60557"/>
                </a:lnTo>
                <a:lnTo>
                  <a:pt x="1111655" y="59345"/>
                </a:lnTo>
                <a:lnTo>
                  <a:pt x="1111606" y="58157"/>
                </a:lnTo>
                <a:lnTo>
                  <a:pt x="1111537" y="56992"/>
                </a:lnTo>
                <a:lnTo>
                  <a:pt x="1111449" y="55850"/>
                </a:lnTo>
                <a:lnTo>
                  <a:pt x="1111341" y="54732"/>
                </a:lnTo>
                <a:lnTo>
                  <a:pt x="1111214" y="53637"/>
                </a:lnTo>
                <a:lnTo>
                  <a:pt x="1111067" y="52565"/>
                </a:lnTo>
                <a:lnTo>
                  <a:pt x="1110900" y="51517"/>
                </a:lnTo>
                <a:lnTo>
                  <a:pt x="1110714" y="50492"/>
                </a:lnTo>
                <a:lnTo>
                  <a:pt x="1110508" y="49491"/>
                </a:lnTo>
                <a:lnTo>
                  <a:pt x="1110283" y="48512"/>
                </a:lnTo>
                <a:lnTo>
                  <a:pt x="1110038" y="47558"/>
                </a:lnTo>
                <a:lnTo>
                  <a:pt x="1109773" y="46626"/>
                </a:lnTo>
                <a:lnTo>
                  <a:pt x="1109489" y="45718"/>
                </a:lnTo>
                <a:lnTo>
                  <a:pt x="1109185" y="44833"/>
                </a:lnTo>
                <a:lnTo>
                  <a:pt x="1108862" y="43972"/>
                </a:lnTo>
                <a:lnTo>
                  <a:pt x="1108519" y="43134"/>
                </a:lnTo>
                <a:lnTo>
                  <a:pt x="1108157" y="42320"/>
                </a:lnTo>
                <a:lnTo>
                  <a:pt x="1107774" y="41528"/>
                </a:lnTo>
                <a:lnTo>
                  <a:pt x="1107373" y="40760"/>
                </a:lnTo>
                <a:lnTo>
                  <a:pt x="1106951" y="40016"/>
                </a:lnTo>
                <a:lnTo>
                  <a:pt x="1106510" y="39295"/>
                </a:lnTo>
                <a:lnTo>
                  <a:pt x="1106050" y="38597"/>
                </a:lnTo>
                <a:lnTo>
                  <a:pt x="1105567" y="37925"/>
                </a:lnTo>
                <a:lnTo>
                  <a:pt x="1105057" y="37282"/>
                </a:lnTo>
                <a:lnTo>
                  <a:pt x="1104522" y="36667"/>
                </a:lnTo>
                <a:lnTo>
                  <a:pt x="1103960" y="36080"/>
                </a:lnTo>
                <a:lnTo>
                  <a:pt x="1103373" y="35523"/>
                </a:lnTo>
                <a:lnTo>
                  <a:pt x="1102759" y="34994"/>
                </a:lnTo>
                <a:lnTo>
                  <a:pt x="1102120" y="34493"/>
                </a:lnTo>
                <a:lnTo>
                  <a:pt x="1101454" y="34021"/>
                </a:lnTo>
                <a:lnTo>
                  <a:pt x="1100763" y="33578"/>
                </a:lnTo>
                <a:lnTo>
                  <a:pt x="1100045" y="33164"/>
                </a:lnTo>
                <a:lnTo>
                  <a:pt x="1099301" y="32777"/>
                </a:lnTo>
                <a:lnTo>
                  <a:pt x="1098532" y="32420"/>
                </a:lnTo>
                <a:lnTo>
                  <a:pt x="1097736" y="32091"/>
                </a:lnTo>
                <a:lnTo>
                  <a:pt x="1096914" y="31791"/>
                </a:lnTo>
                <a:lnTo>
                  <a:pt x="1096066" y="31519"/>
                </a:lnTo>
                <a:lnTo>
                  <a:pt x="1095193" y="31276"/>
                </a:lnTo>
                <a:lnTo>
                  <a:pt x="1094293" y="31062"/>
                </a:lnTo>
                <a:lnTo>
                  <a:pt x="1093367" y="30876"/>
                </a:lnTo>
                <a:lnTo>
                  <a:pt x="1092415" y="30718"/>
                </a:lnTo>
                <a:lnTo>
                  <a:pt x="1091437" y="30590"/>
                </a:lnTo>
                <a:lnTo>
                  <a:pt x="1090433" y="30490"/>
                </a:lnTo>
                <a:lnTo>
                  <a:pt x="1089403" y="30418"/>
                </a:lnTo>
                <a:lnTo>
                  <a:pt x="1088347" y="30375"/>
                </a:lnTo>
                <a:lnTo>
                  <a:pt x="1087265" y="30361"/>
                </a:lnTo>
                <a:lnTo>
                  <a:pt x="1086428" y="30368"/>
                </a:lnTo>
                <a:lnTo>
                  <a:pt x="1085604" y="30391"/>
                </a:lnTo>
                <a:lnTo>
                  <a:pt x="1084790" y="30428"/>
                </a:lnTo>
                <a:lnTo>
                  <a:pt x="1083989" y="30479"/>
                </a:lnTo>
                <a:lnTo>
                  <a:pt x="1083199" y="30546"/>
                </a:lnTo>
                <a:lnTo>
                  <a:pt x="1082421" y="30627"/>
                </a:lnTo>
                <a:lnTo>
                  <a:pt x="1081655" y="30723"/>
                </a:lnTo>
                <a:lnTo>
                  <a:pt x="1080900" y="30834"/>
                </a:lnTo>
                <a:lnTo>
                  <a:pt x="1080157" y="30960"/>
                </a:lnTo>
                <a:lnTo>
                  <a:pt x="1079426" y="31100"/>
                </a:lnTo>
                <a:lnTo>
                  <a:pt x="1078707" y="31256"/>
                </a:lnTo>
                <a:lnTo>
                  <a:pt x="1077999" y="31426"/>
                </a:lnTo>
                <a:lnTo>
                  <a:pt x="1077303" y="31611"/>
                </a:lnTo>
                <a:lnTo>
                  <a:pt x="1076618" y="31810"/>
                </a:lnTo>
                <a:lnTo>
                  <a:pt x="1075945" y="32025"/>
                </a:lnTo>
                <a:lnTo>
                  <a:pt x="1075284" y="32254"/>
                </a:lnTo>
                <a:lnTo>
                  <a:pt x="1074635" y="32498"/>
                </a:lnTo>
                <a:lnTo>
                  <a:pt x="1073997" y="32757"/>
                </a:lnTo>
                <a:lnTo>
                  <a:pt x="1073372" y="33030"/>
                </a:lnTo>
                <a:lnTo>
                  <a:pt x="1072757" y="33319"/>
                </a:lnTo>
                <a:lnTo>
                  <a:pt x="1072155" y="33622"/>
                </a:lnTo>
                <a:lnTo>
                  <a:pt x="1071564" y="33940"/>
                </a:lnTo>
                <a:lnTo>
                  <a:pt x="1070985" y="34272"/>
                </a:lnTo>
                <a:lnTo>
                  <a:pt x="1070417" y="34620"/>
                </a:lnTo>
                <a:lnTo>
                  <a:pt x="1069861" y="34976"/>
                </a:lnTo>
                <a:lnTo>
                  <a:pt x="1069316" y="35334"/>
                </a:lnTo>
                <a:lnTo>
                  <a:pt x="1068781" y="35695"/>
                </a:lnTo>
                <a:lnTo>
                  <a:pt x="1068258" y="36057"/>
                </a:lnTo>
                <a:lnTo>
                  <a:pt x="1067745" y="36422"/>
                </a:lnTo>
                <a:lnTo>
                  <a:pt x="1067243" y="36789"/>
                </a:lnTo>
                <a:lnTo>
                  <a:pt x="1066751" y="37158"/>
                </a:lnTo>
                <a:lnTo>
                  <a:pt x="1066271" y="37530"/>
                </a:lnTo>
                <a:lnTo>
                  <a:pt x="1065801" y="37903"/>
                </a:lnTo>
                <a:lnTo>
                  <a:pt x="1065343" y="38279"/>
                </a:lnTo>
                <a:lnTo>
                  <a:pt x="1064895" y="38657"/>
                </a:lnTo>
                <a:lnTo>
                  <a:pt x="1064458" y="39037"/>
                </a:lnTo>
                <a:lnTo>
                  <a:pt x="1064031" y="39419"/>
                </a:lnTo>
                <a:lnTo>
                  <a:pt x="1063616" y="39804"/>
                </a:lnTo>
                <a:lnTo>
                  <a:pt x="1063211" y="40191"/>
                </a:lnTo>
                <a:lnTo>
                  <a:pt x="1062817" y="40580"/>
                </a:lnTo>
                <a:lnTo>
                  <a:pt x="1062434" y="40971"/>
                </a:lnTo>
                <a:lnTo>
                  <a:pt x="1062062" y="41364"/>
                </a:lnTo>
                <a:lnTo>
                  <a:pt x="1061701" y="41760"/>
                </a:lnTo>
                <a:lnTo>
                  <a:pt x="1061350" y="42158"/>
                </a:lnTo>
                <a:lnTo>
                  <a:pt x="1061010" y="42557"/>
                </a:lnTo>
                <a:lnTo>
                  <a:pt x="1060681" y="42960"/>
                </a:lnTo>
                <a:lnTo>
                  <a:pt x="1060363" y="43364"/>
                </a:lnTo>
                <a:lnTo>
                  <a:pt x="1060056" y="43770"/>
                </a:lnTo>
                <a:lnTo>
                  <a:pt x="1059719" y="31879"/>
                </a:lnTo>
                <a:lnTo>
                  <a:pt x="1046073" y="31879"/>
                </a:lnTo>
                <a:lnTo>
                  <a:pt x="1046073" y="117396"/>
                </a:lnTo>
                <a:lnTo>
                  <a:pt x="1060140" y="117396"/>
                </a:lnTo>
                <a:lnTo>
                  <a:pt x="1060140" y="55823"/>
                </a:lnTo>
                <a:lnTo>
                  <a:pt x="1060439" y="55407"/>
                </a:lnTo>
                <a:lnTo>
                  <a:pt x="1060746" y="54994"/>
                </a:lnTo>
                <a:lnTo>
                  <a:pt x="1061061" y="54583"/>
                </a:lnTo>
                <a:close/>
                <a:moveTo>
                  <a:pt x="819388" y="118760"/>
                </a:moveTo>
                <a:lnTo>
                  <a:pt x="820177" y="118692"/>
                </a:lnTo>
                <a:lnTo>
                  <a:pt x="820957" y="118612"/>
                </a:lnTo>
                <a:lnTo>
                  <a:pt x="821727" y="118520"/>
                </a:lnTo>
                <a:lnTo>
                  <a:pt x="822487" y="118415"/>
                </a:lnTo>
                <a:lnTo>
                  <a:pt x="823238" y="118298"/>
                </a:lnTo>
                <a:lnTo>
                  <a:pt x="823979" y="118168"/>
                </a:lnTo>
                <a:lnTo>
                  <a:pt x="824710" y="118026"/>
                </a:lnTo>
                <a:lnTo>
                  <a:pt x="825432" y="117872"/>
                </a:lnTo>
                <a:lnTo>
                  <a:pt x="826144" y="117706"/>
                </a:lnTo>
                <a:lnTo>
                  <a:pt x="826846" y="117527"/>
                </a:lnTo>
                <a:lnTo>
                  <a:pt x="827539" y="117336"/>
                </a:lnTo>
                <a:lnTo>
                  <a:pt x="828222" y="117133"/>
                </a:lnTo>
                <a:lnTo>
                  <a:pt x="828896" y="116917"/>
                </a:lnTo>
                <a:lnTo>
                  <a:pt x="829559" y="116689"/>
                </a:lnTo>
                <a:lnTo>
                  <a:pt x="830213" y="116449"/>
                </a:lnTo>
                <a:lnTo>
                  <a:pt x="830858" y="116196"/>
                </a:lnTo>
                <a:lnTo>
                  <a:pt x="831493" y="115931"/>
                </a:lnTo>
                <a:lnTo>
                  <a:pt x="832118" y="115654"/>
                </a:lnTo>
                <a:lnTo>
                  <a:pt x="832734" y="115364"/>
                </a:lnTo>
                <a:lnTo>
                  <a:pt x="833339" y="115063"/>
                </a:lnTo>
                <a:lnTo>
                  <a:pt x="833933" y="114751"/>
                </a:lnTo>
                <a:lnTo>
                  <a:pt x="834515" y="114429"/>
                </a:lnTo>
                <a:lnTo>
                  <a:pt x="835086" y="114097"/>
                </a:lnTo>
                <a:lnTo>
                  <a:pt x="835646" y="113754"/>
                </a:lnTo>
                <a:lnTo>
                  <a:pt x="836195" y="113401"/>
                </a:lnTo>
                <a:lnTo>
                  <a:pt x="836733" y="113038"/>
                </a:lnTo>
                <a:lnTo>
                  <a:pt x="837259" y="112665"/>
                </a:lnTo>
                <a:lnTo>
                  <a:pt x="837774" y="112281"/>
                </a:lnTo>
                <a:lnTo>
                  <a:pt x="838278" y="111886"/>
                </a:lnTo>
                <a:lnTo>
                  <a:pt x="838770" y="111482"/>
                </a:lnTo>
                <a:lnTo>
                  <a:pt x="839251" y="111067"/>
                </a:lnTo>
                <a:lnTo>
                  <a:pt x="839721" y="110641"/>
                </a:lnTo>
                <a:lnTo>
                  <a:pt x="840180" y="110206"/>
                </a:lnTo>
                <a:lnTo>
                  <a:pt x="840628" y="109760"/>
                </a:lnTo>
                <a:lnTo>
                  <a:pt x="841064" y="109303"/>
                </a:lnTo>
                <a:lnTo>
                  <a:pt x="841489" y="108837"/>
                </a:lnTo>
                <a:lnTo>
                  <a:pt x="841902" y="108360"/>
                </a:lnTo>
                <a:lnTo>
                  <a:pt x="842305" y="107872"/>
                </a:lnTo>
                <a:lnTo>
                  <a:pt x="842696" y="107375"/>
                </a:lnTo>
                <a:lnTo>
                  <a:pt x="843076" y="106867"/>
                </a:lnTo>
                <a:lnTo>
                  <a:pt x="843444" y="106348"/>
                </a:lnTo>
                <a:lnTo>
                  <a:pt x="843802" y="105820"/>
                </a:lnTo>
                <a:lnTo>
                  <a:pt x="844148" y="105281"/>
                </a:lnTo>
                <a:lnTo>
                  <a:pt x="844482" y="104732"/>
                </a:lnTo>
                <a:lnTo>
                  <a:pt x="844802" y="104174"/>
                </a:lnTo>
                <a:lnTo>
                  <a:pt x="845109" y="103608"/>
                </a:lnTo>
                <a:lnTo>
                  <a:pt x="845403" y="103033"/>
                </a:lnTo>
                <a:lnTo>
                  <a:pt x="845684" y="102450"/>
                </a:lnTo>
                <a:lnTo>
                  <a:pt x="845951" y="101858"/>
                </a:lnTo>
                <a:lnTo>
                  <a:pt x="846205" y="101257"/>
                </a:lnTo>
                <a:lnTo>
                  <a:pt x="846446" y="100647"/>
                </a:lnTo>
                <a:lnTo>
                  <a:pt x="846673" y="100029"/>
                </a:lnTo>
                <a:lnTo>
                  <a:pt x="846887" y="99402"/>
                </a:lnTo>
                <a:lnTo>
                  <a:pt x="847088" y="98767"/>
                </a:lnTo>
                <a:lnTo>
                  <a:pt x="847275" y="98122"/>
                </a:lnTo>
                <a:lnTo>
                  <a:pt x="847449" y="97470"/>
                </a:lnTo>
                <a:lnTo>
                  <a:pt x="847610" y="96808"/>
                </a:lnTo>
                <a:lnTo>
                  <a:pt x="847758" y="96138"/>
                </a:lnTo>
                <a:lnTo>
                  <a:pt x="847892" y="95459"/>
                </a:lnTo>
                <a:lnTo>
                  <a:pt x="848013" y="94771"/>
                </a:lnTo>
                <a:lnTo>
                  <a:pt x="848120" y="94075"/>
                </a:lnTo>
                <a:lnTo>
                  <a:pt x="848214" y="93370"/>
                </a:lnTo>
                <a:lnTo>
                  <a:pt x="848295" y="92656"/>
                </a:lnTo>
                <a:lnTo>
                  <a:pt x="848363" y="91934"/>
                </a:lnTo>
                <a:lnTo>
                  <a:pt x="848417" y="91203"/>
                </a:lnTo>
                <a:lnTo>
                  <a:pt x="848458" y="90464"/>
                </a:lnTo>
                <a:lnTo>
                  <a:pt x="848486" y="89715"/>
                </a:lnTo>
                <a:lnTo>
                  <a:pt x="834587" y="89715"/>
                </a:lnTo>
                <a:lnTo>
                  <a:pt x="834557" y="90449"/>
                </a:lnTo>
                <a:lnTo>
                  <a:pt x="834512" y="91168"/>
                </a:lnTo>
                <a:lnTo>
                  <a:pt x="834449" y="91872"/>
                </a:lnTo>
                <a:lnTo>
                  <a:pt x="834370" y="92562"/>
                </a:lnTo>
                <a:lnTo>
                  <a:pt x="834275" y="93238"/>
                </a:lnTo>
                <a:lnTo>
                  <a:pt x="834163" y="93899"/>
                </a:lnTo>
                <a:lnTo>
                  <a:pt x="834035" y="94546"/>
                </a:lnTo>
                <a:lnTo>
                  <a:pt x="833890" y="95178"/>
                </a:lnTo>
                <a:lnTo>
                  <a:pt x="833728" y="95795"/>
                </a:lnTo>
                <a:lnTo>
                  <a:pt x="833550" y="96398"/>
                </a:lnTo>
                <a:lnTo>
                  <a:pt x="833355" y="96987"/>
                </a:lnTo>
                <a:lnTo>
                  <a:pt x="833144" y="97561"/>
                </a:lnTo>
                <a:lnTo>
                  <a:pt x="832917" y="98121"/>
                </a:lnTo>
                <a:lnTo>
                  <a:pt x="832672" y="98666"/>
                </a:lnTo>
                <a:lnTo>
                  <a:pt x="832412" y="99196"/>
                </a:lnTo>
                <a:lnTo>
                  <a:pt x="832135" y="99713"/>
                </a:lnTo>
                <a:lnTo>
                  <a:pt x="831841" y="100214"/>
                </a:lnTo>
                <a:lnTo>
                  <a:pt x="831531" y="100701"/>
                </a:lnTo>
                <a:lnTo>
                  <a:pt x="831204" y="101174"/>
                </a:lnTo>
                <a:lnTo>
                  <a:pt x="830860" y="101632"/>
                </a:lnTo>
                <a:lnTo>
                  <a:pt x="830501" y="102076"/>
                </a:lnTo>
                <a:lnTo>
                  <a:pt x="830124" y="102505"/>
                </a:lnTo>
                <a:lnTo>
                  <a:pt x="829731" y="102920"/>
                </a:lnTo>
                <a:lnTo>
                  <a:pt x="829322" y="103320"/>
                </a:lnTo>
                <a:lnTo>
                  <a:pt x="828897" y="103704"/>
                </a:lnTo>
                <a:lnTo>
                  <a:pt x="828459" y="104073"/>
                </a:lnTo>
                <a:lnTo>
                  <a:pt x="828006" y="104425"/>
                </a:lnTo>
                <a:lnTo>
                  <a:pt x="827540" y="104760"/>
                </a:lnTo>
                <a:lnTo>
                  <a:pt x="827060" y="105080"/>
                </a:lnTo>
                <a:lnTo>
                  <a:pt x="826566" y="105382"/>
                </a:lnTo>
                <a:lnTo>
                  <a:pt x="826058" y="105669"/>
                </a:lnTo>
                <a:lnTo>
                  <a:pt x="825536" y="105939"/>
                </a:lnTo>
                <a:lnTo>
                  <a:pt x="825000" y="106193"/>
                </a:lnTo>
                <a:lnTo>
                  <a:pt x="824451" y="106430"/>
                </a:lnTo>
                <a:lnTo>
                  <a:pt x="823887" y="106651"/>
                </a:lnTo>
                <a:lnTo>
                  <a:pt x="823310" y="106856"/>
                </a:lnTo>
                <a:lnTo>
                  <a:pt x="822718" y="107044"/>
                </a:lnTo>
                <a:lnTo>
                  <a:pt x="822113" y="107216"/>
                </a:lnTo>
                <a:lnTo>
                  <a:pt x="821494" y="107372"/>
                </a:lnTo>
                <a:lnTo>
                  <a:pt x="820861" y="107511"/>
                </a:lnTo>
                <a:lnTo>
                  <a:pt x="820214" y="107634"/>
                </a:lnTo>
                <a:lnTo>
                  <a:pt x="819553" y="107740"/>
                </a:lnTo>
                <a:lnTo>
                  <a:pt x="818878" y="107830"/>
                </a:lnTo>
                <a:lnTo>
                  <a:pt x="818190" y="107904"/>
                </a:lnTo>
                <a:lnTo>
                  <a:pt x="817487" y="107961"/>
                </a:lnTo>
                <a:lnTo>
                  <a:pt x="816771" y="108002"/>
                </a:lnTo>
                <a:lnTo>
                  <a:pt x="816041" y="108026"/>
                </a:lnTo>
                <a:lnTo>
                  <a:pt x="815296" y="108035"/>
                </a:lnTo>
                <a:lnTo>
                  <a:pt x="814607" y="108027"/>
                </a:lnTo>
                <a:lnTo>
                  <a:pt x="813928" y="108005"/>
                </a:lnTo>
                <a:lnTo>
                  <a:pt x="813261" y="107968"/>
                </a:lnTo>
                <a:lnTo>
                  <a:pt x="812604" y="107916"/>
                </a:lnTo>
                <a:lnTo>
                  <a:pt x="811959" y="107849"/>
                </a:lnTo>
                <a:lnTo>
                  <a:pt x="811324" y="107768"/>
                </a:lnTo>
                <a:lnTo>
                  <a:pt x="810700" y="107672"/>
                </a:lnTo>
                <a:lnTo>
                  <a:pt x="810088" y="107561"/>
                </a:lnTo>
                <a:lnTo>
                  <a:pt x="809486" y="107435"/>
                </a:lnTo>
                <a:lnTo>
                  <a:pt x="808895" y="107294"/>
                </a:lnTo>
                <a:lnTo>
                  <a:pt x="808315" y="107138"/>
                </a:lnTo>
                <a:lnTo>
                  <a:pt x="807747" y="106968"/>
                </a:lnTo>
                <a:lnTo>
                  <a:pt x="807189" y="106783"/>
                </a:lnTo>
                <a:lnTo>
                  <a:pt x="806642" y="106583"/>
                </a:lnTo>
                <a:lnTo>
                  <a:pt x="806106" y="106368"/>
                </a:lnTo>
                <a:lnTo>
                  <a:pt x="805581" y="106138"/>
                </a:lnTo>
                <a:lnTo>
                  <a:pt x="805067" y="105894"/>
                </a:lnTo>
                <a:lnTo>
                  <a:pt x="804564" y="105635"/>
                </a:lnTo>
                <a:lnTo>
                  <a:pt x="804072" y="105360"/>
                </a:lnTo>
                <a:lnTo>
                  <a:pt x="803591" y="105072"/>
                </a:lnTo>
                <a:lnTo>
                  <a:pt x="803121" y="104768"/>
                </a:lnTo>
                <a:lnTo>
                  <a:pt x="802662" y="104449"/>
                </a:lnTo>
                <a:lnTo>
                  <a:pt x="802213" y="104116"/>
                </a:lnTo>
                <a:lnTo>
                  <a:pt x="801776" y="103768"/>
                </a:lnTo>
                <a:lnTo>
                  <a:pt x="801349" y="103407"/>
                </a:lnTo>
                <a:lnTo>
                  <a:pt x="800932" y="103037"/>
                </a:lnTo>
                <a:lnTo>
                  <a:pt x="800525" y="102657"/>
                </a:lnTo>
                <a:lnTo>
                  <a:pt x="800128" y="102267"/>
                </a:lnTo>
                <a:lnTo>
                  <a:pt x="799740" y="101867"/>
                </a:lnTo>
                <a:lnTo>
                  <a:pt x="799362" y="101458"/>
                </a:lnTo>
                <a:lnTo>
                  <a:pt x="798994" y="101039"/>
                </a:lnTo>
                <a:lnTo>
                  <a:pt x="798636" y="100610"/>
                </a:lnTo>
                <a:lnTo>
                  <a:pt x="798288" y="100172"/>
                </a:lnTo>
                <a:lnTo>
                  <a:pt x="797949" y="99724"/>
                </a:lnTo>
                <a:lnTo>
                  <a:pt x="797620" y="99266"/>
                </a:lnTo>
                <a:lnTo>
                  <a:pt x="797301" y="98798"/>
                </a:lnTo>
                <a:lnTo>
                  <a:pt x="796992" y="98321"/>
                </a:lnTo>
                <a:lnTo>
                  <a:pt x="796692" y="97834"/>
                </a:lnTo>
                <a:lnTo>
                  <a:pt x="796403" y="97338"/>
                </a:lnTo>
                <a:lnTo>
                  <a:pt x="796123" y="96831"/>
                </a:lnTo>
                <a:lnTo>
                  <a:pt x="795853" y="96315"/>
                </a:lnTo>
                <a:lnTo>
                  <a:pt x="795593" y="95789"/>
                </a:lnTo>
                <a:lnTo>
                  <a:pt x="795342" y="95253"/>
                </a:lnTo>
                <a:lnTo>
                  <a:pt x="795102" y="94708"/>
                </a:lnTo>
                <a:lnTo>
                  <a:pt x="794871" y="94153"/>
                </a:lnTo>
                <a:lnTo>
                  <a:pt x="794650" y="93588"/>
                </a:lnTo>
                <a:lnTo>
                  <a:pt x="794438" y="93014"/>
                </a:lnTo>
                <a:lnTo>
                  <a:pt x="794237" y="92430"/>
                </a:lnTo>
                <a:lnTo>
                  <a:pt x="794044" y="91838"/>
                </a:lnTo>
                <a:lnTo>
                  <a:pt x="793860" y="91242"/>
                </a:lnTo>
                <a:lnTo>
                  <a:pt x="793683" y="90641"/>
                </a:lnTo>
                <a:lnTo>
                  <a:pt x="793514" y="90035"/>
                </a:lnTo>
                <a:lnTo>
                  <a:pt x="793353" y="89425"/>
                </a:lnTo>
                <a:lnTo>
                  <a:pt x="793200" y="88809"/>
                </a:lnTo>
                <a:lnTo>
                  <a:pt x="793055" y="88189"/>
                </a:lnTo>
                <a:lnTo>
                  <a:pt x="792917" y="87564"/>
                </a:lnTo>
                <a:lnTo>
                  <a:pt x="792788" y="86935"/>
                </a:lnTo>
                <a:lnTo>
                  <a:pt x="792666" y="86300"/>
                </a:lnTo>
                <a:lnTo>
                  <a:pt x="792553" y="85661"/>
                </a:lnTo>
                <a:lnTo>
                  <a:pt x="792447" y="85017"/>
                </a:lnTo>
                <a:lnTo>
                  <a:pt x="792349" y="84368"/>
                </a:lnTo>
                <a:lnTo>
                  <a:pt x="792259" y="83714"/>
                </a:lnTo>
                <a:lnTo>
                  <a:pt x="792177" y="83056"/>
                </a:lnTo>
                <a:lnTo>
                  <a:pt x="792103" y="82393"/>
                </a:lnTo>
                <a:lnTo>
                  <a:pt x="792037" y="81725"/>
                </a:lnTo>
                <a:lnTo>
                  <a:pt x="791978" y="81052"/>
                </a:lnTo>
                <a:lnTo>
                  <a:pt x="791928" y="80374"/>
                </a:lnTo>
                <a:lnTo>
                  <a:pt x="791885" y="79692"/>
                </a:lnTo>
                <a:lnTo>
                  <a:pt x="791851" y="79005"/>
                </a:lnTo>
                <a:lnTo>
                  <a:pt x="791824" y="78313"/>
                </a:lnTo>
                <a:lnTo>
                  <a:pt x="791805" y="77616"/>
                </a:lnTo>
                <a:lnTo>
                  <a:pt x="791794" y="76915"/>
                </a:lnTo>
                <a:lnTo>
                  <a:pt x="848149" y="76915"/>
                </a:lnTo>
                <a:lnTo>
                  <a:pt x="848163" y="76847"/>
                </a:lnTo>
                <a:lnTo>
                  <a:pt x="848176" y="76776"/>
                </a:lnTo>
                <a:lnTo>
                  <a:pt x="848189" y="76701"/>
                </a:lnTo>
                <a:lnTo>
                  <a:pt x="848202" y="76623"/>
                </a:lnTo>
                <a:lnTo>
                  <a:pt x="848214" y="76541"/>
                </a:lnTo>
                <a:lnTo>
                  <a:pt x="848225" y="76456"/>
                </a:lnTo>
                <a:lnTo>
                  <a:pt x="848237" y="76367"/>
                </a:lnTo>
                <a:lnTo>
                  <a:pt x="848247" y="76275"/>
                </a:lnTo>
                <a:lnTo>
                  <a:pt x="848258" y="76180"/>
                </a:lnTo>
                <a:lnTo>
                  <a:pt x="848268" y="76080"/>
                </a:lnTo>
                <a:lnTo>
                  <a:pt x="848277" y="75978"/>
                </a:lnTo>
                <a:lnTo>
                  <a:pt x="848286" y="75872"/>
                </a:lnTo>
                <a:lnTo>
                  <a:pt x="848295" y="75762"/>
                </a:lnTo>
                <a:lnTo>
                  <a:pt x="848303" y="75649"/>
                </a:lnTo>
                <a:lnTo>
                  <a:pt x="848310" y="75532"/>
                </a:lnTo>
                <a:lnTo>
                  <a:pt x="848318" y="75412"/>
                </a:lnTo>
                <a:lnTo>
                  <a:pt x="848324" y="75288"/>
                </a:lnTo>
                <a:lnTo>
                  <a:pt x="848331" y="75161"/>
                </a:lnTo>
                <a:lnTo>
                  <a:pt x="848337" y="75030"/>
                </a:lnTo>
                <a:lnTo>
                  <a:pt x="848342" y="74896"/>
                </a:lnTo>
                <a:lnTo>
                  <a:pt x="848347" y="74758"/>
                </a:lnTo>
                <a:lnTo>
                  <a:pt x="848352" y="74617"/>
                </a:lnTo>
                <a:lnTo>
                  <a:pt x="848356" y="74472"/>
                </a:lnTo>
                <a:lnTo>
                  <a:pt x="848360" y="74324"/>
                </a:lnTo>
                <a:lnTo>
                  <a:pt x="848363" y="74175"/>
                </a:lnTo>
                <a:lnTo>
                  <a:pt x="848366" y="74027"/>
                </a:lnTo>
                <a:lnTo>
                  <a:pt x="848370" y="73881"/>
                </a:lnTo>
                <a:lnTo>
                  <a:pt x="848373" y="73737"/>
                </a:lnTo>
                <a:lnTo>
                  <a:pt x="848375" y="73595"/>
                </a:lnTo>
                <a:lnTo>
                  <a:pt x="848378" y="73454"/>
                </a:lnTo>
                <a:lnTo>
                  <a:pt x="848381" y="73315"/>
                </a:lnTo>
                <a:lnTo>
                  <a:pt x="848383" y="73177"/>
                </a:lnTo>
                <a:lnTo>
                  <a:pt x="848385" y="73042"/>
                </a:lnTo>
                <a:lnTo>
                  <a:pt x="848387" y="72908"/>
                </a:lnTo>
                <a:lnTo>
                  <a:pt x="848389" y="72775"/>
                </a:lnTo>
                <a:lnTo>
                  <a:pt x="848391" y="72644"/>
                </a:lnTo>
                <a:lnTo>
                  <a:pt x="848393" y="72515"/>
                </a:lnTo>
                <a:lnTo>
                  <a:pt x="848394" y="72388"/>
                </a:lnTo>
                <a:lnTo>
                  <a:pt x="848396" y="72262"/>
                </a:lnTo>
                <a:lnTo>
                  <a:pt x="848397" y="72138"/>
                </a:lnTo>
                <a:lnTo>
                  <a:pt x="848398" y="72016"/>
                </a:lnTo>
                <a:lnTo>
                  <a:pt x="848399" y="71895"/>
                </a:lnTo>
                <a:lnTo>
                  <a:pt x="848400" y="71776"/>
                </a:lnTo>
                <a:lnTo>
                  <a:pt x="848401" y="71659"/>
                </a:lnTo>
                <a:lnTo>
                  <a:pt x="848401" y="71543"/>
                </a:lnTo>
                <a:lnTo>
                  <a:pt x="848401" y="71429"/>
                </a:lnTo>
                <a:lnTo>
                  <a:pt x="848402" y="71317"/>
                </a:lnTo>
                <a:lnTo>
                  <a:pt x="848402" y="71206"/>
                </a:lnTo>
                <a:lnTo>
                  <a:pt x="848386" y="69575"/>
                </a:lnTo>
                <a:lnTo>
                  <a:pt x="848338" y="67976"/>
                </a:lnTo>
                <a:lnTo>
                  <a:pt x="848258" y="66409"/>
                </a:lnTo>
                <a:lnTo>
                  <a:pt x="848147" y="64874"/>
                </a:lnTo>
                <a:lnTo>
                  <a:pt x="848003" y="63372"/>
                </a:lnTo>
                <a:lnTo>
                  <a:pt x="847828" y="61901"/>
                </a:lnTo>
                <a:lnTo>
                  <a:pt x="847621" y="60462"/>
                </a:lnTo>
                <a:lnTo>
                  <a:pt x="847382" y="59055"/>
                </a:lnTo>
                <a:lnTo>
                  <a:pt x="847111" y="57680"/>
                </a:lnTo>
                <a:lnTo>
                  <a:pt x="846808" y="56338"/>
                </a:lnTo>
                <a:lnTo>
                  <a:pt x="846473" y="55027"/>
                </a:lnTo>
                <a:lnTo>
                  <a:pt x="846106" y="53748"/>
                </a:lnTo>
                <a:lnTo>
                  <a:pt x="845708" y="52502"/>
                </a:lnTo>
                <a:lnTo>
                  <a:pt x="845277" y="51287"/>
                </a:lnTo>
                <a:lnTo>
                  <a:pt x="844815" y="50105"/>
                </a:lnTo>
                <a:lnTo>
                  <a:pt x="844321" y="48954"/>
                </a:lnTo>
                <a:lnTo>
                  <a:pt x="843795" y="47836"/>
                </a:lnTo>
                <a:lnTo>
                  <a:pt x="843237" y="46749"/>
                </a:lnTo>
                <a:lnTo>
                  <a:pt x="842647" y="45695"/>
                </a:lnTo>
                <a:lnTo>
                  <a:pt x="842025" y="44672"/>
                </a:lnTo>
                <a:lnTo>
                  <a:pt x="841372" y="43682"/>
                </a:lnTo>
                <a:lnTo>
                  <a:pt x="840686" y="42724"/>
                </a:lnTo>
                <a:lnTo>
                  <a:pt x="839969" y="41797"/>
                </a:lnTo>
                <a:lnTo>
                  <a:pt x="839220" y="40903"/>
                </a:lnTo>
                <a:lnTo>
                  <a:pt x="838442" y="40043"/>
                </a:lnTo>
                <a:lnTo>
                  <a:pt x="837640" y="39219"/>
                </a:lnTo>
                <a:lnTo>
                  <a:pt x="836814" y="38432"/>
                </a:lnTo>
                <a:lnTo>
                  <a:pt x="835963" y="37682"/>
                </a:lnTo>
                <a:lnTo>
                  <a:pt x="835087" y="36968"/>
                </a:lnTo>
                <a:lnTo>
                  <a:pt x="834187" y="36291"/>
                </a:lnTo>
                <a:lnTo>
                  <a:pt x="833262" y="35650"/>
                </a:lnTo>
                <a:lnTo>
                  <a:pt x="832312" y="35046"/>
                </a:lnTo>
                <a:lnTo>
                  <a:pt x="831338" y="34479"/>
                </a:lnTo>
                <a:lnTo>
                  <a:pt x="830340" y="33948"/>
                </a:lnTo>
                <a:lnTo>
                  <a:pt x="829317" y="33454"/>
                </a:lnTo>
                <a:lnTo>
                  <a:pt x="828269" y="32997"/>
                </a:lnTo>
                <a:lnTo>
                  <a:pt x="827197" y="32576"/>
                </a:lnTo>
                <a:lnTo>
                  <a:pt x="826100" y="32191"/>
                </a:lnTo>
                <a:lnTo>
                  <a:pt x="824978" y="31843"/>
                </a:lnTo>
                <a:lnTo>
                  <a:pt x="823832" y="31532"/>
                </a:lnTo>
                <a:lnTo>
                  <a:pt x="822662" y="31258"/>
                </a:lnTo>
                <a:lnTo>
                  <a:pt x="821467" y="31020"/>
                </a:lnTo>
                <a:lnTo>
                  <a:pt x="820247" y="30819"/>
                </a:lnTo>
                <a:lnTo>
                  <a:pt x="819003" y="30654"/>
                </a:lnTo>
                <a:lnTo>
                  <a:pt x="817734" y="30526"/>
                </a:lnTo>
                <a:lnTo>
                  <a:pt x="816441" y="30434"/>
                </a:lnTo>
                <a:lnTo>
                  <a:pt x="815123" y="30379"/>
                </a:lnTo>
                <a:lnTo>
                  <a:pt x="813780" y="30361"/>
                </a:lnTo>
                <a:lnTo>
                  <a:pt x="812776" y="30371"/>
                </a:lnTo>
                <a:lnTo>
                  <a:pt x="811787" y="30400"/>
                </a:lnTo>
                <a:lnTo>
                  <a:pt x="810811" y="30449"/>
                </a:lnTo>
                <a:lnTo>
                  <a:pt x="809850" y="30517"/>
                </a:lnTo>
                <a:lnTo>
                  <a:pt x="808903" y="30605"/>
                </a:lnTo>
                <a:lnTo>
                  <a:pt x="807970" y="30712"/>
                </a:lnTo>
                <a:lnTo>
                  <a:pt x="807052" y="30839"/>
                </a:lnTo>
                <a:lnTo>
                  <a:pt x="806147" y="30985"/>
                </a:lnTo>
                <a:lnTo>
                  <a:pt x="805257" y="31151"/>
                </a:lnTo>
                <a:lnTo>
                  <a:pt x="804381" y="31336"/>
                </a:lnTo>
                <a:lnTo>
                  <a:pt x="803519" y="31541"/>
                </a:lnTo>
                <a:lnTo>
                  <a:pt x="802671" y="31765"/>
                </a:lnTo>
                <a:lnTo>
                  <a:pt x="801838" y="32009"/>
                </a:lnTo>
                <a:lnTo>
                  <a:pt x="801018" y="32272"/>
                </a:lnTo>
                <a:lnTo>
                  <a:pt x="800213" y="32555"/>
                </a:lnTo>
                <a:lnTo>
                  <a:pt x="799422" y="32857"/>
                </a:lnTo>
                <a:lnTo>
                  <a:pt x="798645" y="33179"/>
                </a:lnTo>
                <a:lnTo>
                  <a:pt x="797883" y="33520"/>
                </a:lnTo>
                <a:lnTo>
                  <a:pt x="797134" y="33881"/>
                </a:lnTo>
                <a:lnTo>
                  <a:pt x="796400" y="34261"/>
                </a:lnTo>
                <a:lnTo>
                  <a:pt x="795680" y="34661"/>
                </a:lnTo>
                <a:lnTo>
                  <a:pt x="794974" y="35080"/>
                </a:lnTo>
                <a:lnTo>
                  <a:pt x="794283" y="35519"/>
                </a:lnTo>
                <a:lnTo>
                  <a:pt x="793605" y="35977"/>
                </a:lnTo>
                <a:lnTo>
                  <a:pt x="792942" y="36453"/>
                </a:lnTo>
                <a:lnTo>
                  <a:pt x="792293" y="36944"/>
                </a:lnTo>
                <a:lnTo>
                  <a:pt x="791658" y="37449"/>
                </a:lnTo>
                <a:lnTo>
                  <a:pt x="791037" y="37970"/>
                </a:lnTo>
                <a:lnTo>
                  <a:pt x="790431" y="38506"/>
                </a:lnTo>
                <a:lnTo>
                  <a:pt x="789838" y="39057"/>
                </a:lnTo>
                <a:lnTo>
                  <a:pt x="789260" y="39623"/>
                </a:lnTo>
                <a:lnTo>
                  <a:pt x="788696" y="40204"/>
                </a:lnTo>
                <a:lnTo>
                  <a:pt x="788146" y="40801"/>
                </a:lnTo>
                <a:lnTo>
                  <a:pt x="787611" y="41412"/>
                </a:lnTo>
                <a:lnTo>
                  <a:pt x="787089" y="42038"/>
                </a:lnTo>
                <a:lnTo>
                  <a:pt x="786582" y="42680"/>
                </a:lnTo>
                <a:lnTo>
                  <a:pt x="786089" y="43337"/>
                </a:lnTo>
                <a:lnTo>
                  <a:pt x="785610" y="44008"/>
                </a:lnTo>
                <a:lnTo>
                  <a:pt x="785145" y="44695"/>
                </a:lnTo>
                <a:lnTo>
                  <a:pt x="784695" y="45397"/>
                </a:lnTo>
                <a:lnTo>
                  <a:pt x="784258" y="46114"/>
                </a:lnTo>
                <a:lnTo>
                  <a:pt x="783836" y="46846"/>
                </a:lnTo>
                <a:lnTo>
                  <a:pt x="783428" y="47593"/>
                </a:lnTo>
                <a:lnTo>
                  <a:pt x="783035" y="48356"/>
                </a:lnTo>
                <a:lnTo>
                  <a:pt x="782655" y="49133"/>
                </a:lnTo>
                <a:lnTo>
                  <a:pt x="782290" y="49926"/>
                </a:lnTo>
                <a:lnTo>
                  <a:pt x="781938" y="50733"/>
                </a:lnTo>
                <a:lnTo>
                  <a:pt x="781601" y="51556"/>
                </a:lnTo>
                <a:lnTo>
                  <a:pt x="781278" y="52391"/>
                </a:lnTo>
                <a:lnTo>
                  <a:pt x="780969" y="53238"/>
                </a:lnTo>
                <a:lnTo>
                  <a:pt x="780673" y="54095"/>
                </a:lnTo>
                <a:lnTo>
                  <a:pt x="780392" y="54963"/>
                </a:lnTo>
                <a:lnTo>
                  <a:pt x="780124" y="55842"/>
                </a:lnTo>
                <a:lnTo>
                  <a:pt x="779869" y="56731"/>
                </a:lnTo>
                <a:lnTo>
                  <a:pt x="779629" y="57632"/>
                </a:lnTo>
                <a:lnTo>
                  <a:pt x="779402" y="58543"/>
                </a:lnTo>
                <a:lnTo>
                  <a:pt x="779189" y="59465"/>
                </a:lnTo>
                <a:lnTo>
                  <a:pt x="778989" y="60398"/>
                </a:lnTo>
                <a:lnTo>
                  <a:pt x="778804" y="61342"/>
                </a:lnTo>
                <a:lnTo>
                  <a:pt x="778632" y="62296"/>
                </a:lnTo>
                <a:lnTo>
                  <a:pt x="778474" y="63261"/>
                </a:lnTo>
                <a:lnTo>
                  <a:pt x="778330" y="64237"/>
                </a:lnTo>
                <a:lnTo>
                  <a:pt x="778199" y="65224"/>
                </a:lnTo>
                <a:lnTo>
                  <a:pt x="778082" y="66222"/>
                </a:lnTo>
                <a:lnTo>
                  <a:pt x="777979" y="67231"/>
                </a:lnTo>
                <a:lnTo>
                  <a:pt x="777890" y="68250"/>
                </a:lnTo>
                <a:lnTo>
                  <a:pt x="777814" y="69280"/>
                </a:lnTo>
                <a:lnTo>
                  <a:pt x="777752" y="70321"/>
                </a:lnTo>
                <a:lnTo>
                  <a:pt x="777704" y="71373"/>
                </a:lnTo>
                <a:lnTo>
                  <a:pt x="777670" y="72435"/>
                </a:lnTo>
                <a:lnTo>
                  <a:pt x="777649" y="73509"/>
                </a:lnTo>
                <a:lnTo>
                  <a:pt x="777642" y="74593"/>
                </a:lnTo>
                <a:lnTo>
                  <a:pt x="777649" y="75634"/>
                </a:lnTo>
                <a:lnTo>
                  <a:pt x="777671" y="76667"/>
                </a:lnTo>
                <a:lnTo>
                  <a:pt x="777706" y="77691"/>
                </a:lnTo>
                <a:lnTo>
                  <a:pt x="777756" y="78707"/>
                </a:lnTo>
                <a:lnTo>
                  <a:pt x="777819" y="79713"/>
                </a:lnTo>
                <a:lnTo>
                  <a:pt x="777898" y="80712"/>
                </a:lnTo>
                <a:lnTo>
                  <a:pt x="777990" y="81701"/>
                </a:lnTo>
                <a:lnTo>
                  <a:pt x="778096" y="82682"/>
                </a:lnTo>
                <a:lnTo>
                  <a:pt x="778217" y="83654"/>
                </a:lnTo>
                <a:lnTo>
                  <a:pt x="778351" y="84617"/>
                </a:lnTo>
                <a:lnTo>
                  <a:pt x="778500" y="85572"/>
                </a:lnTo>
                <a:lnTo>
                  <a:pt x="778664" y="86518"/>
                </a:lnTo>
                <a:lnTo>
                  <a:pt x="778841" y="87455"/>
                </a:lnTo>
                <a:lnTo>
                  <a:pt x="779032" y="88384"/>
                </a:lnTo>
                <a:lnTo>
                  <a:pt x="779238" y="89304"/>
                </a:lnTo>
                <a:lnTo>
                  <a:pt x="779458" y="90215"/>
                </a:lnTo>
                <a:lnTo>
                  <a:pt x="779692" y="91117"/>
                </a:lnTo>
                <a:lnTo>
                  <a:pt x="779940" y="92011"/>
                </a:lnTo>
                <a:lnTo>
                  <a:pt x="780203" y="92896"/>
                </a:lnTo>
                <a:lnTo>
                  <a:pt x="780479" y="93773"/>
                </a:lnTo>
                <a:lnTo>
                  <a:pt x="780770" y="94641"/>
                </a:lnTo>
                <a:lnTo>
                  <a:pt x="781075" y="95500"/>
                </a:lnTo>
                <a:lnTo>
                  <a:pt x="781394" y="96350"/>
                </a:lnTo>
                <a:lnTo>
                  <a:pt x="781728" y="97192"/>
                </a:lnTo>
                <a:lnTo>
                  <a:pt x="782076" y="98022"/>
                </a:lnTo>
                <a:lnTo>
                  <a:pt x="782438" y="98838"/>
                </a:lnTo>
                <a:lnTo>
                  <a:pt x="782816" y="99639"/>
                </a:lnTo>
                <a:lnTo>
                  <a:pt x="783208" y="100425"/>
                </a:lnTo>
                <a:lnTo>
                  <a:pt x="783615" y="101197"/>
                </a:lnTo>
                <a:lnTo>
                  <a:pt x="784036" y="101954"/>
                </a:lnTo>
                <a:lnTo>
                  <a:pt x="784473" y="102696"/>
                </a:lnTo>
                <a:lnTo>
                  <a:pt x="784924" y="103424"/>
                </a:lnTo>
                <a:lnTo>
                  <a:pt x="785390" y="104137"/>
                </a:lnTo>
                <a:lnTo>
                  <a:pt x="785871" y="104835"/>
                </a:lnTo>
                <a:lnTo>
                  <a:pt x="786366" y="105519"/>
                </a:lnTo>
                <a:lnTo>
                  <a:pt x="786877" y="106188"/>
                </a:lnTo>
                <a:lnTo>
                  <a:pt x="787402" y="106843"/>
                </a:lnTo>
                <a:lnTo>
                  <a:pt x="787942" y="107483"/>
                </a:lnTo>
                <a:lnTo>
                  <a:pt x="788496" y="108108"/>
                </a:lnTo>
                <a:lnTo>
                  <a:pt x="789066" y="108719"/>
                </a:lnTo>
                <a:lnTo>
                  <a:pt x="789650" y="109315"/>
                </a:lnTo>
                <a:lnTo>
                  <a:pt x="790249" y="109897"/>
                </a:lnTo>
                <a:lnTo>
                  <a:pt x="790863" y="110464"/>
                </a:lnTo>
                <a:lnTo>
                  <a:pt x="791491" y="111016"/>
                </a:lnTo>
                <a:lnTo>
                  <a:pt x="792134" y="111554"/>
                </a:lnTo>
                <a:lnTo>
                  <a:pt x="792792" y="112077"/>
                </a:lnTo>
                <a:lnTo>
                  <a:pt x="793465" y="112585"/>
                </a:lnTo>
                <a:lnTo>
                  <a:pt x="794153" y="113079"/>
                </a:lnTo>
                <a:lnTo>
                  <a:pt x="794855" y="113555"/>
                </a:lnTo>
                <a:lnTo>
                  <a:pt x="795574" y="114011"/>
                </a:lnTo>
                <a:lnTo>
                  <a:pt x="796307" y="114447"/>
                </a:lnTo>
                <a:lnTo>
                  <a:pt x="797057" y="114862"/>
                </a:lnTo>
                <a:lnTo>
                  <a:pt x="797821" y="115257"/>
                </a:lnTo>
                <a:lnTo>
                  <a:pt x="798602" y="115632"/>
                </a:lnTo>
                <a:lnTo>
                  <a:pt x="799397" y="115986"/>
                </a:lnTo>
                <a:lnTo>
                  <a:pt x="800209" y="116321"/>
                </a:lnTo>
                <a:lnTo>
                  <a:pt x="801035" y="116635"/>
                </a:lnTo>
                <a:lnTo>
                  <a:pt x="801877" y="116928"/>
                </a:lnTo>
                <a:lnTo>
                  <a:pt x="802735" y="117202"/>
                </a:lnTo>
                <a:lnTo>
                  <a:pt x="803608" y="117455"/>
                </a:lnTo>
                <a:lnTo>
                  <a:pt x="804497" y="117688"/>
                </a:lnTo>
                <a:lnTo>
                  <a:pt x="805401" y="117901"/>
                </a:lnTo>
                <a:lnTo>
                  <a:pt x="806321" y="118093"/>
                </a:lnTo>
                <a:lnTo>
                  <a:pt x="807256" y="118266"/>
                </a:lnTo>
                <a:lnTo>
                  <a:pt x="808207" y="118418"/>
                </a:lnTo>
                <a:lnTo>
                  <a:pt x="809173" y="118549"/>
                </a:lnTo>
                <a:lnTo>
                  <a:pt x="810155" y="118661"/>
                </a:lnTo>
                <a:lnTo>
                  <a:pt x="811152" y="118752"/>
                </a:lnTo>
                <a:lnTo>
                  <a:pt x="812165" y="118823"/>
                </a:lnTo>
                <a:lnTo>
                  <a:pt x="813193" y="118873"/>
                </a:lnTo>
                <a:lnTo>
                  <a:pt x="814237" y="118904"/>
                </a:lnTo>
                <a:lnTo>
                  <a:pt x="815296" y="118914"/>
                </a:lnTo>
                <a:lnTo>
                  <a:pt x="816134" y="118908"/>
                </a:lnTo>
                <a:lnTo>
                  <a:pt x="816962" y="118889"/>
                </a:lnTo>
                <a:lnTo>
                  <a:pt x="817780" y="118859"/>
                </a:lnTo>
                <a:lnTo>
                  <a:pt x="818589" y="118815"/>
                </a:lnTo>
                <a:lnTo>
                  <a:pt x="819388" y="118760"/>
                </a:lnTo>
                <a:close/>
                <a:moveTo>
                  <a:pt x="792495" y="61692"/>
                </a:moveTo>
                <a:lnTo>
                  <a:pt x="792665" y="60767"/>
                </a:lnTo>
                <a:lnTo>
                  <a:pt x="792851" y="59864"/>
                </a:lnTo>
                <a:lnTo>
                  <a:pt x="793053" y="58980"/>
                </a:lnTo>
                <a:lnTo>
                  <a:pt x="793270" y="58118"/>
                </a:lnTo>
                <a:lnTo>
                  <a:pt x="793503" y="57276"/>
                </a:lnTo>
                <a:lnTo>
                  <a:pt x="793752" y="56455"/>
                </a:lnTo>
                <a:lnTo>
                  <a:pt x="794016" y="55654"/>
                </a:lnTo>
                <a:lnTo>
                  <a:pt x="794296" y="54874"/>
                </a:lnTo>
                <a:lnTo>
                  <a:pt x="794591" y="54115"/>
                </a:lnTo>
                <a:lnTo>
                  <a:pt x="794902" y="53376"/>
                </a:lnTo>
                <a:lnTo>
                  <a:pt x="795229" y="52659"/>
                </a:lnTo>
                <a:lnTo>
                  <a:pt x="795572" y="51961"/>
                </a:lnTo>
                <a:lnTo>
                  <a:pt x="795930" y="51285"/>
                </a:lnTo>
                <a:lnTo>
                  <a:pt x="796303" y="50629"/>
                </a:lnTo>
                <a:lnTo>
                  <a:pt x="796693" y="49994"/>
                </a:lnTo>
                <a:lnTo>
                  <a:pt x="797098" y="49380"/>
                </a:lnTo>
                <a:lnTo>
                  <a:pt x="797518" y="48786"/>
                </a:lnTo>
                <a:lnTo>
                  <a:pt x="797955" y="48213"/>
                </a:lnTo>
                <a:lnTo>
                  <a:pt x="798407" y="47660"/>
                </a:lnTo>
                <a:lnTo>
                  <a:pt x="798874" y="47130"/>
                </a:lnTo>
                <a:lnTo>
                  <a:pt x="799356" y="46622"/>
                </a:lnTo>
                <a:lnTo>
                  <a:pt x="799854" y="46136"/>
                </a:lnTo>
                <a:lnTo>
                  <a:pt x="800366" y="45673"/>
                </a:lnTo>
                <a:lnTo>
                  <a:pt x="800894" y="45233"/>
                </a:lnTo>
                <a:lnTo>
                  <a:pt x="801437" y="44815"/>
                </a:lnTo>
                <a:lnTo>
                  <a:pt x="801994" y="44420"/>
                </a:lnTo>
                <a:lnTo>
                  <a:pt x="802567" y="44047"/>
                </a:lnTo>
                <a:lnTo>
                  <a:pt x="803155" y="43697"/>
                </a:lnTo>
                <a:lnTo>
                  <a:pt x="803758" y="43369"/>
                </a:lnTo>
                <a:lnTo>
                  <a:pt x="804376" y="43064"/>
                </a:lnTo>
                <a:lnTo>
                  <a:pt x="805009" y="42782"/>
                </a:lnTo>
                <a:lnTo>
                  <a:pt x="805657" y="42522"/>
                </a:lnTo>
                <a:lnTo>
                  <a:pt x="806320" y="42285"/>
                </a:lnTo>
                <a:lnTo>
                  <a:pt x="806998" y="42071"/>
                </a:lnTo>
                <a:lnTo>
                  <a:pt x="807692" y="41879"/>
                </a:lnTo>
                <a:lnTo>
                  <a:pt x="808400" y="41709"/>
                </a:lnTo>
                <a:lnTo>
                  <a:pt x="809123" y="41563"/>
                </a:lnTo>
                <a:lnTo>
                  <a:pt x="809862" y="41438"/>
                </a:lnTo>
                <a:lnTo>
                  <a:pt x="810615" y="41337"/>
                </a:lnTo>
                <a:lnTo>
                  <a:pt x="811384" y="41258"/>
                </a:lnTo>
                <a:lnTo>
                  <a:pt x="812168" y="41201"/>
                </a:lnTo>
                <a:lnTo>
                  <a:pt x="812966" y="41167"/>
                </a:lnTo>
                <a:lnTo>
                  <a:pt x="813780" y="41156"/>
                </a:lnTo>
                <a:lnTo>
                  <a:pt x="814580" y="41167"/>
                </a:lnTo>
                <a:lnTo>
                  <a:pt x="815365" y="41202"/>
                </a:lnTo>
                <a:lnTo>
                  <a:pt x="816135" y="41258"/>
                </a:lnTo>
                <a:lnTo>
                  <a:pt x="816890" y="41338"/>
                </a:lnTo>
                <a:lnTo>
                  <a:pt x="817630" y="41440"/>
                </a:lnTo>
                <a:lnTo>
                  <a:pt x="818355" y="41565"/>
                </a:lnTo>
                <a:lnTo>
                  <a:pt x="819066" y="41713"/>
                </a:lnTo>
                <a:lnTo>
                  <a:pt x="819761" y="41884"/>
                </a:lnTo>
                <a:lnTo>
                  <a:pt x="820441" y="42077"/>
                </a:lnTo>
                <a:lnTo>
                  <a:pt x="821107" y="42293"/>
                </a:lnTo>
                <a:lnTo>
                  <a:pt x="821758" y="42532"/>
                </a:lnTo>
                <a:lnTo>
                  <a:pt x="822393" y="42793"/>
                </a:lnTo>
                <a:lnTo>
                  <a:pt x="823014" y="43078"/>
                </a:lnTo>
                <a:lnTo>
                  <a:pt x="823620" y="43385"/>
                </a:lnTo>
                <a:lnTo>
                  <a:pt x="824211" y="43714"/>
                </a:lnTo>
                <a:lnTo>
                  <a:pt x="824787" y="44067"/>
                </a:lnTo>
                <a:lnTo>
                  <a:pt x="825348" y="44442"/>
                </a:lnTo>
                <a:lnTo>
                  <a:pt x="825895" y="44840"/>
                </a:lnTo>
                <a:lnTo>
                  <a:pt x="826426" y="45261"/>
                </a:lnTo>
                <a:lnTo>
                  <a:pt x="826942" y="45704"/>
                </a:lnTo>
                <a:lnTo>
                  <a:pt x="827444" y="46170"/>
                </a:lnTo>
                <a:lnTo>
                  <a:pt x="827930" y="46659"/>
                </a:lnTo>
                <a:lnTo>
                  <a:pt x="828402" y="47171"/>
                </a:lnTo>
                <a:lnTo>
                  <a:pt x="828859" y="47705"/>
                </a:lnTo>
                <a:lnTo>
                  <a:pt x="829299" y="48261"/>
                </a:lnTo>
                <a:lnTo>
                  <a:pt x="829722" y="48837"/>
                </a:lnTo>
                <a:lnTo>
                  <a:pt x="830126" y="49434"/>
                </a:lnTo>
                <a:lnTo>
                  <a:pt x="830513" y="50050"/>
                </a:lnTo>
                <a:lnTo>
                  <a:pt x="830882" y="50687"/>
                </a:lnTo>
                <a:lnTo>
                  <a:pt x="831233" y="51344"/>
                </a:lnTo>
                <a:lnTo>
                  <a:pt x="831566" y="52021"/>
                </a:lnTo>
                <a:lnTo>
                  <a:pt x="831882" y="52718"/>
                </a:lnTo>
                <a:lnTo>
                  <a:pt x="832179" y="53436"/>
                </a:lnTo>
                <a:lnTo>
                  <a:pt x="832459" y="54174"/>
                </a:lnTo>
                <a:lnTo>
                  <a:pt x="832721" y="54932"/>
                </a:lnTo>
                <a:lnTo>
                  <a:pt x="832965" y="55710"/>
                </a:lnTo>
                <a:lnTo>
                  <a:pt x="833191" y="56508"/>
                </a:lnTo>
                <a:lnTo>
                  <a:pt x="833400" y="57327"/>
                </a:lnTo>
                <a:lnTo>
                  <a:pt x="833590" y="58166"/>
                </a:lnTo>
                <a:lnTo>
                  <a:pt x="833763" y="59025"/>
                </a:lnTo>
                <a:lnTo>
                  <a:pt x="833918" y="59904"/>
                </a:lnTo>
                <a:lnTo>
                  <a:pt x="834055" y="60804"/>
                </a:lnTo>
                <a:lnTo>
                  <a:pt x="834174" y="61724"/>
                </a:lnTo>
                <a:lnTo>
                  <a:pt x="834276" y="62664"/>
                </a:lnTo>
                <a:lnTo>
                  <a:pt x="834359" y="63624"/>
                </a:lnTo>
                <a:lnTo>
                  <a:pt x="834425" y="64604"/>
                </a:lnTo>
                <a:lnTo>
                  <a:pt x="834473" y="65605"/>
                </a:lnTo>
                <a:lnTo>
                  <a:pt x="834503" y="66626"/>
                </a:lnTo>
                <a:lnTo>
                  <a:pt x="791878" y="66626"/>
                </a:lnTo>
                <a:lnTo>
                  <a:pt x="791970" y="65598"/>
                </a:lnTo>
                <a:lnTo>
                  <a:pt x="792078" y="64590"/>
                </a:lnTo>
                <a:lnTo>
                  <a:pt x="792201" y="63603"/>
                </a:lnTo>
                <a:lnTo>
                  <a:pt x="792340" y="62637"/>
                </a:lnTo>
                <a:lnTo>
                  <a:pt x="792495" y="61692"/>
                </a:lnTo>
                <a:close/>
                <a:moveTo>
                  <a:pt x="893581" y="118873"/>
                </a:moveTo>
                <a:lnTo>
                  <a:pt x="894142" y="118851"/>
                </a:lnTo>
                <a:lnTo>
                  <a:pt x="894699" y="118823"/>
                </a:lnTo>
                <a:lnTo>
                  <a:pt x="895253" y="118790"/>
                </a:lnTo>
                <a:lnTo>
                  <a:pt x="895803" y="118751"/>
                </a:lnTo>
                <a:lnTo>
                  <a:pt x="896350" y="118708"/>
                </a:lnTo>
                <a:lnTo>
                  <a:pt x="896894" y="118660"/>
                </a:lnTo>
                <a:lnTo>
                  <a:pt x="897434" y="118607"/>
                </a:lnTo>
                <a:lnTo>
                  <a:pt x="897971" y="118548"/>
                </a:lnTo>
                <a:lnTo>
                  <a:pt x="898505" y="118485"/>
                </a:lnTo>
                <a:lnTo>
                  <a:pt x="899035" y="118416"/>
                </a:lnTo>
                <a:lnTo>
                  <a:pt x="899562" y="118343"/>
                </a:lnTo>
                <a:lnTo>
                  <a:pt x="900085" y="118264"/>
                </a:lnTo>
                <a:lnTo>
                  <a:pt x="900605" y="118180"/>
                </a:lnTo>
                <a:lnTo>
                  <a:pt x="901122" y="118091"/>
                </a:lnTo>
                <a:lnTo>
                  <a:pt x="901635" y="117997"/>
                </a:lnTo>
                <a:lnTo>
                  <a:pt x="902145" y="117898"/>
                </a:lnTo>
                <a:lnTo>
                  <a:pt x="902652" y="117794"/>
                </a:lnTo>
                <a:lnTo>
                  <a:pt x="903155" y="117685"/>
                </a:lnTo>
                <a:lnTo>
                  <a:pt x="903655" y="117571"/>
                </a:lnTo>
                <a:lnTo>
                  <a:pt x="904152" y="117451"/>
                </a:lnTo>
                <a:lnTo>
                  <a:pt x="904644" y="117327"/>
                </a:lnTo>
                <a:lnTo>
                  <a:pt x="905131" y="117197"/>
                </a:lnTo>
                <a:lnTo>
                  <a:pt x="905613" y="117061"/>
                </a:lnTo>
                <a:lnTo>
                  <a:pt x="906089" y="116920"/>
                </a:lnTo>
                <a:lnTo>
                  <a:pt x="906561" y="116774"/>
                </a:lnTo>
                <a:lnTo>
                  <a:pt x="907027" y="116622"/>
                </a:lnTo>
                <a:lnTo>
                  <a:pt x="907487" y="116464"/>
                </a:lnTo>
                <a:lnTo>
                  <a:pt x="907943" y="116301"/>
                </a:lnTo>
                <a:lnTo>
                  <a:pt x="908393" y="116132"/>
                </a:lnTo>
                <a:lnTo>
                  <a:pt x="908838" y="115958"/>
                </a:lnTo>
                <a:lnTo>
                  <a:pt x="909277" y="115778"/>
                </a:lnTo>
                <a:lnTo>
                  <a:pt x="909712" y="115593"/>
                </a:lnTo>
                <a:lnTo>
                  <a:pt x="910141" y="115402"/>
                </a:lnTo>
                <a:lnTo>
                  <a:pt x="910565" y="115205"/>
                </a:lnTo>
                <a:lnTo>
                  <a:pt x="910983" y="115003"/>
                </a:lnTo>
                <a:lnTo>
                  <a:pt x="911396" y="114796"/>
                </a:lnTo>
                <a:lnTo>
                  <a:pt x="911804" y="114583"/>
                </a:lnTo>
                <a:lnTo>
                  <a:pt x="912207" y="114364"/>
                </a:lnTo>
                <a:lnTo>
                  <a:pt x="912605" y="114140"/>
                </a:lnTo>
                <a:lnTo>
                  <a:pt x="912997" y="113911"/>
                </a:lnTo>
                <a:lnTo>
                  <a:pt x="913384" y="113675"/>
                </a:lnTo>
                <a:lnTo>
                  <a:pt x="913766" y="113435"/>
                </a:lnTo>
                <a:lnTo>
                  <a:pt x="914142" y="113188"/>
                </a:lnTo>
                <a:lnTo>
                  <a:pt x="914513" y="112937"/>
                </a:lnTo>
                <a:lnTo>
                  <a:pt x="914878" y="112679"/>
                </a:lnTo>
                <a:lnTo>
                  <a:pt x="915236" y="112416"/>
                </a:lnTo>
                <a:lnTo>
                  <a:pt x="915588" y="112146"/>
                </a:lnTo>
                <a:lnTo>
                  <a:pt x="915932" y="111871"/>
                </a:lnTo>
                <a:lnTo>
                  <a:pt x="916270" y="111589"/>
                </a:lnTo>
                <a:lnTo>
                  <a:pt x="916601" y="111301"/>
                </a:lnTo>
                <a:lnTo>
                  <a:pt x="916925" y="111008"/>
                </a:lnTo>
                <a:lnTo>
                  <a:pt x="917242" y="110708"/>
                </a:lnTo>
                <a:lnTo>
                  <a:pt x="917552" y="110403"/>
                </a:lnTo>
                <a:lnTo>
                  <a:pt x="917855" y="110092"/>
                </a:lnTo>
                <a:lnTo>
                  <a:pt x="918151" y="109774"/>
                </a:lnTo>
                <a:lnTo>
                  <a:pt x="918441" y="109451"/>
                </a:lnTo>
                <a:lnTo>
                  <a:pt x="918723" y="109121"/>
                </a:lnTo>
                <a:lnTo>
                  <a:pt x="918999" y="108786"/>
                </a:lnTo>
                <a:lnTo>
                  <a:pt x="919268" y="108444"/>
                </a:lnTo>
                <a:lnTo>
                  <a:pt x="919530" y="108097"/>
                </a:lnTo>
                <a:lnTo>
                  <a:pt x="919785" y="107743"/>
                </a:lnTo>
                <a:lnTo>
                  <a:pt x="920033" y="107384"/>
                </a:lnTo>
                <a:lnTo>
                  <a:pt x="920275" y="107018"/>
                </a:lnTo>
                <a:lnTo>
                  <a:pt x="920509" y="106647"/>
                </a:lnTo>
                <a:lnTo>
                  <a:pt x="920737" y="106270"/>
                </a:lnTo>
                <a:lnTo>
                  <a:pt x="920958" y="105886"/>
                </a:lnTo>
                <a:lnTo>
                  <a:pt x="921172" y="105497"/>
                </a:lnTo>
                <a:lnTo>
                  <a:pt x="921379" y="105101"/>
                </a:lnTo>
                <a:lnTo>
                  <a:pt x="921578" y="104700"/>
                </a:lnTo>
                <a:lnTo>
                  <a:pt x="921769" y="104292"/>
                </a:lnTo>
                <a:lnTo>
                  <a:pt x="921951" y="103878"/>
                </a:lnTo>
                <a:lnTo>
                  <a:pt x="922125" y="103458"/>
                </a:lnTo>
                <a:lnTo>
                  <a:pt x="922290" y="103031"/>
                </a:lnTo>
                <a:lnTo>
                  <a:pt x="922447" y="102599"/>
                </a:lnTo>
                <a:lnTo>
                  <a:pt x="922596" y="102161"/>
                </a:lnTo>
                <a:lnTo>
                  <a:pt x="922736" y="101716"/>
                </a:lnTo>
                <a:lnTo>
                  <a:pt x="922867" y="101265"/>
                </a:lnTo>
                <a:lnTo>
                  <a:pt x="922990" y="100808"/>
                </a:lnTo>
                <a:lnTo>
                  <a:pt x="923105" y="100345"/>
                </a:lnTo>
                <a:lnTo>
                  <a:pt x="923211" y="99876"/>
                </a:lnTo>
                <a:lnTo>
                  <a:pt x="923308" y="99400"/>
                </a:lnTo>
                <a:lnTo>
                  <a:pt x="923397" y="98919"/>
                </a:lnTo>
                <a:lnTo>
                  <a:pt x="923478" y="98431"/>
                </a:lnTo>
                <a:lnTo>
                  <a:pt x="923550" y="97937"/>
                </a:lnTo>
                <a:lnTo>
                  <a:pt x="923614" y="97437"/>
                </a:lnTo>
                <a:lnTo>
                  <a:pt x="923669" y="96931"/>
                </a:lnTo>
                <a:lnTo>
                  <a:pt x="923715" y="96419"/>
                </a:lnTo>
                <a:lnTo>
                  <a:pt x="923754" y="95901"/>
                </a:lnTo>
                <a:lnTo>
                  <a:pt x="923783" y="95376"/>
                </a:lnTo>
                <a:lnTo>
                  <a:pt x="923804" y="94846"/>
                </a:lnTo>
                <a:lnTo>
                  <a:pt x="923817" y="94309"/>
                </a:lnTo>
                <a:lnTo>
                  <a:pt x="923821" y="93766"/>
                </a:lnTo>
                <a:lnTo>
                  <a:pt x="923816" y="93107"/>
                </a:lnTo>
                <a:lnTo>
                  <a:pt x="923799" y="92458"/>
                </a:lnTo>
                <a:lnTo>
                  <a:pt x="923772" y="91819"/>
                </a:lnTo>
                <a:lnTo>
                  <a:pt x="923734" y="91191"/>
                </a:lnTo>
                <a:lnTo>
                  <a:pt x="923684" y="90572"/>
                </a:lnTo>
                <a:lnTo>
                  <a:pt x="923624" y="89964"/>
                </a:lnTo>
                <a:lnTo>
                  <a:pt x="923553" y="89366"/>
                </a:lnTo>
                <a:lnTo>
                  <a:pt x="923470" y="88778"/>
                </a:lnTo>
                <a:lnTo>
                  <a:pt x="923377" y="88200"/>
                </a:lnTo>
                <a:lnTo>
                  <a:pt x="923273" y="87632"/>
                </a:lnTo>
                <a:lnTo>
                  <a:pt x="923158" y="87074"/>
                </a:lnTo>
                <a:lnTo>
                  <a:pt x="923032" y="86527"/>
                </a:lnTo>
                <a:lnTo>
                  <a:pt x="922895" y="85990"/>
                </a:lnTo>
                <a:lnTo>
                  <a:pt x="922747" y="85462"/>
                </a:lnTo>
                <a:lnTo>
                  <a:pt x="922587" y="84945"/>
                </a:lnTo>
                <a:lnTo>
                  <a:pt x="922417" y="84439"/>
                </a:lnTo>
                <a:lnTo>
                  <a:pt x="922236" y="83942"/>
                </a:lnTo>
                <a:lnTo>
                  <a:pt x="922045" y="83455"/>
                </a:lnTo>
                <a:lnTo>
                  <a:pt x="921842" y="82979"/>
                </a:lnTo>
                <a:lnTo>
                  <a:pt x="921628" y="82513"/>
                </a:lnTo>
                <a:lnTo>
                  <a:pt x="921403" y="82057"/>
                </a:lnTo>
                <a:lnTo>
                  <a:pt x="921167" y="81611"/>
                </a:lnTo>
                <a:lnTo>
                  <a:pt x="920920" y="81175"/>
                </a:lnTo>
                <a:lnTo>
                  <a:pt x="920663" y="80749"/>
                </a:lnTo>
                <a:lnTo>
                  <a:pt x="920394" y="80332"/>
                </a:lnTo>
                <a:lnTo>
                  <a:pt x="920115" y="79921"/>
                </a:lnTo>
                <a:lnTo>
                  <a:pt x="919825" y="79516"/>
                </a:lnTo>
                <a:lnTo>
                  <a:pt x="919525" y="79118"/>
                </a:lnTo>
                <a:lnTo>
                  <a:pt x="919215" y="78726"/>
                </a:lnTo>
                <a:lnTo>
                  <a:pt x="918894" y="78341"/>
                </a:lnTo>
                <a:lnTo>
                  <a:pt x="918562" y="77962"/>
                </a:lnTo>
                <a:lnTo>
                  <a:pt x="918220" y="77590"/>
                </a:lnTo>
                <a:lnTo>
                  <a:pt x="917867" y="77224"/>
                </a:lnTo>
                <a:lnTo>
                  <a:pt x="917504" y="76865"/>
                </a:lnTo>
                <a:lnTo>
                  <a:pt x="917130" y="76512"/>
                </a:lnTo>
                <a:lnTo>
                  <a:pt x="916745" y="76165"/>
                </a:lnTo>
                <a:lnTo>
                  <a:pt x="916351" y="75826"/>
                </a:lnTo>
                <a:lnTo>
                  <a:pt x="915945" y="75492"/>
                </a:lnTo>
                <a:lnTo>
                  <a:pt x="915529" y="75165"/>
                </a:lnTo>
                <a:lnTo>
                  <a:pt x="915103" y="74845"/>
                </a:lnTo>
                <a:lnTo>
                  <a:pt x="914666" y="74530"/>
                </a:lnTo>
                <a:lnTo>
                  <a:pt x="914218" y="74223"/>
                </a:lnTo>
                <a:lnTo>
                  <a:pt x="913760" y="73922"/>
                </a:lnTo>
                <a:lnTo>
                  <a:pt x="913292" y="73627"/>
                </a:lnTo>
                <a:lnTo>
                  <a:pt x="912813" y="73339"/>
                </a:lnTo>
                <a:lnTo>
                  <a:pt x="912323" y="73057"/>
                </a:lnTo>
                <a:lnTo>
                  <a:pt x="911823" y="72782"/>
                </a:lnTo>
                <a:lnTo>
                  <a:pt x="911312" y="72513"/>
                </a:lnTo>
                <a:lnTo>
                  <a:pt x="910791" y="72249"/>
                </a:lnTo>
                <a:lnTo>
                  <a:pt x="910259" y="71988"/>
                </a:lnTo>
                <a:lnTo>
                  <a:pt x="909716" y="71730"/>
                </a:lnTo>
                <a:lnTo>
                  <a:pt x="909163" y="71475"/>
                </a:lnTo>
                <a:lnTo>
                  <a:pt x="908599" y="71223"/>
                </a:lnTo>
                <a:lnTo>
                  <a:pt x="908024" y="70974"/>
                </a:lnTo>
                <a:lnTo>
                  <a:pt x="907439" y="70728"/>
                </a:lnTo>
                <a:lnTo>
                  <a:pt x="906843" y="70486"/>
                </a:lnTo>
                <a:lnTo>
                  <a:pt x="906236" y="70246"/>
                </a:lnTo>
                <a:lnTo>
                  <a:pt x="905619" y="70010"/>
                </a:lnTo>
                <a:lnTo>
                  <a:pt x="904991" y="69776"/>
                </a:lnTo>
                <a:lnTo>
                  <a:pt x="904352" y="69546"/>
                </a:lnTo>
                <a:lnTo>
                  <a:pt x="903703" y="69318"/>
                </a:lnTo>
                <a:lnTo>
                  <a:pt x="903043" y="69094"/>
                </a:lnTo>
                <a:lnTo>
                  <a:pt x="902372" y="68873"/>
                </a:lnTo>
                <a:lnTo>
                  <a:pt x="901690" y="68655"/>
                </a:lnTo>
                <a:lnTo>
                  <a:pt x="900998" y="68440"/>
                </a:lnTo>
                <a:lnTo>
                  <a:pt x="900295" y="68228"/>
                </a:lnTo>
                <a:lnTo>
                  <a:pt x="899582" y="68019"/>
                </a:lnTo>
                <a:lnTo>
                  <a:pt x="898858" y="67813"/>
                </a:lnTo>
                <a:lnTo>
                  <a:pt x="898123" y="67611"/>
                </a:lnTo>
                <a:lnTo>
                  <a:pt x="897378" y="67411"/>
                </a:lnTo>
                <a:lnTo>
                  <a:pt x="896621" y="67214"/>
                </a:lnTo>
                <a:lnTo>
                  <a:pt x="895855" y="67021"/>
                </a:lnTo>
                <a:lnTo>
                  <a:pt x="895165" y="66844"/>
                </a:lnTo>
                <a:lnTo>
                  <a:pt x="894488" y="66668"/>
                </a:lnTo>
                <a:lnTo>
                  <a:pt x="893822" y="66493"/>
                </a:lnTo>
                <a:lnTo>
                  <a:pt x="893168" y="66319"/>
                </a:lnTo>
                <a:lnTo>
                  <a:pt x="892526" y="66145"/>
                </a:lnTo>
                <a:lnTo>
                  <a:pt x="891895" y="65973"/>
                </a:lnTo>
                <a:lnTo>
                  <a:pt x="891276" y="65801"/>
                </a:lnTo>
                <a:lnTo>
                  <a:pt x="890669" y="65629"/>
                </a:lnTo>
                <a:lnTo>
                  <a:pt x="890074" y="65459"/>
                </a:lnTo>
                <a:lnTo>
                  <a:pt x="889490" y="65289"/>
                </a:lnTo>
                <a:lnTo>
                  <a:pt x="888918" y="65120"/>
                </a:lnTo>
                <a:lnTo>
                  <a:pt x="888357" y="64952"/>
                </a:lnTo>
                <a:lnTo>
                  <a:pt x="887809" y="64785"/>
                </a:lnTo>
                <a:lnTo>
                  <a:pt x="887272" y="64618"/>
                </a:lnTo>
                <a:lnTo>
                  <a:pt x="886746" y="64452"/>
                </a:lnTo>
                <a:lnTo>
                  <a:pt x="886233" y="64287"/>
                </a:lnTo>
                <a:lnTo>
                  <a:pt x="885731" y="64123"/>
                </a:lnTo>
                <a:lnTo>
                  <a:pt x="885241" y="63959"/>
                </a:lnTo>
                <a:lnTo>
                  <a:pt x="884762" y="63796"/>
                </a:lnTo>
                <a:lnTo>
                  <a:pt x="884295" y="63634"/>
                </a:lnTo>
                <a:lnTo>
                  <a:pt x="883840" y="63473"/>
                </a:lnTo>
                <a:lnTo>
                  <a:pt x="883397" y="63313"/>
                </a:lnTo>
                <a:lnTo>
                  <a:pt x="882965" y="63153"/>
                </a:lnTo>
                <a:lnTo>
                  <a:pt x="882545" y="62994"/>
                </a:lnTo>
                <a:lnTo>
                  <a:pt x="882136" y="62834"/>
                </a:lnTo>
                <a:lnTo>
                  <a:pt x="881737" y="62673"/>
                </a:lnTo>
                <a:lnTo>
                  <a:pt x="881347" y="62510"/>
                </a:lnTo>
                <a:lnTo>
                  <a:pt x="880968" y="62345"/>
                </a:lnTo>
                <a:lnTo>
                  <a:pt x="880598" y="62179"/>
                </a:lnTo>
                <a:lnTo>
                  <a:pt x="880239" y="62011"/>
                </a:lnTo>
                <a:lnTo>
                  <a:pt x="879889" y="61841"/>
                </a:lnTo>
                <a:lnTo>
                  <a:pt x="879550" y="61670"/>
                </a:lnTo>
                <a:lnTo>
                  <a:pt x="879220" y="61497"/>
                </a:lnTo>
                <a:lnTo>
                  <a:pt x="878901" y="61322"/>
                </a:lnTo>
                <a:lnTo>
                  <a:pt x="878591" y="61145"/>
                </a:lnTo>
                <a:lnTo>
                  <a:pt x="878291" y="60967"/>
                </a:lnTo>
                <a:lnTo>
                  <a:pt x="878001" y="60787"/>
                </a:lnTo>
                <a:lnTo>
                  <a:pt x="877721" y="60606"/>
                </a:lnTo>
                <a:lnTo>
                  <a:pt x="877451" y="60423"/>
                </a:lnTo>
                <a:lnTo>
                  <a:pt x="877191" y="60238"/>
                </a:lnTo>
                <a:lnTo>
                  <a:pt x="876941" y="60051"/>
                </a:lnTo>
                <a:lnTo>
                  <a:pt x="876701" y="59863"/>
                </a:lnTo>
                <a:lnTo>
                  <a:pt x="876471" y="59673"/>
                </a:lnTo>
                <a:lnTo>
                  <a:pt x="876251" y="59481"/>
                </a:lnTo>
                <a:lnTo>
                  <a:pt x="876040" y="59288"/>
                </a:lnTo>
                <a:lnTo>
                  <a:pt x="875840" y="59093"/>
                </a:lnTo>
                <a:lnTo>
                  <a:pt x="875649" y="58896"/>
                </a:lnTo>
                <a:lnTo>
                  <a:pt x="875469" y="58698"/>
                </a:lnTo>
                <a:lnTo>
                  <a:pt x="875297" y="58497"/>
                </a:lnTo>
                <a:lnTo>
                  <a:pt x="875133" y="58292"/>
                </a:lnTo>
                <a:lnTo>
                  <a:pt x="874975" y="58083"/>
                </a:lnTo>
                <a:lnTo>
                  <a:pt x="874826" y="57871"/>
                </a:lnTo>
                <a:lnTo>
                  <a:pt x="874683" y="57655"/>
                </a:lnTo>
                <a:lnTo>
                  <a:pt x="874548" y="57435"/>
                </a:lnTo>
                <a:lnTo>
                  <a:pt x="874420" y="57212"/>
                </a:lnTo>
                <a:lnTo>
                  <a:pt x="874299" y="56985"/>
                </a:lnTo>
                <a:lnTo>
                  <a:pt x="874186" y="56754"/>
                </a:lnTo>
                <a:lnTo>
                  <a:pt x="874080" y="56520"/>
                </a:lnTo>
                <a:lnTo>
                  <a:pt x="873981" y="56282"/>
                </a:lnTo>
                <a:lnTo>
                  <a:pt x="873890" y="56040"/>
                </a:lnTo>
                <a:lnTo>
                  <a:pt x="873805" y="55795"/>
                </a:lnTo>
                <a:lnTo>
                  <a:pt x="873729" y="55546"/>
                </a:lnTo>
                <a:lnTo>
                  <a:pt x="873659" y="55293"/>
                </a:lnTo>
                <a:lnTo>
                  <a:pt x="873597" y="55036"/>
                </a:lnTo>
                <a:lnTo>
                  <a:pt x="873542" y="54776"/>
                </a:lnTo>
                <a:lnTo>
                  <a:pt x="873495" y="54512"/>
                </a:lnTo>
                <a:lnTo>
                  <a:pt x="873454" y="54245"/>
                </a:lnTo>
                <a:lnTo>
                  <a:pt x="873422" y="53974"/>
                </a:lnTo>
                <a:lnTo>
                  <a:pt x="873396" y="53699"/>
                </a:lnTo>
                <a:lnTo>
                  <a:pt x="873378" y="53420"/>
                </a:lnTo>
                <a:lnTo>
                  <a:pt x="873367" y="53138"/>
                </a:lnTo>
                <a:lnTo>
                  <a:pt x="873363" y="52852"/>
                </a:lnTo>
                <a:lnTo>
                  <a:pt x="873371" y="52348"/>
                </a:lnTo>
                <a:lnTo>
                  <a:pt x="873396" y="51855"/>
                </a:lnTo>
                <a:lnTo>
                  <a:pt x="873437" y="51374"/>
                </a:lnTo>
                <a:lnTo>
                  <a:pt x="873494" y="50904"/>
                </a:lnTo>
                <a:lnTo>
                  <a:pt x="873568" y="50444"/>
                </a:lnTo>
                <a:lnTo>
                  <a:pt x="873658" y="49997"/>
                </a:lnTo>
                <a:lnTo>
                  <a:pt x="873764" y="49560"/>
                </a:lnTo>
                <a:lnTo>
                  <a:pt x="873887" y="49135"/>
                </a:lnTo>
                <a:lnTo>
                  <a:pt x="874026" y="48721"/>
                </a:lnTo>
                <a:lnTo>
                  <a:pt x="874182" y="48318"/>
                </a:lnTo>
                <a:lnTo>
                  <a:pt x="874354" y="47927"/>
                </a:lnTo>
                <a:lnTo>
                  <a:pt x="874542" y="47546"/>
                </a:lnTo>
                <a:lnTo>
                  <a:pt x="874747" y="47178"/>
                </a:lnTo>
                <a:lnTo>
                  <a:pt x="874968" y="46820"/>
                </a:lnTo>
                <a:lnTo>
                  <a:pt x="875206" y="46473"/>
                </a:lnTo>
                <a:lnTo>
                  <a:pt x="875460" y="46138"/>
                </a:lnTo>
                <a:lnTo>
                  <a:pt x="875730" y="45814"/>
                </a:lnTo>
                <a:lnTo>
                  <a:pt x="876017" y="45502"/>
                </a:lnTo>
                <a:lnTo>
                  <a:pt x="876320" y="45200"/>
                </a:lnTo>
                <a:lnTo>
                  <a:pt x="876639" y="44910"/>
                </a:lnTo>
                <a:lnTo>
                  <a:pt x="876975" y="44632"/>
                </a:lnTo>
                <a:lnTo>
                  <a:pt x="877327" y="44364"/>
                </a:lnTo>
                <a:lnTo>
                  <a:pt x="877695" y="44108"/>
                </a:lnTo>
                <a:lnTo>
                  <a:pt x="878080" y="43863"/>
                </a:lnTo>
                <a:lnTo>
                  <a:pt x="878478" y="43628"/>
                </a:lnTo>
                <a:lnTo>
                  <a:pt x="878886" y="43403"/>
                </a:lnTo>
                <a:lnTo>
                  <a:pt x="879304" y="43189"/>
                </a:lnTo>
                <a:lnTo>
                  <a:pt x="879732" y="42984"/>
                </a:lnTo>
                <a:lnTo>
                  <a:pt x="880170" y="42789"/>
                </a:lnTo>
                <a:lnTo>
                  <a:pt x="880618" y="42605"/>
                </a:lnTo>
                <a:lnTo>
                  <a:pt x="881076" y="42430"/>
                </a:lnTo>
                <a:lnTo>
                  <a:pt x="881543" y="42265"/>
                </a:lnTo>
                <a:lnTo>
                  <a:pt x="882021" y="42111"/>
                </a:lnTo>
                <a:lnTo>
                  <a:pt x="882509" y="41966"/>
                </a:lnTo>
                <a:lnTo>
                  <a:pt x="883006" y="41831"/>
                </a:lnTo>
                <a:lnTo>
                  <a:pt x="883514" y="41706"/>
                </a:lnTo>
                <a:lnTo>
                  <a:pt x="884031" y="41591"/>
                </a:lnTo>
                <a:lnTo>
                  <a:pt x="884558" y="41487"/>
                </a:lnTo>
                <a:lnTo>
                  <a:pt x="885096" y="41392"/>
                </a:lnTo>
                <a:lnTo>
                  <a:pt x="885643" y="41307"/>
                </a:lnTo>
                <a:lnTo>
                  <a:pt x="886200" y="41232"/>
                </a:lnTo>
                <a:lnTo>
                  <a:pt x="886767" y="41167"/>
                </a:lnTo>
                <a:lnTo>
                  <a:pt x="887344" y="41112"/>
                </a:lnTo>
                <a:lnTo>
                  <a:pt x="887932" y="41067"/>
                </a:lnTo>
                <a:lnTo>
                  <a:pt x="888528" y="41032"/>
                </a:lnTo>
                <a:lnTo>
                  <a:pt x="889135" y="41007"/>
                </a:lnTo>
                <a:lnTo>
                  <a:pt x="889752" y="40992"/>
                </a:lnTo>
                <a:lnTo>
                  <a:pt x="890379" y="40987"/>
                </a:lnTo>
                <a:lnTo>
                  <a:pt x="891007" y="40994"/>
                </a:lnTo>
                <a:lnTo>
                  <a:pt x="891626" y="41014"/>
                </a:lnTo>
                <a:lnTo>
                  <a:pt x="892237" y="41048"/>
                </a:lnTo>
                <a:lnTo>
                  <a:pt x="892840" y="41095"/>
                </a:lnTo>
                <a:lnTo>
                  <a:pt x="893434" y="41156"/>
                </a:lnTo>
                <a:lnTo>
                  <a:pt x="894020" y="41230"/>
                </a:lnTo>
                <a:lnTo>
                  <a:pt x="894597" y="41318"/>
                </a:lnTo>
                <a:lnTo>
                  <a:pt x="895167" y="41419"/>
                </a:lnTo>
                <a:lnTo>
                  <a:pt x="895728" y="41534"/>
                </a:lnTo>
                <a:lnTo>
                  <a:pt x="896280" y="41662"/>
                </a:lnTo>
                <a:lnTo>
                  <a:pt x="896824" y="41803"/>
                </a:lnTo>
                <a:lnTo>
                  <a:pt x="897360" y="41959"/>
                </a:lnTo>
                <a:lnTo>
                  <a:pt x="897888" y="42127"/>
                </a:lnTo>
                <a:lnTo>
                  <a:pt x="898407" y="42309"/>
                </a:lnTo>
                <a:lnTo>
                  <a:pt x="898918" y="42505"/>
                </a:lnTo>
                <a:lnTo>
                  <a:pt x="899421" y="42714"/>
                </a:lnTo>
                <a:lnTo>
                  <a:pt x="899915" y="42936"/>
                </a:lnTo>
                <a:lnTo>
                  <a:pt x="900401" y="43173"/>
                </a:lnTo>
                <a:lnTo>
                  <a:pt x="900878" y="43422"/>
                </a:lnTo>
                <a:lnTo>
                  <a:pt x="901348" y="43685"/>
                </a:lnTo>
                <a:lnTo>
                  <a:pt x="901808" y="43962"/>
                </a:lnTo>
                <a:lnTo>
                  <a:pt x="902261" y="44252"/>
                </a:lnTo>
                <a:lnTo>
                  <a:pt x="902705" y="44555"/>
                </a:lnTo>
                <a:lnTo>
                  <a:pt x="903141" y="44872"/>
                </a:lnTo>
                <a:lnTo>
                  <a:pt x="903564" y="45205"/>
                </a:lnTo>
                <a:lnTo>
                  <a:pt x="903969" y="45557"/>
                </a:lnTo>
                <a:lnTo>
                  <a:pt x="904355" y="45927"/>
                </a:lnTo>
                <a:lnTo>
                  <a:pt x="904724" y="46316"/>
                </a:lnTo>
                <a:lnTo>
                  <a:pt x="905075" y="46723"/>
                </a:lnTo>
                <a:lnTo>
                  <a:pt x="905408" y="47149"/>
                </a:lnTo>
                <a:lnTo>
                  <a:pt x="905722" y="47593"/>
                </a:lnTo>
                <a:lnTo>
                  <a:pt x="906019" y="48056"/>
                </a:lnTo>
                <a:lnTo>
                  <a:pt x="906298" y="48538"/>
                </a:lnTo>
                <a:lnTo>
                  <a:pt x="906559" y="49038"/>
                </a:lnTo>
                <a:lnTo>
                  <a:pt x="906802" y="49556"/>
                </a:lnTo>
                <a:lnTo>
                  <a:pt x="907027" y="50094"/>
                </a:lnTo>
                <a:lnTo>
                  <a:pt x="907233" y="50650"/>
                </a:lnTo>
                <a:lnTo>
                  <a:pt x="907422" y="51224"/>
                </a:lnTo>
                <a:lnTo>
                  <a:pt x="907593" y="51817"/>
                </a:lnTo>
                <a:lnTo>
                  <a:pt x="907746" y="52428"/>
                </a:lnTo>
                <a:lnTo>
                  <a:pt x="907881" y="53058"/>
                </a:lnTo>
                <a:lnTo>
                  <a:pt x="907998" y="53707"/>
                </a:lnTo>
                <a:lnTo>
                  <a:pt x="908097" y="54374"/>
                </a:lnTo>
                <a:lnTo>
                  <a:pt x="908178" y="55060"/>
                </a:lnTo>
                <a:lnTo>
                  <a:pt x="908241" y="55765"/>
                </a:lnTo>
                <a:lnTo>
                  <a:pt x="908286" y="56487"/>
                </a:lnTo>
                <a:lnTo>
                  <a:pt x="908313" y="57229"/>
                </a:lnTo>
                <a:lnTo>
                  <a:pt x="908322" y="57989"/>
                </a:lnTo>
                <a:lnTo>
                  <a:pt x="921968" y="57989"/>
                </a:lnTo>
                <a:lnTo>
                  <a:pt x="921964" y="57387"/>
                </a:lnTo>
                <a:lnTo>
                  <a:pt x="921951" y="56793"/>
                </a:lnTo>
                <a:lnTo>
                  <a:pt x="921929" y="56205"/>
                </a:lnTo>
                <a:lnTo>
                  <a:pt x="921899" y="55624"/>
                </a:lnTo>
                <a:lnTo>
                  <a:pt x="921860" y="55050"/>
                </a:lnTo>
                <a:lnTo>
                  <a:pt x="921813" y="54483"/>
                </a:lnTo>
                <a:lnTo>
                  <a:pt x="921757" y="53923"/>
                </a:lnTo>
                <a:lnTo>
                  <a:pt x="921692" y="53370"/>
                </a:lnTo>
                <a:lnTo>
                  <a:pt x="921619" y="52824"/>
                </a:lnTo>
                <a:lnTo>
                  <a:pt x="921537" y="52284"/>
                </a:lnTo>
                <a:lnTo>
                  <a:pt x="921446" y="51752"/>
                </a:lnTo>
                <a:lnTo>
                  <a:pt x="921347" y="51226"/>
                </a:lnTo>
                <a:lnTo>
                  <a:pt x="921239" y="50708"/>
                </a:lnTo>
                <a:lnTo>
                  <a:pt x="921123" y="50196"/>
                </a:lnTo>
                <a:lnTo>
                  <a:pt x="920997" y="49691"/>
                </a:lnTo>
                <a:lnTo>
                  <a:pt x="920864" y="49193"/>
                </a:lnTo>
                <a:lnTo>
                  <a:pt x="920721" y="48703"/>
                </a:lnTo>
                <a:lnTo>
                  <a:pt x="920570" y="48219"/>
                </a:lnTo>
                <a:lnTo>
                  <a:pt x="920411" y="47741"/>
                </a:lnTo>
                <a:lnTo>
                  <a:pt x="920242" y="47271"/>
                </a:lnTo>
                <a:lnTo>
                  <a:pt x="920066" y="46808"/>
                </a:lnTo>
                <a:lnTo>
                  <a:pt x="919880" y="46352"/>
                </a:lnTo>
                <a:lnTo>
                  <a:pt x="919686" y="45902"/>
                </a:lnTo>
                <a:lnTo>
                  <a:pt x="919483" y="45460"/>
                </a:lnTo>
                <a:lnTo>
                  <a:pt x="919273" y="45024"/>
                </a:lnTo>
                <a:lnTo>
                  <a:pt x="919056" y="44595"/>
                </a:lnTo>
                <a:lnTo>
                  <a:pt x="918832" y="44173"/>
                </a:lnTo>
                <a:lnTo>
                  <a:pt x="918602" y="43758"/>
                </a:lnTo>
                <a:lnTo>
                  <a:pt x="918365" y="43349"/>
                </a:lnTo>
                <a:lnTo>
                  <a:pt x="918122" y="42947"/>
                </a:lnTo>
                <a:lnTo>
                  <a:pt x="917872" y="42552"/>
                </a:lnTo>
                <a:lnTo>
                  <a:pt x="917616" y="42164"/>
                </a:lnTo>
                <a:lnTo>
                  <a:pt x="917353" y="41782"/>
                </a:lnTo>
                <a:lnTo>
                  <a:pt x="917083" y="41408"/>
                </a:lnTo>
                <a:lnTo>
                  <a:pt x="916807" y="41040"/>
                </a:lnTo>
                <a:lnTo>
                  <a:pt x="916524" y="40678"/>
                </a:lnTo>
                <a:lnTo>
                  <a:pt x="916235" y="40324"/>
                </a:lnTo>
                <a:lnTo>
                  <a:pt x="915939" y="39976"/>
                </a:lnTo>
                <a:lnTo>
                  <a:pt x="915637" y="39635"/>
                </a:lnTo>
                <a:lnTo>
                  <a:pt x="915327" y="39301"/>
                </a:lnTo>
                <a:lnTo>
                  <a:pt x="915012" y="38973"/>
                </a:lnTo>
                <a:lnTo>
                  <a:pt x="914690" y="38653"/>
                </a:lnTo>
                <a:lnTo>
                  <a:pt x="914361" y="38339"/>
                </a:lnTo>
                <a:lnTo>
                  <a:pt x="914025" y="38032"/>
                </a:lnTo>
                <a:lnTo>
                  <a:pt x="913683" y="37731"/>
                </a:lnTo>
                <a:lnTo>
                  <a:pt x="913335" y="37438"/>
                </a:lnTo>
                <a:lnTo>
                  <a:pt x="912980" y="37151"/>
                </a:lnTo>
                <a:lnTo>
                  <a:pt x="912618" y="36871"/>
                </a:lnTo>
                <a:lnTo>
                  <a:pt x="912251" y="36597"/>
                </a:lnTo>
                <a:lnTo>
                  <a:pt x="911879" y="36329"/>
                </a:lnTo>
                <a:lnTo>
                  <a:pt x="911502" y="36068"/>
                </a:lnTo>
                <a:lnTo>
                  <a:pt x="911121" y="35812"/>
                </a:lnTo>
                <a:lnTo>
                  <a:pt x="910736" y="35562"/>
                </a:lnTo>
                <a:lnTo>
                  <a:pt x="910346" y="35318"/>
                </a:lnTo>
                <a:lnTo>
                  <a:pt x="909952" y="35080"/>
                </a:lnTo>
                <a:lnTo>
                  <a:pt x="909552" y="34849"/>
                </a:lnTo>
                <a:lnTo>
                  <a:pt x="909149" y="34623"/>
                </a:lnTo>
                <a:lnTo>
                  <a:pt x="908741" y="34403"/>
                </a:lnTo>
                <a:lnTo>
                  <a:pt x="908328" y="34189"/>
                </a:lnTo>
                <a:lnTo>
                  <a:pt x="907911" y="33982"/>
                </a:lnTo>
                <a:lnTo>
                  <a:pt x="907489" y="33780"/>
                </a:lnTo>
                <a:lnTo>
                  <a:pt x="907063" y="33584"/>
                </a:lnTo>
                <a:lnTo>
                  <a:pt x="906632" y="33394"/>
                </a:lnTo>
                <a:lnTo>
                  <a:pt x="906197" y="33210"/>
                </a:lnTo>
                <a:lnTo>
                  <a:pt x="905757" y="33032"/>
                </a:lnTo>
                <a:lnTo>
                  <a:pt x="905313" y="32861"/>
                </a:lnTo>
                <a:lnTo>
                  <a:pt x="904864" y="32695"/>
                </a:lnTo>
                <a:lnTo>
                  <a:pt x="904410" y="32535"/>
                </a:lnTo>
                <a:lnTo>
                  <a:pt x="903953" y="32381"/>
                </a:lnTo>
                <a:lnTo>
                  <a:pt x="903490" y="32233"/>
                </a:lnTo>
                <a:lnTo>
                  <a:pt x="903023" y="32091"/>
                </a:lnTo>
                <a:lnTo>
                  <a:pt x="902551" y="31955"/>
                </a:lnTo>
                <a:lnTo>
                  <a:pt x="902076" y="31825"/>
                </a:lnTo>
                <a:lnTo>
                  <a:pt x="901598" y="31701"/>
                </a:lnTo>
                <a:lnTo>
                  <a:pt x="901117" y="31582"/>
                </a:lnTo>
                <a:lnTo>
                  <a:pt x="900634" y="31468"/>
                </a:lnTo>
                <a:lnTo>
                  <a:pt x="900147" y="31360"/>
                </a:lnTo>
                <a:lnTo>
                  <a:pt x="899658" y="31258"/>
                </a:lnTo>
                <a:lnTo>
                  <a:pt x="899166" y="31161"/>
                </a:lnTo>
                <a:lnTo>
                  <a:pt x="898672" y="31070"/>
                </a:lnTo>
                <a:lnTo>
                  <a:pt x="898174" y="30984"/>
                </a:lnTo>
                <a:lnTo>
                  <a:pt x="897674" y="30904"/>
                </a:lnTo>
                <a:lnTo>
                  <a:pt x="897171" y="30829"/>
                </a:lnTo>
                <a:lnTo>
                  <a:pt x="896665" y="30760"/>
                </a:lnTo>
                <a:lnTo>
                  <a:pt x="896157" y="30696"/>
                </a:lnTo>
                <a:lnTo>
                  <a:pt x="895645" y="30638"/>
                </a:lnTo>
                <a:lnTo>
                  <a:pt x="895131" y="30585"/>
                </a:lnTo>
                <a:lnTo>
                  <a:pt x="894614" y="30538"/>
                </a:lnTo>
                <a:lnTo>
                  <a:pt x="894095" y="30497"/>
                </a:lnTo>
                <a:lnTo>
                  <a:pt x="893572" y="30461"/>
                </a:lnTo>
                <a:lnTo>
                  <a:pt x="893047" y="30430"/>
                </a:lnTo>
                <a:lnTo>
                  <a:pt x="892519" y="30405"/>
                </a:lnTo>
                <a:lnTo>
                  <a:pt x="891988" y="30386"/>
                </a:lnTo>
                <a:lnTo>
                  <a:pt x="891455" y="30372"/>
                </a:lnTo>
                <a:lnTo>
                  <a:pt x="890918" y="30364"/>
                </a:lnTo>
                <a:lnTo>
                  <a:pt x="890379" y="30361"/>
                </a:lnTo>
                <a:lnTo>
                  <a:pt x="889833" y="30364"/>
                </a:lnTo>
                <a:lnTo>
                  <a:pt x="889291" y="30371"/>
                </a:lnTo>
                <a:lnTo>
                  <a:pt x="888752" y="30384"/>
                </a:lnTo>
                <a:lnTo>
                  <a:pt x="888216" y="30402"/>
                </a:lnTo>
                <a:lnTo>
                  <a:pt x="887683" y="30425"/>
                </a:lnTo>
                <a:lnTo>
                  <a:pt x="887154" y="30452"/>
                </a:lnTo>
                <a:lnTo>
                  <a:pt x="886629" y="30485"/>
                </a:lnTo>
                <a:lnTo>
                  <a:pt x="886106" y="30524"/>
                </a:lnTo>
                <a:lnTo>
                  <a:pt x="885587" y="30567"/>
                </a:lnTo>
                <a:lnTo>
                  <a:pt x="885072" y="30615"/>
                </a:lnTo>
                <a:lnTo>
                  <a:pt x="884560" y="30668"/>
                </a:lnTo>
                <a:lnTo>
                  <a:pt x="884051" y="30727"/>
                </a:lnTo>
                <a:lnTo>
                  <a:pt x="883545" y="30790"/>
                </a:lnTo>
                <a:lnTo>
                  <a:pt x="883043" y="30859"/>
                </a:lnTo>
                <a:lnTo>
                  <a:pt x="882544" y="30932"/>
                </a:lnTo>
                <a:lnTo>
                  <a:pt x="882049" y="31011"/>
                </a:lnTo>
                <a:lnTo>
                  <a:pt x="881557" y="31095"/>
                </a:lnTo>
                <a:lnTo>
                  <a:pt x="881068" y="31184"/>
                </a:lnTo>
                <a:lnTo>
                  <a:pt x="880583" y="31278"/>
                </a:lnTo>
                <a:lnTo>
                  <a:pt x="880101" y="31377"/>
                </a:lnTo>
                <a:lnTo>
                  <a:pt x="879622" y="31481"/>
                </a:lnTo>
                <a:lnTo>
                  <a:pt x="879147" y="31590"/>
                </a:lnTo>
                <a:lnTo>
                  <a:pt x="878675" y="31704"/>
                </a:lnTo>
                <a:lnTo>
                  <a:pt x="878207" y="31824"/>
                </a:lnTo>
                <a:lnTo>
                  <a:pt x="877742" y="31948"/>
                </a:lnTo>
                <a:lnTo>
                  <a:pt x="877283" y="32077"/>
                </a:lnTo>
                <a:lnTo>
                  <a:pt x="876829" y="32211"/>
                </a:lnTo>
                <a:lnTo>
                  <a:pt x="876379" y="32350"/>
                </a:lnTo>
                <a:lnTo>
                  <a:pt x="875935" y="32494"/>
                </a:lnTo>
                <a:lnTo>
                  <a:pt x="875495" y="32642"/>
                </a:lnTo>
                <a:lnTo>
                  <a:pt x="875061" y="32796"/>
                </a:lnTo>
                <a:lnTo>
                  <a:pt x="874631" y="32955"/>
                </a:lnTo>
                <a:lnTo>
                  <a:pt x="874207" y="33118"/>
                </a:lnTo>
                <a:lnTo>
                  <a:pt x="873787" y="33287"/>
                </a:lnTo>
                <a:lnTo>
                  <a:pt x="873373" y="33460"/>
                </a:lnTo>
                <a:lnTo>
                  <a:pt x="872963" y="33638"/>
                </a:lnTo>
                <a:lnTo>
                  <a:pt x="872558" y="33821"/>
                </a:lnTo>
                <a:lnTo>
                  <a:pt x="872159" y="34010"/>
                </a:lnTo>
                <a:lnTo>
                  <a:pt x="871764" y="34203"/>
                </a:lnTo>
                <a:lnTo>
                  <a:pt x="871374" y="34401"/>
                </a:lnTo>
                <a:lnTo>
                  <a:pt x="870989" y="34604"/>
                </a:lnTo>
                <a:lnTo>
                  <a:pt x="870610" y="34811"/>
                </a:lnTo>
                <a:lnTo>
                  <a:pt x="870235" y="35024"/>
                </a:lnTo>
                <a:lnTo>
                  <a:pt x="869865" y="35242"/>
                </a:lnTo>
                <a:lnTo>
                  <a:pt x="869500" y="35464"/>
                </a:lnTo>
                <a:lnTo>
                  <a:pt x="869140" y="35692"/>
                </a:lnTo>
                <a:lnTo>
                  <a:pt x="868785" y="35924"/>
                </a:lnTo>
                <a:lnTo>
                  <a:pt x="868435" y="36162"/>
                </a:lnTo>
                <a:lnTo>
                  <a:pt x="868091" y="36404"/>
                </a:lnTo>
                <a:lnTo>
                  <a:pt x="867753" y="36651"/>
                </a:lnTo>
                <a:lnTo>
                  <a:pt x="867422" y="36903"/>
                </a:lnTo>
                <a:lnTo>
                  <a:pt x="867097" y="37160"/>
                </a:lnTo>
                <a:lnTo>
                  <a:pt x="866778" y="37422"/>
                </a:lnTo>
                <a:lnTo>
                  <a:pt x="866466" y="37689"/>
                </a:lnTo>
                <a:lnTo>
                  <a:pt x="866160" y="37961"/>
                </a:lnTo>
                <a:lnTo>
                  <a:pt x="865861" y="38238"/>
                </a:lnTo>
                <a:lnTo>
                  <a:pt x="865568" y="38520"/>
                </a:lnTo>
                <a:lnTo>
                  <a:pt x="865282" y="38806"/>
                </a:lnTo>
                <a:lnTo>
                  <a:pt x="865002" y="39098"/>
                </a:lnTo>
                <a:lnTo>
                  <a:pt x="864729" y="39394"/>
                </a:lnTo>
                <a:lnTo>
                  <a:pt x="864462" y="39696"/>
                </a:lnTo>
                <a:lnTo>
                  <a:pt x="864201" y="40002"/>
                </a:lnTo>
                <a:lnTo>
                  <a:pt x="863947" y="40313"/>
                </a:lnTo>
                <a:lnTo>
                  <a:pt x="863699" y="40629"/>
                </a:lnTo>
                <a:lnTo>
                  <a:pt x="863458" y="40950"/>
                </a:lnTo>
                <a:lnTo>
                  <a:pt x="863223" y="41276"/>
                </a:lnTo>
                <a:lnTo>
                  <a:pt x="862995" y="41607"/>
                </a:lnTo>
                <a:lnTo>
                  <a:pt x="862773" y="41943"/>
                </a:lnTo>
                <a:lnTo>
                  <a:pt x="862557" y="42284"/>
                </a:lnTo>
                <a:lnTo>
                  <a:pt x="862348" y="42629"/>
                </a:lnTo>
                <a:lnTo>
                  <a:pt x="862145" y="42980"/>
                </a:lnTo>
                <a:lnTo>
                  <a:pt x="861949" y="43336"/>
                </a:lnTo>
                <a:lnTo>
                  <a:pt x="861760" y="43696"/>
                </a:lnTo>
                <a:lnTo>
                  <a:pt x="861579" y="44061"/>
                </a:lnTo>
                <a:lnTo>
                  <a:pt x="861406" y="44430"/>
                </a:lnTo>
                <a:lnTo>
                  <a:pt x="861241" y="44805"/>
                </a:lnTo>
                <a:lnTo>
                  <a:pt x="861084" y="45184"/>
                </a:lnTo>
                <a:lnTo>
                  <a:pt x="860935" y="45568"/>
                </a:lnTo>
                <a:lnTo>
                  <a:pt x="860795" y="45957"/>
                </a:lnTo>
                <a:lnTo>
                  <a:pt x="860662" y="46350"/>
                </a:lnTo>
                <a:lnTo>
                  <a:pt x="860537" y="46749"/>
                </a:lnTo>
                <a:lnTo>
                  <a:pt x="860421" y="47152"/>
                </a:lnTo>
                <a:lnTo>
                  <a:pt x="860312" y="47560"/>
                </a:lnTo>
                <a:lnTo>
                  <a:pt x="860211" y="47972"/>
                </a:lnTo>
                <a:lnTo>
                  <a:pt x="860119" y="48389"/>
                </a:lnTo>
                <a:lnTo>
                  <a:pt x="860035" y="48812"/>
                </a:lnTo>
                <a:lnTo>
                  <a:pt x="859958" y="49239"/>
                </a:lnTo>
                <a:lnTo>
                  <a:pt x="859890" y="49670"/>
                </a:lnTo>
                <a:lnTo>
                  <a:pt x="859829" y="50107"/>
                </a:lnTo>
                <a:lnTo>
                  <a:pt x="859777" y="50548"/>
                </a:lnTo>
                <a:lnTo>
                  <a:pt x="859733" y="50994"/>
                </a:lnTo>
                <a:lnTo>
                  <a:pt x="859697" y="51445"/>
                </a:lnTo>
                <a:lnTo>
                  <a:pt x="859669" y="51900"/>
                </a:lnTo>
                <a:lnTo>
                  <a:pt x="859648" y="52360"/>
                </a:lnTo>
                <a:lnTo>
                  <a:pt x="859636" y="52825"/>
                </a:lnTo>
                <a:lnTo>
                  <a:pt x="859632" y="53295"/>
                </a:lnTo>
                <a:lnTo>
                  <a:pt x="859638" y="53903"/>
                </a:lnTo>
                <a:lnTo>
                  <a:pt x="859655" y="54503"/>
                </a:lnTo>
                <a:lnTo>
                  <a:pt x="859684" y="55093"/>
                </a:lnTo>
                <a:lnTo>
                  <a:pt x="859724" y="55675"/>
                </a:lnTo>
                <a:lnTo>
                  <a:pt x="859775" y="56248"/>
                </a:lnTo>
                <a:lnTo>
                  <a:pt x="859838" y="56813"/>
                </a:lnTo>
                <a:lnTo>
                  <a:pt x="859912" y="57368"/>
                </a:lnTo>
                <a:lnTo>
                  <a:pt x="859997" y="57915"/>
                </a:lnTo>
                <a:lnTo>
                  <a:pt x="860094" y="58453"/>
                </a:lnTo>
                <a:lnTo>
                  <a:pt x="860203" y="58982"/>
                </a:lnTo>
                <a:lnTo>
                  <a:pt x="860322" y="59503"/>
                </a:lnTo>
                <a:lnTo>
                  <a:pt x="860454" y="60014"/>
                </a:lnTo>
                <a:lnTo>
                  <a:pt x="860596" y="60517"/>
                </a:lnTo>
                <a:lnTo>
                  <a:pt x="860750" y="61012"/>
                </a:lnTo>
                <a:lnTo>
                  <a:pt x="860916" y="61497"/>
                </a:lnTo>
                <a:lnTo>
                  <a:pt x="861092" y="61974"/>
                </a:lnTo>
                <a:lnTo>
                  <a:pt x="861281" y="62441"/>
                </a:lnTo>
                <a:lnTo>
                  <a:pt x="861480" y="62901"/>
                </a:lnTo>
                <a:lnTo>
                  <a:pt x="861691" y="63351"/>
                </a:lnTo>
                <a:lnTo>
                  <a:pt x="861914" y="63793"/>
                </a:lnTo>
                <a:lnTo>
                  <a:pt x="862148" y="64225"/>
                </a:lnTo>
                <a:lnTo>
                  <a:pt x="862393" y="64649"/>
                </a:lnTo>
                <a:lnTo>
                  <a:pt x="862650" y="65065"/>
                </a:lnTo>
                <a:lnTo>
                  <a:pt x="862918" y="65471"/>
                </a:lnTo>
                <a:lnTo>
                  <a:pt x="863197" y="65870"/>
                </a:lnTo>
                <a:lnTo>
                  <a:pt x="863487" y="66264"/>
                </a:lnTo>
                <a:lnTo>
                  <a:pt x="863789" y="66651"/>
                </a:lnTo>
                <a:lnTo>
                  <a:pt x="864102" y="67033"/>
                </a:lnTo>
                <a:lnTo>
                  <a:pt x="864425" y="67409"/>
                </a:lnTo>
                <a:lnTo>
                  <a:pt x="864760" y="67779"/>
                </a:lnTo>
                <a:lnTo>
                  <a:pt x="865106" y="68143"/>
                </a:lnTo>
                <a:lnTo>
                  <a:pt x="865463" y="68501"/>
                </a:lnTo>
                <a:lnTo>
                  <a:pt x="865832" y="68854"/>
                </a:lnTo>
                <a:lnTo>
                  <a:pt x="866211" y="69201"/>
                </a:lnTo>
                <a:lnTo>
                  <a:pt x="866602" y="69541"/>
                </a:lnTo>
                <a:lnTo>
                  <a:pt x="867003" y="69876"/>
                </a:lnTo>
                <a:lnTo>
                  <a:pt x="867416" y="70206"/>
                </a:lnTo>
                <a:lnTo>
                  <a:pt x="867840" y="70529"/>
                </a:lnTo>
                <a:lnTo>
                  <a:pt x="868275" y="70846"/>
                </a:lnTo>
                <a:lnTo>
                  <a:pt x="868721" y="71158"/>
                </a:lnTo>
                <a:lnTo>
                  <a:pt x="869178" y="71464"/>
                </a:lnTo>
                <a:lnTo>
                  <a:pt x="869646" y="71764"/>
                </a:lnTo>
                <a:lnTo>
                  <a:pt x="870125" y="72058"/>
                </a:lnTo>
                <a:lnTo>
                  <a:pt x="870616" y="72346"/>
                </a:lnTo>
                <a:lnTo>
                  <a:pt x="871118" y="72629"/>
                </a:lnTo>
                <a:lnTo>
                  <a:pt x="871630" y="72905"/>
                </a:lnTo>
                <a:lnTo>
                  <a:pt x="872154" y="73176"/>
                </a:lnTo>
                <a:lnTo>
                  <a:pt x="872689" y="73441"/>
                </a:lnTo>
                <a:lnTo>
                  <a:pt x="873235" y="73702"/>
                </a:lnTo>
                <a:lnTo>
                  <a:pt x="873792" y="73960"/>
                </a:lnTo>
                <a:lnTo>
                  <a:pt x="874359" y="74215"/>
                </a:lnTo>
                <a:lnTo>
                  <a:pt x="874938" y="74468"/>
                </a:lnTo>
                <a:lnTo>
                  <a:pt x="875527" y="74718"/>
                </a:lnTo>
                <a:lnTo>
                  <a:pt x="876127" y="74966"/>
                </a:lnTo>
                <a:lnTo>
                  <a:pt x="876738" y="75211"/>
                </a:lnTo>
                <a:lnTo>
                  <a:pt x="877360" y="75453"/>
                </a:lnTo>
                <a:lnTo>
                  <a:pt x="877992" y="75693"/>
                </a:lnTo>
                <a:lnTo>
                  <a:pt x="878636" y="75930"/>
                </a:lnTo>
                <a:lnTo>
                  <a:pt x="879290" y="76165"/>
                </a:lnTo>
                <a:lnTo>
                  <a:pt x="879955" y="76397"/>
                </a:lnTo>
                <a:lnTo>
                  <a:pt x="880630" y="76626"/>
                </a:lnTo>
                <a:lnTo>
                  <a:pt x="881317" y="76853"/>
                </a:lnTo>
                <a:lnTo>
                  <a:pt x="882015" y="77077"/>
                </a:lnTo>
                <a:lnTo>
                  <a:pt x="882723" y="77298"/>
                </a:lnTo>
                <a:lnTo>
                  <a:pt x="883442" y="77517"/>
                </a:lnTo>
                <a:lnTo>
                  <a:pt x="884172" y="77733"/>
                </a:lnTo>
                <a:lnTo>
                  <a:pt x="884913" y="77947"/>
                </a:lnTo>
                <a:lnTo>
                  <a:pt x="885664" y="78158"/>
                </a:lnTo>
                <a:lnTo>
                  <a:pt x="886426" y="78366"/>
                </a:lnTo>
                <a:lnTo>
                  <a:pt x="887200" y="78572"/>
                </a:lnTo>
                <a:lnTo>
                  <a:pt x="887984" y="78775"/>
                </a:lnTo>
                <a:lnTo>
                  <a:pt x="888779" y="78976"/>
                </a:lnTo>
                <a:lnTo>
                  <a:pt x="889756" y="79234"/>
                </a:lnTo>
                <a:lnTo>
                  <a:pt x="890708" y="79491"/>
                </a:lnTo>
                <a:lnTo>
                  <a:pt x="891635" y="79749"/>
                </a:lnTo>
                <a:lnTo>
                  <a:pt x="892538" y="80006"/>
                </a:lnTo>
                <a:lnTo>
                  <a:pt x="893415" y="80263"/>
                </a:lnTo>
                <a:lnTo>
                  <a:pt x="894267" y="80520"/>
                </a:lnTo>
                <a:lnTo>
                  <a:pt x="895094" y="80776"/>
                </a:lnTo>
                <a:lnTo>
                  <a:pt x="895897" y="81032"/>
                </a:lnTo>
                <a:lnTo>
                  <a:pt x="896674" y="81288"/>
                </a:lnTo>
                <a:lnTo>
                  <a:pt x="897426" y="81543"/>
                </a:lnTo>
                <a:lnTo>
                  <a:pt x="898153" y="81798"/>
                </a:lnTo>
                <a:lnTo>
                  <a:pt x="898855" y="82053"/>
                </a:lnTo>
                <a:lnTo>
                  <a:pt x="899533" y="82308"/>
                </a:lnTo>
                <a:lnTo>
                  <a:pt x="900185" y="82562"/>
                </a:lnTo>
                <a:lnTo>
                  <a:pt x="900812" y="82816"/>
                </a:lnTo>
                <a:lnTo>
                  <a:pt x="901414" y="83069"/>
                </a:lnTo>
                <a:lnTo>
                  <a:pt x="901991" y="83323"/>
                </a:lnTo>
                <a:lnTo>
                  <a:pt x="902544" y="83576"/>
                </a:lnTo>
                <a:lnTo>
                  <a:pt x="903071" y="83828"/>
                </a:lnTo>
                <a:lnTo>
                  <a:pt x="903573" y="84081"/>
                </a:lnTo>
                <a:lnTo>
                  <a:pt x="904050" y="84333"/>
                </a:lnTo>
                <a:lnTo>
                  <a:pt x="904502" y="84585"/>
                </a:lnTo>
                <a:lnTo>
                  <a:pt x="904929" y="84836"/>
                </a:lnTo>
                <a:lnTo>
                  <a:pt x="905331" y="85087"/>
                </a:lnTo>
                <a:lnTo>
                  <a:pt x="905713" y="85344"/>
                </a:lnTo>
                <a:lnTo>
                  <a:pt x="906078" y="85612"/>
                </a:lnTo>
                <a:lnTo>
                  <a:pt x="906427" y="85892"/>
                </a:lnTo>
                <a:lnTo>
                  <a:pt x="906760" y="86184"/>
                </a:lnTo>
                <a:lnTo>
                  <a:pt x="907076" y="86487"/>
                </a:lnTo>
                <a:lnTo>
                  <a:pt x="907377" y="86802"/>
                </a:lnTo>
                <a:lnTo>
                  <a:pt x="907661" y="87129"/>
                </a:lnTo>
                <a:lnTo>
                  <a:pt x="907929" y="87468"/>
                </a:lnTo>
                <a:lnTo>
                  <a:pt x="908180" y="87818"/>
                </a:lnTo>
                <a:lnTo>
                  <a:pt x="908416" y="88180"/>
                </a:lnTo>
                <a:lnTo>
                  <a:pt x="908635" y="88553"/>
                </a:lnTo>
                <a:lnTo>
                  <a:pt x="908838" y="88938"/>
                </a:lnTo>
                <a:lnTo>
                  <a:pt x="909024" y="89335"/>
                </a:lnTo>
                <a:lnTo>
                  <a:pt x="909195" y="89744"/>
                </a:lnTo>
                <a:lnTo>
                  <a:pt x="909349" y="90164"/>
                </a:lnTo>
                <a:lnTo>
                  <a:pt x="909487" y="90596"/>
                </a:lnTo>
                <a:lnTo>
                  <a:pt x="909609" y="91040"/>
                </a:lnTo>
                <a:lnTo>
                  <a:pt x="909714" y="91495"/>
                </a:lnTo>
                <a:lnTo>
                  <a:pt x="909804" y="91962"/>
                </a:lnTo>
                <a:lnTo>
                  <a:pt x="909877" y="92441"/>
                </a:lnTo>
                <a:lnTo>
                  <a:pt x="909933" y="92931"/>
                </a:lnTo>
                <a:lnTo>
                  <a:pt x="909974" y="93433"/>
                </a:lnTo>
                <a:lnTo>
                  <a:pt x="909998" y="93947"/>
                </a:lnTo>
                <a:lnTo>
                  <a:pt x="910006" y="94472"/>
                </a:lnTo>
                <a:lnTo>
                  <a:pt x="909997" y="95086"/>
                </a:lnTo>
                <a:lnTo>
                  <a:pt x="909970" y="95685"/>
                </a:lnTo>
                <a:lnTo>
                  <a:pt x="909925" y="96270"/>
                </a:lnTo>
                <a:lnTo>
                  <a:pt x="909863" y="96840"/>
                </a:lnTo>
                <a:lnTo>
                  <a:pt x="909782" y="97396"/>
                </a:lnTo>
                <a:lnTo>
                  <a:pt x="909683" y="97937"/>
                </a:lnTo>
                <a:lnTo>
                  <a:pt x="909566" y="98464"/>
                </a:lnTo>
                <a:lnTo>
                  <a:pt x="909431" y="98976"/>
                </a:lnTo>
                <a:lnTo>
                  <a:pt x="909278" y="99473"/>
                </a:lnTo>
                <a:lnTo>
                  <a:pt x="909107" y="99956"/>
                </a:lnTo>
                <a:lnTo>
                  <a:pt x="908918" y="100425"/>
                </a:lnTo>
                <a:lnTo>
                  <a:pt x="908711" y="100879"/>
                </a:lnTo>
                <a:lnTo>
                  <a:pt x="908486" y="101318"/>
                </a:lnTo>
                <a:lnTo>
                  <a:pt x="908244" y="101743"/>
                </a:lnTo>
                <a:lnTo>
                  <a:pt x="907983" y="102153"/>
                </a:lnTo>
                <a:lnTo>
                  <a:pt x="907704" y="102549"/>
                </a:lnTo>
                <a:lnTo>
                  <a:pt x="907407" y="102930"/>
                </a:lnTo>
                <a:lnTo>
                  <a:pt x="907092" y="103296"/>
                </a:lnTo>
                <a:lnTo>
                  <a:pt x="906760" y="103649"/>
                </a:lnTo>
                <a:lnTo>
                  <a:pt x="906409" y="103986"/>
                </a:lnTo>
                <a:lnTo>
                  <a:pt x="906040" y="104309"/>
                </a:lnTo>
                <a:lnTo>
                  <a:pt x="905653" y="104618"/>
                </a:lnTo>
                <a:lnTo>
                  <a:pt x="905249" y="104912"/>
                </a:lnTo>
                <a:lnTo>
                  <a:pt x="904826" y="105191"/>
                </a:lnTo>
                <a:lnTo>
                  <a:pt x="904389" y="105457"/>
                </a:lnTo>
                <a:lnTo>
                  <a:pt x="903943" y="105712"/>
                </a:lnTo>
                <a:lnTo>
                  <a:pt x="903487" y="105956"/>
                </a:lnTo>
                <a:lnTo>
                  <a:pt x="903021" y="106189"/>
                </a:lnTo>
                <a:lnTo>
                  <a:pt x="902545" y="106410"/>
                </a:lnTo>
                <a:lnTo>
                  <a:pt x="902059" y="106620"/>
                </a:lnTo>
                <a:lnTo>
                  <a:pt x="901564" y="106818"/>
                </a:lnTo>
                <a:lnTo>
                  <a:pt x="901059" y="107005"/>
                </a:lnTo>
                <a:lnTo>
                  <a:pt x="900544" y="107181"/>
                </a:lnTo>
                <a:lnTo>
                  <a:pt x="900019" y="107345"/>
                </a:lnTo>
                <a:lnTo>
                  <a:pt x="899484" y="107498"/>
                </a:lnTo>
                <a:lnTo>
                  <a:pt x="898940" y="107640"/>
                </a:lnTo>
                <a:lnTo>
                  <a:pt x="898386" y="107770"/>
                </a:lnTo>
                <a:lnTo>
                  <a:pt x="897822" y="107889"/>
                </a:lnTo>
                <a:lnTo>
                  <a:pt x="897248" y="107997"/>
                </a:lnTo>
                <a:lnTo>
                  <a:pt x="896664" y="108093"/>
                </a:lnTo>
                <a:lnTo>
                  <a:pt x="896071" y="108179"/>
                </a:lnTo>
                <a:lnTo>
                  <a:pt x="895468" y="108252"/>
                </a:lnTo>
                <a:lnTo>
                  <a:pt x="894855" y="108315"/>
                </a:lnTo>
                <a:lnTo>
                  <a:pt x="894232" y="108366"/>
                </a:lnTo>
                <a:lnTo>
                  <a:pt x="893599" y="108405"/>
                </a:lnTo>
                <a:lnTo>
                  <a:pt x="892957" y="108434"/>
                </a:lnTo>
                <a:lnTo>
                  <a:pt x="892305" y="108451"/>
                </a:lnTo>
                <a:lnTo>
                  <a:pt x="891643" y="108456"/>
                </a:lnTo>
                <a:lnTo>
                  <a:pt x="890904" y="108449"/>
                </a:lnTo>
                <a:lnTo>
                  <a:pt x="890175" y="108428"/>
                </a:lnTo>
                <a:lnTo>
                  <a:pt x="889456" y="108392"/>
                </a:lnTo>
                <a:lnTo>
                  <a:pt x="888748" y="108342"/>
                </a:lnTo>
                <a:lnTo>
                  <a:pt x="888050" y="108278"/>
                </a:lnTo>
                <a:lnTo>
                  <a:pt x="887362" y="108200"/>
                </a:lnTo>
                <a:lnTo>
                  <a:pt x="886685" y="108107"/>
                </a:lnTo>
                <a:lnTo>
                  <a:pt x="886017" y="108001"/>
                </a:lnTo>
                <a:lnTo>
                  <a:pt x="885360" y="107880"/>
                </a:lnTo>
                <a:lnTo>
                  <a:pt x="884714" y="107744"/>
                </a:lnTo>
                <a:lnTo>
                  <a:pt x="884077" y="107595"/>
                </a:lnTo>
                <a:lnTo>
                  <a:pt x="883451" y="107431"/>
                </a:lnTo>
                <a:lnTo>
                  <a:pt x="882834" y="107253"/>
                </a:lnTo>
                <a:lnTo>
                  <a:pt x="882228" y="107061"/>
                </a:lnTo>
                <a:lnTo>
                  <a:pt x="881633" y="106854"/>
                </a:lnTo>
                <a:lnTo>
                  <a:pt x="881047" y="106634"/>
                </a:lnTo>
                <a:lnTo>
                  <a:pt x="880472" y="106399"/>
                </a:lnTo>
                <a:lnTo>
                  <a:pt x="879907" y="106150"/>
                </a:lnTo>
                <a:lnTo>
                  <a:pt x="879353" y="105886"/>
                </a:lnTo>
                <a:lnTo>
                  <a:pt x="878808" y="105608"/>
                </a:lnTo>
                <a:lnTo>
                  <a:pt x="878274" y="105317"/>
                </a:lnTo>
                <a:lnTo>
                  <a:pt x="877750" y="105010"/>
                </a:lnTo>
                <a:lnTo>
                  <a:pt x="877236" y="104690"/>
                </a:lnTo>
                <a:lnTo>
                  <a:pt x="876733" y="104355"/>
                </a:lnTo>
                <a:lnTo>
                  <a:pt x="876245" y="104003"/>
                </a:lnTo>
                <a:lnTo>
                  <a:pt x="875777" y="103629"/>
                </a:lnTo>
                <a:lnTo>
                  <a:pt x="875331" y="103234"/>
                </a:lnTo>
                <a:lnTo>
                  <a:pt x="874905" y="102818"/>
                </a:lnTo>
                <a:lnTo>
                  <a:pt x="874500" y="102381"/>
                </a:lnTo>
                <a:lnTo>
                  <a:pt x="874116" y="101922"/>
                </a:lnTo>
                <a:lnTo>
                  <a:pt x="873753" y="101443"/>
                </a:lnTo>
                <a:lnTo>
                  <a:pt x="873410" y="100942"/>
                </a:lnTo>
                <a:lnTo>
                  <a:pt x="873088" y="100419"/>
                </a:lnTo>
                <a:lnTo>
                  <a:pt x="872787" y="99876"/>
                </a:lnTo>
                <a:lnTo>
                  <a:pt x="872507" y="99312"/>
                </a:lnTo>
                <a:lnTo>
                  <a:pt x="872247" y="98726"/>
                </a:lnTo>
                <a:lnTo>
                  <a:pt x="872008" y="98119"/>
                </a:lnTo>
                <a:lnTo>
                  <a:pt x="871790" y="97491"/>
                </a:lnTo>
                <a:lnTo>
                  <a:pt x="871593" y="96842"/>
                </a:lnTo>
                <a:lnTo>
                  <a:pt x="871416" y="96171"/>
                </a:lnTo>
                <a:lnTo>
                  <a:pt x="871260" y="95480"/>
                </a:lnTo>
                <a:lnTo>
                  <a:pt x="871126" y="94767"/>
                </a:lnTo>
                <a:lnTo>
                  <a:pt x="871011" y="94033"/>
                </a:lnTo>
                <a:lnTo>
                  <a:pt x="870918" y="93278"/>
                </a:lnTo>
                <a:lnTo>
                  <a:pt x="870845" y="92501"/>
                </a:lnTo>
                <a:lnTo>
                  <a:pt x="870793" y="91703"/>
                </a:lnTo>
                <a:lnTo>
                  <a:pt x="870762" y="90885"/>
                </a:lnTo>
                <a:lnTo>
                  <a:pt x="870752" y="90045"/>
                </a:lnTo>
                <a:lnTo>
                  <a:pt x="857189" y="90045"/>
                </a:lnTo>
                <a:lnTo>
                  <a:pt x="857194" y="90697"/>
                </a:lnTo>
                <a:lnTo>
                  <a:pt x="857208" y="91342"/>
                </a:lnTo>
                <a:lnTo>
                  <a:pt x="857231" y="91978"/>
                </a:lnTo>
                <a:lnTo>
                  <a:pt x="857263" y="92606"/>
                </a:lnTo>
                <a:lnTo>
                  <a:pt x="857305" y="93225"/>
                </a:lnTo>
                <a:lnTo>
                  <a:pt x="857355" y="93836"/>
                </a:lnTo>
                <a:lnTo>
                  <a:pt x="857415" y="94439"/>
                </a:lnTo>
                <a:lnTo>
                  <a:pt x="857484" y="95034"/>
                </a:lnTo>
                <a:lnTo>
                  <a:pt x="857563" y="95620"/>
                </a:lnTo>
                <a:lnTo>
                  <a:pt x="857650" y="96198"/>
                </a:lnTo>
                <a:lnTo>
                  <a:pt x="857747" y="96768"/>
                </a:lnTo>
                <a:lnTo>
                  <a:pt x="857853" y="97329"/>
                </a:lnTo>
                <a:lnTo>
                  <a:pt x="857968" y="97882"/>
                </a:lnTo>
                <a:lnTo>
                  <a:pt x="858092" y="98427"/>
                </a:lnTo>
                <a:lnTo>
                  <a:pt x="858226" y="98963"/>
                </a:lnTo>
                <a:lnTo>
                  <a:pt x="858369" y="99491"/>
                </a:lnTo>
                <a:lnTo>
                  <a:pt x="858521" y="100011"/>
                </a:lnTo>
                <a:lnTo>
                  <a:pt x="858682" y="100523"/>
                </a:lnTo>
                <a:lnTo>
                  <a:pt x="858852" y="101026"/>
                </a:lnTo>
                <a:lnTo>
                  <a:pt x="859032" y="101521"/>
                </a:lnTo>
                <a:lnTo>
                  <a:pt x="859221" y="102007"/>
                </a:lnTo>
                <a:lnTo>
                  <a:pt x="859419" y="102486"/>
                </a:lnTo>
                <a:lnTo>
                  <a:pt x="859626" y="102956"/>
                </a:lnTo>
                <a:lnTo>
                  <a:pt x="859843" y="103417"/>
                </a:lnTo>
                <a:lnTo>
                  <a:pt x="860068" y="103871"/>
                </a:lnTo>
                <a:lnTo>
                  <a:pt x="860300" y="104318"/>
                </a:lnTo>
                <a:lnTo>
                  <a:pt x="860539" y="104758"/>
                </a:lnTo>
                <a:lnTo>
                  <a:pt x="860785" y="105191"/>
                </a:lnTo>
                <a:lnTo>
                  <a:pt x="861038" y="105616"/>
                </a:lnTo>
                <a:lnTo>
                  <a:pt x="861299" y="106035"/>
                </a:lnTo>
                <a:lnTo>
                  <a:pt x="861566" y="106446"/>
                </a:lnTo>
                <a:lnTo>
                  <a:pt x="861841" y="106851"/>
                </a:lnTo>
                <a:lnTo>
                  <a:pt x="862123" y="107248"/>
                </a:lnTo>
                <a:lnTo>
                  <a:pt x="862412" y="107639"/>
                </a:lnTo>
                <a:lnTo>
                  <a:pt x="862709" y="108022"/>
                </a:lnTo>
                <a:lnTo>
                  <a:pt x="863012" y="108398"/>
                </a:lnTo>
                <a:lnTo>
                  <a:pt x="863323" y="108767"/>
                </a:lnTo>
                <a:lnTo>
                  <a:pt x="863641" y="109130"/>
                </a:lnTo>
                <a:lnTo>
                  <a:pt x="863966" y="109485"/>
                </a:lnTo>
                <a:lnTo>
                  <a:pt x="864298" y="109833"/>
                </a:lnTo>
                <a:lnTo>
                  <a:pt x="864638" y="110174"/>
                </a:lnTo>
                <a:lnTo>
                  <a:pt x="864984" y="110507"/>
                </a:lnTo>
                <a:lnTo>
                  <a:pt x="865338" y="110834"/>
                </a:lnTo>
                <a:lnTo>
                  <a:pt x="865699" y="111154"/>
                </a:lnTo>
                <a:lnTo>
                  <a:pt x="866067" y="111467"/>
                </a:lnTo>
                <a:lnTo>
                  <a:pt x="866442" y="111772"/>
                </a:lnTo>
                <a:lnTo>
                  <a:pt x="866824" y="112071"/>
                </a:lnTo>
                <a:lnTo>
                  <a:pt x="867214" y="112362"/>
                </a:lnTo>
                <a:lnTo>
                  <a:pt x="867609" y="112647"/>
                </a:lnTo>
                <a:lnTo>
                  <a:pt x="868010" y="112924"/>
                </a:lnTo>
                <a:lnTo>
                  <a:pt x="868416" y="113196"/>
                </a:lnTo>
                <a:lnTo>
                  <a:pt x="868827" y="113460"/>
                </a:lnTo>
                <a:lnTo>
                  <a:pt x="869243" y="113718"/>
                </a:lnTo>
                <a:lnTo>
                  <a:pt x="869665" y="113969"/>
                </a:lnTo>
                <a:lnTo>
                  <a:pt x="870091" y="114214"/>
                </a:lnTo>
                <a:lnTo>
                  <a:pt x="870522" y="114452"/>
                </a:lnTo>
                <a:lnTo>
                  <a:pt x="870959" y="114684"/>
                </a:lnTo>
                <a:lnTo>
                  <a:pt x="871401" y="114909"/>
                </a:lnTo>
                <a:lnTo>
                  <a:pt x="871848" y="115127"/>
                </a:lnTo>
                <a:lnTo>
                  <a:pt x="872300" y="115339"/>
                </a:lnTo>
                <a:lnTo>
                  <a:pt x="872757" y="115544"/>
                </a:lnTo>
                <a:lnTo>
                  <a:pt x="873219" y="115743"/>
                </a:lnTo>
                <a:lnTo>
                  <a:pt x="873686" y="115934"/>
                </a:lnTo>
                <a:lnTo>
                  <a:pt x="874159" y="116120"/>
                </a:lnTo>
                <a:lnTo>
                  <a:pt x="874636" y="116298"/>
                </a:lnTo>
                <a:lnTo>
                  <a:pt x="875119" y="116471"/>
                </a:lnTo>
                <a:lnTo>
                  <a:pt x="875607" y="116636"/>
                </a:lnTo>
                <a:lnTo>
                  <a:pt x="876100" y="116795"/>
                </a:lnTo>
                <a:lnTo>
                  <a:pt x="876598" y="116947"/>
                </a:lnTo>
                <a:lnTo>
                  <a:pt x="877101" y="117093"/>
                </a:lnTo>
                <a:lnTo>
                  <a:pt x="877609" y="117232"/>
                </a:lnTo>
                <a:lnTo>
                  <a:pt x="878122" y="117364"/>
                </a:lnTo>
                <a:lnTo>
                  <a:pt x="878640" y="117491"/>
                </a:lnTo>
                <a:lnTo>
                  <a:pt x="879160" y="117612"/>
                </a:lnTo>
                <a:lnTo>
                  <a:pt x="879683" y="117728"/>
                </a:lnTo>
                <a:lnTo>
                  <a:pt x="880209" y="117838"/>
                </a:lnTo>
                <a:lnTo>
                  <a:pt x="880737" y="117943"/>
                </a:lnTo>
                <a:lnTo>
                  <a:pt x="881268" y="118042"/>
                </a:lnTo>
                <a:lnTo>
                  <a:pt x="881802" y="118136"/>
                </a:lnTo>
                <a:lnTo>
                  <a:pt x="882339" y="118225"/>
                </a:lnTo>
                <a:lnTo>
                  <a:pt x="882879" y="118309"/>
                </a:lnTo>
                <a:lnTo>
                  <a:pt x="883421" y="118387"/>
                </a:lnTo>
                <a:lnTo>
                  <a:pt x="883966" y="118459"/>
                </a:lnTo>
                <a:lnTo>
                  <a:pt x="884514" y="118527"/>
                </a:lnTo>
                <a:lnTo>
                  <a:pt x="885065" y="118588"/>
                </a:lnTo>
                <a:lnTo>
                  <a:pt x="885618" y="118645"/>
                </a:lnTo>
                <a:lnTo>
                  <a:pt x="886174" y="118696"/>
                </a:lnTo>
                <a:lnTo>
                  <a:pt x="886733" y="118742"/>
                </a:lnTo>
                <a:lnTo>
                  <a:pt x="887295" y="118782"/>
                </a:lnTo>
                <a:lnTo>
                  <a:pt x="887860" y="118817"/>
                </a:lnTo>
                <a:lnTo>
                  <a:pt x="888427" y="118847"/>
                </a:lnTo>
                <a:lnTo>
                  <a:pt x="888997" y="118871"/>
                </a:lnTo>
                <a:lnTo>
                  <a:pt x="889570" y="118890"/>
                </a:lnTo>
                <a:lnTo>
                  <a:pt x="890146" y="118903"/>
                </a:lnTo>
                <a:lnTo>
                  <a:pt x="890724" y="118911"/>
                </a:lnTo>
                <a:lnTo>
                  <a:pt x="891306" y="118914"/>
                </a:lnTo>
                <a:lnTo>
                  <a:pt x="891880" y="118911"/>
                </a:lnTo>
                <a:lnTo>
                  <a:pt x="892450" y="118904"/>
                </a:lnTo>
                <a:lnTo>
                  <a:pt x="893017" y="118891"/>
                </a:lnTo>
                <a:lnTo>
                  <a:pt x="893581" y="118873"/>
                </a:lnTo>
                <a:close/>
                <a:moveTo>
                  <a:pt x="969187" y="118851"/>
                </a:moveTo>
                <a:lnTo>
                  <a:pt x="969745" y="118823"/>
                </a:lnTo>
                <a:lnTo>
                  <a:pt x="970298" y="118790"/>
                </a:lnTo>
                <a:lnTo>
                  <a:pt x="970849" y="118751"/>
                </a:lnTo>
                <a:lnTo>
                  <a:pt x="971396" y="118708"/>
                </a:lnTo>
                <a:lnTo>
                  <a:pt x="971939" y="118660"/>
                </a:lnTo>
                <a:lnTo>
                  <a:pt x="972480" y="118607"/>
                </a:lnTo>
                <a:lnTo>
                  <a:pt x="973017" y="118548"/>
                </a:lnTo>
                <a:lnTo>
                  <a:pt x="973550" y="118485"/>
                </a:lnTo>
                <a:lnTo>
                  <a:pt x="974080" y="118416"/>
                </a:lnTo>
                <a:lnTo>
                  <a:pt x="974607" y="118343"/>
                </a:lnTo>
                <a:lnTo>
                  <a:pt x="975131" y="118264"/>
                </a:lnTo>
                <a:lnTo>
                  <a:pt x="975651" y="118180"/>
                </a:lnTo>
                <a:lnTo>
                  <a:pt x="976168" y="118091"/>
                </a:lnTo>
                <a:lnTo>
                  <a:pt x="976681" y="117997"/>
                </a:lnTo>
                <a:lnTo>
                  <a:pt x="977191" y="117898"/>
                </a:lnTo>
                <a:lnTo>
                  <a:pt x="977698" y="117794"/>
                </a:lnTo>
                <a:lnTo>
                  <a:pt x="978201" y="117685"/>
                </a:lnTo>
                <a:lnTo>
                  <a:pt x="978701" y="117571"/>
                </a:lnTo>
                <a:lnTo>
                  <a:pt x="979198" y="117451"/>
                </a:lnTo>
                <a:lnTo>
                  <a:pt x="979690" y="117327"/>
                </a:lnTo>
                <a:lnTo>
                  <a:pt x="980177" y="117197"/>
                </a:lnTo>
                <a:lnTo>
                  <a:pt x="980659" y="117061"/>
                </a:lnTo>
                <a:lnTo>
                  <a:pt x="981135" y="116920"/>
                </a:lnTo>
                <a:lnTo>
                  <a:pt x="981606" y="116774"/>
                </a:lnTo>
                <a:lnTo>
                  <a:pt x="982072" y="116622"/>
                </a:lnTo>
                <a:lnTo>
                  <a:pt x="982533" y="116464"/>
                </a:lnTo>
                <a:lnTo>
                  <a:pt x="982988" y="116301"/>
                </a:lnTo>
                <a:lnTo>
                  <a:pt x="983438" y="116132"/>
                </a:lnTo>
                <a:lnTo>
                  <a:pt x="983883" y="115958"/>
                </a:lnTo>
                <a:lnTo>
                  <a:pt x="984323" y="115778"/>
                </a:lnTo>
                <a:lnTo>
                  <a:pt x="984757" y="115593"/>
                </a:lnTo>
                <a:lnTo>
                  <a:pt x="985186" y="115402"/>
                </a:lnTo>
                <a:lnTo>
                  <a:pt x="985610" y="115205"/>
                </a:lnTo>
                <a:lnTo>
                  <a:pt x="986029" y="115003"/>
                </a:lnTo>
                <a:lnTo>
                  <a:pt x="986442" y="114796"/>
                </a:lnTo>
                <a:lnTo>
                  <a:pt x="986850" y="114583"/>
                </a:lnTo>
                <a:lnTo>
                  <a:pt x="987253" y="114364"/>
                </a:lnTo>
                <a:lnTo>
                  <a:pt x="987650" y="114140"/>
                </a:lnTo>
                <a:lnTo>
                  <a:pt x="988043" y="113911"/>
                </a:lnTo>
                <a:lnTo>
                  <a:pt x="988430" y="113675"/>
                </a:lnTo>
                <a:lnTo>
                  <a:pt x="988811" y="113435"/>
                </a:lnTo>
                <a:lnTo>
                  <a:pt x="989188" y="113188"/>
                </a:lnTo>
                <a:lnTo>
                  <a:pt x="989559" y="112937"/>
                </a:lnTo>
                <a:lnTo>
                  <a:pt x="989924" y="112679"/>
                </a:lnTo>
                <a:lnTo>
                  <a:pt x="990282" y="112416"/>
                </a:lnTo>
                <a:lnTo>
                  <a:pt x="990634" y="112146"/>
                </a:lnTo>
                <a:lnTo>
                  <a:pt x="990978" y="111871"/>
                </a:lnTo>
                <a:lnTo>
                  <a:pt x="991316" y="111589"/>
                </a:lnTo>
                <a:lnTo>
                  <a:pt x="991646" y="111301"/>
                </a:lnTo>
                <a:lnTo>
                  <a:pt x="991970" y="111008"/>
                </a:lnTo>
                <a:lnTo>
                  <a:pt x="992287" y="110708"/>
                </a:lnTo>
                <a:lnTo>
                  <a:pt x="992597" y="110403"/>
                </a:lnTo>
                <a:lnTo>
                  <a:pt x="992901" y="110092"/>
                </a:lnTo>
                <a:lnTo>
                  <a:pt x="993197" y="109774"/>
                </a:lnTo>
                <a:lnTo>
                  <a:pt x="993486" y="109451"/>
                </a:lnTo>
                <a:lnTo>
                  <a:pt x="993769" y="109121"/>
                </a:lnTo>
                <a:lnTo>
                  <a:pt x="994045" y="108786"/>
                </a:lnTo>
                <a:lnTo>
                  <a:pt x="994314" y="108444"/>
                </a:lnTo>
                <a:lnTo>
                  <a:pt x="994576" y="108097"/>
                </a:lnTo>
                <a:lnTo>
                  <a:pt x="994831" y="107743"/>
                </a:lnTo>
                <a:lnTo>
                  <a:pt x="995079" y="107384"/>
                </a:lnTo>
                <a:lnTo>
                  <a:pt x="995320" y="107018"/>
                </a:lnTo>
                <a:lnTo>
                  <a:pt x="995555" y="106647"/>
                </a:lnTo>
                <a:lnTo>
                  <a:pt x="995783" y="106270"/>
                </a:lnTo>
                <a:lnTo>
                  <a:pt x="996003" y="105886"/>
                </a:lnTo>
                <a:lnTo>
                  <a:pt x="996217" y="105497"/>
                </a:lnTo>
                <a:lnTo>
                  <a:pt x="996424" y="105101"/>
                </a:lnTo>
                <a:lnTo>
                  <a:pt x="996624" y="104700"/>
                </a:lnTo>
                <a:lnTo>
                  <a:pt x="996814" y="104292"/>
                </a:lnTo>
                <a:lnTo>
                  <a:pt x="996997" y="103878"/>
                </a:lnTo>
                <a:lnTo>
                  <a:pt x="997171" y="103458"/>
                </a:lnTo>
                <a:lnTo>
                  <a:pt x="997336" y="103031"/>
                </a:lnTo>
                <a:lnTo>
                  <a:pt x="997493" y="102599"/>
                </a:lnTo>
                <a:lnTo>
                  <a:pt x="997641" y="102161"/>
                </a:lnTo>
                <a:lnTo>
                  <a:pt x="997781" y="101716"/>
                </a:lnTo>
                <a:lnTo>
                  <a:pt x="997913" y="101265"/>
                </a:lnTo>
                <a:lnTo>
                  <a:pt x="998036" y="100808"/>
                </a:lnTo>
                <a:lnTo>
                  <a:pt x="998150" y="100345"/>
                </a:lnTo>
                <a:lnTo>
                  <a:pt x="998256" y="99876"/>
                </a:lnTo>
                <a:lnTo>
                  <a:pt x="998354" y="99400"/>
                </a:lnTo>
                <a:lnTo>
                  <a:pt x="998443" y="98919"/>
                </a:lnTo>
                <a:lnTo>
                  <a:pt x="998524" y="98431"/>
                </a:lnTo>
                <a:lnTo>
                  <a:pt x="998596" y="97937"/>
                </a:lnTo>
                <a:lnTo>
                  <a:pt x="998659" y="97437"/>
                </a:lnTo>
                <a:lnTo>
                  <a:pt x="998714" y="96931"/>
                </a:lnTo>
                <a:lnTo>
                  <a:pt x="998761" y="96419"/>
                </a:lnTo>
                <a:lnTo>
                  <a:pt x="998799" y="95901"/>
                </a:lnTo>
                <a:lnTo>
                  <a:pt x="998829" y="95376"/>
                </a:lnTo>
                <a:lnTo>
                  <a:pt x="998850" y="94846"/>
                </a:lnTo>
                <a:lnTo>
                  <a:pt x="998863" y="94309"/>
                </a:lnTo>
                <a:lnTo>
                  <a:pt x="998867" y="93766"/>
                </a:lnTo>
                <a:lnTo>
                  <a:pt x="998862" y="93107"/>
                </a:lnTo>
                <a:lnTo>
                  <a:pt x="998845" y="92458"/>
                </a:lnTo>
                <a:lnTo>
                  <a:pt x="998818" y="91819"/>
                </a:lnTo>
                <a:lnTo>
                  <a:pt x="998779" y="91191"/>
                </a:lnTo>
                <a:lnTo>
                  <a:pt x="998730" y="90572"/>
                </a:lnTo>
                <a:lnTo>
                  <a:pt x="998670" y="89964"/>
                </a:lnTo>
                <a:lnTo>
                  <a:pt x="998598" y="89366"/>
                </a:lnTo>
                <a:lnTo>
                  <a:pt x="998516" y="88778"/>
                </a:lnTo>
                <a:lnTo>
                  <a:pt x="998423" y="88200"/>
                </a:lnTo>
                <a:lnTo>
                  <a:pt x="998319" y="87632"/>
                </a:lnTo>
                <a:lnTo>
                  <a:pt x="998203" y="87074"/>
                </a:lnTo>
                <a:lnTo>
                  <a:pt x="998077" y="86527"/>
                </a:lnTo>
                <a:lnTo>
                  <a:pt x="997940" y="85990"/>
                </a:lnTo>
                <a:lnTo>
                  <a:pt x="997792" y="85462"/>
                </a:lnTo>
                <a:lnTo>
                  <a:pt x="997633" y="84945"/>
                </a:lnTo>
                <a:lnTo>
                  <a:pt x="997463" y="84439"/>
                </a:lnTo>
                <a:lnTo>
                  <a:pt x="997282" y="83942"/>
                </a:lnTo>
                <a:lnTo>
                  <a:pt x="997090" y="83455"/>
                </a:lnTo>
                <a:lnTo>
                  <a:pt x="996887" y="82979"/>
                </a:lnTo>
                <a:lnTo>
                  <a:pt x="996673" y="82513"/>
                </a:lnTo>
                <a:lnTo>
                  <a:pt x="996449" y="82057"/>
                </a:lnTo>
                <a:lnTo>
                  <a:pt x="996213" y="81611"/>
                </a:lnTo>
                <a:lnTo>
                  <a:pt x="995966" y="81175"/>
                </a:lnTo>
                <a:lnTo>
                  <a:pt x="995708" y="80749"/>
                </a:lnTo>
                <a:lnTo>
                  <a:pt x="995440" y="80332"/>
                </a:lnTo>
                <a:lnTo>
                  <a:pt x="995161" y="79921"/>
                </a:lnTo>
                <a:lnTo>
                  <a:pt x="994871" y="79516"/>
                </a:lnTo>
                <a:lnTo>
                  <a:pt x="994571" y="79118"/>
                </a:lnTo>
                <a:lnTo>
                  <a:pt x="994260" y="78726"/>
                </a:lnTo>
                <a:lnTo>
                  <a:pt x="993939" y="78341"/>
                </a:lnTo>
                <a:lnTo>
                  <a:pt x="993607" y="77962"/>
                </a:lnTo>
                <a:lnTo>
                  <a:pt x="993265" y="77590"/>
                </a:lnTo>
                <a:lnTo>
                  <a:pt x="992913" y="77224"/>
                </a:lnTo>
                <a:lnTo>
                  <a:pt x="992549" y="76865"/>
                </a:lnTo>
                <a:lnTo>
                  <a:pt x="992175" y="76512"/>
                </a:lnTo>
                <a:lnTo>
                  <a:pt x="991791" y="76165"/>
                </a:lnTo>
                <a:lnTo>
                  <a:pt x="991396" y="75826"/>
                </a:lnTo>
                <a:lnTo>
                  <a:pt x="990991" y="75492"/>
                </a:lnTo>
                <a:lnTo>
                  <a:pt x="990575" y="75165"/>
                </a:lnTo>
                <a:lnTo>
                  <a:pt x="990148" y="74845"/>
                </a:lnTo>
                <a:lnTo>
                  <a:pt x="989712" y="74530"/>
                </a:lnTo>
                <a:lnTo>
                  <a:pt x="989264" y="74223"/>
                </a:lnTo>
                <a:lnTo>
                  <a:pt x="988806" y="73922"/>
                </a:lnTo>
                <a:lnTo>
                  <a:pt x="988337" y="73627"/>
                </a:lnTo>
                <a:lnTo>
                  <a:pt x="987858" y="73339"/>
                </a:lnTo>
                <a:lnTo>
                  <a:pt x="987369" y="73057"/>
                </a:lnTo>
                <a:lnTo>
                  <a:pt x="986868" y="72782"/>
                </a:lnTo>
                <a:lnTo>
                  <a:pt x="986358" y="72513"/>
                </a:lnTo>
                <a:lnTo>
                  <a:pt x="985836" y="72249"/>
                </a:lnTo>
                <a:lnTo>
                  <a:pt x="985305" y="71988"/>
                </a:lnTo>
                <a:lnTo>
                  <a:pt x="984762" y="71730"/>
                </a:lnTo>
                <a:lnTo>
                  <a:pt x="984209" y="71475"/>
                </a:lnTo>
                <a:lnTo>
                  <a:pt x="983645" y="71223"/>
                </a:lnTo>
                <a:lnTo>
                  <a:pt x="983070" y="70974"/>
                </a:lnTo>
                <a:lnTo>
                  <a:pt x="982485" y="70728"/>
                </a:lnTo>
                <a:lnTo>
                  <a:pt x="981889" y="70486"/>
                </a:lnTo>
                <a:lnTo>
                  <a:pt x="981282" y="70246"/>
                </a:lnTo>
                <a:lnTo>
                  <a:pt x="980664" y="70010"/>
                </a:lnTo>
                <a:lnTo>
                  <a:pt x="980036" y="69776"/>
                </a:lnTo>
                <a:lnTo>
                  <a:pt x="979398" y="69546"/>
                </a:lnTo>
                <a:lnTo>
                  <a:pt x="978748" y="69318"/>
                </a:lnTo>
                <a:lnTo>
                  <a:pt x="978088" y="69094"/>
                </a:lnTo>
                <a:lnTo>
                  <a:pt x="977417" y="68873"/>
                </a:lnTo>
                <a:lnTo>
                  <a:pt x="976736" y="68655"/>
                </a:lnTo>
                <a:lnTo>
                  <a:pt x="976044" y="68440"/>
                </a:lnTo>
                <a:lnTo>
                  <a:pt x="975341" y="68228"/>
                </a:lnTo>
                <a:lnTo>
                  <a:pt x="974628" y="68019"/>
                </a:lnTo>
                <a:lnTo>
                  <a:pt x="973903" y="67813"/>
                </a:lnTo>
                <a:lnTo>
                  <a:pt x="973169" y="67611"/>
                </a:lnTo>
                <a:lnTo>
                  <a:pt x="972423" y="67411"/>
                </a:lnTo>
                <a:lnTo>
                  <a:pt x="971667" y="67214"/>
                </a:lnTo>
                <a:lnTo>
                  <a:pt x="970900" y="67021"/>
                </a:lnTo>
                <a:lnTo>
                  <a:pt x="970211" y="66844"/>
                </a:lnTo>
                <a:lnTo>
                  <a:pt x="969534" y="66668"/>
                </a:lnTo>
                <a:lnTo>
                  <a:pt x="968868" y="66493"/>
                </a:lnTo>
                <a:lnTo>
                  <a:pt x="968214" y="66319"/>
                </a:lnTo>
                <a:lnTo>
                  <a:pt x="967572" y="66145"/>
                </a:lnTo>
                <a:lnTo>
                  <a:pt x="966941" y="65973"/>
                </a:lnTo>
                <a:lnTo>
                  <a:pt x="966322" y="65801"/>
                </a:lnTo>
                <a:lnTo>
                  <a:pt x="965715" y="65629"/>
                </a:lnTo>
                <a:lnTo>
                  <a:pt x="965119" y="65459"/>
                </a:lnTo>
                <a:lnTo>
                  <a:pt x="964536" y="65289"/>
                </a:lnTo>
                <a:lnTo>
                  <a:pt x="963963" y="65120"/>
                </a:lnTo>
                <a:lnTo>
                  <a:pt x="963403" y="64952"/>
                </a:lnTo>
                <a:lnTo>
                  <a:pt x="962854" y="64785"/>
                </a:lnTo>
                <a:lnTo>
                  <a:pt x="962317" y="64618"/>
                </a:lnTo>
                <a:lnTo>
                  <a:pt x="961792" y="64452"/>
                </a:lnTo>
                <a:lnTo>
                  <a:pt x="961278" y="64287"/>
                </a:lnTo>
                <a:lnTo>
                  <a:pt x="960776" y="64123"/>
                </a:lnTo>
                <a:lnTo>
                  <a:pt x="960286" y="63959"/>
                </a:lnTo>
                <a:lnTo>
                  <a:pt x="959808" y="63796"/>
                </a:lnTo>
                <a:lnTo>
                  <a:pt x="959341" y="63634"/>
                </a:lnTo>
                <a:lnTo>
                  <a:pt x="958886" y="63473"/>
                </a:lnTo>
                <a:lnTo>
                  <a:pt x="958442" y="63313"/>
                </a:lnTo>
                <a:lnTo>
                  <a:pt x="958011" y="63153"/>
                </a:lnTo>
                <a:lnTo>
                  <a:pt x="957591" y="62994"/>
                </a:lnTo>
                <a:lnTo>
                  <a:pt x="957181" y="62834"/>
                </a:lnTo>
                <a:lnTo>
                  <a:pt x="956782" y="62673"/>
                </a:lnTo>
                <a:lnTo>
                  <a:pt x="956393" y="62510"/>
                </a:lnTo>
                <a:lnTo>
                  <a:pt x="956014" y="62345"/>
                </a:lnTo>
                <a:lnTo>
                  <a:pt x="955644" y="62179"/>
                </a:lnTo>
                <a:lnTo>
                  <a:pt x="955285" y="62011"/>
                </a:lnTo>
                <a:lnTo>
                  <a:pt x="954935" y="61841"/>
                </a:lnTo>
                <a:lnTo>
                  <a:pt x="954596" y="61670"/>
                </a:lnTo>
                <a:lnTo>
                  <a:pt x="954266" y="61497"/>
                </a:lnTo>
                <a:lnTo>
                  <a:pt x="953946" y="61322"/>
                </a:lnTo>
                <a:lnTo>
                  <a:pt x="953636" y="61145"/>
                </a:lnTo>
                <a:lnTo>
                  <a:pt x="953337" y="60967"/>
                </a:lnTo>
                <a:lnTo>
                  <a:pt x="953047" y="60787"/>
                </a:lnTo>
                <a:lnTo>
                  <a:pt x="952767" y="60606"/>
                </a:lnTo>
                <a:lnTo>
                  <a:pt x="952497" y="60423"/>
                </a:lnTo>
                <a:lnTo>
                  <a:pt x="952237" y="60238"/>
                </a:lnTo>
                <a:lnTo>
                  <a:pt x="951987" y="60051"/>
                </a:lnTo>
                <a:lnTo>
                  <a:pt x="951747" y="59863"/>
                </a:lnTo>
                <a:lnTo>
                  <a:pt x="951516" y="59673"/>
                </a:lnTo>
                <a:lnTo>
                  <a:pt x="951296" y="59481"/>
                </a:lnTo>
                <a:lnTo>
                  <a:pt x="951086" y="59288"/>
                </a:lnTo>
                <a:lnTo>
                  <a:pt x="950886" y="59093"/>
                </a:lnTo>
                <a:lnTo>
                  <a:pt x="950695" y="58896"/>
                </a:lnTo>
                <a:lnTo>
                  <a:pt x="950515" y="58698"/>
                </a:lnTo>
                <a:lnTo>
                  <a:pt x="950343" y="58497"/>
                </a:lnTo>
                <a:lnTo>
                  <a:pt x="950178" y="58292"/>
                </a:lnTo>
                <a:lnTo>
                  <a:pt x="950021" y="58083"/>
                </a:lnTo>
                <a:lnTo>
                  <a:pt x="949871" y="57871"/>
                </a:lnTo>
                <a:lnTo>
                  <a:pt x="949729" y="57655"/>
                </a:lnTo>
                <a:lnTo>
                  <a:pt x="949593" y="57435"/>
                </a:lnTo>
                <a:lnTo>
                  <a:pt x="949465" y="57212"/>
                </a:lnTo>
                <a:lnTo>
                  <a:pt x="949345" y="56985"/>
                </a:lnTo>
                <a:lnTo>
                  <a:pt x="949231" y="56754"/>
                </a:lnTo>
                <a:lnTo>
                  <a:pt x="949125" y="56520"/>
                </a:lnTo>
                <a:lnTo>
                  <a:pt x="949027" y="56282"/>
                </a:lnTo>
                <a:lnTo>
                  <a:pt x="948935" y="56040"/>
                </a:lnTo>
                <a:lnTo>
                  <a:pt x="948851" y="55795"/>
                </a:lnTo>
                <a:lnTo>
                  <a:pt x="948774" y="55546"/>
                </a:lnTo>
                <a:lnTo>
                  <a:pt x="948705" y="55293"/>
                </a:lnTo>
                <a:lnTo>
                  <a:pt x="948643" y="55036"/>
                </a:lnTo>
                <a:lnTo>
                  <a:pt x="948588" y="54776"/>
                </a:lnTo>
                <a:lnTo>
                  <a:pt x="948540" y="54512"/>
                </a:lnTo>
                <a:lnTo>
                  <a:pt x="948500" y="54245"/>
                </a:lnTo>
                <a:lnTo>
                  <a:pt x="948467" y="53974"/>
                </a:lnTo>
                <a:lnTo>
                  <a:pt x="948442" y="53699"/>
                </a:lnTo>
                <a:lnTo>
                  <a:pt x="948423" y="53420"/>
                </a:lnTo>
                <a:lnTo>
                  <a:pt x="948412" y="53138"/>
                </a:lnTo>
                <a:lnTo>
                  <a:pt x="948409" y="52852"/>
                </a:lnTo>
                <a:lnTo>
                  <a:pt x="948417" y="52348"/>
                </a:lnTo>
                <a:lnTo>
                  <a:pt x="948441" y="51855"/>
                </a:lnTo>
                <a:lnTo>
                  <a:pt x="948482" y="51374"/>
                </a:lnTo>
                <a:lnTo>
                  <a:pt x="948540" y="50904"/>
                </a:lnTo>
                <a:lnTo>
                  <a:pt x="948613" y="50444"/>
                </a:lnTo>
                <a:lnTo>
                  <a:pt x="948704" y="49997"/>
                </a:lnTo>
                <a:lnTo>
                  <a:pt x="948810" y="49560"/>
                </a:lnTo>
                <a:lnTo>
                  <a:pt x="948933" y="49135"/>
                </a:lnTo>
                <a:lnTo>
                  <a:pt x="949072" y="48721"/>
                </a:lnTo>
                <a:lnTo>
                  <a:pt x="949228" y="48318"/>
                </a:lnTo>
                <a:lnTo>
                  <a:pt x="949400" y="47927"/>
                </a:lnTo>
                <a:lnTo>
                  <a:pt x="949588" y="47546"/>
                </a:lnTo>
                <a:lnTo>
                  <a:pt x="949793" y="47178"/>
                </a:lnTo>
                <a:lnTo>
                  <a:pt x="950014" y="46820"/>
                </a:lnTo>
                <a:lnTo>
                  <a:pt x="950251" y="46473"/>
                </a:lnTo>
                <a:lnTo>
                  <a:pt x="950505" y="46138"/>
                </a:lnTo>
                <a:lnTo>
                  <a:pt x="950776" y="45814"/>
                </a:lnTo>
                <a:lnTo>
                  <a:pt x="951062" y="45502"/>
                </a:lnTo>
                <a:lnTo>
                  <a:pt x="951365" y="45200"/>
                </a:lnTo>
                <a:lnTo>
                  <a:pt x="951685" y="44910"/>
                </a:lnTo>
                <a:lnTo>
                  <a:pt x="952020" y="44632"/>
                </a:lnTo>
                <a:lnTo>
                  <a:pt x="952373" y="44364"/>
                </a:lnTo>
                <a:lnTo>
                  <a:pt x="952741" y="44108"/>
                </a:lnTo>
                <a:lnTo>
                  <a:pt x="953126" y="43863"/>
                </a:lnTo>
                <a:lnTo>
                  <a:pt x="953524" y="43628"/>
                </a:lnTo>
                <a:lnTo>
                  <a:pt x="953932" y="43403"/>
                </a:lnTo>
                <a:lnTo>
                  <a:pt x="954350" y="43189"/>
                </a:lnTo>
                <a:lnTo>
                  <a:pt x="954778" y="42984"/>
                </a:lnTo>
                <a:lnTo>
                  <a:pt x="955216" y="42789"/>
                </a:lnTo>
                <a:lnTo>
                  <a:pt x="955664" y="42605"/>
                </a:lnTo>
                <a:lnTo>
                  <a:pt x="956121" y="42430"/>
                </a:lnTo>
                <a:lnTo>
                  <a:pt x="956589" y="42265"/>
                </a:lnTo>
                <a:lnTo>
                  <a:pt x="957067" y="42111"/>
                </a:lnTo>
                <a:lnTo>
                  <a:pt x="957554" y="41966"/>
                </a:lnTo>
                <a:lnTo>
                  <a:pt x="958052" y="41831"/>
                </a:lnTo>
                <a:lnTo>
                  <a:pt x="958559" y="41706"/>
                </a:lnTo>
                <a:lnTo>
                  <a:pt x="959077" y="41591"/>
                </a:lnTo>
                <a:lnTo>
                  <a:pt x="959604" y="41487"/>
                </a:lnTo>
                <a:lnTo>
                  <a:pt x="960141" y="41392"/>
                </a:lnTo>
                <a:lnTo>
                  <a:pt x="960689" y="41307"/>
                </a:lnTo>
                <a:lnTo>
                  <a:pt x="961246" y="41232"/>
                </a:lnTo>
                <a:lnTo>
                  <a:pt x="961813" y="41167"/>
                </a:lnTo>
                <a:lnTo>
                  <a:pt x="962390" y="41112"/>
                </a:lnTo>
                <a:lnTo>
                  <a:pt x="962977" y="41067"/>
                </a:lnTo>
                <a:lnTo>
                  <a:pt x="963574" y="41032"/>
                </a:lnTo>
                <a:lnTo>
                  <a:pt x="964181" y="41007"/>
                </a:lnTo>
                <a:lnTo>
                  <a:pt x="964798" y="40992"/>
                </a:lnTo>
                <a:lnTo>
                  <a:pt x="965425" y="40987"/>
                </a:lnTo>
                <a:lnTo>
                  <a:pt x="966052" y="40994"/>
                </a:lnTo>
                <a:lnTo>
                  <a:pt x="966672" y="41014"/>
                </a:lnTo>
                <a:lnTo>
                  <a:pt x="967283" y="41048"/>
                </a:lnTo>
                <a:lnTo>
                  <a:pt x="967885" y="41095"/>
                </a:lnTo>
                <a:lnTo>
                  <a:pt x="968479" y="41156"/>
                </a:lnTo>
                <a:lnTo>
                  <a:pt x="969065" y="41230"/>
                </a:lnTo>
                <a:lnTo>
                  <a:pt x="969643" y="41318"/>
                </a:lnTo>
                <a:lnTo>
                  <a:pt x="970212" y="41419"/>
                </a:lnTo>
                <a:lnTo>
                  <a:pt x="970773" y="41534"/>
                </a:lnTo>
                <a:lnTo>
                  <a:pt x="971326" y="41662"/>
                </a:lnTo>
                <a:lnTo>
                  <a:pt x="971870" y="41803"/>
                </a:lnTo>
                <a:lnTo>
                  <a:pt x="972406" y="41959"/>
                </a:lnTo>
                <a:lnTo>
                  <a:pt x="972934" y="42127"/>
                </a:lnTo>
                <a:lnTo>
                  <a:pt x="973453" y="42309"/>
                </a:lnTo>
                <a:lnTo>
                  <a:pt x="973964" y="42505"/>
                </a:lnTo>
                <a:lnTo>
                  <a:pt x="974466" y="42714"/>
                </a:lnTo>
                <a:lnTo>
                  <a:pt x="974960" y="42936"/>
                </a:lnTo>
                <a:lnTo>
                  <a:pt x="975446" y="43173"/>
                </a:lnTo>
                <a:lnTo>
                  <a:pt x="975924" y="43422"/>
                </a:lnTo>
                <a:lnTo>
                  <a:pt x="976393" y="43685"/>
                </a:lnTo>
                <a:lnTo>
                  <a:pt x="976854" y="43962"/>
                </a:lnTo>
                <a:lnTo>
                  <a:pt x="977307" y="44252"/>
                </a:lnTo>
                <a:lnTo>
                  <a:pt x="977751" y="44555"/>
                </a:lnTo>
                <a:lnTo>
                  <a:pt x="978187" y="44872"/>
                </a:lnTo>
                <a:lnTo>
                  <a:pt x="978609" y="45205"/>
                </a:lnTo>
                <a:lnTo>
                  <a:pt x="979014" y="45557"/>
                </a:lnTo>
                <a:lnTo>
                  <a:pt x="979401" y="45927"/>
                </a:lnTo>
                <a:lnTo>
                  <a:pt x="979770" y="46316"/>
                </a:lnTo>
                <a:lnTo>
                  <a:pt x="980120" y="46723"/>
                </a:lnTo>
                <a:lnTo>
                  <a:pt x="980453" y="47149"/>
                </a:lnTo>
                <a:lnTo>
                  <a:pt x="980768" y="47593"/>
                </a:lnTo>
                <a:lnTo>
                  <a:pt x="981065" y="48056"/>
                </a:lnTo>
                <a:lnTo>
                  <a:pt x="981344" y="48538"/>
                </a:lnTo>
                <a:lnTo>
                  <a:pt x="981605" y="49038"/>
                </a:lnTo>
                <a:lnTo>
                  <a:pt x="981847" y="49556"/>
                </a:lnTo>
                <a:lnTo>
                  <a:pt x="982072" y="50094"/>
                </a:lnTo>
                <a:lnTo>
                  <a:pt x="982279" y="50650"/>
                </a:lnTo>
                <a:lnTo>
                  <a:pt x="982468" y="51224"/>
                </a:lnTo>
                <a:lnTo>
                  <a:pt x="982639" y="51817"/>
                </a:lnTo>
                <a:lnTo>
                  <a:pt x="982792" y="52428"/>
                </a:lnTo>
                <a:lnTo>
                  <a:pt x="982927" y="53058"/>
                </a:lnTo>
                <a:lnTo>
                  <a:pt x="983044" y="53707"/>
                </a:lnTo>
                <a:lnTo>
                  <a:pt x="983143" y="54374"/>
                </a:lnTo>
                <a:lnTo>
                  <a:pt x="983223" y="55060"/>
                </a:lnTo>
                <a:lnTo>
                  <a:pt x="983286" y="55765"/>
                </a:lnTo>
                <a:lnTo>
                  <a:pt x="983331" y="56487"/>
                </a:lnTo>
                <a:lnTo>
                  <a:pt x="983358" y="57229"/>
                </a:lnTo>
                <a:lnTo>
                  <a:pt x="983367" y="57989"/>
                </a:lnTo>
                <a:lnTo>
                  <a:pt x="997014" y="57989"/>
                </a:lnTo>
                <a:lnTo>
                  <a:pt x="997010" y="57387"/>
                </a:lnTo>
                <a:lnTo>
                  <a:pt x="996997" y="56793"/>
                </a:lnTo>
                <a:lnTo>
                  <a:pt x="996975" y="56205"/>
                </a:lnTo>
                <a:lnTo>
                  <a:pt x="996945" y="55624"/>
                </a:lnTo>
                <a:lnTo>
                  <a:pt x="996906" y="55050"/>
                </a:lnTo>
                <a:lnTo>
                  <a:pt x="996859" y="54483"/>
                </a:lnTo>
                <a:lnTo>
                  <a:pt x="996802" y="53923"/>
                </a:lnTo>
                <a:lnTo>
                  <a:pt x="996738" y="53370"/>
                </a:lnTo>
                <a:lnTo>
                  <a:pt x="996664" y="52824"/>
                </a:lnTo>
                <a:lnTo>
                  <a:pt x="996582" y="52284"/>
                </a:lnTo>
                <a:lnTo>
                  <a:pt x="996492" y="51752"/>
                </a:lnTo>
                <a:lnTo>
                  <a:pt x="996393" y="51226"/>
                </a:lnTo>
                <a:lnTo>
                  <a:pt x="996285" y="50708"/>
                </a:lnTo>
                <a:lnTo>
                  <a:pt x="996168" y="50196"/>
                </a:lnTo>
                <a:lnTo>
                  <a:pt x="996043" y="49691"/>
                </a:lnTo>
                <a:lnTo>
                  <a:pt x="995909" y="49193"/>
                </a:lnTo>
                <a:lnTo>
                  <a:pt x="995767" y="48703"/>
                </a:lnTo>
                <a:lnTo>
                  <a:pt x="995616" y="48219"/>
                </a:lnTo>
                <a:lnTo>
                  <a:pt x="995456" y="47741"/>
                </a:lnTo>
                <a:lnTo>
                  <a:pt x="995288" y="47271"/>
                </a:lnTo>
                <a:lnTo>
                  <a:pt x="995111" y="46808"/>
                </a:lnTo>
                <a:lnTo>
                  <a:pt x="994926" y="46352"/>
                </a:lnTo>
                <a:lnTo>
                  <a:pt x="994732" y="45902"/>
                </a:lnTo>
                <a:lnTo>
                  <a:pt x="994529" y="45460"/>
                </a:lnTo>
                <a:lnTo>
                  <a:pt x="994318" y="45024"/>
                </a:lnTo>
                <a:lnTo>
                  <a:pt x="994102" y="44595"/>
                </a:lnTo>
                <a:lnTo>
                  <a:pt x="993878" y="44173"/>
                </a:lnTo>
                <a:lnTo>
                  <a:pt x="993648" y="43758"/>
                </a:lnTo>
                <a:lnTo>
                  <a:pt x="993411" y="43349"/>
                </a:lnTo>
                <a:lnTo>
                  <a:pt x="993168" y="42947"/>
                </a:lnTo>
                <a:lnTo>
                  <a:pt x="992918" y="42552"/>
                </a:lnTo>
                <a:lnTo>
                  <a:pt x="992662" y="42164"/>
                </a:lnTo>
                <a:lnTo>
                  <a:pt x="992399" y="41782"/>
                </a:lnTo>
                <a:lnTo>
                  <a:pt x="992129" y="41408"/>
                </a:lnTo>
                <a:lnTo>
                  <a:pt x="991853" y="41040"/>
                </a:lnTo>
                <a:lnTo>
                  <a:pt x="991570" y="40678"/>
                </a:lnTo>
                <a:lnTo>
                  <a:pt x="991281" y="40324"/>
                </a:lnTo>
                <a:lnTo>
                  <a:pt x="990985" y="39976"/>
                </a:lnTo>
                <a:lnTo>
                  <a:pt x="990682" y="39635"/>
                </a:lnTo>
                <a:lnTo>
                  <a:pt x="990373" y="39301"/>
                </a:lnTo>
                <a:lnTo>
                  <a:pt x="990057" y="38973"/>
                </a:lnTo>
                <a:lnTo>
                  <a:pt x="989735" y="38653"/>
                </a:lnTo>
                <a:lnTo>
                  <a:pt x="989406" y="38339"/>
                </a:lnTo>
                <a:lnTo>
                  <a:pt x="989071" y="38032"/>
                </a:lnTo>
                <a:lnTo>
                  <a:pt x="988729" y="37731"/>
                </a:lnTo>
                <a:lnTo>
                  <a:pt x="988380" y="37438"/>
                </a:lnTo>
                <a:lnTo>
                  <a:pt x="988025" y="37151"/>
                </a:lnTo>
                <a:lnTo>
                  <a:pt x="987663" y="36871"/>
                </a:lnTo>
                <a:lnTo>
                  <a:pt x="987296" y="36597"/>
                </a:lnTo>
                <a:lnTo>
                  <a:pt x="986924" y="36329"/>
                </a:lnTo>
                <a:lnTo>
                  <a:pt x="986548" y="36068"/>
                </a:lnTo>
                <a:lnTo>
                  <a:pt x="986167" y="35812"/>
                </a:lnTo>
                <a:lnTo>
                  <a:pt x="985782" y="35562"/>
                </a:lnTo>
                <a:lnTo>
                  <a:pt x="985392" y="35318"/>
                </a:lnTo>
                <a:lnTo>
                  <a:pt x="984997" y="35080"/>
                </a:lnTo>
                <a:lnTo>
                  <a:pt x="984598" y="34849"/>
                </a:lnTo>
                <a:lnTo>
                  <a:pt x="984195" y="34623"/>
                </a:lnTo>
                <a:lnTo>
                  <a:pt x="983786" y="34403"/>
                </a:lnTo>
                <a:lnTo>
                  <a:pt x="983374" y="34189"/>
                </a:lnTo>
                <a:lnTo>
                  <a:pt x="982957" y="33982"/>
                </a:lnTo>
                <a:lnTo>
                  <a:pt x="982535" y="33780"/>
                </a:lnTo>
                <a:lnTo>
                  <a:pt x="982109" y="33584"/>
                </a:lnTo>
                <a:lnTo>
                  <a:pt x="981678" y="33394"/>
                </a:lnTo>
                <a:lnTo>
                  <a:pt x="981243" y="33210"/>
                </a:lnTo>
                <a:lnTo>
                  <a:pt x="980803" y="33032"/>
                </a:lnTo>
                <a:lnTo>
                  <a:pt x="980358" y="32861"/>
                </a:lnTo>
                <a:lnTo>
                  <a:pt x="979910" y="32695"/>
                </a:lnTo>
                <a:lnTo>
                  <a:pt x="979456" y="32535"/>
                </a:lnTo>
                <a:lnTo>
                  <a:pt x="978998" y="32381"/>
                </a:lnTo>
                <a:lnTo>
                  <a:pt x="978536" y="32233"/>
                </a:lnTo>
                <a:lnTo>
                  <a:pt x="978069" y="32091"/>
                </a:lnTo>
                <a:lnTo>
                  <a:pt x="977597" y="31955"/>
                </a:lnTo>
                <a:lnTo>
                  <a:pt x="977122" y="31825"/>
                </a:lnTo>
                <a:lnTo>
                  <a:pt x="976644" y="31701"/>
                </a:lnTo>
                <a:lnTo>
                  <a:pt x="976163" y="31582"/>
                </a:lnTo>
                <a:lnTo>
                  <a:pt x="975679" y="31468"/>
                </a:lnTo>
                <a:lnTo>
                  <a:pt x="975193" y="31360"/>
                </a:lnTo>
                <a:lnTo>
                  <a:pt x="974704" y="31258"/>
                </a:lnTo>
                <a:lnTo>
                  <a:pt x="974212" y="31161"/>
                </a:lnTo>
                <a:lnTo>
                  <a:pt x="973717" y="31070"/>
                </a:lnTo>
                <a:lnTo>
                  <a:pt x="973220" y="30984"/>
                </a:lnTo>
                <a:lnTo>
                  <a:pt x="972720" y="30904"/>
                </a:lnTo>
                <a:lnTo>
                  <a:pt x="972217" y="30829"/>
                </a:lnTo>
                <a:lnTo>
                  <a:pt x="971711" y="30760"/>
                </a:lnTo>
                <a:lnTo>
                  <a:pt x="971202" y="30696"/>
                </a:lnTo>
                <a:lnTo>
                  <a:pt x="970691" y="30638"/>
                </a:lnTo>
                <a:lnTo>
                  <a:pt x="970177" y="30585"/>
                </a:lnTo>
                <a:lnTo>
                  <a:pt x="969660" y="30538"/>
                </a:lnTo>
                <a:lnTo>
                  <a:pt x="969140" y="30497"/>
                </a:lnTo>
                <a:lnTo>
                  <a:pt x="968618" y="30461"/>
                </a:lnTo>
                <a:lnTo>
                  <a:pt x="968093" y="30430"/>
                </a:lnTo>
                <a:lnTo>
                  <a:pt x="967565" y="30405"/>
                </a:lnTo>
                <a:lnTo>
                  <a:pt x="967034" y="30386"/>
                </a:lnTo>
                <a:lnTo>
                  <a:pt x="966500" y="30372"/>
                </a:lnTo>
                <a:lnTo>
                  <a:pt x="965964" y="30364"/>
                </a:lnTo>
                <a:lnTo>
                  <a:pt x="965425" y="30361"/>
                </a:lnTo>
                <a:lnTo>
                  <a:pt x="964879" y="30364"/>
                </a:lnTo>
                <a:lnTo>
                  <a:pt x="964336" y="30371"/>
                </a:lnTo>
                <a:lnTo>
                  <a:pt x="963797" y="30384"/>
                </a:lnTo>
                <a:lnTo>
                  <a:pt x="963261" y="30402"/>
                </a:lnTo>
                <a:lnTo>
                  <a:pt x="962729" y="30425"/>
                </a:lnTo>
                <a:lnTo>
                  <a:pt x="962200" y="30452"/>
                </a:lnTo>
                <a:lnTo>
                  <a:pt x="961674" y="30485"/>
                </a:lnTo>
                <a:lnTo>
                  <a:pt x="961152" y="30524"/>
                </a:lnTo>
                <a:lnTo>
                  <a:pt x="960633" y="30567"/>
                </a:lnTo>
                <a:lnTo>
                  <a:pt x="960117" y="30615"/>
                </a:lnTo>
                <a:lnTo>
                  <a:pt x="959605" y="30668"/>
                </a:lnTo>
                <a:lnTo>
                  <a:pt x="959096" y="30727"/>
                </a:lnTo>
                <a:lnTo>
                  <a:pt x="958591" y="30790"/>
                </a:lnTo>
                <a:lnTo>
                  <a:pt x="958089" y="30859"/>
                </a:lnTo>
                <a:lnTo>
                  <a:pt x="957590" y="30932"/>
                </a:lnTo>
                <a:lnTo>
                  <a:pt x="957095" y="31011"/>
                </a:lnTo>
                <a:lnTo>
                  <a:pt x="956603" y="31095"/>
                </a:lnTo>
                <a:lnTo>
                  <a:pt x="956114" y="31184"/>
                </a:lnTo>
                <a:lnTo>
                  <a:pt x="955629" y="31278"/>
                </a:lnTo>
                <a:lnTo>
                  <a:pt x="955147" y="31377"/>
                </a:lnTo>
                <a:lnTo>
                  <a:pt x="954668" y="31481"/>
                </a:lnTo>
                <a:lnTo>
                  <a:pt x="954193" y="31590"/>
                </a:lnTo>
                <a:lnTo>
                  <a:pt x="953721" y="31704"/>
                </a:lnTo>
                <a:lnTo>
                  <a:pt x="953252" y="31824"/>
                </a:lnTo>
                <a:lnTo>
                  <a:pt x="952788" y="31948"/>
                </a:lnTo>
                <a:lnTo>
                  <a:pt x="952329" y="32077"/>
                </a:lnTo>
                <a:lnTo>
                  <a:pt x="951874" y="32211"/>
                </a:lnTo>
                <a:lnTo>
                  <a:pt x="951425" y="32350"/>
                </a:lnTo>
                <a:lnTo>
                  <a:pt x="950980" y="32494"/>
                </a:lnTo>
                <a:lnTo>
                  <a:pt x="950541" y="32642"/>
                </a:lnTo>
                <a:lnTo>
                  <a:pt x="950107" y="32796"/>
                </a:lnTo>
                <a:lnTo>
                  <a:pt x="949677" y="32955"/>
                </a:lnTo>
                <a:lnTo>
                  <a:pt x="949252" y="33118"/>
                </a:lnTo>
                <a:lnTo>
                  <a:pt x="948833" y="33287"/>
                </a:lnTo>
                <a:lnTo>
                  <a:pt x="948418" y="33460"/>
                </a:lnTo>
                <a:lnTo>
                  <a:pt x="948009" y="33638"/>
                </a:lnTo>
                <a:lnTo>
                  <a:pt x="947604" y="33821"/>
                </a:lnTo>
                <a:lnTo>
                  <a:pt x="947204" y="34010"/>
                </a:lnTo>
                <a:lnTo>
                  <a:pt x="946810" y="34203"/>
                </a:lnTo>
                <a:lnTo>
                  <a:pt x="946420" y="34401"/>
                </a:lnTo>
                <a:lnTo>
                  <a:pt x="946035" y="34604"/>
                </a:lnTo>
                <a:lnTo>
                  <a:pt x="945655" y="34811"/>
                </a:lnTo>
                <a:lnTo>
                  <a:pt x="945280" y="35024"/>
                </a:lnTo>
                <a:lnTo>
                  <a:pt x="944911" y="35242"/>
                </a:lnTo>
                <a:lnTo>
                  <a:pt x="944546" y="35464"/>
                </a:lnTo>
                <a:lnTo>
                  <a:pt x="944186" y="35692"/>
                </a:lnTo>
                <a:lnTo>
                  <a:pt x="943831" y="35924"/>
                </a:lnTo>
                <a:lnTo>
                  <a:pt x="943481" y="36162"/>
                </a:lnTo>
                <a:lnTo>
                  <a:pt x="943137" y="36404"/>
                </a:lnTo>
                <a:lnTo>
                  <a:pt x="942799" y="36651"/>
                </a:lnTo>
                <a:lnTo>
                  <a:pt x="942467" y="36903"/>
                </a:lnTo>
                <a:lnTo>
                  <a:pt x="942142" y="37160"/>
                </a:lnTo>
                <a:lnTo>
                  <a:pt x="941824" y="37422"/>
                </a:lnTo>
                <a:lnTo>
                  <a:pt x="941512" y="37689"/>
                </a:lnTo>
                <a:lnTo>
                  <a:pt x="941206" y="37961"/>
                </a:lnTo>
                <a:lnTo>
                  <a:pt x="940907" y="38238"/>
                </a:lnTo>
                <a:lnTo>
                  <a:pt x="940614" y="38520"/>
                </a:lnTo>
                <a:lnTo>
                  <a:pt x="940328" y="38806"/>
                </a:lnTo>
                <a:lnTo>
                  <a:pt x="940048" y="39098"/>
                </a:lnTo>
                <a:lnTo>
                  <a:pt x="939774" y="39394"/>
                </a:lnTo>
                <a:lnTo>
                  <a:pt x="939507" y="39696"/>
                </a:lnTo>
                <a:lnTo>
                  <a:pt x="939247" y="40002"/>
                </a:lnTo>
                <a:lnTo>
                  <a:pt x="938993" y="40313"/>
                </a:lnTo>
                <a:lnTo>
                  <a:pt x="938745" y="40629"/>
                </a:lnTo>
                <a:lnTo>
                  <a:pt x="938503" y="40950"/>
                </a:lnTo>
                <a:lnTo>
                  <a:pt x="938269" y="41276"/>
                </a:lnTo>
                <a:lnTo>
                  <a:pt x="938040" y="41607"/>
                </a:lnTo>
                <a:lnTo>
                  <a:pt x="937818" y="41943"/>
                </a:lnTo>
                <a:lnTo>
                  <a:pt x="937603" y="42284"/>
                </a:lnTo>
                <a:lnTo>
                  <a:pt x="937393" y="42629"/>
                </a:lnTo>
                <a:lnTo>
                  <a:pt x="937191" y="42980"/>
                </a:lnTo>
                <a:lnTo>
                  <a:pt x="936995" y="43336"/>
                </a:lnTo>
                <a:lnTo>
                  <a:pt x="936806" y="43696"/>
                </a:lnTo>
                <a:lnTo>
                  <a:pt x="936625" y="44061"/>
                </a:lnTo>
                <a:lnTo>
                  <a:pt x="936452" y="44430"/>
                </a:lnTo>
                <a:lnTo>
                  <a:pt x="936287" y="44805"/>
                </a:lnTo>
                <a:lnTo>
                  <a:pt x="936130" y="45184"/>
                </a:lnTo>
                <a:lnTo>
                  <a:pt x="935981" y="45568"/>
                </a:lnTo>
                <a:lnTo>
                  <a:pt x="935840" y="45957"/>
                </a:lnTo>
                <a:lnTo>
                  <a:pt x="935708" y="46350"/>
                </a:lnTo>
                <a:lnTo>
                  <a:pt x="935583" y="46749"/>
                </a:lnTo>
                <a:lnTo>
                  <a:pt x="935466" y="47152"/>
                </a:lnTo>
                <a:lnTo>
                  <a:pt x="935358" y="47560"/>
                </a:lnTo>
                <a:lnTo>
                  <a:pt x="935257" y="47972"/>
                </a:lnTo>
                <a:lnTo>
                  <a:pt x="935165" y="48389"/>
                </a:lnTo>
                <a:lnTo>
                  <a:pt x="935080" y="48812"/>
                </a:lnTo>
                <a:lnTo>
                  <a:pt x="935004" y="49239"/>
                </a:lnTo>
                <a:lnTo>
                  <a:pt x="934935" y="49670"/>
                </a:lnTo>
                <a:lnTo>
                  <a:pt x="934875" y="50107"/>
                </a:lnTo>
                <a:lnTo>
                  <a:pt x="934823" y="50548"/>
                </a:lnTo>
                <a:lnTo>
                  <a:pt x="934779" y="50994"/>
                </a:lnTo>
                <a:lnTo>
                  <a:pt x="934742" y="51445"/>
                </a:lnTo>
                <a:lnTo>
                  <a:pt x="934714" y="51900"/>
                </a:lnTo>
                <a:lnTo>
                  <a:pt x="934694" y="52360"/>
                </a:lnTo>
                <a:lnTo>
                  <a:pt x="934682" y="52825"/>
                </a:lnTo>
                <a:lnTo>
                  <a:pt x="934678" y="53295"/>
                </a:lnTo>
                <a:lnTo>
                  <a:pt x="934684" y="53903"/>
                </a:lnTo>
                <a:lnTo>
                  <a:pt x="934701" y="54503"/>
                </a:lnTo>
                <a:lnTo>
                  <a:pt x="934729" y="55093"/>
                </a:lnTo>
                <a:lnTo>
                  <a:pt x="934769" y="55675"/>
                </a:lnTo>
                <a:lnTo>
                  <a:pt x="934821" y="56248"/>
                </a:lnTo>
                <a:lnTo>
                  <a:pt x="934883" y="56813"/>
                </a:lnTo>
                <a:lnTo>
                  <a:pt x="934957" y="57368"/>
                </a:lnTo>
                <a:lnTo>
                  <a:pt x="935043" y="57915"/>
                </a:lnTo>
                <a:lnTo>
                  <a:pt x="935140" y="58453"/>
                </a:lnTo>
                <a:lnTo>
                  <a:pt x="935248" y="58982"/>
                </a:lnTo>
                <a:lnTo>
                  <a:pt x="935368" y="59503"/>
                </a:lnTo>
                <a:lnTo>
                  <a:pt x="935499" y="60014"/>
                </a:lnTo>
                <a:lnTo>
                  <a:pt x="935642" y="60517"/>
                </a:lnTo>
                <a:lnTo>
                  <a:pt x="935796" y="61012"/>
                </a:lnTo>
                <a:lnTo>
                  <a:pt x="935961" y="61497"/>
                </a:lnTo>
                <a:lnTo>
                  <a:pt x="936138" y="61974"/>
                </a:lnTo>
                <a:lnTo>
                  <a:pt x="936326" y="62441"/>
                </a:lnTo>
                <a:lnTo>
                  <a:pt x="936526" y="62901"/>
                </a:lnTo>
                <a:lnTo>
                  <a:pt x="936737" y="63351"/>
                </a:lnTo>
                <a:lnTo>
                  <a:pt x="936959" y="63793"/>
                </a:lnTo>
                <a:lnTo>
                  <a:pt x="937193" y="64225"/>
                </a:lnTo>
                <a:lnTo>
                  <a:pt x="937439" y="64649"/>
                </a:lnTo>
                <a:lnTo>
                  <a:pt x="937695" y="65065"/>
                </a:lnTo>
                <a:lnTo>
                  <a:pt x="937963" y="65471"/>
                </a:lnTo>
                <a:lnTo>
                  <a:pt x="938243" y="65870"/>
                </a:lnTo>
                <a:lnTo>
                  <a:pt x="938533" y="66264"/>
                </a:lnTo>
                <a:lnTo>
                  <a:pt x="938835" y="66651"/>
                </a:lnTo>
                <a:lnTo>
                  <a:pt x="939147" y="67033"/>
                </a:lnTo>
                <a:lnTo>
                  <a:pt x="939471" y="67409"/>
                </a:lnTo>
                <a:lnTo>
                  <a:pt x="939806" y="67779"/>
                </a:lnTo>
                <a:lnTo>
                  <a:pt x="940152" y="68143"/>
                </a:lnTo>
                <a:lnTo>
                  <a:pt x="940509" y="68501"/>
                </a:lnTo>
                <a:lnTo>
                  <a:pt x="940877" y="68854"/>
                </a:lnTo>
                <a:lnTo>
                  <a:pt x="941257" y="69201"/>
                </a:lnTo>
                <a:lnTo>
                  <a:pt x="941647" y="69541"/>
                </a:lnTo>
                <a:lnTo>
                  <a:pt x="942049" y="69876"/>
                </a:lnTo>
                <a:lnTo>
                  <a:pt x="942461" y="70206"/>
                </a:lnTo>
                <a:lnTo>
                  <a:pt x="942885" y="70529"/>
                </a:lnTo>
                <a:lnTo>
                  <a:pt x="943320" y="70846"/>
                </a:lnTo>
                <a:lnTo>
                  <a:pt x="943766" y="71158"/>
                </a:lnTo>
                <a:lnTo>
                  <a:pt x="944223" y="71464"/>
                </a:lnTo>
                <a:lnTo>
                  <a:pt x="944692" y="71764"/>
                </a:lnTo>
                <a:lnTo>
                  <a:pt x="945171" y="72058"/>
                </a:lnTo>
                <a:lnTo>
                  <a:pt x="945662" y="72346"/>
                </a:lnTo>
                <a:lnTo>
                  <a:pt x="946163" y="72629"/>
                </a:lnTo>
                <a:lnTo>
                  <a:pt x="946676" y="72905"/>
                </a:lnTo>
                <a:lnTo>
                  <a:pt x="947200" y="73176"/>
                </a:lnTo>
                <a:lnTo>
                  <a:pt x="947735" y="73441"/>
                </a:lnTo>
                <a:lnTo>
                  <a:pt x="948281" y="73702"/>
                </a:lnTo>
                <a:lnTo>
                  <a:pt x="948838" y="73960"/>
                </a:lnTo>
                <a:lnTo>
                  <a:pt x="949405" y="74215"/>
                </a:lnTo>
                <a:lnTo>
                  <a:pt x="949984" y="74468"/>
                </a:lnTo>
                <a:lnTo>
                  <a:pt x="950573" y="74718"/>
                </a:lnTo>
                <a:lnTo>
                  <a:pt x="951173" y="74966"/>
                </a:lnTo>
                <a:lnTo>
                  <a:pt x="951784" y="75211"/>
                </a:lnTo>
                <a:lnTo>
                  <a:pt x="952405" y="75453"/>
                </a:lnTo>
                <a:lnTo>
                  <a:pt x="953038" y="75693"/>
                </a:lnTo>
                <a:lnTo>
                  <a:pt x="953681" y="75930"/>
                </a:lnTo>
                <a:lnTo>
                  <a:pt x="954335" y="76165"/>
                </a:lnTo>
                <a:lnTo>
                  <a:pt x="955000" y="76397"/>
                </a:lnTo>
                <a:lnTo>
                  <a:pt x="955676" y="76626"/>
                </a:lnTo>
                <a:lnTo>
                  <a:pt x="956363" y="76853"/>
                </a:lnTo>
                <a:lnTo>
                  <a:pt x="957060" y="77077"/>
                </a:lnTo>
                <a:lnTo>
                  <a:pt x="957768" y="77298"/>
                </a:lnTo>
                <a:lnTo>
                  <a:pt x="958488" y="77517"/>
                </a:lnTo>
                <a:lnTo>
                  <a:pt x="959217" y="77733"/>
                </a:lnTo>
                <a:lnTo>
                  <a:pt x="959958" y="77947"/>
                </a:lnTo>
                <a:lnTo>
                  <a:pt x="960710" y="78158"/>
                </a:lnTo>
                <a:lnTo>
                  <a:pt x="961472" y="78366"/>
                </a:lnTo>
                <a:lnTo>
                  <a:pt x="962245" y="78572"/>
                </a:lnTo>
                <a:lnTo>
                  <a:pt x="963029" y="78775"/>
                </a:lnTo>
                <a:lnTo>
                  <a:pt x="963824" y="78976"/>
                </a:lnTo>
                <a:lnTo>
                  <a:pt x="964802" y="79234"/>
                </a:lnTo>
                <a:lnTo>
                  <a:pt x="965754" y="79491"/>
                </a:lnTo>
                <a:lnTo>
                  <a:pt x="966681" y="79749"/>
                </a:lnTo>
                <a:lnTo>
                  <a:pt x="967583" y="80006"/>
                </a:lnTo>
                <a:lnTo>
                  <a:pt x="968461" y="80263"/>
                </a:lnTo>
                <a:lnTo>
                  <a:pt x="969313" y="80520"/>
                </a:lnTo>
                <a:lnTo>
                  <a:pt x="970140" y="80776"/>
                </a:lnTo>
                <a:lnTo>
                  <a:pt x="970942" y="81032"/>
                </a:lnTo>
                <a:lnTo>
                  <a:pt x="971720" y="81288"/>
                </a:lnTo>
                <a:lnTo>
                  <a:pt x="972472" y="81543"/>
                </a:lnTo>
                <a:lnTo>
                  <a:pt x="973199" y="81798"/>
                </a:lnTo>
                <a:lnTo>
                  <a:pt x="973901" y="82053"/>
                </a:lnTo>
                <a:lnTo>
                  <a:pt x="974578" y="82308"/>
                </a:lnTo>
                <a:lnTo>
                  <a:pt x="975231" y="82562"/>
                </a:lnTo>
                <a:lnTo>
                  <a:pt x="975858" y="82816"/>
                </a:lnTo>
                <a:lnTo>
                  <a:pt x="976460" y="83069"/>
                </a:lnTo>
                <a:lnTo>
                  <a:pt x="977037" y="83323"/>
                </a:lnTo>
                <a:lnTo>
                  <a:pt x="977589" y="83576"/>
                </a:lnTo>
                <a:lnTo>
                  <a:pt x="978116" y="83828"/>
                </a:lnTo>
                <a:lnTo>
                  <a:pt x="978618" y="84081"/>
                </a:lnTo>
                <a:lnTo>
                  <a:pt x="979096" y="84333"/>
                </a:lnTo>
                <a:lnTo>
                  <a:pt x="979548" y="84585"/>
                </a:lnTo>
                <a:lnTo>
                  <a:pt x="979975" y="84836"/>
                </a:lnTo>
                <a:lnTo>
                  <a:pt x="980377" y="85087"/>
                </a:lnTo>
                <a:lnTo>
                  <a:pt x="980758" y="85344"/>
                </a:lnTo>
                <a:lnTo>
                  <a:pt x="981124" y="85612"/>
                </a:lnTo>
                <a:lnTo>
                  <a:pt x="981473" y="85892"/>
                </a:lnTo>
                <a:lnTo>
                  <a:pt x="981805" y="86184"/>
                </a:lnTo>
                <a:lnTo>
                  <a:pt x="982122" y="86487"/>
                </a:lnTo>
                <a:lnTo>
                  <a:pt x="982422" y="86802"/>
                </a:lnTo>
                <a:lnTo>
                  <a:pt x="982706" y="87129"/>
                </a:lnTo>
                <a:lnTo>
                  <a:pt x="982974" y="87468"/>
                </a:lnTo>
                <a:lnTo>
                  <a:pt x="983226" y="87818"/>
                </a:lnTo>
                <a:lnTo>
                  <a:pt x="983461" y="88180"/>
                </a:lnTo>
                <a:lnTo>
                  <a:pt x="983680" y="88553"/>
                </a:lnTo>
                <a:lnTo>
                  <a:pt x="983883" y="88938"/>
                </a:lnTo>
                <a:lnTo>
                  <a:pt x="984070" y="89335"/>
                </a:lnTo>
                <a:lnTo>
                  <a:pt x="984240" y="89744"/>
                </a:lnTo>
                <a:lnTo>
                  <a:pt x="984395" y="90164"/>
                </a:lnTo>
                <a:lnTo>
                  <a:pt x="984533" y="90596"/>
                </a:lnTo>
                <a:lnTo>
                  <a:pt x="984654" y="91040"/>
                </a:lnTo>
                <a:lnTo>
                  <a:pt x="984760" y="91495"/>
                </a:lnTo>
                <a:lnTo>
                  <a:pt x="984849" y="91962"/>
                </a:lnTo>
                <a:lnTo>
                  <a:pt x="984922" y="92441"/>
                </a:lnTo>
                <a:lnTo>
                  <a:pt x="984979" y="92931"/>
                </a:lnTo>
                <a:lnTo>
                  <a:pt x="985020" y="93433"/>
                </a:lnTo>
                <a:lnTo>
                  <a:pt x="985044" y="93947"/>
                </a:lnTo>
                <a:lnTo>
                  <a:pt x="985052" y="94472"/>
                </a:lnTo>
                <a:lnTo>
                  <a:pt x="985043" y="95086"/>
                </a:lnTo>
                <a:lnTo>
                  <a:pt x="985016" y="95685"/>
                </a:lnTo>
                <a:lnTo>
                  <a:pt x="984971" y="96270"/>
                </a:lnTo>
                <a:lnTo>
                  <a:pt x="984908" y="96840"/>
                </a:lnTo>
                <a:lnTo>
                  <a:pt x="984827" y="97396"/>
                </a:lnTo>
                <a:lnTo>
                  <a:pt x="984728" y="97937"/>
                </a:lnTo>
                <a:lnTo>
                  <a:pt x="984611" y="98464"/>
                </a:lnTo>
                <a:lnTo>
                  <a:pt x="984476" y="98976"/>
                </a:lnTo>
                <a:lnTo>
                  <a:pt x="984324" y="99473"/>
                </a:lnTo>
                <a:lnTo>
                  <a:pt x="984153" y="99956"/>
                </a:lnTo>
                <a:lnTo>
                  <a:pt x="983964" y="100425"/>
                </a:lnTo>
                <a:lnTo>
                  <a:pt x="983757" y="100879"/>
                </a:lnTo>
                <a:lnTo>
                  <a:pt x="983532" y="101318"/>
                </a:lnTo>
                <a:lnTo>
                  <a:pt x="983289" y="101743"/>
                </a:lnTo>
                <a:lnTo>
                  <a:pt x="983028" y="102153"/>
                </a:lnTo>
                <a:lnTo>
                  <a:pt x="982750" y="102549"/>
                </a:lnTo>
                <a:lnTo>
                  <a:pt x="982453" y="102930"/>
                </a:lnTo>
                <a:lnTo>
                  <a:pt x="982138" y="103296"/>
                </a:lnTo>
                <a:lnTo>
                  <a:pt x="981805" y="103649"/>
                </a:lnTo>
                <a:lnTo>
                  <a:pt x="981454" y="103986"/>
                </a:lnTo>
                <a:lnTo>
                  <a:pt x="981086" y="104309"/>
                </a:lnTo>
                <a:lnTo>
                  <a:pt x="980699" y="104618"/>
                </a:lnTo>
                <a:lnTo>
                  <a:pt x="980294" y="104912"/>
                </a:lnTo>
                <a:lnTo>
                  <a:pt x="979871" y="105191"/>
                </a:lnTo>
                <a:lnTo>
                  <a:pt x="979435" y="105457"/>
                </a:lnTo>
                <a:lnTo>
                  <a:pt x="978988" y="105712"/>
                </a:lnTo>
                <a:lnTo>
                  <a:pt x="978532" y="105956"/>
                </a:lnTo>
                <a:lnTo>
                  <a:pt x="978066" y="106189"/>
                </a:lnTo>
                <a:lnTo>
                  <a:pt x="977590" y="106410"/>
                </a:lnTo>
                <a:lnTo>
                  <a:pt x="977105" y="106620"/>
                </a:lnTo>
                <a:lnTo>
                  <a:pt x="976609" y="106818"/>
                </a:lnTo>
                <a:lnTo>
                  <a:pt x="976104" y="107005"/>
                </a:lnTo>
                <a:lnTo>
                  <a:pt x="975589" y="107181"/>
                </a:lnTo>
                <a:lnTo>
                  <a:pt x="975064" y="107345"/>
                </a:lnTo>
                <a:lnTo>
                  <a:pt x="974530" y="107498"/>
                </a:lnTo>
                <a:lnTo>
                  <a:pt x="973985" y="107640"/>
                </a:lnTo>
                <a:lnTo>
                  <a:pt x="973431" y="107770"/>
                </a:lnTo>
                <a:lnTo>
                  <a:pt x="972867" y="107889"/>
                </a:lnTo>
                <a:lnTo>
                  <a:pt x="972293" y="107997"/>
                </a:lnTo>
                <a:lnTo>
                  <a:pt x="971710" y="108093"/>
                </a:lnTo>
                <a:lnTo>
                  <a:pt x="971116" y="108179"/>
                </a:lnTo>
                <a:lnTo>
                  <a:pt x="970513" y="108252"/>
                </a:lnTo>
                <a:lnTo>
                  <a:pt x="969900" y="108315"/>
                </a:lnTo>
                <a:lnTo>
                  <a:pt x="969277" y="108366"/>
                </a:lnTo>
                <a:lnTo>
                  <a:pt x="968645" y="108405"/>
                </a:lnTo>
                <a:lnTo>
                  <a:pt x="968002" y="108434"/>
                </a:lnTo>
                <a:lnTo>
                  <a:pt x="967350" y="108451"/>
                </a:lnTo>
                <a:lnTo>
                  <a:pt x="966688" y="108456"/>
                </a:lnTo>
                <a:lnTo>
                  <a:pt x="965949" y="108449"/>
                </a:lnTo>
                <a:lnTo>
                  <a:pt x="965221" y="108428"/>
                </a:lnTo>
                <a:lnTo>
                  <a:pt x="964502" y="108392"/>
                </a:lnTo>
                <a:lnTo>
                  <a:pt x="963794" y="108342"/>
                </a:lnTo>
                <a:lnTo>
                  <a:pt x="963096" y="108278"/>
                </a:lnTo>
                <a:lnTo>
                  <a:pt x="962408" y="108200"/>
                </a:lnTo>
                <a:lnTo>
                  <a:pt x="961730" y="108107"/>
                </a:lnTo>
                <a:lnTo>
                  <a:pt x="961063" y="108001"/>
                </a:lnTo>
                <a:lnTo>
                  <a:pt x="960406" y="107880"/>
                </a:lnTo>
                <a:lnTo>
                  <a:pt x="959759" y="107744"/>
                </a:lnTo>
                <a:lnTo>
                  <a:pt x="959123" y="107595"/>
                </a:lnTo>
                <a:lnTo>
                  <a:pt x="958496" y="107431"/>
                </a:lnTo>
                <a:lnTo>
                  <a:pt x="957880" y="107253"/>
                </a:lnTo>
                <a:lnTo>
                  <a:pt x="957274" y="107061"/>
                </a:lnTo>
                <a:lnTo>
                  <a:pt x="956679" y="106854"/>
                </a:lnTo>
                <a:lnTo>
                  <a:pt x="956093" y="106634"/>
                </a:lnTo>
                <a:lnTo>
                  <a:pt x="955518" y="106399"/>
                </a:lnTo>
                <a:lnTo>
                  <a:pt x="954953" y="106150"/>
                </a:lnTo>
                <a:lnTo>
                  <a:pt x="954398" y="105886"/>
                </a:lnTo>
                <a:lnTo>
                  <a:pt x="953854" y="105608"/>
                </a:lnTo>
                <a:lnTo>
                  <a:pt x="953320" y="105317"/>
                </a:lnTo>
                <a:lnTo>
                  <a:pt x="952796" y="105010"/>
                </a:lnTo>
                <a:lnTo>
                  <a:pt x="952282" y="104690"/>
                </a:lnTo>
                <a:lnTo>
                  <a:pt x="951778" y="104355"/>
                </a:lnTo>
                <a:lnTo>
                  <a:pt x="951290" y="104003"/>
                </a:lnTo>
                <a:lnTo>
                  <a:pt x="950823" y="103629"/>
                </a:lnTo>
                <a:lnTo>
                  <a:pt x="950376" y="103234"/>
                </a:lnTo>
                <a:lnTo>
                  <a:pt x="949951" y="102818"/>
                </a:lnTo>
                <a:lnTo>
                  <a:pt x="949546" y="102381"/>
                </a:lnTo>
                <a:lnTo>
                  <a:pt x="949162" y="101922"/>
                </a:lnTo>
                <a:lnTo>
                  <a:pt x="948798" y="101443"/>
                </a:lnTo>
                <a:lnTo>
                  <a:pt x="948456" y="100942"/>
                </a:lnTo>
                <a:lnTo>
                  <a:pt x="948134" y="100419"/>
                </a:lnTo>
                <a:lnTo>
                  <a:pt x="947833" y="99876"/>
                </a:lnTo>
                <a:lnTo>
                  <a:pt x="947552" y="99312"/>
                </a:lnTo>
                <a:lnTo>
                  <a:pt x="947293" y="98726"/>
                </a:lnTo>
                <a:lnTo>
                  <a:pt x="947054" y="98119"/>
                </a:lnTo>
                <a:lnTo>
                  <a:pt x="946836" y="97491"/>
                </a:lnTo>
                <a:lnTo>
                  <a:pt x="946638" y="96842"/>
                </a:lnTo>
                <a:lnTo>
                  <a:pt x="946462" y="96171"/>
                </a:lnTo>
                <a:lnTo>
                  <a:pt x="946306" y="95480"/>
                </a:lnTo>
                <a:lnTo>
                  <a:pt x="946171" y="94767"/>
                </a:lnTo>
                <a:lnTo>
                  <a:pt x="946057" y="94033"/>
                </a:lnTo>
                <a:lnTo>
                  <a:pt x="945964" y="93278"/>
                </a:lnTo>
                <a:lnTo>
                  <a:pt x="945891" y="92501"/>
                </a:lnTo>
                <a:lnTo>
                  <a:pt x="945839" y="91703"/>
                </a:lnTo>
                <a:lnTo>
                  <a:pt x="945808" y="90885"/>
                </a:lnTo>
                <a:lnTo>
                  <a:pt x="945797" y="90045"/>
                </a:lnTo>
                <a:lnTo>
                  <a:pt x="932235" y="90045"/>
                </a:lnTo>
                <a:lnTo>
                  <a:pt x="932240" y="90697"/>
                </a:lnTo>
                <a:lnTo>
                  <a:pt x="932254" y="91342"/>
                </a:lnTo>
                <a:lnTo>
                  <a:pt x="932277" y="91978"/>
                </a:lnTo>
                <a:lnTo>
                  <a:pt x="932309" y="92606"/>
                </a:lnTo>
                <a:lnTo>
                  <a:pt x="932350" y="93225"/>
                </a:lnTo>
                <a:lnTo>
                  <a:pt x="932401" y="93836"/>
                </a:lnTo>
                <a:lnTo>
                  <a:pt x="932461" y="94439"/>
                </a:lnTo>
                <a:lnTo>
                  <a:pt x="932530" y="95034"/>
                </a:lnTo>
                <a:lnTo>
                  <a:pt x="932608" y="95620"/>
                </a:lnTo>
                <a:lnTo>
                  <a:pt x="932696" y="96198"/>
                </a:lnTo>
                <a:lnTo>
                  <a:pt x="932793" y="96768"/>
                </a:lnTo>
                <a:lnTo>
                  <a:pt x="932898" y="97329"/>
                </a:lnTo>
                <a:lnTo>
                  <a:pt x="933014" y="97882"/>
                </a:lnTo>
                <a:lnTo>
                  <a:pt x="933138" y="98427"/>
                </a:lnTo>
                <a:lnTo>
                  <a:pt x="933272" y="98963"/>
                </a:lnTo>
                <a:lnTo>
                  <a:pt x="933414" y="99491"/>
                </a:lnTo>
                <a:lnTo>
                  <a:pt x="933566" y="100011"/>
                </a:lnTo>
                <a:lnTo>
                  <a:pt x="933728" y="100523"/>
                </a:lnTo>
                <a:lnTo>
                  <a:pt x="933898" y="101026"/>
                </a:lnTo>
                <a:lnTo>
                  <a:pt x="934078" y="101521"/>
                </a:lnTo>
                <a:lnTo>
                  <a:pt x="934267" y="102007"/>
                </a:lnTo>
                <a:lnTo>
                  <a:pt x="934465" y="102486"/>
                </a:lnTo>
                <a:lnTo>
                  <a:pt x="934672" y="102956"/>
                </a:lnTo>
                <a:lnTo>
                  <a:pt x="934889" y="103417"/>
                </a:lnTo>
                <a:lnTo>
                  <a:pt x="935113" y="103871"/>
                </a:lnTo>
                <a:lnTo>
                  <a:pt x="935345" y="104318"/>
                </a:lnTo>
                <a:lnTo>
                  <a:pt x="935584" y="104758"/>
                </a:lnTo>
                <a:lnTo>
                  <a:pt x="935830" y="105191"/>
                </a:lnTo>
                <a:lnTo>
                  <a:pt x="936084" y="105616"/>
                </a:lnTo>
                <a:lnTo>
                  <a:pt x="936344" y="106035"/>
                </a:lnTo>
                <a:lnTo>
                  <a:pt x="936612" y="106446"/>
                </a:lnTo>
                <a:lnTo>
                  <a:pt x="936887" y="106851"/>
                </a:lnTo>
                <a:lnTo>
                  <a:pt x="937169" y="107248"/>
                </a:lnTo>
                <a:lnTo>
                  <a:pt x="937458" y="107639"/>
                </a:lnTo>
                <a:lnTo>
                  <a:pt x="937755" y="108022"/>
                </a:lnTo>
                <a:lnTo>
                  <a:pt x="938058" y="108398"/>
                </a:lnTo>
                <a:lnTo>
                  <a:pt x="938369" y="108767"/>
                </a:lnTo>
                <a:lnTo>
                  <a:pt x="938687" y="109130"/>
                </a:lnTo>
                <a:lnTo>
                  <a:pt x="939012" y="109485"/>
                </a:lnTo>
                <a:lnTo>
                  <a:pt x="939344" y="109833"/>
                </a:lnTo>
                <a:lnTo>
                  <a:pt x="939683" y="110174"/>
                </a:lnTo>
                <a:lnTo>
                  <a:pt x="940030" y="110507"/>
                </a:lnTo>
                <a:lnTo>
                  <a:pt x="940383" y="110834"/>
                </a:lnTo>
                <a:lnTo>
                  <a:pt x="940744" y="111154"/>
                </a:lnTo>
                <a:lnTo>
                  <a:pt x="941112" y="111467"/>
                </a:lnTo>
                <a:lnTo>
                  <a:pt x="941488" y="111772"/>
                </a:lnTo>
                <a:lnTo>
                  <a:pt x="941870" y="112071"/>
                </a:lnTo>
                <a:lnTo>
                  <a:pt x="942259" y="112362"/>
                </a:lnTo>
                <a:lnTo>
                  <a:pt x="942655" y="112647"/>
                </a:lnTo>
                <a:lnTo>
                  <a:pt x="943056" y="112924"/>
                </a:lnTo>
                <a:lnTo>
                  <a:pt x="943462" y="113196"/>
                </a:lnTo>
                <a:lnTo>
                  <a:pt x="943873" y="113460"/>
                </a:lnTo>
                <a:lnTo>
                  <a:pt x="944289" y="113718"/>
                </a:lnTo>
                <a:lnTo>
                  <a:pt x="944710" y="113969"/>
                </a:lnTo>
                <a:lnTo>
                  <a:pt x="945137" y="114214"/>
                </a:lnTo>
                <a:lnTo>
                  <a:pt x="945568" y="114452"/>
                </a:lnTo>
                <a:lnTo>
                  <a:pt x="946005" y="114684"/>
                </a:lnTo>
                <a:lnTo>
                  <a:pt x="946446" y="114909"/>
                </a:lnTo>
                <a:lnTo>
                  <a:pt x="946893" y="115127"/>
                </a:lnTo>
                <a:lnTo>
                  <a:pt x="947345" y="115339"/>
                </a:lnTo>
                <a:lnTo>
                  <a:pt x="947802" y="115544"/>
                </a:lnTo>
                <a:lnTo>
                  <a:pt x="948265" y="115743"/>
                </a:lnTo>
                <a:lnTo>
                  <a:pt x="948732" y="115934"/>
                </a:lnTo>
                <a:lnTo>
                  <a:pt x="949204" y="116120"/>
                </a:lnTo>
                <a:lnTo>
                  <a:pt x="949682" y="116298"/>
                </a:lnTo>
                <a:lnTo>
                  <a:pt x="950165" y="116471"/>
                </a:lnTo>
                <a:lnTo>
                  <a:pt x="950652" y="116636"/>
                </a:lnTo>
                <a:lnTo>
                  <a:pt x="951145" y="116795"/>
                </a:lnTo>
                <a:lnTo>
                  <a:pt x="951643" y="116947"/>
                </a:lnTo>
                <a:lnTo>
                  <a:pt x="952146" y="117093"/>
                </a:lnTo>
                <a:lnTo>
                  <a:pt x="952655" y="117232"/>
                </a:lnTo>
                <a:lnTo>
                  <a:pt x="953168" y="117364"/>
                </a:lnTo>
                <a:lnTo>
                  <a:pt x="953686" y="117491"/>
                </a:lnTo>
                <a:lnTo>
                  <a:pt x="954206" y="117612"/>
                </a:lnTo>
                <a:lnTo>
                  <a:pt x="954729" y="117728"/>
                </a:lnTo>
                <a:lnTo>
                  <a:pt x="955254" y="117838"/>
                </a:lnTo>
                <a:lnTo>
                  <a:pt x="955783" y="117943"/>
                </a:lnTo>
                <a:lnTo>
                  <a:pt x="956314" y="118042"/>
                </a:lnTo>
                <a:lnTo>
                  <a:pt x="956848" y="118136"/>
                </a:lnTo>
                <a:lnTo>
                  <a:pt x="957385" y="118225"/>
                </a:lnTo>
                <a:lnTo>
                  <a:pt x="957924" y="118309"/>
                </a:lnTo>
                <a:lnTo>
                  <a:pt x="958467" y="118387"/>
                </a:lnTo>
                <a:lnTo>
                  <a:pt x="959012" y="118459"/>
                </a:lnTo>
                <a:lnTo>
                  <a:pt x="959560" y="118527"/>
                </a:lnTo>
                <a:lnTo>
                  <a:pt x="960110" y="118588"/>
                </a:lnTo>
                <a:lnTo>
                  <a:pt x="960664" y="118645"/>
                </a:lnTo>
                <a:lnTo>
                  <a:pt x="961220" y="118696"/>
                </a:lnTo>
                <a:lnTo>
                  <a:pt x="961779" y="118742"/>
                </a:lnTo>
                <a:lnTo>
                  <a:pt x="962341" y="118782"/>
                </a:lnTo>
                <a:lnTo>
                  <a:pt x="962906" y="118817"/>
                </a:lnTo>
                <a:lnTo>
                  <a:pt x="963473" y="118847"/>
                </a:lnTo>
                <a:lnTo>
                  <a:pt x="964043" y="118871"/>
                </a:lnTo>
                <a:lnTo>
                  <a:pt x="964616" y="118890"/>
                </a:lnTo>
                <a:lnTo>
                  <a:pt x="965192" y="118903"/>
                </a:lnTo>
                <a:lnTo>
                  <a:pt x="965770" y="118911"/>
                </a:lnTo>
                <a:lnTo>
                  <a:pt x="966351" y="118914"/>
                </a:lnTo>
                <a:lnTo>
                  <a:pt x="966925" y="118911"/>
                </a:lnTo>
                <a:lnTo>
                  <a:pt x="967496" y="118904"/>
                </a:lnTo>
                <a:lnTo>
                  <a:pt x="968063" y="118891"/>
                </a:lnTo>
                <a:lnTo>
                  <a:pt x="968627" y="118873"/>
                </a:lnTo>
                <a:lnTo>
                  <a:pt x="969187" y="118851"/>
                </a:lnTo>
                <a:close/>
                <a:moveTo>
                  <a:pt x="1025982" y="117396"/>
                </a:moveTo>
                <a:lnTo>
                  <a:pt x="1025982" y="31879"/>
                </a:lnTo>
                <a:lnTo>
                  <a:pt x="1011914" y="31879"/>
                </a:lnTo>
                <a:lnTo>
                  <a:pt x="1011914" y="117396"/>
                </a:lnTo>
                <a:lnTo>
                  <a:pt x="1025982" y="11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(a)ATypicalRAGFramework">
            <a:extLst xmlns:a="http://schemas.openxmlformats.org/drawingml/2006/main">
              <a:ext uri="{FF2B5EF4-FFF2-40B4-BE49-F238E27FC236}">
                <a16:creationId xmlns:a16="http://schemas.microsoft.com/office/drawing/2014/main" id="{0ED452F1-22CA-408C-8BF2-D803E061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07" y="121504"/>
            <a:ext cx="1860994" cy="131613"/>
          </a:xfrm>
          <a:custGeom xmlns:a="http://schemas.openxmlformats.org/drawingml/2006/main">
            <a:pathLst>
              <a:path w="1860994" h="131613">
                <a:moveTo>
                  <a:pt x="14767" y="65150"/>
                </a:moveTo>
                <a:cubicBezTo>
                  <a:pt x="14767" y="74639"/>
                  <a:pt x="15917" y="83966"/>
                  <a:pt x="18216" y="93132"/>
                </a:cubicBezTo>
                <a:cubicBezTo>
                  <a:pt x="20517" y="102297"/>
                  <a:pt x="23808" y="110910"/>
                  <a:pt x="28087" y="118971"/>
                </a:cubicBezTo>
                <a:cubicBezTo>
                  <a:pt x="28546" y="119892"/>
                  <a:pt x="28810" y="120709"/>
                  <a:pt x="28879" y="121423"/>
                </a:cubicBezTo>
                <a:cubicBezTo>
                  <a:pt x="28949" y="122137"/>
                  <a:pt x="28891" y="122759"/>
                  <a:pt x="28706" y="123289"/>
                </a:cubicBezTo>
                <a:cubicBezTo>
                  <a:pt x="28522" y="123819"/>
                  <a:pt x="28234" y="124279"/>
                  <a:pt x="27843" y="124670"/>
                </a:cubicBezTo>
                <a:cubicBezTo>
                  <a:pt x="27452" y="125062"/>
                  <a:pt x="27028" y="125396"/>
                  <a:pt x="26569" y="125671"/>
                </a:cubicBezTo>
                <a:lnTo>
                  <a:pt x="18977" y="130301"/>
                </a:lnTo>
                <a:cubicBezTo>
                  <a:pt x="15572" y="125050"/>
                  <a:pt x="12674" y="119776"/>
                  <a:pt x="10281" y="114478"/>
                </a:cubicBezTo>
                <a:cubicBezTo>
                  <a:pt x="7890" y="109182"/>
                  <a:pt x="5935" y="103840"/>
                  <a:pt x="4416" y="98452"/>
                </a:cubicBezTo>
                <a:cubicBezTo>
                  <a:pt x="2898" y="93063"/>
                  <a:pt x="1783" y="87605"/>
                  <a:pt x="1070" y="82078"/>
                </a:cubicBezTo>
                <a:cubicBezTo>
                  <a:pt x="357" y="76550"/>
                  <a:pt x="0" y="70907"/>
                  <a:pt x="0" y="65150"/>
                </a:cubicBezTo>
                <a:cubicBezTo>
                  <a:pt x="0" y="59392"/>
                  <a:pt x="357" y="53739"/>
                  <a:pt x="1070" y="48190"/>
                </a:cubicBezTo>
                <a:cubicBezTo>
                  <a:pt x="1783" y="42639"/>
                  <a:pt x="2898" y="37170"/>
                  <a:pt x="4416" y="31782"/>
                </a:cubicBezTo>
                <a:cubicBezTo>
                  <a:pt x="5935" y="26393"/>
                  <a:pt x="7890" y="21062"/>
                  <a:pt x="10281" y="15788"/>
                </a:cubicBezTo>
                <a:cubicBezTo>
                  <a:pt x="12674" y="10514"/>
                  <a:pt x="15572" y="5251"/>
                  <a:pt x="18977" y="0"/>
                </a:cubicBezTo>
                <a:lnTo>
                  <a:pt x="26569" y="4560"/>
                </a:lnTo>
                <a:cubicBezTo>
                  <a:pt x="27028" y="4837"/>
                  <a:pt x="27452" y="5172"/>
                  <a:pt x="27843" y="5564"/>
                </a:cubicBezTo>
                <a:cubicBezTo>
                  <a:pt x="28234" y="5955"/>
                  <a:pt x="28522" y="6415"/>
                  <a:pt x="28706" y="6945"/>
                </a:cubicBezTo>
                <a:cubicBezTo>
                  <a:pt x="28891" y="7474"/>
                  <a:pt x="28949" y="8095"/>
                  <a:pt x="28879" y="8809"/>
                </a:cubicBezTo>
                <a:cubicBezTo>
                  <a:pt x="28810" y="9523"/>
                  <a:pt x="28546" y="10364"/>
                  <a:pt x="28087" y="11331"/>
                </a:cubicBezTo>
                <a:cubicBezTo>
                  <a:pt x="23808" y="19345"/>
                  <a:pt x="20517" y="27947"/>
                  <a:pt x="18216" y="37135"/>
                </a:cubicBezTo>
                <a:cubicBezTo>
                  <a:pt x="15917" y="46324"/>
                  <a:pt x="14767" y="55662"/>
                  <a:pt x="14767" y="65150"/>
                </a:cubicBezTo>
                <a:close/>
                <a:moveTo>
                  <a:pt x="80049" y="78209"/>
                </a:moveTo>
                <a:cubicBezTo>
                  <a:pt x="75127" y="78438"/>
                  <a:pt x="70986" y="78864"/>
                  <a:pt x="67628" y="79487"/>
                </a:cubicBezTo>
                <a:cubicBezTo>
                  <a:pt x="64270" y="80108"/>
                  <a:pt x="61578" y="80902"/>
                  <a:pt x="59554" y="81869"/>
                </a:cubicBezTo>
                <a:cubicBezTo>
                  <a:pt x="57529" y="82836"/>
                  <a:pt x="56080" y="83965"/>
                  <a:pt x="55205" y="85255"/>
                </a:cubicBezTo>
                <a:cubicBezTo>
                  <a:pt x="54332" y="86544"/>
                  <a:pt x="53895" y="87949"/>
                  <a:pt x="53895" y="89470"/>
                </a:cubicBezTo>
                <a:cubicBezTo>
                  <a:pt x="53895" y="92464"/>
                  <a:pt x="54780" y="94606"/>
                  <a:pt x="56551" y="95897"/>
                </a:cubicBezTo>
                <a:cubicBezTo>
                  <a:pt x="58323" y="97185"/>
                  <a:pt x="60635" y="97830"/>
                  <a:pt x="63488" y="97830"/>
                </a:cubicBezTo>
                <a:cubicBezTo>
                  <a:pt x="66984" y="97830"/>
                  <a:pt x="70008" y="97197"/>
                  <a:pt x="72560" y="95930"/>
                </a:cubicBezTo>
                <a:cubicBezTo>
                  <a:pt x="75114" y="94662"/>
                  <a:pt x="77610" y="92739"/>
                  <a:pt x="80049" y="90160"/>
                </a:cubicBezTo>
                <a:lnTo>
                  <a:pt x="80049" y="78209"/>
                </a:lnTo>
                <a:moveTo>
                  <a:pt x="40990" y="47464"/>
                </a:moveTo>
                <a:cubicBezTo>
                  <a:pt x="49133" y="40002"/>
                  <a:pt x="58932" y="36271"/>
                  <a:pt x="70387" y="36271"/>
                </a:cubicBezTo>
                <a:cubicBezTo>
                  <a:pt x="74528" y="36271"/>
                  <a:pt x="78232" y="36950"/>
                  <a:pt x="81498" y="38310"/>
                </a:cubicBezTo>
                <a:cubicBezTo>
                  <a:pt x="84765" y="39669"/>
                  <a:pt x="87525" y="41557"/>
                  <a:pt x="89778" y="43975"/>
                </a:cubicBezTo>
                <a:cubicBezTo>
                  <a:pt x="92033" y="46393"/>
                  <a:pt x="93747" y="49283"/>
                  <a:pt x="94919" y="52647"/>
                </a:cubicBezTo>
                <a:cubicBezTo>
                  <a:pt x="96093" y="56009"/>
                  <a:pt x="96679" y="59693"/>
                  <a:pt x="96679" y="63699"/>
                </a:cubicBezTo>
                <a:lnTo>
                  <a:pt x="96679" y="108469"/>
                </a:lnTo>
                <a:lnTo>
                  <a:pt x="88951" y="108469"/>
                </a:lnTo>
                <a:cubicBezTo>
                  <a:pt x="87340" y="108469"/>
                  <a:pt x="86098" y="108227"/>
                  <a:pt x="85223" y="107744"/>
                </a:cubicBezTo>
                <a:cubicBezTo>
                  <a:pt x="84350" y="107260"/>
                  <a:pt x="83661" y="106281"/>
                  <a:pt x="83155" y="104807"/>
                </a:cubicBezTo>
                <a:lnTo>
                  <a:pt x="81637" y="99694"/>
                </a:lnTo>
                <a:cubicBezTo>
                  <a:pt x="79842" y="101306"/>
                  <a:pt x="78094" y="102723"/>
                  <a:pt x="76391" y="103944"/>
                </a:cubicBezTo>
                <a:cubicBezTo>
                  <a:pt x="74689" y="105164"/>
                  <a:pt x="72918" y="106189"/>
                  <a:pt x="71078" y="107018"/>
                </a:cubicBezTo>
                <a:cubicBezTo>
                  <a:pt x="69237" y="107848"/>
                  <a:pt x="67270" y="108481"/>
                  <a:pt x="65177" y="108918"/>
                </a:cubicBezTo>
                <a:cubicBezTo>
                  <a:pt x="63085" y="109355"/>
                  <a:pt x="60773" y="109574"/>
                  <a:pt x="58242" y="109574"/>
                </a:cubicBezTo>
                <a:cubicBezTo>
                  <a:pt x="55251" y="109574"/>
                  <a:pt x="52491" y="109171"/>
                  <a:pt x="49961" y="108366"/>
                </a:cubicBezTo>
                <a:cubicBezTo>
                  <a:pt x="47431" y="107559"/>
                  <a:pt x="45246" y="106350"/>
                  <a:pt x="43405" y="104739"/>
                </a:cubicBezTo>
                <a:cubicBezTo>
                  <a:pt x="41565" y="103127"/>
                  <a:pt x="40138" y="101123"/>
                  <a:pt x="39126" y="98728"/>
                </a:cubicBezTo>
                <a:cubicBezTo>
                  <a:pt x="38115" y="96333"/>
                  <a:pt x="37610" y="93546"/>
                  <a:pt x="37610" y="90368"/>
                </a:cubicBezTo>
                <a:cubicBezTo>
                  <a:pt x="37610" y="88572"/>
                  <a:pt x="37909" y="86788"/>
                  <a:pt x="38507" y="85015"/>
                </a:cubicBezTo>
                <a:cubicBezTo>
                  <a:pt x="39105" y="83241"/>
                  <a:pt x="40082" y="81548"/>
                  <a:pt x="41439" y="79936"/>
                </a:cubicBezTo>
                <a:cubicBezTo>
                  <a:pt x="42796" y="78324"/>
                  <a:pt x="44556" y="76804"/>
                  <a:pt x="46718" y="75375"/>
                </a:cubicBezTo>
                <a:cubicBezTo>
                  <a:pt x="48880" y="73947"/>
                  <a:pt x="51537" y="72704"/>
                  <a:pt x="54687" y="71646"/>
                </a:cubicBezTo>
                <a:cubicBezTo>
                  <a:pt x="57839" y="70586"/>
                  <a:pt x="61508" y="69722"/>
                  <a:pt x="65695" y="69054"/>
                </a:cubicBezTo>
                <a:cubicBezTo>
                  <a:pt x="69881" y="68387"/>
                  <a:pt x="74666" y="67983"/>
                  <a:pt x="80049" y="67844"/>
                </a:cubicBezTo>
                <a:lnTo>
                  <a:pt x="80049" y="63699"/>
                </a:lnTo>
                <a:cubicBezTo>
                  <a:pt x="80049" y="58955"/>
                  <a:pt x="79037" y="55443"/>
                  <a:pt x="77012" y="53163"/>
                </a:cubicBezTo>
                <a:cubicBezTo>
                  <a:pt x="74988" y="50884"/>
                  <a:pt x="72067" y="49744"/>
                  <a:pt x="68249" y="49744"/>
                </a:cubicBezTo>
                <a:cubicBezTo>
                  <a:pt x="65489" y="49744"/>
                  <a:pt x="63200" y="50066"/>
                  <a:pt x="61382" y="50711"/>
                </a:cubicBezTo>
                <a:cubicBezTo>
                  <a:pt x="59565" y="51357"/>
                  <a:pt x="57967" y="52082"/>
                  <a:pt x="56587" y="52889"/>
                </a:cubicBezTo>
                <a:cubicBezTo>
                  <a:pt x="55206" y="53695"/>
                  <a:pt x="53953" y="54420"/>
                  <a:pt x="52825" y="55065"/>
                </a:cubicBezTo>
                <a:cubicBezTo>
                  <a:pt x="51698" y="55709"/>
                  <a:pt x="50444" y="56031"/>
                  <a:pt x="49064" y="56031"/>
                </a:cubicBezTo>
                <a:cubicBezTo>
                  <a:pt x="47868" y="56031"/>
                  <a:pt x="46856" y="55720"/>
                  <a:pt x="46027" y="55099"/>
                </a:cubicBezTo>
                <a:cubicBezTo>
                  <a:pt x="45200" y="54476"/>
                  <a:pt x="44534" y="53751"/>
                  <a:pt x="44027" y="52923"/>
                </a:cubicBezTo>
                <a:lnTo>
                  <a:pt x="40990" y="47464"/>
                </a:lnTo>
                <a:close/>
                <a:moveTo>
                  <a:pt x="125593" y="65150"/>
                </a:moveTo>
                <a:cubicBezTo>
                  <a:pt x="125593" y="55662"/>
                  <a:pt x="124454" y="46324"/>
                  <a:pt x="122177" y="37135"/>
                </a:cubicBezTo>
                <a:cubicBezTo>
                  <a:pt x="119900" y="27947"/>
                  <a:pt x="116622" y="19345"/>
                  <a:pt x="112344" y="11331"/>
                </a:cubicBezTo>
                <a:cubicBezTo>
                  <a:pt x="111839" y="10364"/>
                  <a:pt x="111551" y="9523"/>
                  <a:pt x="111481" y="8809"/>
                </a:cubicBezTo>
                <a:cubicBezTo>
                  <a:pt x="111412" y="8095"/>
                  <a:pt x="111470" y="7474"/>
                  <a:pt x="111653" y="6945"/>
                </a:cubicBezTo>
                <a:cubicBezTo>
                  <a:pt x="111837" y="6415"/>
                  <a:pt x="112124" y="5955"/>
                  <a:pt x="112515" y="5564"/>
                </a:cubicBezTo>
                <a:cubicBezTo>
                  <a:pt x="112906" y="5172"/>
                  <a:pt x="113356" y="4837"/>
                  <a:pt x="113863" y="4560"/>
                </a:cubicBezTo>
                <a:lnTo>
                  <a:pt x="121452" y="0"/>
                </a:lnTo>
                <a:cubicBezTo>
                  <a:pt x="124857" y="5251"/>
                  <a:pt x="127755" y="10514"/>
                  <a:pt x="130148" y="15788"/>
                </a:cubicBezTo>
                <a:cubicBezTo>
                  <a:pt x="132540" y="21062"/>
                  <a:pt x="134495" y="26393"/>
                  <a:pt x="136013" y="31782"/>
                </a:cubicBezTo>
                <a:cubicBezTo>
                  <a:pt x="137532" y="37170"/>
                  <a:pt x="138636" y="42639"/>
                  <a:pt x="139326" y="48190"/>
                </a:cubicBezTo>
                <a:cubicBezTo>
                  <a:pt x="140016" y="53739"/>
                  <a:pt x="140362" y="59392"/>
                  <a:pt x="140362" y="65150"/>
                </a:cubicBezTo>
                <a:cubicBezTo>
                  <a:pt x="140362" y="70907"/>
                  <a:pt x="140016" y="76550"/>
                  <a:pt x="139326" y="82078"/>
                </a:cubicBezTo>
                <a:cubicBezTo>
                  <a:pt x="138636" y="87605"/>
                  <a:pt x="137532" y="93063"/>
                  <a:pt x="136013" y="98452"/>
                </a:cubicBezTo>
                <a:cubicBezTo>
                  <a:pt x="134495" y="103840"/>
                  <a:pt x="132540" y="109182"/>
                  <a:pt x="130148" y="114478"/>
                </a:cubicBezTo>
                <a:cubicBezTo>
                  <a:pt x="127755" y="119776"/>
                  <a:pt x="124857" y="125050"/>
                  <a:pt x="121452" y="130301"/>
                </a:cubicBezTo>
                <a:lnTo>
                  <a:pt x="113863" y="125671"/>
                </a:lnTo>
                <a:cubicBezTo>
                  <a:pt x="113356" y="125396"/>
                  <a:pt x="112906" y="125062"/>
                  <a:pt x="112515" y="124670"/>
                </a:cubicBezTo>
                <a:cubicBezTo>
                  <a:pt x="112124" y="124279"/>
                  <a:pt x="111837" y="123819"/>
                  <a:pt x="111653" y="123289"/>
                </a:cubicBezTo>
                <a:cubicBezTo>
                  <a:pt x="111470" y="122759"/>
                  <a:pt x="111412" y="122137"/>
                  <a:pt x="111481" y="121423"/>
                </a:cubicBezTo>
                <a:cubicBezTo>
                  <a:pt x="111551" y="120709"/>
                  <a:pt x="111839" y="119892"/>
                  <a:pt x="112344" y="118971"/>
                </a:cubicBezTo>
                <a:cubicBezTo>
                  <a:pt x="116622" y="110910"/>
                  <a:pt x="119900" y="102297"/>
                  <a:pt x="122177" y="93132"/>
                </a:cubicBezTo>
                <a:cubicBezTo>
                  <a:pt x="124454" y="83966"/>
                  <a:pt x="125593" y="74639"/>
                  <a:pt x="125593" y="65150"/>
                </a:cubicBezTo>
                <a:close/>
                <a:moveTo>
                  <a:pt x="244838" y="70747"/>
                </a:moveTo>
                <a:lnTo>
                  <a:pt x="232693" y="37515"/>
                </a:lnTo>
                <a:cubicBezTo>
                  <a:pt x="232095" y="36042"/>
                  <a:pt x="231473" y="34292"/>
                  <a:pt x="230829" y="32265"/>
                </a:cubicBezTo>
                <a:cubicBezTo>
                  <a:pt x="230186" y="30238"/>
                  <a:pt x="229542" y="28050"/>
                  <a:pt x="228898" y="25701"/>
                </a:cubicBezTo>
                <a:cubicBezTo>
                  <a:pt x="228300" y="28050"/>
                  <a:pt x="227679" y="30249"/>
                  <a:pt x="227034" y="32299"/>
                </a:cubicBezTo>
                <a:cubicBezTo>
                  <a:pt x="226391" y="34348"/>
                  <a:pt x="225771" y="36133"/>
                  <a:pt x="225172" y="37654"/>
                </a:cubicBezTo>
                <a:lnTo>
                  <a:pt x="213095" y="70747"/>
                </a:lnTo>
                <a:lnTo>
                  <a:pt x="244838" y="70747"/>
                </a:lnTo>
                <a:moveTo>
                  <a:pt x="277617" y="108469"/>
                </a:moveTo>
                <a:lnTo>
                  <a:pt x="263263" y="108469"/>
                </a:lnTo>
                <a:cubicBezTo>
                  <a:pt x="261654" y="108469"/>
                  <a:pt x="260343" y="108066"/>
                  <a:pt x="259331" y="107261"/>
                </a:cubicBezTo>
                <a:cubicBezTo>
                  <a:pt x="258319" y="106454"/>
                  <a:pt x="257559" y="105452"/>
                  <a:pt x="257052" y="104254"/>
                </a:cubicBezTo>
                <a:lnTo>
                  <a:pt x="249599" y="83874"/>
                </a:lnTo>
                <a:lnTo>
                  <a:pt x="208264" y="83874"/>
                </a:lnTo>
                <a:lnTo>
                  <a:pt x="200811" y="104254"/>
                </a:lnTo>
                <a:cubicBezTo>
                  <a:pt x="200443" y="105314"/>
                  <a:pt x="199730" y="106282"/>
                  <a:pt x="198671" y="107158"/>
                </a:cubicBezTo>
                <a:cubicBezTo>
                  <a:pt x="197614" y="108032"/>
                  <a:pt x="196303" y="108469"/>
                  <a:pt x="194739" y="108469"/>
                </a:cubicBezTo>
                <a:lnTo>
                  <a:pt x="180249" y="108469"/>
                </a:lnTo>
                <a:lnTo>
                  <a:pt x="219514" y="8566"/>
                </a:lnTo>
                <a:lnTo>
                  <a:pt x="238421" y="8566"/>
                </a:lnTo>
                <a:lnTo>
                  <a:pt x="277617" y="108469"/>
                </a:lnTo>
                <a:close/>
                <a:moveTo>
                  <a:pt x="394998" y="23836"/>
                </a:moveTo>
                <a:lnTo>
                  <a:pt x="364911" y="23836"/>
                </a:lnTo>
                <a:lnTo>
                  <a:pt x="364911" y="108469"/>
                </a:lnTo>
                <a:lnTo>
                  <a:pt x="346349" y="108469"/>
                </a:lnTo>
                <a:lnTo>
                  <a:pt x="346349" y="23836"/>
                </a:lnTo>
                <a:lnTo>
                  <a:pt x="316261" y="23836"/>
                </a:lnTo>
                <a:lnTo>
                  <a:pt x="316261" y="8566"/>
                </a:lnTo>
                <a:lnTo>
                  <a:pt x="394998" y="8566"/>
                </a:lnTo>
                <a:lnTo>
                  <a:pt x="394998" y="23836"/>
                </a:lnTo>
                <a:close/>
                <a:moveTo>
                  <a:pt x="472286" y="37584"/>
                </a:moveTo>
                <a:lnTo>
                  <a:pt x="433712" y="127953"/>
                </a:lnTo>
                <a:cubicBezTo>
                  <a:pt x="433206" y="129150"/>
                  <a:pt x="432550" y="130060"/>
                  <a:pt x="431745" y="130681"/>
                </a:cubicBezTo>
                <a:cubicBezTo>
                  <a:pt x="430940" y="131302"/>
                  <a:pt x="429710" y="131613"/>
                  <a:pt x="428053" y="131613"/>
                </a:cubicBezTo>
                <a:lnTo>
                  <a:pt x="415356" y="131613"/>
                </a:lnTo>
                <a:lnTo>
                  <a:pt x="428605" y="103149"/>
                </a:lnTo>
                <a:lnTo>
                  <a:pt x="399968" y="37584"/>
                </a:lnTo>
                <a:lnTo>
                  <a:pt x="414941" y="37584"/>
                </a:lnTo>
                <a:cubicBezTo>
                  <a:pt x="416276" y="37584"/>
                  <a:pt x="417323" y="37907"/>
                  <a:pt x="418081" y="38552"/>
                </a:cubicBezTo>
                <a:cubicBezTo>
                  <a:pt x="418841" y="39197"/>
                  <a:pt x="419404" y="39934"/>
                  <a:pt x="419772" y="40762"/>
                </a:cubicBezTo>
                <a:lnTo>
                  <a:pt x="434815" y="77518"/>
                </a:lnTo>
                <a:cubicBezTo>
                  <a:pt x="435322" y="78762"/>
                  <a:pt x="435747" y="80005"/>
                  <a:pt x="436091" y="81249"/>
                </a:cubicBezTo>
                <a:cubicBezTo>
                  <a:pt x="436437" y="82492"/>
                  <a:pt x="436771" y="83758"/>
                  <a:pt x="437094" y="85049"/>
                </a:cubicBezTo>
                <a:cubicBezTo>
                  <a:pt x="437508" y="83758"/>
                  <a:pt x="437922" y="82480"/>
                  <a:pt x="438336" y="81214"/>
                </a:cubicBezTo>
                <a:cubicBezTo>
                  <a:pt x="438750" y="79947"/>
                  <a:pt x="439210" y="78692"/>
                  <a:pt x="439716" y="77448"/>
                </a:cubicBezTo>
                <a:lnTo>
                  <a:pt x="453931" y="40762"/>
                </a:lnTo>
                <a:cubicBezTo>
                  <a:pt x="454298" y="39841"/>
                  <a:pt x="454908" y="39081"/>
                  <a:pt x="455759" y="38483"/>
                </a:cubicBezTo>
                <a:cubicBezTo>
                  <a:pt x="456611" y="37884"/>
                  <a:pt x="457566" y="37584"/>
                  <a:pt x="458623" y="37584"/>
                </a:cubicBezTo>
                <a:lnTo>
                  <a:pt x="472286" y="37584"/>
                </a:lnTo>
                <a:close/>
                <a:moveTo>
                  <a:pt x="500165" y="90092"/>
                </a:moveTo>
                <a:cubicBezTo>
                  <a:pt x="502099" y="92441"/>
                  <a:pt x="504204" y="94099"/>
                  <a:pt x="506481" y="95066"/>
                </a:cubicBezTo>
                <a:cubicBezTo>
                  <a:pt x="508758" y="96033"/>
                  <a:pt x="511231" y="96516"/>
                  <a:pt x="513898" y="96516"/>
                </a:cubicBezTo>
                <a:cubicBezTo>
                  <a:pt x="516475" y="96516"/>
                  <a:pt x="518797" y="96033"/>
                  <a:pt x="520867" y="95066"/>
                </a:cubicBezTo>
                <a:cubicBezTo>
                  <a:pt x="522938" y="94099"/>
                  <a:pt x="524698" y="92625"/>
                  <a:pt x="526146" y="90645"/>
                </a:cubicBezTo>
                <a:cubicBezTo>
                  <a:pt x="527597" y="88664"/>
                  <a:pt x="528713" y="86166"/>
                  <a:pt x="529495" y="83149"/>
                </a:cubicBezTo>
                <a:cubicBezTo>
                  <a:pt x="530277" y="80131"/>
                  <a:pt x="530668" y="76573"/>
                  <a:pt x="530668" y="72474"/>
                </a:cubicBezTo>
                <a:cubicBezTo>
                  <a:pt x="530668" y="68329"/>
                  <a:pt x="530334" y="64817"/>
                  <a:pt x="529668" y="61939"/>
                </a:cubicBezTo>
                <a:cubicBezTo>
                  <a:pt x="529001" y="59060"/>
                  <a:pt x="528046" y="56722"/>
                  <a:pt x="526804" y="54926"/>
                </a:cubicBezTo>
                <a:cubicBezTo>
                  <a:pt x="525561" y="53130"/>
                  <a:pt x="524054" y="51817"/>
                  <a:pt x="522282" y="50988"/>
                </a:cubicBezTo>
                <a:cubicBezTo>
                  <a:pt x="520512" y="50158"/>
                  <a:pt x="518499" y="49744"/>
                  <a:pt x="516244" y="49744"/>
                </a:cubicBezTo>
                <a:cubicBezTo>
                  <a:pt x="512702" y="49744"/>
                  <a:pt x="509689" y="50492"/>
                  <a:pt x="507204" y="51989"/>
                </a:cubicBezTo>
                <a:cubicBezTo>
                  <a:pt x="504720" y="53486"/>
                  <a:pt x="502374" y="55593"/>
                  <a:pt x="500165" y="58310"/>
                </a:cubicBezTo>
                <a:lnTo>
                  <a:pt x="500165" y="90092"/>
                </a:lnTo>
                <a:moveTo>
                  <a:pt x="499268" y="47258"/>
                </a:moveTo>
                <a:cubicBezTo>
                  <a:pt x="502168" y="43987"/>
                  <a:pt x="505457" y="41338"/>
                  <a:pt x="509137" y="39311"/>
                </a:cubicBezTo>
                <a:cubicBezTo>
                  <a:pt x="512818" y="37284"/>
                  <a:pt x="517143" y="36271"/>
                  <a:pt x="522111" y="36271"/>
                </a:cubicBezTo>
                <a:cubicBezTo>
                  <a:pt x="525975" y="36271"/>
                  <a:pt x="529505" y="37077"/>
                  <a:pt x="532702" y="38689"/>
                </a:cubicBezTo>
                <a:cubicBezTo>
                  <a:pt x="535900" y="40301"/>
                  <a:pt x="538661" y="42639"/>
                  <a:pt x="540983" y="45702"/>
                </a:cubicBezTo>
                <a:cubicBezTo>
                  <a:pt x="543306" y="48765"/>
                  <a:pt x="545101" y="52541"/>
                  <a:pt x="546366" y="57032"/>
                </a:cubicBezTo>
                <a:cubicBezTo>
                  <a:pt x="547632" y="61523"/>
                  <a:pt x="548265" y="66671"/>
                  <a:pt x="548265" y="72474"/>
                </a:cubicBezTo>
                <a:cubicBezTo>
                  <a:pt x="548265" y="77771"/>
                  <a:pt x="547552" y="82676"/>
                  <a:pt x="546126" y="87191"/>
                </a:cubicBezTo>
                <a:cubicBezTo>
                  <a:pt x="544699" y="91704"/>
                  <a:pt x="542663" y="95619"/>
                  <a:pt x="540018" y="98935"/>
                </a:cubicBezTo>
                <a:cubicBezTo>
                  <a:pt x="537373" y="102251"/>
                  <a:pt x="534176" y="104842"/>
                  <a:pt x="530426" y="106708"/>
                </a:cubicBezTo>
                <a:cubicBezTo>
                  <a:pt x="526677" y="108574"/>
                  <a:pt x="522479" y="109506"/>
                  <a:pt x="517832" y="109506"/>
                </a:cubicBezTo>
                <a:cubicBezTo>
                  <a:pt x="513876" y="109506"/>
                  <a:pt x="510494" y="108896"/>
                  <a:pt x="507688" y="107676"/>
                </a:cubicBezTo>
                <a:cubicBezTo>
                  <a:pt x="504881" y="106455"/>
                  <a:pt x="502374" y="104762"/>
                  <a:pt x="500165" y="102597"/>
                </a:cubicBezTo>
                <a:lnTo>
                  <a:pt x="500165" y="131613"/>
                </a:lnTo>
                <a:lnTo>
                  <a:pt x="483122" y="131613"/>
                </a:lnTo>
                <a:lnTo>
                  <a:pt x="483122" y="37584"/>
                </a:lnTo>
                <a:lnTo>
                  <a:pt x="493542" y="37584"/>
                </a:lnTo>
                <a:cubicBezTo>
                  <a:pt x="495751" y="37584"/>
                  <a:pt x="497200" y="38621"/>
                  <a:pt x="497889" y="40694"/>
                </a:cubicBezTo>
                <a:lnTo>
                  <a:pt x="499268" y="47258"/>
                </a:lnTo>
                <a:close/>
                <a:moveTo>
                  <a:pt x="582699" y="37584"/>
                </a:moveTo>
                <a:lnTo>
                  <a:pt x="582699" y="108469"/>
                </a:lnTo>
                <a:lnTo>
                  <a:pt x="565586" y="108469"/>
                </a:lnTo>
                <a:lnTo>
                  <a:pt x="565586" y="37584"/>
                </a:lnTo>
                <a:lnTo>
                  <a:pt x="582699" y="37584"/>
                </a:lnTo>
                <a:moveTo>
                  <a:pt x="585045" y="16926"/>
                </a:moveTo>
                <a:cubicBezTo>
                  <a:pt x="585045" y="18401"/>
                  <a:pt x="584746" y="19783"/>
                  <a:pt x="584148" y="21073"/>
                </a:cubicBezTo>
                <a:cubicBezTo>
                  <a:pt x="583549" y="22362"/>
                  <a:pt x="582755" y="23490"/>
                  <a:pt x="581766" y="24457"/>
                </a:cubicBezTo>
                <a:cubicBezTo>
                  <a:pt x="580777" y="25425"/>
                  <a:pt x="579616" y="26196"/>
                  <a:pt x="578282" y="26773"/>
                </a:cubicBezTo>
                <a:cubicBezTo>
                  <a:pt x="576949" y="27347"/>
                  <a:pt x="575523" y="27635"/>
                  <a:pt x="574005" y="27635"/>
                </a:cubicBezTo>
                <a:cubicBezTo>
                  <a:pt x="572533" y="27635"/>
                  <a:pt x="571141" y="27347"/>
                  <a:pt x="569829" y="26773"/>
                </a:cubicBezTo>
                <a:cubicBezTo>
                  <a:pt x="568518" y="26196"/>
                  <a:pt x="567379" y="25425"/>
                  <a:pt x="566413" y="24457"/>
                </a:cubicBezTo>
                <a:cubicBezTo>
                  <a:pt x="565447" y="23490"/>
                  <a:pt x="564677" y="22362"/>
                  <a:pt x="564101" y="21073"/>
                </a:cubicBezTo>
                <a:cubicBezTo>
                  <a:pt x="563527" y="19783"/>
                  <a:pt x="563240" y="18401"/>
                  <a:pt x="563240" y="16926"/>
                </a:cubicBezTo>
                <a:cubicBezTo>
                  <a:pt x="563240" y="15407"/>
                  <a:pt x="563527" y="13979"/>
                  <a:pt x="564101" y="12644"/>
                </a:cubicBezTo>
                <a:cubicBezTo>
                  <a:pt x="564677" y="11309"/>
                  <a:pt x="565447" y="10158"/>
                  <a:pt x="566413" y="9191"/>
                </a:cubicBezTo>
                <a:cubicBezTo>
                  <a:pt x="567379" y="8222"/>
                  <a:pt x="568518" y="7450"/>
                  <a:pt x="569829" y="6876"/>
                </a:cubicBezTo>
                <a:cubicBezTo>
                  <a:pt x="571141" y="6299"/>
                  <a:pt x="572533" y="6011"/>
                  <a:pt x="574005" y="6011"/>
                </a:cubicBezTo>
                <a:cubicBezTo>
                  <a:pt x="575523" y="6011"/>
                  <a:pt x="576949" y="6299"/>
                  <a:pt x="578282" y="6876"/>
                </a:cubicBezTo>
                <a:cubicBezTo>
                  <a:pt x="579616" y="7450"/>
                  <a:pt x="580777" y="8222"/>
                  <a:pt x="581766" y="9191"/>
                </a:cubicBezTo>
                <a:cubicBezTo>
                  <a:pt x="582755" y="10158"/>
                  <a:pt x="583549" y="11309"/>
                  <a:pt x="584148" y="12644"/>
                </a:cubicBezTo>
                <a:cubicBezTo>
                  <a:pt x="584746" y="13979"/>
                  <a:pt x="585045" y="15407"/>
                  <a:pt x="585045" y="16926"/>
                </a:cubicBezTo>
                <a:close/>
                <a:moveTo>
                  <a:pt x="651568" y="52577"/>
                </a:moveTo>
                <a:cubicBezTo>
                  <a:pt x="651063" y="53221"/>
                  <a:pt x="650569" y="53728"/>
                  <a:pt x="650086" y="54097"/>
                </a:cubicBezTo>
                <a:cubicBezTo>
                  <a:pt x="649603" y="54466"/>
                  <a:pt x="648901" y="54650"/>
                  <a:pt x="647980" y="54650"/>
                </a:cubicBezTo>
                <a:cubicBezTo>
                  <a:pt x="647107" y="54650"/>
                  <a:pt x="646256" y="54385"/>
                  <a:pt x="645427" y="53855"/>
                </a:cubicBezTo>
                <a:cubicBezTo>
                  <a:pt x="644599" y="53325"/>
                  <a:pt x="643610" y="52726"/>
                  <a:pt x="642460" y="52059"/>
                </a:cubicBezTo>
                <a:cubicBezTo>
                  <a:pt x="641310" y="51391"/>
                  <a:pt x="639941" y="50792"/>
                  <a:pt x="638354" y="50262"/>
                </a:cubicBezTo>
                <a:cubicBezTo>
                  <a:pt x="636767" y="49732"/>
                  <a:pt x="634800" y="49467"/>
                  <a:pt x="632453" y="49467"/>
                </a:cubicBezTo>
                <a:cubicBezTo>
                  <a:pt x="629464" y="49467"/>
                  <a:pt x="626842" y="50009"/>
                  <a:pt x="624587" y="51091"/>
                </a:cubicBezTo>
                <a:cubicBezTo>
                  <a:pt x="622332" y="52173"/>
                  <a:pt x="620457" y="53728"/>
                  <a:pt x="618962" y="55755"/>
                </a:cubicBezTo>
                <a:cubicBezTo>
                  <a:pt x="617467" y="57782"/>
                  <a:pt x="616351" y="60234"/>
                  <a:pt x="615616" y="63113"/>
                </a:cubicBezTo>
                <a:cubicBezTo>
                  <a:pt x="614880" y="65992"/>
                  <a:pt x="614512" y="69250"/>
                  <a:pt x="614512" y="72888"/>
                </a:cubicBezTo>
                <a:cubicBezTo>
                  <a:pt x="614512" y="76664"/>
                  <a:pt x="614914" y="80027"/>
                  <a:pt x="615719" y="82976"/>
                </a:cubicBezTo>
                <a:cubicBezTo>
                  <a:pt x="616525" y="85924"/>
                  <a:pt x="617687" y="88400"/>
                  <a:pt x="619204" y="90404"/>
                </a:cubicBezTo>
                <a:cubicBezTo>
                  <a:pt x="620722" y="92407"/>
                  <a:pt x="622562" y="93927"/>
                  <a:pt x="624724" y="94963"/>
                </a:cubicBezTo>
                <a:cubicBezTo>
                  <a:pt x="626887" y="95998"/>
                  <a:pt x="629326" y="96516"/>
                  <a:pt x="632040" y="96516"/>
                </a:cubicBezTo>
                <a:cubicBezTo>
                  <a:pt x="634754" y="96516"/>
                  <a:pt x="636950" y="96183"/>
                  <a:pt x="638629" y="95515"/>
                </a:cubicBezTo>
                <a:cubicBezTo>
                  <a:pt x="640309" y="94847"/>
                  <a:pt x="641723" y="94111"/>
                  <a:pt x="642873" y="93305"/>
                </a:cubicBezTo>
                <a:cubicBezTo>
                  <a:pt x="644024" y="92498"/>
                  <a:pt x="645025" y="91761"/>
                  <a:pt x="645876" y="91094"/>
                </a:cubicBezTo>
                <a:cubicBezTo>
                  <a:pt x="646727" y="90426"/>
                  <a:pt x="647681" y="90092"/>
                  <a:pt x="648740" y="90092"/>
                </a:cubicBezTo>
                <a:cubicBezTo>
                  <a:pt x="650120" y="90092"/>
                  <a:pt x="651155" y="90621"/>
                  <a:pt x="651844" y="91680"/>
                </a:cubicBezTo>
                <a:lnTo>
                  <a:pt x="656745" y="97897"/>
                </a:lnTo>
                <a:cubicBezTo>
                  <a:pt x="654858" y="100108"/>
                  <a:pt x="652810" y="101962"/>
                  <a:pt x="650602" y="103459"/>
                </a:cubicBezTo>
                <a:cubicBezTo>
                  <a:pt x="648395" y="104956"/>
                  <a:pt x="646106" y="106154"/>
                  <a:pt x="643736" y="107052"/>
                </a:cubicBezTo>
                <a:cubicBezTo>
                  <a:pt x="641366" y="107950"/>
                  <a:pt x="638928" y="108584"/>
                  <a:pt x="636420" y="108952"/>
                </a:cubicBezTo>
                <a:cubicBezTo>
                  <a:pt x="633914" y="109321"/>
                  <a:pt x="631419" y="109506"/>
                  <a:pt x="628934" y="109506"/>
                </a:cubicBezTo>
                <a:cubicBezTo>
                  <a:pt x="624563" y="109506"/>
                  <a:pt x="620445" y="108689"/>
                  <a:pt x="616580" y="107054"/>
                </a:cubicBezTo>
                <a:cubicBezTo>
                  <a:pt x="612716" y="105418"/>
                  <a:pt x="609336" y="103034"/>
                  <a:pt x="606438" y="99903"/>
                </a:cubicBezTo>
                <a:cubicBezTo>
                  <a:pt x="603540" y="96771"/>
                  <a:pt x="601251" y="92936"/>
                  <a:pt x="599571" y="88399"/>
                </a:cubicBezTo>
                <a:cubicBezTo>
                  <a:pt x="597891" y="83862"/>
                  <a:pt x="597052" y="78691"/>
                  <a:pt x="597052" y="72888"/>
                </a:cubicBezTo>
                <a:cubicBezTo>
                  <a:pt x="597052" y="67684"/>
                  <a:pt x="597799" y="62860"/>
                  <a:pt x="599295" y="58415"/>
                </a:cubicBezTo>
                <a:cubicBezTo>
                  <a:pt x="600790" y="53970"/>
                  <a:pt x="602986" y="50123"/>
                  <a:pt x="605884" y="46876"/>
                </a:cubicBezTo>
                <a:cubicBezTo>
                  <a:pt x="608783" y="43629"/>
                  <a:pt x="612372" y="41085"/>
                  <a:pt x="616650" y="39244"/>
                </a:cubicBezTo>
                <a:cubicBezTo>
                  <a:pt x="620929" y="37401"/>
                  <a:pt x="625852" y="36480"/>
                  <a:pt x="631419" y="36480"/>
                </a:cubicBezTo>
                <a:cubicBezTo>
                  <a:pt x="636709" y="36480"/>
                  <a:pt x="641343" y="37332"/>
                  <a:pt x="645322" y="39037"/>
                </a:cubicBezTo>
                <a:cubicBezTo>
                  <a:pt x="649302" y="40741"/>
                  <a:pt x="652880" y="43182"/>
                  <a:pt x="656054" y="46360"/>
                </a:cubicBezTo>
                <a:lnTo>
                  <a:pt x="651568" y="52577"/>
                </a:lnTo>
                <a:close/>
                <a:moveTo>
                  <a:pt x="706499" y="78209"/>
                </a:moveTo>
                <a:cubicBezTo>
                  <a:pt x="701577" y="78438"/>
                  <a:pt x="697436" y="78864"/>
                  <a:pt x="694078" y="79487"/>
                </a:cubicBezTo>
                <a:cubicBezTo>
                  <a:pt x="690720" y="80108"/>
                  <a:pt x="688028" y="80902"/>
                  <a:pt x="686004" y="81869"/>
                </a:cubicBezTo>
                <a:cubicBezTo>
                  <a:pt x="683979" y="82836"/>
                  <a:pt x="682530" y="83965"/>
                  <a:pt x="681655" y="85255"/>
                </a:cubicBezTo>
                <a:cubicBezTo>
                  <a:pt x="680782" y="86544"/>
                  <a:pt x="680345" y="87949"/>
                  <a:pt x="680345" y="89470"/>
                </a:cubicBezTo>
                <a:cubicBezTo>
                  <a:pt x="680345" y="92464"/>
                  <a:pt x="681230" y="94606"/>
                  <a:pt x="683001" y="95897"/>
                </a:cubicBezTo>
                <a:cubicBezTo>
                  <a:pt x="684773" y="97185"/>
                  <a:pt x="687085" y="97830"/>
                  <a:pt x="689938" y="97830"/>
                </a:cubicBezTo>
                <a:cubicBezTo>
                  <a:pt x="693434" y="97830"/>
                  <a:pt x="696458" y="97197"/>
                  <a:pt x="699010" y="95930"/>
                </a:cubicBezTo>
                <a:cubicBezTo>
                  <a:pt x="701564" y="94662"/>
                  <a:pt x="704060" y="92739"/>
                  <a:pt x="706499" y="90160"/>
                </a:cubicBezTo>
                <a:lnTo>
                  <a:pt x="706499" y="78209"/>
                </a:lnTo>
                <a:moveTo>
                  <a:pt x="667440" y="47464"/>
                </a:moveTo>
                <a:cubicBezTo>
                  <a:pt x="675583" y="40002"/>
                  <a:pt x="685382" y="36271"/>
                  <a:pt x="696837" y="36271"/>
                </a:cubicBezTo>
                <a:cubicBezTo>
                  <a:pt x="700978" y="36271"/>
                  <a:pt x="704682" y="36950"/>
                  <a:pt x="707948" y="38310"/>
                </a:cubicBezTo>
                <a:cubicBezTo>
                  <a:pt x="711215" y="39669"/>
                  <a:pt x="713975" y="41557"/>
                  <a:pt x="716228" y="43975"/>
                </a:cubicBezTo>
                <a:cubicBezTo>
                  <a:pt x="718483" y="46393"/>
                  <a:pt x="720197" y="49283"/>
                  <a:pt x="721369" y="52647"/>
                </a:cubicBezTo>
                <a:cubicBezTo>
                  <a:pt x="722543" y="56009"/>
                  <a:pt x="723129" y="59693"/>
                  <a:pt x="723129" y="63699"/>
                </a:cubicBezTo>
                <a:lnTo>
                  <a:pt x="723129" y="108469"/>
                </a:lnTo>
                <a:lnTo>
                  <a:pt x="715401" y="108469"/>
                </a:lnTo>
                <a:cubicBezTo>
                  <a:pt x="713790" y="108469"/>
                  <a:pt x="712548" y="108227"/>
                  <a:pt x="711673" y="107744"/>
                </a:cubicBezTo>
                <a:cubicBezTo>
                  <a:pt x="710800" y="107260"/>
                  <a:pt x="710111" y="106281"/>
                  <a:pt x="709605" y="104807"/>
                </a:cubicBezTo>
                <a:lnTo>
                  <a:pt x="708087" y="99694"/>
                </a:lnTo>
                <a:cubicBezTo>
                  <a:pt x="706292" y="101306"/>
                  <a:pt x="704544" y="102723"/>
                  <a:pt x="702841" y="103944"/>
                </a:cubicBezTo>
                <a:cubicBezTo>
                  <a:pt x="701139" y="105164"/>
                  <a:pt x="699368" y="106189"/>
                  <a:pt x="697528" y="107018"/>
                </a:cubicBezTo>
                <a:cubicBezTo>
                  <a:pt x="695687" y="107848"/>
                  <a:pt x="693720" y="108481"/>
                  <a:pt x="691627" y="108918"/>
                </a:cubicBezTo>
                <a:cubicBezTo>
                  <a:pt x="689535" y="109355"/>
                  <a:pt x="687223" y="109574"/>
                  <a:pt x="684692" y="109574"/>
                </a:cubicBezTo>
                <a:cubicBezTo>
                  <a:pt x="681701" y="109574"/>
                  <a:pt x="678941" y="109171"/>
                  <a:pt x="676411" y="108366"/>
                </a:cubicBezTo>
                <a:cubicBezTo>
                  <a:pt x="673881" y="107559"/>
                  <a:pt x="671696" y="106350"/>
                  <a:pt x="669855" y="104739"/>
                </a:cubicBezTo>
                <a:cubicBezTo>
                  <a:pt x="668015" y="103127"/>
                  <a:pt x="666588" y="101123"/>
                  <a:pt x="665576" y="98728"/>
                </a:cubicBezTo>
                <a:cubicBezTo>
                  <a:pt x="664565" y="96333"/>
                  <a:pt x="664060" y="93546"/>
                  <a:pt x="664060" y="90368"/>
                </a:cubicBezTo>
                <a:cubicBezTo>
                  <a:pt x="664060" y="88572"/>
                  <a:pt x="664359" y="86788"/>
                  <a:pt x="664957" y="85015"/>
                </a:cubicBezTo>
                <a:cubicBezTo>
                  <a:pt x="665555" y="83241"/>
                  <a:pt x="666532" y="81548"/>
                  <a:pt x="667889" y="79936"/>
                </a:cubicBezTo>
                <a:cubicBezTo>
                  <a:pt x="669246" y="78324"/>
                  <a:pt x="671006" y="76804"/>
                  <a:pt x="673168" y="75375"/>
                </a:cubicBezTo>
                <a:cubicBezTo>
                  <a:pt x="675330" y="73947"/>
                  <a:pt x="677987" y="72704"/>
                  <a:pt x="681137" y="71646"/>
                </a:cubicBezTo>
                <a:cubicBezTo>
                  <a:pt x="684289" y="70586"/>
                  <a:pt x="687958" y="69722"/>
                  <a:pt x="692145" y="69054"/>
                </a:cubicBezTo>
                <a:cubicBezTo>
                  <a:pt x="696331" y="68387"/>
                  <a:pt x="701116" y="67983"/>
                  <a:pt x="706499" y="67844"/>
                </a:cubicBezTo>
                <a:lnTo>
                  <a:pt x="706499" y="63699"/>
                </a:lnTo>
                <a:cubicBezTo>
                  <a:pt x="706499" y="58955"/>
                  <a:pt x="705487" y="55443"/>
                  <a:pt x="703462" y="53163"/>
                </a:cubicBezTo>
                <a:cubicBezTo>
                  <a:pt x="701438" y="50884"/>
                  <a:pt x="698517" y="49744"/>
                  <a:pt x="694699" y="49744"/>
                </a:cubicBezTo>
                <a:cubicBezTo>
                  <a:pt x="691939" y="49744"/>
                  <a:pt x="689650" y="50066"/>
                  <a:pt x="687832" y="50711"/>
                </a:cubicBezTo>
                <a:cubicBezTo>
                  <a:pt x="686015" y="51357"/>
                  <a:pt x="684417" y="52082"/>
                  <a:pt x="683037" y="52889"/>
                </a:cubicBezTo>
                <a:cubicBezTo>
                  <a:pt x="681656" y="53695"/>
                  <a:pt x="680403" y="54420"/>
                  <a:pt x="679275" y="55065"/>
                </a:cubicBezTo>
                <a:cubicBezTo>
                  <a:pt x="678148" y="55709"/>
                  <a:pt x="676894" y="56031"/>
                  <a:pt x="675514" y="56031"/>
                </a:cubicBezTo>
                <a:cubicBezTo>
                  <a:pt x="674318" y="56031"/>
                  <a:pt x="673306" y="55720"/>
                  <a:pt x="672477" y="55099"/>
                </a:cubicBezTo>
                <a:cubicBezTo>
                  <a:pt x="671650" y="54476"/>
                  <a:pt x="670984" y="53751"/>
                  <a:pt x="670477" y="52923"/>
                </a:cubicBezTo>
                <a:lnTo>
                  <a:pt x="667440" y="47464"/>
                </a:lnTo>
                <a:close/>
                <a:moveTo>
                  <a:pt x="759704" y="5804"/>
                </a:moveTo>
                <a:lnTo>
                  <a:pt x="759704" y="108469"/>
                </a:lnTo>
                <a:lnTo>
                  <a:pt x="742659" y="108469"/>
                </a:lnTo>
                <a:lnTo>
                  <a:pt x="742659" y="5804"/>
                </a:lnTo>
                <a:lnTo>
                  <a:pt x="759704" y="5804"/>
                </a:lnTo>
                <a:close/>
                <a:moveTo>
                  <a:pt x="845272" y="56100"/>
                </a:moveTo>
                <a:cubicBezTo>
                  <a:pt x="848769" y="56100"/>
                  <a:pt x="851817" y="55663"/>
                  <a:pt x="854416" y="54789"/>
                </a:cubicBezTo>
                <a:cubicBezTo>
                  <a:pt x="857015" y="53913"/>
                  <a:pt x="859154" y="52704"/>
                  <a:pt x="860833" y="51160"/>
                </a:cubicBezTo>
                <a:cubicBezTo>
                  <a:pt x="862512" y="49617"/>
                  <a:pt x="863766" y="47786"/>
                  <a:pt x="864594" y="45668"/>
                </a:cubicBezTo>
                <a:cubicBezTo>
                  <a:pt x="865423" y="43550"/>
                  <a:pt x="865837" y="41224"/>
                  <a:pt x="865837" y="38689"/>
                </a:cubicBezTo>
                <a:cubicBezTo>
                  <a:pt x="865837" y="33623"/>
                  <a:pt x="864169" y="29732"/>
                  <a:pt x="860833" y="27015"/>
                </a:cubicBezTo>
                <a:cubicBezTo>
                  <a:pt x="857499" y="24297"/>
                  <a:pt x="852404" y="22937"/>
                  <a:pt x="845548" y="22937"/>
                </a:cubicBezTo>
                <a:lnTo>
                  <a:pt x="833679" y="22937"/>
                </a:lnTo>
                <a:lnTo>
                  <a:pt x="833679" y="56100"/>
                </a:lnTo>
                <a:lnTo>
                  <a:pt x="845272" y="56100"/>
                </a:lnTo>
                <a:moveTo>
                  <a:pt x="893026" y="108469"/>
                </a:moveTo>
                <a:lnTo>
                  <a:pt x="876257" y="108469"/>
                </a:lnTo>
                <a:cubicBezTo>
                  <a:pt x="873083" y="108469"/>
                  <a:pt x="870782" y="107226"/>
                  <a:pt x="869356" y="104739"/>
                </a:cubicBezTo>
                <a:lnTo>
                  <a:pt x="848378" y="72750"/>
                </a:lnTo>
                <a:cubicBezTo>
                  <a:pt x="847596" y="71553"/>
                  <a:pt x="846734" y="70701"/>
                  <a:pt x="845790" y="70195"/>
                </a:cubicBezTo>
                <a:cubicBezTo>
                  <a:pt x="844847" y="69688"/>
                  <a:pt x="843455" y="69434"/>
                  <a:pt x="841616" y="69434"/>
                </a:cubicBezTo>
                <a:lnTo>
                  <a:pt x="833679" y="69434"/>
                </a:lnTo>
                <a:lnTo>
                  <a:pt x="833679" y="108469"/>
                </a:lnTo>
                <a:lnTo>
                  <a:pt x="815117" y="108469"/>
                </a:lnTo>
                <a:lnTo>
                  <a:pt x="815117" y="8566"/>
                </a:lnTo>
                <a:lnTo>
                  <a:pt x="845548" y="8566"/>
                </a:lnTo>
                <a:cubicBezTo>
                  <a:pt x="852311" y="8566"/>
                  <a:pt x="858119" y="9269"/>
                  <a:pt x="862973" y="10675"/>
                </a:cubicBezTo>
                <a:cubicBezTo>
                  <a:pt x="867826" y="12079"/>
                  <a:pt x="871806" y="14048"/>
                  <a:pt x="874911" y="16583"/>
                </a:cubicBezTo>
                <a:cubicBezTo>
                  <a:pt x="878017" y="19115"/>
                  <a:pt x="880305" y="22144"/>
                  <a:pt x="881777" y="25668"/>
                </a:cubicBezTo>
                <a:cubicBezTo>
                  <a:pt x="883249" y="29190"/>
                  <a:pt x="883986" y="33070"/>
                  <a:pt x="883986" y="37308"/>
                </a:cubicBezTo>
                <a:cubicBezTo>
                  <a:pt x="883986" y="40670"/>
                  <a:pt x="883491" y="43848"/>
                  <a:pt x="882501" y="46842"/>
                </a:cubicBezTo>
                <a:cubicBezTo>
                  <a:pt x="881513" y="49836"/>
                  <a:pt x="880087" y="52554"/>
                  <a:pt x="878224" y="54996"/>
                </a:cubicBezTo>
                <a:cubicBezTo>
                  <a:pt x="876361" y="57436"/>
                  <a:pt x="874060" y="59577"/>
                  <a:pt x="871323" y="61420"/>
                </a:cubicBezTo>
                <a:cubicBezTo>
                  <a:pt x="868585" y="63263"/>
                  <a:pt x="865468" y="64713"/>
                  <a:pt x="861972" y="65772"/>
                </a:cubicBezTo>
                <a:cubicBezTo>
                  <a:pt x="863168" y="66463"/>
                  <a:pt x="864273" y="67281"/>
                  <a:pt x="865285" y="68226"/>
                </a:cubicBezTo>
                <a:cubicBezTo>
                  <a:pt x="866297" y="69169"/>
                  <a:pt x="867217" y="70286"/>
                  <a:pt x="868046" y="71576"/>
                </a:cubicBezTo>
                <a:lnTo>
                  <a:pt x="893026" y="108469"/>
                </a:lnTo>
                <a:close/>
                <a:moveTo>
                  <a:pt x="960100" y="70747"/>
                </a:moveTo>
                <a:lnTo>
                  <a:pt x="947955" y="37515"/>
                </a:lnTo>
                <a:cubicBezTo>
                  <a:pt x="947357" y="36042"/>
                  <a:pt x="946736" y="34292"/>
                  <a:pt x="946092" y="32265"/>
                </a:cubicBezTo>
                <a:cubicBezTo>
                  <a:pt x="945449" y="30238"/>
                  <a:pt x="944805" y="28050"/>
                  <a:pt x="944160" y="25701"/>
                </a:cubicBezTo>
                <a:cubicBezTo>
                  <a:pt x="943562" y="28050"/>
                  <a:pt x="942941" y="30249"/>
                  <a:pt x="942297" y="32299"/>
                </a:cubicBezTo>
                <a:cubicBezTo>
                  <a:pt x="941654" y="34348"/>
                  <a:pt x="941033" y="36133"/>
                  <a:pt x="940435" y="37654"/>
                </a:cubicBezTo>
                <a:lnTo>
                  <a:pt x="928357" y="70747"/>
                </a:lnTo>
                <a:lnTo>
                  <a:pt x="960100" y="70747"/>
                </a:lnTo>
                <a:moveTo>
                  <a:pt x="992879" y="108469"/>
                </a:moveTo>
                <a:lnTo>
                  <a:pt x="978525" y="108469"/>
                </a:lnTo>
                <a:cubicBezTo>
                  <a:pt x="976916" y="108469"/>
                  <a:pt x="975606" y="108066"/>
                  <a:pt x="974593" y="107261"/>
                </a:cubicBezTo>
                <a:cubicBezTo>
                  <a:pt x="973581" y="106454"/>
                  <a:pt x="972822" y="105452"/>
                  <a:pt x="972315" y="104254"/>
                </a:cubicBezTo>
                <a:lnTo>
                  <a:pt x="964862" y="83874"/>
                </a:lnTo>
                <a:lnTo>
                  <a:pt x="923526" y="83874"/>
                </a:lnTo>
                <a:lnTo>
                  <a:pt x="916074" y="104254"/>
                </a:lnTo>
                <a:cubicBezTo>
                  <a:pt x="915706" y="105314"/>
                  <a:pt x="914992" y="106282"/>
                  <a:pt x="913934" y="107158"/>
                </a:cubicBezTo>
                <a:cubicBezTo>
                  <a:pt x="912877" y="108032"/>
                  <a:pt x="911566" y="108469"/>
                  <a:pt x="910002" y="108469"/>
                </a:cubicBezTo>
                <a:lnTo>
                  <a:pt x="895511" y="108469"/>
                </a:lnTo>
                <a:lnTo>
                  <a:pt x="934776" y="8566"/>
                </a:lnTo>
                <a:lnTo>
                  <a:pt x="953684" y="8566"/>
                </a:lnTo>
                <a:lnTo>
                  <a:pt x="992879" y="108469"/>
                </a:lnTo>
                <a:close/>
                <a:moveTo>
                  <a:pt x="1088662" y="58380"/>
                </a:moveTo>
                <a:lnTo>
                  <a:pt x="1088662" y="98796"/>
                </a:lnTo>
                <a:cubicBezTo>
                  <a:pt x="1083602" y="102527"/>
                  <a:pt x="1078208" y="105257"/>
                  <a:pt x="1072480" y="106985"/>
                </a:cubicBezTo>
                <a:cubicBezTo>
                  <a:pt x="1066752" y="108711"/>
                  <a:pt x="1060621" y="109574"/>
                  <a:pt x="1054089" y="109574"/>
                </a:cubicBezTo>
                <a:cubicBezTo>
                  <a:pt x="1045946" y="109574"/>
                  <a:pt x="1038574" y="108307"/>
                  <a:pt x="1031972" y="105774"/>
                </a:cubicBezTo>
                <a:cubicBezTo>
                  <a:pt x="1025371" y="103242"/>
                  <a:pt x="1019735" y="99718"/>
                  <a:pt x="1015066" y="95205"/>
                </a:cubicBezTo>
                <a:cubicBezTo>
                  <a:pt x="1010396" y="90690"/>
                  <a:pt x="1006796" y="85301"/>
                  <a:pt x="1004266" y="79038"/>
                </a:cubicBezTo>
                <a:cubicBezTo>
                  <a:pt x="1001736" y="72773"/>
                  <a:pt x="1000471" y="65933"/>
                  <a:pt x="1000471" y="58519"/>
                </a:cubicBezTo>
                <a:cubicBezTo>
                  <a:pt x="1000471" y="51011"/>
                  <a:pt x="1001690" y="44126"/>
                  <a:pt x="1004127" y="37863"/>
                </a:cubicBezTo>
                <a:cubicBezTo>
                  <a:pt x="1006566" y="31598"/>
                  <a:pt x="1010028" y="26209"/>
                  <a:pt x="1014514" y="21695"/>
                </a:cubicBezTo>
                <a:cubicBezTo>
                  <a:pt x="1019000" y="17181"/>
                  <a:pt x="1024439" y="13680"/>
                  <a:pt x="1030833" y="11194"/>
                </a:cubicBezTo>
                <a:cubicBezTo>
                  <a:pt x="1037228" y="8706"/>
                  <a:pt x="1044405" y="7462"/>
                  <a:pt x="1052364" y="7462"/>
                </a:cubicBezTo>
                <a:cubicBezTo>
                  <a:pt x="1056413" y="7462"/>
                  <a:pt x="1060197" y="7784"/>
                  <a:pt x="1063715" y="8429"/>
                </a:cubicBezTo>
                <a:cubicBezTo>
                  <a:pt x="1067235" y="9075"/>
                  <a:pt x="1070501" y="9962"/>
                  <a:pt x="1073514" y="11090"/>
                </a:cubicBezTo>
                <a:cubicBezTo>
                  <a:pt x="1076528" y="12218"/>
                  <a:pt x="1079277" y="13587"/>
                  <a:pt x="1081761" y="15199"/>
                </a:cubicBezTo>
                <a:cubicBezTo>
                  <a:pt x="1084246" y="16812"/>
                  <a:pt x="1086523" y="18585"/>
                  <a:pt x="1088592" y="20519"/>
                </a:cubicBezTo>
                <a:lnTo>
                  <a:pt x="1083279" y="28948"/>
                </a:lnTo>
                <a:cubicBezTo>
                  <a:pt x="1082451" y="30284"/>
                  <a:pt x="1081370" y="31101"/>
                  <a:pt x="1080036" y="31400"/>
                </a:cubicBezTo>
                <a:cubicBezTo>
                  <a:pt x="1078702" y="31700"/>
                  <a:pt x="1077253" y="31366"/>
                  <a:pt x="1075689" y="30399"/>
                </a:cubicBezTo>
                <a:cubicBezTo>
                  <a:pt x="1074170" y="29525"/>
                  <a:pt x="1072652" y="28650"/>
                  <a:pt x="1071134" y="27774"/>
                </a:cubicBezTo>
                <a:cubicBezTo>
                  <a:pt x="1069617" y="26898"/>
                  <a:pt x="1067925" y="26139"/>
                  <a:pt x="1066061" y="25495"/>
                </a:cubicBezTo>
                <a:cubicBezTo>
                  <a:pt x="1064198" y="24850"/>
                  <a:pt x="1062105" y="24320"/>
                  <a:pt x="1059781" y="23905"/>
                </a:cubicBezTo>
                <a:cubicBezTo>
                  <a:pt x="1057459" y="23490"/>
                  <a:pt x="1054779" y="23283"/>
                  <a:pt x="1051743" y="23283"/>
                </a:cubicBezTo>
                <a:cubicBezTo>
                  <a:pt x="1046820" y="23283"/>
                  <a:pt x="1042369" y="24112"/>
                  <a:pt x="1038389" y="25771"/>
                </a:cubicBezTo>
                <a:cubicBezTo>
                  <a:pt x="1034410" y="27428"/>
                  <a:pt x="1031017" y="29800"/>
                  <a:pt x="1028211" y="32887"/>
                </a:cubicBezTo>
                <a:cubicBezTo>
                  <a:pt x="1025404" y="35972"/>
                  <a:pt x="1023242" y="39680"/>
                  <a:pt x="1021725" y="44011"/>
                </a:cubicBezTo>
                <a:cubicBezTo>
                  <a:pt x="1020207" y="48340"/>
                  <a:pt x="1019448" y="53176"/>
                  <a:pt x="1019448" y="58519"/>
                </a:cubicBezTo>
                <a:cubicBezTo>
                  <a:pt x="1019448" y="64230"/>
                  <a:pt x="1020264" y="69331"/>
                  <a:pt x="1021897" y="73822"/>
                </a:cubicBezTo>
                <a:cubicBezTo>
                  <a:pt x="1023530" y="78312"/>
                  <a:pt x="1025830" y="82112"/>
                  <a:pt x="1028796" y="85222"/>
                </a:cubicBezTo>
                <a:cubicBezTo>
                  <a:pt x="1031764" y="88329"/>
                  <a:pt x="1035342" y="90701"/>
                  <a:pt x="1039528" y="92338"/>
                </a:cubicBezTo>
                <a:cubicBezTo>
                  <a:pt x="1043715" y="93972"/>
                  <a:pt x="1048384" y="94790"/>
                  <a:pt x="1053537" y="94790"/>
                </a:cubicBezTo>
                <a:cubicBezTo>
                  <a:pt x="1057218" y="94790"/>
                  <a:pt x="1060508" y="94398"/>
                  <a:pt x="1063405" y="93615"/>
                </a:cubicBezTo>
                <a:cubicBezTo>
                  <a:pt x="1066303" y="92832"/>
                  <a:pt x="1069132" y="91773"/>
                  <a:pt x="1071892" y="90438"/>
                </a:cubicBezTo>
                <a:lnTo>
                  <a:pt x="1071892" y="72335"/>
                </a:lnTo>
                <a:lnTo>
                  <a:pt x="1059335" y="72335"/>
                </a:lnTo>
                <a:cubicBezTo>
                  <a:pt x="1058138" y="72335"/>
                  <a:pt x="1057206" y="72001"/>
                  <a:pt x="1056538" y="71334"/>
                </a:cubicBezTo>
                <a:cubicBezTo>
                  <a:pt x="1055871" y="70666"/>
                  <a:pt x="1055538" y="69849"/>
                  <a:pt x="1055538" y="68882"/>
                </a:cubicBezTo>
                <a:lnTo>
                  <a:pt x="1055538" y="58380"/>
                </a:lnTo>
                <a:lnTo>
                  <a:pt x="1088662" y="58380"/>
                </a:lnTo>
                <a:close/>
                <a:moveTo>
                  <a:pt x="1163328" y="23353"/>
                </a:moveTo>
                <a:lnTo>
                  <a:pt x="1163328" y="52923"/>
                </a:lnTo>
                <a:lnTo>
                  <a:pt x="1200730" y="52923"/>
                </a:lnTo>
                <a:lnTo>
                  <a:pt x="1200730" y="67777"/>
                </a:lnTo>
                <a:lnTo>
                  <a:pt x="1163328" y="67777"/>
                </a:lnTo>
                <a:lnTo>
                  <a:pt x="1163328" y="108469"/>
                </a:lnTo>
                <a:lnTo>
                  <a:pt x="1144697" y="108469"/>
                </a:lnTo>
                <a:lnTo>
                  <a:pt x="1144697" y="8566"/>
                </a:lnTo>
                <a:lnTo>
                  <a:pt x="1207631" y="8566"/>
                </a:lnTo>
                <a:lnTo>
                  <a:pt x="1207631" y="23353"/>
                </a:lnTo>
                <a:lnTo>
                  <a:pt x="1163328" y="23353"/>
                </a:lnTo>
                <a:close/>
                <a:moveTo>
                  <a:pt x="1239996" y="49883"/>
                </a:moveTo>
                <a:cubicBezTo>
                  <a:pt x="1242205" y="45645"/>
                  <a:pt x="1244826" y="42317"/>
                  <a:pt x="1247862" y="39899"/>
                </a:cubicBezTo>
                <a:cubicBezTo>
                  <a:pt x="1250899" y="37480"/>
                  <a:pt x="1254487" y="36271"/>
                  <a:pt x="1258627" y="36271"/>
                </a:cubicBezTo>
                <a:cubicBezTo>
                  <a:pt x="1261894" y="36271"/>
                  <a:pt x="1264517" y="36985"/>
                  <a:pt x="1266495" y="38413"/>
                </a:cubicBezTo>
                <a:lnTo>
                  <a:pt x="1265390" y="51194"/>
                </a:lnTo>
                <a:cubicBezTo>
                  <a:pt x="1265159" y="52023"/>
                  <a:pt x="1264826" y="52611"/>
                  <a:pt x="1264389" y="52957"/>
                </a:cubicBezTo>
                <a:cubicBezTo>
                  <a:pt x="1263953" y="53303"/>
                  <a:pt x="1263366" y="53475"/>
                  <a:pt x="1262631" y="53475"/>
                </a:cubicBezTo>
                <a:cubicBezTo>
                  <a:pt x="1261940" y="53475"/>
                  <a:pt x="1260916" y="53360"/>
                  <a:pt x="1259558" y="53130"/>
                </a:cubicBezTo>
                <a:cubicBezTo>
                  <a:pt x="1258202" y="52899"/>
                  <a:pt x="1256879" y="52784"/>
                  <a:pt x="1255591" y="52784"/>
                </a:cubicBezTo>
                <a:cubicBezTo>
                  <a:pt x="1253705" y="52784"/>
                  <a:pt x="1252026" y="53060"/>
                  <a:pt x="1250553" y="53612"/>
                </a:cubicBezTo>
                <a:cubicBezTo>
                  <a:pt x="1249082" y="54165"/>
                  <a:pt x="1247759" y="54960"/>
                  <a:pt x="1246586" y="55997"/>
                </a:cubicBezTo>
                <a:cubicBezTo>
                  <a:pt x="1245412" y="57033"/>
                  <a:pt x="1244376" y="58288"/>
                  <a:pt x="1243479" y="59763"/>
                </a:cubicBezTo>
                <a:cubicBezTo>
                  <a:pt x="1242582" y="61236"/>
                  <a:pt x="1241743" y="62917"/>
                  <a:pt x="1240961" y="64806"/>
                </a:cubicBezTo>
                <a:lnTo>
                  <a:pt x="1240961" y="108469"/>
                </a:lnTo>
                <a:lnTo>
                  <a:pt x="1223917" y="108469"/>
                </a:lnTo>
                <a:lnTo>
                  <a:pt x="1223917" y="37584"/>
                </a:lnTo>
                <a:lnTo>
                  <a:pt x="1233923" y="37584"/>
                </a:lnTo>
                <a:cubicBezTo>
                  <a:pt x="1235671" y="37584"/>
                  <a:pt x="1236889" y="37896"/>
                  <a:pt x="1237578" y="38518"/>
                </a:cubicBezTo>
                <a:cubicBezTo>
                  <a:pt x="1238269" y="39140"/>
                  <a:pt x="1238730" y="40256"/>
                  <a:pt x="1238960" y="41869"/>
                </a:cubicBezTo>
                <a:lnTo>
                  <a:pt x="1239996" y="49883"/>
                </a:lnTo>
                <a:close/>
                <a:moveTo>
                  <a:pt x="1314248" y="78209"/>
                </a:moveTo>
                <a:cubicBezTo>
                  <a:pt x="1309325" y="78438"/>
                  <a:pt x="1305185" y="78864"/>
                  <a:pt x="1301827" y="79487"/>
                </a:cubicBezTo>
                <a:cubicBezTo>
                  <a:pt x="1298469" y="80108"/>
                  <a:pt x="1295777" y="80902"/>
                  <a:pt x="1293753" y="81869"/>
                </a:cubicBezTo>
                <a:cubicBezTo>
                  <a:pt x="1291728" y="82836"/>
                  <a:pt x="1290279" y="83965"/>
                  <a:pt x="1289404" y="85255"/>
                </a:cubicBezTo>
                <a:cubicBezTo>
                  <a:pt x="1288531" y="86544"/>
                  <a:pt x="1288094" y="87949"/>
                  <a:pt x="1288094" y="89470"/>
                </a:cubicBezTo>
                <a:cubicBezTo>
                  <a:pt x="1288094" y="92464"/>
                  <a:pt x="1288979" y="94606"/>
                  <a:pt x="1290750" y="95897"/>
                </a:cubicBezTo>
                <a:cubicBezTo>
                  <a:pt x="1292521" y="97185"/>
                  <a:pt x="1294834" y="97830"/>
                  <a:pt x="1297687" y="97830"/>
                </a:cubicBezTo>
                <a:cubicBezTo>
                  <a:pt x="1301182" y="97830"/>
                  <a:pt x="1304207" y="97197"/>
                  <a:pt x="1306759" y="95930"/>
                </a:cubicBezTo>
                <a:cubicBezTo>
                  <a:pt x="1309313" y="94662"/>
                  <a:pt x="1311809" y="92739"/>
                  <a:pt x="1314248" y="90160"/>
                </a:cubicBezTo>
                <a:lnTo>
                  <a:pt x="1314248" y="78209"/>
                </a:lnTo>
                <a:moveTo>
                  <a:pt x="1275189" y="47464"/>
                </a:moveTo>
                <a:cubicBezTo>
                  <a:pt x="1283332" y="40002"/>
                  <a:pt x="1293131" y="36271"/>
                  <a:pt x="1304586" y="36271"/>
                </a:cubicBezTo>
                <a:cubicBezTo>
                  <a:pt x="1308727" y="36271"/>
                  <a:pt x="1312431" y="36950"/>
                  <a:pt x="1315697" y="38310"/>
                </a:cubicBezTo>
                <a:cubicBezTo>
                  <a:pt x="1318964" y="39669"/>
                  <a:pt x="1321724" y="41557"/>
                  <a:pt x="1323977" y="43975"/>
                </a:cubicBezTo>
                <a:cubicBezTo>
                  <a:pt x="1326232" y="46393"/>
                  <a:pt x="1327945" y="49283"/>
                  <a:pt x="1329118" y="52647"/>
                </a:cubicBezTo>
                <a:cubicBezTo>
                  <a:pt x="1330291" y="56009"/>
                  <a:pt x="1330878" y="59693"/>
                  <a:pt x="1330878" y="63699"/>
                </a:cubicBezTo>
                <a:lnTo>
                  <a:pt x="1330878" y="108469"/>
                </a:lnTo>
                <a:lnTo>
                  <a:pt x="1323149" y="108469"/>
                </a:lnTo>
                <a:cubicBezTo>
                  <a:pt x="1321539" y="108469"/>
                  <a:pt x="1320297" y="108227"/>
                  <a:pt x="1319422" y="107744"/>
                </a:cubicBezTo>
                <a:cubicBezTo>
                  <a:pt x="1318549" y="107260"/>
                  <a:pt x="1317859" y="106281"/>
                  <a:pt x="1317354" y="104807"/>
                </a:cubicBezTo>
                <a:lnTo>
                  <a:pt x="1315836" y="99694"/>
                </a:lnTo>
                <a:cubicBezTo>
                  <a:pt x="1314041" y="101306"/>
                  <a:pt x="1312293" y="102723"/>
                  <a:pt x="1310590" y="103944"/>
                </a:cubicBezTo>
                <a:cubicBezTo>
                  <a:pt x="1308888" y="105164"/>
                  <a:pt x="1307117" y="106189"/>
                  <a:pt x="1305276" y="107018"/>
                </a:cubicBezTo>
                <a:cubicBezTo>
                  <a:pt x="1303436" y="107848"/>
                  <a:pt x="1301469" y="108481"/>
                  <a:pt x="1299376" y="108918"/>
                </a:cubicBezTo>
                <a:cubicBezTo>
                  <a:pt x="1297284" y="109355"/>
                  <a:pt x="1294972" y="109574"/>
                  <a:pt x="1292441" y="109574"/>
                </a:cubicBezTo>
                <a:cubicBezTo>
                  <a:pt x="1289450" y="109574"/>
                  <a:pt x="1286690" y="109171"/>
                  <a:pt x="1284160" y="108366"/>
                </a:cubicBezTo>
                <a:cubicBezTo>
                  <a:pt x="1281630" y="107559"/>
                  <a:pt x="1279445" y="106350"/>
                  <a:pt x="1277604" y="104739"/>
                </a:cubicBezTo>
                <a:cubicBezTo>
                  <a:pt x="1275764" y="103127"/>
                  <a:pt x="1274337" y="101123"/>
                  <a:pt x="1273325" y="98728"/>
                </a:cubicBezTo>
                <a:cubicBezTo>
                  <a:pt x="1272314" y="96333"/>
                  <a:pt x="1271809" y="93546"/>
                  <a:pt x="1271809" y="90368"/>
                </a:cubicBezTo>
                <a:cubicBezTo>
                  <a:pt x="1271809" y="88572"/>
                  <a:pt x="1272108" y="86788"/>
                  <a:pt x="1272706" y="85015"/>
                </a:cubicBezTo>
                <a:cubicBezTo>
                  <a:pt x="1273304" y="83241"/>
                  <a:pt x="1274281" y="81548"/>
                  <a:pt x="1275637" y="79936"/>
                </a:cubicBezTo>
                <a:cubicBezTo>
                  <a:pt x="1276995" y="78324"/>
                  <a:pt x="1278755" y="76804"/>
                  <a:pt x="1280917" y="75375"/>
                </a:cubicBezTo>
                <a:cubicBezTo>
                  <a:pt x="1283079" y="73947"/>
                  <a:pt x="1285735" y="72704"/>
                  <a:pt x="1288886" y="71646"/>
                </a:cubicBezTo>
                <a:cubicBezTo>
                  <a:pt x="1292038" y="70586"/>
                  <a:pt x="1295707" y="69722"/>
                  <a:pt x="1299894" y="69054"/>
                </a:cubicBezTo>
                <a:cubicBezTo>
                  <a:pt x="1304080" y="68387"/>
                  <a:pt x="1308865" y="67983"/>
                  <a:pt x="1314248" y="67844"/>
                </a:cubicBezTo>
                <a:lnTo>
                  <a:pt x="1314248" y="63699"/>
                </a:lnTo>
                <a:cubicBezTo>
                  <a:pt x="1314248" y="58955"/>
                  <a:pt x="1313235" y="55443"/>
                  <a:pt x="1311211" y="53163"/>
                </a:cubicBezTo>
                <a:cubicBezTo>
                  <a:pt x="1309186" y="50884"/>
                  <a:pt x="1306265" y="49744"/>
                  <a:pt x="1302448" y="49744"/>
                </a:cubicBezTo>
                <a:cubicBezTo>
                  <a:pt x="1299688" y="49744"/>
                  <a:pt x="1297399" y="50066"/>
                  <a:pt x="1295581" y="50711"/>
                </a:cubicBezTo>
                <a:cubicBezTo>
                  <a:pt x="1293764" y="51357"/>
                  <a:pt x="1292165" y="52082"/>
                  <a:pt x="1290785" y="52889"/>
                </a:cubicBezTo>
                <a:cubicBezTo>
                  <a:pt x="1289405" y="53695"/>
                  <a:pt x="1288152" y="54420"/>
                  <a:pt x="1287024" y="55065"/>
                </a:cubicBezTo>
                <a:cubicBezTo>
                  <a:pt x="1285897" y="55709"/>
                  <a:pt x="1284643" y="56031"/>
                  <a:pt x="1283263" y="56031"/>
                </a:cubicBezTo>
                <a:cubicBezTo>
                  <a:pt x="1282067" y="56031"/>
                  <a:pt x="1281055" y="55720"/>
                  <a:pt x="1280226" y="55099"/>
                </a:cubicBezTo>
                <a:cubicBezTo>
                  <a:pt x="1279399" y="54476"/>
                  <a:pt x="1278732" y="53751"/>
                  <a:pt x="1278226" y="52923"/>
                </a:cubicBezTo>
                <a:lnTo>
                  <a:pt x="1275189" y="47464"/>
                </a:lnTo>
                <a:close/>
                <a:moveTo>
                  <a:pt x="1350201" y="108469"/>
                </a:moveTo>
                <a:lnTo>
                  <a:pt x="1350201" y="37584"/>
                </a:lnTo>
                <a:lnTo>
                  <a:pt x="1360621" y="37584"/>
                </a:lnTo>
                <a:cubicBezTo>
                  <a:pt x="1362830" y="37584"/>
                  <a:pt x="1364279" y="38621"/>
                  <a:pt x="1364968" y="40694"/>
                </a:cubicBezTo>
                <a:lnTo>
                  <a:pt x="1366071" y="45944"/>
                </a:lnTo>
                <a:cubicBezTo>
                  <a:pt x="1367314" y="44563"/>
                  <a:pt x="1368613" y="43296"/>
                  <a:pt x="1369970" y="42145"/>
                </a:cubicBezTo>
                <a:cubicBezTo>
                  <a:pt x="1371327" y="40994"/>
                  <a:pt x="1372777" y="40003"/>
                  <a:pt x="1374318" y="39174"/>
                </a:cubicBezTo>
                <a:cubicBezTo>
                  <a:pt x="1375860" y="38345"/>
                  <a:pt x="1377516" y="37688"/>
                  <a:pt x="1379286" y="37205"/>
                </a:cubicBezTo>
                <a:cubicBezTo>
                  <a:pt x="1381058" y="36721"/>
                  <a:pt x="1383002" y="36480"/>
                  <a:pt x="1385118" y="36480"/>
                </a:cubicBezTo>
                <a:cubicBezTo>
                  <a:pt x="1389581" y="36480"/>
                  <a:pt x="1393250" y="37688"/>
                  <a:pt x="1396125" y="40106"/>
                </a:cubicBezTo>
                <a:cubicBezTo>
                  <a:pt x="1399001" y="42524"/>
                  <a:pt x="1401151" y="45736"/>
                  <a:pt x="1402578" y="49744"/>
                </a:cubicBezTo>
                <a:cubicBezTo>
                  <a:pt x="1403681" y="47395"/>
                  <a:pt x="1405061" y="45380"/>
                  <a:pt x="1406716" y="43699"/>
                </a:cubicBezTo>
                <a:cubicBezTo>
                  <a:pt x="1408373" y="42018"/>
                  <a:pt x="1410190" y="40648"/>
                  <a:pt x="1412168" y="39590"/>
                </a:cubicBezTo>
                <a:cubicBezTo>
                  <a:pt x="1414147" y="38530"/>
                  <a:pt x="1416251" y="37747"/>
                  <a:pt x="1418482" y="37241"/>
                </a:cubicBezTo>
                <a:cubicBezTo>
                  <a:pt x="1420714" y="36733"/>
                  <a:pt x="1422958" y="36480"/>
                  <a:pt x="1425213" y="36480"/>
                </a:cubicBezTo>
                <a:cubicBezTo>
                  <a:pt x="1429123" y="36480"/>
                  <a:pt x="1432595" y="37078"/>
                  <a:pt x="1435631" y="38276"/>
                </a:cubicBezTo>
                <a:cubicBezTo>
                  <a:pt x="1438667" y="39474"/>
                  <a:pt x="1441221" y="41224"/>
                  <a:pt x="1443290" y="43526"/>
                </a:cubicBezTo>
                <a:cubicBezTo>
                  <a:pt x="1445361" y="45828"/>
                  <a:pt x="1446937" y="48638"/>
                  <a:pt x="1448018" y="51955"/>
                </a:cubicBezTo>
                <a:cubicBezTo>
                  <a:pt x="1449099" y="55271"/>
                  <a:pt x="1449639" y="59070"/>
                  <a:pt x="1449639" y="63353"/>
                </a:cubicBezTo>
                <a:lnTo>
                  <a:pt x="1449639" y="108469"/>
                </a:lnTo>
                <a:lnTo>
                  <a:pt x="1432596" y="108469"/>
                </a:lnTo>
                <a:lnTo>
                  <a:pt x="1432596" y="63353"/>
                </a:lnTo>
                <a:cubicBezTo>
                  <a:pt x="1432596" y="58840"/>
                  <a:pt x="1431607" y="55443"/>
                  <a:pt x="1429629" y="53163"/>
                </a:cubicBezTo>
                <a:cubicBezTo>
                  <a:pt x="1427651" y="50884"/>
                  <a:pt x="1424752" y="49744"/>
                  <a:pt x="1420933" y="49744"/>
                </a:cubicBezTo>
                <a:cubicBezTo>
                  <a:pt x="1419185" y="49744"/>
                  <a:pt x="1417564" y="50043"/>
                  <a:pt x="1416069" y="50642"/>
                </a:cubicBezTo>
                <a:cubicBezTo>
                  <a:pt x="1414573" y="51241"/>
                  <a:pt x="1413262" y="52104"/>
                  <a:pt x="1412135" y="53233"/>
                </a:cubicBezTo>
                <a:cubicBezTo>
                  <a:pt x="1411007" y="54362"/>
                  <a:pt x="1410121" y="55779"/>
                  <a:pt x="1409477" y="57484"/>
                </a:cubicBezTo>
                <a:cubicBezTo>
                  <a:pt x="1408834" y="59187"/>
                  <a:pt x="1408512" y="61144"/>
                  <a:pt x="1408512" y="63353"/>
                </a:cubicBezTo>
                <a:lnTo>
                  <a:pt x="1408512" y="108469"/>
                </a:lnTo>
                <a:lnTo>
                  <a:pt x="1391397" y="108469"/>
                </a:lnTo>
                <a:lnTo>
                  <a:pt x="1391397" y="63353"/>
                </a:lnTo>
                <a:cubicBezTo>
                  <a:pt x="1391397" y="58609"/>
                  <a:pt x="1390443" y="55155"/>
                  <a:pt x="1388533" y="52991"/>
                </a:cubicBezTo>
                <a:cubicBezTo>
                  <a:pt x="1386624" y="50826"/>
                  <a:pt x="1383829" y="49744"/>
                  <a:pt x="1380150" y="49744"/>
                </a:cubicBezTo>
                <a:cubicBezTo>
                  <a:pt x="1377666" y="49744"/>
                  <a:pt x="1375354" y="50354"/>
                  <a:pt x="1373215" y="51576"/>
                </a:cubicBezTo>
                <a:cubicBezTo>
                  <a:pt x="1371075" y="52796"/>
                  <a:pt x="1369085" y="54465"/>
                  <a:pt x="1367244" y="56583"/>
                </a:cubicBezTo>
                <a:lnTo>
                  <a:pt x="1367244" y="108469"/>
                </a:lnTo>
                <a:lnTo>
                  <a:pt x="1350201" y="108469"/>
                </a:lnTo>
                <a:close/>
                <a:moveTo>
                  <a:pt x="1515265" y="64873"/>
                </a:moveTo>
                <a:cubicBezTo>
                  <a:pt x="1515265" y="62664"/>
                  <a:pt x="1514955" y="60580"/>
                  <a:pt x="1514335" y="58622"/>
                </a:cubicBezTo>
                <a:cubicBezTo>
                  <a:pt x="1513714" y="56664"/>
                  <a:pt x="1512782" y="54949"/>
                  <a:pt x="1511540" y="53475"/>
                </a:cubicBezTo>
                <a:cubicBezTo>
                  <a:pt x="1510297" y="52001"/>
                  <a:pt x="1508722" y="50838"/>
                  <a:pt x="1506812" y="49986"/>
                </a:cubicBezTo>
                <a:cubicBezTo>
                  <a:pt x="1504903" y="49134"/>
                  <a:pt x="1502683" y="48708"/>
                  <a:pt x="1500153" y="48708"/>
                </a:cubicBezTo>
                <a:cubicBezTo>
                  <a:pt x="1495231" y="48708"/>
                  <a:pt x="1491355" y="50113"/>
                  <a:pt x="1488526" y="52923"/>
                </a:cubicBezTo>
                <a:cubicBezTo>
                  <a:pt x="1485697" y="55731"/>
                  <a:pt x="1483891" y="59715"/>
                  <a:pt x="1483108" y="64873"/>
                </a:cubicBezTo>
                <a:lnTo>
                  <a:pt x="1515265" y="64873"/>
                </a:lnTo>
                <a:moveTo>
                  <a:pt x="1482764" y="75169"/>
                </a:moveTo>
                <a:cubicBezTo>
                  <a:pt x="1483040" y="78807"/>
                  <a:pt x="1483683" y="81950"/>
                  <a:pt x="1484696" y="84600"/>
                </a:cubicBezTo>
                <a:cubicBezTo>
                  <a:pt x="1485708" y="87248"/>
                  <a:pt x="1487042" y="89436"/>
                  <a:pt x="1488697" y="91163"/>
                </a:cubicBezTo>
                <a:cubicBezTo>
                  <a:pt x="1490354" y="92889"/>
                  <a:pt x="1492320" y="94179"/>
                  <a:pt x="1494598" y="95032"/>
                </a:cubicBezTo>
                <a:cubicBezTo>
                  <a:pt x="1496875" y="95884"/>
                  <a:pt x="1499394" y="96310"/>
                  <a:pt x="1502154" y="96310"/>
                </a:cubicBezTo>
                <a:cubicBezTo>
                  <a:pt x="1504915" y="96310"/>
                  <a:pt x="1507297" y="95987"/>
                  <a:pt x="1509297" y="95342"/>
                </a:cubicBezTo>
                <a:cubicBezTo>
                  <a:pt x="1511298" y="94697"/>
                  <a:pt x="1513046" y="93983"/>
                  <a:pt x="1514541" y="93200"/>
                </a:cubicBezTo>
                <a:cubicBezTo>
                  <a:pt x="1516036" y="92417"/>
                  <a:pt x="1517347" y="91704"/>
                  <a:pt x="1518475" y="91060"/>
                </a:cubicBezTo>
                <a:cubicBezTo>
                  <a:pt x="1519602" y="90415"/>
                  <a:pt x="1520695" y="90092"/>
                  <a:pt x="1521754" y="90092"/>
                </a:cubicBezTo>
                <a:cubicBezTo>
                  <a:pt x="1523179" y="90092"/>
                  <a:pt x="1524237" y="90621"/>
                  <a:pt x="1524927" y="91680"/>
                </a:cubicBezTo>
                <a:lnTo>
                  <a:pt x="1529826" y="97897"/>
                </a:lnTo>
                <a:cubicBezTo>
                  <a:pt x="1527940" y="100108"/>
                  <a:pt x="1525825" y="101962"/>
                  <a:pt x="1523479" y="103459"/>
                </a:cubicBezTo>
                <a:cubicBezTo>
                  <a:pt x="1521133" y="104956"/>
                  <a:pt x="1518683" y="106154"/>
                  <a:pt x="1516129" y="107052"/>
                </a:cubicBezTo>
                <a:cubicBezTo>
                  <a:pt x="1513575" y="107950"/>
                  <a:pt x="1510976" y="108584"/>
                  <a:pt x="1508331" y="108952"/>
                </a:cubicBezTo>
                <a:cubicBezTo>
                  <a:pt x="1505685" y="109321"/>
                  <a:pt x="1503121" y="109506"/>
                  <a:pt x="1500638" y="109506"/>
                </a:cubicBezTo>
                <a:cubicBezTo>
                  <a:pt x="1495714" y="109506"/>
                  <a:pt x="1491136" y="108689"/>
                  <a:pt x="1486903" y="107054"/>
                </a:cubicBezTo>
                <a:cubicBezTo>
                  <a:pt x="1482671" y="105418"/>
                  <a:pt x="1478991" y="103000"/>
                  <a:pt x="1475863" y="99799"/>
                </a:cubicBezTo>
                <a:cubicBezTo>
                  <a:pt x="1472735" y="96597"/>
                  <a:pt x="1470274" y="92636"/>
                  <a:pt x="1468480" y="87916"/>
                </a:cubicBezTo>
                <a:cubicBezTo>
                  <a:pt x="1466686" y="83195"/>
                  <a:pt x="1465788" y="77725"/>
                  <a:pt x="1465788" y="71507"/>
                </a:cubicBezTo>
                <a:cubicBezTo>
                  <a:pt x="1465788" y="66670"/>
                  <a:pt x="1466570" y="62121"/>
                  <a:pt x="1468134" y="57861"/>
                </a:cubicBezTo>
                <a:cubicBezTo>
                  <a:pt x="1469698" y="53601"/>
                  <a:pt x="1471941" y="49893"/>
                  <a:pt x="1474861" y="46739"/>
                </a:cubicBezTo>
                <a:cubicBezTo>
                  <a:pt x="1477782" y="43584"/>
                  <a:pt x="1481348" y="41085"/>
                  <a:pt x="1485557" y="39244"/>
                </a:cubicBezTo>
                <a:cubicBezTo>
                  <a:pt x="1489767" y="37401"/>
                  <a:pt x="1494518" y="36480"/>
                  <a:pt x="1499808" y="36480"/>
                </a:cubicBezTo>
                <a:cubicBezTo>
                  <a:pt x="1504271" y="36480"/>
                  <a:pt x="1508389" y="37194"/>
                  <a:pt x="1512161" y="38622"/>
                </a:cubicBezTo>
                <a:cubicBezTo>
                  <a:pt x="1515934" y="40048"/>
                  <a:pt x="1519177" y="42132"/>
                  <a:pt x="1521891" y="44873"/>
                </a:cubicBezTo>
                <a:cubicBezTo>
                  <a:pt x="1524605" y="47614"/>
                  <a:pt x="1526732" y="50977"/>
                  <a:pt x="1528274" y="54962"/>
                </a:cubicBezTo>
                <a:cubicBezTo>
                  <a:pt x="1529815" y="58945"/>
                  <a:pt x="1530586" y="63493"/>
                  <a:pt x="1530586" y="68605"/>
                </a:cubicBezTo>
                <a:cubicBezTo>
                  <a:pt x="1530586" y="71185"/>
                  <a:pt x="1530310" y="72923"/>
                  <a:pt x="1529756" y="73822"/>
                </a:cubicBezTo>
                <a:cubicBezTo>
                  <a:pt x="1529205" y="74720"/>
                  <a:pt x="1528147" y="75169"/>
                  <a:pt x="1526583" y="75169"/>
                </a:cubicBezTo>
                <a:lnTo>
                  <a:pt x="1482764" y="75169"/>
                </a:lnTo>
                <a:close/>
                <a:moveTo>
                  <a:pt x="1647554" y="37584"/>
                </a:moveTo>
                <a:lnTo>
                  <a:pt x="1625056" y="108469"/>
                </a:lnTo>
                <a:lnTo>
                  <a:pt x="1611393" y="108469"/>
                </a:lnTo>
                <a:cubicBezTo>
                  <a:pt x="1609829" y="108469"/>
                  <a:pt x="1608748" y="107456"/>
                  <a:pt x="1608150" y="105429"/>
                </a:cubicBezTo>
                <a:lnTo>
                  <a:pt x="1595453" y="64460"/>
                </a:lnTo>
                <a:cubicBezTo>
                  <a:pt x="1595039" y="63079"/>
                  <a:pt x="1594659" y="61708"/>
                  <a:pt x="1594314" y="60349"/>
                </a:cubicBezTo>
                <a:cubicBezTo>
                  <a:pt x="1593970" y="58990"/>
                  <a:pt x="1593683" y="57619"/>
                  <a:pt x="1593453" y="56237"/>
                </a:cubicBezTo>
                <a:cubicBezTo>
                  <a:pt x="1593176" y="57619"/>
                  <a:pt x="1592865" y="59013"/>
                  <a:pt x="1592520" y="60418"/>
                </a:cubicBezTo>
                <a:cubicBezTo>
                  <a:pt x="1592176" y="61823"/>
                  <a:pt x="1591797" y="63216"/>
                  <a:pt x="1591382" y="64597"/>
                </a:cubicBezTo>
                <a:lnTo>
                  <a:pt x="1578477" y="105429"/>
                </a:lnTo>
                <a:cubicBezTo>
                  <a:pt x="1577925" y="107456"/>
                  <a:pt x="1576706" y="108469"/>
                  <a:pt x="1574819" y="108469"/>
                </a:cubicBezTo>
                <a:lnTo>
                  <a:pt x="1561708" y="108469"/>
                </a:lnTo>
                <a:lnTo>
                  <a:pt x="1539281" y="37584"/>
                </a:lnTo>
                <a:lnTo>
                  <a:pt x="1552875" y="37584"/>
                </a:lnTo>
                <a:cubicBezTo>
                  <a:pt x="1554118" y="37584"/>
                  <a:pt x="1555176" y="37884"/>
                  <a:pt x="1556049" y="38483"/>
                </a:cubicBezTo>
                <a:cubicBezTo>
                  <a:pt x="1556924" y="39081"/>
                  <a:pt x="1557499" y="39841"/>
                  <a:pt x="1557776" y="40762"/>
                </a:cubicBezTo>
                <a:lnTo>
                  <a:pt x="1567920" y="78622"/>
                </a:lnTo>
                <a:cubicBezTo>
                  <a:pt x="1568425" y="80696"/>
                  <a:pt x="1568873" y="82723"/>
                  <a:pt x="1569264" y="84703"/>
                </a:cubicBezTo>
                <a:cubicBezTo>
                  <a:pt x="1569655" y="86684"/>
                  <a:pt x="1569990" y="88664"/>
                  <a:pt x="1570266" y="90645"/>
                </a:cubicBezTo>
                <a:cubicBezTo>
                  <a:pt x="1570772" y="88664"/>
                  <a:pt x="1571311" y="86684"/>
                  <a:pt x="1571886" y="84703"/>
                </a:cubicBezTo>
                <a:cubicBezTo>
                  <a:pt x="1572461" y="82723"/>
                  <a:pt x="1573071" y="80696"/>
                  <a:pt x="1573716" y="78622"/>
                </a:cubicBezTo>
                <a:lnTo>
                  <a:pt x="1585448" y="40625"/>
                </a:lnTo>
                <a:cubicBezTo>
                  <a:pt x="1585723" y="39703"/>
                  <a:pt x="1586263" y="38942"/>
                  <a:pt x="1587067" y="38343"/>
                </a:cubicBezTo>
                <a:cubicBezTo>
                  <a:pt x="1587873" y="37745"/>
                  <a:pt x="1588851" y="37445"/>
                  <a:pt x="1590001" y="37445"/>
                </a:cubicBezTo>
                <a:lnTo>
                  <a:pt x="1597523" y="37445"/>
                </a:lnTo>
                <a:cubicBezTo>
                  <a:pt x="1598719" y="37445"/>
                  <a:pt x="1599743" y="37745"/>
                  <a:pt x="1600594" y="38343"/>
                </a:cubicBezTo>
                <a:cubicBezTo>
                  <a:pt x="1601445" y="38942"/>
                  <a:pt x="1602008" y="39703"/>
                  <a:pt x="1602285" y="40625"/>
                </a:cubicBezTo>
                <a:lnTo>
                  <a:pt x="1613672" y="78622"/>
                </a:lnTo>
                <a:cubicBezTo>
                  <a:pt x="1614270" y="80696"/>
                  <a:pt x="1614833" y="82734"/>
                  <a:pt x="1615361" y="84739"/>
                </a:cubicBezTo>
                <a:cubicBezTo>
                  <a:pt x="1615890" y="86742"/>
                  <a:pt x="1616408" y="88734"/>
                  <a:pt x="1616915" y="90714"/>
                </a:cubicBezTo>
                <a:cubicBezTo>
                  <a:pt x="1617513" y="86798"/>
                  <a:pt x="1618364" y="82768"/>
                  <a:pt x="1619467" y="78622"/>
                </a:cubicBezTo>
                <a:lnTo>
                  <a:pt x="1629887" y="40762"/>
                </a:lnTo>
                <a:cubicBezTo>
                  <a:pt x="1630210" y="39841"/>
                  <a:pt x="1630785" y="39081"/>
                  <a:pt x="1631612" y="38483"/>
                </a:cubicBezTo>
                <a:cubicBezTo>
                  <a:pt x="1632440" y="37884"/>
                  <a:pt x="1633430" y="37584"/>
                  <a:pt x="1634579" y="37584"/>
                </a:cubicBezTo>
                <a:lnTo>
                  <a:pt x="1647554" y="37584"/>
                </a:lnTo>
                <a:close/>
                <a:moveTo>
                  <a:pt x="1692132" y="36480"/>
                </a:moveTo>
                <a:cubicBezTo>
                  <a:pt x="1697377" y="36480"/>
                  <a:pt x="1702150" y="37332"/>
                  <a:pt x="1706452" y="39037"/>
                </a:cubicBezTo>
                <a:cubicBezTo>
                  <a:pt x="1710754" y="40741"/>
                  <a:pt x="1714434" y="43158"/>
                  <a:pt x="1717493" y="46290"/>
                </a:cubicBezTo>
                <a:cubicBezTo>
                  <a:pt x="1720553" y="49422"/>
                  <a:pt x="1722910" y="53245"/>
                  <a:pt x="1724565" y="57760"/>
                </a:cubicBezTo>
                <a:cubicBezTo>
                  <a:pt x="1726222" y="62273"/>
                  <a:pt x="1727050" y="67316"/>
                  <a:pt x="1727050" y="72888"/>
                </a:cubicBezTo>
                <a:cubicBezTo>
                  <a:pt x="1727050" y="78507"/>
                  <a:pt x="1726222" y="83574"/>
                  <a:pt x="1724565" y="88089"/>
                </a:cubicBezTo>
                <a:cubicBezTo>
                  <a:pt x="1722910" y="92603"/>
                  <a:pt x="1720553" y="96448"/>
                  <a:pt x="1717493" y="99626"/>
                </a:cubicBezTo>
                <a:cubicBezTo>
                  <a:pt x="1714434" y="102804"/>
                  <a:pt x="1710754" y="105246"/>
                  <a:pt x="1706452" y="106951"/>
                </a:cubicBezTo>
                <a:cubicBezTo>
                  <a:pt x="1702150" y="108654"/>
                  <a:pt x="1697377" y="109506"/>
                  <a:pt x="1692132" y="109506"/>
                </a:cubicBezTo>
                <a:cubicBezTo>
                  <a:pt x="1686841" y="109506"/>
                  <a:pt x="1682034" y="108654"/>
                  <a:pt x="1677710" y="106951"/>
                </a:cubicBezTo>
                <a:cubicBezTo>
                  <a:pt x="1673386" y="105246"/>
                  <a:pt x="1669694" y="102804"/>
                  <a:pt x="1666635" y="99626"/>
                </a:cubicBezTo>
                <a:cubicBezTo>
                  <a:pt x="1663576" y="96448"/>
                  <a:pt x="1661206" y="92603"/>
                  <a:pt x="1659525" y="88089"/>
                </a:cubicBezTo>
                <a:cubicBezTo>
                  <a:pt x="1657846" y="83574"/>
                  <a:pt x="1657007" y="78507"/>
                  <a:pt x="1657007" y="72888"/>
                </a:cubicBezTo>
                <a:cubicBezTo>
                  <a:pt x="1657007" y="67316"/>
                  <a:pt x="1657846" y="62273"/>
                  <a:pt x="1659525" y="57760"/>
                </a:cubicBezTo>
                <a:cubicBezTo>
                  <a:pt x="1661206" y="53245"/>
                  <a:pt x="1663576" y="49422"/>
                  <a:pt x="1666635" y="46290"/>
                </a:cubicBezTo>
                <a:cubicBezTo>
                  <a:pt x="1669694" y="43158"/>
                  <a:pt x="1673386" y="40741"/>
                  <a:pt x="1677710" y="39037"/>
                </a:cubicBezTo>
                <a:cubicBezTo>
                  <a:pt x="1682034" y="37332"/>
                  <a:pt x="1686841" y="36480"/>
                  <a:pt x="1692132" y="36480"/>
                </a:cubicBezTo>
                <a:moveTo>
                  <a:pt x="1692132" y="96379"/>
                </a:moveTo>
                <a:cubicBezTo>
                  <a:pt x="1698021" y="96379"/>
                  <a:pt x="1702380" y="94399"/>
                  <a:pt x="1705209" y="90438"/>
                </a:cubicBezTo>
                <a:cubicBezTo>
                  <a:pt x="1708038" y="86477"/>
                  <a:pt x="1709453" y="80673"/>
                  <a:pt x="1709453" y="73027"/>
                </a:cubicBezTo>
                <a:cubicBezTo>
                  <a:pt x="1709453" y="65382"/>
                  <a:pt x="1708038" y="59555"/>
                  <a:pt x="1705209" y="55548"/>
                </a:cubicBezTo>
                <a:cubicBezTo>
                  <a:pt x="1702380" y="51541"/>
                  <a:pt x="1698021" y="49537"/>
                  <a:pt x="1692132" y="49537"/>
                </a:cubicBezTo>
                <a:cubicBezTo>
                  <a:pt x="1686152" y="49537"/>
                  <a:pt x="1681725" y="51552"/>
                  <a:pt x="1678849" y="55582"/>
                </a:cubicBezTo>
                <a:cubicBezTo>
                  <a:pt x="1675974" y="59612"/>
                  <a:pt x="1674536" y="65427"/>
                  <a:pt x="1674536" y="73027"/>
                </a:cubicBezTo>
                <a:cubicBezTo>
                  <a:pt x="1674536" y="80627"/>
                  <a:pt x="1675974" y="86419"/>
                  <a:pt x="1678849" y="90404"/>
                </a:cubicBezTo>
                <a:cubicBezTo>
                  <a:pt x="1681725" y="94388"/>
                  <a:pt x="1686152" y="96379"/>
                  <a:pt x="1692132" y="96379"/>
                </a:cubicBezTo>
                <a:close/>
                <a:moveTo>
                  <a:pt x="1758794" y="49883"/>
                </a:moveTo>
                <a:cubicBezTo>
                  <a:pt x="1761003" y="45645"/>
                  <a:pt x="1763625" y="42317"/>
                  <a:pt x="1766660" y="39899"/>
                </a:cubicBezTo>
                <a:cubicBezTo>
                  <a:pt x="1769697" y="37480"/>
                  <a:pt x="1773285" y="36271"/>
                  <a:pt x="1777426" y="36271"/>
                </a:cubicBezTo>
                <a:cubicBezTo>
                  <a:pt x="1780693" y="36271"/>
                  <a:pt x="1783315" y="36985"/>
                  <a:pt x="1785293" y="38413"/>
                </a:cubicBezTo>
                <a:lnTo>
                  <a:pt x="1784188" y="51194"/>
                </a:lnTo>
                <a:cubicBezTo>
                  <a:pt x="1783958" y="52023"/>
                  <a:pt x="1783624" y="52611"/>
                  <a:pt x="1783188" y="52957"/>
                </a:cubicBezTo>
                <a:cubicBezTo>
                  <a:pt x="1782751" y="53303"/>
                  <a:pt x="1782165" y="53475"/>
                  <a:pt x="1781429" y="53475"/>
                </a:cubicBezTo>
                <a:cubicBezTo>
                  <a:pt x="1780738" y="53475"/>
                  <a:pt x="1779714" y="53360"/>
                  <a:pt x="1778356" y="53130"/>
                </a:cubicBezTo>
                <a:cubicBezTo>
                  <a:pt x="1777000" y="52899"/>
                  <a:pt x="1775678" y="52784"/>
                  <a:pt x="1774389" y="52784"/>
                </a:cubicBezTo>
                <a:cubicBezTo>
                  <a:pt x="1772503" y="52784"/>
                  <a:pt x="1770824" y="53060"/>
                  <a:pt x="1769351" y="53612"/>
                </a:cubicBezTo>
                <a:cubicBezTo>
                  <a:pt x="1767880" y="54165"/>
                  <a:pt x="1766558" y="54960"/>
                  <a:pt x="1765384" y="55997"/>
                </a:cubicBezTo>
                <a:cubicBezTo>
                  <a:pt x="1764210" y="57033"/>
                  <a:pt x="1763175" y="58288"/>
                  <a:pt x="1762278" y="59763"/>
                </a:cubicBezTo>
                <a:cubicBezTo>
                  <a:pt x="1761380" y="61236"/>
                  <a:pt x="1760541" y="62917"/>
                  <a:pt x="1759759" y="64806"/>
                </a:cubicBezTo>
                <a:lnTo>
                  <a:pt x="1759759" y="108469"/>
                </a:lnTo>
                <a:lnTo>
                  <a:pt x="1742716" y="108469"/>
                </a:lnTo>
                <a:lnTo>
                  <a:pt x="1742716" y="37584"/>
                </a:lnTo>
                <a:lnTo>
                  <a:pt x="1752721" y="37584"/>
                </a:lnTo>
                <a:cubicBezTo>
                  <a:pt x="1754469" y="37584"/>
                  <a:pt x="1755687" y="37896"/>
                  <a:pt x="1756377" y="38518"/>
                </a:cubicBezTo>
                <a:cubicBezTo>
                  <a:pt x="1757068" y="39140"/>
                  <a:pt x="1757528" y="40256"/>
                  <a:pt x="1757758" y="41869"/>
                </a:cubicBezTo>
                <a:lnTo>
                  <a:pt x="1758794" y="49883"/>
                </a:lnTo>
                <a:close/>
                <a:moveTo>
                  <a:pt x="1812688" y="5804"/>
                </a:moveTo>
                <a:lnTo>
                  <a:pt x="1812688" y="64597"/>
                </a:lnTo>
                <a:lnTo>
                  <a:pt x="1815864" y="64597"/>
                </a:lnTo>
                <a:cubicBezTo>
                  <a:pt x="1817013" y="64597"/>
                  <a:pt x="1817922" y="64448"/>
                  <a:pt x="1818589" y="64148"/>
                </a:cubicBezTo>
                <a:cubicBezTo>
                  <a:pt x="1819256" y="63849"/>
                  <a:pt x="1819934" y="63239"/>
                  <a:pt x="1820625" y="62318"/>
                </a:cubicBezTo>
                <a:lnTo>
                  <a:pt x="1838222" y="40555"/>
                </a:lnTo>
                <a:cubicBezTo>
                  <a:pt x="1838958" y="39588"/>
                  <a:pt x="1839774" y="38852"/>
                  <a:pt x="1840672" y="38346"/>
                </a:cubicBezTo>
                <a:cubicBezTo>
                  <a:pt x="1841569" y="37838"/>
                  <a:pt x="1842730" y="37584"/>
                  <a:pt x="1844157" y="37584"/>
                </a:cubicBezTo>
                <a:lnTo>
                  <a:pt x="1859751" y="37584"/>
                </a:lnTo>
                <a:lnTo>
                  <a:pt x="1837738" y="63908"/>
                </a:lnTo>
                <a:cubicBezTo>
                  <a:pt x="1836174" y="65980"/>
                  <a:pt x="1834472" y="67569"/>
                  <a:pt x="1832631" y="68675"/>
                </a:cubicBezTo>
                <a:cubicBezTo>
                  <a:pt x="1833597" y="69365"/>
                  <a:pt x="1834460" y="70171"/>
                  <a:pt x="1835219" y="71093"/>
                </a:cubicBezTo>
                <a:cubicBezTo>
                  <a:pt x="1835979" y="72014"/>
                  <a:pt x="1836703" y="73004"/>
                  <a:pt x="1837393" y="74064"/>
                </a:cubicBezTo>
                <a:lnTo>
                  <a:pt x="1860994" y="108469"/>
                </a:lnTo>
                <a:lnTo>
                  <a:pt x="1845606" y="108469"/>
                </a:lnTo>
                <a:cubicBezTo>
                  <a:pt x="1844271" y="108469"/>
                  <a:pt x="1843120" y="108250"/>
                  <a:pt x="1842154" y="107813"/>
                </a:cubicBezTo>
                <a:cubicBezTo>
                  <a:pt x="1841188" y="107375"/>
                  <a:pt x="1840383" y="106580"/>
                  <a:pt x="1839739" y="105429"/>
                </a:cubicBezTo>
                <a:lnTo>
                  <a:pt x="1821659" y="78553"/>
                </a:lnTo>
                <a:cubicBezTo>
                  <a:pt x="1821015" y="77494"/>
                  <a:pt x="1820347" y="76804"/>
                  <a:pt x="1819656" y="76482"/>
                </a:cubicBezTo>
                <a:cubicBezTo>
                  <a:pt x="1818967" y="76159"/>
                  <a:pt x="1817932" y="75997"/>
                  <a:pt x="1816552" y="75997"/>
                </a:cubicBezTo>
                <a:lnTo>
                  <a:pt x="1812688" y="75997"/>
                </a:lnTo>
                <a:lnTo>
                  <a:pt x="1812688" y="108469"/>
                </a:lnTo>
                <a:lnTo>
                  <a:pt x="1795644" y="108469"/>
                </a:lnTo>
                <a:lnTo>
                  <a:pt x="1795644" y="5804"/>
                </a:lnTo>
                <a:lnTo>
                  <a:pt x="1812688" y="58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(b)TheFrameworkofiKnow">
            <a:extLst xmlns:a="http://schemas.openxmlformats.org/drawingml/2006/main">
              <a:ext uri="{FF2B5EF4-FFF2-40B4-BE49-F238E27FC236}">
                <a16:creationId xmlns:a16="http://schemas.microsoft.com/office/drawing/2014/main" id="{6FE596B2-B13C-4DD7-A0C2-A3154DB3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794" y="2249694"/>
            <a:ext cx="1804984" cy="130301"/>
          </a:xfrm>
          <a:custGeom xmlns:a="http://schemas.openxmlformats.org/drawingml/2006/main">
            <a:pathLst>
              <a:path w="1804984" h="130301">
                <a:moveTo>
                  <a:pt x="14767" y="65150"/>
                </a:moveTo>
                <a:cubicBezTo>
                  <a:pt x="14767" y="74639"/>
                  <a:pt x="15917" y="83966"/>
                  <a:pt x="18216" y="93132"/>
                </a:cubicBezTo>
                <a:cubicBezTo>
                  <a:pt x="20517" y="102297"/>
                  <a:pt x="23808" y="110910"/>
                  <a:pt x="28087" y="118971"/>
                </a:cubicBezTo>
                <a:cubicBezTo>
                  <a:pt x="28546" y="119892"/>
                  <a:pt x="28810" y="120709"/>
                  <a:pt x="28879" y="121423"/>
                </a:cubicBezTo>
                <a:cubicBezTo>
                  <a:pt x="28949" y="122137"/>
                  <a:pt x="28891" y="122759"/>
                  <a:pt x="28706" y="123289"/>
                </a:cubicBezTo>
                <a:cubicBezTo>
                  <a:pt x="28522" y="123819"/>
                  <a:pt x="28234" y="124279"/>
                  <a:pt x="27843" y="124670"/>
                </a:cubicBezTo>
                <a:cubicBezTo>
                  <a:pt x="27452" y="125062"/>
                  <a:pt x="27028" y="125396"/>
                  <a:pt x="26569" y="125671"/>
                </a:cubicBezTo>
                <a:lnTo>
                  <a:pt x="18977" y="130301"/>
                </a:lnTo>
                <a:cubicBezTo>
                  <a:pt x="15572" y="125050"/>
                  <a:pt x="12674" y="119776"/>
                  <a:pt x="10281" y="114478"/>
                </a:cubicBezTo>
                <a:cubicBezTo>
                  <a:pt x="7890" y="109182"/>
                  <a:pt x="5935" y="103840"/>
                  <a:pt x="4416" y="98452"/>
                </a:cubicBezTo>
                <a:cubicBezTo>
                  <a:pt x="2898" y="93063"/>
                  <a:pt x="1783" y="87605"/>
                  <a:pt x="1070" y="82078"/>
                </a:cubicBezTo>
                <a:cubicBezTo>
                  <a:pt x="357" y="76550"/>
                  <a:pt x="0" y="70907"/>
                  <a:pt x="0" y="65150"/>
                </a:cubicBezTo>
                <a:cubicBezTo>
                  <a:pt x="0" y="59392"/>
                  <a:pt x="357" y="53739"/>
                  <a:pt x="1070" y="48190"/>
                </a:cubicBezTo>
                <a:cubicBezTo>
                  <a:pt x="1783" y="42639"/>
                  <a:pt x="2898" y="37170"/>
                  <a:pt x="4416" y="31782"/>
                </a:cubicBezTo>
                <a:cubicBezTo>
                  <a:pt x="5935" y="26393"/>
                  <a:pt x="7890" y="21062"/>
                  <a:pt x="10281" y="15788"/>
                </a:cubicBezTo>
                <a:cubicBezTo>
                  <a:pt x="12674" y="10514"/>
                  <a:pt x="15572" y="5251"/>
                  <a:pt x="18977" y="0"/>
                </a:cubicBezTo>
                <a:lnTo>
                  <a:pt x="26569" y="4560"/>
                </a:lnTo>
                <a:cubicBezTo>
                  <a:pt x="27028" y="4837"/>
                  <a:pt x="27452" y="5172"/>
                  <a:pt x="27843" y="5564"/>
                </a:cubicBezTo>
                <a:cubicBezTo>
                  <a:pt x="28234" y="5955"/>
                  <a:pt x="28522" y="6415"/>
                  <a:pt x="28706" y="6945"/>
                </a:cubicBezTo>
                <a:cubicBezTo>
                  <a:pt x="28891" y="7474"/>
                  <a:pt x="28949" y="8095"/>
                  <a:pt x="28879" y="8809"/>
                </a:cubicBezTo>
                <a:cubicBezTo>
                  <a:pt x="28810" y="9523"/>
                  <a:pt x="28546" y="10364"/>
                  <a:pt x="28087" y="11331"/>
                </a:cubicBezTo>
                <a:cubicBezTo>
                  <a:pt x="23808" y="19345"/>
                  <a:pt x="20517" y="27947"/>
                  <a:pt x="18216" y="37135"/>
                </a:cubicBezTo>
                <a:cubicBezTo>
                  <a:pt x="15917" y="46324"/>
                  <a:pt x="14767" y="55662"/>
                  <a:pt x="14767" y="65150"/>
                </a:cubicBezTo>
                <a:close/>
                <a:moveTo>
                  <a:pt x="59691" y="90092"/>
                </a:moveTo>
                <a:cubicBezTo>
                  <a:pt x="61624" y="92441"/>
                  <a:pt x="63729" y="94099"/>
                  <a:pt x="66007" y="95066"/>
                </a:cubicBezTo>
                <a:cubicBezTo>
                  <a:pt x="68284" y="96033"/>
                  <a:pt x="70688" y="96516"/>
                  <a:pt x="73217" y="96516"/>
                </a:cubicBezTo>
                <a:cubicBezTo>
                  <a:pt x="75840" y="96516"/>
                  <a:pt x="78198" y="96045"/>
                  <a:pt x="80291" y="95102"/>
                </a:cubicBezTo>
                <a:cubicBezTo>
                  <a:pt x="82385" y="94157"/>
                  <a:pt x="84167" y="92683"/>
                  <a:pt x="85638" y="90680"/>
                </a:cubicBezTo>
                <a:cubicBezTo>
                  <a:pt x="87111" y="88676"/>
                  <a:pt x="88238" y="86119"/>
                  <a:pt x="89020" y="83010"/>
                </a:cubicBezTo>
                <a:cubicBezTo>
                  <a:pt x="89802" y="79901"/>
                  <a:pt x="90193" y="76182"/>
                  <a:pt x="90193" y="71852"/>
                </a:cubicBezTo>
                <a:cubicBezTo>
                  <a:pt x="90193" y="64068"/>
                  <a:pt x="88905" y="58437"/>
                  <a:pt x="86329" y="54960"/>
                </a:cubicBezTo>
                <a:cubicBezTo>
                  <a:pt x="83753" y="51482"/>
                  <a:pt x="80049" y="49744"/>
                  <a:pt x="75218" y="49744"/>
                </a:cubicBezTo>
                <a:cubicBezTo>
                  <a:pt x="71952" y="49744"/>
                  <a:pt x="69100" y="50492"/>
                  <a:pt x="66662" y="51989"/>
                </a:cubicBezTo>
                <a:cubicBezTo>
                  <a:pt x="64223" y="53486"/>
                  <a:pt x="61899" y="55593"/>
                  <a:pt x="59691" y="58310"/>
                </a:cubicBezTo>
                <a:lnTo>
                  <a:pt x="59691" y="90092"/>
                </a:lnTo>
                <a:moveTo>
                  <a:pt x="59691" y="46290"/>
                </a:moveTo>
                <a:cubicBezTo>
                  <a:pt x="62544" y="43296"/>
                  <a:pt x="65707" y="40913"/>
                  <a:pt x="69180" y="39140"/>
                </a:cubicBezTo>
                <a:cubicBezTo>
                  <a:pt x="72654" y="37367"/>
                  <a:pt x="76621" y="36480"/>
                  <a:pt x="81083" y="36480"/>
                </a:cubicBezTo>
                <a:cubicBezTo>
                  <a:pt x="85178" y="36480"/>
                  <a:pt x="88871" y="37286"/>
                  <a:pt x="92160" y="38898"/>
                </a:cubicBezTo>
                <a:cubicBezTo>
                  <a:pt x="95450" y="40509"/>
                  <a:pt x="98256" y="42823"/>
                  <a:pt x="100578" y="45841"/>
                </a:cubicBezTo>
                <a:cubicBezTo>
                  <a:pt x="102901" y="48857"/>
                  <a:pt x="104684" y="52508"/>
                  <a:pt x="105927" y="56792"/>
                </a:cubicBezTo>
                <a:cubicBezTo>
                  <a:pt x="107169" y="61075"/>
                  <a:pt x="107791" y="65888"/>
                  <a:pt x="107791" y="71230"/>
                </a:cubicBezTo>
                <a:cubicBezTo>
                  <a:pt x="107791" y="76988"/>
                  <a:pt x="107077" y="82216"/>
                  <a:pt x="105651" y="86915"/>
                </a:cubicBezTo>
                <a:cubicBezTo>
                  <a:pt x="104225" y="91612"/>
                  <a:pt x="102189" y="95631"/>
                  <a:pt x="99544" y="98971"/>
                </a:cubicBezTo>
                <a:cubicBezTo>
                  <a:pt x="96899" y="102309"/>
                  <a:pt x="93712" y="104899"/>
                  <a:pt x="89985" y="106742"/>
                </a:cubicBezTo>
                <a:cubicBezTo>
                  <a:pt x="86259" y="108585"/>
                  <a:pt x="82119" y="109506"/>
                  <a:pt x="77564" y="109506"/>
                </a:cubicBezTo>
                <a:cubicBezTo>
                  <a:pt x="75356" y="109506"/>
                  <a:pt x="73354" y="109287"/>
                  <a:pt x="71560" y="108848"/>
                </a:cubicBezTo>
                <a:cubicBezTo>
                  <a:pt x="69767" y="108411"/>
                  <a:pt x="68111" y="107801"/>
                  <a:pt x="66592" y="107018"/>
                </a:cubicBezTo>
                <a:cubicBezTo>
                  <a:pt x="65074" y="106235"/>
                  <a:pt x="63683" y="105280"/>
                  <a:pt x="62418" y="104151"/>
                </a:cubicBezTo>
                <a:cubicBezTo>
                  <a:pt x="61153" y="103022"/>
                  <a:pt x="59945" y="101767"/>
                  <a:pt x="58794" y="100385"/>
                </a:cubicBezTo>
                <a:lnTo>
                  <a:pt x="58036" y="105152"/>
                </a:lnTo>
                <a:cubicBezTo>
                  <a:pt x="57759" y="106350"/>
                  <a:pt x="57287" y="107203"/>
                  <a:pt x="56621" y="107710"/>
                </a:cubicBezTo>
                <a:cubicBezTo>
                  <a:pt x="55954" y="108216"/>
                  <a:pt x="55045" y="108469"/>
                  <a:pt x="53895" y="108469"/>
                </a:cubicBezTo>
                <a:lnTo>
                  <a:pt x="42648" y="108469"/>
                </a:lnTo>
                <a:lnTo>
                  <a:pt x="42648" y="5804"/>
                </a:lnTo>
                <a:lnTo>
                  <a:pt x="59691" y="5804"/>
                </a:lnTo>
                <a:lnTo>
                  <a:pt x="59691" y="46290"/>
                </a:lnTo>
                <a:close/>
                <a:moveTo>
                  <a:pt x="134150" y="65150"/>
                </a:moveTo>
                <a:cubicBezTo>
                  <a:pt x="134150" y="55662"/>
                  <a:pt x="133011" y="46324"/>
                  <a:pt x="130734" y="37135"/>
                </a:cubicBezTo>
                <a:cubicBezTo>
                  <a:pt x="128457" y="27947"/>
                  <a:pt x="125179" y="19345"/>
                  <a:pt x="120901" y="11331"/>
                </a:cubicBezTo>
                <a:cubicBezTo>
                  <a:pt x="120396" y="10364"/>
                  <a:pt x="120108" y="9523"/>
                  <a:pt x="120038" y="8809"/>
                </a:cubicBezTo>
                <a:cubicBezTo>
                  <a:pt x="119969" y="8095"/>
                  <a:pt x="120027" y="7474"/>
                  <a:pt x="120211" y="6945"/>
                </a:cubicBezTo>
                <a:cubicBezTo>
                  <a:pt x="120394" y="6415"/>
                  <a:pt x="120682" y="5955"/>
                  <a:pt x="121072" y="5564"/>
                </a:cubicBezTo>
                <a:cubicBezTo>
                  <a:pt x="121464" y="5172"/>
                  <a:pt x="121913" y="4837"/>
                  <a:pt x="122420" y="4560"/>
                </a:cubicBezTo>
                <a:lnTo>
                  <a:pt x="130009" y="0"/>
                </a:lnTo>
                <a:cubicBezTo>
                  <a:pt x="133414" y="5251"/>
                  <a:pt x="136313" y="10514"/>
                  <a:pt x="138705" y="15788"/>
                </a:cubicBezTo>
                <a:cubicBezTo>
                  <a:pt x="141097" y="21062"/>
                  <a:pt x="143052" y="26393"/>
                  <a:pt x="144570" y="31782"/>
                </a:cubicBezTo>
                <a:cubicBezTo>
                  <a:pt x="146089" y="37170"/>
                  <a:pt x="147193" y="42639"/>
                  <a:pt x="147883" y="48190"/>
                </a:cubicBezTo>
                <a:cubicBezTo>
                  <a:pt x="148573" y="53739"/>
                  <a:pt x="148919" y="59392"/>
                  <a:pt x="148919" y="65150"/>
                </a:cubicBezTo>
                <a:cubicBezTo>
                  <a:pt x="148919" y="70907"/>
                  <a:pt x="148573" y="76550"/>
                  <a:pt x="147883" y="82078"/>
                </a:cubicBezTo>
                <a:cubicBezTo>
                  <a:pt x="147193" y="87605"/>
                  <a:pt x="146089" y="93063"/>
                  <a:pt x="144570" y="98452"/>
                </a:cubicBezTo>
                <a:cubicBezTo>
                  <a:pt x="143052" y="103840"/>
                  <a:pt x="141097" y="109182"/>
                  <a:pt x="138705" y="114478"/>
                </a:cubicBezTo>
                <a:cubicBezTo>
                  <a:pt x="136313" y="119776"/>
                  <a:pt x="133414" y="125050"/>
                  <a:pt x="130009" y="130301"/>
                </a:cubicBezTo>
                <a:lnTo>
                  <a:pt x="122420" y="125671"/>
                </a:lnTo>
                <a:cubicBezTo>
                  <a:pt x="121913" y="125396"/>
                  <a:pt x="121464" y="125062"/>
                  <a:pt x="121072" y="124670"/>
                </a:cubicBezTo>
                <a:cubicBezTo>
                  <a:pt x="120682" y="124279"/>
                  <a:pt x="120394" y="123819"/>
                  <a:pt x="120211" y="123289"/>
                </a:cubicBezTo>
                <a:cubicBezTo>
                  <a:pt x="120027" y="122759"/>
                  <a:pt x="119969" y="122137"/>
                  <a:pt x="120038" y="121423"/>
                </a:cubicBezTo>
                <a:cubicBezTo>
                  <a:pt x="120108" y="120709"/>
                  <a:pt x="120396" y="119892"/>
                  <a:pt x="120901" y="118971"/>
                </a:cubicBezTo>
                <a:cubicBezTo>
                  <a:pt x="125179" y="110910"/>
                  <a:pt x="128457" y="102297"/>
                  <a:pt x="130734" y="93132"/>
                </a:cubicBezTo>
                <a:cubicBezTo>
                  <a:pt x="133011" y="83966"/>
                  <a:pt x="134150" y="74639"/>
                  <a:pt x="134150" y="65150"/>
                </a:cubicBezTo>
                <a:close/>
                <a:moveTo>
                  <a:pt x="270371" y="23836"/>
                </a:moveTo>
                <a:lnTo>
                  <a:pt x="240283" y="23836"/>
                </a:lnTo>
                <a:lnTo>
                  <a:pt x="240283" y="108469"/>
                </a:lnTo>
                <a:lnTo>
                  <a:pt x="221721" y="108469"/>
                </a:lnTo>
                <a:lnTo>
                  <a:pt x="221721" y="23836"/>
                </a:lnTo>
                <a:lnTo>
                  <a:pt x="191634" y="23836"/>
                </a:lnTo>
                <a:lnTo>
                  <a:pt x="191634" y="8566"/>
                </a:lnTo>
                <a:lnTo>
                  <a:pt x="270371" y="8566"/>
                </a:lnTo>
                <a:lnTo>
                  <a:pt x="270371" y="23836"/>
                </a:lnTo>
                <a:close/>
                <a:moveTo>
                  <a:pt x="300389" y="45185"/>
                </a:moveTo>
                <a:cubicBezTo>
                  <a:pt x="303149" y="42605"/>
                  <a:pt x="306185" y="40509"/>
                  <a:pt x="309497" y="38898"/>
                </a:cubicBezTo>
                <a:cubicBezTo>
                  <a:pt x="312811" y="37286"/>
                  <a:pt x="316699" y="36480"/>
                  <a:pt x="321162" y="36480"/>
                </a:cubicBezTo>
                <a:cubicBezTo>
                  <a:pt x="325026" y="36480"/>
                  <a:pt x="328453" y="37136"/>
                  <a:pt x="331443" y="38449"/>
                </a:cubicBezTo>
                <a:cubicBezTo>
                  <a:pt x="334434" y="39762"/>
                  <a:pt x="336929" y="41604"/>
                  <a:pt x="338930" y="43977"/>
                </a:cubicBezTo>
                <a:cubicBezTo>
                  <a:pt x="340932" y="46348"/>
                  <a:pt x="342450" y="49181"/>
                  <a:pt x="343485" y="52474"/>
                </a:cubicBezTo>
                <a:cubicBezTo>
                  <a:pt x="344520" y="55766"/>
                  <a:pt x="345037" y="59392"/>
                  <a:pt x="345037" y="63353"/>
                </a:cubicBezTo>
                <a:lnTo>
                  <a:pt x="345037" y="108469"/>
                </a:lnTo>
                <a:lnTo>
                  <a:pt x="327994" y="108469"/>
                </a:lnTo>
                <a:lnTo>
                  <a:pt x="327994" y="63353"/>
                </a:lnTo>
                <a:cubicBezTo>
                  <a:pt x="327994" y="59024"/>
                  <a:pt x="327005" y="55674"/>
                  <a:pt x="325026" y="53303"/>
                </a:cubicBezTo>
                <a:cubicBezTo>
                  <a:pt x="323048" y="50930"/>
                  <a:pt x="320035" y="49744"/>
                  <a:pt x="315986" y="49744"/>
                </a:cubicBezTo>
                <a:cubicBezTo>
                  <a:pt x="313042" y="49744"/>
                  <a:pt x="310281" y="50412"/>
                  <a:pt x="307705" y="51749"/>
                </a:cubicBezTo>
                <a:cubicBezTo>
                  <a:pt x="305129" y="53084"/>
                  <a:pt x="302690" y="54903"/>
                  <a:pt x="300389" y="57205"/>
                </a:cubicBezTo>
                <a:lnTo>
                  <a:pt x="300389" y="108469"/>
                </a:lnTo>
                <a:lnTo>
                  <a:pt x="283346" y="108469"/>
                </a:lnTo>
                <a:lnTo>
                  <a:pt x="283346" y="5804"/>
                </a:lnTo>
                <a:lnTo>
                  <a:pt x="300389" y="5804"/>
                </a:lnTo>
                <a:lnTo>
                  <a:pt x="300389" y="45185"/>
                </a:lnTo>
                <a:close/>
                <a:moveTo>
                  <a:pt x="409214" y="64873"/>
                </a:moveTo>
                <a:cubicBezTo>
                  <a:pt x="409214" y="62664"/>
                  <a:pt x="408903" y="60580"/>
                  <a:pt x="408283" y="58622"/>
                </a:cubicBezTo>
                <a:cubicBezTo>
                  <a:pt x="407662" y="56664"/>
                  <a:pt x="406731" y="54949"/>
                  <a:pt x="405488" y="53475"/>
                </a:cubicBezTo>
                <a:cubicBezTo>
                  <a:pt x="404246" y="52001"/>
                  <a:pt x="402670" y="50838"/>
                  <a:pt x="400760" y="49986"/>
                </a:cubicBezTo>
                <a:cubicBezTo>
                  <a:pt x="398851" y="49134"/>
                  <a:pt x="396631" y="48708"/>
                  <a:pt x="394102" y="48708"/>
                </a:cubicBezTo>
                <a:cubicBezTo>
                  <a:pt x="389179" y="48708"/>
                  <a:pt x="385304" y="50113"/>
                  <a:pt x="382475" y="52923"/>
                </a:cubicBezTo>
                <a:cubicBezTo>
                  <a:pt x="379646" y="55731"/>
                  <a:pt x="377839" y="59715"/>
                  <a:pt x="377056" y="64873"/>
                </a:cubicBezTo>
                <a:lnTo>
                  <a:pt x="409214" y="64873"/>
                </a:lnTo>
                <a:moveTo>
                  <a:pt x="376713" y="75169"/>
                </a:moveTo>
                <a:cubicBezTo>
                  <a:pt x="376988" y="78807"/>
                  <a:pt x="377632" y="81950"/>
                  <a:pt x="378644" y="84600"/>
                </a:cubicBezTo>
                <a:cubicBezTo>
                  <a:pt x="379656" y="87248"/>
                  <a:pt x="380990" y="89436"/>
                  <a:pt x="382645" y="91163"/>
                </a:cubicBezTo>
                <a:cubicBezTo>
                  <a:pt x="384302" y="92889"/>
                  <a:pt x="386269" y="94179"/>
                  <a:pt x="388546" y="95032"/>
                </a:cubicBezTo>
                <a:cubicBezTo>
                  <a:pt x="390823" y="95884"/>
                  <a:pt x="393342" y="96310"/>
                  <a:pt x="396102" y="96310"/>
                </a:cubicBezTo>
                <a:cubicBezTo>
                  <a:pt x="398864" y="96310"/>
                  <a:pt x="401245" y="95987"/>
                  <a:pt x="403245" y="95342"/>
                </a:cubicBezTo>
                <a:cubicBezTo>
                  <a:pt x="405246" y="94697"/>
                  <a:pt x="406994" y="93983"/>
                  <a:pt x="408489" y="93200"/>
                </a:cubicBezTo>
                <a:cubicBezTo>
                  <a:pt x="409985" y="92417"/>
                  <a:pt x="411296" y="91704"/>
                  <a:pt x="412423" y="91060"/>
                </a:cubicBezTo>
                <a:cubicBezTo>
                  <a:pt x="413551" y="90415"/>
                  <a:pt x="414644" y="90092"/>
                  <a:pt x="415702" y="90092"/>
                </a:cubicBezTo>
                <a:cubicBezTo>
                  <a:pt x="417127" y="90092"/>
                  <a:pt x="418185" y="90621"/>
                  <a:pt x="418876" y="91680"/>
                </a:cubicBezTo>
                <a:lnTo>
                  <a:pt x="423774" y="97897"/>
                </a:lnTo>
                <a:cubicBezTo>
                  <a:pt x="421889" y="100108"/>
                  <a:pt x="419773" y="101962"/>
                  <a:pt x="417427" y="103459"/>
                </a:cubicBezTo>
                <a:cubicBezTo>
                  <a:pt x="415081" y="104956"/>
                  <a:pt x="412631" y="106154"/>
                  <a:pt x="410077" y="107052"/>
                </a:cubicBezTo>
                <a:cubicBezTo>
                  <a:pt x="407523" y="107950"/>
                  <a:pt x="404924" y="108584"/>
                  <a:pt x="402279" y="108952"/>
                </a:cubicBezTo>
                <a:cubicBezTo>
                  <a:pt x="399634" y="109321"/>
                  <a:pt x="397069" y="109506"/>
                  <a:pt x="394586" y="109506"/>
                </a:cubicBezTo>
                <a:cubicBezTo>
                  <a:pt x="389662" y="109506"/>
                  <a:pt x="385084" y="108689"/>
                  <a:pt x="380851" y="107054"/>
                </a:cubicBezTo>
                <a:cubicBezTo>
                  <a:pt x="376619" y="105418"/>
                  <a:pt x="372940" y="103000"/>
                  <a:pt x="369812" y="99799"/>
                </a:cubicBezTo>
                <a:cubicBezTo>
                  <a:pt x="366684" y="96597"/>
                  <a:pt x="364222" y="92636"/>
                  <a:pt x="362428" y="87916"/>
                </a:cubicBezTo>
                <a:cubicBezTo>
                  <a:pt x="360634" y="83195"/>
                  <a:pt x="359737" y="77725"/>
                  <a:pt x="359737" y="71507"/>
                </a:cubicBezTo>
                <a:cubicBezTo>
                  <a:pt x="359737" y="66670"/>
                  <a:pt x="360519" y="62121"/>
                  <a:pt x="362083" y="57861"/>
                </a:cubicBezTo>
                <a:cubicBezTo>
                  <a:pt x="363647" y="53601"/>
                  <a:pt x="365889" y="49893"/>
                  <a:pt x="368809" y="46739"/>
                </a:cubicBezTo>
                <a:cubicBezTo>
                  <a:pt x="371731" y="43584"/>
                  <a:pt x="375296" y="41085"/>
                  <a:pt x="379505" y="39244"/>
                </a:cubicBezTo>
                <a:cubicBezTo>
                  <a:pt x="383716" y="37401"/>
                  <a:pt x="388466" y="36480"/>
                  <a:pt x="393756" y="36480"/>
                </a:cubicBezTo>
                <a:cubicBezTo>
                  <a:pt x="398219" y="36480"/>
                  <a:pt x="402337" y="37194"/>
                  <a:pt x="406110" y="38622"/>
                </a:cubicBezTo>
                <a:cubicBezTo>
                  <a:pt x="409882" y="40048"/>
                  <a:pt x="413125" y="42132"/>
                  <a:pt x="415839" y="44873"/>
                </a:cubicBezTo>
                <a:cubicBezTo>
                  <a:pt x="418553" y="47614"/>
                  <a:pt x="420681" y="50977"/>
                  <a:pt x="422222" y="54962"/>
                </a:cubicBezTo>
                <a:cubicBezTo>
                  <a:pt x="423764" y="58945"/>
                  <a:pt x="424534" y="63493"/>
                  <a:pt x="424534" y="68605"/>
                </a:cubicBezTo>
                <a:cubicBezTo>
                  <a:pt x="424534" y="71185"/>
                  <a:pt x="424258" y="72923"/>
                  <a:pt x="423705" y="73822"/>
                </a:cubicBezTo>
                <a:cubicBezTo>
                  <a:pt x="423153" y="74720"/>
                  <a:pt x="422095" y="75169"/>
                  <a:pt x="420531" y="75169"/>
                </a:cubicBezTo>
                <a:lnTo>
                  <a:pt x="376713" y="75169"/>
                </a:lnTo>
                <a:close/>
                <a:moveTo>
                  <a:pt x="495888" y="23353"/>
                </a:moveTo>
                <a:lnTo>
                  <a:pt x="495888" y="52923"/>
                </a:lnTo>
                <a:lnTo>
                  <a:pt x="533289" y="52923"/>
                </a:lnTo>
                <a:lnTo>
                  <a:pt x="533289" y="67777"/>
                </a:lnTo>
                <a:lnTo>
                  <a:pt x="495888" y="67777"/>
                </a:lnTo>
                <a:lnTo>
                  <a:pt x="495888" y="108469"/>
                </a:lnTo>
                <a:lnTo>
                  <a:pt x="477257" y="108469"/>
                </a:lnTo>
                <a:lnTo>
                  <a:pt x="477257" y="8566"/>
                </a:lnTo>
                <a:lnTo>
                  <a:pt x="540191" y="8566"/>
                </a:lnTo>
                <a:lnTo>
                  <a:pt x="540191" y="23353"/>
                </a:lnTo>
                <a:lnTo>
                  <a:pt x="495888" y="23353"/>
                </a:lnTo>
                <a:close/>
                <a:moveTo>
                  <a:pt x="572556" y="49883"/>
                </a:moveTo>
                <a:cubicBezTo>
                  <a:pt x="574765" y="45645"/>
                  <a:pt x="577386" y="42317"/>
                  <a:pt x="580422" y="39899"/>
                </a:cubicBezTo>
                <a:cubicBezTo>
                  <a:pt x="583459" y="37480"/>
                  <a:pt x="587047" y="36271"/>
                  <a:pt x="591187" y="36271"/>
                </a:cubicBezTo>
                <a:cubicBezTo>
                  <a:pt x="594454" y="36271"/>
                  <a:pt x="597077" y="36985"/>
                  <a:pt x="599055" y="38413"/>
                </a:cubicBezTo>
                <a:lnTo>
                  <a:pt x="597950" y="51194"/>
                </a:lnTo>
                <a:cubicBezTo>
                  <a:pt x="597719" y="52023"/>
                  <a:pt x="597386" y="52611"/>
                  <a:pt x="596949" y="52957"/>
                </a:cubicBezTo>
                <a:cubicBezTo>
                  <a:pt x="596513" y="53303"/>
                  <a:pt x="595926" y="53475"/>
                  <a:pt x="595191" y="53475"/>
                </a:cubicBezTo>
                <a:cubicBezTo>
                  <a:pt x="594500" y="53475"/>
                  <a:pt x="593476" y="53360"/>
                  <a:pt x="592118" y="53130"/>
                </a:cubicBezTo>
                <a:cubicBezTo>
                  <a:pt x="590762" y="52899"/>
                  <a:pt x="589439" y="52784"/>
                  <a:pt x="588151" y="52784"/>
                </a:cubicBezTo>
                <a:cubicBezTo>
                  <a:pt x="586265" y="52784"/>
                  <a:pt x="584586" y="53060"/>
                  <a:pt x="583113" y="53612"/>
                </a:cubicBezTo>
                <a:cubicBezTo>
                  <a:pt x="581642" y="54165"/>
                  <a:pt x="580319" y="54960"/>
                  <a:pt x="579146" y="55997"/>
                </a:cubicBezTo>
                <a:cubicBezTo>
                  <a:pt x="577972" y="57033"/>
                  <a:pt x="576936" y="58288"/>
                  <a:pt x="576039" y="59763"/>
                </a:cubicBezTo>
                <a:cubicBezTo>
                  <a:pt x="575142" y="61236"/>
                  <a:pt x="574303" y="62917"/>
                  <a:pt x="573521" y="64806"/>
                </a:cubicBezTo>
                <a:lnTo>
                  <a:pt x="573521" y="108469"/>
                </a:lnTo>
                <a:lnTo>
                  <a:pt x="556477" y="108469"/>
                </a:lnTo>
                <a:lnTo>
                  <a:pt x="556477" y="37584"/>
                </a:lnTo>
                <a:lnTo>
                  <a:pt x="566483" y="37584"/>
                </a:lnTo>
                <a:cubicBezTo>
                  <a:pt x="568231" y="37584"/>
                  <a:pt x="569449" y="37896"/>
                  <a:pt x="570139" y="38518"/>
                </a:cubicBezTo>
                <a:cubicBezTo>
                  <a:pt x="570829" y="39140"/>
                  <a:pt x="571290" y="40256"/>
                  <a:pt x="571520" y="41869"/>
                </a:cubicBezTo>
                <a:lnTo>
                  <a:pt x="572556" y="49883"/>
                </a:lnTo>
                <a:close/>
                <a:moveTo>
                  <a:pt x="646807" y="78209"/>
                </a:moveTo>
                <a:cubicBezTo>
                  <a:pt x="641885" y="78438"/>
                  <a:pt x="637745" y="78864"/>
                  <a:pt x="634387" y="79487"/>
                </a:cubicBezTo>
                <a:cubicBezTo>
                  <a:pt x="631028" y="80108"/>
                  <a:pt x="628337" y="80902"/>
                  <a:pt x="626312" y="81869"/>
                </a:cubicBezTo>
                <a:cubicBezTo>
                  <a:pt x="624288" y="82836"/>
                  <a:pt x="622838" y="83965"/>
                  <a:pt x="621964" y="85255"/>
                </a:cubicBezTo>
                <a:cubicBezTo>
                  <a:pt x="621090" y="86544"/>
                  <a:pt x="620654" y="87949"/>
                  <a:pt x="620654" y="89470"/>
                </a:cubicBezTo>
                <a:cubicBezTo>
                  <a:pt x="620654" y="92464"/>
                  <a:pt x="621539" y="94606"/>
                  <a:pt x="623309" y="95897"/>
                </a:cubicBezTo>
                <a:cubicBezTo>
                  <a:pt x="625081" y="97185"/>
                  <a:pt x="627393" y="97830"/>
                  <a:pt x="630246" y="97830"/>
                </a:cubicBezTo>
                <a:cubicBezTo>
                  <a:pt x="633742" y="97830"/>
                  <a:pt x="636766" y="97197"/>
                  <a:pt x="639319" y="95930"/>
                </a:cubicBezTo>
                <a:cubicBezTo>
                  <a:pt x="641872" y="94662"/>
                  <a:pt x="644369" y="92739"/>
                  <a:pt x="646807" y="90160"/>
                </a:cubicBezTo>
                <a:lnTo>
                  <a:pt x="646807" y="78209"/>
                </a:lnTo>
                <a:moveTo>
                  <a:pt x="607749" y="47464"/>
                </a:moveTo>
                <a:cubicBezTo>
                  <a:pt x="615891" y="40002"/>
                  <a:pt x="625690" y="36271"/>
                  <a:pt x="637145" y="36271"/>
                </a:cubicBezTo>
                <a:cubicBezTo>
                  <a:pt x="641287" y="36271"/>
                  <a:pt x="644991" y="36950"/>
                  <a:pt x="648256" y="38310"/>
                </a:cubicBezTo>
                <a:cubicBezTo>
                  <a:pt x="651523" y="39669"/>
                  <a:pt x="654283" y="41557"/>
                  <a:pt x="656537" y="43975"/>
                </a:cubicBezTo>
                <a:cubicBezTo>
                  <a:pt x="658792" y="46393"/>
                  <a:pt x="660505" y="49283"/>
                  <a:pt x="661677" y="52647"/>
                </a:cubicBezTo>
                <a:cubicBezTo>
                  <a:pt x="662851" y="56009"/>
                  <a:pt x="663438" y="59693"/>
                  <a:pt x="663438" y="63699"/>
                </a:cubicBezTo>
                <a:lnTo>
                  <a:pt x="663438" y="108469"/>
                </a:lnTo>
                <a:lnTo>
                  <a:pt x="655709" y="108469"/>
                </a:lnTo>
                <a:cubicBezTo>
                  <a:pt x="654099" y="108469"/>
                  <a:pt x="652856" y="108227"/>
                  <a:pt x="651982" y="107744"/>
                </a:cubicBezTo>
                <a:cubicBezTo>
                  <a:pt x="651108" y="107260"/>
                  <a:pt x="650419" y="106281"/>
                  <a:pt x="649914" y="104807"/>
                </a:cubicBezTo>
                <a:lnTo>
                  <a:pt x="648395" y="99694"/>
                </a:lnTo>
                <a:cubicBezTo>
                  <a:pt x="646601" y="101306"/>
                  <a:pt x="644852" y="102723"/>
                  <a:pt x="643149" y="103944"/>
                </a:cubicBezTo>
                <a:cubicBezTo>
                  <a:pt x="641448" y="105164"/>
                  <a:pt x="639677" y="106189"/>
                  <a:pt x="637836" y="107018"/>
                </a:cubicBezTo>
                <a:cubicBezTo>
                  <a:pt x="635995" y="107848"/>
                  <a:pt x="634029" y="108481"/>
                  <a:pt x="631935" y="108918"/>
                </a:cubicBezTo>
                <a:cubicBezTo>
                  <a:pt x="629843" y="109355"/>
                  <a:pt x="627532" y="109574"/>
                  <a:pt x="625000" y="109574"/>
                </a:cubicBezTo>
                <a:cubicBezTo>
                  <a:pt x="622010" y="109574"/>
                  <a:pt x="619250" y="109171"/>
                  <a:pt x="616720" y="108366"/>
                </a:cubicBezTo>
                <a:cubicBezTo>
                  <a:pt x="614190" y="107559"/>
                  <a:pt x="612005" y="106350"/>
                  <a:pt x="610164" y="104739"/>
                </a:cubicBezTo>
                <a:cubicBezTo>
                  <a:pt x="608323" y="103127"/>
                  <a:pt x="606897" y="101123"/>
                  <a:pt x="605885" y="98728"/>
                </a:cubicBezTo>
                <a:cubicBezTo>
                  <a:pt x="604874" y="96333"/>
                  <a:pt x="604368" y="93546"/>
                  <a:pt x="604368" y="90368"/>
                </a:cubicBezTo>
                <a:cubicBezTo>
                  <a:pt x="604368" y="88572"/>
                  <a:pt x="604668" y="86788"/>
                  <a:pt x="605266" y="85015"/>
                </a:cubicBezTo>
                <a:cubicBezTo>
                  <a:pt x="605864" y="83241"/>
                  <a:pt x="606841" y="81548"/>
                  <a:pt x="608197" y="79936"/>
                </a:cubicBezTo>
                <a:cubicBezTo>
                  <a:pt x="609555" y="78324"/>
                  <a:pt x="611315" y="76804"/>
                  <a:pt x="613477" y="75375"/>
                </a:cubicBezTo>
                <a:cubicBezTo>
                  <a:pt x="615639" y="73947"/>
                  <a:pt x="618295" y="72704"/>
                  <a:pt x="621446" y="71646"/>
                </a:cubicBezTo>
                <a:cubicBezTo>
                  <a:pt x="624597" y="70586"/>
                  <a:pt x="628267" y="69722"/>
                  <a:pt x="632453" y="69054"/>
                </a:cubicBezTo>
                <a:cubicBezTo>
                  <a:pt x="636640" y="68387"/>
                  <a:pt x="641425" y="67983"/>
                  <a:pt x="646807" y="67844"/>
                </a:cubicBezTo>
                <a:lnTo>
                  <a:pt x="646807" y="63699"/>
                </a:lnTo>
                <a:cubicBezTo>
                  <a:pt x="646807" y="58955"/>
                  <a:pt x="645795" y="55443"/>
                  <a:pt x="643771" y="53163"/>
                </a:cubicBezTo>
                <a:cubicBezTo>
                  <a:pt x="641746" y="50884"/>
                  <a:pt x="638825" y="49744"/>
                  <a:pt x="635008" y="49744"/>
                </a:cubicBezTo>
                <a:cubicBezTo>
                  <a:pt x="632248" y="49744"/>
                  <a:pt x="629958" y="50066"/>
                  <a:pt x="628140" y="50711"/>
                </a:cubicBezTo>
                <a:cubicBezTo>
                  <a:pt x="626324" y="51357"/>
                  <a:pt x="624725" y="52082"/>
                  <a:pt x="623345" y="52889"/>
                </a:cubicBezTo>
                <a:cubicBezTo>
                  <a:pt x="621965" y="53695"/>
                  <a:pt x="620711" y="54420"/>
                  <a:pt x="619584" y="55065"/>
                </a:cubicBezTo>
                <a:cubicBezTo>
                  <a:pt x="618457" y="55709"/>
                  <a:pt x="617203" y="56031"/>
                  <a:pt x="615823" y="56031"/>
                </a:cubicBezTo>
                <a:cubicBezTo>
                  <a:pt x="614627" y="56031"/>
                  <a:pt x="613614" y="55720"/>
                  <a:pt x="612786" y="55099"/>
                </a:cubicBezTo>
                <a:cubicBezTo>
                  <a:pt x="611959" y="54476"/>
                  <a:pt x="611292" y="53751"/>
                  <a:pt x="610785" y="52923"/>
                </a:cubicBezTo>
                <a:lnTo>
                  <a:pt x="607749" y="47464"/>
                </a:lnTo>
                <a:close/>
                <a:moveTo>
                  <a:pt x="682761" y="108469"/>
                </a:moveTo>
                <a:lnTo>
                  <a:pt x="682761" y="37584"/>
                </a:lnTo>
                <a:lnTo>
                  <a:pt x="693181" y="37584"/>
                </a:lnTo>
                <a:cubicBezTo>
                  <a:pt x="695390" y="37584"/>
                  <a:pt x="696839" y="38621"/>
                  <a:pt x="697528" y="40694"/>
                </a:cubicBezTo>
                <a:lnTo>
                  <a:pt x="698631" y="45944"/>
                </a:lnTo>
                <a:cubicBezTo>
                  <a:pt x="699874" y="44563"/>
                  <a:pt x="701173" y="43296"/>
                  <a:pt x="702530" y="42145"/>
                </a:cubicBezTo>
                <a:cubicBezTo>
                  <a:pt x="703887" y="40994"/>
                  <a:pt x="705337" y="40003"/>
                  <a:pt x="706878" y="39174"/>
                </a:cubicBezTo>
                <a:cubicBezTo>
                  <a:pt x="708420" y="38345"/>
                  <a:pt x="710076" y="37688"/>
                  <a:pt x="711846" y="37205"/>
                </a:cubicBezTo>
                <a:cubicBezTo>
                  <a:pt x="713618" y="36721"/>
                  <a:pt x="715562" y="36480"/>
                  <a:pt x="717678" y="36480"/>
                </a:cubicBezTo>
                <a:cubicBezTo>
                  <a:pt x="722141" y="36480"/>
                  <a:pt x="725810" y="37688"/>
                  <a:pt x="728685" y="40106"/>
                </a:cubicBezTo>
                <a:cubicBezTo>
                  <a:pt x="731561" y="42524"/>
                  <a:pt x="733711" y="45736"/>
                  <a:pt x="735138" y="49744"/>
                </a:cubicBezTo>
                <a:cubicBezTo>
                  <a:pt x="736241" y="47395"/>
                  <a:pt x="737621" y="45380"/>
                  <a:pt x="739276" y="43699"/>
                </a:cubicBezTo>
                <a:cubicBezTo>
                  <a:pt x="740933" y="42018"/>
                  <a:pt x="742750" y="40648"/>
                  <a:pt x="744728" y="39590"/>
                </a:cubicBezTo>
                <a:cubicBezTo>
                  <a:pt x="746707" y="38530"/>
                  <a:pt x="748811" y="37747"/>
                  <a:pt x="751042" y="37241"/>
                </a:cubicBezTo>
                <a:cubicBezTo>
                  <a:pt x="753274" y="36733"/>
                  <a:pt x="755518" y="36480"/>
                  <a:pt x="757773" y="36480"/>
                </a:cubicBezTo>
                <a:cubicBezTo>
                  <a:pt x="761683" y="36480"/>
                  <a:pt x="765155" y="37078"/>
                  <a:pt x="768191" y="38276"/>
                </a:cubicBezTo>
                <a:cubicBezTo>
                  <a:pt x="771227" y="39474"/>
                  <a:pt x="773781" y="41224"/>
                  <a:pt x="775850" y="43526"/>
                </a:cubicBezTo>
                <a:cubicBezTo>
                  <a:pt x="777921" y="45828"/>
                  <a:pt x="779497" y="48638"/>
                  <a:pt x="780578" y="51955"/>
                </a:cubicBezTo>
                <a:cubicBezTo>
                  <a:pt x="781659" y="55271"/>
                  <a:pt x="782199" y="59070"/>
                  <a:pt x="782199" y="63353"/>
                </a:cubicBezTo>
                <a:lnTo>
                  <a:pt x="782199" y="108469"/>
                </a:lnTo>
                <a:lnTo>
                  <a:pt x="765156" y="108469"/>
                </a:lnTo>
                <a:lnTo>
                  <a:pt x="765156" y="63353"/>
                </a:lnTo>
                <a:cubicBezTo>
                  <a:pt x="765156" y="58840"/>
                  <a:pt x="764167" y="55443"/>
                  <a:pt x="762189" y="53163"/>
                </a:cubicBezTo>
                <a:cubicBezTo>
                  <a:pt x="760211" y="50884"/>
                  <a:pt x="757312" y="49744"/>
                  <a:pt x="753493" y="49744"/>
                </a:cubicBezTo>
                <a:cubicBezTo>
                  <a:pt x="751745" y="49744"/>
                  <a:pt x="750124" y="50043"/>
                  <a:pt x="748629" y="50642"/>
                </a:cubicBezTo>
                <a:cubicBezTo>
                  <a:pt x="747133" y="51241"/>
                  <a:pt x="745822" y="52104"/>
                  <a:pt x="744695" y="53233"/>
                </a:cubicBezTo>
                <a:cubicBezTo>
                  <a:pt x="743567" y="54362"/>
                  <a:pt x="742681" y="55779"/>
                  <a:pt x="742037" y="57484"/>
                </a:cubicBezTo>
                <a:cubicBezTo>
                  <a:pt x="741394" y="59187"/>
                  <a:pt x="741072" y="61144"/>
                  <a:pt x="741072" y="63353"/>
                </a:cubicBezTo>
                <a:lnTo>
                  <a:pt x="741072" y="108469"/>
                </a:lnTo>
                <a:lnTo>
                  <a:pt x="723957" y="108469"/>
                </a:lnTo>
                <a:lnTo>
                  <a:pt x="723957" y="63353"/>
                </a:lnTo>
                <a:cubicBezTo>
                  <a:pt x="723957" y="58609"/>
                  <a:pt x="723003" y="55155"/>
                  <a:pt x="721093" y="52991"/>
                </a:cubicBezTo>
                <a:cubicBezTo>
                  <a:pt x="719184" y="50826"/>
                  <a:pt x="716389" y="49744"/>
                  <a:pt x="712710" y="49744"/>
                </a:cubicBezTo>
                <a:cubicBezTo>
                  <a:pt x="710226" y="49744"/>
                  <a:pt x="707914" y="50354"/>
                  <a:pt x="705775" y="51576"/>
                </a:cubicBezTo>
                <a:cubicBezTo>
                  <a:pt x="703635" y="52796"/>
                  <a:pt x="701645" y="54465"/>
                  <a:pt x="699804" y="56583"/>
                </a:cubicBezTo>
                <a:lnTo>
                  <a:pt x="699804" y="108469"/>
                </a:lnTo>
                <a:lnTo>
                  <a:pt x="682761" y="108469"/>
                </a:lnTo>
                <a:close/>
                <a:moveTo>
                  <a:pt x="847825" y="64873"/>
                </a:moveTo>
                <a:cubicBezTo>
                  <a:pt x="847825" y="62664"/>
                  <a:pt x="847515" y="60580"/>
                  <a:pt x="846895" y="58622"/>
                </a:cubicBezTo>
                <a:cubicBezTo>
                  <a:pt x="846274" y="56664"/>
                  <a:pt x="845343" y="54949"/>
                  <a:pt x="844100" y="53475"/>
                </a:cubicBezTo>
                <a:cubicBezTo>
                  <a:pt x="842857" y="52001"/>
                  <a:pt x="841282" y="50838"/>
                  <a:pt x="839372" y="49986"/>
                </a:cubicBezTo>
                <a:cubicBezTo>
                  <a:pt x="837463" y="49134"/>
                  <a:pt x="835243" y="48708"/>
                  <a:pt x="832713" y="48708"/>
                </a:cubicBezTo>
                <a:cubicBezTo>
                  <a:pt x="827791" y="48708"/>
                  <a:pt x="823915" y="50113"/>
                  <a:pt x="821086" y="52923"/>
                </a:cubicBezTo>
                <a:cubicBezTo>
                  <a:pt x="818257" y="55731"/>
                  <a:pt x="816451" y="59715"/>
                  <a:pt x="815668" y="64873"/>
                </a:cubicBezTo>
                <a:lnTo>
                  <a:pt x="847825" y="64873"/>
                </a:lnTo>
                <a:moveTo>
                  <a:pt x="815324" y="75169"/>
                </a:moveTo>
                <a:cubicBezTo>
                  <a:pt x="815600" y="78807"/>
                  <a:pt x="816243" y="81950"/>
                  <a:pt x="817256" y="84600"/>
                </a:cubicBezTo>
                <a:cubicBezTo>
                  <a:pt x="818268" y="87248"/>
                  <a:pt x="819602" y="89436"/>
                  <a:pt x="821257" y="91163"/>
                </a:cubicBezTo>
                <a:cubicBezTo>
                  <a:pt x="822914" y="92889"/>
                  <a:pt x="824880" y="94179"/>
                  <a:pt x="827158" y="95032"/>
                </a:cubicBezTo>
                <a:cubicBezTo>
                  <a:pt x="829435" y="95884"/>
                  <a:pt x="831954" y="96310"/>
                  <a:pt x="834714" y="96310"/>
                </a:cubicBezTo>
                <a:cubicBezTo>
                  <a:pt x="837475" y="96310"/>
                  <a:pt x="839857" y="95987"/>
                  <a:pt x="841857" y="95342"/>
                </a:cubicBezTo>
                <a:cubicBezTo>
                  <a:pt x="843858" y="94697"/>
                  <a:pt x="845606" y="93983"/>
                  <a:pt x="847101" y="93200"/>
                </a:cubicBezTo>
                <a:cubicBezTo>
                  <a:pt x="848596" y="92417"/>
                  <a:pt x="849907" y="91704"/>
                  <a:pt x="851035" y="91060"/>
                </a:cubicBezTo>
                <a:cubicBezTo>
                  <a:pt x="852162" y="90415"/>
                  <a:pt x="853255" y="90092"/>
                  <a:pt x="854314" y="90092"/>
                </a:cubicBezTo>
                <a:cubicBezTo>
                  <a:pt x="855739" y="90092"/>
                  <a:pt x="856797" y="90621"/>
                  <a:pt x="857487" y="91680"/>
                </a:cubicBezTo>
                <a:lnTo>
                  <a:pt x="862386" y="97897"/>
                </a:lnTo>
                <a:cubicBezTo>
                  <a:pt x="860500" y="100108"/>
                  <a:pt x="858385" y="101962"/>
                  <a:pt x="856039" y="103459"/>
                </a:cubicBezTo>
                <a:cubicBezTo>
                  <a:pt x="853693" y="104956"/>
                  <a:pt x="851243" y="106154"/>
                  <a:pt x="848689" y="107052"/>
                </a:cubicBezTo>
                <a:cubicBezTo>
                  <a:pt x="846135" y="107950"/>
                  <a:pt x="843536" y="108584"/>
                  <a:pt x="840891" y="108952"/>
                </a:cubicBezTo>
                <a:cubicBezTo>
                  <a:pt x="838245" y="109321"/>
                  <a:pt x="835681" y="109506"/>
                  <a:pt x="833198" y="109506"/>
                </a:cubicBezTo>
                <a:cubicBezTo>
                  <a:pt x="828274" y="109506"/>
                  <a:pt x="823696" y="108689"/>
                  <a:pt x="819463" y="107054"/>
                </a:cubicBezTo>
                <a:cubicBezTo>
                  <a:pt x="815231" y="105418"/>
                  <a:pt x="811551" y="103000"/>
                  <a:pt x="808423" y="99799"/>
                </a:cubicBezTo>
                <a:cubicBezTo>
                  <a:pt x="805295" y="96597"/>
                  <a:pt x="802834" y="92636"/>
                  <a:pt x="801040" y="87916"/>
                </a:cubicBezTo>
                <a:cubicBezTo>
                  <a:pt x="799246" y="83195"/>
                  <a:pt x="798348" y="77725"/>
                  <a:pt x="798348" y="71507"/>
                </a:cubicBezTo>
                <a:cubicBezTo>
                  <a:pt x="798348" y="66670"/>
                  <a:pt x="799130" y="62121"/>
                  <a:pt x="800694" y="57861"/>
                </a:cubicBezTo>
                <a:cubicBezTo>
                  <a:pt x="802258" y="53601"/>
                  <a:pt x="804501" y="49893"/>
                  <a:pt x="807421" y="46739"/>
                </a:cubicBezTo>
                <a:cubicBezTo>
                  <a:pt x="810342" y="43584"/>
                  <a:pt x="813908" y="41085"/>
                  <a:pt x="818117" y="39244"/>
                </a:cubicBezTo>
                <a:cubicBezTo>
                  <a:pt x="822327" y="37401"/>
                  <a:pt x="827078" y="36480"/>
                  <a:pt x="832368" y="36480"/>
                </a:cubicBezTo>
                <a:cubicBezTo>
                  <a:pt x="836831" y="36480"/>
                  <a:pt x="840949" y="37194"/>
                  <a:pt x="844721" y="38622"/>
                </a:cubicBezTo>
                <a:cubicBezTo>
                  <a:pt x="848494" y="40048"/>
                  <a:pt x="851737" y="42132"/>
                  <a:pt x="854451" y="44873"/>
                </a:cubicBezTo>
                <a:cubicBezTo>
                  <a:pt x="857165" y="47614"/>
                  <a:pt x="859292" y="50977"/>
                  <a:pt x="860834" y="54962"/>
                </a:cubicBezTo>
                <a:cubicBezTo>
                  <a:pt x="862375" y="58945"/>
                  <a:pt x="863146" y="63493"/>
                  <a:pt x="863146" y="68605"/>
                </a:cubicBezTo>
                <a:cubicBezTo>
                  <a:pt x="863146" y="71185"/>
                  <a:pt x="862870" y="72923"/>
                  <a:pt x="862316" y="73822"/>
                </a:cubicBezTo>
                <a:cubicBezTo>
                  <a:pt x="861765" y="74720"/>
                  <a:pt x="860707" y="75169"/>
                  <a:pt x="859143" y="75169"/>
                </a:cubicBezTo>
                <a:lnTo>
                  <a:pt x="815324" y="75169"/>
                </a:lnTo>
                <a:close/>
                <a:moveTo>
                  <a:pt x="980114" y="37584"/>
                </a:moveTo>
                <a:lnTo>
                  <a:pt x="957616" y="108469"/>
                </a:lnTo>
                <a:lnTo>
                  <a:pt x="943953" y="108469"/>
                </a:lnTo>
                <a:cubicBezTo>
                  <a:pt x="942389" y="108469"/>
                  <a:pt x="941308" y="107456"/>
                  <a:pt x="940710" y="105429"/>
                </a:cubicBezTo>
                <a:lnTo>
                  <a:pt x="928013" y="64460"/>
                </a:lnTo>
                <a:cubicBezTo>
                  <a:pt x="927599" y="63079"/>
                  <a:pt x="927219" y="61708"/>
                  <a:pt x="926874" y="60349"/>
                </a:cubicBezTo>
                <a:cubicBezTo>
                  <a:pt x="926530" y="58990"/>
                  <a:pt x="926242" y="57619"/>
                  <a:pt x="926012" y="56237"/>
                </a:cubicBezTo>
                <a:cubicBezTo>
                  <a:pt x="925736" y="57619"/>
                  <a:pt x="925425" y="59013"/>
                  <a:pt x="925079" y="60418"/>
                </a:cubicBezTo>
                <a:cubicBezTo>
                  <a:pt x="924735" y="61823"/>
                  <a:pt x="924356" y="63216"/>
                  <a:pt x="923942" y="64597"/>
                </a:cubicBezTo>
                <a:lnTo>
                  <a:pt x="911037" y="105429"/>
                </a:lnTo>
                <a:cubicBezTo>
                  <a:pt x="910485" y="107456"/>
                  <a:pt x="909266" y="108469"/>
                  <a:pt x="907379" y="108469"/>
                </a:cubicBezTo>
                <a:lnTo>
                  <a:pt x="894267" y="108469"/>
                </a:lnTo>
                <a:lnTo>
                  <a:pt x="871841" y="37584"/>
                </a:lnTo>
                <a:lnTo>
                  <a:pt x="885435" y="37584"/>
                </a:lnTo>
                <a:cubicBezTo>
                  <a:pt x="886677" y="37584"/>
                  <a:pt x="887735" y="37884"/>
                  <a:pt x="888609" y="38483"/>
                </a:cubicBezTo>
                <a:cubicBezTo>
                  <a:pt x="889483" y="39081"/>
                  <a:pt x="890059" y="39841"/>
                  <a:pt x="890335" y="40762"/>
                </a:cubicBezTo>
                <a:lnTo>
                  <a:pt x="900480" y="78622"/>
                </a:lnTo>
                <a:cubicBezTo>
                  <a:pt x="900985" y="80696"/>
                  <a:pt x="901433" y="82723"/>
                  <a:pt x="901823" y="84703"/>
                </a:cubicBezTo>
                <a:cubicBezTo>
                  <a:pt x="902215" y="86684"/>
                  <a:pt x="902549" y="88664"/>
                  <a:pt x="902826" y="90645"/>
                </a:cubicBezTo>
                <a:cubicBezTo>
                  <a:pt x="903331" y="88664"/>
                  <a:pt x="903871" y="86684"/>
                  <a:pt x="904445" y="84703"/>
                </a:cubicBezTo>
                <a:cubicBezTo>
                  <a:pt x="905021" y="82723"/>
                  <a:pt x="905631" y="80696"/>
                  <a:pt x="906275" y="78622"/>
                </a:cubicBezTo>
                <a:lnTo>
                  <a:pt x="918008" y="40625"/>
                </a:lnTo>
                <a:cubicBezTo>
                  <a:pt x="918283" y="39703"/>
                  <a:pt x="918823" y="38942"/>
                  <a:pt x="919627" y="38343"/>
                </a:cubicBezTo>
                <a:cubicBezTo>
                  <a:pt x="920433" y="37745"/>
                  <a:pt x="921411" y="37445"/>
                  <a:pt x="922561" y="37445"/>
                </a:cubicBezTo>
                <a:lnTo>
                  <a:pt x="930083" y="37445"/>
                </a:lnTo>
                <a:cubicBezTo>
                  <a:pt x="931279" y="37445"/>
                  <a:pt x="932303" y="37745"/>
                  <a:pt x="933153" y="38343"/>
                </a:cubicBezTo>
                <a:cubicBezTo>
                  <a:pt x="934004" y="38942"/>
                  <a:pt x="934568" y="39703"/>
                  <a:pt x="934845" y="40625"/>
                </a:cubicBezTo>
                <a:lnTo>
                  <a:pt x="946231" y="78622"/>
                </a:lnTo>
                <a:cubicBezTo>
                  <a:pt x="946829" y="80696"/>
                  <a:pt x="947392" y="82734"/>
                  <a:pt x="947920" y="84739"/>
                </a:cubicBezTo>
                <a:cubicBezTo>
                  <a:pt x="948450" y="86742"/>
                  <a:pt x="948968" y="88734"/>
                  <a:pt x="949475" y="90714"/>
                </a:cubicBezTo>
                <a:cubicBezTo>
                  <a:pt x="950073" y="86798"/>
                  <a:pt x="950923" y="82768"/>
                  <a:pt x="952027" y="78622"/>
                </a:cubicBezTo>
                <a:lnTo>
                  <a:pt x="962447" y="40762"/>
                </a:lnTo>
                <a:cubicBezTo>
                  <a:pt x="962770" y="39841"/>
                  <a:pt x="963345" y="39081"/>
                  <a:pt x="964172" y="38483"/>
                </a:cubicBezTo>
                <a:cubicBezTo>
                  <a:pt x="965000" y="37884"/>
                  <a:pt x="965989" y="37584"/>
                  <a:pt x="967139" y="37584"/>
                </a:cubicBezTo>
                <a:lnTo>
                  <a:pt x="980114" y="37584"/>
                </a:lnTo>
                <a:close/>
                <a:moveTo>
                  <a:pt x="1024692" y="36480"/>
                </a:moveTo>
                <a:cubicBezTo>
                  <a:pt x="1029937" y="36480"/>
                  <a:pt x="1034710" y="37332"/>
                  <a:pt x="1039012" y="39037"/>
                </a:cubicBezTo>
                <a:cubicBezTo>
                  <a:pt x="1043314" y="40741"/>
                  <a:pt x="1046994" y="43158"/>
                  <a:pt x="1050053" y="46290"/>
                </a:cubicBezTo>
                <a:cubicBezTo>
                  <a:pt x="1053113" y="49422"/>
                  <a:pt x="1055470" y="53245"/>
                  <a:pt x="1057125" y="57760"/>
                </a:cubicBezTo>
                <a:cubicBezTo>
                  <a:pt x="1058782" y="62273"/>
                  <a:pt x="1059610" y="67316"/>
                  <a:pt x="1059610" y="72888"/>
                </a:cubicBezTo>
                <a:cubicBezTo>
                  <a:pt x="1059610" y="78507"/>
                  <a:pt x="1058782" y="83574"/>
                  <a:pt x="1057125" y="88089"/>
                </a:cubicBezTo>
                <a:cubicBezTo>
                  <a:pt x="1055470" y="92603"/>
                  <a:pt x="1053113" y="96448"/>
                  <a:pt x="1050053" y="99626"/>
                </a:cubicBezTo>
                <a:cubicBezTo>
                  <a:pt x="1046994" y="102804"/>
                  <a:pt x="1043314" y="105246"/>
                  <a:pt x="1039012" y="106951"/>
                </a:cubicBezTo>
                <a:cubicBezTo>
                  <a:pt x="1034710" y="108654"/>
                  <a:pt x="1029937" y="109506"/>
                  <a:pt x="1024692" y="109506"/>
                </a:cubicBezTo>
                <a:cubicBezTo>
                  <a:pt x="1019401" y="109506"/>
                  <a:pt x="1014594" y="108654"/>
                  <a:pt x="1010270" y="106951"/>
                </a:cubicBezTo>
                <a:cubicBezTo>
                  <a:pt x="1005946" y="105246"/>
                  <a:pt x="1002254" y="102804"/>
                  <a:pt x="999195" y="99626"/>
                </a:cubicBezTo>
                <a:cubicBezTo>
                  <a:pt x="996136" y="96448"/>
                  <a:pt x="993766" y="92603"/>
                  <a:pt x="992085" y="88089"/>
                </a:cubicBezTo>
                <a:cubicBezTo>
                  <a:pt x="990406" y="83574"/>
                  <a:pt x="989567" y="78507"/>
                  <a:pt x="989567" y="72888"/>
                </a:cubicBezTo>
                <a:cubicBezTo>
                  <a:pt x="989567" y="67316"/>
                  <a:pt x="990406" y="62273"/>
                  <a:pt x="992085" y="57760"/>
                </a:cubicBezTo>
                <a:cubicBezTo>
                  <a:pt x="993766" y="53245"/>
                  <a:pt x="996136" y="49422"/>
                  <a:pt x="999195" y="46290"/>
                </a:cubicBezTo>
                <a:cubicBezTo>
                  <a:pt x="1002254" y="43158"/>
                  <a:pt x="1005946" y="40741"/>
                  <a:pt x="1010270" y="39037"/>
                </a:cubicBezTo>
                <a:cubicBezTo>
                  <a:pt x="1014594" y="37332"/>
                  <a:pt x="1019401" y="36480"/>
                  <a:pt x="1024692" y="36480"/>
                </a:cubicBezTo>
                <a:moveTo>
                  <a:pt x="1024692" y="96379"/>
                </a:moveTo>
                <a:cubicBezTo>
                  <a:pt x="1030581" y="96379"/>
                  <a:pt x="1034940" y="94399"/>
                  <a:pt x="1037769" y="90438"/>
                </a:cubicBezTo>
                <a:cubicBezTo>
                  <a:pt x="1040598" y="86477"/>
                  <a:pt x="1042013" y="80673"/>
                  <a:pt x="1042013" y="73027"/>
                </a:cubicBezTo>
                <a:cubicBezTo>
                  <a:pt x="1042013" y="65382"/>
                  <a:pt x="1040598" y="59555"/>
                  <a:pt x="1037769" y="55548"/>
                </a:cubicBezTo>
                <a:cubicBezTo>
                  <a:pt x="1034940" y="51541"/>
                  <a:pt x="1030581" y="49537"/>
                  <a:pt x="1024692" y="49537"/>
                </a:cubicBezTo>
                <a:cubicBezTo>
                  <a:pt x="1018712" y="49537"/>
                  <a:pt x="1014285" y="51552"/>
                  <a:pt x="1011409" y="55582"/>
                </a:cubicBezTo>
                <a:cubicBezTo>
                  <a:pt x="1008534" y="59612"/>
                  <a:pt x="1007096" y="65427"/>
                  <a:pt x="1007096" y="73027"/>
                </a:cubicBezTo>
                <a:cubicBezTo>
                  <a:pt x="1007096" y="80627"/>
                  <a:pt x="1008534" y="86419"/>
                  <a:pt x="1011409" y="90404"/>
                </a:cubicBezTo>
                <a:cubicBezTo>
                  <a:pt x="1014285" y="94388"/>
                  <a:pt x="1018712" y="96379"/>
                  <a:pt x="1024692" y="96379"/>
                </a:cubicBezTo>
                <a:close/>
                <a:moveTo>
                  <a:pt x="1091354" y="49883"/>
                </a:moveTo>
                <a:cubicBezTo>
                  <a:pt x="1093563" y="45645"/>
                  <a:pt x="1096185" y="42317"/>
                  <a:pt x="1099220" y="39899"/>
                </a:cubicBezTo>
                <a:cubicBezTo>
                  <a:pt x="1102257" y="37480"/>
                  <a:pt x="1105845" y="36271"/>
                  <a:pt x="1109986" y="36271"/>
                </a:cubicBezTo>
                <a:cubicBezTo>
                  <a:pt x="1113253" y="36271"/>
                  <a:pt x="1115875" y="36985"/>
                  <a:pt x="1117853" y="38413"/>
                </a:cubicBezTo>
                <a:lnTo>
                  <a:pt x="1116748" y="51194"/>
                </a:lnTo>
                <a:cubicBezTo>
                  <a:pt x="1116518" y="52023"/>
                  <a:pt x="1116184" y="52611"/>
                  <a:pt x="1115748" y="52957"/>
                </a:cubicBezTo>
                <a:cubicBezTo>
                  <a:pt x="1115311" y="53303"/>
                  <a:pt x="1114725" y="53475"/>
                  <a:pt x="1113989" y="53475"/>
                </a:cubicBezTo>
                <a:cubicBezTo>
                  <a:pt x="1113298" y="53475"/>
                  <a:pt x="1112274" y="53360"/>
                  <a:pt x="1110916" y="53130"/>
                </a:cubicBezTo>
                <a:cubicBezTo>
                  <a:pt x="1109560" y="52899"/>
                  <a:pt x="1108238" y="52784"/>
                  <a:pt x="1106949" y="52784"/>
                </a:cubicBezTo>
                <a:cubicBezTo>
                  <a:pt x="1105063" y="52784"/>
                  <a:pt x="1103384" y="53060"/>
                  <a:pt x="1101911" y="53612"/>
                </a:cubicBezTo>
                <a:cubicBezTo>
                  <a:pt x="1100440" y="54165"/>
                  <a:pt x="1099118" y="54960"/>
                  <a:pt x="1097944" y="55997"/>
                </a:cubicBezTo>
                <a:cubicBezTo>
                  <a:pt x="1096770" y="57033"/>
                  <a:pt x="1095735" y="58288"/>
                  <a:pt x="1094838" y="59763"/>
                </a:cubicBezTo>
                <a:cubicBezTo>
                  <a:pt x="1093940" y="61236"/>
                  <a:pt x="1093101" y="62917"/>
                  <a:pt x="1092319" y="64806"/>
                </a:cubicBezTo>
                <a:lnTo>
                  <a:pt x="1092319" y="108469"/>
                </a:lnTo>
                <a:lnTo>
                  <a:pt x="1075276" y="108469"/>
                </a:lnTo>
                <a:lnTo>
                  <a:pt x="1075276" y="37584"/>
                </a:lnTo>
                <a:lnTo>
                  <a:pt x="1085281" y="37584"/>
                </a:lnTo>
                <a:cubicBezTo>
                  <a:pt x="1087029" y="37584"/>
                  <a:pt x="1088247" y="37896"/>
                  <a:pt x="1088937" y="38518"/>
                </a:cubicBezTo>
                <a:cubicBezTo>
                  <a:pt x="1089628" y="39140"/>
                  <a:pt x="1090088" y="40256"/>
                  <a:pt x="1090318" y="41869"/>
                </a:cubicBezTo>
                <a:lnTo>
                  <a:pt x="1091354" y="49883"/>
                </a:lnTo>
                <a:close/>
                <a:moveTo>
                  <a:pt x="1145248" y="5804"/>
                </a:moveTo>
                <a:lnTo>
                  <a:pt x="1145248" y="64597"/>
                </a:lnTo>
                <a:lnTo>
                  <a:pt x="1148423" y="64597"/>
                </a:lnTo>
                <a:cubicBezTo>
                  <a:pt x="1149573" y="64597"/>
                  <a:pt x="1150481" y="64448"/>
                  <a:pt x="1151148" y="64148"/>
                </a:cubicBezTo>
                <a:cubicBezTo>
                  <a:pt x="1151815" y="63849"/>
                  <a:pt x="1152494" y="63239"/>
                  <a:pt x="1153185" y="62318"/>
                </a:cubicBezTo>
                <a:lnTo>
                  <a:pt x="1170782" y="40555"/>
                </a:lnTo>
                <a:cubicBezTo>
                  <a:pt x="1171518" y="39588"/>
                  <a:pt x="1172334" y="38852"/>
                  <a:pt x="1173231" y="38346"/>
                </a:cubicBezTo>
                <a:cubicBezTo>
                  <a:pt x="1174128" y="37838"/>
                  <a:pt x="1175290" y="37584"/>
                  <a:pt x="1176717" y="37584"/>
                </a:cubicBezTo>
                <a:lnTo>
                  <a:pt x="1192311" y="37584"/>
                </a:lnTo>
                <a:lnTo>
                  <a:pt x="1170298" y="63908"/>
                </a:lnTo>
                <a:cubicBezTo>
                  <a:pt x="1168734" y="65980"/>
                  <a:pt x="1167031" y="67569"/>
                  <a:pt x="1165191" y="68675"/>
                </a:cubicBezTo>
                <a:cubicBezTo>
                  <a:pt x="1166157" y="69365"/>
                  <a:pt x="1167019" y="70171"/>
                  <a:pt x="1167779" y="71093"/>
                </a:cubicBezTo>
                <a:cubicBezTo>
                  <a:pt x="1168539" y="72014"/>
                  <a:pt x="1169263" y="73004"/>
                  <a:pt x="1169952" y="74064"/>
                </a:cubicBezTo>
                <a:lnTo>
                  <a:pt x="1193554" y="108469"/>
                </a:lnTo>
                <a:lnTo>
                  <a:pt x="1178165" y="108469"/>
                </a:lnTo>
                <a:cubicBezTo>
                  <a:pt x="1176830" y="108469"/>
                  <a:pt x="1175680" y="108250"/>
                  <a:pt x="1174714" y="107813"/>
                </a:cubicBezTo>
                <a:cubicBezTo>
                  <a:pt x="1173748" y="107375"/>
                  <a:pt x="1172943" y="106580"/>
                  <a:pt x="1172298" y="105429"/>
                </a:cubicBezTo>
                <a:lnTo>
                  <a:pt x="1154219" y="78553"/>
                </a:lnTo>
                <a:cubicBezTo>
                  <a:pt x="1153574" y="77494"/>
                  <a:pt x="1152907" y="76804"/>
                  <a:pt x="1152216" y="76482"/>
                </a:cubicBezTo>
                <a:cubicBezTo>
                  <a:pt x="1151527" y="76159"/>
                  <a:pt x="1150492" y="75997"/>
                  <a:pt x="1149112" y="75997"/>
                </a:cubicBezTo>
                <a:lnTo>
                  <a:pt x="1145248" y="75997"/>
                </a:lnTo>
                <a:lnTo>
                  <a:pt x="1145248" y="108469"/>
                </a:lnTo>
                <a:lnTo>
                  <a:pt x="1128204" y="108469"/>
                </a:lnTo>
                <a:lnTo>
                  <a:pt x="1128204" y="5804"/>
                </a:lnTo>
                <a:lnTo>
                  <a:pt x="1145248" y="5804"/>
                </a:lnTo>
                <a:close/>
                <a:moveTo>
                  <a:pt x="1270496" y="36480"/>
                </a:moveTo>
                <a:cubicBezTo>
                  <a:pt x="1275741" y="36480"/>
                  <a:pt x="1280515" y="37332"/>
                  <a:pt x="1284817" y="39037"/>
                </a:cubicBezTo>
                <a:cubicBezTo>
                  <a:pt x="1289118" y="40741"/>
                  <a:pt x="1292799" y="43158"/>
                  <a:pt x="1295858" y="46290"/>
                </a:cubicBezTo>
                <a:cubicBezTo>
                  <a:pt x="1298917" y="49422"/>
                  <a:pt x="1301275" y="53245"/>
                  <a:pt x="1302930" y="57760"/>
                </a:cubicBezTo>
                <a:cubicBezTo>
                  <a:pt x="1304586" y="62273"/>
                  <a:pt x="1305415" y="67316"/>
                  <a:pt x="1305415" y="72888"/>
                </a:cubicBezTo>
                <a:cubicBezTo>
                  <a:pt x="1305415" y="78507"/>
                  <a:pt x="1304586" y="83574"/>
                  <a:pt x="1302930" y="88089"/>
                </a:cubicBezTo>
                <a:cubicBezTo>
                  <a:pt x="1301275" y="92603"/>
                  <a:pt x="1298917" y="96448"/>
                  <a:pt x="1295858" y="99626"/>
                </a:cubicBezTo>
                <a:cubicBezTo>
                  <a:pt x="1292799" y="102804"/>
                  <a:pt x="1289118" y="105246"/>
                  <a:pt x="1284817" y="106951"/>
                </a:cubicBezTo>
                <a:cubicBezTo>
                  <a:pt x="1280515" y="108654"/>
                  <a:pt x="1275741" y="109506"/>
                  <a:pt x="1270496" y="109506"/>
                </a:cubicBezTo>
                <a:cubicBezTo>
                  <a:pt x="1265206" y="109506"/>
                  <a:pt x="1260399" y="108654"/>
                  <a:pt x="1256075" y="106951"/>
                </a:cubicBezTo>
                <a:cubicBezTo>
                  <a:pt x="1251751" y="105246"/>
                  <a:pt x="1248059" y="102804"/>
                  <a:pt x="1245000" y="99626"/>
                </a:cubicBezTo>
                <a:cubicBezTo>
                  <a:pt x="1241940" y="96448"/>
                  <a:pt x="1239570" y="92603"/>
                  <a:pt x="1237890" y="88089"/>
                </a:cubicBezTo>
                <a:cubicBezTo>
                  <a:pt x="1236211" y="83574"/>
                  <a:pt x="1235371" y="78507"/>
                  <a:pt x="1235371" y="72888"/>
                </a:cubicBezTo>
                <a:cubicBezTo>
                  <a:pt x="1235371" y="67316"/>
                  <a:pt x="1236211" y="62273"/>
                  <a:pt x="1237890" y="57760"/>
                </a:cubicBezTo>
                <a:cubicBezTo>
                  <a:pt x="1239570" y="53245"/>
                  <a:pt x="1241940" y="49422"/>
                  <a:pt x="1245000" y="46290"/>
                </a:cubicBezTo>
                <a:cubicBezTo>
                  <a:pt x="1248059" y="43158"/>
                  <a:pt x="1251751" y="40741"/>
                  <a:pt x="1256075" y="39037"/>
                </a:cubicBezTo>
                <a:cubicBezTo>
                  <a:pt x="1260399" y="37332"/>
                  <a:pt x="1265206" y="36480"/>
                  <a:pt x="1270496" y="36480"/>
                </a:cubicBezTo>
                <a:moveTo>
                  <a:pt x="1270496" y="96379"/>
                </a:moveTo>
                <a:cubicBezTo>
                  <a:pt x="1276386" y="96379"/>
                  <a:pt x="1280745" y="94399"/>
                  <a:pt x="1283574" y="90438"/>
                </a:cubicBezTo>
                <a:cubicBezTo>
                  <a:pt x="1286403" y="86477"/>
                  <a:pt x="1287818" y="80673"/>
                  <a:pt x="1287818" y="73027"/>
                </a:cubicBezTo>
                <a:cubicBezTo>
                  <a:pt x="1287818" y="65382"/>
                  <a:pt x="1286403" y="59555"/>
                  <a:pt x="1283574" y="55548"/>
                </a:cubicBezTo>
                <a:cubicBezTo>
                  <a:pt x="1280745" y="51541"/>
                  <a:pt x="1276386" y="49537"/>
                  <a:pt x="1270496" y="49537"/>
                </a:cubicBezTo>
                <a:cubicBezTo>
                  <a:pt x="1264517" y="49537"/>
                  <a:pt x="1260089" y="51552"/>
                  <a:pt x="1257214" y="55582"/>
                </a:cubicBezTo>
                <a:cubicBezTo>
                  <a:pt x="1254339" y="59612"/>
                  <a:pt x="1252901" y="65427"/>
                  <a:pt x="1252901" y="73027"/>
                </a:cubicBezTo>
                <a:cubicBezTo>
                  <a:pt x="1252901" y="80627"/>
                  <a:pt x="1254339" y="86419"/>
                  <a:pt x="1257214" y="90404"/>
                </a:cubicBezTo>
                <a:cubicBezTo>
                  <a:pt x="1260089" y="94388"/>
                  <a:pt x="1264517" y="96379"/>
                  <a:pt x="1270496" y="96379"/>
                </a:cubicBezTo>
                <a:close/>
                <a:moveTo>
                  <a:pt x="1326048" y="108469"/>
                </a:moveTo>
                <a:lnTo>
                  <a:pt x="1326048" y="50435"/>
                </a:lnTo>
                <a:lnTo>
                  <a:pt x="1319907" y="49467"/>
                </a:lnTo>
                <a:cubicBezTo>
                  <a:pt x="1318572" y="49192"/>
                  <a:pt x="1317502" y="48720"/>
                  <a:pt x="1316696" y="48053"/>
                </a:cubicBezTo>
                <a:cubicBezTo>
                  <a:pt x="1315891" y="47384"/>
                  <a:pt x="1315489" y="46428"/>
                  <a:pt x="1315489" y="45185"/>
                </a:cubicBezTo>
                <a:lnTo>
                  <a:pt x="1315489" y="38206"/>
                </a:lnTo>
                <a:lnTo>
                  <a:pt x="1326048" y="38206"/>
                </a:lnTo>
                <a:lnTo>
                  <a:pt x="1326048" y="32956"/>
                </a:lnTo>
                <a:cubicBezTo>
                  <a:pt x="1326048" y="28903"/>
                  <a:pt x="1326657" y="25264"/>
                  <a:pt x="1327876" y="22039"/>
                </a:cubicBezTo>
                <a:cubicBezTo>
                  <a:pt x="1329096" y="18815"/>
                  <a:pt x="1330845" y="16074"/>
                  <a:pt x="1333122" y="13818"/>
                </a:cubicBezTo>
                <a:cubicBezTo>
                  <a:pt x="1335399" y="11561"/>
                  <a:pt x="1338171" y="9834"/>
                  <a:pt x="1341436" y="8636"/>
                </a:cubicBezTo>
                <a:cubicBezTo>
                  <a:pt x="1344703" y="7438"/>
                  <a:pt x="1348384" y="6840"/>
                  <a:pt x="1352478" y="6840"/>
                </a:cubicBezTo>
                <a:cubicBezTo>
                  <a:pt x="1355745" y="6840"/>
                  <a:pt x="1358782" y="7278"/>
                  <a:pt x="1361588" y="8153"/>
                </a:cubicBezTo>
                <a:lnTo>
                  <a:pt x="1361243" y="16720"/>
                </a:lnTo>
                <a:cubicBezTo>
                  <a:pt x="1361196" y="17365"/>
                  <a:pt x="1361012" y="17883"/>
                  <a:pt x="1360689" y="18276"/>
                </a:cubicBezTo>
                <a:cubicBezTo>
                  <a:pt x="1360367" y="18666"/>
                  <a:pt x="1359942" y="18966"/>
                  <a:pt x="1359413" y="19174"/>
                </a:cubicBezTo>
                <a:cubicBezTo>
                  <a:pt x="1358883" y="19380"/>
                  <a:pt x="1358273" y="19518"/>
                  <a:pt x="1357583" y="19587"/>
                </a:cubicBezTo>
                <a:cubicBezTo>
                  <a:pt x="1356893" y="19656"/>
                  <a:pt x="1356158" y="19690"/>
                  <a:pt x="1355376" y="19690"/>
                </a:cubicBezTo>
                <a:cubicBezTo>
                  <a:pt x="1353352" y="19690"/>
                  <a:pt x="1351547" y="19910"/>
                  <a:pt x="1349959" y="20348"/>
                </a:cubicBezTo>
                <a:cubicBezTo>
                  <a:pt x="1348373" y="20785"/>
                  <a:pt x="1347027" y="21545"/>
                  <a:pt x="1345922" y="22627"/>
                </a:cubicBezTo>
                <a:cubicBezTo>
                  <a:pt x="1344818" y="23710"/>
                  <a:pt x="1343979" y="25138"/>
                  <a:pt x="1343403" y="26912"/>
                </a:cubicBezTo>
                <a:cubicBezTo>
                  <a:pt x="1342829" y="28684"/>
                  <a:pt x="1342542" y="30883"/>
                  <a:pt x="1342542" y="33509"/>
                </a:cubicBezTo>
                <a:lnTo>
                  <a:pt x="1342542" y="38206"/>
                </a:lnTo>
                <a:lnTo>
                  <a:pt x="1360967" y="38206"/>
                </a:lnTo>
                <a:lnTo>
                  <a:pt x="1360967" y="50366"/>
                </a:lnTo>
                <a:lnTo>
                  <a:pt x="1343094" y="50366"/>
                </a:lnTo>
                <a:lnTo>
                  <a:pt x="1343094" y="108469"/>
                </a:lnTo>
                <a:lnTo>
                  <a:pt x="1326048" y="108469"/>
                </a:lnTo>
                <a:close/>
                <a:moveTo>
                  <a:pt x="1424380" y="37584"/>
                </a:moveTo>
                <a:lnTo>
                  <a:pt x="1424380" y="108469"/>
                </a:lnTo>
                <a:lnTo>
                  <a:pt x="1407267" y="108469"/>
                </a:lnTo>
                <a:lnTo>
                  <a:pt x="1407267" y="37584"/>
                </a:lnTo>
                <a:lnTo>
                  <a:pt x="1424380" y="37584"/>
                </a:lnTo>
                <a:moveTo>
                  <a:pt x="1426726" y="16926"/>
                </a:moveTo>
                <a:cubicBezTo>
                  <a:pt x="1426726" y="18401"/>
                  <a:pt x="1426427" y="19783"/>
                  <a:pt x="1425828" y="21073"/>
                </a:cubicBezTo>
                <a:cubicBezTo>
                  <a:pt x="1425230" y="22362"/>
                  <a:pt x="1424436" y="23490"/>
                  <a:pt x="1423447" y="24457"/>
                </a:cubicBezTo>
                <a:cubicBezTo>
                  <a:pt x="1422458" y="25425"/>
                  <a:pt x="1421297" y="26196"/>
                  <a:pt x="1419963" y="26773"/>
                </a:cubicBezTo>
                <a:cubicBezTo>
                  <a:pt x="1418630" y="27347"/>
                  <a:pt x="1417204" y="27635"/>
                  <a:pt x="1415686" y="27635"/>
                </a:cubicBezTo>
                <a:cubicBezTo>
                  <a:pt x="1414214" y="27635"/>
                  <a:pt x="1412821" y="27347"/>
                  <a:pt x="1411510" y="26773"/>
                </a:cubicBezTo>
                <a:cubicBezTo>
                  <a:pt x="1410199" y="26196"/>
                  <a:pt x="1409060" y="25425"/>
                  <a:pt x="1408094" y="24457"/>
                </a:cubicBezTo>
                <a:cubicBezTo>
                  <a:pt x="1407128" y="23490"/>
                  <a:pt x="1406358" y="22362"/>
                  <a:pt x="1405782" y="21073"/>
                </a:cubicBezTo>
                <a:cubicBezTo>
                  <a:pt x="1405208" y="19783"/>
                  <a:pt x="1404921" y="18401"/>
                  <a:pt x="1404921" y="16926"/>
                </a:cubicBezTo>
                <a:cubicBezTo>
                  <a:pt x="1404921" y="15407"/>
                  <a:pt x="1405208" y="13979"/>
                  <a:pt x="1405782" y="12644"/>
                </a:cubicBezTo>
                <a:cubicBezTo>
                  <a:pt x="1406358" y="11309"/>
                  <a:pt x="1407128" y="10158"/>
                  <a:pt x="1408094" y="9191"/>
                </a:cubicBezTo>
                <a:cubicBezTo>
                  <a:pt x="1409060" y="8222"/>
                  <a:pt x="1410199" y="7450"/>
                  <a:pt x="1411510" y="6876"/>
                </a:cubicBezTo>
                <a:cubicBezTo>
                  <a:pt x="1412821" y="6299"/>
                  <a:pt x="1414214" y="6011"/>
                  <a:pt x="1415686" y="6011"/>
                </a:cubicBezTo>
                <a:cubicBezTo>
                  <a:pt x="1417204" y="6011"/>
                  <a:pt x="1418630" y="6299"/>
                  <a:pt x="1419963" y="6876"/>
                </a:cubicBezTo>
                <a:cubicBezTo>
                  <a:pt x="1421297" y="7450"/>
                  <a:pt x="1422458" y="8222"/>
                  <a:pt x="1423447" y="9191"/>
                </a:cubicBezTo>
                <a:cubicBezTo>
                  <a:pt x="1424436" y="10158"/>
                  <a:pt x="1425230" y="11309"/>
                  <a:pt x="1425828" y="12644"/>
                </a:cubicBezTo>
                <a:cubicBezTo>
                  <a:pt x="1426427" y="13979"/>
                  <a:pt x="1426726" y="15407"/>
                  <a:pt x="1426726" y="16926"/>
                </a:cubicBezTo>
                <a:close/>
                <a:moveTo>
                  <a:pt x="1463824" y="50435"/>
                </a:moveTo>
                <a:lnTo>
                  <a:pt x="1468173" y="50435"/>
                </a:lnTo>
                <a:cubicBezTo>
                  <a:pt x="1469921" y="50435"/>
                  <a:pt x="1471370" y="50193"/>
                  <a:pt x="1472519" y="49710"/>
                </a:cubicBezTo>
                <a:cubicBezTo>
                  <a:pt x="1473669" y="49226"/>
                  <a:pt x="1474658" y="48455"/>
                  <a:pt x="1475487" y="47395"/>
                </a:cubicBezTo>
                <a:lnTo>
                  <a:pt x="1503020" y="12505"/>
                </a:lnTo>
                <a:cubicBezTo>
                  <a:pt x="1504171" y="11032"/>
                  <a:pt x="1505379" y="10007"/>
                  <a:pt x="1506644" y="9431"/>
                </a:cubicBezTo>
                <a:cubicBezTo>
                  <a:pt x="1507909" y="8855"/>
                  <a:pt x="1509508" y="8566"/>
                  <a:pt x="1511439" y="8566"/>
                </a:cubicBezTo>
                <a:lnTo>
                  <a:pt x="1527449" y="8566"/>
                </a:lnTo>
                <a:lnTo>
                  <a:pt x="1493842" y="50089"/>
                </a:lnTo>
                <a:cubicBezTo>
                  <a:pt x="1491864" y="52622"/>
                  <a:pt x="1489817" y="54419"/>
                  <a:pt x="1487701" y="55478"/>
                </a:cubicBezTo>
                <a:cubicBezTo>
                  <a:pt x="1489219" y="56031"/>
                  <a:pt x="1490587" y="56803"/>
                  <a:pt x="1491806" y="57793"/>
                </a:cubicBezTo>
                <a:cubicBezTo>
                  <a:pt x="1493026" y="58783"/>
                  <a:pt x="1494187" y="60084"/>
                  <a:pt x="1495291" y="61696"/>
                </a:cubicBezTo>
                <a:lnTo>
                  <a:pt x="1529934" y="108469"/>
                </a:lnTo>
                <a:lnTo>
                  <a:pt x="1513579" y="108469"/>
                </a:lnTo>
                <a:cubicBezTo>
                  <a:pt x="1511371" y="108469"/>
                  <a:pt x="1509726" y="108158"/>
                  <a:pt x="1508645" y="107537"/>
                </a:cubicBezTo>
                <a:cubicBezTo>
                  <a:pt x="1507564" y="106914"/>
                  <a:pt x="1506655" y="106004"/>
                  <a:pt x="1505920" y="104807"/>
                </a:cubicBezTo>
                <a:lnTo>
                  <a:pt x="1477696" y="67914"/>
                </a:lnTo>
                <a:cubicBezTo>
                  <a:pt x="1476821" y="66670"/>
                  <a:pt x="1475809" y="65795"/>
                  <a:pt x="1474659" y="65289"/>
                </a:cubicBezTo>
                <a:cubicBezTo>
                  <a:pt x="1473509" y="64783"/>
                  <a:pt x="1471853" y="64530"/>
                  <a:pt x="1469691" y="64530"/>
                </a:cubicBezTo>
                <a:lnTo>
                  <a:pt x="1463824" y="64530"/>
                </a:lnTo>
                <a:lnTo>
                  <a:pt x="1463824" y="108469"/>
                </a:lnTo>
                <a:lnTo>
                  <a:pt x="1445262" y="108469"/>
                </a:lnTo>
                <a:lnTo>
                  <a:pt x="1445262" y="8566"/>
                </a:lnTo>
                <a:lnTo>
                  <a:pt x="1463824" y="8566"/>
                </a:lnTo>
                <a:lnTo>
                  <a:pt x="1463824" y="50435"/>
                </a:lnTo>
                <a:close/>
                <a:moveTo>
                  <a:pt x="1557578" y="46290"/>
                </a:moveTo>
                <a:cubicBezTo>
                  <a:pt x="1559005" y="44862"/>
                  <a:pt x="1560511" y="43538"/>
                  <a:pt x="1562098" y="42318"/>
                </a:cubicBezTo>
                <a:cubicBezTo>
                  <a:pt x="1563685" y="41096"/>
                  <a:pt x="1565365" y="40060"/>
                  <a:pt x="1567135" y="39208"/>
                </a:cubicBezTo>
                <a:cubicBezTo>
                  <a:pt x="1568907" y="38356"/>
                  <a:pt x="1570805" y="37688"/>
                  <a:pt x="1572829" y="37205"/>
                </a:cubicBezTo>
                <a:cubicBezTo>
                  <a:pt x="1574854" y="36721"/>
                  <a:pt x="1577062" y="36480"/>
                  <a:pt x="1579455" y="36480"/>
                </a:cubicBezTo>
                <a:cubicBezTo>
                  <a:pt x="1583318" y="36480"/>
                  <a:pt x="1586746" y="37136"/>
                  <a:pt x="1589736" y="38449"/>
                </a:cubicBezTo>
                <a:cubicBezTo>
                  <a:pt x="1592726" y="39762"/>
                  <a:pt x="1595222" y="41604"/>
                  <a:pt x="1597223" y="43977"/>
                </a:cubicBezTo>
                <a:cubicBezTo>
                  <a:pt x="1599225" y="46348"/>
                  <a:pt x="1600743" y="49181"/>
                  <a:pt x="1601778" y="52474"/>
                </a:cubicBezTo>
                <a:cubicBezTo>
                  <a:pt x="1602812" y="55766"/>
                  <a:pt x="1603330" y="59392"/>
                  <a:pt x="1603330" y="63353"/>
                </a:cubicBezTo>
                <a:lnTo>
                  <a:pt x="1603330" y="108469"/>
                </a:lnTo>
                <a:lnTo>
                  <a:pt x="1586286" y="108469"/>
                </a:lnTo>
                <a:lnTo>
                  <a:pt x="1586286" y="63353"/>
                </a:lnTo>
                <a:cubicBezTo>
                  <a:pt x="1586286" y="59024"/>
                  <a:pt x="1585297" y="55674"/>
                  <a:pt x="1583319" y="53303"/>
                </a:cubicBezTo>
                <a:cubicBezTo>
                  <a:pt x="1581341" y="50930"/>
                  <a:pt x="1578327" y="49744"/>
                  <a:pt x="1574278" y="49744"/>
                </a:cubicBezTo>
                <a:cubicBezTo>
                  <a:pt x="1571334" y="49744"/>
                  <a:pt x="1568574" y="50412"/>
                  <a:pt x="1565998" y="51749"/>
                </a:cubicBezTo>
                <a:cubicBezTo>
                  <a:pt x="1563422" y="53084"/>
                  <a:pt x="1560983" y="54903"/>
                  <a:pt x="1558682" y="57205"/>
                </a:cubicBezTo>
                <a:lnTo>
                  <a:pt x="1558682" y="108469"/>
                </a:lnTo>
                <a:lnTo>
                  <a:pt x="1541638" y="108469"/>
                </a:lnTo>
                <a:lnTo>
                  <a:pt x="1541638" y="37584"/>
                </a:lnTo>
                <a:lnTo>
                  <a:pt x="1552059" y="37584"/>
                </a:lnTo>
                <a:cubicBezTo>
                  <a:pt x="1554267" y="37584"/>
                  <a:pt x="1555716" y="38621"/>
                  <a:pt x="1556405" y="40694"/>
                </a:cubicBezTo>
                <a:lnTo>
                  <a:pt x="1557578" y="46290"/>
                </a:lnTo>
                <a:close/>
                <a:moveTo>
                  <a:pt x="1653264" y="36480"/>
                </a:moveTo>
                <a:cubicBezTo>
                  <a:pt x="1658509" y="36480"/>
                  <a:pt x="1663282" y="37332"/>
                  <a:pt x="1667584" y="39037"/>
                </a:cubicBezTo>
                <a:cubicBezTo>
                  <a:pt x="1671886" y="40741"/>
                  <a:pt x="1675566" y="43158"/>
                  <a:pt x="1678625" y="46290"/>
                </a:cubicBezTo>
                <a:cubicBezTo>
                  <a:pt x="1681685" y="49422"/>
                  <a:pt x="1684042" y="53245"/>
                  <a:pt x="1685697" y="57760"/>
                </a:cubicBezTo>
                <a:cubicBezTo>
                  <a:pt x="1687354" y="62273"/>
                  <a:pt x="1688182" y="67316"/>
                  <a:pt x="1688182" y="72888"/>
                </a:cubicBezTo>
                <a:cubicBezTo>
                  <a:pt x="1688182" y="78507"/>
                  <a:pt x="1687354" y="83574"/>
                  <a:pt x="1685697" y="88089"/>
                </a:cubicBezTo>
                <a:cubicBezTo>
                  <a:pt x="1684042" y="92603"/>
                  <a:pt x="1681685" y="96448"/>
                  <a:pt x="1678625" y="99626"/>
                </a:cubicBezTo>
                <a:cubicBezTo>
                  <a:pt x="1675566" y="102804"/>
                  <a:pt x="1671886" y="105246"/>
                  <a:pt x="1667584" y="106951"/>
                </a:cubicBezTo>
                <a:cubicBezTo>
                  <a:pt x="1663282" y="108654"/>
                  <a:pt x="1658509" y="109506"/>
                  <a:pt x="1653264" y="109506"/>
                </a:cubicBezTo>
                <a:cubicBezTo>
                  <a:pt x="1647973" y="109506"/>
                  <a:pt x="1643166" y="108654"/>
                  <a:pt x="1638842" y="106951"/>
                </a:cubicBezTo>
                <a:cubicBezTo>
                  <a:pt x="1634518" y="105246"/>
                  <a:pt x="1630826" y="102804"/>
                  <a:pt x="1627767" y="99626"/>
                </a:cubicBezTo>
                <a:cubicBezTo>
                  <a:pt x="1624708" y="96448"/>
                  <a:pt x="1622338" y="92603"/>
                  <a:pt x="1620657" y="88089"/>
                </a:cubicBezTo>
                <a:cubicBezTo>
                  <a:pt x="1618978" y="83574"/>
                  <a:pt x="1618139" y="78507"/>
                  <a:pt x="1618139" y="72888"/>
                </a:cubicBezTo>
                <a:cubicBezTo>
                  <a:pt x="1618139" y="67316"/>
                  <a:pt x="1618978" y="62273"/>
                  <a:pt x="1620657" y="57760"/>
                </a:cubicBezTo>
                <a:cubicBezTo>
                  <a:pt x="1622338" y="53245"/>
                  <a:pt x="1624708" y="49422"/>
                  <a:pt x="1627767" y="46290"/>
                </a:cubicBezTo>
                <a:cubicBezTo>
                  <a:pt x="1630826" y="43158"/>
                  <a:pt x="1634518" y="40741"/>
                  <a:pt x="1638842" y="39037"/>
                </a:cubicBezTo>
                <a:cubicBezTo>
                  <a:pt x="1643166" y="37332"/>
                  <a:pt x="1647973" y="36480"/>
                  <a:pt x="1653264" y="36480"/>
                </a:cubicBezTo>
                <a:moveTo>
                  <a:pt x="1653264" y="96379"/>
                </a:moveTo>
                <a:cubicBezTo>
                  <a:pt x="1659153" y="96379"/>
                  <a:pt x="1663512" y="94399"/>
                  <a:pt x="1666341" y="90438"/>
                </a:cubicBezTo>
                <a:cubicBezTo>
                  <a:pt x="1669170" y="86477"/>
                  <a:pt x="1670585" y="80673"/>
                  <a:pt x="1670585" y="73027"/>
                </a:cubicBezTo>
                <a:cubicBezTo>
                  <a:pt x="1670585" y="65382"/>
                  <a:pt x="1669170" y="59555"/>
                  <a:pt x="1666341" y="55548"/>
                </a:cubicBezTo>
                <a:cubicBezTo>
                  <a:pt x="1663512" y="51541"/>
                  <a:pt x="1659153" y="49537"/>
                  <a:pt x="1653264" y="49537"/>
                </a:cubicBezTo>
                <a:cubicBezTo>
                  <a:pt x="1647284" y="49537"/>
                  <a:pt x="1642857" y="51552"/>
                  <a:pt x="1639981" y="55582"/>
                </a:cubicBezTo>
                <a:cubicBezTo>
                  <a:pt x="1637106" y="59612"/>
                  <a:pt x="1635668" y="65427"/>
                  <a:pt x="1635668" y="73027"/>
                </a:cubicBezTo>
                <a:cubicBezTo>
                  <a:pt x="1635668" y="80627"/>
                  <a:pt x="1637106" y="86419"/>
                  <a:pt x="1639981" y="90404"/>
                </a:cubicBezTo>
                <a:cubicBezTo>
                  <a:pt x="1642857" y="94388"/>
                  <a:pt x="1647284" y="96379"/>
                  <a:pt x="1653264" y="96379"/>
                </a:cubicBezTo>
                <a:close/>
                <a:moveTo>
                  <a:pt x="1804984" y="37584"/>
                </a:moveTo>
                <a:lnTo>
                  <a:pt x="1782487" y="108469"/>
                </a:lnTo>
                <a:lnTo>
                  <a:pt x="1768823" y="108469"/>
                </a:lnTo>
                <a:cubicBezTo>
                  <a:pt x="1767259" y="108469"/>
                  <a:pt x="1766178" y="107456"/>
                  <a:pt x="1765580" y="105429"/>
                </a:cubicBezTo>
                <a:lnTo>
                  <a:pt x="1752883" y="64460"/>
                </a:lnTo>
                <a:cubicBezTo>
                  <a:pt x="1752469" y="63079"/>
                  <a:pt x="1752089" y="61708"/>
                  <a:pt x="1751744" y="60349"/>
                </a:cubicBezTo>
                <a:cubicBezTo>
                  <a:pt x="1751400" y="58990"/>
                  <a:pt x="1751113" y="57619"/>
                  <a:pt x="1750883" y="56237"/>
                </a:cubicBezTo>
                <a:cubicBezTo>
                  <a:pt x="1750606" y="57619"/>
                  <a:pt x="1750295" y="59013"/>
                  <a:pt x="1749950" y="60418"/>
                </a:cubicBezTo>
                <a:cubicBezTo>
                  <a:pt x="1749606" y="61823"/>
                  <a:pt x="1749227" y="63216"/>
                  <a:pt x="1748813" y="64597"/>
                </a:cubicBezTo>
                <a:lnTo>
                  <a:pt x="1735907" y="105429"/>
                </a:lnTo>
                <a:cubicBezTo>
                  <a:pt x="1735356" y="107456"/>
                  <a:pt x="1734136" y="108469"/>
                  <a:pt x="1732249" y="108469"/>
                </a:cubicBezTo>
                <a:lnTo>
                  <a:pt x="1719138" y="108469"/>
                </a:lnTo>
                <a:lnTo>
                  <a:pt x="1696712" y="37584"/>
                </a:lnTo>
                <a:lnTo>
                  <a:pt x="1710305" y="37584"/>
                </a:lnTo>
                <a:cubicBezTo>
                  <a:pt x="1711548" y="37584"/>
                  <a:pt x="1712606" y="37884"/>
                  <a:pt x="1713479" y="38483"/>
                </a:cubicBezTo>
                <a:cubicBezTo>
                  <a:pt x="1714354" y="39081"/>
                  <a:pt x="1714929" y="39841"/>
                  <a:pt x="1715206" y="40762"/>
                </a:cubicBezTo>
                <a:lnTo>
                  <a:pt x="1725350" y="78622"/>
                </a:lnTo>
                <a:cubicBezTo>
                  <a:pt x="1725856" y="80696"/>
                  <a:pt x="1726304" y="82723"/>
                  <a:pt x="1726694" y="84703"/>
                </a:cubicBezTo>
                <a:cubicBezTo>
                  <a:pt x="1727086" y="86684"/>
                  <a:pt x="1727420" y="88664"/>
                  <a:pt x="1727696" y="90645"/>
                </a:cubicBezTo>
                <a:cubicBezTo>
                  <a:pt x="1728202" y="88664"/>
                  <a:pt x="1728742" y="86684"/>
                  <a:pt x="1729316" y="84703"/>
                </a:cubicBezTo>
                <a:cubicBezTo>
                  <a:pt x="1729891" y="82723"/>
                  <a:pt x="1730501" y="80696"/>
                  <a:pt x="1731146" y="78622"/>
                </a:cubicBezTo>
                <a:lnTo>
                  <a:pt x="1742878" y="40625"/>
                </a:lnTo>
                <a:cubicBezTo>
                  <a:pt x="1743153" y="39703"/>
                  <a:pt x="1743693" y="38942"/>
                  <a:pt x="1744498" y="38343"/>
                </a:cubicBezTo>
                <a:cubicBezTo>
                  <a:pt x="1745303" y="37745"/>
                  <a:pt x="1746281" y="37445"/>
                  <a:pt x="1747431" y="37445"/>
                </a:cubicBezTo>
                <a:lnTo>
                  <a:pt x="1754954" y="37445"/>
                </a:lnTo>
                <a:cubicBezTo>
                  <a:pt x="1756150" y="37445"/>
                  <a:pt x="1757173" y="37745"/>
                  <a:pt x="1758024" y="38343"/>
                </a:cubicBezTo>
                <a:cubicBezTo>
                  <a:pt x="1758875" y="38942"/>
                  <a:pt x="1759438" y="39703"/>
                  <a:pt x="1759715" y="40625"/>
                </a:cubicBezTo>
                <a:lnTo>
                  <a:pt x="1771102" y="78622"/>
                </a:lnTo>
                <a:cubicBezTo>
                  <a:pt x="1771700" y="80696"/>
                  <a:pt x="1772263" y="82734"/>
                  <a:pt x="1772791" y="84739"/>
                </a:cubicBezTo>
                <a:cubicBezTo>
                  <a:pt x="1773320" y="86742"/>
                  <a:pt x="1773838" y="88734"/>
                  <a:pt x="1774345" y="90714"/>
                </a:cubicBezTo>
                <a:cubicBezTo>
                  <a:pt x="1774943" y="86798"/>
                  <a:pt x="1775794" y="82768"/>
                  <a:pt x="1776897" y="78622"/>
                </a:cubicBezTo>
                <a:lnTo>
                  <a:pt x="1787318" y="40762"/>
                </a:lnTo>
                <a:cubicBezTo>
                  <a:pt x="1787641" y="39841"/>
                  <a:pt x="1788215" y="39081"/>
                  <a:pt x="1789042" y="38483"/>
                </a:cubicBezTo>
                <a:cubicBezTo>
                  <a:pt x="1789871" y="37884"/>
                  <a:pt x="1790860" y="37584"/>
                  <a:pt x="1792010" y="37584"/>
                </a:cubicBezTo>
                <a:lnTo>
                  <a:pt x="1804984" y="375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6851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2026-09-05T08:53:36.0640000Z</dcterms:created>
  <dcterms:modified xsi:type="dcterms:W3CDTF">2026-09-05T08:53:36.0640000Z</dcterms:modified>
</coreProperties>
</file>